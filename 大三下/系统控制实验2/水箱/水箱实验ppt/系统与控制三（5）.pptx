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58" d="100"/>
          <a:sy n="58" d="100"/>
        </p:scale>
        <p:origin x="6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C61E4-8EE2-4C36-82C9-3709191A6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86393-BB77-4FE3-880F-D57595C876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卡尔曼控制器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实验目的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zh-CN" dirty="0" smtClean="0"/>
              <a:t>认识</a:t>
            </a:r>
            <a:r>
              <a:rPr lang="zh-CN" altLang="zh-CN" dirty="0"/>
              <a:t>和理解卡尔曼控制算法控制大时延系统的机理和效果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2.</a:t>
            </a:r>
            <a:r>
              <a:rPr lang="zh-CN" altLang="zh-CN" dirty="0" smtClean="0"/>
              <a:t>掌握</a:t>
            </a:r>
            <a:r>
              <a:rPr lang="zh-CN" altLang="zh-CN" dirty="0"/>
              <a:t>实际控制系统的卡尔曼算法的设计和实现。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实验</a:t>
            </a:r>
            <a:r>
              <a:rPr lang="zh-CN" altLang="en-US" dirty="0"/>
              <a:t>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1.</a:t>
            </a:r>
            <a:r>
              <a:rPr lang="zh-CN" altLang="en-US" dirty="0" smtClean="0"/>
              <a:t>根据卡尔曼控制器实验原理，设计出卡尔曼控制器，写出控制器的</a:t>
            </a:r>
            <a:r>
              <a:rPr lang="en-US" altLang="zh-CN" dirty="0" smtClean="0"/>
              <a:t>z</a:t>
            </a:r>
            <a:r>
              <a:rPr lang="zh-CN" altLang="en-US" dirty="0" smtClean="0"/>
              <a:t>传递函数。（参照课本</a:t>
            </a:r>
            <a:r>
              <a:rPr lang="en-US" altLang="zh-CN" dirty="0" smtClean="0"/>
              <a:t>213</a:t>
            </a:r>
            <a:r>
              <a:rPr lang="zh-CN" altLang="en-US" dirty="0" smtClean="0"/>
              <a:t>页例题</a:t>
            </a:r>
            <a:r>
              <a:rPr lang="en-US" altLang="zh-CN" dirty="0" smtClean="0"/>
              <a:t>5.5.4</a:t>
            </a:r>
            <a:r>
              <a:rPr lang="zh-CN" altLang="en-US" dirty="0" smtClean="0"/>
              <a:t>）实验报告中要有计算过程。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en-US" altLang="zh-CN" dirty="0" smtClean="0"/>
              <a:t>.</a:t>
            </a:r>
            <a:r>
              <a:rPr lang="zh-CN" altLang="en-US" dirty="0" smtClean="0"/>
              <a:t>写出控制器的差分方程，编写卡尔曼控制器函数</a:t>
            </a:r>
            <a:r>
              <a:rPr lang="en-US" altLang="zh-CN" dirty="0" err="1" smtClean="0"/>
              <a:t>CMyView</a:t>
            </a:r>
            <a:r>
              <a:rPr lang="en-US" altLang="zh-CN" dirty="0" smtClean="0"/>
              <a:t>::othercontrol1</a:t>
            </a:r>
            <a:r>
              <a:rPr lang="zh-CN" altLang="en-US" smtClean="0"/>
              <a:t>（）。实验报告中要有控制函数程序。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3.</a:t>
            </a:r>
            <a:r>
              <a:rPr lang="zh-CN" altLang="en-US" dirty="0" smtClean="0"/>
              <a:t>运行水箱控制程序，记录液位控制</a:t>
            </a:r>
            <a:r>
              <a:rPr lang="zh-CN" altLang="en-US" dirty="0"/>
              <a:t>曲线</a:t>
            </a:r>
            <a:r>
              <a:rPr lang="zh-CN" altLang="en-US" dirty="0" smtClean="0"/>
              <a:t>。</a:t>
            </a:r>
            <a:endParaRPr lang="zh-CN" altLang="en-US" dirty="0" smtClean="0"/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要求</a:t>
            </a:r>
            <a:r>
              <a:rPr lang="en-US" altLang="zh-CN" dirty="0">
                <a:highlight>
                  <a:srgbClr val="FFFF00"/>
                </a:highlight>
              </a:rPr>
              <a:t>1</a:t>
            </a:r>
            <a:r>
              <a:rPr lang="zh-CN" altLang="en-US" dirty="0">
                <a:highlight>
                  <a:srgbClr val="FFFF00"/>
                </a:highlight>
              </a:rPr>
              <a:t>组即可</a:t>
            </a:r>
            <a:endParaRPr lang="zh-CN" alt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 dirty="0">
                <a:highlight>
                  <a:srgbClr val="FFFF00"/>
                </a:highlight>
              </a:rPr>
              <a:t>必写</a:t>
            </a:r>
            <a:r>
              <a:rPr lang="en-US" altLang="zh-CN" dirty="0">
                <a:highlight>
                  <a:srgbClr val="FFFF00"/>
                </a:highlight>
              </a:rPr>
              <a:t>D</a:t>
            </a:r>
            <a:r>
              <a:rPr lang="zh-CN" altLang="en-US" dirty="0">
                <a:highlight>
                  <a:srgbClr val="FFFF00"/>
                </a:highlight>
              </a:rPr>
              <a:t>（</a:t>
            </a:r>
            <a:r>
              <a:rPr lang="en-US" altLang="zh-CN" dirty="0">
                <a:highlight>
                  <a:srgbClr val="FFFF00"/>
                </a:highlight>
              </a:rPr>
              <a:t>Z</a:t>
            </a:r>
            <a:r>
              <a:rPr lang="zh-CN" altLang="en-US" dirty="0">
                <a:highlight>
                  <a:srgbClr val="FFFF00"/>
                </a:highlight>
              </a:rPr>
              <a:t>）表达式在实验报告，程序可以写在</a:t>
            </a:r>
            <a:r>
              <a:rPr lang="en-US" altLang="zh-CN" dirty="0">
                <a:highlight>
                  <a:srgbClr val="FFFF00"/>
                </a:highlight>
              </a:rPr>
              <a:t>dalin</a:t>
            </a:r>
            <a:r>
              <a:rPr lang="zh-CN" altLang="en-US" dirty="0">
                <a:highlight>
                  <a:srgbClr val="FFFF00"/>
                </a:highlight>
              </a:rPr>
              <a:t>或者</a:t>
            </a:r>
            <a:r>
              <a:rPr lang="en-US" altLang="zh-CN" dirty="0">
                <a:highlight>
                  <a:srgbClr val="FFFF00"/>
                </a:highlight>
              </a:rPr>
              <a:t>othercontrol1</a:t>
            </a:r>
            <a:endParaRPr lang="en-US" altLang="zh-CN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51" y="1825625"/>
            <a:ext cx="11158780" cy="4351338"/>
          </a:xfrm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0" y="457200"/>
          <a:ext cx="24288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" r:id="rId2" imgW="2425700" imgH="203200" progId="Equation.DSMT4">
                  <p:embed/>
                </p:oleObj>
              </mc:Choice>
              <mc:Fallback>
                <p:oleObj name="" r:id="rId2" imgW="2425700" imgH="203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7200"/>
                        <a:ext cx="242887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6572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WPS 演示</Application>
  <PresentationFormat>宽屏</PresentationFormat>
  <Paragraphs>22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Times New Roman</vt:lpstr>
      <vt:lpstr>Calibri Light</vt:lpstr>
      <vt:lpstr>Calibri</vt:lpstr>
      <vt:lpstr>Arial Unicode MS</vt:lpstr>
      <vt:lpstr>Office 主题</vt:lpstr>
      <vt:lpstr>Equation.DSMT4</vt:lpstr>
      <vt:lpstr>卡尔曼控制器</vt:lpstr>
      <vt:lpstr>实验目的</vt:lpstr>
      <vt:lpstr>实验要求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卡尔曼控制器</dc:title>
  <dc:creator>Lenovo</dc:creator>
  <cp:lastModifiedBy>杜晓阳</cp:lastModifiedBy>
  <cp:revision>10</cp:revision>
  <dcterms:created xsi:type="dcterms:W3CDTF">2019-05-27T06:28:00Z</dcterms:created>
  <dcterms:modified xsi:type="dcterms:W3CDTF">2026-06-05T14:36:32Z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2052-12.1.0.24655</vt:lpwstr>
  </property>
  <property fmtid="{D5CDD505-2E9C-101B-9397-08002B2CF9AE}" pid="3" name="ICV">
    <vt:lpwstr>05993F848FB145CE8ADAD09718425570_12</vt:lpwstr>
  </property>
</Properties>
</file>