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58" d="100"/>
          <a:sy n="58" d="100"/>
        </p:scale>
        <p:origin x="6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ED575-6DD3-496D-B898-999EAE11DD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2C73F-062C-415F-9ED7-BA067B9053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大</a:t>
            </a:r>
            <a:r>
              <a:rPr lang="zh-CN" altLang="en-US" dirty="0" smtClean="0"/>
              <a:t>林控制器设计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实验目的：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认识和理解大林控制算法控制大时延系统的机理和效果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r>
              <a:rPr lang="en-US" altLang="zh-CN" dirty="0"/>
              <a:t>  </a:t>
            </a:r>
            <a:r>
              <a:rPr lang="zh-CN" altLang="zh-CN" dirty="0" smtClean="0"/>
              <a:t>掌握</a:t>
            </a:r>
            <a:r>
              <a:rPr lang="zh-CN" altLang="zh-CN" dirty="0"/>
              <a:t>实际控制系统的大林算法的设计和实现。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实验原理</a:t>
            </a:r>
            <a:endParaRPr lang="zh-CN" altLang="en-US" dirty="0"/>
          </a:p>
        </p:txBody>
      </p:sp>
      <p:pic>
        <p:nvPicPr>
          <p:cNvPr id="20" name="内容占位符 1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5465" y="2289781"/>
            <a:ext cx="6834752" cy="3423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897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180" y="382270"/>
            <a:ext cx="7223760" cy="6061075"/>
          </a:xfrm>
          <a:prstGeom prst="rect">
            <a:avLst/>
          </a:prstGeom>
        </p:spPr>
      </p:pic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5951349" cy="6338807"/>
          </a:xfrm>
        </p:spPr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281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   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8488"/>
            <a:ext cx="11127783" cy="60684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大林控制器设计</vt:lpstr>
      <vt:lpstr>实验目的：</vt:lpstr>
      <vt:lpstr>实验原理</vt:lpstr>
      <vt:lpstr>    </vt:lpstr>
      <vt:lpstr>  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大林控制器设计</dc:title>
  <dc:creator>Lenovo</dc:creator>
  <cp:lastModifiedBy>杜晓阳</cp:lastModifiedBy>
  <cp:revision>6</cp:revision>
  <dcterms:created xsi:type="dcterms:W3CDTF">2019-05-23T11:04:00Z</dcterms:created>
  <dcterms:modified xsi:type="dcterms:W3CDTF">2026-06-05T05:41:31Z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2FBDE954DF004046A50F9ACD6EDC4F52_12</vt:lpwstr>
  </property>
  <property fmtid="{D5CDD505-2E9C-101B-9397-08002B2CF9AE}" pid="3" name="KSOProductBuildVer">
    <vt:lpwstr>2052-12.1.0.24655</vt:lpwstr>
  </property>
</Properties>
</file>