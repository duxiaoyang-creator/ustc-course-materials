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9" r:id="rId3"/>
  </p:sldMasterIdLst>
  <p:notesMasterIdLst>
    <p:notesMasterId r:id="rId46"/>
  </p:notesMasterIdLst>
  <p:sldIdLst>
    <p:sldId id="257" r:id="rId4"/>
    <p:sldId id="299" r:id="rId5"/>
    <p:sldId id="258" r:id="rId6"/>
    <p:sldId id="259" r:id="rId7"/>
    <p:sldId id="260" r:id="rId8"/>
    <p:sldId id="261" r:id="rId9"/>
    <p:sldId id="264" r:id="rId10"/>
    <p:sldId id="265" r:id="rId11"/>
    <p:sldId id="266" r:id="rId12"/>
    <p:sldId id="267" r:id="rId13"/>
    <p:sldId id="268" r:id="rId14"/>
    <p:sldId id="269" r:id="rId15"/>
    <p:sldId id="270" r:id="rId16"/>
    <p:sldId id="272" r:id="rId17"/>
    <p:sldId id="301" r:id="rId18"/>
    <p:sldId id="274" r:id="rId19"/>
    <p:sldId id="276" r:id="rId20"/>
    <p:sldId id="277" r:id="rId21"/>
    <p:sldId id="278" r:id="rId22"/>
    <p:sldId id="280" r:id="rId23"/>
    <p:sldId id="281" r:id="rId24"/>
    <p:sldId id="282" r:id="rId25"/>
    <p:sldId id="283" r:id="rId26"/>
    <p:sldId id="284" r:id="rId27"/>
    <p:sldId id="286" r:id="rId28"/>
    <p:sldId id="287" r:id="rId29"/>
    <p:sldId id="289" r:id="rId30"/>
    <p:sldId id="290" r:id="rId31"/>
    <p:sldId id="291" r:id="rId32"/>
    <p:sldId id="293" r:id="rId33"/>
    <p:sldId id="294" r:id="rId34"/>
    <p:sldId id="295" r:id="rId35"/>
    <p:sldId id="296" r:id="rId36"/>
    <p:sldId id="297" r:id="rId37"/>
    <p:sldId id="298" r:id="rId38"/>
    <p:sldId id="302" r:id="rId39"/>
    <p:sldId id="303" r:id="rId40"/>
    <p:sldId id="311" r:id="rId41"/>
    <p:sldId id="304" r:id="rId42"/>
    <p:sldId id="305" r:id="rId43"/>
    <p:sldId id="306" r:id="rId44"/>
    <p:sldId id="307" r:id="rId45"/>
    <p:sldId id="308" r:id="rId47"/>
    <p:sldId id="309" r:id="rId48"/>
    <p:sldId id="310" r:id="rId49"/>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818FF"/>
    <a:srgbClr val="025AC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2" Type="http://schemas.openxmlformats.org/officeDocument/2006/relationships/tableStyles" Target="tableStyles.xml"/><Relationship Id="rId51" Type="http://schemas.openxmlformats.org/officeDocument/2006/relationships/viewProps" Target="viewProps.xml"/><Relationship Id="rId50" Type="http://schemas.openxmlformats.org/officeDocument/2006/relationships/presProps" Target="presProps.xml"/><Relationship Id="rId5" Type="http://schemas.openxmlformats.org/officeDocument/2006/relationships/slide" Target="slides/slide2.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notesMaster" Target="notesMasters/notesMaster1.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标题幻灯片">
    <p:bg>
      <p:bgPr>
        <a:solidFill>
          <a:schemeClr val="accent1"/>
        </a:solidFill>
        <a:effectLst/>
      </p:bgPr>
    </p:bg>
    <p:spTree>
      <p:nvGrpSpPr>
        <p:cNvPr id="1" name=""/>
        <p:cNvGrpSpPr/>
        <p:nvPr/>
      </p:nvGrpSpPr>
      <p:grpSpPr>
        <a:xfrm>
          <a:off x="0" y="0"/>
          <a:ext cx="0" cy="0"/>
          <a:chOff x="0" y="0"/>
          <a:chExt cx="0" cy="0"/>
        </a:xfrm>
      </p:grpSpPr>
      <p:sp>
        <p:nvSpPr>
          <p:cNvPr id="40" name="任意多边形 39"/>
          <p:cNvSpPr/>
          <p:nvPr/>
        </p:nvSpPr>
        <p:spPr>
          <a:xfrm>
            <a:off x="1" y="-3176"/>
            <a:ext cx="9143999" cy="6861175"/>
          </a:xfrm>
          <a:custGeom>
            <a:avLst/>
            <a:gdLst>
              <a:gd name="connsiteX0" fmla="*/ 0 w 9116459"/>
              <a:gd name="connsiteY0" fmla="*/ 0 h 6861175"/>
              <a:gd name="connsiteX1" fmla="*/ 9116459 w 9116459"/>
              <a:gd name="connsiteY1" fmla="*/ 0 h 6861175"/>
              <a:gd name="connsiteX2" fmla="*/ 9116459 w 9116459"/>
              <a:gd name="connsiteY2" fmla="*/ 6861175 h 6861175"/>
              <a:gd name="connsiteX3" fmla="*/ 0 w 9116459"/>
              <a:gd name="connsiteY3" fmla="*/ 6861175 h 6861175"/>
            </a:gdLst>
            <a:ahLst/>
            <a:cxnLst>
              <a:cxn ang="0">
                <a:pos x="connsiteX0" y="connsiteY0"/>
              </a:cxn>
              <a:cxn ang="0">
                <a:pos x="connsiteX1" y="connsiteY1"/>
              </a:cxn>
              <a:cxn ang="0">
                <a:pos x="connsiteX2" y="connsiteY2"/>
              </a:cxn>
              <a:cxn ang="0">
                <a:pos x="connsiteX3" y="connsiteY3"/>
              </a:cxn>
            </a:cxnLst>
            <a:rect l="l" t="t" r="r" b="b"/>
            <a:pathLst>
              <a:path w="9116459" h="6861175">
                <a:moveTo>
                  <a:pt x="0" y="0"/>
                </a:moveTo>
                <a:lnTo>
                  <a:pt x="9116459" y="0"/>
                </a:lnTo>
                <a:lnTo>
                  <a:pt x="9116459" y="6861175"/>
                </a:lnTo>
                <a:lnTo>
                  <a:pt x="0" y="6861175"/>
                </a:lnTo>
                <a:close/>
              </a:path>
            </a:pathLst>
          </a:custGeom>
          <a:blipFill dpi="0" rotWithShape="1">
            <a:blip r:embed="rId2">
              <a:alphaModFix amt="1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350"/>
          </a:p>
        </p:txBody>
      </p:sp>
      <p:sp>
        <p:nvSpPr>
          <p:cNvPr id="8" name="平行四边形 7"/>
          <p:cNvSpPr/>
          <p:nvPr/>
        </p:nvSpPr>
        <p:spPr>
          <a:xfrm>
            <a:off x="14875" y="-3175"/>
            <a:ext cx="7425799" cy="6861175"/>
          </a:xfrm>
          <a:prstGeom prst="parallelogram">
            <a:avLst>
              <a:gd name="adj" fmla="val 10524"/>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2" name="任意多边形 41"/>
          <p:cNvSpPr/>
          <p:nvPr/>
        </p:nvSpPr>
        <p:spPr>
          <a:xfrm>
            <a:off x="0" y="-3175"/>
            <a:ext cx="7244070" cy="6861175"/>
          </a:xfrm>
          <a:custGeom>
            <a:avLst/>
            <a:gdLst>
              <a:gd name="connsiteX0" fmla="*/ 540341 w 7244070"/>
              <a:gd name="connsiteY0" fmla="*/ 0 h 6861175"/>
              <a:gd name="connsiteX1" fmla="*/ 7244070 w 7244070"/>
              <a:gd name="connsiteY1" fmla="*/ 0 h 6861175"/>
              <a:gd name="connsiteX2" fmla="*/ 6522000 w 7244070"/>
              <a:gd name="connsiteY2" fmla="*/ 6861175 h 6861175"/>
              <a:gd name="connsiteX3" fmla="*/ 0 w 7244070"/>
              <a:gd name="connsiteY3" fmla="*/ 6861175 h 6861175"/>
              <a:gd name="connsiteX4" fmla="*/ 0 w 7244070"/>
              <a:gd name="connsiteY4" fmla="*/ 5134369 h 6861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44070" h="6861175">
                <a:moveTo>
                  <a:pt x="540341" y="0"/>
                </a:moveTo>
                <a:lnTo>
                  <a:pt x="7244070" y="0"/>
                </a:lnTo>
                <a:lnTo>
                  <a:pt x="6522000" y="6861175"/>
                </a:lnTo>
                <a:lnTo>
                  <a:pt x="0" y="6861175"/>
                </a:lnTo>
                <a:lnTo>
                  <a:pt x="0" y="5134369"/>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350"/>
          </a:p>
        </p:txBody>
      </p:sp>
      <p:sp>
        <p:nvSpPr>
          <p:cNvPr id="10" name="标题 1"/>
          <p:cNvSpPr>
            <a:spLocks noGrp="1"/>
          </p:cNvSpPr>
          <p:nvPr>
            <p:ph type="ctrTitle" hasCustomPrompt="1"/>
          </p:nvPr>
        </p:nvSpPr>
        <p:spPr>
          <a:xfrm>
            <a:off x="1256059" y="1531610"/>
            <a:ext cx="5295252" cy="876724"/>
          </a:xfrm>
        </p:spPr>
        <p:txBody>
          <a:bodyPr anchor="b">
            <a:normAutofit/>
          </a:bodyPr>
          <a:lstStyle>
            <a:lvl1pPr algn="l">
              <a:defRPr sz="4800" b="1">
                <a:solidFill>
                  <a:schemeClr val="tx2"/>
                </a:solidFill>
              </a:defRPr>
            </a:lvl1pPr>
          </a:lstStyle>
          <a:p>
            <a:r>
              <a:rPr lang="zh-CN" altLang="en-US" dirty="0"/>
              <a:t>单行标题</a:t>
            </a:r>
            <a:r>
              <a:rPr lang="en-US" altLang="zh-CN" dirty="0"/>
              <a:t>-</a:t>
            </a:r>
            <a:r>
              <a:rPr lang="zh-CN" altLang="en-US" dirty="0"/>
              <a:t>单击编辑</a:t>
            </a:r>
            <a:endParaRPr lang="zh-CN" altLang="en-US" dirty="0"/>
          </a:p>
        </p:txBody>
      </p:sp>
      <p:sp>
        <p:nvSpPr>
          <p:cNvPr id="11" name="副标题 2"/>
          <p:cNvSpPr>
            <a:spLocks noGrp="1"/>
          </p:cNvSpPr>
          <p:nvPr>
            <p:ph type="subTitle" idx="1" hasCustomPrompt="1"/>
          </p:nvPr>
        </p:nvSpPr>
        <p:spPr>
          <a:xfrm>
            <a:off x="1256059" y="2486435"/>
            <a:ext cx="5295252" cy="526501"/>
          </a:xfrm>
        </p:spPr>
        <p:txBody>
          <a:bodyPr/>
          <a:lstStyle>
            <a:lvl1pPr marL="0" indent="0" algn="l">
              <a:buNone/>
              <a:defRPr sz="2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单击编辑副标题</a:t>
            </a:r>
            <a:endParaRPr lang="zh-CN" altLang="en-US" dirty="0"/>
          </a:p>
        </p:txBody>
      </p:sp>
      <p:sp>
        <p:nvSpPr>
          <p:cNvPr id="12" name="任意多边形 11"/>
          <p:cNvSpPr/>
          <p:nvPr/>
        </p:nvSpPr>
        <p:spPr>
          <a:xfrm>
            <a:off x="0" y="1674346"/>
            <a:ext cx="1133862" cy="1338590"/>
          </a:xfrm>
          <a:custGeom>
            <a:avLst/>
            <a:gdLst>
              <a:gd name="connsiteX0" fmla="*/ 0 w 1133862"/>
              <a:gd name="connsiteY0" fmla="*/ 0 h 1633920"/>
              <a:gd name="connsiteX1" fmla="*/ 1133862 w 1133862"/>
              <a:gd name="connsiteY1" fmla="*/ 0 h 1633920"/>
              <a:gd name="connsiteX2" fmla="*/ 992802 w 1133862"/>
              <a:gd name="connsiteY2" fmla="*/ 1633920 h 1633920"/>
              <a:gd name="connsiteX3" fmla="*/ 0 w 1133862"/>
              <a:gd name="connsiteY3" fmla="*/ 1633920 h 1633920"/>
            </a:gdLst>
            <a:ahLst/>
            <a:cxnLst>
              <a:cxn ang="0">
                <a:pos x="connsiteX0" y="connsiteY0"/>
              </a:cxn>
              <a:cxn ang="0">
                <a:pos x="connsiteX1" y="connsiteY1"/>
              </a:cxn>
              <a:cxn ang="0">
                <a:pos x="connsiteX2" y="connsiteY2"/>
              </a:cxn>
              <a:cxn ang="0">
                <a:pos x="connsiteX3" y="connsiteY3"/>
              </a:cxn>
            </a:cxnLst>
            <a:rect l="l" t="t" r="r" b="b"/>
            <a:pathLst>
              <a:path w="1133862" h="1633920">
                <a:moveTo>
                  <a:pt x="0" y="0"/>
                </a:moveTo>
                <a:lnTo>
                  <a:pt x="1133862" y="0"/>
                </a:lnTo>
                <a:lnTo>
                  <a:pt x="992802" y="1633920"/>
                </a:lnTo>
                <a:lnTo>
                  <a:pt x="0" y="163392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350" dirty="0"/>
              <a:t>        </a:t>
            </a:r>
            <a:endParaRPr lang="zh-CN" altLang="en-US" sz="1350" dirty="0"/>
          </a:p>
        </p:txBody>
      </p:sp>
      <p:sp>
        <p:nvSpPr>
          <p:cNvPr id="13" name="任意多边形 12"/>
          <p:cNvSpPr/>
          <p:nvPr/>
        </p:nvSpPr>
        <p:spPr>
          <a:xfrm>
            <a:off x="0" y="1531610"/>
            <a:ext cx="997527" cy="1338590"/>
          </a:xfrm>
          <a:custGeom>
            <a:avLst/>
            <a:gdLst>
              <a:gd name="connsiteX0" fmla="*/ 0 w 997527"/>
              <a:gd name="connsiteY0" fmla="*/ 0 h 1633920"/>
              <a:gd name="connsiteX1" fmla="*/ 997527 w 997527"/>
              <a:gd name="connsiteY1" fmla="*/ 0 h 1633920"/>
              <a:gd name="connsiteX2" fmla="*/ 856467 w 997527"/>
              <a:gd name="connsiteY2" fmla="*/ 1633920 h 1633920"/>
              <a:gd name="connsiteX3" fmla="*/ 0 w 997527"/>
              <a:gd name="connsiteY3" fmla="*/ 1633920 h 1633920"/>
            </a:gdLst>
            <a:ahLst/>
            <a:cxnLst>
              <a:cxn ang="0">
                <a:pos x="connsiteX0" y="connsiteY0"/>
              </a:cxn>
              <a:cxn ang="0">
                <a:pos x="connsiteX1" y="connsiteY1"/>
              </a:cxn>
              <a:cxn ang="0">
                <a:pos x="connsiteX2" y="connsiteY2"/>
              </a:cxn>
              <a:cxn ang="0">
                <a:pos x="connsiteX3" y="connsiteY3"/>
              </a:cxn>
            </a:cxnLst>
            <a:rect l="l" t="t" r="r" b="b"/>
            <a:pathLst>
              <a:path w="997527" h="1633920">
                <a:moveTo>
                  <a:pt x="0" y="0"/>
                </a:moveTo>
                <a:lnTo>
                  <a:pt x="997527" y="0"/>
                </a:lnTo>
                <a:lnTo>
                  <a:pt x="856467" y="1633920"/>
                </a:lnTo>
                <a:lnTo>
                  <a:pt x="0" y="163392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350" dirty="0"/>
              <a:t>        </a:t>
            </a:r>
            <a:endParaRPr lang="zh-CN" altLang="en-US" sz="1350" dirty="0"/>
          </a:p>
        </p:txBody>
      </p:sp>
      <p:sp>
        <p:nvSpPr>
          <p:cNvPr id="47" name="任意多边形 46"/>
          <p:cNvSpPr/>
          <p:nvPr/>
        </p:nvSpPr>
        <p:spPr>
          <a:xfrm>
            <a:off x="5470130" y="5639504"/>
            <a:ext cx="3673870" cy="867644"/>
          </a:xfrm>
          <a:custGeom>
            <a:avLst/>
            <a:gdLst>
              <a:gd name="connsiteX0" fmla="*/ 93012 w 3673870"/>
              <a:gd name="connsiteY0" fmla="*/ 0 h 1015861"/>
              <a:gd name="connsiteX1" fmla="*/ 3673870 w 3673870"/>
              <a:gd name="connsiteY1" fmla="*/ 0 h 1015861"/>
              <a:gd name="connsiteX2" fmla="*/ 3673870 w 3673870"/>
              <a:gd name="connsiteY2" fmla="*/ 1015861 h 1015861"/>
              <a:gd name="connsiteX3" fmla="*/ 0 w 3673870"/>
              <a:gd name="connsiteY3" fmla="*/ 1015861 h 1015861"/>
            </a:gdLst>
            <a:ahLst/>
            <a:cxnLst>
              <a:cxn ang="0">
                <a:pos x="connsiteX0" y="connsiteY0"/>
              </a:cxn>
              <a:cxn ang="0">
                <a:pos x="connsiteX1" y="connsiteY1"/>
              </a:cxn>
              <a:cxn ang="0">
                <a:pos x="connsiteX2" y="connsiteY2"/>
              </a:cxn>
              <a:cxn ang="0">
                <a:pos x="connsiteX3" y="connsiteY3"/>
              </a:cxn>
            </a:cxnLst>
            <a:rect l="l" t="t" r="r" b="b"/>
            <a:pathLst>
              <a:path w="3673870" h="1015861">
                <a:moveTo>
                  <a:pt x="93012" y="0"/>
                </a:moveTo>
                <a:lnTo>
                  <a:pt x="3673870" y="0"/>
                </a:lnTo>
                <a:lnTo>
                  <a:pt x="3673870" y="1015861"/>
                </a:lnTo>
                <a:lnTo>
                  <a:pt x="0" y="1015861"/>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350" dirty="0"/>
              <a:t>          </a:t>
            </a:r>
            <a:endParaRPr lang="zh-CN" altLang="en-US" sz="1350" dirty="0"/>
          </a:p>
        </p:txBody>
      </p:sp>
      <p:sp>
        <p:nvSpPr>
          <p:cNvPr id="45" name="任意多边形 44"/>
          <p:cNvSpPr/>
          <p:nvPr/>
        </p:nvSpPr>
        <p:spPr>
          <a:xfrm>
            <a:off x="5648778" y="5542121"/>
            <a:ext cx="3495222" cy="867644"/>
          </a:xfrm>
          <a:custGeom>
            <a:avLst/>
            <a:gdLst>
              <a:gd name="connsiteX0" fmla="*/ 93012 w 3495222"/>
              <a:gd name="connsiteY0" fmla="*/ 0 h 1015861"/>
              <a:gd name="connsiteX1" fmla="*/ 3495222 w 3495222"/>
              <a:gd name="connsiteY1" fmla="*/ 0 h 1015861"/>
              <a:gd name="connsiteX2" fmla="*/ 3495222 w 3495222"/>
              <a:gd name="connsiteY2" fmla="*/ 1015861 h 1015861"/>
              <a:gd name="connsiteX3" fmla="*/ 0 w 3495222"/>
              <a:gd name="connsiteY3" fmla="*/ 1015861 h 1015861"/>
            </a:gdLst>
            <a:ahLst/>
            <a:cxnLst>
              <a:cxn ang="0">
                <a:pos x="connsiteX0" y="connsiteY0"/>
              </a:cxn>
              <a:cxn ang="0">
                <a:pos x="connsiteX1" y="connsiteY1"/>
              </a:cxn>
              <a:cxn ang="0">
                <a:pos x="connsiteX2" y="connsiteY2"/>
              </a:cxn>
              <a:cxn ang="0">
                <a:pos x="connsiteX3" y="connsiteY3"/>
              </a:cxn>
            </a:cxnLst>
            <a:rect l="l" t="t" r="r" b="b"/>
            <a:pathLst>
              <a:path w="3495222" h="1015861">
                <a:moveTo>
                  <a:pt x="93012" y="0"/>
                </a:moveTo>
                <a:lnTo>
                  <a:pt x="3495222" y="0"/>
                </a:lnTo>
                <a:lnTo>
                  <a:pt x="3495222" y="1015861"/>
                </a:lnTo>
                <a:lnTo>
                  <a:pt x="0" y="1015861"/>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350" dirty="0"/>
              <a:t>          </a:t>
            </a:r>
            <a:endParaRPr lang="zh-CN" altLang="en-US" sz="1350" dirty="0"/>
          </a:p>
        </p:txBody>
      </p:sp>
      <p:grpSp>
        <p:nvGrpSpPr>
          <p:cNvPr id="48" name="组合 47"/>
          <p:cNvGrpSpPr>
            <a:grpSpLocks noChangeAspect="1"/>
          </p:cNvGrpSpPr>
          <p:nvPr/>
        </p:nvGrpSpPr>
        <p:grpSpPr>
          <a:xfrm>
            <a:off x="6027456" y="5740833"/>
            <a:ext cx="2738847" cy="462364"/>
            <a:chOff x="8729725" y="4570716"/>
            <a:chExt cx="2830513" cy="477838"/>
          </a:xfrm>
          <a:solidFill>
            <a:schemeClr val="bg2">
              <a:alpha val="50000"/>
            </a:schemeClr>
          </a:solidFill>
        </p:grpSpPr>
        <p:sp>
          <p:nvSpPr>
            <p:cNvPr id="49" name="Freeform 34"/>
            <p:cNvSpPr>
              <a:spLocks noEditPoints="1"/>
            </p:cNvSpPr>
            <p:nvPr/>
          </p:nvSpPr>
          <p:spPr bwMode="auto">
            <a:xfrm>
              <a:off x="9304400" y="4945366"/>
              <a:ext cx="1363663" cy="101600"/>
            </a:xfrm>
            <a:custGeom>
              <a:avLst/>
              <a:gdLst>
                <a:gd name="T0" fmla="*/ 15 w 915"/>
                <a:gd name="T1" fmla="*/ 51 h 68"/>
                <a:gd name="T2" fmla="*/ 14 w 915"/>
                <a:gd name="T3" fmla="*/ 11 h 68"/>
                <a:gd name="T4" fmla="*/ 35 w 915"/>
                <a:gd name="T5" fmla="*/ 4 h 68"/>
                <a:gd name="T6" fmla="*/ 77 w 915"/>
                <a:gd name="T7" fmla="*/ 51 h 68"/>
                <a:gd name="T8" fmla="*/ 74 w 915"/>
                <a:gd name="T9" fmla="*/ 51 h 68"/>
                <a:gd name="T10" fmla="*/ 57 w 915"/>
                <a:gd name="T11" fmla="*/ 21 h 68"/>
                <a:gd name="T12" fmla="*/ 108 w 915"/>
                <a:gd name="T13" fmla="*/ 0 h 68"/>
                <a:gd name="T14" fmla="*/ 104 w 915"/>
                <a:gd name="T15" fmla="*/ 32 h 68"/>
                <a:gd name="T16" fmla="*/ 134 w 915"/>
                <a:gd name="T17" fmla="*/ 21 h 68"/>
                <a:gd name="T18" fmla="*/ 155 w 915"/>
                <a:gd name="T19" fmla="*/ 21 h 68"/>
                <a:gd name="T20" fmla="*/ 187 w 915"/>
                <a:gd name="T21" fmla="*/ 46 h 68"/>
                <a:gd name="T22" fmla="*/ 169 w 915"/>
                <a:gd name="T23" fmla="*/ 29 h 68"/>
                <a:gd name="T24" fmla="*/ 221 w 915"/>
                <a:gd name="T25" fmla="*/ 24 h 68"/>
                <a:gd name="T26" fmla="*/ 198 w 915"/>
                <a:gd name="T27" fmla="*/ 52 h 68"/>
                <a:gd name="T28" fmla="*/ 209 w 915"/>
                <a:gd name="T29" fmla="*/ 18 h 68"/>
                <a:gd name="T30" fmla="*/ 247 w 915"/>
                <a:gd name="T31" fmla="*/ 51 h 68"/>
                <a:gd name="T32" fmla="*/ 244 w 915"/>
                <a:gd name="T33" fmla="*/ 42 h 68"/>
                <a:gd name="T34" fmla="*/ 271 w 915"/>
                <a:gd name="T35" fmla="*/ 1 h 68"/>
                <a:gd name="T36" fmla="*/ 276 w 915"/>
                <a:gd name="T37" fmla="*/ 51 h 68"/>
                <a:gd name="T38" fmla="*/ 259 w 915"/>
                <a:gd name="T39" fmla="*/ 22 h 68"/>
                <a:gd name="T40" fmla="*/ 301 w 915"/>
                <a:gd name="T41" fmla="*/ 46 h 68"/>
                <a:gd name="T42" fmla="*/ 292 w 915"/>
                <a:gd name="T43" fmla="*/ 7 h 68"/>
                <a:gd name="T44" fmla="*/ 333 w 915"/>
                <a:gd name="T45" fmla="*/ 20 h 68"/>
                <a:gd name="T46" fmla="*/ 309 w 915"/>
                <a:gd name="T47" fmla="*/ 67 h 68"/>
                <a:gd name="T48" fmla="*/ 305 w 915"/>
                <a:gd name="T49" fmla="*/ 19 h 68"/>
                <a:gd name="T50" fmla="*/ 379 w 915"/>
                <a:gd name="T51" fmla="*/ 18 h 68"/>
                <a:gd name="T52" fmla="*/ 415 w 915"/>
                <a:gd name="T53" fmla="*/ 44 h 68"/>
                <a:gd name="T54" fmla="*/ 403 w 915"/>
                <a:gd name="T55" fmla="*/ 21 h 68"/>
                <a:gd name="T56" fmla="*/ 425 w 915"/>
                <a:gd name="T57" fmla="*/ 5 h 68"/>
                <a:gd name="T58" fmla="*/ 475 w 915"/>
                <a:gd name="T59" fmla="*/ 19 h 68"/>
                <a:gd name="T60" fmla="*/ 465 w 915"/>
                <a:gd name="T61" fmla="*/ 54 h 68"/>
                <a:gd name="T62" fmla="*/ 471 w 915"/>
                <a:gd name="T63" fmla="*/ 48 h 68"/>
                <a:gd name="T64" fmla="*/ 474 w 915"/>
                <a:gd name="T65" fmla="*/ 4 h 68"/>
                <a:gd name="T66" fmla="*/ 516 w 915"/>
                <a:gd name="T67" fmla="*/ 28 h 68"/>
                <a:gd name="T68" fmla="*/ 517 w 915"/>
                <a:gd name="T69" fmla="*/ 40 h 68"/>
                <a:gd name="T70" fmla="*/ 537 w 915"/>
                <a:gd name="T71" fmla="*/ 49 h 68"/>
                <a:gd name="T72" fmla="*/ 528 w 915"/>
                <a:gd name="T73" fmla="*/ 23 h 68"/>
                <a:gd name="T74" fmla="*/ 565 w 915"/>
                <a:gd name="T75" fmla="*/ 53 h 68"/>
                <a:gd name="T76" fmla="*/ 563 w 915"/>
                <a:gd name="T77" fmla="*/ 21 h 68"/>
                <a:gd name="T78" fmla="*/ 620 w 915"/>
                <a:gd name="T79" fmla="*/ 52 h 68"/>
                <a:gd name="T80" fmla="*/ 596 w 915"/>
                <a:gd name="T81" fmla="*/ 49 h 68"/>
                <a:gd name="T82" fmla="*/ 587 w 915"/>
                <a:gd name="T83" fmla="*/ 22 h 68"/>
                <a:gd name="T84" fmla="*/ 642 w 915"/>
                <a:gd name="T85" fmla="*/ 17 h 68"/>
                <a:gd name="T86" fmla="*/ 643 w 915"/>
                <a:gd name="T87" fmla="*/ 48 h 68"/>
                <a:gd name="T88" fmla="*/ 667 w 915"/>
                <a:gd name="T89" fmla="*/ 49 h 68"/>
                <a:gd name="T90" fmla="*/ 671 w 915"/>
                <a:gd name="T91" fmla="*/ 23 h 68"/>
                <a:gd name="T92" fmla="*/ 726 w 915"/>
                <a:gd name="T93" fmla="*/ 20 h 68"/>
                <a:gd name="T94" fmla="*/ 739 w 915"/>
                <a:gd name="T95" fmla="*/ 29 h 68"/>
                <a:gd name="T96" fmla="*/ 731 w 915"/>
                <a:gd name="T97" fmla="*/ 33 h 68"/>
                <a:gd name="T98" fmla="*/ 778 w 915"/>
                <a:gd name="T99" fmla="*/ 45 h 68"/>
                <a:gd name="T100" fmla="*/ 771 w 915"/>
                <a:gd name="T101" fmla="*/ 24 h 68"/>
                <a:gd name="T102" fmla="*/ 753 w 915"/>
                <a:gd name="T103" fmla="*/ 45 h 68"/>
                <a:gd name="T104" fmla="*/ 803 w 915"/>
                <a:gd name="T105" fmla="*/ 54 h 68"/>
                <a:gd name="T106" fmla="*/ 816 w 915"/>
                <a:gd name="T107" fmla="*/ 0 h 68"/>
                <a:gd name="T108" fmla="*/ 812 w 915"/>
                <a:gd name="T109" fmla="*/ 29 h 68"/>
                <a:gd name="T110" fmla="*/ 881 w 915"/>
                <a:gd name="T111" fmla="*/ 10 h 68"/>
                <a:gd name="T112" fmla="*/ 859 w 915"/>
                <a:gd name="T113" fmla="*/ 49 h 68"/>
                <a:gd name="T114" fmla="*/ 903 w 915"/>
                <a:gd name="T115" fmla="*/ 48 h 68"/>
                <a:gd name="T116" fmla="*/ 891 w 915"/>
                <a:gd name="T117" fmla="*/ 31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915" h="68">
                  <a:moveTo>
                    <a:pt x="35" y="4"/>
                  </a:moveTo>
                  <a:cubicBezTo>
                    <a:pt x="35" y="3"/>
                    <a:pt x="35" y="3"/>
                    <a:pt x="35" y="3"/>
                  </a:cubicBezTo>
                  <a:cubicBezTo>
                    <a:pt x="53" y="3"/>
                    <a:pt x="53" y="3"/>
                    <a:pt x="53" y="3"/>
                  </a:cubicBezTo>
                  <a:cubicBezTo>
                    <a:pt x="53" y="4"/>
                    <a:pt x="53" y="4"/>
                    <a:pt x="53" y="4"/>
                  </a:cubicBezTo>
                  <a:cubicBezTo>
                    <a:pt x="51" y="4"/>
                    <a:pt x="51" y="4"/>
                    <a:pt x="51" y="4"/>
                  </a:cubicBezTo>
                  <a:cubicBezTo>
                    <a:pt x="49" y="4"/>
                    <a:pt x="47" y="5"/>
                    <a:pt x="46" y="6"/>
                  </a:cubicBezTo>
                  <a:cubicBezTo>
                    <a:pt x="46" y="7"/>
                    <a:pt x="45" y="9"/>
                    <a:pt x="45" y="11"/>
                  </a:cubicBezTo>
                  <a:cubicBezTo>
                    <a:pt x="45" y="32"/>
                    <a:pt x="45" y="32"/>
                    <a:pt x="45" y="32"/>
                  </a:cubicBezTo>
                  <a:cubicBezTo>
                    <a:pt x="45" y="37"/>
                    <a:pt x="45" y="41"/>
                    <a:pt x="44" y="43"/>
                  </a:cubicBezTo>
                  <a:cubicBezTo>
                    <a:pt x="43" y="46"/>
                    <a:pt x="41" y="49"/>
                    <a:pt x="38" y="51"/>
                  </a:cubicBezTo>
                  <a:cubicBezTo>
                    <a:pt x="35" y="53"/>
                    <a:pt x="31" y="53"/>
                    <a:pt x="27" y="53"/>
                  </a:cubicBezTo>
                  <a:cubicBezTo>
                    <a:pt x="21" y="53"/>
                    <a:pt x="17" y="53"/>
                    <a:pt x="15" y="51"/>
                  </a:cubicBezTo>
                  <a:cubicBezTo>
                    <a:pt x="12" y="49"/>
                    <a:pt x="10" y="46"/>
                    <a:pt x="9" y="43"/>
                  </a:cubicBezTo>
                  <a:cubicBezTo>
                    <a:pt x="8" y="41"/>
                    <a:pt x="7" y="37"/>
                    <a:pt x="7" y="31"/>
                  </a:cubicBezTo>
                  <a:cubicBezTo>
                    <a:pt x="7" y="11"/>
                    <a:pt x="7" y="11"/>
                    <a:pt x="7" y="11"/>
                  </a:cubicBezTo>
                  <a:cubicBezTo>
                    <a:pt x="7" y="8"/>
                    <a:pt x="7" y="6"/>
                    <a:pt x="6" y="5"/>
                  </a:cubicBezTo>
                  <a:cubicBezTo>
                    <a:pt x="5" y="4"/>
                    <a:pt x="4" y="3"/>
                    <a:pt x="2" y="3"/>
                  </a:cubicBezTo>
                  <a:cubicBezTo>
                    <a:pt x="0" y="3"/>
                    <a:pt x="0" y="3"/>
                    <a:pt x="0" y="3"/>
                  </a:cubicBezTo>
                  <a:cubicBezTo>
                    <a:pt x="0" y="2"/>
                    <a:pt x="0" y="2"/>
                    <a:pt x="0" y="2"/>
                  </a:cubicBezTo>
                  <a:cubicBezTo>
                    <a:pt x="21" y="2"/>
                    <a:pt x="21" y="2"/>
                    <a:pt x="21" y="2"/>
                  </a:cubicBezTo>
                  <a:cubicBezTo>
                    <a:pt x="21" y="3"/>
                    <a:pt x="21" y="3"/>
                    <a:pt x="21" y="3"/>
                  </a:cubicBezTo>
                  <a:cubicBezTo>
                    <a:pt x="19" y="3"/>
                    <a:pt x="19" y="3"/>
                    <a:pt x="19" y="3"/>
                  </a:cubicBezTo>
                  <a:cubicBezTo>
                    <a:pt x="17" y="3"/>
                    <a:pt x="15" y="4"/>
                    <a:pt x="15" y="5"/>
                  </a:cubicBezTo>
                  <a:cubicBezTo>
                    <a:pt x="14" y="6"/>
                    <a:pt x="14" y="8"/>
                    <a:pt x="14" y="11"/>
                  </a:cubicBezTo>
                  <a:cubicBezTo>
                    <a:pt x="14" y="33"/>
                    <a:pt x="14" y="33"/>
                    <a:pt x="14" y="33"/>
                  </a:cubicBezTo>
                  <a:cubicBezTo>
                    <a:pt x="14" y="35"/>
                    <a:pt x="14" y="37"/>
                    <a:pt x="14" y="40"/>
                  </a:cubicBezTo>
                  <a:cubicBezTo>
                    <a:pt x="15" y="43"/>
                    <a:pt x="15" y="45"/>
                    <a:pt x="16" y="46"/>
                  </a:cubicBezTo>
                  <a:cubicBezTo>
                    <a:pt x="17" y="48"/>
                    <a:pt x="19" y="49"/>
                    <a:pt x="20" y="50"/>
                  </a:cubicBezTo>
                  <a:cubicBezTo>
                    <a:pt x="22" y="51"/>
                    <a:pt x="24" y="51"/>
                    <a:pt x="27" y="51"/>
                  </a:cubicBezTo>
                  <a:cubicBezTo>
                    <a:pt x="30" y="51"/>
                    <a:pt x="33" y="50"/>
                    <a:pt x="35" y="49"/>
                  </a:cubicBezTo>
                  <a:cubicBezTo>
                    <a:pt x="37" y="47"/>
                    <a:pt x="39" y="46"/>
                    <a:pt x="40" y="43"/>
                  </a:cubicBezTo>
                  <a:cubicBezTo>
                    <a:pt x="41" y="41"/>
                    <a:pt x="41" y="37"/>
                    <a:pt x="41" y="32"/>
                  </a:cubicBezTo>
                  <a:cubicBezTo>
                    <a:pt x="41" y="12"/>
                    <a:pt x="41" y="12"/>
                    <a:pt x="41" y="12"/>
                  </a:cubicBezTo>
                  <a:cubicBezTo>
                    <a:pt x="41" y="9"/>
                    <a:pt x="41" y="7"/>
                    <a:pt x="40" y="6"/>
                  </a:cubicBezTo>
                  <a:cubicBezTo>
                    <a:pt x="39" y="5"/>
                    <a:pt x="38" y="4"/>
                    <a:pt x="36" y="4"/>
                  </a:cubicBezTo>
                  <a:cubicBezTo>
                    <a:pt x="35" y="4"/>
                    <a:pt x="35" y="4"/>
                    <a:pt x="35" y="4"/>
                  </a:cubicBezTo>
                  <a:close/>
                  <a:moveTo>
                    <a:pt x="69" y="25"/>
                  </a:moveTo>
                  <a:cubicBezTo>
                    <a:pt x="73" y="20"/>
                    <a:pt x="76" y="18"/>
                    <a:pt x="79" y="18"/>
                  </a:cubicBezTo>
                  <a:cubicBezTo>
                    <a:pt x="81" y="18"/>
                    <a:pt x="83" y="18"/>
                    <a:pt x="84" y="19"/>
                  </a:cubicBezTo>
                  <a:cubicBezTo>
                    <a:pt x="85" y="20"/>
                    <a:pt x="87" y="21"/>
                    <a:pt x="87" y="23"/>
                  </a:cubicBezTo>
                  <a:cubicBezTo>
                    <a:pt x="88" y="25"/>
                    <a:pt x="88" y="27"/>
                    <a:pt x="88" y="30"/>
                  </a:cubicBezTo>
                  <a:cubicBezTo>
                    <a:pt x="88" y="45"/>
                    <a:pt x="88" y="45"/>
                    <a:pt x="88" y="45"/>
                  </a:cubicBezTo>
                  <a:cubicBezTo>
                    <a:pt x="88" y="47"/>
                    <a:pt x="88" y="48"/>
                    <a:pt x="89" y="49"/>
                  </a:cubicBezTo>
                  <a:cubicBezTo>
                    <a:pt x="89" y="50"/>
                    <a:pt x="89" y="50"/>
                    <a:pt x="90" y="51"/>
                  </a:cubicBezTo>
                  <a:cubicBezTo>
                    <a:pt x="90" y="51"/>
                    <a:pt x="91" y="51"/>
                    <a:pt x="93" y="51"/>
                  </a:cubicBezTo>
                  <a:cubicBezTo>
                    <a:pt x="93" y="52"/>
                    <a:pt x="93" y="52"/>
                    <a:pt x="93" y="52"/>
                  </a:cubicBezTo>
                  <a:cubicBezTo>
                    <a:pt x="77" y="52"/>
                    <a:pt x="77" y="52"/>
                    <a:pt x="77" y="52"/>
                  </a:cubicBezTo>
                  <a:cubicBezTo>
                    <a:pt x="77" y="51"/>
                    <a:pt x="77" y="51"/>
                    <a:pt x="77" y="51"/>
                  </a:cubicBezTo>
                  <a:cubicBezTo>
                    <a:pt x="78" y="51"/>
                    <a:pt x="78" y="51"/>
                    <a:pt x="78" y="51"/>
                  </a:cubicBezTo>
                  <a:cubicBezTo>
                    <a:pt x="79" y="51"/>
                    <a:pt x="80" y="51"/>
                    <a:pt x="81" y="50"/>
                  </a:cubicBezTo>
                  <a:cubicBezTo>
                    <a:pt x="82" y="50"/>
                    <a:pt x="82" y="49"/>
                    <a:pt x="82" y="48"/>
                  </a:cubicBezTo>
                  <a:cubicBezTo>
                    <a:pt x="82" y="48"/>
                    <a:pt x="82" y="47"/>
                    <a:pt x="82" y="45"/>
                  </a:cubicBezTo>
                  <a:cubicBezTo>
                    <a:pt x="82" y="31"/>
                    <a:pt x="82" y="31"/>
                    <a:pt x="82" y="31"/>
                  </a:cubicBezTo>
                  <a:cubicBezTo>
                    <a:pt x="82" y="27"/>
                    <a:pt x="82" y="25"/>
                    <a:pt x="81" y="24"/>
                  </a:cubicBezTo>
                  <a:cubicBezTo>
                    <a:pt x="80" y="23"/>
                    <a:pt x="79" y="22"/>
                    <a:pt x="77" y="22"/>
                  </a:cubicBezTo>
                  <a:cubicBezTo>
                    <a:pt x="74" y="22"/>
                    <a:pt x="71" y="23"/>
                    <a:pt x="69" y="27"/>
                  </a:cubicBezTo>
                  <a:cubicBezTo>
                    <a:pt x="69" y="45"/>
                    <a:pt x="69" y="45"/>
                    <a:pt x="69" y="45"/>
                  </a:cubicBezTo>
                  <a:cubicBezTo>
                    <a:pt x="69" y="47"/>
                    <a:pt x="69" y="48"/>
                    <a:pt x="69" y="49"/>
                  </a:cubicBezTo>
                  <a:cubicBezTo>
                    <a:pt x="69" y="50"/>
                    <a:pt x="70" y="50"/>
                    <a:pt x="70" y="51"/>
                  </a:cubicBezTo>
                  <a:cubicBezTo>
                    <a:pt x="71" y="51"/>
                    <a:pt x="72" y="51"/>
                    <a:pt x="74" y="51"/>
                  </a:cubicBezTo>
                  <a:cubicBezTo>
                    <a:pt x="74" y="52"/>
                    <a:pt x="74" y="52"/>
                    <a:pt x="74" y="52"/>
                  </a:cubicBezTo>
                  <a:cubicBezTo>
                    <a:pt x="58" y="52"/>
                    <a:pt x="58" y="52"/>
                    <a:pt x="58" y="52"/>
                  </a:cubicBezTo>
                  <a:cubicBezTo>
                    <a:pt x="58" y="51"/>
                    <a:pt x="58" y="51"/>
                    <a:pt x="58" y="51"/>
                  </a:cubicBezTo>
                  <a:cubicBezTo>
                    <a:pt x="59" y="51"/>
                    <a:pt x="59" y="51"/>
                    <a:pt x="59" y="51"/>
                  </a:cubicBezTo>
                  <a:cubicBezTo>
                    <a:pt x="60" y="51"/>
                    <a:pt x="61" y="51"/>
                    <a:pt x="62" y="50"/>
                  </a:cubicBezTo>
                  <a:cubicBezTo>
                    <a:pt x="62" y="49"/>
                    <a:pt x="63" y="47"/>
                    <a:pt x="63" y="45"/>
                  </a:cubicBezTo>
                  <a:cubicBezTo>
                    <a:pt x="63" y="32"/>
                    <a:pt x="63" y="32"/>
                    <a:pt x="63" y="32"/>
                  </a:cubicBezTo>
                  <a:cubicBezTo>
                    <a:pt x="63" y="28"/>
                    <a:pt x="63" y="25"/>
                    <a:pt x="62" y="24"/>
                  </a:cubicBezTo>
                  <a:cubicBezTo>
                    <a:pt x="62" y="23"/>
                    <a:pt x="62" y="23"/>
                    <a:pt x="61" y="22"/>
                  </a:cubicBezTo>
                  <a:cubicBezTo>
                    <a:pt x="61" y="22"/>
                    <a:pt x="61" y="22"/>
                    <a:pt x="60" y="22"/>
                  </a:cubicBezTo>
                  <a:cubicBezTo>
                    <a:pt x="59" y="22"/>
                    <a:pt x="58" y="22"/>
                    <a:pt x="57" y="22"/>
                  </a:cubicBezTo>
                  <a:cubicBezTo>
                    <a:pt x="57" y="21"/>
                    <a:pt x="57" y="21"/>
                    <a:pt x="57" y="21"/>
                  </a:cubicBezTo>
                  <a:cubicBezTo>
                    <a:pt x="67" y="17"/>
                    <a:pt x="67" y="17"/>
                    <a:pt x="67" y="17"/>
                  </a:cubicBezTo>
                  <a:cubicBezTo>
                    <a:pt x="69" y="17"/>
                    <a:pt x="69" y="17"/>
                    <a:pt x="69" y="17"/>
                  </a:cubicBezTo>
                  <a:cubicBezTo>
                    <a:pt x="69" y="25"/>
                    <a:pt x="69" y="25"/>
                    <a:pt x="69" y="25"/>
                  </a:cubicBezTo>
                  <a:close/>
                  <a:moveTo>
                    <a:pt x="108" y="0"/>
                  </a:moveTo>
                  <a:cubicBezTo>
                    <a:pt x="109" y="0"/>
                    <a:pt x="110" y="0"/>
                    <a:pt x="110" y="1"/>
                  </a:cubicBezTo>
                  <a:cubicBezTo>
                    <a:pt x="111" y="2"/>
                    <a:pt x="111" y="3"/>
                    <a:pt x="111" y="4"/>
                  </a:cubicBezTo>
                  <a:cubicBezTo>
                    <a:pt x="111" y="5"/>
                    <a:pt x="111" y="6"/>
                    <a:pt x="110" y="7"/>
                  </a:cubicBezTo>
                  <a:cubicBezTo>
                    <a:pt x="109" y="7"/>
                    <a:pt x="109" y="8"/>
                    <a:pt x="108" y="8"/>
                  </a:cubicBezTo>
                  <a:cubicBezTo>
                    <a:pt x="107" y="8"/>
                    <a:pt x="106" y="7"/>
                    <a:pt x="105" y="7"/>
                  </a:cubicBezTo>
                  <a:cubicBezTo>
                    <a:pt x="105" y="6"/>
                    <a:pt x="104" y="5"/>
                    <a:pt x="104" y="4"/>
                  </a:cubicBezTo>
                  <a:cubicBezTo>
                    <a:pt x="104" y="3"/>
                    <a:pt x="105" y="2"/>
                    <a:pt x="105" y="1"/>
                  </a:cubicBezTo>
                  <a:cubicBezTo>
                    <a:pt x="106" y="0"/>
                    <a:pt x="107" y="0"/>
                    <a:pt x="108" y="0"/>
                  </a:cubicBezTo>
                  <a:close/>
                  <a:moveTo>
                    <a:pt x="111" y="18"/>
                  </a:moveTo>
                  <a:cubicBezTo>
                    <a:pt x="111" y="45"/>
                    <a:pt x="111" y="45"/>
                    <a:pt x="111" y="45"/>
                  </a:cubicBezTo>
                  <a:cubicBezTo>
                    <a:pt x="111" y="47"/>
                    <a:pt x="111" y="49"/>
                    <a:pt x="111" y="49"/>
                  </a:cubicBezTo>
                  <a:cubicBezTo>
                    <a:pt x="111" y="50"/>
                    <a:pt x="112" y="51"/>
                    <a:pt x="112" y="51"/>
                  </a:cubicBezTo>
                  <a:cubicBezTo>
                    <a:pt x="113" y="51"/>
                    <a:pt x="114" y="51"/>
                    <a:pt x="115" y="51"/>
                  </a:cubicBezTo>
                  <a:cubicBezTo>
                    <a:pt x="115" y="53"/>
                    <a:pt x="115" y="53"/>
                    <a:pt x="115" y="53"/>
                  </a:cubicBezTo>
                  <a:cubicBezTo>
                    <a:pt x="99" y="53"/>
                    <a:pt x="99" y="53"/>
                    <a:pt x="99" y="53"/>
                  </a:cubicBezTo>
                  <a:cubicBezTo>
                    <a:pt x="99" y="51"/>
                    <a:pt x="99" y="51"/>
                    <a:pt x="99" y="51"/>
                  </a:cubicBezTo>
                  <a:cubicBezTo>
                    <a:pt x="101" y="51"/>
                    <a:pt x="102" y="51"/>
                    <a:pt x="103" y="51"/>
                  </a:cubicBezTo>
                  <a:cubicBezTo>
                    <a:pt x="103" y="51"/>
                    <a:pt x="103" y="50"/>
                    <a:pt x="104" y="49"/>
                  </a:cubicBezTo>
                  <a:cubicBezTo>
                    <a:pt x="104" y="49"/>
                    <a:pt x="104" y="47"/>
                    <a:pt x="104" y="45"/>
                  </a:cubicBezTo>
                  <a:cubicBezTo>
                    <a:pt x="104" y="32"/>
                    <a:pt x="104" y="32"/>
                    <a:pt x="104" y="32"/>
                  </a:cubicBezTo>
                  <a:cubicBezTo>
                    <a:pt x="104" y="28"/>
                    <a:pt x="104" y="26"/>
                    <a:pt x="104" y="25"/>
                  </a:cubicBezTo>
                  <a:cubicBezTo>
                    <a:pt x="104" y="24"/>
                    <a:pt x="103" y="23"/>
                    <a:pt x="103" y="23"/>
                  </a:cubicBezTo>
                  <a:cubicBezTo>
                    <a:pt x="103" y="23"/>
                    <a:pt x="102" y="23"/>
                    <a:pt x="101" y="23"/>
                  </a:cubicBezTo>
                  <a:cubicBezTo>
                    <a:pt x="101" y="23"/>
                    <a:pt x="100" y="23"/>
                    <a:pt x="99" y="23"/>
                  </a:cubicBezTo>
                  <a:cubicBezTo>
                    <a:pt x="99" y="22"/>
                    <a:pt x="99" y="22"/>
                    <a:pt x="99" y="22"/>
                  </a:cubicBezTo>
                  <a:cubicBezTo>
                    <a:pt x="109" y="18"/>
                    <a:pt x="109" y="18"/>
                    <a:pt x="109" y="18"/>
                  </a:cubicBezTo>
                  <a:cubicBezTo>
                    <a:pt x="111" y="18"/>
                    <a:pt x="111" y="18"/>
                    <a:pt x="111" y="18"/>
                  </a:cubicBezTo>
                  <a:close/>
                  <a:moveTo>
                    <a:pt x="122" y="19"/>
                  </a:moveTo>
                  <a:cubicBezTo>
                    <a:pt x="137" y="19"/>
                    <a:pt x="137" y="19"/>
                    <a:pt x="137" y="19"/>
                  </a:cubicBezTo>
                  <a:cubicBezTo>
                    <a:pt x="137" y="20"/>
                    <a:pt x="137" y="20"/>
                    <a:pt x="137" y="20"/>
                  </a:cubicBezTo>
                  <a:cubicBezTo>
                    <a:pt x="136" y="20"/>
                    <a:pt x="136" y="20"/>
                    <a:pt x="136" y="20"/>
                  </a:cubicBezTo>
                  <a:cubicBezTo>
                    <a:pt x="135" y="20"/>
                    <a:pt x="134" y="20"/>
                    <a:pt x="134" y="21"/>
                  </a:cubicBezTo>
                  <a:cubicBezTo>
                    <a:pt x="133" y="21"/>
                    <a:pt x="133" y="22"/>
                    <a:pt x="133" y="23"/>
                  </a:cubicBezTo>
                  <a:cubicBezTo>
                    <a:pt x="133" y="23"/>
                    <a:pt x="133" y="25"/>
                    <a:pt x="134" y="26"/>
                  </a:cubicBezTo>
                  <a:cubicBezTo>
                    <a:pt x="141" y="45"/>
                    <a:pt x="141" y="45"/>
                    <a:pt x="141" y="45"/>
                  </a:cubicBezTo>
                  <a:cubicBezTo>
                    <a:pt x="149" y="25"/>
                    <a:pt x="149" y="25"/>
                    <a:pt x="149" y="25"/>
                  </a:cubicBezTo>
                  <a:cubicBezTo>
                    <a:pt x="149" y="24"/>
                    <a:pt x="150" y="23"/>
                    <a:pt x="150" y="22"/>
                  </a:cubicBezTo>
                  <a:cubicBezTo>
                    <a:pt x="150" y="21"/>
                    <a:pt x="150" y="21"/>
                    <a:pt x="149" y="21"/>
                  </a:cubicBezTo>
                  <a:cubicBezTo>
                    <a:pt x="149" y="21"/>
                    <a:pt x="149" y="20"/>
                    <a:pt x="149" y="20"/>
                  </a:cubicBezTo>
                  <a:cubicBezTo>
                    <a:pt x="148" y="20"/>
                    <a:pt x="147" y="20"/>
                    <a:pt x="146" y="20"/>
                  </a:cubicBezTo>
                  <a:cubicBezTo>
                    <a:pt x="146" y="19"/>
                    <a:pt x="146" y="19"/>
                    <a:pt x="146" y="19"/>
                  </a:cubicBezTo>
                  <a:cubicBezTo>
                    <a:pt x="157" y="19"/>
                    <a:pt x="157" y="19"/>
                    <a:pt x="157" y="19"/>
                  </a:cubicBezTo>
                  <a:cubicBezTo>
                    <a:pt x="157" y="20"/>
                    <a:pt x="157" y="20"/>
                    <a:pt x="157" y="20"/>
                  </a:cubicBezTo>
                  <a:cubicBezTo>
                    <a:pt x="156" y="20"/>
                    <a:pt x="155" y="20"/>
                    <a:pt x="155" y="21"/>
                  </a:cubicBezTo>
                  <a:cubicBezTo>
                    <a:pt x="154" y="21"/>
                    <a:pt x="153" y="23"/>
                    <a:pt x="152" y="24"/>
                  </a:cubicBezTo>
                  <a:cubicBezTo>
                    <a:pt x="141" y="53"/>
                    <a:pt x="141" y="53"/>
                    <a:pt x="141" y="53"/>
                  </a:cubicBezTo>
                  <a:cubicBezTo>
                    <a:pt x="139" y="53"/>
                    <a:pt x="139" y="53"/>
                    <a:pt x="139" y="53"/>
                  </a:cubicBezTo>
                  <a:cubicBezTo>
                    <a:pt x="127" y="25"/>
                    <a:pt x="127" y="25"/>
                    <a:pt x="127" y="25"/>
                  </a:cubicBezTo>
                  <a:cubicBezTo>
                    <a:pt x="127" y="23"/>
                    <a:pt x="126" y="22"/>
                    <a:pt x="126" y="22"/>
                  </a:cubicBezTo>
                  <a:cubicBezTo>
                    <a:pt x="125" y="21"/>
                    <a:pt x="125" y="21"/>
                    <a:pt x="124" y="20"/>
                  </a:cubicBezTo>
                  <a:cubicBezTo>
                    <a:pt x="123" y="20"/>
                    <a:pt x="123" y="20"/>
                    <a:pt x="121" y="19"/>
                  </a:cubicBezTo>
                  <a:cubicBezTo>
                    <a:pt x="122" y="19"/>
                    <a:pt x="122" y="19"/>
                    <a:pt x="122" y="19"/>
                  </a:cubicBezTo>
                  <a:close/>
                  <a:moveTo>
                    <a:pt x="169" y="31"/>
                  </a:moveTo>
                  <a:cubicBezTo>
                    <a:pt x="169" y="37"/>
                    <a:pt x="170" y="40"/>
                    <a:pt x="173" y="43"/>
                  </a:cubicBezTo>
                  <a:cubicBezTo>
                    <a:pt x="175" y="46"/>
                    <a:pt x="178" y="48"/>
                    <a:pt x="181" y="48"/>
                  </a:cubicBezTo>
                  <a:cubicBezTo>
                    <a:pt x="183" y="48"/>
                    <a:pt x="185" y="47"/>
                    <a:pt x="187" y="46"/>
                  </a:cubicBezTo>
                  <a:cubicBezTo>
                    <a:pt x="188" y="45"/>
                    <a:pt x="189" y="43"/>
                    <a:pt x="191" y="39"/>
                  </a:cubicBezTo>
                  <a:cubicBezTo>
                    <a:pt x="192" y="40"/>
                    <a:pt x="192" y="40"/>
                    <a:pt x="192" y="40"/>
                  </a:cubicBezTo>
                  <a:cubicBezTo>
                    <a:pt x="191" y="43"/>
                    <a:pt x="190" y="47"/>
                    <a:pt x="187" y="49"/>
                  </a:cubicBezTo>
                  <a:cubicBezTo>
                    <a:pt x="185" y="52"/>
                    <a:pt x="182" y="53"/>
                    <a:pt x="178" y="53"/>
                  </a:cubicBezTo>
                  <a:cubicBezTo>
                    <a:pt x="174" y="53"/>
                    <a:pt x="171" y="52"/>
                    <a:pt x="168" y="49"/>
                  </a:cubicBezTo>
                  <a:cubicBezTo>
                    <a:pt x="165" y="45"/>
                    <a:pt x="164" y="41"/>
                    <a:pt x="164" y="36"/>
                  </a:cubicBezTo>
                  <a:cubicBezTo>
                    <a:pt x="164" y="30"/>
                    <a:pt x="166" y="25"/>
                    <a:pt x="169" y="22"/>
                  </a:cubicBezTo>
                  <a:cubicBezTo>
                    <a:pt x="171" y="19"/>
                    <a:pt x="175" y="17"/>
                    <a:pt x="179" y="17"/>
                  </a:cubicBezTo>
                  <a:cubicBezTo>
                    <a:pt x="183" y="17"/>
                    <a:pt x="186" y="19"/>
                    <a:pt x="189" y="21"/>
                  </a:cubicBezTo>
                  <a:cubicBezTo>
                    <a:pt x="191" y="23"/>
                    <a:pt x="192" y="27"/>
                    <a:pt x="192" y="31"/>
                  </a:cubicBezTo>
                  <a:cubicBezTo>
                    <a:pt x="169" y="31"/>
                    <a:pt x="169" y="31"/>
                    <a:pt x="169" y="31"/>
                  </a:cubicBezTo>
                  <a:close/>
                  <a:moveTo>
                    <a:pt x="169" y="29"/>
                  </a:moveTo>
                  <a:cubicBezTo>
                    <a:pt x="184" y="29"/>
                    <a:pt x="184" y="29"/>
                    <a:pt x="184" y="29"/>
                  </a:cubicBezTo>
                  <a:cubicBezTo>
                    <a:pt x="184" y="27"/>
                    <a:pt x="184" y="26"/>
                    <a:pt x="183" y="25"/>
                  </a:cubicBezTo>
                  <a:cubicBezTo>
                    <a:pt x="183" y="24"/>
                    <a:pt x="182" y="23"/>
                    <a:pt x="181" y="22"/>
                  </a:cubicBezTo>
                  <a:cubicBezTo>
                    <a:pt x="179" y="21"/>
                    <a:pt x="178" y="21"/>
                    <a:pt x="177" y="21"/>
                  </a:cubicBezTo>
                  <a:cubicBezTo>
                    <a:pt x="175" y="21"/>
                    <a:pt x="173" y="21"/>
                    <a:pt x="172" y="23"/>
                  </a:cubicBezTo>
                  <a:cubicBezTo>
                    <a:pt x="170" y="24"/>
                    <a:pt x="169" y="27"/>
                    <a:pt x="169" y="29"/>
                  </a:cubicBezTo>
                  <a:close/>
                  <a:moveTo>
                    <a:pt x="209" y="18"/>
                  </a:moveTo>
                  <a:cubicBezTo>
                    <a:pt x="209" y="25"/>
                    <a:pt x="209" y="25"/>
                    <a:pt x="209" y="25"/>
                  </a:cubicBezTo>
                  <a:cubicBezTo>
                    <a:pt x="212" y="20"/>
                    <a:pt x="215" y="18"/>
                    <a:pt x="218" y="18"/>
                  </a:cubicBezTo>
                  <a:cubicBezTo>
                    <a:pt x="219" y="18"/>
                    <a:pt x="220" y="18"/>
                    <a:pt x="221" y="19"/>
                  </a:cubicBezTo>
                  <a:cubicBezTo>
                    <a:pt x="222" y="20"/>
                    <a:pt x="222" y="21"/>
                    <a:pt x="222" y="22"/>
                  </a:cubicBezTo>
                  <a:cubicBezTo>
                    <a:pt x="222" y="23"/>
                    <a:pt x="222" y="23"/>
                    <a:pt x="221" y="24"/>
                  </a:cubicBezTo>
                  <a:cubicBezTo>
                    <a:pt x="221" y="25"/>
                    <a:pt x="220" y="25"/>
                    <a:pt x="219" y="25"/>
                  </a:cubicBezTo>
                  <a:cubicBezTo>
                    <a:pt x="218" y="25"/>
                    <a:pt x="217" y="25"/>
                    <a:pt x="216" y="24"/>
                  </a:cubicBezTo>
                  <a:cubicBezTo>
                    <a:pt x="215" y="23"/>
                    <a:pt x="214" y="23"/>
                    <a:pt x="214" y="23"/>
                  </a:cubicBezTo>
                  <a:cubicBezTo>
                    <a:pt x="213" y="23"/>
                    <a:pt x="213" y="23"/>
                    <a:pt x="213" y="24"/>
                  </a:cubicBezTo>
                  <a:cubicBezTo>
                    <a:pt x="211" y="25"/>
                    <a:pt x="211" y="27"/>
                    <a:pt x="209" y="29"/>
                  </a:cubicBezTo>
                  <a:cubicBezTo>
                    <a:pt x="209" y="45"/>
                    <a:pt x="209" y="45"/>
                    <a:pt x="209" y="45"/>
                  </a:cubicBezTo>
                  <a:cubicBezTo>
                    <a:pt x="209" y="47"/>
                    <a:pt x="210" y="49"/>
                    <a:pt x="210" y="50"/>
                  </a:cubicBezTo>
                  <a:cubicBezTo>
                    <a:pt x="211" y="51"/>
                    <a:pt x="211" y="51"/>
                    <a:pt x="212" y="51"/>
                  </a:cubicBezTo>
                  <a:cubicBezTo>
                    <a:pt x="213" y="52"/>
                    <a:pt x="214" y="52"/>
                    <a:pt x="215" y="52"/>
                  </a:cubicBezTo>
                  <a:cubicBezTo>
                    <a:pt x="215" y="53"/>
                    <a:pt x="215" y="53"/>
                    <a:pt x="215" y="53"/>
                  </a:cubicBezTo>
                  <a:cubicBezTo>
                    <a:pt x="198" y="53"/>
                    <a:pt x="198" y="53"/>
                    <a:pt x="198" y="53"/>
                  </a:cubicBezTo>
                  <a:cubicBezTo>
                    <a:pt x="198" y="52"/>
                    <a:pt x="198" y="52"/>
                    <a:pt x="198" y="52"/>
                  </a:cubicBezTo>
                  <a:cubicBezTo>
                    <a:pt x="200" y="52"/>
                    <a:pt x="201" y="52"/>
                    <a:pt x="202" y="51"/>
                  </a:cubicBezTo>
                  <a:cubicBezTo>
                    <a:pt x="202" y="51"/>
                    <a:pt x="203" y="50"/>
                    <a:pt x="203" y="49"/>
                  </a:cubicBezTo>
                  <a:cubicBezTo>
                    <a:pt x="203" y="49"/>
                    <a:pt x="203" y="48"/>
                    <a:pt x="203" y="46"/>
                  </a:cubicBezTo>
                  <a:cubicBezTo>
                    <a:pt x="203" y="33"/>
                    <a:pt x="203" y="33"/>
                    <a:pt x="203" y="33"/>
                  </a:cubicBezTo>
                  <a:cubicBezTo>
                    <a:pt x="203" y="29"/>
                    <a:pt x="203" y="26"/>
                    <a:pt x="203" y="25"/>
                  </a:cubicBezTo>
                  <a:cubicBezTo>
                    <a:pt x="203" y="25"/>
                    <a:pt x="202" y="24"/>
                    <a:pt x="202" y="24"/>
                  </a:cubicBezTo>
                  <a:cubicBezTo>
                    <a:pt x="201" y="23"/>
                    <a:pt x="201" y="23"/>
                    <a:pt x="200" y="23"/>
                  </a:cubicBezTo>
                  <a:cubicBezTo>
                    <a:pt x="199" y="23"/>
                    <a:pt x="199" y="23"/>
                    <a:pt x="198" y="24"/>
                  </a:cubicBezTo>
                  <a:cubicBezTo>
                    <a:pt x="197" y="23"/>
                    <a:pt x="197" y="23"/>
                    <a:pt x="197" y="23"/>
                  </a:cubicBezTo>
                  <a:cubicBezTo>
                    <a:pt x="207" y="19"/>
                    <a:pt x="207" y="19"/>
                    <a:pt x="207" y="19"/>
                  </a:cubicBezTo>
                  <a:cubicBezTo>
                    <a:pt x="209" y="19"/>
                    <a:pt x="209" y="19"/>
                    <a:pt x="209" y="19"/>
                  </a:cubicBezTo>
                  <a:cubicBezTo>
                    <a:pt x="209" y="18"/>
                    <a:pt x="209" y="18"/>
                    <a:pt x="209" y="18"/>
                  </a:cubicBezTo>
                  <a:close/>
                  <a:moveTo>
                    <a:pt x="249" y="18"/>
                  </a:moveTo>
                  <a:cubicBezTo>
                    <a:pt x="249" y="29"/>
                    <a:pt x="249" y="29"/>
                    <a:pt x="249" y="29"/>
                  </a:cubicBezTo>
                  <a:cubicBezTo>
                    <a:pt x="247" y="29"/>
                    <a:pt x="247" y="29"/>
                    <a:pt x="247" y="29"/>
                  </a:cubicBezTo>
                  <a:cubicBezTo>
                    <a:pt x="247" y="26"/>
                    <a:pt x="245" y="23"/>
                    <a:pt x="244" y="22"/>
                  </a:cubicBezTo>
                  <a:cubicBezTo>
                    <a:pt x="242" y="21"/>
                    <a:pt x="241" y="20"/>
                    <a:pt x="238" y="20"/>
                  </a:cubicBezTo>
                  <a:cubicBezTo>
                    <a:pt x="237" y="20"/>
                    <a:pt x="235" y="20"/>
                    <a:pt x="234" y="21"/>
                  </a:cubicBezTo>
                  <a:cubicBezTo>
                    <a:pt x="233" y="22"/>
                    <a:pt x="233" y="23"/>
                    <a:pt x="233" y="24"/>
                  </a:cubicBezTo>
                  <a:cubicBezTo>
                    <a:pt x="233" y="25"/>
                    <a:pt x="233" y="27"/>
                    <a:pt x="234" y="28"/>
                  </a:cubicBezTo>
                  <a:cubicBezTo>
                    <a:pt x="235" y="29"/>
                    <a:pt x="236" y="30"/>
                    <a:pt x="238" y="31"/>
                  </a:cubicBezTo>
                  <a:cubicBezTo>
                    <a:pt x="243" y="34"/>
                    <a:pt x="243" y="34"/>
                    <a:pt x="243" y="34"/>
                  </a:cubicBezTo>
                  <a:cubicBezTo>
                    <a:pt x="248" y="36"/>
                    <a:pt x="251" y="39"/>
                    <a:pt x="251" y="43"/>
                  </a:cubicBezTo>
                  <a:cubicBezTo>
                    <a:pt x="251" y="47"/>
                    <a:pt x="249" y="49"/>
                    <a:pt x="247" y="51"/>
                  </a:cubicBezTo>
                  <a:cubicBezTo>
                    <a:pt x="245" y="53"/>
                    <a:pt x="243" y="54"/>
                    <a:pt x="240" y="54"/>
                  </a:cubicBezTo>
                  <a:cubicBezTo>
                    <a:pt x="238" y="54"/>
                    <a:pt x="235" y="53"/>
                    <a:pt x="233" y="53"/>
                  </a:cubicBezTo>
                  <a:cubicBezTo>
                    <a:pt x="232" y="52"/>
                    <a:pt x="231" y="52"/>
                    <a:pt x="231" y="52"/>
                  </a:cubicBezTo>
                  <a:cubicBezTo>
                    <a:pt x="231" y="52"/>
                    <a:pt x="230" y="53"/>
                    <a:pt x="230" y="53"/>
                  </a:cubicBezTo>
                  <a:cubicBezTo>
                    <a:pt x="229" y="53"/>
                    <a:pt x="229" y="53"/>
                    <a:pt x="229" y="53"/>
                  </a:cubicBezTo>
                  <a:cubicBezTo>
                    <a:pt x="229" y="41"/>
                    <a:pt x="229" y="41"/>
                    <a:pt x="229" y="41"/>
                  </a:cubicBezTo>
                  <a:cubicBezTo>
                    <a:pt x="230" y="41"/>
                    <a:pt x="230" y="41"/>
                    <a:pt x="230" y="41"/>
                  </a:cubicBezTo>
                  <a:cubicBezTo>
                    <a:pt x="231" y="45"/>
                    <a:pt x="232" y="47"/>
                    <a:pt x="234" y="49"/>
                  </a:cubicBezTo>
                  <a:cubicBezTo>
                    <a:pt x="236" y="51"/>
                    <a:pt x="238" y="52"/>
                    <a:pt x="240" y="52"/>
                  </a:cubicBezTo>
                  <a:cubicBezTo>
                    <a:pt x="242" y="52"/>
                    <a:pt x="243" y="51"/>
                    <a:pt x="244" y="50"/>
                  </a:cubicBezTo>
                  <a:cubicBezTo>
                    <a:pt x="245" y="49"/>
                    <a:pt x="246" y="48"/>
                    <a:pt x="246" y="47"/>
                  </a:cubicBezTo>
                  <a:cubicBezTo>
                    <a:pt x="246" y="45"/>
                    <a:pt x="245" y="43"/>
                    <a:pt x="244" y="42"/>
                  </a:cubicBezTo>
                  <a:cubicBezTo>
                    <a:pt x="243" y="41"/>
                    <a:pt x="241" y="39"/>
                    <a:pt x="237" y="38"/>
                  </a:cubicBezTo>
                  <a:cubicBezTo>
                    <a:pt x="234" y="36"/>
                    <a:pt x="232" y="35"/>
                    <a:pt x="231" y="33"/>
                  </a:cubicBezTo>
                  <a:cubicBezTo>
                    <a:pt x="229" y="31"/>
                    <a:pt x="229" y="30"/>
                    <a:pt x="229" y="28"/>
                  </a:cubicBezTo>
                  <a:cubicBezTo>
                    <a:pt x="229" y="25"/>
                    <a:pt x="230" y="23"/>
                    <a:pt x="232" y="21"/>
                  </a:cubicBezTo>
                  <a:cubicBezTo>
                    <a:pt x="234" y="19"/>
                    <a:pt x="236" y="18"/>
                    <a:pt x="239" y="18"/>
                  </a:cubicBezTo>
                  <a:cubicBezTo>
                    <a:pt x="240" y="18"/>
                    <a:pt x="242" y="18"/>
                    <a:pt x="244" y="19"/>
                  </a:cubicBezTo>
                  <a:cubicBezTo>
                    <a:pt x="245" y="19"/>
                    <a:pt x="246" y="19"/>
                    <a:pt x="246" y="19"/>
                  </a:cubicBezTo>
                  <a:cubicBezTo>
                    <a:pt x="247" y="19"/>
                    <a:pt x="247" y="19"/>
                    <a:pt x="247" y="19"/>
                  </a:cubicBezTo>
                  <a:cubicBezTo>
                    <a:pt x="247" y="19"/>
                    <a:pt x="247" y="18"/>
                    <a:pt x="248" y="17"/>
                  </a:cubicBezTo>
                  <a:cubicBezTo>
                    <a:pt x="249" y="18"/>
                    <a:pt x="249" y="18"/>
                    <a:pt x="249" y="18"/>
                  </a:cubicBezTo>
                  <a:close/>
                  <a:moveTo>
                    <a:pt x="268" y="0"/>
                  </a:moveTo>
                  <a:cubicBezTo>
                    <a:pt x="269" y="0"/>
                    <a:pt x="270" y="0"/>
                    <a:pt x="271" y="1"/>
                  </a:cubicBezTo>
                  <a:cubicBezTo>
                    <a:pt x="271" y="2"/>
                    <a:pt x="272" y="3"/>
                    <a:pt x="272" y="4"/>
                  </a:cubicBezTo>
                  <a:cubicBezTo>
                    <a:pt x="272" y="5"/>
                    <a:pt x="271" y="6"/>
                    <a:pt x="271" y="7"/>
                  </a:cubicBezTo>
                  <a:cubicBezTo>
                    <a:pt x="270" y="7"/>
                    <a:pt x="269" y="8"/>
                    <a:pt x="268" y="8"/>
                  </a:cubicBezTo>
                  <a:cubicBezTo>
                    <a:pt x="267" y="8"/>
                    <a:pt x="266" y="7"/>
                    <a:pt x="266" y="7"/>
                  </a:cubicBezTo>
                  <a:cubicBezTo>
                    <a:pt x="265" y="6"/>
                    <a:pt x="265" y="5"/>
                    <a:pt x="265" y="4"/>
                  </a:cubicBezTo>
                  <a:cubicBezTo>
                    <a:pt x="265" y="3"/>
                    <a:pt x="265" y="2"/>
                    <a:pt x="266" y="1"/>
                  </a:cubicBezTo>
                  <a:cubicBezTo>
                    <a:pt x="266" y="0"/>
                    <a:pt x="267" y="0"/>
                    <a:pt x="268" y="0"/>
                  </a:cubicBezTo>
                  <a:close/>
                  <a:moveTo>
                    <a:pt x="271" y="18"/>
                  </a:moveTo>
                  <a:cubicBezTo>
                    <a:pt x="271" y="45"/>
                    <a:pt x="271" y="45"/>
                    <a:pt x="271" y="45"/>
                  </a:cubicBezTo>
                  <a:cubicBezTo>
                    <a:pt x="271" y="47"/>
                    <a:pt x="271" y="49"/>
                    <a:pt x="271" y="49"/>
                  </a:cubicBezTo>
                  <a:cubicBezTo>
                    <a:pt x="272" y="50"/>
                    <a:pt x="272" y="51"/>
                    <a:pt x="273" y="51"/>
                  </a:cubicBezTo>
                  <a:cubicBezTo>
                    <a:pt x="273" y="51"/>
                    <a:pt x="274" y="51"/>
                    <a:pt x="276" y="51"/>
                  </a:cubicBezTo>
                  <a:cubicBezTo>
                    <a:pt x="276" y="53"/>
                    <a:pt x="276" y="53"/>
                    <a:pt x="276" y="53"/>
                  </a:cubicBezTo>
                  <a:cubicBezTo>
                    <a:pt x="260" y="53"/>
                    <a:pt x="260" y="53"/>
                    <a:pt x="260" y="53"/>
                  </a:cubicBezTo>
                  <a:cubicBezTo>
                    <a:pt x="260" y="51"/>
                    <a:pt x="260" y="51"/>
                    <a:pt x="260" y="51"/>
                  </a:cubicBezTo>
                  <a:cubicBezTo>
                    <a:pt x="261" y="51"/>
                    <a:pt x="263" y="51"/>
                    <a:pt x="263" y="51"/>
                  </a:cubicBezTo>
                  <a:cubicBezTo>
                    <a:pt x="263" y="51"/>
                    <a:pt x="264" y="50"/>
                    <a:pt x="264" y="49"/>
                  </a:cubicBezTo>
                  <a:cubicBezTo>
                    <a:pt x="265" y="49"/>
                    <a:pt x="265" y="47"/>
                    <a:pt x="265" y="45"/>
                  </a:cubicBezTo>
                  <a:cubicBezTo>
                    <a:pt x="265" y="32"/>
                    <a:pt x="265" y="32"/>
                    <a:pt x="265" y="32"/>
                  </a:cubicBezTo>
                  <a:cubicBezTo>
                    <a:pt x="265" y="28"/>
                    <a:pt x="265" y="26"/>
                    <a:pt x="264" y="25"/>
                  </a:cubicBezTo>
                  <a:cubicBezTo>
                    <a:pt x="264" y="24"/>
                    <a:pt x="264" y="23"/>
                    <a:pt x="263" y="23"/>
                  </a:cubicBezTo>
                  <a:cubicBezTo>
                    <a:pt x="263" y="23"/>
                    <a:pt x="263" y="23"/>
                    <a:pt x="262" y="23"/>
                  </a:cubicBezTo>
                  <a:cubicBezTo>
                    <a:pt x="261" y="23"/>
                    <a:pt x="260" y="23"/>
                    <a:pt x="259" y="23"/>
                  </a:cubicBezTo>
                  <a:cubicBezTo>
                    <a:pt x="259" y="22"/>
                    <a:pt x="259" y="22"/>
                    <a:pt x="259" y="22"/>
                  </a:cubicBezTo>
                  <a:cubicBezTo>
                    <a:pt x="269" y="18"/>
                    <a:pt x="269" y="18"/>
                    <a:pt x="269" y="18"/>
                  </a:cubicBezTo>
                  <a:cubicBezTo>
                    <a:pt x="271" y="18"/>
                    <a:pt x="271" y="18"/>
                    <a:pt x="271" y="18"/>
                  </a:cubicBezTo>
                  <a:close/>
                  <a:moveTo>
                    <a:pt x="293" y="7"/>
                  </a:moveTo>
                  <a:cubicBezTo>
                    <a:pt x="293" y="19"/>
                    <a:pt x="293" y="19"/>
                    <a:pt x="293" y="19"/>
                  </a:cubicBezTo>
                  <a:cubicBezTo>
                    <a:pt x="301" y="19"/>
                    <a:pt x="301" y="19"/>
                    <a:pt x="301" y="19"/>
                  </a:cubicBezTo>
                  <a:cubicBezTo>
                    <a:pt x="301" y="21"/>
                    <a:pt x="301" y="21"/>
                    <a:pt x="301" y="21"/>
                  </a:cubicBezTo>
                  <a:cubicBezTo>
                    <a:pt x="293" y="21"/>
                    <a:pt x="293" y="21"/>
                    <a:pt x="293" y="21"/>
                  </a:cubicBezTo>
                  <a:cubicBezTo>
                    <a:pt x="293" y="43"/>
                    <a:pt x="293" y="43"/>
                    <a:pt x="293" y="43"/>
                  </a:cubicBezTo>
                  <a:cubicBezTo>
                    <a:pt x="293" y="45"/>
                    <a:pt x="294" y="47"/>
                    <a:pt x="294" y="48"/>
                  </a:cubicBezTo>
                  <a:cubicBezTo>
                    <a:pt x="295" y="49"/>
                    <a:pt x="295" y="49"/>
                    <a:pt x="297" y="49"/>
                  </a:cubicBezTo>
                  <a:cubicBezTo>
                    <a:pt x="297" y="49"/>
                    <a:pt x="298" y="49"/>
                    <a:pt x="299" y="48"/>
                  </a:cubicBezTo>
                  <a:cubicBezTo>
                    <a:pt x="300" y="48"/>
                    <a:pt x="300" y="47"/>
                    <a:pt x="301" y="46"/>
                  </a:cubicBezTo>
                  <a:cubicBezTo>
                    <a:pt x="302" y="46"/>
                    <a:pt x="302" y="46"/>
                    <a:pt x="302" y="46"/>
                  </a:cubicBezTo>
                  <a:cubicBezTo>
                    <a:pt x="301" y="48"/>
                    <a:pt x="300" y="50"/>
                    <a:pt x="298" y="51"/>
                  </a:cubicBezTo>
                  <a:cubicBezTo>
                    <a:pt x="297" y="53"/>
                    <a:pt x="295" y="53"/>
                    <a:pt x="293" y="53"/>
                  </a:cubicBezTo>
                  <a:cubicBezTo>
                    <a:pt x="292" y="53"/>
                    <a:pt x="291" y="53"/>
                    <a:pt x="290" y="53"/>
                  </a:cubicBezTo>
                  <a:cubicBezTo>
                    <a:pt x="289" y="52"/>
                    <a:pt x="288" y="51"/>
                    <a:pt x="288" y="50"/>
                  </a:cubicBezTo>
                  <a:cubicBezTo>
                    <a:pt x="287" y="49"/>
                    <a:pt x="287" y="47"/>
                    <a:pt x="287" y="44"/>
                  </a:cubicBezTo>
                  <a:cubicBezTo>
                    <a:pt x="287" y="21"/>
                    <a:pt x="287" y="21"/>
                    <a:pt x="287" y="21"/>
                  </a:cubicBezTo>
                  <a:cubicBezTo>
                    <a:pt x="282" y="21"/>
                    <a:pt x="282" y="21"/>
                    <a:pt x="282" y="21"/>
                  </a:cubicBezTo>
                  <a:cubicBezTo>
                    <a:pt x="282" y="20"/>
                    <a:pt x="282" y="20"/>
                    <a:pt x="282" y="20"/>
                  </a:cubicBezTo>
                  <a:cubicBezTo>
                    <a:pt x="283" y="20"/>
                    <a:pt x="285" y="19"/>
                    <a:pt x="286" y="17"/>
                  </a:cubicBezTo>
                  <a:cubicBezTo>
                    <a:pt x="287" y="16"/>
                    <a:pt x="288" y="15"/>
                    <a:pt x="289" y="13"/>
                  </a:cubicBezTo>
                  <a:cubicBezTo>
                    <a:pt x="290" y="12"/>
                    <a:pt x="291" y="10"/>
                    <a:pt x="292" y="7"/>
                  </a:cubicBezTo>
                  <a:cubicBezTo>
                    <a:pt x="293" y="7"/>
                    <a:pt x="293" y="7"/>
                    <a:pt x="293" y="7"/>
                  </a:cubicBezTo>
                  <a:close/>
                  <a:moveTo>
                    <a:pt x="306" y="19"/>
                  </a:moveTo>
                  <a:cubicBezTo>
                    <a:pt x="321" y="19"/>
                    <a:pt x="321" y="19"/>
                    <a:pt x="321" y="19"/>
                  </a:cubicBezTo>
                  <a:cubicBezTo>
                    <a:pt x="321" y="20"/>
                    <a:pt x="321" y="20"/>
                    <a:pt x="321" y="20"/>
                  </a:cubicBezTo>
                  <a:cubicBezTo>
                    <a:pt x="320" y="20"/>
                    <a:pt x="320" y="20"/>
                    <a:pt x="320" y="20"/>
                  </a:cubicBezTo>
                  <a:cubicBezTo>
                    <a:pt x="319" y="20"/>
                    <a:pt x="318" y="20"/>
                    <a:pt x="318" y="21"/>
                  </a:cubicBezTo>
                  <a:cubicBezTo>
                    <a:pt x="317" y="21"/>
                    <a:pt x="317" y="22"/>
                    <a:pt x="317" y="22"/>
                  </a:cubicBezTo>
                  <a:cubicBezTo>
                    <a:pt x="317" y="23"/>
                    <a:pt x="317" y="25"/>
                    <a:pt x="318" y="26"/>
                  </a:cubicBezTo>
                  <a:cubicBezTo>
                    <a:pt x="326" y="43"/>
                    <a:pt x="326" y="43"/>
                    <a:pt x="326" y="43"/>
                  </a:cubicBezTo>
                  <a:cubicBezTo>
                    <a:pt x="333" y="25"/>
                    <a:pt x="333" y="25"/>
                    <a:pt x="333" y="25"/>
                  </a:cubicBezTo>
                  <a:cubicBezTo>
                    <a:pt x="334" y="23"/>
                    <a:pt x="334" y="23"/>
                    <a:pt x="334" y="21"/>
                  </a:cubicBezTo>
                  <a:cubicBezTo>
                    <a:pt x="334" y="21"/>
                    <a:pt x="334" y="21"/>
                    <a:pt x="333" y="20"/>
                  </a:cubicBezTo>
                  <a:cubicBezTo>
                    <a:pt x="333" y="20"/>
                    <a:pt x="333" y="20"/>
                    <a:pt x="333" y="19"/>
                  </a:cubicBezTo>
                  <a:cubicBezTo>
                    <a:pt x="332" y="19"/>
                    <a:pt x="331" y="19"/>
                    <a:pt x="331" y="19"/>
                  </a:cubicBezTo>
                  <a:cubicBezTo>
                    <a:pt x="331" y="18"/>
                    <a:pt x="331" y="18"/>
                    <a:pt x="331" y="18"/>
                  </a:cubicBezTo>
                  <a:cubicBezTo>
                    <a:pt x="341" y="18"/>
                    <a:pt x="341" y="18"/>
                    <a:pt x="341" y="18"/>
                  </a:cubicBezTo>
                  <a:cubicBezTo>
                    <a:pt x="341" y="19"/>
                    <a:pt x="341" y="19"/>
                    <a:pt x="341" y="19"/>
                  </a:cubicBezTo>
                  <a:cubicBezTo>
                    <a:pt x="341" y="19"/>
                    <a:pt x="340" y="19"/>
                    <a:pt x="339" y="19"/>
                  </a:cubicBezTo>
                  <a:cubicBezTo>
                    <a:pt x="339" y="20"/>
                    <a:pt x="338" y="20"/>
                    <a:pt x="338" y="21"/>
                  </a:cubicBezTo>
                  <a:cubicBezTo>
                    <a:pt x="337" y="21"/>
                    <a:pt x="337" y="22"/>
                    <a:pt x="337" y="24"/>
                  </a:cubicBezTo>
                  <a:cubicBezTo>
                    <a:pt x="323" y="58"/>
                    <a:pt x="323" y="58"/>
                    <a:pt x="323" y="58"/>
                  </a:cubicBezTo>
                  <a:cubicBezTo>
                    <a:pt x="322" y="61"/>
                    <a:pt x="321" y="63"/>
                    <a:pt x="318" y="65"/>
                  </a:cubicBezTo>
                  <a:cubicBezTo>
                    <a:pt x="316" y="67"/>
                    <a:pt x="314" y="68"/>
                    <a:pt x="312" y="68"/>
                  </a:cubicBezTo>
                  <a:cubicBezTo>
                    <a:pt x="311" y="68"/>
                    <a:pt x="310" y="67"/>
                    <a:pt x="309" y="67"/>
                  </a:cubicBezTo>
                  <a:cubicBezTo>
                    <a:pt x="308" y="66"/>
                    <a:pt x="307" y="65"/>
                    <a:pt x="307" y="64"/>
                  </a:cubicBezTo>
                  <a:cubicBezTo>
                    <a:pt x="307" y="63"/>
                    <a:pt x="308" y="62"/>
                    <a:pt x="308" y="61"/>
                  </a:cubicBezTo>
                  <a:cubicBezTo>
                    <a:pt x="309" y="61"/>
                    <a:pt x="310" y="61"/>
                    <a:pt x="311" y="61"/>
                  </a:cubicBezTo>
                  <a:cubicBezTo>
                    <a:pt x="312" y="61"/>
                    <a:pt x="313" y="61"/>
                    <a:pt x="314" y="61"/>
                  </a:cubicBezTo>
                  <a:cubicBezTo>
                    <a:pt x="315" y="62"/>
                    <a:pt x="316" y="62"/>
                    <a:pt x="316" y="62"/>
                  </a:cubicBezTo>
                  <a:cubicBezTo>
                    <a:pt x="317" y="62"/>
                    <a:pt x="317" y="61"/>
                    <a:pt x="318" y="61"/>
                  </a:cubicBezTo>
                  <a:cubicBezTo>
                    <a:pt x="319" y="60"/>
                    <a:pt x="320" y="58"/>
                    <a:pt x="321" y="56"/>
                  </a:cubicBezTo>
                  <a:cubicBezTo>
                    <a:pt x="323" y="50"/>
                    <a:pt x="323" y="50"/>
                    <a:pt x="323" y="50"/>
                  </a:cubicBezTo>
                  <a:cubicBezTo>
                    <a:pt x="311" y="25"/>
                    <a:pt x="311" y="25"/>
                    <a:pt x="311" y="25"/>
                  </a:cubicBezTo>
                  <a:cubicBezTo>
                    <a:pt x="311" y="24"/>
                    <a:pt x="311" y="23"/>
                    <a:pt x="310" y="22"/>
                  </a:cubicBezTo>
                  <a:cubicBezTo>
                    <a:pt x="309" y="21"/>
                    <a:pt x="309" y="20"/>
                    <a:pt x="308" y="20"/>
                  </a:cubicBezTo>
                  <a:cubicBezTo>
                    <a:pt x="308" y="20"/>
                    <a:pt x="307" y="19"/>
                    <a:pt x="305" y="19"/>
                  </a:cubicBezTo>
                  <a:cubicBezTo>
                    <a:pt x="306" y="19"/>
                    <a:pt x="306" y="19"/>
                    <a:pt x="306" y="19"/>
                  </a:cubicBezTo>
                  <a:close/>
                  <a:moveTo>
                    <a:pt x="379" y="18"/>
                  </a:moveTo>
                  <a:cubicBezTo>
                    <a:pt x="383" y="18"/>
                    <a:pt x="387" y="20"/>
                    <a:pt x="391" y="24"/>
                  </a:cubicBezTo>
                  <a:cubicBezTo>
                    <a:pt x="393" y="27"/>
                    <a:pt x="395" y="31"/>
                    <a:pt x="395" y="35"/>
                  </a:cubicBezTo>
                  <a:cubicBezTo>
                    <a:pt x="395" y="39"/>
                    <a:pt x="394" y="41"/>
                    <a:pt x="393" y="45"/>
                  </a:cubicBezTo>
                  <a:cubicBezTo>
                    <a:pt x="391" y="48"/>
                    <a:pt x="389" y="50"/>
                    <a:pt x="387" y="52"/>
                  </a:cubicBezTo>
                  <a:cubicBezTo>
                    <a:pt x="385" y="53"/>
                    <a:pt x="382" y="54"/>
                    <a:pt x="379" y="54"/>
                  </a:cubicBezTo>
                  <a:cubicBezTo>
                    <a:pt x="374" y="54"/>
                    <a:pt x="370" y="52"/>
                    <a:pt x="367" y="48"/>
                  </a:cubicBezTo>
                  <a:cubicBezTo>
                    <a:pt x="365" y="45"/>
                    <a:pt x="363" y="41"/>
                    <a:pt x="363" y="37"/>
                  </a:cubicBezTo>
                  <a:cubicBezTo>
                    <a:pt x="363" y="33"/>
                    <a:pt x="364" y="30"/>
                    <a:pt x="366" y="27"/>
                  </a:cubicBezTo>
                  <a:cubicBezTo>
                    <a:pt x="367" y="24"/>
                    <a:pt x="369" y="22"/>
                    <a:pt x="372" y="21"/>
                  </a:cubicBezTo>
                  <a:cubicBezTo>
                    <a:pt x="373" y="19"/>
                    <a:pt x="376" y="18"/>
                    <a:pt x="379" y="18"/>
                  </a:cubicBezTo>
                  <a:close/>
                  <a:moveTo>
                    <a:pt x="377" y="20"/>
                  </a:moveTo>
                  <a:cubicBezTo>
                    <a:pt x="376" y="20"/>
                    <a:pt x="375" y="21"/>
                    <a:pt x="373" y="21"/>
                  </a:cubicBezTo>
                  <a:cubicBezTo>
                    <a:pt x="372" y="22"/>
                    <a:pt x="371" y="23"/>
                    <a:pt x="370" y="25"/>
                  </a:cubicBezTo>
                  <a:cubicBezTo>
                    <a:pt x="369" y="27"/>
                    <a:pt x="369" y="30"/>
                    <a:pt x="369" y="33"/>
                  </a:cubicBezTo>
                  <a:cubicBezTo>
                    <a:pt x="369" y="38"/>
                    <a:pt x="370" y="42"/>
                    <a:pt x="372" y="46"/>
                  </a:cubicBezTo>
                  <a:cubicBezTo>
                    <a:pt x="374" y="49"/>
                    <a:pt x="376" y="51"/>
                    <a:pt x="379" y="51"/>
                  </a:cubicBezTo>
                  <a:cubicBezTo>
                    <a:pt x="382" y="51"/>
                    <a:pt x="384" y="50"/>
                    <a:pt x="385" y="48"/>
                  </a:cubicBezTo>
                  <a:cubicBezTo>
                    <a:pt x="387" y="46"/>
                    <a:pt x="387" y="43"/>
                    <a:pt x="387" y="38"/>
                  </a:cubicBezTo>
                  <a:cubicBezTo>
                    <a:pt x="387" y="32"/>
                    <a:pt x="386" y="27"/>
                    <a:pt x="384" y="24"/>
                  </a:cubicBezTo>
                  <a:cubicBezTo>
                    <a:pt x="382" y="21"/>
                    <a:pt x="380" y="20"/>
                    <a:pt x="377" y="20"/>
                  </a:cubicBezTo>
                  <a:close/>
                  <a:moveTo>
                    <a:pt x="415" y="21"/>
                  </a:moveTo>
                  <a:cubicBezTo>
                    <a:pt x="415" y="44"/>
                    <a:pt x="415" y="44"/>
                    <a:pt x="415" y="44"/>
                  </a:cubicBezTo>
                  <a:cubicBezTo>
                    <a:pt x="415" y="47"/>
                    <a:pt x="416" y="49"/>
                    <a:pt x="416" y="50"/>
                  </a:cubicBezTo>
                  <a:cubicBezTo>
                    <a:pt x="417" y="51"/>
                    <a:pt x="418" y="51"/>
                    <a:pt x="420" y="51"/>
                  </a:cubicBezTo>
                  <a:cubicBezTo>
                    <a:pt x="423" y="51"/>
                    <a:pt x="423" y="51"/>
                    <a:pt x="423" y="51"/>
                  </a:cubicBezTo>
                  <a:cubicBezTo>
                    <a:pt x="423" y="53"/>
                    <a:pt x="423" y="53"/>
                    <a:pt x="423" y="53"/>
                  </a:cubicBezTo>
                  <a:cubicBezTo>
                    <a:pt x="403" y="53"/>
                    <a:pt x="403" y="53"/>
                    <a:pt x="403" y="53"/>
                  </a:cubicBezTo>
                  <a:cubicBezTo>
                    <a:pt x="403" y="51"/>
                    <a:pt x="403" y="51"/>
                    <a:pt x="403" y="51"/>
                  </a:cubicBezTo>
                  <a:cubicBezTo>
                    <a:pt x="405" y="51"/>
                    <a:pt x="405" y="51"/>
                    <a:pt x="405" y="51"/>
                  </a:cubicBezTo>
                  <a:cubicBezTo>
                    <a:pt x="406" y="51"/>
                    <a:pt x="407" y="51"/>
                    <a:pt x="408" y="51"/>
                  </a:cubicBezTo>
                  <a:cubicBezTo>
                    <a:pt x="409" y="50"/>
                    <a:pt x="409" y="49"/>
                    <a:pt x="409" y="49"/>
                  </a:cubicBezTo>
                  <a:cubicBezTo>
                    <a:pt x="410" y="48"/>
                    <a:pt x="410" y="46"/>
                    <a:pt x="410" y="44"/>
                  </a:cubicBezTo>
                  <a:cubicBezTo>
                    <a:pt x="410" y="21"/>
                    <a:pt x="410" y="21"/>
                    <a:pt x="410" y="21"/>
                  </a:cubicBezTo>
                  <a:cubicBezTo>
                    <a:pt x="403" y="21"/>
                    <a:pt x="403" y="21"/>
                    <a:pt x="403" y="21"/>
                  </a:cubicBezTo>
                  <a:cubicBezTo>
                    <a:pt x="403" y="19"/>
                    <a:pt x="403" y="19"/>
                    <a:pt x="403" y="19"/>
                  </a:cubicBezTo>
                  <a:cubicBezTo>
                    <a:pt x="410" y="19"/>
                    <a:pt x="410" y="19"/>
                    <a:pt x="410" y="19"/>
                  </a:cubicBezTo>
                  <a:cubicBezTo>
                    <a:pt x="410" y="16"/>
                    <a:pt x="410" y="16"/>
                    <a:pt x="410" y="16"/>
                  </a:cubicBezTo>
                  <a:cubicBezTo>
                    <a:pt x="410" y="13"/>
                    <a:pt x="410" y="10"/>
                    <a:pt x="411" y="7"/>
                  </a:cubicBezTo>
                  <a:cubicBezTo>
                    <a:pt x="413" y="5"/>
                    <a:pt x="414" y="3"/>
                    <a:pt x="416" y="2"/>
                  </a:cubicBezTo>
                  <a:cubicBezTo>
                    <a:pt x="418" y="0"/>
                    <a:pt x="421" y="0"/>
                    <a:pt x="423" y="0"/>
                  </a:cubicBezTo>
                  <a:cubicBezTo>
                    <a:pt x="426" y="0"/>
                    <a:pt x="428" y="1"/>
                    <a:pt x="430" y="2"/>
                  </a:cubicBezTo>
                  <a:cubicBezTo>
                    <a:pt x="431" y="3"/>
                    <a:pt x="432" y="5"/>
                    <a:pt x="432" y="6"/>
                  </a:cubicBezTo>
                  <a:cubicBezTo>
                    <a:pt x="432" y="7"/>
                    <a:pt x="432" y="7"/>
                    <a:pt x="431" y="8"/>
                  </a:cubicBezTo>
                  <a:cubicBezTo>
                    <a:pt x="431" y="9"/>
                    <a:pt x="430" y="9"/>
                    <a:pt x="429" y="9"/>
                  </a:cubicBezTo>
                  <a:cubicBezTo>
                    <a:pt x="429" y="9"/>
                    <a:pt x="428" y="8"/>
                    <a:pt x="428" y="8"/>
                  </a:cubicBezTo>
                  <a:cubicBezTo>
                    <a:pt x="427" y="7"/>
                    <a:pt x="427" y="7"/>
                    <a:pt x="425" y="5"/>
                  </a:cubicBezTo>
                  <a:cubicBezTo>
                    <a:pt x="425" y="4"/>
                    <a:pt x="424" y="3"/>
                    <a:pt x="423" y="2"/>
                  </a:cubicBezTo>
                  <a:cubicBezTo>
                    <a:pt x="422" y="2"/>
                    <a:pt x="421" y="1"/>
                    <a:pt x="421" y="1"/>
                  </a:cubicBezTo>
                  <a:cubicBezTo>
                    <a:pt x="419" y="1"/>
                    <a:pt x="419" y="2"/>
                    <a:pt x="418" y="2"/>
                  </a:cubicBezTo>
                  <a:cubicBezTo>
                    <a:pt x="417" y="3"/>
                    <a:pt x="417" y="4"/>
                    <a:pt x="416" y="5"/>
                  </a:cubicBezTo>
                  <a:cubicBezTo>
                    <a:pt x="416" y="6"/>
                    <a:pt x="416" y="9"/>
                    <a:pt x="416" y="15"/>
                  </a:cubicBezTo>
                  <a:cubicBezTo>
                    <a:pt x="416" y="17"/>
                    <a:pt x="416" y="17"/>
                    <a:pt x="416" y="17"/>
                  </a:cubicBezTo>
                  <a:cubicBezTo>
                    <a:pt x="424" y="17"/>
                    <a:pt x="424" y="17"/>
                    <a:pt x="424" y="17"/>
                  </a:cubicBezTo>
                  <a:cubicBezTo>
                    <a:pt x="424" y="21"/>
                    <a:pt x="424" y="21"/>
                    <a:pt x="424" y="21"/>
                  </a:cubicBezTo>
                  <a:cubicBezTo>
                    <a:pt x="415" y="21"/>
                    <a:pt x="415" y="21"/>
                    <a:pt x="415" y="21"/>
                  </a:cubicBezTo>
                  <a:close/>
                  <a:moveTo>
                    <a:pt x="477" y="1"/>
                  </a:moveTo>
                  <a:cubicBezTo>
                    <a:pt x="477" y="19"/>
                    <a:pt x="477" y="19"/>
                    <a:pt x="477" y="19"/>
                  </a:cubicBezTo>
                  <a:cubicBezTo>
                    <a:pt x="475" y="19"/>
                    <a:pt x="475" y="19"/>
                    <a:pt x="475" y="19"/>
                  </a:cubicBezTo>
                  <a:cubicBezTo>
                    <a:pt x="475" y="15"/>
                    <a:pt x="474" y="13"/>
                    <a:pt x="473" y="11"/>
                  </a:cubicBezTo>
                  <a:cubicBezTo>
                    <a:pt x="472" y="9"/>
                    <a:pt x="470" y="7"/>
                    <a:pt x="468" y="6"/>
                  </a:cubicBezTo>
                  <a:cubicBezTo>
                    <a:pt x="466" y="5"/>
                    <a:pt x="464" y="4"/>
                    <a:pt x="462" y="4"/>
                  </a:cubicBezTo>
                  <a:cubicBezTo>
                    <a:pt x="459" y="4"/>
                    <a:pt x="457" y="5"/>
                    <a:pt x="456" y="7"/>
                  </a:cubicBezTo>
                  <a:cubicBezTo>
                    <a:pt x="454" y="8"/>
                    <a:pt x="453" y="10"/>
                    <a:pt x="453" y="12"/>
                  </a:cubicBezTo>
                  <a:cubicBezTo>
                    <a:pt x="453" y="13"/>
                    <a:pt x="454" y="15"/>
                    <a:pt x="455" y="16"/>
                  </a:cubicBezTo>
                  <a:cubicBezTo>
                    <a:pt x="457" y="18"/>
                    <a:pt x="460" y="20"/>
                    <a:pt x="465" y="23"/>
                  </a:cubicBezTo>
                  <a:cubicBezTo>
                    <a:pt x="470" y="26"/>
                    <a:pt x="473" y="28"/>
                    <a:pt x="475" y="29"/>
                  </a:cubicBezTo>
                  <a:cubicBezTo>
                    <a:pt x="476" y="31"/>
                    <a:pt x="477" y="32"/>
                    <a:pt x="479" y="34"/>
                  </a:cubicBezTo>
                  <a:cubicBezTo>
                    <a:pt x="479" y="36"/>
                    <a:pt x="480" y="38"/>
                    <a:pt x="480" y="40"/>
                  </a:cubicBezTo>
                  <a:cubicBezTo>
                    <a:pt x="480" y="44"/>
                    <a:pt x="478" y="47"/>
                    <a:pt x="475" y="50"/>
                  </a:cubicBezTo>
                  <a:cubicBezTo>
                    <a:pt x="473" y="53"/>
                    <a:pt x="469" y="54"/>
                    <a:pt x="465" y="54"/>
                  </a:cubicBezTo>
                  <a:cubicBezTo>
                    <a:pt x="463" y="54"/>
                    <a:pt x="462" y="54"/>
                    <a:pt x="461" y="53"/>
                  </a:cubicBezTo>
                  <a:cubicBezTo>
                    <a:pt x="460" y="53"/>
                    <a:pt x="458" y="53"/>
                    <a:pt x="456" y="52"/>
                  </a:cubicBezTo>
                  <a:cubicBezTo>
                    <a:pt x="454" y="51"/>
                    <a:pt x="453" y="51"/>
                    <a:pt x="452" y="51"/>
                  </a:cubicBezTo>
                  <a:cubicBezTo>
                    <a:pt x="451" y="51"/>
                    <a:pt x="451" y="51"/>
                    <a:pt x="450" y="51"/>
                  </a:cubicBezTo>
                  <a:cubicBezTo>
                    <a:pt x="450" y="52"/>
                    <a:pt x="450" y="53"/>
                    <a:pt x="449" y="54"/>
                  </a:cubicBezTo>
                  <a:cubicBezTo>
                    <a:pt x="448" y="54"/>
                    <a:pt x="448" y="54"/>
                    <a:pt x="448" y="54"/>
                  </a:cubicBezTo>
                  <a:cubicBezTo>
                    <a:pt x="448" y="37"/>
                    <a:pt x="448" y="37"/>
                    <a:pt x="448" y="37"/>
                  </a:cubicBezTo>
                  <a:cubicBezTo>
                    <a:pt x="449" y="37"/>
                    <a:pt x="449" y="37"/>
                    <a:pt x="449" y="37"/>
                  </a:cubicBezTo>
                  <a:cubicBezTo>
                    <a:pt x="450" y="40"/>
                    <a:pt x="451" y="43"/>
                    <a:pt x="452" y="45"/>
                  </a:cubicBezTo>
                  <a:cubicBezTo>
                    <a:pt x="453" y="46"/>
                    <a:pt x="455" y="48"/>
                    <a:pt x="457" y="49"/>
                  </a:cubicBezTo>
                  <a:cubicBezTo>
                    <a:pt x="459" y="50"/>
                    <a:pt x="461" y="51"/>
                    <a:pt x="464" y="51"/>
                  </a:cubicBezTo>
                  <a:cubicBezTo>
                    <a:pt x="467" y="51"/>
                    <a:pt x="469" y="50"/>
                    <a:pt x="471" y="48"/>
                  </a:cubicBezTo>
                  <a:cubicBezTo>
                    <a:pt x="473" y="47"/>
                    <a:pt x="473" y="45"/>
                    <a:pt x="473" y="43"/>
                  </a:cubicBezTo>
                  <a:cubicBezTo>
                    <a:pt x="473" y="41"/>
                    <a:pt x="473" y="40"/>
                    <a:pt x="473" y="39"/>
                  </a:cubicBezTo>
                  <a:cubicBezTo>
                    <a:pt x="472" y="38"/>
                    <a:pt x="471" y="37"/>
                    <a:pt x="469" y="35"/>
                  </a:cubicBezTo>
                  <a:cubicBezTo>
                    <a:pt x="469" y="35"/>
                    <a:pt x="466" y="33"/>
                    <a:pt x="462" y="31"/>
                  </a:cubicBezTo>
                  <a:cubicBezTo>
                    <a:pt x="458" y="28"/>
                    <a:pt x="455" y="26"/>
                    <a:pt x="453" y="25"/>
                  </a:cubicBezTo>
                  <a:cubicBezTo>
                    <a:pt x="451" y="23"/>
                    <a:pt x="450" y="22"/>
                    <a:pt x="449" y="20"/>
                  </a:cubicBezTo>
                  <a:cubicBezTo>
                    <a:pt x="448" y="19"/>
                    <a:pt x="448" y="17"/>
                    <a:pt x="448" y="15"/>
                  </a:cubicBezTo>
                  <a:cubicBezTo>
                    <a:pt x="448" y="11"/>
                    <a:pt x="449" y="8"/>
                    <a:pt x="452" y="5"/>
                  </a:cubicBezTo>
                  <a:cubicBezTo>
                    <a:pt x="455" y="3"/>
                    <a:pt x="458" y="1"/>
                    <a:pt x="462" y="1"/>
                  </a:cubicBezTo>
                  <a:cubicBezTo>
                    <a:pt x="464" y="1"/>
                    <a:pt x="467" y="2"/>
                    <a:pt x="470" y="3"/>
                  </a:cubicBezTo>
                  <a:cubicBezTo>
                    <a:pt x="471" y="4"/>
                    <a:pt x="472" y="4"/>
                    <a:pt x="473" y="4"/>
                  </a:cubicBezTo>
                  <a:cubicBezTo>
                    <a:pt x="473" y="4"/>
                    <a:pt x="474" y="4"/>
                    <a:pt x="474" y="4"/>
                  </a:cubicBezTo>
                  <a:cubicBezTo>
                    <a:pt x="475" y="3"/>
                    <a:pt x="475" y="3"/>
                    <a:pt x="475" y="1"/>
                  </a:cubicBezTo>
                  <a:cubicBezTo>
                    <a:pt x="477" y="1"/>
                    <a:pt x="477" y="1"/>
                    <a:pt x="477" y="1"/>
                  </a:cubicBezTo>
                  <a:close/>
                  <a:moveTo>
                    <a:pt x="517" y="40"/>
                  </a:moveTo>
                  <a:cubicBezTo>
                    <a:pt x="517" y="44"/>
                    <a:pt x="515" y="48"/>
                    <a:pt x="512" y="50"/>
                  </a:cubicBezTo>
                  <a:cubicBezTo>
                    <a:pt x="510" y="53"/>
                    <a:pt x="507" y="54"/>
                    <a:pt x="504" y="54"/>
                  </a:cubicBezTo>
                  <a:cubicBezTo>
                    <a:pt x="500" y="54"/>
                    <a:pt x="497" y="52"/>
                    <a:pt x="494" y="49"/>
                  </a:cubicBezTo>
                  <a:cubicBezTo>
                    <a:pt x="491" y="46"/>
                    <a:pt x="490" y="41"/>
                    <a:pt x="490" y="36"/>
                  </a:cubicBezTo>
                  <a:cubicBezTo>
                    <a:pt x="490" y="31"/>
                    <a:pt x="492" y="26"/>
                    <a:pt x="495" y="23"/>
                  </a:cubicBezTo>
                  <a:cubicBezTo>
                    <a:pt x="498" y="19"/>
                    <a:pt x="501" y="17"/>
                    <a:pt x="506" y="17"/>
                  </a:cubicBezTo>
                  <a:cubicBezTo>
                    <a:pt x="509" y="17"/>
                    <a:pt x="512" y="18"/>
                    <a:pt x="514" y="20"/>
                  </a:cubicBezTo>
                  <a:cubicBezTo>
                    <a:pt x="516" y="22"/>
                    <a:pt x="517" y="24"/>
                    <a:pt x="517" y="26"/>
                  </a:cubicBezTo>
                  <a:cubicBezTo>
                    <a:pt x="517" y="27"/>
                    <a:pt x="517" y="27"/>
                    <a:pt x="516" y="28"/>
                  </a:cubicBezTo>
                  <a:cubicBezTo>
                    <a:pt x="516" y="29"/>
                    <a:pt x="515" y="29"/>
                    <a:pt x="514" y="29"/>
                  </a:cubicBezTo>
                  <a:cubicBezTo>
                    <a:pt x="512" y="29"/>
                    <a:pt x="511" y="29"/>
                    <a:pt x="511" y="27"/>
                  </a:cubicBezTo>
                  <a:cubicBezTo>
                    <a:pt x="510" y="27"/>
                    <a:pt x="510" y="26"/>
                    <a:pt x="510" y="25"/>
                  </a:cubicBezTo>
                  <a:cubicBezTo>
                    <a:pt x="510" y="23"/>
                    <a:pt x="509" y="22"/>
                    <a:pt x="508" y="21"/>
                  </a:cubicBezTo>
                  <a:cubicBezTo>
                    <a:pt x="507" y="21"/>
                    <a:pt x="506" y="20"/>
                    <a:pt x="505" y="20"/>
                  </a:cubicBezTo>
                  <a:cubicBezTo>
                    <a:pt x="502" y="20"/>
                    <a:pt x="500" y="21"/>
                    <a:pt x="499" y="23"/>
                  </a:cubicBezTo>
                  <a:cubicBezTo>
                    <a:pt x="497" y="25"/>
                    <a:pt x="496" y="29"/>
                    <a:pt x="496" y="33"/>
                  </a:cubicBezTo>
                  <a:cubicBezTo>
                    <a:pt x="496" y="37"/>
                    <a:pt x="497" y="40"/>
                    <a:pt x="499" y="43"/>
                  </a:cubicBezTo>
                  <a:cubicBezTo>
                    <a:pt x="501" y="47"/>
                    <a:pt x="503" y="48"/>
                    <a:pt x="507" y="48"/>
                  </a:cubicBezTo>
                  <a:cubicBezTo>
                    <a:pt x="509" y="48"/>
                    <a:pt x="511" y="47"/>
                    <a:pt x="513" y="46"/>
                  </a:cubicBezTo>
                  <a:cubicBezTo>
                    <a:pt x="514" y="45"/>
                    <a:pt x="515" y="43"/>
                    <a:pt x="517" y="40"/>
                  </a:cubicBezTo>
                  <a:cubicBezTo>
                    <a:pt x="517" y="40"/>
                    <a:pt x="517" y="40"/>
                    <a:pt x="517" y="40"/>
                  </a:cubicBezTo>
                  <a:close/>
                  <a:moveTo>
                    <a:pt x="534" y="0"/>
                  </a:moveTo>
                  <a:cubicBezTo>
                    <a:pt x="535" y="0"/>
                    <a:pt x="536" y="0"/>
                    <a:pt x="537" y="1"/>
                  </a:cubicBezTo>
                  <a:cubicBezTo>
                    <a:pt x="537" y="2"/>
                    <a:pt x="538" y="3"/>
                    <a:pt x="538" y="4"/>
                  </a:cubicBezTo>
                  <a:cubicBezTo>
                    <a:pt x="538" y="5"/>
                    <a:pt x="537" y="6"/>
                    <a:pt x="537" y="7"/>
                  </a:cubicBezTo>
                  <a:cubicBezTo>
                    <a:pt x="536" y="7"/>
                    <a:pt x="535" y="8"/>
                    <a:pt x="534" y="8"/>
                  </a:cubicBezTo>
                  <a:cubicBezTo>
                    <a:pt x="533" y="8"/>
                    <a:pt x="532" y="7"/>
                    <a:pt x="532" y="7"/>
                  </a:cubicBezTo>
                  <a:cubicBezTo>
                    <a:pt x="531" y="6"/>
                    <a:pt x="531" y="5"/>
                    <a:pt x="531" y="4"/>
                  </a:cubicBezTo>
                  <a:cubicBezTo>
                    <a:pt x="531" y="3"/>
                    <a:pt x="531" y="2"/>
                    <a:pt x="532" y="1"/>
                  </a:cubicBezTo>
                  <a:cubicBezTo>
                    <a:pt x="532" y="0"/>
                    <a:pt x="533" y="0"/>
                    <a:pt x="534" y="0"/>
                  </a:cubicBezTo>
                  <a:close/>
                  <a:moveTo>
                    <a:pt x="537" y="18"/>
                  </a:moveTo>
                  <a:cubicBezTo>
                    <a:pt x="537" y="45"/>
                    <a:pt x="537" y="45"/>
                    <a:pt x="537" y="45"/>
                  </a:cubicBezTo>
                  <a:cubicBezTo>
                    <a:pt x="537" y="47"/>
                    <a:pt x="537" y="49"/>
                    <a:pt x="537" y="49"/>
                  </a:cubicBezTo>
                  <a:cubicBezTo>
                    <a:pt x="538" y="50"/>
                    <a:pt x="538" y="51"/>
                    <a:pt x="539" y="51"/>
                  </a:cubicBezTo>
                  <a:cubicBezTo>
                    <a:pt x="539" y="51"/>
                    <a:pt x="540" y="51"/>
                    <a:pt x="542" y="51"/>
                  </a:cubicBezTo>
                  <a:cubicBezTo>
                    <a:pt x="542" y="53"/>
                    <a:pt x="542" y="53"/>
                    <a:pt x="542" y="53"/>
                  </a:cubicBezTo>
                  <a:cubicBezTo>
                    <a:pt x="526" y="53"/>
                    <a:pt x="526" y="53"/>
                    <a:pt x="526" y="53"/>
                  </a:cubicBezTo>
                  <a:cubicBezTo>
                    <a:pt x="526" y="51"/>
                    <a:pt x="526" y="51"/>
                    <a:pt x="526" y="51"/>
                  </a:cubicBezTo>
                  <a:cubicBezTo>
                    <a:pt x="527" y="51"/>
                    <a:pt x="529" y="51"/>
                    <a:pt x="529" y="51"/>
                  </a:cubicBezTo>
                  <a:cubicBezTo>
                    <a:pt x="529" y="51"/>
                    <a:pt x="530" y="50"/>
                    <a:pt x="530" y="49"/>
                  </a:cubicBezTo>
                  <a:cubicBezTo>
                    <a:pt x="531" y="49"/>
                    <a:pt x="531" y="47"/>
                    <a:pt x="531" y="45"/>
                  </a:cubicBezTo>
                  <a:cubicBezTo>
                    <a:pt x="531" y="32"/>
                    <a:pt x="531" y="32"/>
                    <a:pt x="531" y="32"/>
                  </a:cubicBezTo>
                  <a:cubicBezTo>
                    <a:pt x="531" y="28"/>
                    <a:pt x="531" y="26"/>
                    <a:pt x="530" y="25"/>
                  </a:cubicBezTo>
                  <a:cubicBezTo>
                    <a:pt x="530" y="24"/>
                    <a:pt x="530" y="23"/>
                    <a:pt x="529" y="23"/>
                  </a:cubicBezTo>
                  <a:cubicBezTo>
                    <a:pt x="529" y="23"/>
                    <a:pt x="529" y="23"/>
                    <a:pt x="528" y="23"/>
                  </a:cubicBezTo>
                  <a:cubicBezTo>
                    <a:pt x="527" y="23"/>
                    <a:pt x="526" y="23"/>
                    <a:pt x="525" y="23"/>
                  </a:cubicBezTo>
                  <a:cubicBezTo>
                    <a:pt x="525" y="22"/>
                    <a:pt x="525" y="22"/>
                    <a:pt x="525" y="22"/>
                  </a:cubicBezTo>
                  <a:cubicBezTo>
                    <a:pt x="535" y="18"/>
                    <a:pt x="535" y="18"/>
                    <a:pt x="535" y="18"/>
                  </a:cubicBezTo>
                  <a:cubicBezTo>
                    <a:pt x="537" y="18"/>
                    <a:pt x="537" y="18"/>
                    <a:pt x="537" y="18"/>
                  </a:cubicBezTo>
                  <a:close/>
                  <a:moveTo>
                    <a:pt x="555" y="31"/>
                  </a:moveTo>
                  <a:cubicBezTo>
                    <a:pt x="555" y="37"/>
                    <a:pt x="557" y="40"/>
                    <a:pt x="559" y="43"/>
                  </a:cubicBezTo>
                  <a:cubicBezTo>
                    <a:pt x="561" y="46"/>
                    <a:pt x="564" y="48"/>
                    <a:pt x="567" y="48"/>
                  </a:cubicBezTo>
                  <a:cubicBezTo>
                    <a:pt x="569" y="48"/>
                    <a:pt x="571" y="47"/>
                    <a:pt x="573" y="46"/>
                  </a:cubicBezTo>
                  <a:cubicBezTo>
                    <a:pt x="575" y="45"/>
                    <a:pt x="576" y="43"/>
                    <a:pt x="577" y="39"/>
                  </a:cubicBezTo>
                  <a:cubicBezTo>
                    <a:pt x="578" y="40"/>
                    <a:pt x="578" y="40"/>
                    <a:pt x="578" y="40"/>
                  </a:cubicBezTo>
                  <a:cubicBezTo>
                    <a:pt x="578" y="43"/>
                    <a:pt x="576" y="47"/>
                    <a:pt x="574" y="49"/>
                  </a:cubicBezTo>
                  <a:cubicBezTo>
                    <a:pt x="571" y="52"/>
                    <a:pt x="568" y="53"/>
                    <a:pt x="565" y="53"/>
                  </a:cubicBezTo>
                  <a:cubicBezTo>
                    <a:pt x="561" y="53"/>
                    <a:pt x="557" y="52"/>
                    <a:pt x="555" y="49"/>
                  </a:cubicBezTo>
                  <a:cubicBezTo>
                    <a:pt x="552" y="45"/>
                    <a:pt x="551" y="41"/>
                    <a:pt x="551" y="36"/>
                  </a:cubicBezTo>
                  <a:cubicBezTo>
                    <a:pt x="551" y="30"/>
                    <a:pt x="552" y="25"/>
                    <a:pt x="555" y="22"/>
                  </a:cubicBezTo>
                  <a:cubicBezTo>
                    <a:pt x="558" y="19"/>
                    <a:pt x="561" y="17"/>
                    <a:pt x="566" y="17"/>
                  </a:cubicBezTo>
                  <a:cubicBezTo>
                    <a:pt x="569" y="17"/>
                    <a:pt x="573" y="19"/>
                    <a:pt x="575" y="21"/>
                  </a:cubicBezTo>
                  <a:cubicBezTo>
                    <a:pt x="577" y="23"/>
                    <a:pt x="579" y="27"/>
                    <a:pt x="579" y="31"/>
                  </a:cubicBezTo>
                  <a:cubicBezTo>
                    <a:pt x="555" y="31"/>
                    <a:pt x="555" y="31"/>
                    <a:pt x="555" y="31"/>
                  </a:cubicBezTo>
                  <a:close/>
                  <a:moveTo>
                    <a:pt x="555" y="29"/>
                  </a:moveTo>
                  <a:cubicBezTo>
                    <a:pt x="571" y="29"/>
                    <a:pt x="571" y="29"/>
                    <a:pt x="571" y="29"/>
                  </a:cubicBezTo>
                  <a:cubicBezTo>
                    <a:pt x="571" y="27"/>
                    <a:pt x="570" y="26"/>
                    <a:pt x="570" y="25"/>
                  </a:cubicBezTo>
                  <a:cubicBezTo>
                    <a:pt x="569" y="24"/>
                    <a:pt x="568" y="23"/>
                    <a:pt x="567" y="22"/>
                  </a:cubicBezTo>
                  <a:cubicBezTo>
                    <a:pt x="566" y="21"/>
                    <a:pt x="565" y="21"/>
                    <a:pt x="563" y="21"/>
                  </a:cubicBezTo>
                  <a:cubicBezTo>
                    <a:pt x="561" y="21"/>
                    <a:pt x="560" y="21"/>
                    <a:pt x="558" y="23"/>
                  </a:cubicBezTo>
                  <a:cubicBezTo>
                    <a:pt x="557" y="24"/>
                    <a:pt x="555" y="27"/>
                    <a:pt x="555" y="29"/>
                  </a:cubicBezTo>
                  <a:close/>
                  <a:moveTo>
                    <a:pt x="595" y="25"/>
                  </a:moveTo>
                  <a:cubicBezTo>
                    <a:pt x="599" y="20"/>
                    <a:pt x="603" y="18"/>
                    <a:pt x="606" y="18"/>
                  </a:cubicBezTo>
                  <a:cubicBezTo>
                    <a:pt x="608" y="18"/>
                    <a:pt x="609" y="18"/>
                    <a:pt x="611" y="19"/>
                  </a:cubicBezTo>
                  <a:cubicBezTo>
                    <a:pt x="612" y="20"/>
                    <a:pt x="613" y="21"/>
                    <a:pt x="614" y="23"/>
                  </a:cubicBezTo>
                  <a:cubicBezTo>
                    <a:pt x="615" y="25"/>
                    <a:pt x="615" y="27"/>
                    <a:pt x="615" y="30"/>
                  </a:cubicBezTo>
                  <a:cubicBezTo>
                    <a:pt x="615" y="45"/>
                    <a:pt x="615" y="45"/>
                    <a:pt x="615" y="45"/>
                  </a:cubicBezTo>
                  <a:cubicBezTo>
                    <a:pt x="615" y="47"/>
                    <a:pt x="615" y="48"/>
                    <a:pt x="615" y="49"/>
                  </a:cubicBezTo>
                  <a:cubicBezTo>
                    <a:pt x="616" y="50"/>
                    <a:pt x="616" y="50"/>
                    <a:pt x="617" y="51"/>
                  </a:cubicBezTo>
                  <a:cubicBezTo>
                    <a:pt x="617" y="51"/>
                    <a:pt x="618" y="51"/>
                    <a:pt x="620" y="51"/>
                  </a:cubicBezTo>
                  <a:cubicBezTo>
                    <a:pt x="620" y="52"/>
                    <a:pt x="620" y="52"/>
                    <a:pt x="620" y="52"/>
                  </a:cubicBezTo>
                  <a:cubicBezTo>
                    <a:pt x="604" y="52"/>
                    <a:pt x="604" y="52"/>
                    <a:pt x="604" y="52"/>
                  </a:cubicBezTo>
                  <a:cubicBezTo>
                    <a:pt x="604" y="51"/>
                    <a:pt x="604" y="51"/>
                    <a:pt x="604" y="51"/>
                  </a:cubicBezTo>
                  <a:cubicBezTo>
                    <a:pt x="605" y="51"/>
                    <a:pt x="605" y="51"/>
                    <a:pt x="605" y="51"/>
                  </a:cubicBezTo>
                  <a:cubicBezTo>
                    <a:pt x="606" y="51"/>
                    <a:pt x="607" y="51"/>
                    <a:pt x="608" y="50"/>
                  </a:cubicBezTo>
                  <a:cubicBezTo>
                    <a:pt x="609" y="50"/>
                    <a:pt x="609" y="49"/>
                    <a:pt x="609" y="48"/>
                  </a:cubicBezTo>
                  <a:cubicBezTo>
                    <a:pt x="609" y="48"/>
                    <a:pt x="609" y="47"/>
                    <a:pt x="609" y="45"/>
                  </a:cubicBezTo>
                  <a:cubicBezTo>
                    <a:pt x="609" y="31"/>
                    <a:pt x="609" y="31"/>
                    <a:pt x="609" y="31"/>
                  </a:cubicBezTo>
                  <a:cubicBezTo>
                    <a:pt x="609" y="27"/>
                    <a:pt x="609" y="25"/>
                    <a:pt x="608" y="24"/>
                  </a:cubicBezTo>
                  <a:cubicBezTo>
                    <a:pt x="607" y="23"/>
                    <a:pt x="606" y="22"/>
                    <a:pt x="604" y="22"/>
                  </a:cubicBezTo>
                  <a:cubicBezTo>
                    <a:pt x="601" y="22"/>
                    <a:pt x="598" y="23"/>
                    <a:pt x="595" y="27"/>
                  </a:cubicBezTo>
                  <a:cubicBezTo>
                    <a:pt x="595" y="45"/>
                    <a:pt x="595" y="45"/>
                    <a:pt x="595" y="45"/>
                  </a:cubicBezTo>
                  <a:cubicBezTo>
                    <a:pt x="595" y="47"/>
                    <a:pt x="595" y="48"/>
                    <a:pt x="596" y="49"/>
                  </a:cubicBezTo>
                  <a:cubicBezTo>
                    <a:pt x="596" y="50"/>
                    <a:pt x="597" y="50"/>
                    <a:pt x="597" y="51"/>
                  </a:cubicBezTo>
                  <a:cubicBezTo>
                    <a:pt x="597" y="51"/>
                    <a:pt x="599" y="51"/>
                    <a:pt x="601" y="51"/>
                  </a:cubicBezTo>
                  <a:cubicBezTo>
                    <a:pt x="601" y="52"/>
                    <a:pt x="601" y="52"/>
                    <a:pt x="601" y="52"/>
                  </a:cubicBezTo>
                  <a:cubicBezTo>
                    <a:pt x="585" y="52"/>
                    <a:pt x="585" y="52"/>
                    <a:pt x="585" y="52"/>
                  </a:cubicBezTo>
                  <a:cubicBezTo>
                    <a:pt x="585" y="51"/>
                    <a:pt x="585" y="51"/>
                    <a:pt x="585" y="51"/>
                  </a:cubicBezTo>
                  <a:cubicBezTo>
                    <a:pt x="585" y="51"/>
                    <a:pt x="585" y="51"/>
                    <a:pt x="585" y="51"/>
                  </a:cubicBezTo>
                  <a:cubicBezTo>
                    <a:pt x="587" y="51"/>
                    <a:pt x="588" y="51"/>
                    <a:pt x="589" y="50"/>
                  </a:cubicBezTo>
                  <a:cubicBezTo>
                    <a:pt x="589" y="49"/>
                    <a:pt x="589" y="47"/>
                    <a:pt x="589" y="45"/>
                  </a:cubicBezTo>
                  <a:cubicBezTo>
                    <a:pt x="589" y="32"/>
                    <a:pt x="589" y="32"/>
                    <a:pt x="589" y="32"/>
                  </a:cubicBezTo>
                  <a:cubicBezTo>
                    <a:pt x="589" y="28"/>
                    <a:pt x="589" y="25"/>
                    <a:pt x="589" y="24"/>
                  </a:cubicBezTo>
                  <a:cubicBezTo>
                    <a:pt x="589" y="23"/>
                    <a:pt x="589" y="23"/>
                    <a:pt x="588" y="22"/>
                  </a:cubicBezTo>
                  <a:cubicBezTo>
                    <a:pt x="588" y="22"/>
                    <a:pt x="587" y="22"/>
                    <a:pt x="587" y="22"/>
                  </a:cubicBezTo>
                  <a:cubicBezTo>
                    <a:pt x="586" y="22"/>
                    <a:pt x="585" y="22"/>
                    <a:pt x="584" y="22"/>
                  </a:cubicBezTo>
                  <a:cubicBezTo>
                    <a:pt x="584" y="21"/>
                    <a:pt x="584" y="21"/>
                    <a:pt x="584" y="21"/>
                  </a:cubicBezTo>
                  <a:cubicBezTo>
                    <a:pt x="594" y="17"/>
                    <a:pt x="594" y="17"/>
                    <a:pt x="594" y="17"/>
                  </a:cubicBezTo>
                  <a:cubicBezTo>
                    <a:pt x="595" y="17"/>
                    <a:pt x="595" y="17"/>
                    <a:pt x="595" y="17"/>
                  </a:cubicBezTo>
                  <a:cubicBezTo>
                    <a:pt x="595" y="25"/>
                    <a:pt x="595" y="25"/>
                    <a:pt x="595" y="25"/>
                  </a:cubicBezTo>
                  <a:close/>
                  <a:moveTo>
                    <a:pt x="654" y="40"/>
                  </a:moveTo>
                  <a:cubicBezTo>
                    <a:pt x="653" y="44"/>
                    <a:pt x="651" y="48"/>
                    <a:pt x="649" y="50"/>
                  </a:cubicBezTo>
                  <a:cubicBezTo>
                    <a:pt x="646" y="53"/>
                    <a:pt x="643" y="54"/>
                    <a:pt x="640" y="54"/>
                  </a:cubicBezTo>
                  <a:cubicBezTo>
                    <a:pt x="637" y="54"/>
                    <a:pt x="633" y="52"/>
                    <a:pt x="631" y="49"/>
                  </a:cubicBezTo>
                  <a:cubicBezTo>
                    <a:pt x="628" y="46"/>
                    <a:pt x="627" y="41"/>
                    <a:pt x="627" y="36"/>
                  </a:cubicBezTo>
                  <a:cubicBezTo>
                    <a:pt x="627" y="31"/>
                    <a:pt x="628" y="26"/>
                    <a:pt x="631" y="23"/>
                  </a:cubicBezTo>
                  <a:cubicBezTo>
                    <a:pt x="634" y="19"/>
                    <a:pt x="638" y="17"/>
                    <a:pt x="642" y="17"/>
                  </a:cubicBezTo>
                  <a:cubicBezTo>
                    <a:pt x="645" y="17"/>
                    <a:pt x="648" y="18"/>
                    <a:pt x="650" y="20"/>
                  </a:cubicBezTo>
                  <a:cubicBezTo>
                    <a:pt x="652" y="22"/>
                    <a:pt x="653" y="24"/>
                    <a:pt x="653" y="26"/>
                  </a:cubicBezTo>
                  <a:cubicBezTo>
                    <a:pt x="653" y="27"/>
                    <a:pt x="653" y="27"/>
                    <a:pt x="653" y="28"/>
                  </a:cubicBezTo>
                  <a:cubicBezTo>
                    <a:pt x="652" y="29"/>
                    <a:pt x="651" y="29"/>
                    <a:pt x="650" y="29"/>
                  </a:cubicBezTo>
                  <a:cubicBezTo>
                    <a:pt x="649" y="29"/>
                    <a:pt x="648" y="29"/>
                    <a:pt x="647" y="27"/>
                  </a:cubicBezTo>
                  <a:cubicBezTo>
                    <a:pt x="647" y="27"/>
                    <a:pt x="646" y="26"/>
                    <a:pt x="646" y="25"/>
                  </a:cubicBezTo>
                  <a:cubicBezTo>
                    <a:pt x="646" y="23"/>
                    <a:pt x="645" y="22"/>
                    <a:pt x="645" y="21"/>
                  </a:cubicBezTo>
                  <a:cubicBezTo>
                    <a:pt x="644" y="21"/>
                    <a:pt x="643" y="20"/>
                    <a:pt x="641" y="20"/>
                  </a:cubicBezTo>
                  <a:cubicBezTo>
                    <a:pt x="639" y="20"/>
                    <a:pt x="637" y="21"/>
                    <a:pt x="635" y="23"/>
                  </a:cubicBezTo>
                  <a:cubicBezTo>
                    <a:pt x="633" y="25"/>
                    <a:pt x="633" y="29"/>
                    <a:pt x="633" y="33"/>
                  </a:cubicBezTo>
                  <a:cubicBezTo>
                    <a:pt x="633" y="37"/>
                    <a:pt x="633" y="40"/>
                    <a:pt x="635" y="43"/>
                  </a:cubicBezTo>
                  <a:cubicBezTo>
                    <a:pt x="637" y="47"/>
                    <a:pt x="640" y="48"/>
                    <a:pt x="643" y="48"/>
                  </a:cubicBezTo>
                  <a:cubicBezTo>
                    <a:pt x="645" y="48"/>
                    <a:pt x="647" y="47"/>
                    <a:pt x="649" y="46"/>
                  </a:cubicBezTo>
                  <a:cubicBezTo>
                    <a:pt x="651" y="45"/>
                    <a:pt x="652" y="43"/>
                    <a:pt x="654" y="40"/>
                  </a:cubicBezTo>
                  <a:cubicBezTo>
                    <a:pt x="654" y="40"/>
                    <a:pt x="654" y="40"/>
                    <a:pt x="654" y="40"/>
                  </a:cubicBezTo>
                  <a:close/>
                  <a:moveTo>
                    <a:pt x="668" y="31"/>
                  </a:moveTo>
                  <a:cubicBezTo>
                    <a:pt x="668" y="37"/>
                    <a:pt x="669" y="40"/>
                    <a:pt x="671" y="43"/>
                  </a:cubicBezTo>
                  <a:cubicBezTo>
                    <a:pt x="674" y="46"/>
                    <a:pt x="677" y="48"/>
                    <a:pt x="680" y="48"/>
                  </a:cubicBezTo>
                  <a:cubicBezTo>
                    <a:pt x="682" y="48"/>
                    <a:pt x="684" y="47"/>
                    <a:pt x="685" y="46"/>
                  </a:cubicBezTo>
                  <a:cubicBezTo>
                    <a:pt x="687" y="45"/>
                    <a:pt x="688" y="43"/>
                    <a:pt x="689" y="39"/>
                  </a:cubicBezTo>
                  <a:cubicBezTo>
                    <a:pt x="691" y="40"/>
                    <a:pt x="691" y="40"/>
                    <a:pt x="691" y="40"/>
                  </a:cubicBezTo>
                  <a:cubicBezTo>
                    <a:pt x="690" y="43"/>
                    <a:pt x="689" y="47"/>
                    <a:pt x="686" y="49"/>
                  </a:cubicBezTo>
                  <a:cubicBezTo>
                    <a:pt x="684" y="52"/>
                    <a:pt x="681" y="53"/>
                    <a:pt x="677" y="53"/>
                  </a:cubicBezTo>
                  <a:cubicBezTo>
                    <a:pt x="673" y="53"/>
                    <a:pt x="670" y="52"/>
                    <a:pt x="667" y="49"/>
                  </a:cubicBezTo>
                  <a:cubicBezTo>
                    <a:pt x="664" y="45"/>
                    <a:pt x="663" y="41"/>
                    <a:pt x="663" y="36"/>
                  </a:cubicBezTo>
                  <a:cubicBezTo>
                    <a:pt x="663" y="30"/>
                    <a:pt x="665" y="25"/>
                    <a:pt x="667" y="22"/>
                  </a:cubicBezTo>
                  <a:cubicBezTo>
                    <a:pt x="670" y="19"/>
                    <a:pt x="674" y="17"/>
                    <a:pt x="678" y="17"/>
                  </a:cubicBezTo>
                  <a:cubicBezTo>
                    <a:pt x="682" y="17"/>
                    <a:pt x="685" y="19"/>
                    <a:pt x="687" y="21"/>
                  </a:cubicBezTo>
                  <a:cubicBezTo>
                    <a:pt x="690" y="23"/>
                    <a:pt x="691" y="27"/>
                    <a:pt x="691" y="31"/>
                  </a:cubicBezTo>
                  <a:cubicBezTo>
                    <a:pt x="668" y="31"/>
                    <a:pt x="668" y="31"/>
                    <a:pt x="668" y="31"/>
                  </a:cubicBezTo>
                  <a:close/>
                  <a:moveTo>
                    <a:pt x="668" y="29"/>
                  </a:moveTo>
                  <a:cubicBezTo>
                    <a:pt x="683" y="29"/>
                    <a:pt x="683" y="29"/>
                    <a:pt x="683" y="29"/>
                  </a:cubicBezTo>
                  <a:cubicBezTo>
                    <a:pt x="683" y="27"/>
                    <a:pt x="683" y="26"/>
                    <a:pt x="682" y="25"/>
                  </a:cubicBezTo>
                  <a:cubicBezTo>
                    <a:pt x="682" y="24"/>
                    <a:pt x="681" y="23"/>
                    <a:pt x="679" y="22"/>
                  </a:cubicBezTo>
                  <a:cubicBezTo>
                    <a:pt x="678" y="21"/>
                    <a:pt x="677" y="21"/>
                    <a:pt x="676" y="21"/>
                  </a:cubicBezTo>
                  <a:cubicBezTo>
                    <a:pt x="674" y="21"/>
                    <a:pt x="672" y="21"/>
                    <a:pt x="671" y="23"/>
                  </a:cubicBezTo>
                  <a:cubicBezTo>
                    <a:pt x="669" y="24"/>
                    <a:pt x="668" y="27"/>
                    <a:pt x="668" y="29"/>
                  </a:cubicBezTo>
                  <a:close/>
                  <a:moveTo>
                    <a:pt x="731" y="48"/>
                  </a:moveTo>
                  <a:cubicBezTo>
                    <a:pt x="728" y="51"/>
                    <a:pt x="726" y="52"/>
                    <a:pt x="725" y="53"/>
                  </a:cubicBezTo>
                  <a:cubicBezTo>
                    <a:pt x="724" y="53"/>
                    <a:pt x="722" y="53"/>
                    <a:pt x="721" y="53"/>
                  </a:cubicBezTo>
                  <a:cubicBezTo>
                    <a:pt x="719" y="53"/>
                    <a:pt x="717" y="53"/>
                    <a:pt x="715" y="51"/>
                  </a:cubicBezTo>
                  <a:cubicBezTo>
                    <a:pt x="714" y="49"/>
                    <a:pt x="713" y="47"/>
                    <a:pt x="713" y="45"/>
                  </a:cubicBezTo>
                  <a:cubicBezTo>
                    <a:pt x="713" y="43"/>
                    <a:pt x="714" y="41"/>
                    <a:pt x="715" y="40"/>
                  </a:cubicBezTo>
                  <a:cubicBezTo>
                    <a:pt x="715" y="39"/>
                    <a:pt x="717" y="37"/>
                    <a:pt x="720" y="35"/>
                  </a:cubicBezTo>
                  <a:cubicBezTo>
                    <a:pt x="722" y="34"/>
                    <a:pt x="726" y="32"/>
                    <a:pt x="732" y="30"/>
                  </a:cubicBezTo>
                  <a:cubicBezTo>
                    <a:pt x="732" y="29"/>
                    <a:pt x="732" y="29"/>
                    <a:pt x="732" y="29"/>
                  </a:cubicBezTo>
                  <a:cubicBezTo>
                    <a:pt x="732" y="25"/>
                    <a:pt x="731" y="23"/>
                    <a:pt x="730" y="22"/>
                  </a:cubicBezTo>
                  <a:cubicBezTo>
                    <a:pt x="729" y="21"/>
                    <a:pt x="728" y="20"/>
                    <a:pt x="726" y="20"/>
                  </a:cubicBezTo>
                  <a:cubicBezTo>
                    <a:pt x="724" y="20"/>
                    <a:pt x="723" y="20"/>
                    <a:pt x="722" y="21"/>
                  </a:cubicBezTo>
                  <a:cubicBezTo>
                    <a:pt x="721" y="22"/>
                    <a:pt x="721" y="23"/>
                    <a:pt x="721" y="24"/>
                  </a:cubicBezTo>
                  <a:cubicBezTo>
                    <a:pt x="721" y="26"/>
                    <a:pt x="721" y="26"/>
                    <a:pt x="721" y="26"/>
                  </a:cubicBezTo>
                  <a:cubicBezTo>
                    <a:pt x="721" y="27"/>
                    <a:pt x="721" y="28"/>
                    <a:pt x="720" y="29"/>
                  </a:cubicBezTo>
                  <a:cubicBezTo>
                    <a:pt x="720" y="29"/>
                    <a:pt x="719" y="29"/>
                    <a:pt x="718" y="29"/>
                  </a:cubicBezTo>
                  <a:cubicBezTo>
                    <a:pt x="717" y="29"/>
                    <a:pt x="717" y="29"/>
                    <a:pt x="716" y="29"/>
                  </a:cubicBezTo>
                  <a:cubicBezTo>
                    <a:pt x="716" y="28"/>
                    <a:pt x="715" y="27"/>
                    <a:pt x="715" y="26"/>
                  </a:cubicBezTo>
                  <a:cubicBezTo>
                    <a:pt x="715" y="24"/>
                    <a:pt x="717" y="22"/>
                    <a:pt x="719" y="20"/>
                  </a:cubicBezTo>
                  <a:cubicBezTo>
                    <a:pt x="721" y="18"/>
                    <a:pt x="724" y="17"/>
                    <a:pt x="727" y="17"/>
                  </a:cubicBezTo>
                  <a:cubicBezTo>
                    <a:pt x="730" y="17"/>
                    <a:pt x="733" y="17"/>
                    <a:pt x="735" y="19"/>
                  </a:cubicBezTo>
                  <a:cubicBezTo>
                    <a:pt x="736" y="19"/>
                    <a:pt x="737" y="21"/>
                    <a:pt x="738" y="22"/>
                  </a:cubicBezTo>
                  <a:cubicBezTo>
                    <a:pt x="738" y="23"/>
                    <a:pt x="739" y="25"/>
                    <a:pt x="739" y="29"/>
                  </a:cubicBezTo>
                  <a:cubicBezTo>
                    <a:pt x="739" y="40"/>
                    <a:pt x="739" y="40"/>
                    <a:pt x="739" y="40"/>
                  </a:cubicBezTo>
                  <a:cubicBezTo>
                    <a:pt x="739" y="43"/>
                    <a:pt x="739" y="45"/>
                    <a:pt x="739" y="46"/>
                  </a:cubicBezTo>
                  <a:cubicBezTo>
                    <a:pt x="739" y="47"/>
                    <a:pt x="739" y="47"/>
                    <a:pt x="739" y="48"/>
                  </a:cubicBezTo>
                  <a:cubicBezTo>
                    <a:pt x="739" y="48"/>
                    <a:pt x="739" y="48"/>
                    <a:pt x="740" y="48"/>
                  </a:cubicBezTo>
                  <a:cubicBezTo>
                    <a:pt x="740" y="48"/>
                    <a:pt x="741" y="48"/>
                    <a:pt x="741" y="48"/>
                  </a:cubicBezTo>
                  <a:cubicBezTo>
                    <a:pt x="741" y="47"/>
                    <a:pt x="743" y="47"/>
                    <a:pt x="744" y="45"/>
                  </a:cubicBezTo>
                  <a:cubicBezTo>
                    <a:pt x="744" y="47"/>
                    <a:pt x="744" y="47"/>
                    <a:pt x="744" y="47"/>
                  </a:cubicBezTo>
                  <a:cubicBezTo>
                    <a:pt x="741" y="51"/>
                    <a:pt x="739" y="53"/>
                    <a:pt x="736" y="53"/>
                  </a:cubicBezTo>
                  <a:cubicBezTo>
                    <a:pt x="735" y="53"/>
                    <a:pt x="734" y="52"/>
                    <a:pt x="733" y="51"/>
                  </a:cubicBezTo>
                  <a:cubicBezTo>
                    <a:pt x="732" y="51"/>
                    <a:pt x="731" y="50"/>
                    <a:pt x="731" y="48"/>
                  </a:cubicBezTo>
                  <a:close/>
                  <a:moveTo>
                    <a:pt x="731" y="45"/>
                  </a:moveTo>
                  <a:cubicBezTo>
                    <a:pt x="731" y="33"/>
                    <a:pt x="731" y="33"/>
                    <a:pt x="731" y="33"/>
                  </a:cubicBezTo>
                  <a:cubicBezTo>
                    <a:pt x="728" y="34"/>
                    <a:pt x="725" y="35"/>
                    <a:pt x="725" y="36"/>
                  </a:cubicBezTo>
                  <a:cubicBezTo>
                    <a:pt x="723" y="37"/>
                    <a:pt x="721" y="38"/>
                    <a:pt x="721" y="39"/>
                  </a:cubicBezTo>
                  <a:cubicBezTo>
                    <a:pt x="720" y="41"/>
                    <a:pt x="719" y="42"/>
                    <a:pt x="719" y="43"/>
                  </a:cubicBezTo>
                  <a:cubicBezTo>
                    <a:pt x="719" y="45"/>
                    <a:pt x="720" y="47"/>
                    <a:pt x="721" y="48"/>
                  </a:cubicBezTo>
                  <a:cubicBezTo>
                    <a:pt x="722" y="49"/>
                    <a:pt x="723" y="49"/>
                    <a:pt x="725" y="49"/>
                  </a:cubicBezTo>
                  <a:cubicBezTo>
                    <a:pt x="726" y="49"/>
                    <a:pt x="729" y="48"/>
                    <a:pt x="731" y="45"/>
                  </a:cubicBezTo>
                  <a:close/>
                  <a:moveTo>
                    <a:pt x="759" y="25"/>
                  </a:moveTo>
                  <a:cubicBezTo>
                    <a:pt x="763" y="20"/>
                    <a:pt x="766" y="18"/>
                    <a:pt x="769" y="18"/>
                  </a:cubicBezTo>
                  <a:cubicBezTo>
                    <a:pt x="771" y="18"/>
                    <a:pt x="773" y="18"/>
                    <a:pt x="774" y="19"/>
                  </a:cubicBezTo>
                  <a:cubicBezTo>
                    <a:pt x="775" y="20"/>
                    <a:pt x="777" y="21"/>
                    <a:pt x="777" y="23"/>
                  </a:cubicBezTo>
                  <a:cubicBezTo>
                    <a:pt x="778" y="25"/>
                    <a:pt x="778" y="27"/>
                    <a:pt x="778" y="30"/>
                  </a:cubicBezTo>
                  <a:cubicBezTo>
                    <a:pt x="778" y="45"/>
                    <a:pt x="778" y="45"/>
                    <a:pt x="778" y="45"/>
                  </a:cubicBezTo>
                  <a:cubicBezTo>
                    <a:pt x="778" y="47"/>
                    <a:pt x="778" y="48"/>
                    <a:pt x="779" y="49"/>
                  </a:cubicBezTo>
                  <a:cubicBezTo>
                    <a:pt x="779" y="50"/>
                    <a:pt x="779" y="50"/>
                    <a:pt x="780" y="51"/>
                  </a:cubicBezTo>
                  <a:cubicBezTo>
                    <a:pt x="780" y="51"/>
                    <a:pt x="781" y="51"/>
                    <a:pt x="783" y="51"/>
                  </a:cubicBezTo>
                  <a:cubicBezTo>
                    <a:pt x="783" y="52"/>
                    <a:pt x="783" y="52"/>
                    <a:pt x="783" y="52"/>
                  </a:cubicBezTo>
                  <a:cubicBezTo>
                    <a:pt x="767" y="52"/>
                    <a:pt x="767" y="52"/>
                    <a:pt x="767" y="52"/>
                  </a:cubicBezTo>
                  <a:cubicBezTo>
                    <a:pt x="767" y="51"/>
                    <a:pt x="767" y="51"/>
                    <a:pt x="767" y="51"/>
                  </a:cubicBezTo>
                  <a:cubicBezTo>
                    <a:pt x="768" y="51"/>
                    <a:pt x="768" y="51"/>
                    <a:pt x="768" y="51"/>
                  </a:cubicBezTo>
                  <a:cubicBezTo>
                    <a:pt x="769" y="51"/>
                    <a:pt x="770" y="51"/>
                    <a:pt x="771" y="50"/>
                  </a:cubicBezTo>
                  <a:cubicBezTo>
                    <a:pt x="772" y="50"/>
                    <a:pt x="772" y="49"/>
                    <a:pt x="772" y="48"/>
                  </a:cubicBezTo>
                  <a:cubicBezTo>
                    <a:pt x="772" y="48"/>
                    <a:pt x="772" y="47"/>
                    <a:pt x="772" y="45"/>
                  </a:cubicBezTo>
                  <a:cubicBezTo>
                    <a:pt x="772" y="31"/>
                    <a:pt x="772" y="31"/>
                    <a:pt x="772" y="31"/>
                  </a:cubicBezTo>
                  <a:cubicBezTo>
                    <a:pt x="772" y="27"/>
                    <a:pt x="772" y="25"/>
                    <a:pt x="771" y="24"/>
                  </a:cubicBezTo>
                  <a:cubicBezTo>
                    <a:pt x="770" y="23"/>
                    <a:pt x="769" y="22"/>
                    <a:pt x="767" y="22"/>
                  </a:cubicBezTo>
                  <a:cubicBezTo>
                    <a:pt x="764" y="22"/>
                    <a:pt x="761" y="23"/>
                    <a:pt x="759" y="27"/>
                  </a:cubicBezTo>
                  <a:cubicBezTo>
                    <a:pt x="759" y="45"/>
                    <a:pt x="759" y="45"/>
                    <a:pt x="759" y="45"/>
                  </a:cubicBezTo>
                  <a:cubicBezTo>
                    <a:pt x="759" y="47"/>
                    <a:pt x="759" y="48"/>
                    <a:pt x="759" y="49"/>
                  </a:cubicBezTo>
                  <a:cubicBezTo>
                    <a:pt x="759" y="50"/>
                    <a:pt x="760" y="50"/>
                    <a:pt x="760" y="51"/>
                  </a:cubicBezTo>
                  <a:cubicBezTo>
                    <a:pt x="761" y="51"/>
                    <a:pt x="762" y="51"/>
                    <a:pt x="764" y="51"/>
                  </a:cubicBezTo>
                  <a:cubicBezTo>
                    <a:pt x="764" y="52"/>
                    <a:pt x="764" y="52"/>
                    <a:pt x="764" y="52"/>
                  </a:cubicBezTo>
                  <a:cubicBezTo>
                    <a:pt x="748" y="52"/>
                    <a:pt x="748" y="52"/>
                    <a:pt x="748" y="52"/>
                  </a:cubicBezTo>
                  <a:cubicBezTo>
                    <a:pt x="748" y="51"/>
                    <a:pt x="748" y="51"/>
                    <a:pt x="748" y="51"/>
                  </a:cubicBezTo>
                  <a:cubicBezTo>
                    <a:pt x="749" y="51"/>
                    <a:pt x="749" y="51"/>
                    <a:pt x="749" y="51"/>
                  </a:cubicBezTo>
                  <a:cubicBezTo>
                    <a:pt x="750" y="51"/>
                    <a:pt x="751" y="51"/>
                    <a:pt x="752" y="50"/>
                  </a:cubicBezTo>
                  <a:cubicBezTo>
                    <a:pt x="752" y="49"/>
                    <a:pt x="753" y="47"/>
                    <a:pt x="753" y="45"/>
                  </a:cubicBezTo>
                  <a:cubicBezTo>
                    <a:pt x="753" y="32"/>
                    <a:pt x="753" y="32"/>
                    <a:pt x="753" y="32"/>
                  </a:cubicBezTo>
                  <a:cubicBezTo>
                    <a:pt x="753" y="28"/>
                    <a:pt x="753" y="25"/>
                    <a:pt x="752" y="24"/>
                  </a:cubicBezTo>
                  <a:cubicBezTo>
                    <a:pt x="752" y="23"/>
                    <a:pt x="752" y="23"/>
                    <a:pt x="751" y="22"/>
                  </a:cubicBezTo>
                  <a:cubicBezTo>
                    <a:pt x="751" y="22"/>
                    <a:pt x="751" y="22"/>
                    <a:pt x="750" y="22"/>
                  </a:cubicBezTo>
                  <a:cubicBezTo>
                    <a:pt x="749" y="22"/>
                    <a:pt x="748" y="22"/>
                    <a:pt x="747" y="22"/>
                  </a:cubicBezTo>
                  <a:cubicBezTo>
                    <a:pt x="747" y="21"/>
                    <a:pt x="747" y="21"/>
                    <a:pt x="747" y="21"/>
                  </a:cubicBezTo>
                  <a:cubicBezTo>
                    <a:pt x="757" y="17"/>
                    <a:pt x="757" y="17"/>
                    <a:pt x="757" y="17"/>
                  </a:cubicBezTo>
                  <a:cubicBezTo>
                    <a:pt x="759" y="17"/>
                    <a:pt x="759" y="17"/>
                    <a:pt x="759" y="17"/>
                  </a:cubicBezTo>
                  <a:cubicBezTo>
                    <a:pt x="759" y="25"/>
                    <a:pt x="759" y="25"/>
                    <a:pt x="759" y="25"/>
                  </a:cubicBezTo>
                  <a:close/>
                  <a:moveTo>
                    <a:pt x="812" y="49"/>
                  </a:moveTo>
                  <a:cubicBezTo>
                    <a:pt x="811" y="51"/>
                    <a:pt x="809" y="52"/>
                    <a:pt x="807" y="53"/>
                  </a:cubicBezTo>
                  <a:cubicBezTo>
                    <a:pt x="806" y="53"/>
                    <a:pt x="804" y="54"/>
                    <a:pt x="803" y="54"/>
                  </a:cubicBezTo>
                  <a:cubicBezTo>
                    <a:pt x="799" y="54"/>
                    <a:pt x="796" y="52"/>
                    <a:pt x="793" y="49"/>
                  </a:cubicBezTo>
                  <a:cubicBezTo>
                    <a:pt x="791" y="46"/>
                    <a:pt x="789" y="42"/>
                    <a:pt x="789" y="37"/>
                  </a:cubicBezTo>
                  <a:cubicBezTo>
                    <a:pt x="789" y="32"/>
                    <a:pt x="791" y="28"/>
                    <a:pt x="794" y="24"/>
                  </a:cubicBezTo>
                  <a:cubicBezTo>
                    <a:pt x="797" y="20"/>
                    <a:pt x="801" y="18"/>
                    <a:pt x="805" y="18"/>
                  </a:cubicBezTo>
                  <a:cubicBezTo>
                    <a:pt x="808" y="18"/>
                    <a:pt x="810" y="19"/>
                    <a:pt x="812" y="21"/>
                  </a:cubicBezTo>
                  <a:cubicBezTo>
                    <a:pt x="812" y="14"/>
                    <a:pt x="812" y="14"/>
                    <a:pt x="812" y="14"/>
                  </a:cubicBezTo>
                  <a:cubicBezTo>
                    <a:pt x="812" y="10"/>
                    <a:pt x="812" y="8"/>
                    <a:pt x="812" y="7"/>
                  </a:cubicBezTo>
                  <a:cubicBezTo>
                    <a:pt x="812" y="6"/>
                    <a:pt x="811" y="5"/>
                    <a:pt x="811" y="5"/>
                  </a:cubicBezTo>
                  <a:cubicBezTo>
                    <a:pt x="811" y="5"/>
                    <a:pt x="810" y="5"/>
                    <a:pt x="809" y="5"/>
                  </a:cubicBezTo>
                  <a:cubicBezTo>
                    <a:pt x="809" y="5"/>
                    <a:pt x="808" y="5"/>
                    <a:pt x="807" y="5"/>
                  </a:cubicBezTo>
                  <a:cubicBezTo>
                    <a:pt x="807" y="4"/>
                    <a:pt x="807" y="4"/>
                    <a:pt x="807" y="4"/>
                  </a:cubicBezTo>
                  <a:cubicBezTo>
                    <a:pt x="816" y="0"/>
                    <a:pt x="816" y="0"/>
                    <a:pt x="816" y="0"/>
                  </a:cubicBezTo>
                  <a:cubicBezTo>
                    <a:pt x="818" y="0"/>
                    <a:pt x="818" y="0"/>
                    <a:pt x="818" y="0"/>
                  </a:cubicBezTo>
                  <a:cubicBezTo>
                    <a:pt x="818" y="39"/>
                    <a:pt x="818" y="39"/>
                    <a:pt x="818" y="39"/>
                  </a:cubicBezTo>
                  <a:cubicBezTo>
                    <a:pt x="818" y="43"/>
                    <a:pt x="818" y="45"/>
                    <a:pt x="818" y="46"/>
                  </a:cubicBezTo>
                  <a:cubicBezTo>
                    <a:pt x="818" y="47"/>
                    <a:pt x="819" y="48"/>
                    <a:pt x="819" y="48"/>
                  </a:cubicBezTo>
                  <a:cubicBezTo>
                    <a:pt x="819" y="49"/>
                    <a:pt x="820" y="49"/>
                    <a:pt x="820" y="49"/>
                  </a:cubicBezTo>
                  <a:cubicBezTo>
                    <a:pt x="821" y="49"/>
                    <a:pt x="822" y="48"/>
                    <a:pt x="823" y="48"/>
                  </a:cubicBezTo>
                  <a:cubicBezTo>
                    <a:pt x="823" y="49"/>
                    <a:pt x="823" y="49"/>
                    <a:pt x="823" y="49"/>
                  </a:cubicBezTo>
                  <a:cubicBezTo>
                    <a:pt x="813" y="53"/>
                    <a:pt x="813" y="53"/>
                    <a:pt x="813" y="53"/>
                  </a:cubicBezTo>
                  <a:cubicBezTo>
                    <a:pt x="812" y="53"/>
                    <a:pt x="812" y="53"/>
                    <a:pt x="812" y="53"/>
                  </a:cubicBezTo>
                  <a:cubicBezTo>
                    <a:pt x="812" y="49"/>
                    <a:pt x="812" y="49"/>
                    <a:pt x="812" y="49"/>
                  </a:cubicBezTo>
                  <a:close/>
                  <a:moveTo>
                    <a:pt x="812" y="46"/>
                  </a:moveTo>
                  <a:cubicBezTo>
                    <a:pt x="812" y="29"/>
                    <a:pt x="812" y="29"/>
                    <a:pt x="812" y="29"/>
                  </a:cubicBezTo>
                  <a:cubicBezTo>
                    <a:pt x="812" y="27"/>
                    <a:pt x="812" y="25"/>
                    <a:pt x="811" y="24"/>
                  </a:cubicBezTo>
                  <a:cubicBezTo>
                    <a:pt x="810" y="23"/>
                    <a:pt x="809" y="22"/>
                    <a:pt x="808" y="21"/>
                  </a:cubicBezTo>
                  <a:cubicBezTo>
                    <a:pt x="807" y="20"/>
                    <a:pt x="806" y="20"/>
                    <a:pt x="805" y="20"/>
                  </a:cubicBezTo>
                  <a:cubicBezTo>
                    <a:pt x="803" y="20"/>
                    <a:pt x="801" y="21"/>
                    <a:pt x="799" y="23"/>
                  </a:cubicBezTo>
                  <a:cubicBezTo>
                    <a:pt x="797" y="25"/>
                    <a:pt x="796" y="29"/>
                    <a:pt x="796" y="34"/>
                  </a:cubicBezTo>
                  <a:cubicBezTo>
                    <a:pt x="796" y="39"/>
                    <a:pt x="797" y="43"/>
                    <a:pt x="799" y="45"/>
                  </a:cubicBezTo>
                  <a:cubicBezTo>
                    <a:pt x="801" y="48"/>
                    <a:pt x="803" y="49"/>
                    <a:pt x="806" y="49"/>
                  </a:cubicBezTo>
                  <a:cubicBezTo>
                    <a:pt x="808" y="50"/>
                    <a:pt x="810" y="49"/>
                    <a:pt x="812" y="46"/>
                  </a:cubicBezTo>
                  <a:close/>
                  <a:moveTo>
                    <a:pt x="883" y="3"/>
                  </a:moveTo>
                  <a:cubicBezTo>
                    <a:pt x="883" y="14"/>
                    <a:pt x="883" y="14"/>
                    <a:pt x="883" y="14"/>
                  </a:cubicBezTo>
                  <a:cubicBezTo>
                    <a:pt x="882" y="14"/>
                    <a:pt x="882" y="14"/>
                    <a:pt x="882" y="14"/>
                  </a:cubicBezTo>
                  <a:cubicBezTo>
                    <a:pt x="882" y="12"/>
                    <a:pt x="881" y="11"/>
                    <a:pt x="881" y="10"/>
                  </a:cubicBezTo>
                  <a:cubicBezTo>
                    <a:pt x="880" y="8"/>
                    <a:pt x="879" y="7"/>
                    <a:pt x="878" y="7"/>
                  </a:cubicBezTo>
                  <a:cubicBezTo>
                    <a:pt x="877" y="6"/>
                    <a:pt x="875" y="5"/>
                    <a:pt x="873" y="5"/>
                  </a:cubicBezTo>
                  <a:cubicBezTo>
                    <a:pt x="867" y="5"/>
                    <a:pt x="867" y="5"/>
                    <a:pt x="867" y="5"/>
                  </a:cubicBezTo>
                  <a:cubicBezTo>
                    <a:pt x="867" y="44"/>
                    <a:pt x="867" y="44"/>
                    <a:pt x="867" y="44"/>
                  </a:cubicBezTo>
                  <a:cubicBezTo>
                    <a:pt x="867" y="47"/>
                    <a:pt x="867" y="49"/>
                    <a:pt x="867" y="49"/>
                  </a:cubicBezTo>
                  <a:cubicBezTo>
                    <a:pt x="868" y="51"/>
                    <a:pt x="870" y="51"/>
                    <a:pt x="871" y="51"/>
                  </a:cubicBezTo>
                  <a:cubicBezTo>
                    <a:pt x="873" y="51"/>
                    <a:pt x="873" y="51"/>
                    <a:pt x="873" y="51"/>
                  </a:cubicBezTo>
                  <a:cubicBezTo>
                    <a:pt x="873" y="52"/>
                    <a:pt x="873" y="52"/>
                    <a:pt x="873" y="52"/>
                  </a:cubicBezTo>
                  <a:cubicBezTo>
                    <a:pt x="853" y="52"/>
                    <a:pt x="853" y="52"/>
                    <a:pt x="853" y="52"/>
                  </a:cubicBezTo>
                  <a:cubicBezTo>
                    <a:pt x="853" y="51"/>
                    <a:pt x="853" y="51"/>
                    <a:pt x="853" y="51"/>
                  </a:cubicBezTo>
                  <a:cubicBezTo>
                    <a:pt x="854" y="51"/>
                    <a:pt x="854" y="51"/>
                    <a:pt x="854" y="51"/>
                  </a:cubicBezTo>
                  <a:cubicBezTo>
                    <a:pt x="856" y="51"/>
                    <a:pt x="858" y="50"/>
                    <a:pt x="859" y="49"/>
                  </a:cubicBezTo>
                  <a:cubicBezTo>
                    <a:pt x="859" y="48"/>
                    <a:pt x="859" y="47"/>
                    <a:pt x="859" y="43"/>
                  </a:cubicBezTo>
                  <a:cubicBezTo>
                    <a:pt x="859" y="5"/>
                    <a:pt x="859" y="5"/>
                    <a:pt x="859" y="5"/>
                  </a:cubicBezTo>
                  <a:cubicBezTo>
                    <a:pt x="853" y="5"/>
                    <a:pt x="853" y="5"/>
                    <a:pt x="853" y="5"/>
                  </a:cubicBezTo>
                  <a:cubicBezTo>
                    <a:pt x="851" y="5"/>
                    <a:pt x="849" y="5"/>
                    <a:pt x="849" y="6"/>
                  </a:cubicBezTo>
                  <a:cubicBezTo>
                    <a:pt x="847" y="6"/>
                    <a:pt x="846" y="7"/>
                    <a:pt x="845" y="9"/>
                  </a:cubicBezTo>
                  <a:cubicBezTo>
                    <a:pt x="845" y="10"/>
                    <a:pt x="844" y="12"/>
                    <a:pt x="844" y="14"/>
                  </a:cubicBezTo>
                  <a:cubicBezTo>
                    <a:pt x="843" y="14"/>
                    <a:pt x="843" y="14"/>
                    <a:pt x="843" y="14"/>
                  </a:cubicBezTo>
                  <a:cubicBezTo>
                    <a:pt x="843" y="3"/>
                    <a:pt x="843" y="3"/>
                    <a:pt x="843" y="3"/>
                  </a:cubicBezTo>
                  <a:cubicBezTo>
                    <a:pt x="883" y="3"/>
                    <a:pt x="883" y="3"/>
                    <a:pt x="883" y="3"/>
                  </a:cubicBezTo>
                  <a:close/>
                  <a:moveTo>
                    <a:pt x="891" y="31"/>
                  </a:moveTo>
                  <a:cubicBezTo>
                    <a:pt x="891" y="37"/>
                    <a:pt x="893" y="40"/>
                    <a:pt x="895" y="43"/>
                  </a:cubicBezTo>
                  <a:cubicBezTo>
                    <a:pt x="897" y="46"/>
                    <a:pt x="900" y="48"/>
                    <a:pt x="903" y="48"/>
                  </a:cubicBezTo>
                  <a:cubicBezTo>
                    <a:pt x="905" y="48"/>
                    <a:pt x="907" y="47"/>
                    <a:pt x="909" y="46"/>
                  </a:cubicBezTo>
                  <a:cubicBezTo>
                    <a:pt x="911" y="45"/>
                    <a:pt x="912" y="43"/>
                    <a:pt x="913" y="39"/>
                  </a:cubicBezTo>
                  <a:cubicBezTo>
                    <a:pt x="914" y="40"/>
                    <a:pt x="914" y="40"/>
                    <a:pt x="914" y="40"/>
                  </a:cubicBezTo>
                  <a:cubicBezTo>
                    <a:pt x="914" y="43"/>
                    <a:pt x="912" y="47"/>
                    <a:pt x="910" y="49"/>
                  </a:cubicBezTo>
                  <a:cubicBezTo>
                    <a:pt x="907" y="52"/>
                    <a:pt x="904" y="53"/>
                    <a:pt x="901" y="53"/>
                  </a:cubicBezTo>
                  <a:cubicBezTo>
                    <a:pt x="897" y="53"/>
                    <a:pt x="893" y="52"/>
                    <a:pt x="891" y="49"/>
                  </a:cubicBezTo>
                  <a:cubicBezTo>
                    <a:pt x="888" y="45"/>
                    <a:pt x="887" y="41"/>
                    <a:pt x="887" y="36"/>
                  </a:cubicBezTo>
                  <a:cubicBezTo>
                    <a:pt x="887" y="30"/>
                    <a:pt x="888" y="25"/>
                    <a:pt x="891" y="22"/>
                  </a:cubicBezTo>
                  <a:cubicBezTo>
                    <a:pt x="894" y="19"/>
                    <a:pt x="897" y="17"/>
                    <a:pt x="902" y="17"/>
                  </a:cubicBezTo>
                  <a:cubicBezTo>
                    <a:pt x="905" y="17"/>
                    <a:pt x="909" y="19"/>
                    <a:pt x="911" y="21"/>
                  </a:cubicBezTo>
                  <a:cubicBezTo>
                    <a:pt x="913" y="23"/>
                    <a:pt x="915" y="27"/>
                    <a:pt x="915" y="31"/>
                  </a:cubicBezTo>
                  <a:cubicBezTo>
                    <a:pt x="891" y="31"/>
                    <a:pt x="891" y="31"/>
                    <a:pt x="891" y="31"/>
                  </a:cubicBezTo>
                  <a:close/>
                  <a:moveTo>
                    <a:pt x="891" y="29"/>
                  </a:moveTo>
                  <a:cubicBezTo>
                    <a:pt x="907" y="29"/>
                    <a:pt x="907" y="29"/>
                    <a:pt x="907" y="29"/>
                  </a:cubicBezTo>
                  <a:cubicBezTo>
                    <a:pt x="907" y="27"/>
                    <a:pt x="906" y="26"/>
                    <a:pt x="906" y="25"/>
                  </a:cubicBezTo>
                  <a:cubicBezTo>
                    <a:pt x="905" y="24"/>
                    <a:pt x="904" y="23"/>
                    <a:pt x="903" y="22"/>
                  </a:cubicBezTo>
                  <a:cubicBezTo>
                    <a:pt x="902" y="21"/>
                    <a:pt x="901" y="21"/>
                    <a:pt x="899" y="21"/>
                  </a:cubicBezTo>
                  <a:cubicBezTo>
                    <a:pt x="897" y="21"/>
                    <a:pt x="896" y="21"/>
                    <a:pt x="894" y="23"/>
                  </a:cubicBezTo>
                  <a:cubicBezTo>
                    <a:pt x="893" y="24"/>
                    <a:pt x="892" y="27"/>
                    <a:pt x="891"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50" name="Freeform 35"/>
            <p:cNvSpPr>
              <a:spLocks noEditPoints="1"/>
            </p:cNvSpPr>
            <p:nvPr/>
          </p:nvSpPr>
          <p:spPr bwMode="auto">
            <a:xfrm>
              <a:off x="10679175" y="4943779"/>
              <a:ext cx="873125" cy="103188"/>
            </a:xfrm>
            <a:custGeom>
              <a:avLst/>
              <a:gdLst>
                <a:gd name="T0" fmla="*/ 23 w 586"/>
                <a:gd name="T1" fmla="*/ 21 h 69"/>
                <a:gd name="T2" fmla="*/ 8 w 586"/>
                <a:gd name="T3" fmla="*/ 24 h 69"/>
                <a:gd name="T4" fmla="*/ 45 w 586"/>
                <a:gd name="T5" fmla="*/ 26 h 69"/>
                <a:gd name="T6" fmla="*/ 66 w 586"/>
                <a:gd name="T7" fmla="*/ 52 h 69"/>
                <a:gd name="T8" fmla="*/ 58 w 586"/>
                <a:gd name="T9" fmla="*/ 46 h 69"/>
                <a:gd name="T10" fmla="*/ 46 w 586"/>
                <a:gd name="T11" fmla="*/ 50 h 69"/>
                <a:gd name="T12" fmla="*/ 40 w 586"/>
                <a:gd name="T13" fmla="*/ 46 h 69"/>
                <a:gd name="T14" fmla="*/ 45 w 586"/>
                <a:gd name="T15" fmla="*/ 1 h 69"/>
                <a:gd name="T16" fmla="*/ 106 w 586"/>
                <a:gd name="T17" fmla="*/ 52 h 69"/>
                <a:gd name="T18" fmla="*/ 98 w 586"/>
                <a:gd name="T19" fmla="*/ 46 h 69"/>
                <a:gd name="T20" fmla="*/ 90 w 586"/>
                <a:gd name="T21" fmla="*/ 52 h 69"/>
                <a:gd name="T22" fmla="*/ 78 w 586"/>
                <a:gd name="T23" fmla="*/ 25 h 69"/>
                <a:gd name="T24" fmla="*/ 132 w 586"/>
                <a:gd name="T25" fmla="*/ 19 h 69"/>
                <a:gd name="T26" fmla="*/ 118 w 586"/>
                <a:gd name="T27" fmla="*/ 28 h 69"/>
                <a:gd name="T28" fmla="*/ 133 w 586"/>
                <a:gd name="T29" fmla="*/ 52 h 69"/>
                <a:gd name="T30" fmla="*/ 169 w 586"/>
                <a:gd name="T31" fmla="*/ 52 h 69"/>
                <a:gd name="T32" fmla="*/ 161 w 586"/>
                <a:gd name="T33" fmla="*/ 15 h 69"/>
                <a:gd name="T34" fmla="*/ 167 w 586"/>
                <a:gd name="T35" fmla="*/ 1 h 69"/>
                <a:gd name="T36" fmla="*/ 181 w 586"/>
                <a:gd name="T37" fmla="*/ 38 h 69"/>
                <a:gd name="T38" fmla="*/ 189 w 586"/>
                <a:gd name="T39" fmla="*/ 47 h 69"/>
                <a:gd name="T40" fmla="*/ 222 w 586"/>
                <a:gd name="T41" fmla="*/ 31 h 69"/>
                <a:gd name="T42" fmla="*/ 252 w 586"/>
                <a:gd name="T43" fmla="*/ 24 h 69"/>
                <a:gd name="T44" fmla="*/ 228 w 586"/>
                <a:gd name="T45" fmla="*/ 44 h 69"/>
                <a:gd name="T46" fmla="*/ 249 w 586"/>
                <a:gd name="T47" fmla="*/ 64 h 69"/>
                <a:gd name="T48" fmla="*/ 223 w 586"/>
                <a:gd name="T49" fmla="*/ 48 h 69"/>
                <a:gd name="T50" fmla="*/ 240 w 586"/>
                <a:gd name="T51" fmla="*/ 39 h 69"/>
                <a:gd name="T52" fmla="*/ 238 w 586"/>
                <a:gd name="T53" fmla="*/ 66 h 69"/>
                <a:gd name="T54" fmla="*/ 274 w 586"/>
                <a:gd name="T55" fmla="*/ 21 h 69"/>
                <a:gd name="T56" fmla="*/ 286 w 586"/>
                <a:gd name="T57" fmla="*/ 21 h 69"/>
                <a:gd name="T58" fmla="*/ 290 w 586"/>
                <a:gd name="T59" fmla="*/ 25 h 69"/>
                <a:gd name="T60" fmla="*/ 267 w 586"/>
                <a:gd name="T61" fmla="*/ 62 h 69"/>
                <a:gd name="T62" fmla="*/ 258 w 586"/>
                <a:gd name="T63" fmla="*/ 20 h 69"/>
                <a:gd name="T64" fmla="*/ 319 w 586"/>
                <a:gd name="T65" fmla="*/ 49 h 69"/>
                <a:gd name="T66" fmla="*/ 322 w 586"/>
                <a:gd name="T67" fmla="*/ 34 h 69"/>
                <a:gd name="T68" fmla="*/ 368 w 586"/>
                <a:gd name="T69" fmla="*/ 45 h 69"/>
                <a:gd name="T70" fmla="*/ 360 w 586"/>
                <a:gd name="T71" fmla="*/ 52 h 69"/>
                <a:gd name="T72" fmla="*/ 364 w 586"/>
                <a:gd name="T73" fmla="*/ 8 h 69"/>
                <a:gd name="T74" fmla="*/ 378 w 586"/>
                <a:gd name="T75" fmla="*/ 6 h 69"/>
                <a:gd name="T76" fmla="*/ 377 w 586"/>
                <a:gd name="T77" fmla="*/ 22 h 69"/>
                <a:gd name="T78" fmla="*/ 408 w 586"/>
                <a:gd name="T79" fmla="*/ 16 h 69"/>
                <a:gd name="T80" fmla="*/ 433 w 586"/>
                <a:gd name="T81" fmla="*/ 52 h 69"/>
                <a:gd name="T82" fmla="*/ 435 w 586"/>
                <a:gd name="T83" fmla="*/ 6 h 69"/>
                <a:gd name="T84" fmla="*/ 476 w 586"/>
                <a:gd name="T85" fmla="*/ 20 h 69"/>
                <a:gd name="T86" fmla="*/ 468 w 586"/>
                <a:gd name="T87" fmla="*/ 54 h 69"/>
                <a:gd name="T88" fmla="*/ 472 w 586"/>
                <a:gd name="T89" fmla="*/ 24 h 69"/>
                <a:gd name="T90" fmla="*/ 466 w 586"/>
                <a:gd name="T91" fmla="*/ 54 h 69"/>
                <a:gd name="T92" fmla="*/ 454 w 586"/>
                <a:gd name="T93" fmla="*/ 6 h 69"/>
                <a:gd name="T94" fmla="*/ 502 w 586"/>
                <a:gd name="T95" fmla="*/ 5 h 69"/>
                <a:gd name="T96" fmla="*/ 502 w 586"/>
                <a:gd name="T97" fmla="*/ 46 h 69"/>
                <a:gd name="T98" fmla="*/ 495 w 586"/>
                <a:gd name="T99" fmla="*/ 50 h 69"/>
                <a:gd name="T100" fmla="*/ 500 w 586"/>
                <a:gd name="T101" fmla="*/ 19 h 69"/>
                <a:gd name="T102" fmla="*/ 544 w 586"/>
                <a:gd name="T103" fmla="*/ 50 h 69"/>
                <a:gd name="T104" fmla="*/ 538 w 586"/>
                <a:gd name="T105" fmla="*/ 49 h 69"/>
                <a:gd name="T106" fmla="*/ 526 w 586"/>
                <a:gd name="T107" fmla="*/ 52 h 69"/>
                <a:gd name="T108" fmla="*/ 518 w 586"/>
                <a:gd name="T109" fmla="*/ 33 h 69"/>
                <a:gd name="T110" fmla="*/ 524 w 586"/>
                <a:gd name="T111" fmla="*/ 26 h 69"/>
                <a:gd name="T112" fmla="*/ 574 w 586"/>
                <a:gd name="T113" fmla="*/ 31 h 69"/>
                <a:gd name="T114" fmla="*/ 560 w 586"/>
                <a:gd name="T115" fmla="*/ 30 h 69"/>
                <a:gd name="T116" fmla="*/ 580 w 586"/>
                <a:gd name="T117" fmla="*/ 41 h 69"/>
                <a:gd name="T118" fmla="*/ 575 w 586"/>
                <a:gd name="T119" fmla="*/ 52 h 69"/>
                <a:gd name="T120" fmla="*/ 566 w 586"/>
                <a:gd name="T121" fmla="*/ 5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86" h="69">
                  <a:moveTo>
                    <a:pt x="27" y="41"/>
                  </a:moveTo>
                  <a:cubicBezTo>
                    <a:pt x="26" y="45"/>
                    <a:pt x="24" y="49"/>
                    <a:pt x="22" y="51"/>
                  </a:cubicBezTo>
                  <a:cubicBezTo>
                    <a:pt x="19" y="54"/>
                    <a:pt x="16" y="55"/>
                    <a:pt x="13" y="55"/>
                  </a:cubicBezTo>
                  <a:cubicBezTo>
                    <a:pt x="10" y="55"/>
                    <a:pt x="6" y="53"/>
                    <a:pt x="4" y="50"/>
                  </a:cubicBezTo>
                  <a:cubicBezTo>
                    <a:pt x="1" y="47"/>
                    <a:pt x="0" y="42"/>
                    <a:pt x="0" y="37"/>
                  </a:cubicBezTo>
                  <a:cubicBezTo>
                    <a:pt x="0" y="32"/>
                    <a:pt x="1" y="27"/>
                    <a:pt x="4" y="24"/>
                  </a:cubicBezTo>
                  <a:cubicBezTo>
                    <a:pt x="7" y="20"/>
                    <a:pt x="11" y="18"/>
                    <a:pt x="15" y="18"/>
                  </a:cubicBezTo>
                  <a:cubicBezTo>
                    <a:pt x="18" y="18"/>
                    <a:pt x="21" y="19"/>
                    <a:pt x="23" y="21"/>
                  </a:cubicBezTo>
                  <a:cubicBezTo>
                    <a:pt x="25" y="23"/>
                    <a:pt x="26" y="25"/>
                    <a:pt x="26" y="27"/>
                  </a:cubicBezTo>
                  <a:cubicBezTo>
                    <a:pt x="26" y="28"/>
                    <a:pt x="26" y="28"/>
                    <a:pt x="26" y="29"/>
                  </a:cubicBezTo>
                  <a:cubicBezTo>
                    <a:pt x="25" y="30"/>
                    <a:pt x="24" y="30"/>
                    <a:pt x="23" y="30"/>
                  </a:cubicBezTo>
                  <a:cubicBezTo>
                    <a:pt x="22" y="30"/>
                    <a:pt x="21" y="30"/>
                    <a:pt x="20" y="28"/>
                  </a:cubicBezTo>
                  <a:cubicBezTo>
                    <a:pt x="20" y="28"/>
                    <a:pt x="19" y="27"/>
                    <a:pt x="19" y="26"/>
                  </a:cubicBezTo>
                  <a:cubicBezTo>
                    <a:pt x="19" y="24"/>
                    <a:pt x="18" y="23"/>
                    <a:pt x="18" y="22"/>
                  </a:cubicBezTo>
                  <a:cubicBezTo>
                    <a:pt x="17" y="22"/>
                    <a:pt x="16" y="21"/>
                    <a:pt x="14" y="21"/>
                  </a:cubicBezTo>
                  <a:cubicBezTo>
                    <a:pt x="12" y="21"/>
                    <a:pt x="10" y="22"/>
                    <a:pt x="8" y="24"/>
                  </a:cubicBezTo>
                  <a:cubicBezTo>
                    <a:pt x="6" y="26"/>
                    <a:pt x="6" y="30"/>
                    <a:pt x="6" y="34"/>
                  </a:cubicBezTo>
                  <a:cubicBezTo>
                    <a:pt x="6" y="38"/>
                    <a:pt x="6" y="41"/>
                    <a:pt x="8" y="44"/>
                  </a:cubicBezTo>
                  <a:cubicBezTo>
                    <a:pt x="10" y="48"/>
                    <a:pt x="13" y="49"/>
                    <a:pt x="16" y="49"/>
                  </a:cubicBezTo>
                  <a:cubicBezTo>
                    <a:pt x="18" y="49"/>
                    <a:pt x="20" y="48"/>
                    <a:pt x="22" y="47"/>
                  </a:cubicBezTo>
                  <a:cubicBezTo>
                    <a:pt x="24" y="46"/>
                    <a:pt x="25" y="44"/>
                    <a:pt x="27" y="41"/>
                  </a:cubicBezTo>
                  <a:cubicBezTo>
                    <a:pt x="27" y="41"/>
                    <a:pt x="27" y="41"/>
                    <a:pt x="27" y="41"/>
                  </a:cubicBezTo>
                  <a:close/>
                  <a:moveTo>
                    <a:pt x="45" y="1"/>
                  </a:moveTo>
                  <a:cubicBezTo>
                    <a:pt x="45" y="26"/>
                    <a:pt x="45" y="26"/>
                    <a:pt x="45" y="26"/>
                  </a:cubicBezTo>
                  <a:cubicBezTo>
                    <a:pt x="48" y="22"/>
                    <a:pt x="50" y="21"/>
                    <a:pt x="51" y="20"/>
                  </a:cubicBezTo>
                  <a:cubicBezTo>
                    <a:pt x="53" y="19"/>
                    <a:pt x="54" y="18"/>
                    <a:pt x="56" y="18"/>
                  </a:cubicBezTo>
                  <a:cubicBezTo>
                    <a:pt x="58" y="18"/>
                    <a:pt x="60" y="19"/>
                    <a:pt x="61" y="20"/>
                  </a:cubicBezTo>
                  <a:cubicBezTo>
                    <a:pt x="62" y="21"/>
                    <a:pt x="63" y="23"/>
                    <a:pt x="64" y="25"/>
                  </a:cubicBezTo>
                  <a:cubicBezTo>
                    <a:pt x="64" y="27"/>
                    <a:pt x="64" y="30"/>
                    <a:pt x="64" y="34"/>
                  </a:cubicBezTo>
                  <a:cubicBezTo>
                    <a:pt x="64" y="46"/>
                    <a:pt x="64" y="46"/>
                    <a:pt x="64" y="46"/>
                  </a:cubicBezTo>
                  <a:cubicBezTo>
                    <a:pt x="64" y="48"/>
                    <a:pt x="64" y="50"/>
                    <a:pt x="65" y="50"/>
                  </a:cubicBezTo>
                  <a:cubicBezTo>
                    <a:pt x="65" y="51"/>
                    <a:pt x="66" y="52"/>
                    <a:pt x="66" y="52"/>
                  </a:cubicBezTo>
                  <a:cubicBezTo>
                    <a:pt x="66" y="52"/>
                    <a:pt x="68" y="52"/>
                    <a:pt x="69" y="52"/>
                  </a:cubicBezTo>
                  <a:cubicBezTo>
                    <a:pt x="69" y="54"/>
                    <a:pt x="69" y="54"/>
                    <a:pt x="69" y="54"/>
                  </a:cubicBezTo>
                  <a:cubicBezTo>
                    <a:pt x="53" y="54"/>
                    <a:pt x="53" y="54"/>
                    <a:pt x="53" y="54"/>
                  </a:cubicBezTo>
                  <a:cubicBezTo>
                    <a:pt x="53" y="52"/>
                    <a:pt x="53" y="52"/>
                    <a:pt x="53" y="52"/>
                  </a:cubicBezTo>
                  <a:cubicBezTo>
                    <a:pt x="54" y="52"/>
                    <a:pt x="54" y="52"/>
                    <a:pt x="54" y="52"/>
                  </a:cubicBezTo>
                  <a:cubicBezTo>
                    <a:pt x="56" y="52"/>
                    <a:pt x="56" y="52"/>
                    <a:pt x="57" y="52"/>
                  </a:cubicBezTo>
                  <a:cubicBezTo>
                    <a:pt x="58" y="51"/>
                    <a:pt x="58" y="50"/>
                    <a:pt x="58" y="50"/>
                  </a:cubicBezTo>
                  <a:cubicBezTo>
                    <a:pt x="58" y="49"/>
                    <a:pt x="58" y="48"/>
                    <a:pt x="58" y="46"/>
                  </a:cubicBezTo>
                  <a:cubicBezTo>
                    <a:pt x="58" y="34"/>
                    <a:pt x="58" y="34"/>
                    <a:pt x="58" y="34"/>
                  </a:cubicBezTo>
                  <a:cubicBezTo>
                    <a:pt x="58" y="30"/>
                    <a:pt x="58" y="28"/>
                    <a:pt x="58" y="27"/>
                  </a:cubicBezTo>
                  <a:cubicBezTo>
                    <a:pt x="58" y="26"/>
                    <a:pt x="57" y="25"/>
                    <a:pt x="56" y="24"/>
                  </a:cubicBezTo>
                  <a:cubicBezTo>
                    <a:pt x="56" y="24"/>
                    <a:pt x="55" y="23"/>
                    <a:pt x="54" y="23"/>
                  </a:cubicBezTo>
                  <a:cubicBezTo>
                    <a:pt x="52" y="23"/>
                    <a:pt x="51" y="24"/>
                    <a:pt x="50" y="24"/>
                  </a:cubicBezTo>
                  <a:cubicBezTo>
                    <a:pt x="49" y="25"/>
                    <a:pt x="47" y="26"/>
                    <a:pt x="46" y="28"/>
                  </a:cubicBezTo>
                  <a:cubicBezTo>
                    <a:pt x="46" y="46"/>
                    <a:pt x="46" y="46"/>
                    <a:pt x="46" y="46"/>
                  </a:cubicBezTo>
                  <a:cubicBezTo>
                    <a:pt x="46" y="48"/>
                    <a:pt x="46" y="50"/>
                    <a:pt x="46" y="50"/>
                  </a:cubicBezTo>
                  <a:cubicBezTo>
                    <a:pt x="46" y="51"/>
                    <a:pt x="47" y="52"/>
                    <a:pt x="47" y="52"/>
                  </a:cubicBezTo>
                  <a:cubicBezTo>
                    <a:pt x="48" y="52"/>
                    <a:pt x="49" y="52"/>
                    <a:pt x="51" y="52"/>
                  </a:cubicBezTo>
                  <a:cubicBezTo>
                    <a:pt x="51" y="54"/>
                    <a:pt x="51" y="54"/>
                    <a:pt x="51" y="54"/>
                  </a:cubicBezTo>
                  <a:cubicBezTo>
                    <a:pt x="34" y="54"/>
                    <a:pt x="34" y="54"/>
                    <a:pt x="34" y="54"/>
                  </a:cubicBezTo>
                  <a:cubicBezTo>
                    <a:pt x="34" y="52"/>
                    <a:pt x="34" y="52"/>
                    <a:pt x="34" y="52"/>
                  </a:cubicBezTo>
                  <a:cubicBezTo>
                    <a:pt x="36" y="52"/>
                    <a:pt x="37" y="52"/>
                    <a:pt x="38" y="52"/>
                  </a:cubicBezTo>
                  <a:cubicBezTo>
                    <a:pt x="38" y="51"/>
                    <a:pt x="39" y="51"/>
                    <a:pt x="39" y="50"/>
                  </a:cubicBezTo>
                  <a:cubicBezTo>
                    <a:pt x="40" y="49"/>
                    <a:pt x="40" y="48"/>
                    <a:pt x="40" y="46"/>
                  </a:cubicBezTo>
                  <a:cubicBezTo>
                    <a:pt x="40" y="15"/>
                    <a:pt x="40" y="15"/>
                    <a:pt x="40" y="15"/>
                  </a:cubicBezTo>
                  <a:cubicBezTo>
                    <a:pt x="40" y="11"/>
                    <a:pt x="40" y="8"/>
                    <a:pt x="39" y="8"/>
                  </a:cubicBezTo>
                  <a:cubicBezTo>
                    <a:pt x="39" y="7"/>
                    <a:pt x="39" y="6"/>
                    <a:pt x="38" y="6"/>
                  </a:cubicBezTo>
                  <a:cubicBezTo>
                    <a:pt x="38" y="5"/>
                    <a:pt x="38" y="5"/>
                    <a:pt x="37" y="5"/>
                  </a:cubicBezTo>
                  <a:cubicBezTo>
                    <a:pt x="36" y="5"/>
                    <a:pt x="36" y="5"/>
                    <a:pt x="34" y="6"/>
                  </a:cubicBezTo>
                  <a:cubicBezTo>
                    <a:pt x="34" y="4"/>
                    <a:pt x="34" y="4"/>
                    <a:pt x="34" y="4"/>
                  </a:cubicBezTo>
                  <a:cubicBezTo>
                    <a:pt x="44" y="0"/>
                    <a:pt x="44" y="0"/>
                    <a:pt x="44" y="0"/>
                  </a:cubicBezTo>
                  <a:cubicBezTo>
                    <a:pt x="45" y="1"/>
                    <a:pt x="45" y="1"/>
                    <a:pt x="45" y="1"/>
                  </a:cubicBezTo>
                  <a:close/>
                  <a:moveTo>
                    <a:pt x="85" y="26"/>
                  </a:moveTo>
                  <a:cubicBezTo>
                    <a:pt x="89" y="21"/>
                    <a:pt x="92" y="19"/>
                    <a:pt x="96" y="19"/>
                  </a:cubicBezTo>
                  <a:cubicBezTo>
                    <a:pt x="97" y="19"/>
                    <a:pt x="99" y="19"/>
                    <a:pt x="100" y="20"/>
                  </a:cubicBezTo>
                  <a:cubicBezTo>
                    <a:pt x="102" y="21"/>
                    <a:pt x="103" y="22"/>
                    <a:pt x="104" y="24"/>
                  </a:cubicBezTo>
                  <a:cubicBezTo>
                    <a:pt x="104" y="26"/>
                    <a:pt x="104" y="28"/>
                    <a:pt x="104" y="31"/>
                  </a:cubicBezTo>
                  <a:cubicBezTo>
                    <a:pt x="104" y="46"/>
                    <a:pt x="104" y="46"/>
                    <a:pt x="104" y="46"/>
                  </a:cubicBezTo>
                  <a:cubicBezTo>
                    <a:pt x="104" y="48"/>
                    <a:pt x="104" y="49"/>
                    <a:pt x="105" y="50"/>
                  </a:cubicBezTo>
                  <a:cubicBezTo>
                    <a:pt x="105" y="51"/>
                    <a:pt x="106" y="51"/>
                    <a:pt x="106" y="52"/>
                  </a:cubicBezTo>
                  <a:cubicBezTo>
                    <a:pt x="106" y="52"/>
                    <a:pt x="108" y="52"/>
                    <a:pt x="109" y="52"/>
                  </a:cubicBezTo>
                  <a:cubicBezTo>
                    <a:pt x="109" y="53"/>
                    <a:pt x="109" y="53"/>
                    <a:pt x="109" y="53"/>
                  </a:cubicBezTo>
                  <a:cubicBezTo>
                    <a:pt x="93" y="53"/>
                    <a:pt x="93" y="53"/>
                    <a:pt x="93" y="53"/>
                  </a:cubicBezTo>
                  <a:cubicBezTo>
                    <a:pt x="93" y="52"/>
                    <a:pt x="93" y="52"/>
                    <a:pt x="93" y="52"/>
                  </a:cubicBezTo>
                  <a:cubicBezTo>
                    <a:pt x="94" y="52"/>
                    <a:pt x="94" y="52"/>
                    <a:pt x="94" y="52"/>
                  </a:cubicBezTo>
                  <a:cubicBezTo>
                    <a:pt x="96" y="52"/>
                    <a:pt x="96" y="52"/>
                    <a:pt x="97" y="51"/>
                  </a:cubicBezTo>
                  <a:cubicBezTo>
                    <a:pt x="98" y="51"/>
                    <a:pt x="98" y="50"/>
                    <a:pt x="98" y="49"/>
                  </a:cubicBezTo>
                  <a:cubicBezTo>
                    <a:pt x="98" y="49"/>
                    <a:pt x="98" y="48"/>
                    <a:pt x="98" y="46"/>
                  </a:cubicBezTo>
                  <a:cubicBezTo>
                    <a:pt x="98" y="32"/>
                    <a:pt x="98" y="32"/>
                    <a:pt x="98" y="32"/>
                  </a:cubicBezTo>
                  <a:cubicBezTo>
                    <a:pt x="98" y="28"/>
                    <a:pt x="98" y="26"/>
                    <a:pt x="97" y="25"/>
                  </a:cubicBezTo>
                  <a:cubicBezTo>
                    <a:pt x="96" y="24"/>
                    <a:pt x="95" y="23"/>
                    <a:pt x="93" y="23"/>
                  </a:cubicBezTo>
                  <a:cubicBezTo>
                    <a:pt x="90" y="23"/>
                    <a:pt x="88" y="24"/>
                    <a:pt x="85" y="28"/>
                  </a:cubicBezTo>
                  <a:cubicBezTo>
                    <a:pt x="85" y="46"/>
                    <a:pt x="85" y="46"/>
                    <a:pt x="85" y="46"/>
                  </a:cubicBezTo>
                  <a:cubicBezTo>
                    <a:pt x="85" y="48"/>
                    <a:pt x="85" y="49"/>
                    <a:pt x="85" y="50"/>
                  </a:cubicBezTo>
                  <a:cubicBezTo>
                    <a:pt x="86" y="51"/>
                    <a:pt x="86" y="51"/>
                    <a:pt x="86" y="52"/>
                  </a:cubicBezTo>
                  <a:cubicBezTo>
                    <a:pt x="87" y="52"/>
                    <a:pt x="88" y="52"/>
                    <a:pt x="90" y="52"/>
                  </a:cubicBezTo>
                  <a:cubicBezTo>
                    <a:pt x="90" y="53"/>
                    <a:pt x="90" y="53"/>
                    <a:pt x="90" y="53"/>
                  </a:cubicBezTo>
                  <a:cubicBezTo>
                    <a:pt x="74" y="53"/>
                    <a:pt x="74" y="53"/>
                    <a:pt x="74" y="53"/>
                  </a:cubicBezTo>
                  <a:cubicBezTo>
                    <a:pt x="74" y="52"/>
                    <a:pt x="74" y="52"/>
                    <a:pt x="74" y="52"/>
                  </a:cubicBezTo>
                  <a:cubicBezTo>
                    <a:pt x="75" y="52"/>
                    <a:pt x="75" y="52"/>
                    <a:pt x="75" y="52"/>
                  </a:cubicBezTo>
                  <a:cubicBezTo>
                    <a:pt x="76" y="52"/>
                    <a:pt x="78" y="52"/>
                    <a:pt x="78" y="51"/>
                  </a:cubicBezTo>
                  <a:cubicBezTo>
                    <a:pt x="78" y="50"/>
                    <a:pt x="79" y="48"/>
                    <a:pt x="79" y="46"/>
                  </a:cubicBezTo>
                  <a:cubicBezTo>
                    <a:pt x="79" y="33"/>
                    <a:pt x="79" y="33"/>
                    <a:pt x="79" y="33"/>
                  </a:cubicBezTo>
                  <a:cubicBezTo>
                    <a:pt x="79" y="29"/>
                    <a:pt x="79" y="26"/>
                    <a:pt x="78" y="25"/>
                  </a:cubicBezTo>
                  <a:cubicBezTo>
                    <a:pt x="78" y="24"/>
                    <a:pt x="78" y="24"/>
                    <a:pt x="78" y="23"/>
                  </a:cubicBezTo>
                  <a:cubicBezTo>
                    <a:pt x="77" y="23"/>
                    <a:pt x="77" y="23"/>
                    <a:pt x="76" y="23"/>
                  </a:cubicBezTo>
                  <a:cubicBezTo>
                    <a:pt x="75" y="23"/>
                    <a:pt x="74" y="23"/>
                    <a:pt x="74" y="23"/>
                  </a:cubicBezTo>
                  <a:cubicBezTo>
                    <a:pt x="73" y="22"/>
                    <a:pt x="73" y="22"/>
                    <a:pt x="73" y="22"/>
                  </a:cubicBezTo>
                  <a:cubicBezTo>
                    <a:pt x="83" y="18"/>
                    <a:pt x="83" y="18"/>
                    <a:pt x="83" y="18"/>
                  </a:cubicBezTo>
                  <a:cubicBezTo>
                    <a:pt x="85" y="18"/>
                    <a:pt x="85" y="18"/>
                    <a:pt x="85" y="18"/>
                  </a:cubicBezTo>
                  <a:cubicBezTo>
                    <a:pt x="85" y="26"/>
                    <a:pt x="85" y="26"/>
                    <a:pt x="85" y="26"/>
                  </a:cubicBezTo>
                  <a:close/>
                  <a:moveTo>
                    <a:pt x="132" y="19"/>
                  </a:moveTo>
                  <a:cubicBezTo>
                    <a:pt x="136" y="19"/>
                    <a:pt x="140" y="21"/>
                    <a:pt x="144" y="25"/>
                  </a:cubicBezTo>
                  <a:cubicBezTo>
                    <a:pt x="146" y="28"/>
                    <a:pt x="148" y="32"/>
                    <a:pt x="148" y="36"/>
                  </a:cubicBezTo>
                  <a:cubicBezTo>
                    <a:pt x="148" y="40"/>
                    <a:pt x="147" y="42"/>
                    <a:pt x="146" y="46"/>
                  </a:cubicBezTo>
                  <a:cubicBezTo>
                    <a:pt x="144" y="49"/>
                    <a:pt x="142" y="51"/>
                    <a:pt x="140" y="53"/>
                  </a:cubicBezTo>
                  <a:cubicBezTo>
                    <a:pt x="137" y="54"/>
                    <a:pt x="134" y="55"/>
                    <a:pt x="131" y="55"/>
                  </a:cubicBezTo>
                  <a:cubicBezTo>
                    <a:pt x="126" y="55"/>
                    <a:pt x="122" y="53"/>
                    <a:pt x="120" y="49"/>
                  </a:cubicBezTo>
                  <a:cubicBezTo>
                    <a:pt x="117" y="46"/>
                    <a:pt x="116" y="42"/>
                    <a:pt x="116" y="38"/>
                  </a:cubicBezTo>
                  <a:cubicBezTo>
                    <a:pt x="116" y="34"/>
                    <a:pt x="117" y="31"/>
                    <a:pt x="118" y="28"/>
                  </a:cubicBezTo>
                  <a:cubicBezTo>
                    <a:pt x="120" y="26"/>
                    <a:pt x="122" y="23"/>
                    <a:pt x="124" y="22"/>
                  </a:cubicBezTo>
                  <a:cubicBezTo>
                    <a:pt x="126" y="20"/>
                    <a:pt x="129" y="19"/>
                    <a:pt x="132" y="19"/>
                  </a:cubicBezTo>
                  <a:close/>
                  <a:moveTo>
                    <a:pt x="130" y="21"/>
                  </a:moveTo>
                  <a:cubicBezTo>
                    <a:pt x="129" y="21"/>
                    <a:pt x="128" y="22"/>
                    <a:pt x="127" y="22"/>
                  </a:cubicBezTo>
                  <a:cubicBezTo>
                    <a:pt x="126" y="23"/>
                    <a:pt x="124" y="24"/>
                    <a:pt x="124" y="26"/>
                  </a:cubicBezTo>
                  <a:cubicBezTo>
                    <a:pt x="123" y="28"/>
                    <a:pt x="122" y="31"/>
                    <a:pt x="122" y="34"/>
                  </a:cubicBezTo>
                  <a:cubicBezTo>
                    <a:pt x="122" y="39"/>
                    <a:pt x="123" y="43"/>
                    <a:pt x="125" y="47"/>
                  </a:cubicBezTo>
                  <a:cubicBezTo>
                    <a:pt x="127" y="50"/>
                    <a:pt x="130" y="52"/>
                    <a:pt x="133" y="52"/>
                  </a:cubicBezTo>
                  <a:cubicBezTo>
                    <a:pt x="135" y="52"/>
                    <a:pt x="137" y="51"/>
                    <a:pt x="138" y="49"/>
                  </a:cubicBezTo>
                  <a:cubicBezTo>
                    <a:pt x="140" y="47"/>
                    <a:pt x="141" y="44"/>
                    <a:pt x="141" y="39"/>
                  </a:cubicBezTo>
                  <a:cubicBezTo>
                    <a:pt x="141" y="33"/>
                    <a:pt x="140" y="28"/>
                    <a:pt x="137" y="25"/>
                  </a:cubicBezTo>
                  <a:cubicBezTo>
                    <a:pt x="135" y="22"/>
                    <a:pt x="133" y="21"/>
                    <a:pt x="130" y="21"/>
                  </a:cubicBezTo>
                  <a:close/>
                  <a:moveTo>
                    <a:pt x="167" y="1"/>
                  </a:moveTo>
                  <a:cubicBezTo>
                    <a:pt x="167" y="46"/>
                    <a:pt x="167" y="46"/>
                    <a:pt x="167" y="46"/>
                  </a:cubicBezTo>
                  <a:cubicBezTo>
                    <a:pt x="167" y="48"/>
                    <a:pt x="167" y="50"/>
                    <a:pt x="168" y="50"/>
                  </a:cubicBezTo>
                  <a:cubicBezTo>
                    <a:pt x="168" y="51"/>
                    <a:pt x="168" y="52"/>
                    <a:pt x="169" y="52"/>
                  </a:cubicBezTo>
                  <a:cubicBezTo>
                    <a:pt x="170" y="52"/>
                    <a:pt x="170" y="52"/>
                    <a:pt x="172" y="52"/>
                  </a:cubicBezTo>
                  <a:cubicBezTo>
                    <a:pt x="172" y="54"/>
                    <a:pt x="172" y="54"/>
                    <a:pt x="172" y="54"/>
                  </a:cubicBezTo>
                  <a:cubicBezTo>
                    <a:pt x="156" y="54"/>
                    <a:pt x="156" y="54"/>
                    <a:pt x="156" y="54"/>
                  </a:cubicBezTo>
                  <a:cubicBezTo>
                    <a:pt x="156" y="52"/>
                    <a:pt x="156" y="52"/>
                    <a:pt x="156" y="52"/>
                  </a:cubicBezTo>
                  <a:cubicBezTo>
                    <a:pt x="158" y="52"/>
                    <a:pt x="159" y="52"/>
                    <a:pt x="160" y="52"/>
                  </a:cubicBezTo>
                  <a:cubicBezTo>
                    <a:pt x="160" y="52"/>
                    <a:pt x="160" y="51"/>
                    <a:pt x="161" y="50"/>
                  </a:cubicBezTo>
                  <a:cubicBezTo>
                    <a:pt x="161" y="50"/>
                    <a:pt x="161" y="48"/>
                    <a:pt x="161" y="46"/>
                  </a:cubicBezTo>
                  <a:cubicBezTo>
                    <a:pt x="161" y="15"/>
                    <a:pt x="161" y="15"/>
                    <a:pt x="161" y="15"/>
                  </a:cubicBezTo>
                  <a:cubicBezTo>
                    <a:pt x="161" y="11"/>
                    <a:pt x="161" y="9"/>
                    <a:pt x="161" y="8"/>
                  </a:cubicBezTo>
                  <a:cubicBezTo>
                    <a:pt x="161" y="7"/>
                    <a:pt x="160" y="6"/>
                    <a:pt x="160" y="6"/>
                  </a:cubicBezTo>
                  <a:cubicBezTo>
                    <a:pt x="160" y="6"/>
                    <a:pt x="159" y="6"/>
                    <a:pt x="158" y="6"/>
                  </a:cubicBezTo>
                  <a:cubicBezTo>
                    <a:pt x="158" y="6"/>
                    <a:pt x="157" y="6"/>
                    <a:pt x="156" y="6"/>
                  </a:cubicBezTo>
                  <a:cubicBezTo>
                    <a:pt x="155" y="5"/>
                    <a:pt x="155" y="5"/>
                    <a:pt x="155" y="5"/>
                  </a:cubicBezTo>
                  <a:cubicBezTo>
                    <a:pt x="165" y="1"/>
                    <a:pt x="165" y="1"/>
                    <a:pt x="165" y="1"/>
                  </a:cubicBezTo>
                  <a:cubicBezTo>
                    <a:pt x="167" y="1"/>
                    <a:pt x="167" y="1"/>
                    <a:pt x="167" y="1"/>
                  </a:cubicBezTo>
                  <a:cubicBezTo>
                    <a:pt x="167" y="1"/>
                    <a:pt x="167" y="1"/>
                    <a:pt x="167" y="1"/>
                  </a:cubicBezTo>
                  <a:close/>
                  <a:moveTo>
                    <a:pt x="196" y="19"/>
                  </a:moveTo>
                  <a:cubicBezTo>
                    <a:pt x="201" y="19"/>
                    <a:pt x="205" y="21"/>
                    <a:pt x="208" y="25"/>
                  </a:cubicBezTo>
                  <a:cubicBezTo>
                    <a:pt x="210" y="28"/>
                    <a:pt x="212" y="32"/>
                    <a:pt x="212" y="36"/>
                  </a:cubicBezTo>
                  <a:cubicBezTo>
                    <a:pt x="212" y="40"/>
                    <a:pt x="211" y="42"/>
                    <a:pt x="210" y="46"/>
                  </a:cubicBezTo>
                  <a:cubicBezTo>
                    <a:pt x="209" y="49"/>
                    <a:pt x="207" y="51"/>
                    <a:pt x="204" y="53"/>
                  </a:cubicBezTo>
                  <a:cubicBezTo>
                    <a:pt x="202" y="54"/>
                    <a:pt x="199" y="55"/>
                    <a:pt x="196" y="55"/>
                  </a:cubicBezTo>
                  <a:cubicBezTo>
                    <a:pt x="191" y="55"/>
                    <a:pt x="187" y="53"/>
                    <a:pt x="184" y="49"/>
                  </a:cubicBezTo>
                  <a:cubicBezTo>
                    <a:pt x="182" y="46"/>
                    <a:pt x="181" y="42"/>
                    <a:pt x="181" y="38"/>
                  </a:cubicBezTo>
                  <a:cubicBezTo>
                    <a:pt x="181" y="34"/>
                    <a:pt x="182" y="31"/>
                    <a:pt x="183" y="28"/>
                  </a:cubicBezTo>
                  <a:cubicBezTo>
                    <a:pt x="185" y="26"/>
                    <a:pt x="187" y="23"/>
                    <a:pt x="189" y="22"/>
                  </a:cubicBezTo>
                  <a:cubicBezTo>
                    <a:pt x="190" y="20"/>
                    <a:pt x="193" y="19"/>
                    <a:pt x="196" y="19"/>
                  </a:cubicBezTo>
                  <a:close/>
                  <a:moveTo>
                    <a:pt x="195" y="21"/>
                  </a:moveTo>
                  <a:cubicBezTo>
                    <a:pt x="194" y="21"/>
                    <a:pt x="192" y="22"/>
                    <a:pt x="191" y="22"/>
                  </a:cubicBezTo>
                  <a:cubicBezTo>
                    <a:pt x="190" y="23"/>
                    <a:pt x="188" y="24"/>
                    <a:pt x="188" y="26"/>
                  </a:cubicBezTo>
                  <a:cubicBezTo>
                    <a:pt x="187" y="28"/>
                    <a:pt x="186" y="31"/>
                    <a:pt x="186" y="34"/>
                  </a:cubicBezTo>
                  <a:cubicBezTo>
                    <a:pt x="186" y="39"/>
                    <a:pt x="187" y="43"/>
                    <a:pt x="189" y="47"/>
                  </a:cubicBezTo>
                  <a:cubicBezTo>
                    <a:pt x="191" y="50"/>
                    <a:pt x="194" y="52"/>
                    <a:pt x="197" y="52"/>
                  </a:cubicBezTo>
                  <a:cubicBezTo>
                    <a:pt x="199" y="52"/>
                    <a:pt x="201" y="51"/>
                    <a:pt x="202" y="49"/>
                  </a:cubicBezTo>
                  <a:cubicBezTo>
                    <a:pt x="204" y="47"/>
                    <a:pt x="205" y="44"/>
                    <a:pt x="205" y="39"/>
                  </a:cubicBezTo>
                  <a:cubicBezTo>
                    <a:pt x="205" y="33"/>
                    <a:pt x="204" y="28"/>
                    <a:pt x="201" y="25"/>
                  </a:cubicBezTo>
                  <a:cubicBezTo>
                    <a:pt x="200" y="22"/>
                    <a:pt x="197" y="21"/>
                    <a:pt x="195" y="21"/>
                  </a:cubicBezTo>
                  <a:close/>
                  <a:moveTo>
                    <a:pt x="229" y="41"/>
                  </a:moveTo>
                  <a:cubicBezTo>
                    <a:pt x="227" y="40"/>
                    <a:pt x="225" y="39"/>
                    <a:pt x="224" y="37"/>
                  </a:cubicBezTo>
                  <a:cubicBezTo>
                    <a:pt x="223" y="35"/>
                    <a:pt x="222" y="33"/>
                    <a:pt x="222" y="31"/>
                  </a:cubicBezTo>
                  <a:cubicBezTo>
                    <a:pt x="222" y="28"/>
                    <a:pt x="224" y="24"/>
                    <a:pt x="226" y="22"/>
                  </a:cubicBezTo>
                  <a:cubicBezTo>
                    <a:pt x="228" y="20"/>
                    <a:pt x="232" y="18"/>
                    <a:pt x="235" y="18"/>
                  </a:cubicBezTo>
                  <a:cubicBezTo>
                    <a:pt x="238" y="18"/>
                    <a:pt x="241" y="19"/>
                    <a:pt x="243" y="21"/>
                  </a:cubicBezTo>
                  <a:cubicBezTo>
                    <a:pt x="250" y="21"/>
                    <a:pt x="250" y="21"/>
                    <a:pt x="250" y="21"/>
                  </a:cubicBezTo>
                  <a:cubicBezTo>
                    <a:pt x="251" y="21"/>
                    <a:pt x="252" y="21"/>
                    <a:pt x="252" y="21"/>
                  </a:cubicBezTo>
                  <a:cubicBezTo>
                    <a:pt x="252" y="21"/>
                    <a:pt x="252" y="21"/>
                    <a:pt x="252" y="21"/>
                  </a:cubicBezTo>
                  <a:cubicBezTo>
                    <a:pt x="252" y="22"/>
                    <a:pt x="252" y="22"/>
                    <a:pt x="252" y="22"/>
                  </a:cubicBezTo>
                  <a:cubicBezTo>
                    <a:pt x="252" y="23"/>
                    <a:pt x="252" y="24"/>
                    <a:pt x="252" y="24"/>
                  </a:cubicBezTo>
                  <a:cubicBezTo>
                    <a:pt x="252" y="24"/>
                    <a:pt x="252" y="24"/>
                    <a:pt x="252" y="24"/>
                  </a:cubicBezTo>
                  <a:cubicBezTo>
                    <a:pt x="252" y="24"/>
                    <a:pt x="251" y="24"/>
                    <a:pt x="250" y="24"/>
                  </a:cubicBezTo>
                  <a:cubicBezTo>
                    <a:pt x="246" y="24"/>
                    <a:pt x="246" y="24"/>
                    <a:pt x="246" y="24"/>
                  </a:cubicBezTo>
                  <a:cubicBezTo>
                    <a:pt x="247" y="26"/>
                    <a:pt x="248" y="28"/>
                    <a:pt x="248" y="31"/>
                  </a:cubicBezTo>
                  <a:cubicBezTo>
                    <a:pt x="248" y="34"/>
                    <a:pt x="246" y="37"/>
                    <a:pt x="244" y="39"/>
                  </a:cubicBezTo>
                  <a:cubicBezTo>
                    <a:pt x="242" y="41"/>
                    <a:pt x="238" y="42"/>
                    <a:pt x="235" y="42"/>
                  </a:cubicBezTo>
                  <a:cubicBezTo>
                    <a:pt x="233" y="42"/>
                    <a:pt x="232" y="42"/>
                    <a:pt x="230" y="41"/>
                  </a:cubicBezTo>
                  <a:cubicBezTo>
                    <a:pt x="229" y="42"/>
                    <a:pt x="228" y="43"/>
                    <a:pt x="228" y="44"/>
                  </a:cubicBezTo>
                  <a:cubicBezTo>
                    <a:pt x="228" y="44"/>
                    <a:pt x="228" y="45"/>
                    <a:pt x="228" y="45"/>
                  </a:cubicBezTo>
                  <a:cubicBezTo>
                    <a:pt x="228" y="46"/>
                    <a:pt x="228" y="46"/>
                    <a:pt x="228" y="46"/>
                  </a:cubicBezTo>
                  <a:cubicBezTo>
                    <a:pt x="228" y="47"/>
                    <a:pt x="229" y="47"/>
                    <a:pt x="230" y="47"/>
                  </a:cubicBezTo>
                  <a:cubicBezTo>
                    <a:pt x="231" y="47"/>
                    <a:pt x="233" y="47"/>
                    <a:pt x="236" y="48"/>
                  </a:cubicBezTo>
                  <a:cubicBezTo>
                    <a:pt x="240" y="48"/>
                    <a:pt x="244" y="48"/>
                    <a:pt x="245" y="48"/>
                  </a:cubicBezTo>
                  <a:cubicBezTo>
                    <a:pt x="248" y="48"/>
                    <a:pt x="249" y="49"/>
                    <a:pt x="250" y="50"/>
                  </a:cubicBezTo>
                  <a:cubicBezTo>
                    <a:pt x="252" y="52"/>
                    <a:pt x="252" y="54"/>
                    <a:pt x="252" y="56"/>
                  </a:cubicBezTo>
                  <a:cubicBezTo>
                    <a:pt x="252" y="58"/>
                    <a:pt x="251" y="61"/>
                    <a:pt x="249" y="64"/>
                  </a:cubicBezTo>
                  <a:cubicBezTo>
                    <a:pt x="245" y="67"/>
                    <a:pt x="240" y="69"/>
                    <a:pt x="234" y="69"/>
                  </a:cubicBezTo>
                  <a:cubicBezTo>
                    <a:pt x="230" y="69"/>
                    <a:pt x="226" y="68"/>
                    <a:pt x="223" y="66"/>
                  </a:cubicBezTo>
                  <a:cubicBezTo>
                    <a:pt x="221" y="65"/>
                    <a:pt x="220" y="64"/>
                    <a:pt x="220" y="62"/>
                  </a:cubicBezTo>
                  <a:cubicBezTo>
                    <a:pt x="220" y="62"/>
                    <a:pt x="220" y="61"/>
                    <a:pt x="220" y="60"/>
                  </a:cubicBezTo>
                  <a:cubicBezTo>
                    <a:pt x="221" y="60"/>
                    <a:pt x="222" y="58"/>
                    <a:pt x="223" y="56"/>
                  </a:cubicBezTo>
                  <a:cubicBezTo>
                    <a:pt x="223" y="56"/>
                    <a:pt x="224" y="55"/>
                    <a:pt x="226" y="52"/>
                  </a:cubicBezTo>
                  <a:cubicBezTo>
                    <a:pt x="225" y="52"/>
                    <a:pt x="224" y="51"/>
                    <a:pt x="224" y="50"/>
                  </a:cubicBezTo>
                  <a:cubicBezTo>
                    <a:pt x="223" y="50"/>
                    <a:pt x="223" y="49"/>
                    <a:pt x="223" y="48"/>
                  </a:cubicBezTo>
                  <a:cubicBezTo>
                    <a:pt x="223" y="48"/>
                    <a:pt x="223" y="46"/>
                    <a:pt x="224" y="45"/>
                  </a:cubicBezTo>
                  <a:cubicBezTo>
                    <a:pt x="225" y="45"/>
                    <a:pt x="226" y="44"/>
                    <a:pt x="229" y="41"/>
                  </a:cubicBezTo>
                  <a:close/>
                  <a:moveTo>
                    <a:pt x="235" y="20"/>
                  </a:moveTo>
                  <a:cubicBezTo>
                    <a:pt x="233" y="20"/>
                    <a:pt x="232" y="21"/>
                    <a:pt x="230" y="22"/>
                  </a:cubicBezTo>
                  <a:cubicBezTo>
                    <a:pt x="229" y="24"/>
                    <a:pt x="229" y="26"/>
                    <a:pt x="229" y="29"/>
                  </a:cubicBezTo>
                  <a:cubicBezTo>
                    <a:pt x="229" y="33"/>
                    <a:pt x="230" y="36"/>
                    <a:pt x="231" y="38"/>
                  </a:cubicBezTo>
                  <a:cubicBezTo>
                    <a:pt x="232" y="40"/>
                    <a:pt x="234" y="41"/>
                    <a:pt x="236" y="41"/>
                  </a:cubicBezTo>
                  <a:cubicBezTo>
                    <a:pt x="238" y="41"/>
                    <a:pt x="239" y="40"/>
                    <a:pt x="240" y="39"/>
                  </a:cubicBezTo>
                  <a:cubicBezTo>
                    <a:pt x="242" y="37"/>
                    <a:pt x="242" y="35"/>
                    <a:pt x="242" y="32"/>
                  </a:cubicBezTo>
                  <a:cubicBezTo>
                    <a:pt x="242" y="28"/>
                    <a:pt x="241" y="25"/>
                    <a:pt x="240" y="23"/>
                  </a:cubicBezTo>
                  <a:cubicBezTo>
                    <a:pt x="238" y="21"/>
                    <a:pt x="237" y="20"/>
                    <a:pt x="235" y="20"/>
                  </a:cubicBezTo>
                  <a:close/>
                  <a:moveTo>
                    <a:pt x="228" y="54"/>
                  </a:moveTo>
                  <a:cubicBezTo>
                    <a:pt x="227" y="55"/>
                    <a:pt x="226" y="56"/>
                    <a:pt x="226" y="57"/>
                  </a:cubicBezTo>
                  <a:cubicBezTo>
                    <a:pt x="226" y="58"/>
                    <a:pt x="225" y="59"/>
                    <a:pt x="225" y="60"/>
                  </a:cubicBezTo>
                  <a:cubicBezTo>
                    <a:pt x="225" y="62"/>
                    <a:pt x="226" y="63"/>
                    <a:pt x="227" y="64"/>
                  </a:cubicBezTo>
                  <a:cubicBezTo>
                    <a:pt x="230" y="65"/>
                    <a:pt x="233" y="66"/>
                    <a:pt x="238" y="66"/>
                  </a:cubicBezTo>
                  <a:cubicBezTo>
                    <a:pt x="242" y="66"/>
                    <a:pt x="245" y="65"/>
                    <a:pt x="247" y="64"/>
                  </a:cubicBezTo>
                  <a:cubicBezTo>
                    <a:pt x="249" y="62"/>
                    <a:pt x="250" y="60"/>
                    <a:pt x="250" y="58"/>
                  </a:cubicBezTo>
                  <a:cubicBezTo>
                    <a:pt x="250" y="57"/>
                    <a:pt x="250" y="56"/>
                    <a:pt x="248" y="56"/>
                  </a:cubicBezTo>
                  <a:cubicBezTo>
                    <a:pt x="247" y="55"/>
                    <a:pt x="245" y="55"/>
                    <a:pt x="241" y="55"/>
                  </a:cubicBezTo>
                  <a:cubicBezTo>
                    <a:pt x="236" y="54"/>
                    <a:pt x="231" y="54"/>
                    <a:pt x="228" y="54"/>
                  </a:cubicBezTo>
                  <a:close/>
                  <a:moveTo>
                    <a:pt x="258" y="20"/>
                  </a:moveTo>
                  <a:cubicBezTo>
                    <a:pt x="274" y="20"/>
                    <a:pt x="274" y="20"/>
                    <a:pt x="274" y="20"/>
                  </a:cubicBezTo>
                  <a:cubicBezTo>
                    <a:pt x="274" y="21"/>
                    <a:pt x="274" y="21"/>
                    <a:pt x="274" y="21"/>
                  </a:cubicBezTo>
                  <a:cubicBezTo>
                    <a:pt x="273" y="21"/>
                    <a:pt x="273" y="21"/>
                    <a:pt x="273" y="21"/>
                  </a:cubicBezTo>
                  <a:cubicBezTo>
                    <a:pt x="272" y="21"/>
                    <a:pt x="271" y="21"/>
                    <a:pt x="270" y="22"/>
                  </a:cubicBezTo>
                  <a:cubicBezTo>
                    <a:pt x="270" y="22"/>
                    <a:pt x="270" y="23"/>
                    <a:pt x="270" y="23"/>
                  </a:cubicBezTo>
                  <a:cubicBezTo>
                    <a:pt x="270" y="24"/>
                    <a:pt x="270" y="26"/>
                    <a:pt x="271" y="27"/>
                  </a:cubicBezTo>
                  <a:cubicBezTo>
                    <a:pt x="279" y="44"/>
                    <a:pt x="279" y="44"/>
                    <a:pt x="279" y="44"/>
                  </a:cubicBezTo>
                  <a:cubicBezTo>
                    <a:pt x="286" y="26"/>
                    <a:pt x="286" y="26"/>
                    <a:pt x="286" y="26"/>
                  </a:cubicBezTo>
                  <a:cubicBezTo>
                    <a:pt x="286" y="24"/>
                    <a:pt x="287" y="24"/>
                    <a:pt x="287" y="22"/>
                  </a:cubicBezTo>
                  <a:cubicBezTo>
                    <a:pt x="287" y="22"/>
                    <a:pt x="287" y="22"/>
                    <a:pt x="286" y="21"/>
                  </a:cubicBezTo>
                  <a:cubicBezTo>
                    <a:pt x="286" y="21"/>
                    <a:pt x="286" y="21"/>
                    <a:pt x="286" y="20"/>
                  </a:cubicBezTo>
                  <a:cubicBezTo>
                    <a:pt x="285" y="20"/>
                    <a:pt x="284" y="20"/>
                    <a:pt x="284" y="20"/>
                  </a:cubicBezTo>
                  <a:cubicBezTo>
                    <a:pt x="284" y="19"/>
                    <a:pt x="284" y="19"/>
                    <a:pt x="284" y="19"/>
                  </a:cubicBezTo>
                  <a:cubicBezTo>
                    <a:pt x="294" y="19"/>
                    <a:pt x="294" y="19"/>
                    <a:pt x="294" y="19"/>
                  </a:cubicBezTo>
                  <a:cubicBezTo>
                    <a:pt x="294" y="20"/>
                    <a:pt x="294" y="20"/>
                    <a:pt x="294" y="20"/>
                  </a:cubicBezTo>
                  <a:cubicBezTo>
                    <a:pt x="294" y="20"/>
                    <a:pt x="293" y="20"/>
                    <a:pt x="292" y="20"/>
                  </a:cubicBezTo>
                  <a:cubicBezTo>
                    <a:pt x="292" y="21"/>
                    <a:pt x="292" y="21"/>
                    <a:pt x="291" y="22"/>
                  </a:cubicBezTo>
                  <a:cubicBezTo>
                    <a:pt x="290" y="22"/>
                    <a:pt x="290" y="23"/>
                    <a:pt x="290" y="25"/>
                  </a:cubicBezTo>
                  <a:cubicBezTo>
                    <a:pt x="276" y="59"/>
                    <a:pt x="276" y="59"/>
                    <a:pt x="276" y="59"/>
                  </a:cubicBezTo>
                  <a:cubicBezTo>
                    <a:pt x="275" y="62"/>
                    <a:pt x="274" y="64"/>
                    <a:pt x="271" y="66"/>
                  </a:cubicBezTo>
                  <a:cubicBezTo>
                    <a:pt x="269" y="68"/>
                    <a:pt x="267" y="69"/>
                    <a:pt x="265" y="69"/>
                  </a:cubicBezTo>
                  <a:cubicBezTo>
                    <a:pt x="264" y="69"/>
                    <a:pt x="263" y="68"/>
                    <a:pt x="262" y="68"/>
                  </a:cubicBezTo>
                  <a:cubicBezTo>
                    <a:pt x="261" y="67"/>
                    <a:pt x="260" y="66"/>
                    <a:pt x="260" y="65"/>
                  </a:cubicBezTo>
                  <a:cubicBezTo>
                    <a:pt x="260" y="64"/>
                    <a:pt x="261" y="63"/>
                    <a:pt x="261" y="62"/>
                  </a:cubicBezTo>
                  <a:cubicBezTo>
                    <a:pt x="262" y="62"/>
                    <a:pt x="263" y="62"/>
                    <a:pt x="264" y="62"/>
                  </a:cubicBezTo>
                  <a:cubicBezTo>
                    <a:pt x="265" y="62"/>
                    <a:pt x="266" y="62"/>
                    <a:pt x="267" y="62"/>
                  </a:cubicBezTo>
                  <a:cubicBezTo>
                    <a:pt x="268" y="63"/>
                    <a:pt x="269" y="63"/>
                    <a:pt x="269" y="63"/>
                  </a:cubicBezTo>
                  <a:cubicBezTo>
                    <a:pt x="270" y="63"/>
                    <a:pt x="270" y="62"/>
                    <a:pt x="271" y="62"/>
                  </a:cubicBezTo>
                  <a:cubicBezTo>
                    <a:pt x="272" y="61"/>
                    <a:pt x="273" y="59"/>
                    <a:pt x="274" y="57"/>
                  </a:cubicBezTo>
                  <a:cubicBezTo>
                    <a:pt x="276" y="51"/>
                    <a:pt x="276" y="51"/>
                    <a:pt x="276" y="51"/>
                  </a:cubicBezTo>
                  <a:cubicBezTo>
                    <a:pt x="264" y="26"/>
                    <a:pt x="264" y="26"/>
                    <a:pt x="264" y="26"/>
                  </a:cubicBezTo>
                  <a:cubicBezTo>
                    <a:pt x="264" y="25"/>
                    <a:pt x="264" y="24"/>
                    <a:pt x="263" y="23"/>
                  </a:cubicBezTo>
                  <a:cubicBezTo>
                    <a:pt x="262" y="22"/>
                    <a:pt x="262" y="21"/>
                    <a:pt x="261" y="21"/>
                  </a:cubicBezTo>
                  <a:cubicBezTo>
                    <a:pt x="261" y="21"/>
                    <a:pt x="260" y="20"/>
                    <a:pt x="258" y="20"/>
                  </a:cubicBezTo>
                  <a:cubicBezTo>
                    <a:pt x="258" y="20"/>
                    <a:pt x="258" y="20"/>
                    <a:pt x="258" y="20"/>
                  </a:cubicBezTo>
                  <a:close/>
                  <a:moveTo>
                    <a:pt x="331" y="19"/>
                  </a:moveTo>
                  <a:cubicBezTo>
                    <a:pt x="336" y="19"/>
                    <a:pt x="340" y="21"/>
                    <a:pt x="343" y="25"/>
                  </a:cubicBezTo>
                  <a:cubicBezTo>
                    <a:pt x="346" y="28"/>
                    <a:pt x="347" y="32"/>
                    <a:pt x="347" y="36"/>
                  </a:cubicBezTo>
                  <a:cubicBezTo>
                    <a:pt x="347" y="40"/>
                    <a:pt x="346" y="42"/>
                    <a:pt x="345" y="46"/>
                  </a:cubicBezTo>
                  <a:cubicBezTo>
                    <a:pt x="344" y="49"/>
                    <a:pt x="342" y="51"/>
                    <a:pt x="339" y="53"/>
                  </a:cubicBezTo>
                  <a:cubicBezTo>
                    <a:pt x="336" y="54"/>
                    <a:pt x="334" y="55"/>
                    <a:pt x="331" y="55"/>
                  </a:cubicBezTo>
                  <a:cubicBezTo>
                    <a:pt x="326" y="55"/>
                    <a:pt x="322" y="53"/>
                    <a:pt x="319" y="49"/>
                  </a:cubicBezTo>
                  <a:cubicBezTo>
                    <a:pt x="317" y="46"/>
                    <a:pt x="316" y="42"/>
                    <a:pt x="316" y="38"/>
                  </a:cubicBezTo>
                  <a:cubicBezTo>
                    <a:pt x="316" y="34"/>
                    <a:pt x="316" y="31"/>
                    <a:pt x="318" y="28"/>
                  </a:cubicBezTo>
                  <a:cubicBezTo>
                    <a:pt x="320" y="26"/>
                    <a:pt x="322" y="23"/>
                    <a:pt x="324" y="22"/>
                  </a:cubicBezTo>
                  <a:cubicBezTo>
                    <a:pt x="326" y="20"/>
                    <a:pt x="328" y="19"/>
                    <a:pt x="331" y="19"/>
                  </a:cubicBezTo>
                  <a:close/>
                  <a:moveTo>
                    <a:pt x="330" y="21"/>
                  </a:moveTo>
                  <a:cubicBezTo>
                    <a:pt x="329" y="21"/>
                    <a:pt x="328" y="22"/>
                    <a:pt x="326" y="22"/>
                  </a:cubicBezTo>
                  <a:cubicBezTo>
                    <a:pt x="325" y="23"/>
                    <a:pt x="324" y="24"/>
                    <a:pt x="323" y="26"/>
                  </a:cubicBezTo>
                  <a:cubicBezTo>
                    <a:pt x="322" y="28"/>
                    <a:pt x="322" y="31"/>
                    <a:pt x="322" y="34"/>
                  </a:cubicBezTo>
                  <a:cubicBezTo>
                    <a:pt x="322" y="39"/>
                    <a:pt x="323" y="43"/>
                    <a:pt x="325" y="47"/>
                  </a:cubicBezTo>
                  <a:cubicBezTo>
                    <a:pt x="327" y="50"/>
                    <a:pt x="329" y="52"/>
                    <a:pt x="332" y="52"/>
                  </a:cubicBezTo>
                  <a:cubicBezTo>
                    <a:pt x="335" y="52"/>
                    <a:pt x="337" y="51"/>
                    <a:pt x="338" y="49"/>
                  </a:cubicBezTo>
                  <a:cubicBezTo>
                    <a:pt x="340" y="47"/>
                    <a:pt x="340" y="44"/>
                    <a:pt x="340" y="39"/>
                  </a:cubicBezTo>
                  <a:cubicBezTo>
                    <a:pt x="340" y="33"/>
                    <a:pt x="339" y="28"/>
                    <a:pt x="337" y="25"/>
                  </a:cubicBezTo>
                  <a:cubicBezTo>
                    <a:pt x="335" y="22"/>
                    <a:pt x="332" y="21"/>
                    <a:pt x="330" y="21"/>
                  </a:cubicBezTo>
                  <a:close/>
                  <a:moveTo>
                    <a:pt x="368" y="22"/>
                  </a:moveTo>
                  <a:cubicBezTo>
                    <a:pt x="368" y="45"/>
                    <a:pt x="368" y="45"/>
                    <a:pt x="368" y="45"/>
                  </a:cubicBezTo>
                  <a:cubicBezTo>
                    <a:pt x="368" y="48"/>
                    <a:pt x="368" y="50"/>
                    <a:pt x="369" y="51"/>
                  </a:cubicBezTo>
                  <a:cubicBezTo>
                    <a:pt x="370" y="52"/>
                    <a:pt x="371" y="52"/>
                    <a:pt x="373" y="52"/>
                  </a:cubicBezTo>
                  <a:cubicBezTo>
                    <a:pt x="376" y="52"/>
                    <a:pt x="376" y="52"/>
                    <a:pt x="376" y="52"/>
                  </a:cubicBezTo>
                  <a:cubicBezTo>
                    <a:pt x="376" y="54"/>
                    <a:pt x="376" y="54"/>
                    <a:pt x="376" y="54"/>
                  </a:cubicBezTo>
                  <a:cubicBezTo>
                    <a:pt x="356" y="54"/>
                    <a:pt x="356" y="54"/>
                    <a:pt x="356" y="54"/>
                  </a:cubicBezTo>
                  <a:cubicBezTo>
                    <a:pt x="356" y="52"/>
                    <a:pt x="356" y="52"/>
                    <a:pt x="356" y="52"/>
                  </a:cubicBezTo>
                  <a:cubicBezTo>
                    <a:pt x="358" y="52"/>
                    <a:pt x="358" y="52"/>
                    <a:pt x="358" y="52"/>
                  </a:cubicBezTo>
                  <a:cubicBezTo>
                    <a:pt x="358" y="52"/>
                    <a:pt x="360" y="52"/>
                    <a:pt x="360" y="52"/>
                  </a:cubicBezTo>
                  <a:cubicBezTo>
                    <a:pt x="361" y="51"/>
                    <a:pt x="362" y="50"/>
                    <a:pt x="362" y="50"/>
                  </a:cubicBezTo>
                  <a:cubicBezTo>
                    <a:pt x="362" y="49"/>
                    <a:pt x="362" y="47"/>
                    <a:pt x="362" y="45"/>
                  </a:cubicBezTo>
                  <a:cubicBezTo>
                    <a:pt x="362" y="22"/>
                    <a:pt x="362" y="22"/>
                    <a:pt x="362" y="22"/>
                  </a:cubicBezTo>
                  <a:cubicBezTo>
                    <a:pt x="356" y="22"/>
                    <a:pt x="356" y="22"/>
                    <a:pt x="356" y="22"/>
                  </a:cubicBezTo>
                  <a:cubicBezTo>
                    <a:pt x="356" y="20"/>
                    <a:pt x="356" y="20"/>
                    <a:pt x="356" y="20"/>
                  </a:cubicBezTo>
                  <a:cubicBezTo>
                    <a:pt x="362" y="20"/>
                    <a:pt x="362" y="20"/>
                    <a:pt x="362" y="20"/>
                  </a:cubicBezTo>
                  <a:cubicBezTo>
                    <a:pt x="362" y="17"/>
                    <a:pt x="362" y="17"/>
                    <a:pt x="362" y="17"/>
                  </a:cubicBezTo>
                  <a:cubicBezTo>
                    <a:pt x="362" y="14"/>
                    <a:pt x="363" y="11"/>
                    <a:pt x="364" y="8"/>
                  </a:cubicBezTo>
                  <a:cubicBezTo>
                    <a:pt x="365" y="6"/>
                    <a:pt x="367" y="4"/>
                    <a:pt x="369" y="3"/>
                  </a:cubicBezTo>
                  <a:cubicBezTo>
                    <a:pt x="371" y="2"/>
                    <a:pt x="373" y="1"/>
                    <a:pt x="376" y="1"/>
                  </a:cubicBezTo>
                  <a:cubicBezTo>
                    <a:pt x="378" y="1"/>
                    <a:pt x="381" y="2"/>
                    <a:pt x="383" y="3"/>
                  </a:cubicBezTo>
                  <a:cubicBezTo>
                    <a:pt x="384" y="4"/>
                    <a:pt x="385" y="6"/>
                    <a:pt x="385" y="7"/>
                  </a:cubicBezTo>
                  <a:cubicBezTo>
                    <a:pt x="385" y="8"/>
                    <a:pt x="384" y="8"/>
                    <a:pt x="384" y="9"/>
                  </a:cubicBezTo>
                  <a:cubicBezTo>
                    <a:pt x="383" y="10"/>
                    <a:pt x="383" y="10"/>
                    <a:pt x="382" y="10"/>
                  </a:cubicBezTo>
                  <a:cubicBezTo>
                    <a:pt x="382" y="10"/>
                    <a:pt x="381" y="9"/>
                    <a:pt x="380" y="9"/>
                  </a:cubicBezTo>
                  <a:cubicBezTo>
                    <a:pt x="380" y="8"/>
                    <a:pt x="379" y="8"/>
                    <a:pt x="378" y="6"/>
                  </a:cubicBezTo>
                  <a:cubicBezTo>
                    <a:pt x="377" y="5"/>
                    <a:pt x="376" y="4"/>
                    <a:pt x="376" y="3"/>
                  </a:cubicBezTo>
                  <a:cubicBezTo>
                    <a:pt x="375" y="3"/>
                    <a:pt x="374" y="2"/>
                    <a:pt x="373" y="2"/>
                  </a:cubicBezTo>
                  <a:cubicBezTo>
                    <a:pt x="372" y="2"/>
                    <a:pt x="371" y="3"/>
                    <a:pt x="370" y="3"/>
                  </a:cubicBezTo>
                  <a:cubicBezTo>
                    <a:pt x="370" y="4"/>
                    <a:pt x="369" y="5"/>
                    <a:pt x="369" y="6"/>
                  </a:cubicBezTo>
                  <a:cubicBezTo>
                    <a:pt x="368" y="7"/>
                    <a:pt x="368" y="10"/>
                    <a:pt x="368" y="16"/>
                  </a:cubicBezTo>
                  <a:cubicBezTo>
                    <a:pt x="368" y="18"/>
                    <a:pt x="368" y="18"/>
                    <a:pt x="368" y="18"/>
                  </a:cubicBezTo>
                  <a:cubicBezTo>
                    <a:pt x="377" y="18"/>
                    <a:pt x="377" y="18"/>
                    <a:pt x="377" y="18"/>
                  </a:cubicBezTo>
                  <a:cubicBezTo>
                    <a:pt x="377" y="22"/>
                    <a:pt x="377" y="22"/>
                    <a:pt x="377" y="22"/>
                  </a:cubicBezTo>
                  <a:cubicBezTo>
                    <a:pt x="368" y="22"/>
                    <a:pt x="368" y="22"/>
                    <a:pt x="368" y="22"/>
                  </a:cubicBezTo>
                  <a:close/>
                  <a:moveTo>
                    <a:pt x="440" y="2"/>
                  </a:moveTo>
                  <a:cubicBezTo>
                    <a:pt x="441" y="20"/>
                    <a:pt x="441" y="20"/>
                    <a:pt x="441" y="20"/>
                  </a:cubicBezTo>
                  <a:cubicBezTo>
                    <a:pt x="440" y="20"/>
                    <a:pt x="440" y="20"/>
                    <a:pt x="440" y="20"/>
                  </a:cubicBezTo>
                  <a:cubicBezTo>
                    <a:pt x="438" y="14"/>
                    <a:pt x="436" y="11"/>
                    <a:pt x="433" y="8"/>
                  </a:cubicBezTo>
                  <a:cubicBezTo>
                    <a:pt x="430" y="6"/>
                    <a:pt x="427" y="5"/>
                    <a:pt x="423" y="5"/>
                  </a:cubicBezTo>
                  <a:cubicBezTo>
                    <a:pt x="420" y="5"/>
                    <a:pt x="417" y="6"/>
                    <a:pt x="414" y="8"/>
                  </a:cubicBezTo>
                  <a:cubicBezTo>
                    <a:pt x="412" y="9"/>
                    <a:pt x="410" y="12"/>
                    <a:pt x="408" y="16"/>
                  </a:cubicBezTo>
                  <a:cubicBezTo>
                    <a:pt x="407" y="19"/>
                    <a:pt x="406" y="24"/>
                    <a:pt x="406" y="30"/>
                  </a:cubicBezTo>
                  <a:cubicBezTo>
                    <a:pt x="406" y="34"/>
                    <a:pt x="407" y="38"/>
                    <a:pt x="408" y="42"/>
                  </a:cubicBezTo>
                  <a:cubicBezTo>
                    <a:pt x="409" y="45"/>
                    <a:pt x="412" y="48"/>
                    <a:pt x="414" y="49"/>
                  </a:cubicBezTo>
                  <a:cubicBezTo>
                    <a:pt x="417" y="51"/>
                    <a:pt x="420" y="52"/>
                    <a:pt x="424" y="52"/>
                  </a:cubicBezTo>
                  <a:cubicBezTo>
                    <a:pt x="427" y="52"/>
                    <a:pt x="430" y="51"/>
                    <a:pt x="432" y="50"/>
                  </a:cubicBezTo>
                  <a:cubicBezTo>
                    <a:pt x="435" y="49"/>
                    <a:pt x="438" y="46"/>
                    <a:pt x="440" y="42"/>
                  </a:cubicBezTo>
                  <a:cubicBezTo>
                    <a:pt x="442" y="42"/>
                    <a:pt x="442" y="42"/>
                    <a:pt x="442" y="42"/>
                  </a:cubicBezTo>
                  <a:cubicBezTo>
                    <a:pt x="439" y="47"/>
                    <a:pt x="436" y="50"/>
                    <a:pt x="433" y="52"/>
                  </a:cubicBezTo>
                  <a:cubicBezTo>
                    <a:pt x="430" y="54"/>
                    <a:pt x="426" y="56"/>
                    <a:pt x="422" y="56"/>
                  </a:cubicBezTo>
                  <a:cubicBezTo>
                    <a:pt x="414" y="56"/>
                    <a:pt x="407" y="52"/>
                    <a:pt x="403" y="46"/>
                  </a:cubicBezTo>
                  <a:cubicBezTo>
                    <a:pt x="400" y="42"/>
                    <a:pt x="398" y="36"/>
                    <a:pt x="398" y="30"/>
                  </a:cubicBezTo>
                  <a:cubicBezTo>
                    <a:pt x="398" y="25"/>
                    <a:pt x="399" y="20"/>
                    <a:pt x="401" y="16"/>
                  </a:cubicBezTo>
                  <a:cubicBezTo>
                    <a:pt x="403" y="12"/>
                    <a:pt x="406" y="8"/>
                    <a:pt x="410" y="6"/>
                  </a:cubicBezTo>
                  <a:cubicBezTo>
                    <a:pt x="414" y="4"/>
                    <a:pt x="418" y="3"/>
                    <a:pt x="422" y="3"/>
                  </a:cubicBezTo>
                  <a:cubicBezTo>
                    <a:pt x="426" y="3"/>
                    <a:pt x="429" y="4"/>
                    <a:pt x="433" y="6"/>
                  </a:cubicBezTo>
                  <a:cubicBezTo>
                    <a:pt x="434" y="6"/>
                    <a:pt x="434" y="6"/>
                    <a:pt x="435" y="6"/>
                  </a:cubicBezTo>
                  <a:cubicBezTo>
                    <a:pt x="436" y="6"/>
                    <a:pt x="436" y="6"/>
                    <a:pt x="436" y="6"/>
                  </a:cubicBezTo>
                  <a:cubicBezTo>
                    <a:pt x="437" y="5"/>
                    <a:pt x="438" y="4"/>
                    <a:pt x="438" y="3"/>
                  </a:cubicBezTo>
                  <a:cubicBezTo>
                    <a:pt x="440" y="2"/>
                    <a:pt x="440" y="2"/>
                    <a:pt x="440" y="2"/>
                  </a:cubicBezTo>
                  <a:close/>
                  <a:moveTo>
                    <a:pt x="460" y="1"/>
                  </a:moveTo>
                  <a:cubicBezTo>
                    <a:pt x="460" y="26"/>
                    <a:pt x="460" y="26"/>
                    <a:pt x="460" y="26"/>
                  </a:cubicBezTo>
                  <a:cubicBezTo>
                    <a:pt x="463" y="22"/>
                    <a:pt x="465" y="21"/>
                    <a:pt x="466" y="20"/>
                  </a:cubicBezTo>
                  <a:cubicBezTo>
                    <a:pt x="468" y="19"/>
                    <a:pt x="470" y="18"/>
                    <a:pt x="471" y="18"/>
                  </a:cubicBezTo>
                  <a:cubicBezTo>
                    <a:pt x="473" y="18"/>
                    <a:pt x="475" y="19"/>
                    <a:pt x="476" y="20"/>
                  </a:cubicBezTo>
                  <a:cubicBezTo>
                    <a:pt x="477" y="21"/>
                    <a:pt x="478" y="23"/>
                    <a:pt x="479" y="25"/>
                  </a:cubicBezTo>
                  <a:cubicBezTo>
                    <a:pt x="479" y="27"/>
                    <a:pt x="480" y="30"/>
                    <a:pt x="480" y="34"/>
                  </a:cubicBezTo>
                  <a:cubicBezTo>
                    <a:pt x="480" y="46"/>
                    <a:pt x="480" y="46"/>
                    <a:pt x="480" y="46"/>
                  </a:cubicBezTo>
                  <a:cubicBezTo>
                    <a:pt x="480" y="48"/>
                    <a:pt x="480" y="50"/>
                    <a:pt x="480" y="50"/>
                  </a:cubicBezTo>
                  <a:cubicBezTo>
                    <a:pt x="480" y="51"/>
                    <a:pt x="481" y="52"/>
                    <a:pt x="481" y="52"/>
                  </a:cubicBezTo>
                  <a:cubicBezTo>
                    <a:pt x="482" y="52"/>
                    <a:pt x="483" y="52"/>
                    <a:pt x="484" y="52"/>
                  </a:cubicBezTo>
                  <a:cubicBezTo>
                    <a:pt x="484" y="54"/>
                    <a:pt x="484" y="54"/>
                    <a:pt x="484" y="54"/>
                  </a:cubicBezTo>
                  <a:cubicBezTo>
                    <a:pt x="468" y="54"/>
                    <a:pt x="468" y="54"/>
                    <a:pt x="468" y="54"/>
                  </a:cubicBezTo>
                  <a:cubicBezTo>
                    <a:pt x="468" y="52"/>
                    <a:pt x="468" y="52"/>
                    <a:pt x="468" y="52"/>
                  </a:cubicBezTo>
                  <a:cubicBezTo>
                    <a:pt x="469" y="52"/>
                    <a:pt x="469" y="52"/>
                    <a:pt x="469" y="52"/>
                  </a:cubicBezTo>
                  <a:cubicBezTo>
                    <a:pt x="471" y="52"/>
                    <a:pt x="472" y="52"/>
                    <a:pt x="472" y="52"/>
                  </a:cubicBezTo>
                  <a:cubicBezTo>
                    <a:pt x="473" y="51"/>
                    <a:pt x="474" y="50"/>
                    <a:pt x="474" y="50"/>
                  </a:cubicBezTo>
                  <a:cubicBezTo>
                    <a:pt x="474" y="49"/>
                    <a:pt x="474" y="48"/>
                    <a:pt x="474" y="46"/>
                  </a:cubicBezTo>
                  <a:cubicBezTo>
                    <a:pt x="474" y="34"/>
                    <a:pt x="474" y="34"/>
                    <a:pt x="474" y="34"/>
                  </a:cubicBezTo>
                  <a:cubicBezTo>
                    <a:pt x="474" y="30"/>
                    <a:pt x="474" y="28"/>
                    <a:pt x="473" y="27"/>
                  </a:cubicBezTo>
                  <a:cubicBezTo>
                    <a:pt x="473" y="26"/>
                    <a:pt x="472" y="25"/>
                    <a:pt x="472" y="24"/>
                  </a:cubicBezTo>
                  <a:cubicBezTo>
                    <a:pt x="471" y="24"/>
                    <a:pt x="470" y="23"/>
                    <a:pt x="469" y="23"/>
                  </a:cubicBezTo>
                  <a:cubicBezTo>
                    <a:pt x="468" y="23"/>
                    <a:pt x="466" y="24"/>
                    <a:pt x="465" y="24"/>
                  </a:cubicBezTo>
                  <a:cubicBezTo>
                    <a:pt x="464" y="25"/>
                    <a:pt x="462" y="26"/>
                    <a:pt x="461" y="28"/>
                  </a:cubicBezTo>
                  <a:cubicBezTo>
                    <a:pt x="461" y="46"/>
                    <a:pt x="461" y="46"/>
                    <a:pt x="461" y="46"/>
                  </a:cubicBezTo>
                  <a:cubicBezTo>
                    <a:pt x="461" y="48"/>
                    <a:pt x="461" y="50"/>
                    <a:pt x="461" y="50"/>
                  </a:cubicBezTo>
                  <a:cubicBezTo>
                    <a:pt x="462" y="51"/>
                    <a:pt x="462" y="52"/>
                    <a:pt x="462" y="52"/>
                  </a:cubicBezTo>
                  <a:cubicBezTo>
                    <a:pt x="463" y="52"/>
                    <a:pt x="464" y="52"/>
                    <a:pt x="466" y="52"/>
                  </a:cubicBezTo>
                  <a:cubicBezTo>
                    <a:pt x="466" y="54"/>
                    <a:pt x="466" y="54"/>
                    <a:pt x="466" y="54"/>
                  </a:cubicBezTo>
                  <a:cubicBezTo>
                    <a:pt x="450" y="54"/>
                    <a:pt x="450" y="54"/>
                    <a:pt x="450" y="54"/>
                  </a:cubicBezTo>
                  <a:cubicBezTo>
                    <a:pt x="450" y="52"/>
                    <a:pt x="450" y="52"/>
                    <a:pt x="450" y="52"/>
                  </a:cubicBezTo>
                  <a:cubicBezTo>
                    <a:pt x="451" y="52"/>
                    <a:pt x="452" y="52"/>
                    <a:pt x="453" y="52"/>
                  </a:cubicBezTo>
                  <a:cubicBezTo>
                    <a:pt x="454" y="51"/>
                    <a:pt x="454" y="51"/>
                    <a:pt x="454" y="50"/>
                  </a:cubicBezTo>
                  <a:cubicBezTo>
                    <a:pt x="455" y="49"/>
                    <a:pt x="455" y="48"/>
                    <a:pt x="455" y="46"/>
                  </a:cubicBezTo>
                  <a:cubicBezTo>
                    <a:pt x="455" y="15"/>
                    <a:pt x="455" y="15"/>
                    <a:pt x="455" y="15"/>
                  </a:cubicBezTo>
                  <a:cubicBezTo>
                    <a:pt x="455" y="11"/>
                    <a:pt x="455" y="8"/>
                    <a:pt x="454" y="8"/>
                  </a:cubicBezTo>
                  <a:cubicBezTo>
                    <a:pt x="454" y="7"/>
                    <a:pt x="454" y="6"/>
                    <a:pt x="454" y="6"/>
                  </a:cubicBezTo>
                  <a:cubicBezTo>
                    <a:pt x="453" y="5"/>
                    <a:pt x="453" y="5"/>
                    <a:pt x="452" y="5"/>
                  </a:cubicBezTo>
                  <a:cubicBezTo>
                    <a:pt x="452" y="5"/>
                    <a:pt x="451" y="5"/>
                    <a:pt x="450" y="6"/>
                  </a:cubicBezTo>
                  <a:cubicBezTo>
                    <a:pt x="449" y="4"/>
                    <a:pt x="449" y="4"/>
                    <a:pt x="449" y="4"/>
                  </a:cubicBezTo>
                  <a:cubicBezTo>
                    <a:pt x="459" y="0"/>
                    <a:pt x="459" y="0"/>
                    <a:pt x="459" y="0"/>
                  </a:cubicBezTo>
                  <a:cubicBezTo>
                    <a:pt x="460" y="1"/>
                    <a:pt x="460" y="1"/>
                    <a:pt x="460" y="1"/>
                  </a:cubicBezTo>
                  <a:close/>
                  <a:moveTo>
                    <a:pt x="499" y="1"/>
                  </a:moveTo>
                  <a:cubicBezTo>
                    <a:pt x="500" y="1"/>
                    <a:pt x="501" y="1"/>
                    <a:pt x="501" y="2"/>
                  </a:cubicBezTo>
                  <a:cubicBezTo>
                    <a:pt x="502" y="3"/>
                    <a:pt x="502" y="4"/>
                    <a:pt x="502" y="5"/>
                  </a:cubicBezTo>
                  <a:cubicBezTo>
                    <a:pt x="502" y="6"/>
                    <a:pt x="502" y="7"/>
                    <a:pt x="501" y="8"/>
                  </a:cubicBezTo>
                  <a:cubicBezTo>
                    <a:pt x="500" y="8"/>
                    <a:pt x="500" y="9"/>
                    <a:pt x="499" y="9"/>
                  </a:cubicBezTo>
                  <a:cubicBezTo>
                    <a:pt x="498" y="9"/>
                    <a:pt x="497" y="8"/>
                    <a:pt x="496" y="8"/>
                  </a:cubicBezTo>
                  <a:cubicBezTo>
                    <a:pt x="496" y="7"/>
                    <a:pt x="495" y="6"/>
                    <a:pt x="495" y="5"/>
                  </a:cubicBezTo>
                  <a:cubicBezTo>
                    <a:pt x="495" y="4"/>
                    <a:pt x="496" y="3"/>
                    <a:pt x="496" y="2"/>
                  </a:cubicBezTo>
                  <a:cubicBezTo>
                    <a:pt x="497" y="1"/>
                    <a:pt x="498" y="1"/>
                    <a:pt x="499" y="1"/>
                  </a:cubicBezTo>
                  <a:close/>
                  <a:moveTo>
                    <a:pt x="502" y="19"/>
                  </a:moveTo>
                  <a:cubicBezTo>
                    <a:pt x="502" y="46"/>
                    <a:pt x="502" y="46"/>
                    <a:pt x="502" y="46"/>
                  </a:cubicBezTo>
                  <a:cubicBezTo>
                    <a:pt x="502" y="48"/>
                    <a:pt x="502" y="50"/>
                    <a:pt x="502" y="50"/>
                  </a:cubicBezTo>
                  <a:cubicBezTo>
                    <a:pt x="503" y="51"/>
                    <a:pt x="503" y="52"/>
                    <a:pt x="504" y="52"/>
                  </a:cubicBezTo>
                  <a:cubicBezTo>
                    <a:pt x="504" y="52"/>
                    <a:pt x="505" y="52"/>
                    <a:pt x="507" y="52"/>
                  </a:cubicBezTo>
                  <a:cubicBezTo>
                    <a:pt x="507" y="54"/>
                    <a:pt x="507" y="54"/>
                    <a:pt x="507" y="54"/>
                  </a:cubicBezTo>
                  <a:cubicBezTo>
                    <a:pt x="491" y="54"/>
                    <a:pt x="491" y="54"/>
                    <a:pt x="491" y="54"/>
                  </a:cubicBezTo>
                  <a:cubicBezTo>
                    <a:pt x="491" y="52"/>
                    <a:pt x="491" y="52"/>
                    <a:pt x="491" y="52"/>
                  </a:cubicBezTo>
                  <a:cubicBezTo>
                    <a:pt x="492" y="52"/>
                    <a:pt x="494" y="52"/>
                    <a:pt x="494" y="52"/>
                  </a:cubicBezTo>
                  <a:cubicBezTo>
                    <a:pt x="494" y="52"/>
                    <a:pt x="495" y="51"/>
                    <a:pt x="495" y="50"/>
                  </a:cubicBezTo>
                  <a:cubicBezTo>
                    <a:pt x="496" y="50"/>
                    <a:pt x="496" y="48"/>
                    <a:pt x="496" y="46"/>
                  </a:cubicBezTo>
                  <a:cubicBezTo>
                    <a:pt x="496" y="33"/>
                    <a:pt x="496" y="33"/>
                    <a:pt x="496" y="33"/>
                  </a:cubicBezTo>
                  <a:cubicBezTo>
                    <a:pt x="496" y="29"/>
                    <a:pt x="496" y="27"/>
                    <a:pt x="495" y="26"/>
                  </a:cubicBezTo>
                  <a:cubicBezTo>
                    <a:pt x="495" y="25"/>
                    <a:pt x="495" y="24"/>
                    <a:pt x="494" y="24"/>
                  </a:cubicBezTo>
                  <a:cubicBezTo>
                    <a:pt x="494" y="24"/>
                    <a:pt x="494" y="24"/>
                    <a:pt x="493" y="24"/>
                  </a:cubicBezTo>
                  <a:cubicBezTo>
                    <a:pt x="492" y="24"/>
                    <a:pt x="491" y="24"/>
                    <a:pt x="490" y="24"/>
                  </a:cubicBezTo>
                  <a:cubicBezTo>
                    <a:pt x="490" y="23"/>
                    <a:pt x="490" y="23"/>
                    <a:pt x="490" y="23"/>
                  </a:cubicBezTo>
                  <a:cubicBezTo>
                    <a:pt x="500" y="19"/>
                    <a:pt x="500" y="19"/>
                    <a:pt x="500" y="19"/>
                  </a:cubicBezTo>
                  <a:cubicBezTo>
                    <a:pt x="502" y="19"/>
                    <a:pt x="502" y="19"/>
                    <a:pt x="502" y="19"/>
                  </a:cubicBezTo>
                  <a:close/>
                  <a:moveTo>
                    <a:pt x="524" y="26"/>
                  </a:moveTo>
                  <a:cubicBezTo>
                    <a:pt x="528" y="21"/>
                    <a:pt x="532" y="19"/>
                    <a:pt x="535" y="19"/>
                  </a:cubicBezTo>
                  <a:cubicBezTo>
                    <a:pt x="536" y="19"/>
                    <a:pt x="538" y="19"/>
                    <a:pt x="540" y="20"/>
                  </a:cubicBezTo>
                  <a:cubicBezTo>
                    <a:pt x="541" y="21"/>
                    <a:pt x="542" y="22"/>
                    <a:pt x="543" y="24"/>
                  </a:cubicBezTo>
                  <a:cubicBezTo>
                    <a:pt x="543" y="26"/>
                    <a:pt x="544" y="28"/>
                    <a:pt x="544" y="31"/>
                  </a:cubicBezTo>
                  <a:cubicBezTo>
                    <a:pt x="544" y="46"/>
                    <a:pt x="544" y="46"/>
                    <a:pt x="544" y="46"/>
                  </a:cubicBezTo>
                  <a:cubicBezTo>
                    <a:pt x="544" y="48"/>
                    <a:pt x="544" y="49"/>
                    <a:pt x="544" y="50"/>
                  </a:cubicBezTo>
                  <a:cubicBezTo>
                    <a:pt x="544" y="51"/>
                    <a:pt x="545" y="51"/>
                    <a:pt x="545" y="52"/>
                  </a:cubicBezTo>
                  <a:cubicBezTo>
                    <a:pt x="546" y="52"/>
                    <a:pt x="547" y="52"/>
                    <a:pt x="548" y="52"/>
                  </a:cubicBezTo>
                  <a:cubicBezTo>
                    <a:pt x="548" y="53"/>
                    <a:pt x="548" y="53"/>
                    <a:pt x="548" y="53"/>
                  </a:cubicBezTo>
                  <a:cubicBezTo>
                    <a:pt x="532" y="53"/>
                    <a:pt x="532" y="53"/>
                    <a:pt x="532" y="53"/>
                  </a:cubicBezTo>
                  <a:cubicBezTo>
                    <a:pt x="532" y="52"/>
                    <a:pt x="532" y="52"/>
                    <a:pt x="532" y="52"/>
                  </a:cubicBezTo>
                  <a:cubicBezTo>
                    <a:pt x="533" y="52"/>
                    <a:pt x="533" y="52"/>
                    <a:pt x="533" y="52"/>
                  </a:cubicBezTo>
                  <a:cubicBezTo>
                    <a:pt x="535" y="52"/>
                    <a:pt x="536" y="52"/>
                    <a:pt x="536" y="51"/>
                  </a:cubicBezTo>
                  <a:cubicBezTo>
                    <a:pt x="537" y="51"/>
                    <a:pt x="538" y="50"/>
                    <a:pt x="538" y="49"/>
                  </a:cubicBezTo>
                  <a:cubicBezTo>
                    <a:pt x="538" y="49"/>
                    <a:pt x="538" y="48"/>
                    <a:pt x="538" y="46"/>
                  </a:cubicBezTo>
                  <a:cubicBezTo>
                    <a:pt x="538" y="32"/>
                    <a:pt x="538" y="32"/>
                    <a:pt x="538" y="32"/>
                  </a:cubicBezTo>
                  <a:cubicBezTo>
                    <a:pt x="538" y="28"/>
                    <a:pt x="537" y="26"/>
                    <a:pt x="536" y="25"/>
                  </a:cubicBezTo>
                  <a:cubicBezTo>
                    <a:pt x="536" y="24"/>
                    <a:pt x="534" y="23"/>
                    <a:pt x="532" y="23"/>
                  </a:cubicBezTo>
                  <a:cubicBezTo>
                    <a:pt x="530" y="23"/>
                    <a:pt x="527" y="24"/>
                    <a:pt x="524" y="28"/>
                  </a:cubicBezTo>
                  <a:cubicBezTo>
                    <a:pt x="524" y="46"/>
                    <a:pt x="524" y="46"/>
                    <a:pt x="524" y="46"/>
                  </a:cubicBezTo>
                  <a:cubicBezTo>
                    <a:pt x="524" y="48"/>
                    <a:pt x="524" y="49"/>
                    <a:pt x="524" y="50"/>
                  </a:cubicBezTo>
                  <a:cubicBezTo>
                    <a:pt x="525" y="51"/>
                    <a:pt x="525" y="51"/>
                    <a:pt x="526" y="52"/>
                  </a:cubicBezTo>
                  <a:cubicBezTo>
                    <a:pt x="526" y="52"/>
                    <a:pt x="527" y="52"/>
                    <a:pt x="529" y="52"/>
                  </a:cubicBezTo>
                  <a:cubicBezTo>
                    <a:pt x="529" y="53"/>
                    <a:pt x="529" y="53"/>
                    <a:pt x="529" y="53"/>
                  </a:cubicBezTo>
                  <a:cubicBezTo>
                    <a:pt x="513" y="53"/>
                    <a:pt x="513" y="53"/>
                    <a:pt x="513" y="53"/>
                  </a:cubicBezTo>
                  <a:cubicBezTo>
                    <a:pt x="513" y="52"/>
                    <a:pt x="513" y="52"/>
                    <a:pt x="513" y="52"/>
                  </a:cubicBezTo>
                  <a:cubicBezTo>
                    <a:pt x="514" y="52"/>
                    <a:pt x="514" y="52"/>
                    <a:pt x="514" y="52"/>
                  </a:cubicBezTo>
                  <a:cubicBezTo>
                    <a:pt x="516" y="52"/>
                    <a:pt x="517" y="52"/>
                    <a:pt x="517" y="51"/>
                  </a:cubicBezTo>
                  <a:cubicBezTo>
                    <a:pt x="518" y="50"/>
                    <a:pt x="518" y="48"/>
                    <a:pt x="518" y="46"/>
                  </a:cubicBezTo>
                  <a:cubicBezTo>
                    <a:pt x="518" y="33"/>
                    <a:pt x="518" y="33"/>
                    <a:pt x="518" y="33"/>
                  </a:cubicBezTo>
                  <a:cubicBezTo>
                    <a:pt x="518" y="29"/>
                    <a:pt x="518" y="26"/>
                    <a:pt x="518" y="25"/>
                  </a:cubicBezTo>
                  <a:cubicBezTo>
                    <a:pt x="518" y="24"/>
                    <a:pt x="517" y="24"/>
                    <a:pt x="517" y="23"/>
                  </a:cubicBezTo>
                  <a:cubicBezTo>
                    <a:pt x="516" y="23"/>
                    <a:pt x="516" y="23"/>
                    <a:pt x="515" y="23"/>
                  </a:cubicBezTo>
                  <a:cubicBezTo>
                    <a:pt x="514" y="23"/>
                    <a:pt x="514" y="23"/>
                    <a:pt x="513" y="23"/>
                  </a:cubicBezTo>
                  <a:cubicBezTo>
                    <a:pt x="512" y="22"/>
                    <a:pt x="512" y="22"/>
                    <a:pt x="512" y="22"/>
                  </a:cubicBezTo>
                  <a:cubicBezTo>
                    <a:pt x="522" y="18"/>
                    <a:pt x="522" y="18"/>
                    <a:pt x="522" y="18"/>
                  </a:cubicBezTo>
                  <a:cubicBezTo>
                    <a:pt x="524" y="18"/>
                    <a:pt x="524" y="18"/>
                    <a:pt x="524" y="18"/>
                  </a:cubicBezTo>
                  <a:cubicBezTo>
                    <a:pt x="524" y="26"/>
                    <a:pt x="524" y="26"/>
                    <a:pt x="524" y="26"/>
                  </a:cubicBezTo>
                  <a:close/>
                  <a:moveTo>
                    <a:pt x="573" y="49"/>
                  </a:moveTo>
                  <a:cubicBezTo>
                    <a:pt x="570" y="52"/>
                    <a:pt x="568" y="53"/>
                    <a:pt x="567" y="54"/>
                  </a:cubicBezTo>
                  <a:cubicBezTo>
                    <a:pt x="566" y="54"/>
                    <a:pt x="564" y="54"/>
                    <a:pt x="563" y="54"/>
                  </a:cubicBezTo>
                  <a:cubicBezTo>
                    <a:pt x="560" y="54"/>
                    <a:pt x="559" y="54"/>
                    <a:pt x="557" y="52"/>
                  </a:cubicBezTo>
                  <a:cubicBezTo>
                    <a:pt x="556" y="50"/>
                    <a:pt x="555" y="48"/>
                    <a:pt x="555" y="46"/>
                  </a:cubicBezTo>
                  <a:cubicBezTo>
                    <a:pt x="555" y="44"/>
                    <a:pt x="556" y="42"/>
                    <a:pt x="556" y="41"/>
                  </a:cubicBezTo>
                  <a:cubicBezTo>
                    <a:pt x="557" y="40"/>
                    <a:pt x="559" y="38"/>
                    <a:pt x="562" y="36"/>
                  </a:cubicBezTo>
                  <a:cubicBezTo>
                    <a:pt x="564" y="35"/>
                    <a:pt x="568" y="33"/>
                    <a:pt x="574" y="31"/>
                  </a:cubicBezTo>
                  <a:cubicBezTo>
                    <a:pt x="574" y="30"/>
                    <a:pt x="574" y="30"/>
                    <a:pt x="574" y="30"/>
                  </a:cubicBezTo>
                  <a:cubicBezTo>
                    <a:pt x="574" y="26"/>
                    <a:pt x="573" y="24"/>
                    <a:pt x="572" y="23"/>
                  </a:cubicBezTo>
                  <a:cubicBezTo>
                    <a:pt x="571" y="22"/>
                    <a:pt x="570" y="21"/>
                    <a:pt x="568" y="21"/>
                  </a:cubicBezTo>
                  <a:cubicBezTo>
                    <a:pt x="566" y="21"/>
                    <a:pt x="565" y="21"/>
                    <a:pt x="564" y="22"/>
                  </a:cubicBezTo>
                  <a:cubicBezTo>
                    <a:pt x="563" y="23"/>
                    <a:pt x="563" y="24"/>
                    <a:pt x="563" y="25"/>
                  </a:cubicBezTo>
                  <a:cubicBezTo>
                    <a:pt x="563" y="27"/>
                    <a:pt x="563" y="27"/>
                    <a:pt x="563" y="27"/>
                  </a:cubicBezTo>
                  <a:cubicBezTo>
                    <a:pt x="563" y="28"/>
                    <a:pt x="562" y="29"/>
                    <a:pt x="562" y="30"/>
                  </a:cubicBezTo>
                  <a:cubicBezTo>
                    <a:pt x="562" y="30"/>
                    <a:pt x="561" y="30"/>
                    <a:pt x="560" y="30"/>
                  </a:cubicBezTo>
                  <a:cubicBezTo>
                    <a:pt x="559" y="30"/>
                    <a:pt x="558" y="30"/>
                    <a:pt x="558" y="30"/>
                  </a:cubicBezTo>
                  <a:cubicBezTo>
                    <a:pt x="558" y="29"/>
                    <a:pt x="557" y="28"/>
                    <a:pt x="557" y="27"/>
                  </a:cubicBezTo>
                  <a:cubicBezTo>
                    <a:pt x="557" y="25"/>
                    <a:pt x="558" y="23"/>
                    <a:pt x="560" y="21"/>
                  </a:cubicBezTo>
                  <a:cubicBezTo>
                    <a:pt x="562" y="19"/>
                    <a:pt x="566" y="18"/>
                    <a:pt x="569" y="18"/>
                  </a:cubicBezTo>
                  <a:cubicBezTo>
                    <a:pt x="572" y="18"/>
                    <a:pt x="574" y="18"/>
                    <a:pt x="576" y="20"/>
                  </a:cubicBezTo>
                  <a:cubicBezTo>
                    <a:pt x="578" y="20"/>
                    <a:pt x="579" y="22"/>
                    <a:pt x="580" y="23"/>
                  </a:cubicBezTo>
                  <a:cubicBezTo>
                    <a:pt x="580" y="24"/>
                    <a:pt x="580" y="26"/>
                    <a:pt x="580" y="30"/>
                  </a:cubicBezTo>
                  <a:cubicBezTo>
                    <a:pt x="580" y="41"/>
                    <a:pt x="580" y="41"/>
                    <a:pt x="580" y="41"/>
                  </a:cubicBezTo>
                  <a:cubicBezTo>
                    <a:pt x="580" y="44"/>
                    <a:pt x="580" y="46"/>
                    <a:pt x="580" y="47"/>
                  </a:cubicBezTo>
                  <a:cubicBezTo>
                    <a:pt x="580" y="48"/>
                    <a:pt x="581" y="48"/>
                    <a:pt x="581" y="49"/>
                  </a:cubicBezTo>
                  <a:cubicBezTo>
                    <a:pt x="581" y="49"/>
                    <a:pt x="581" y="49"/>
                    <a:pt x="582" y="49"/>
                  </a:cubicBezTo>
                  <a:cubicBezTo>
                    <a:pt x="582" y="49"/>
                    <a:pt x="582" y="49"/>
                    <a:pt x="583" y="49"/>
                  </a:cubicBezTo>
                  <a:cubicBezTo>
                    <a:pt x="583" y="48"/>
                    <a:pt x="584" y="48"/>
                    <a:pt x="586" y="46"/>
                  </a:cubicBezTo>
                  <a:cubicBezTo>
                    <a:pt x="586" y="48"/>
                    <a:pt x="586" y="48"/>
                    <a:pt x="586" y="48"/>
                  </a:cubicBezTo>
                  <a:cubicBezTo>
                    <a:pt x="583" y="52"/>
                    <a:pt x="580" y="54"/>
                    <a:pt x="578" y="54"/>
                  </a:cubicBezTo>
                  <a:cubicBezTo>
                    <a:pt x="577" y="54"/>
                    <a:pt x="576" y="53"/>
                    <a:pt x="575" y="52"/>
                  </a:cubicBezTo>
                  <a:cubicBezTo>
                    <a:pt x="574" y="52"/>
                    <a:pt x="573" y="51"/>
                    <a:pt x="573" y="49"/>
                  </a:cubicBezTo>
                  <a:close/>
                  <a:moveTo>
                    <a:pt x="573" y="46"/>
                  </a:moveTo>
                  <a:cubicBezTo>
                    <a:pt x="573" y="34"/>
                    <a:pt x="573" y="34"/>
                    <a:pt x="573" y="34"/>
                  </a:cubicBezTo>
                  <a:cubicBezTo>
                    <a:pt x="570" y="35"/>
                    <a:pt x="567" y="36"/>
                    <a:pt x="566" y="37"/>
                  </a:cubicBezTo>
                  <a:cubicBezTo>
                    <a:pt x="564" y="38"/>
                    <a:pt x="563" y="39"/>
                    <a:pt x="562" y="40"/>
                  </a:cubicBezTo>
                  <a:cubicBezTo>
                    <a:pt x="562" y="42"/>
                    <a:pt x="561" y="43"/>
                    <a:pt x="561" y="44"/>
                  </a:cubicBezTo>
                  <a:cubicBezTo>
                    <a:pt x="561" y="46"/>
                    <a:pt x="562" y="48"/>
                    <a:pt x="563" y="49"/>
                  </a:cubicBezTo>
                  <a:cubicBezTo>
                    <a:pt x="564" y="50"/>
                    <a:pt x="565" y="50"/>
                    <a:pt x="566" y="50"/>
                  </a:cubicBezTo>
                  <a:cubicBezTo>
                    <a:pt x="568" y="50"/>
                    <a:pt x="570" y="49"/>
                    <a:pt x="573" y="4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51" name="Freeform 36"/>
            <p:cNvSpPr>
              <a:spLocks noEditPoints="1"/>
            </p:cNvSpPr>
            <p:nvPr/>
          </p:nvSpPr>
          <p:spPr bwMode="auto">
            <a:xfrm>
              <a:off x="9304400" y="4596116"/>
              <a:ext cx="2255838" cy="300038"/>
            </a:xfrm>
            <a:custGeom>
              <a:avLst/>
              <a:gdLst>
                <a:gd name="T0" fmla="*/ 1465 w 1513"/>
                <a:gd name="T1" fmla="*/ 107 h 200"/>
                <a:gd name="T2" fmla="*/ 1416 w 1513"/>
                <a:gd name="T3" fmla="*/ 130 h 200"/>
                <a:gd name="T4" fmla="*/ 1450 w 1513"/>
                <a:gd name="T5" fmla="*/ 47 h 200"/>
                <a:gd name="T6" fmla="*/ 1458 w 1513"/>
                <a:gd name="T7" fmla="*/ 70 h 200"/>
                <a:gd name="T8" fmla="*/ 1467 w 1513"/>
                <a:gd name="T9" fmla="*/ 146 h 200"/>
                <a:gd name="T10" fmla="*/ 1410 w 1513"/>
                <a:gd name="T11" fmla="*/ 171 h 200"/>
                <a:gd name="T12" fmla="*/ 1408 w 1513"/>
                <a:gd name="T13" fmla="*/ 153 h 200"/>
                <a:gd name="T14" fmla="*/ 1272 w 1513"/>
                <a:gd name="T15" fmla="*/ 125 h 200"/>
                <a:gd name="T16" fmla="*/ 1257 w 1513"/>
                <a:gd name="T17" fmla="*/ 79 h 200"/>
                <a:gd name="T18" fmla="*/ 1298 w 1513"/>
                <a:gd name="T19" fmla="*/ 59 h 200"/>
                <a:gd name="T20" fmla="*/ 1220 w 1513"/>
                <a:gd name="T21" fmla="*/ 139 h 200"/>
                <a:gd name="T22" fmla="*/ 1112 w 1513"/>
                <a:gd name="T23" fmla="*/ 16 h 200"/>
                <a:gd name="T24" fmla="*/ 1064 w 1513"/>
                <a:gd name="T25" fmla="*/ 107 h 200"/>
                <a:gd name="T26" fmla="*/ 1074 w 1513"/>
                <a:gd name="T27" fmla="*/ 95 h 200"/>
                <a:gd name="T28" fmla="*/ 1096 w 1513"/>
                <a:gd name="T29" fmla="*/ 49 h 200"/>
                <a:gd name="T30" fmla="*/ 1098 w 1513"/>
                <a:gd name="T31" fmla="*/ 84 h 200"/>
                <a:gd name="T32" fmla="*/ 1101 w 1513"/>
                <a:gd name="T33" fmla="*/ 154 h 200"/>
                <a:gd name="T34" fmla="*/ 1038 w 1513"/>
                <a:gd name="T35" fmla="*/ 172 h 200"/>
                <a:gd name="T36" fmla="*/ 862 w 1513"/>
                <a:gd name="T37" fmla="*/ 136 h 200"/>
                <a:gd name="T38" fmla="*/ 895 w 1513"/>
                <a:gd name="T39" fmla="*/ 103 h 200"/>
                <a:gd name="T40" fmla="*/ 856 w 1513"/>
                <a:gd name="T41" fmla="*/ 83 h 200"/>
                <a:gd name="T42" fmla="*/ 873 w 1513"/>
                <a:gd name="T43" fmla="*/ 80 h 200"/>
                <a:gd name="T44" fmla="*/ 905 w 1513"/>
                <a:gd name="T45" fmla="*/ 38 h 200"/>
                <a:gd name="T46" fmla="*/ 908 w 1513"/>
                <a:gd name="T47" fmla="*/ 83 h 200"/>
                <a:gd name="T48" fmla="*/ 874 w 1513"/>
                <a:gd name="T49" fmla="*/ 168 h 200"/>
                <a:gd name="T50" fmla="*/ 809 w 1513"/>
                <a:gd name="T51" fmla="*/ 149 h 200"/>
                <a:gd name="T52" fmla="*/ 704 w 1513"/>
                <a:gd name="T53" fmla="*/ 45 h 200"/>
                <a:gd name="T54" fmla="*/ 658 w 1513"/>
                <a:gd name="T55" fmla="*/ 45 h 200"/>
                <a:gd name="T56" fmla="*/ 694 w 1513"/>
                <a:gd name="T57" fmla="*/ 50 h 200"/>
                <a:gd name="T58" fmla="*/ 705 w 1513"/>
                <a:gd name="T59" fmla="*/ 55 h 200"/>
                <a:gd name="T60" fmla="*/ 697 w 1513"/>
                <a:gd name="T61" fmla="*/ 139 h 200"/>
                <a:gd name="T62" fmla="*/ 662 w 1513"/>
                <a:gd name="T63" fmla="*/ 179 h 200"/>
                <a:gd name="T64" fmla="*/ 686 w 1513"/>
                <a:gd name="T65" fmla="*/ 141 h 200"/>
                <a:gd name="T66" fmla="*/ 720 w 1513"/>
                <a:gd name="T67" fmla="*/ 90 h 200"/>
                <a:gd name="T68" fmla="*/ 540 w 1513"/>
                <a:gd name="T69" fmla="*/ 92 h 200"/>
                <a:gd name="T70" fmla="*/ 491 w 1513"/>
                <a:gd name="T71" fmla="*/ 115 h 200"/>
                <a:gd name="T72" fmla="*/ 466 w 1513"/>
                <a:gd name="T73" fmla="*/ 70 h 200"/>
                <a:gd name="T74" fmla="*/ 444 w 1513"/>
                <a:gd name="T75" fmla="*/ 90 h 200"/>
                <a:gd name="T76" fmla="*/ 426 w 1513"/>
                <a:gd name="T77" fmla="*/ 96 h 200"/>
                <a:gd name="T78" fmla="*/ 414 w 1513"/>
                <a:gd name="T79" fmla="*/ 90 h 200"/>
                <a:gd name="T80" fmla="*/ 502 w 1513"/>
                <a:gd name="T81" fmla="*/ 43 h 200"/>
                <a:gd name="T82" fmla="*/ 560 w 1513"/>
                <a:gd name="T83" fmla="*/ 85 h 200"/>
                <a:gd name="T84" fmla="*/ 520 w 1513"/>
                <a:gd name="T85" fmla="*/ 187 h 200"/>
                <a:gd name="T86" fmla="*/ 465 w 1513"/>
                <a:gd name="T87" fmla="*/ 119 h 200"/>
                <a:gd name="T88" fmla="*/ 442 w 1513"/>
                <a:gd name="T89" fmla="*/ 153 h 200"/>
                <a:gd name="T90" fmla="*/ 282 w 1513"/>
                <a:gd name="T91" fmla="*/ 98 h 200"/>
                <a:gd name="T92" fmla="*/ 259 w 1513"/>
                <a:gd name="T93" fmla="*/ 93 h 200"/>
                <a:gd name="T94" fmla="*/ 226 w 1513"/>
                <a:gd name="T95" fmla="*/ 158 h 200"/>
                <a:gd name="T96" fmla="*/ 307 w 1513"/>
                <a:gd name="T97" fmla="*/ 43 h 200"/>
                <a:gd name="T98" fmla="*/ 290 w 1513"/>
                <a:gd name="T99" fmla="*/ 120 h 200"/>
                <a:gd name="T100" fmla="*/ 234 w 1513"/>
                <a:gd name="T101" fmla="*/ 93 h 200"/>
                <a:gd name="T102" fmla="*/ 205 w 1513"/>
                <a:gd name="T103" fmla="*/ 107 h 200"/>
                <a:gd name="T104" fmla="*/ 226 w 1513"/>
                <a:gd name="T105" fmla="*/ 171 h 200"/>
                <a:gd name="T106" fmla="*/ 101 w 1513"/>
                <a:gd name="T107" fmla="*/ 63 h 200"/>
                <a:gd name="T108" fmla="*/ 32 w 1513"/>
                <a:gd name="T109" fmla="*/ 94 h 200"/>
                <a:gd name="T110" fmla="*/ 58 w 1513"/>
                <a:gd name="T111" fmla="*/ 7 h 200"/>
                <a:gd name="T112" fmla="*/ 104 w 1513"/>
                <a:gd name="T113" fmla="*/ 90 h 200"/>
                <a:gd name="T114" fmla="*/ 48 w 1513"/>
                <a:gd name="T115" fmla="*/ 152 h 200"/>
                <a:gd name="T116" fmla="*/ 3 w 1513"/>
                <a:gd name="T117" fmla="*/ 66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513" h="200">
                  <a:moveTo>
                    <a:pt x="1410" y="31"/>
                  </a:moveTo>
                  <a:cubicBezTo>
                    <a:pt x="1410" y="28"/>
                    <a:pt x="1410" y="26"/>
                    <a:pt x="1410" y="23"/>
                  </a:cubicBezTo>
                  <a:cubicBezTo>
                    <a:pt x="1418" y="21"/>
                    <a:pt x="1413" y="3"/>
                    <a:pt x="1421" y="0"/>
                  </a:cubicBezTo>
                  <a:cubicBezTo>
                    <a:pt x="1424" y="0"/>
                    <a:pt x="1424" y="0"/>
                    <a:pt x="1424" y="0"/>
                  </a:cubicBezTo>
                  <a:cubicBezTo>
                    <a:pt x="1425" y="3"/>
                    <a:pt x="1427" y="7"/>
                    <a:pt x="1428" y="11"/>
                  </a:cubicBezTo>
                  <a:cubicBezTo>
                    <a:pt x="1428" y="13"/>
                    <a:pt x="1428" y="15"/>
                    <a:pt x="1428" y="17"/>
                  </a:cubicBezTo>
                  <a:cubicBezTo>
                    <a:pt x="1431" y="30"/>
                    <a:pt x="1429" y="36"/>
                    <a:pt x="1427" y="47"/>
                  </a:cubicBezTo>
                  <a:cubicBezTo>
                    <a:pt x="1414" y="49"/>
                    <a:pt x="1415" y="38"/>
                    <a:pt x="1410" y="31"/>
                  </a:cubicBezTo>
                  <a:close/>
                  <a:moveTo>
                    <a:pt x="1442" y="122"/>
                  </a:moveTo>
                  <a:cubicBezTo>
                    <a:pt x="1442" y="107"/>
                    <a:pt x="1454" y="110"/>
                    <a:pt x="1465" y="107"/>
                  </a:cubicBezTo>
                  <a:cubicBezTo>
                    <a:pt x="1470" y="105"/>
                    <a:pt x="1478" y="101"/>
                    <a:pt x="1482" y="97"/>
                  </a:cubicBezTo>
                  <a:cubicBezTo>
                    <a:pt x="1484" y="95"/>
                    <a:pt x="1484" y="93"/>
                    <a:pt x="1486" y="91"/>
                  </a:cubicBezTo>
                  <a:cubicBezTo>
                    <a:pt x="1485" y="90"/>
                    <a:pt x="1485" y="88"/>
                    <a:pt x="1484" y="87"/>
                  </a:cubicBezTo>
                  <a:cubicBezTo>
                    <a:pt x="1482" y="86"/>
                    <a:pt x="1479" y="83"/>
                    <a:pt x="1477" y="83"/>
                  </a:cubicBezTo>
                  <a:cubicBezTo>
                    <a:pt x="1474" y="81"/>
                    <a:pt x="1470" y="82"/>
                    <a:pt x="1468" y="81"/>
                  </a:cubicBezTo>
                  <a:cubicBezTo>
                    <a:pt x="1452" y="83"/>
                    <a:pt x="1429" y="95"/>
                    <a:pt x="1424" y="105"/>
                  </a:cubicBezTo>
                  <a:cubicBezTo>
                    <a:pt x="1424" y="108"/>
                    <a:pt x="1424" y="111"/>
                    <a:pt x="1424" y="113"/>
                  </a:cubicBezTo>
                  <a:cubicBezTo>
                    <a:pt x="1426" y="115"/>
                    <a:pt x="1428" y="117"/>
                    <a:pt x="1430" y="119"/>
                  </a:cubicBezTo>
                  <a:cubicBezTo>
                    <a:pt x="1430" y="126"/>
                    <a:pt x="1430" y="134"/>
                    <a:pt x="1422" y="135"/>
                  </a:cubicBezTo>
                  <a:cubicBezTo>
                    <a:pt x="1420" y="133"/>
                    <a:pt x="1418" y="132"/>
                    <a:pt x="1416" y="130"/>
                  </a:cubicBezTo>
                  <a:cubicBezTo>
                    <a:pt x="1414" y="132"/>
                    <a:pt x="1413" y="133"/>
                    <a:pt x="1409" y="132"/>
                  </a:cubicBezTo>
                  <a:cubicBezTo>
                    <a:pt x="1407" y="128"/>
                    <a:pt x="1397" y="105"/>
                    <a:pt x="1398" y="102"/>
                  </a:cubicBezTo>
                  <a:cubicBezTo>
                    <a:pt x="1399" y="99"/>
                    <a:pt x="1405" y="97"/>
                    <a:pt x="1408" y="96"/>
                  </a:cubicBezTo>
                  <a:cubicBezTo>
                    <a:pt x="1414" y="93"/>
                    <a:pt x="1418" y="86"/>
                    <a:pt x="1423" y="82"/>
                  </a:cubicBezTo>
                  <a:cubicBezTo>
                    <a:pt x="1426" y="80"/>
                    <a:pt x="1430" y="80"/>
                    <a:pt x="1433" y="79"/>
                  </a:cubicBezTo>
                  <a:cubicBezTo>
                    <a:pt x="1441" y="75"/>
                    <a:pt x="1447" y="65"/>
                    <a:pt x="1454" y="59"/>
                  </a:cubicBezTo>
                  <a:cubicBezTo>
                    <a:pt x="1462" y="51"/>
                    <a:pt x="1472" y="50"/>
                    <a:pt x="1478" y="41"/>
                  </a:cubicBezTo>
                  <a:cubicBezTo>
                    <a:pt x="1478" y="41"/>
                    <a:pt x="1478" y="41"/>
                    <a:pt x="1478" y="40"/>
                  </a:cubicBezTo>
                  <a:cubicBezTo>
                    <a:pt x="1477" y="40"/>
                    <a:pt x="1477" y="40"/>
                    <a:pt x="1477" y="40"/>
                  </a:cubicBezTo>
                  <a:cubicBezTo>
                    <a:pt x="1472" y="45"/>
                    <a:pt x="1459" y="54"/>
                    <a:pt x="1450" y="47"/>
                  </a:cubicBezTo>
                  <a:cubicBezTo>
                    <a:pt x="1446" y="45"/>
                    <a:pt x="1447" y="40"/>
                    <a:pt x="1444" y="37"/>
                  </a:cubicBezTo>
                  <a:cubicBezTo>
                    <a:pt x="1443" y="35"/>
                    <a:pt x="1440" y="34"/>
                    <a:pt x="1440" y="31"/>
                  </a:cubicBezTo>
                  <a:cubicBezTo>
                    <a:pt x="1440" y="29"/>
                    <a:pt x="1441" y="28"/>
                    <a:pt x="1441" y="27"/>
                  </a:cubicBezTo>
                  <a:cubicBezTo>
                    <a:pt x="1447" y="27"/>
                    <a:pt x="1459" y="35"/>
                    <a:pt x="1462" y="38"/>
                  </a:cubicBezTo>
                  <a:cubicBezTo>
                    <a:pt x="1471" y="35"/>
                    <a:pt x="1480" y="33"/>
                    <a:pt x="1488" y="28"/>
                  </a:cubicBezTo>
                  <a:cubicBezTo>
                    <a:pt x="1491" y="26"/>
                    <a:pt x="1496" y="30"/>
                    <a:pt x="1498" y="29"/>
                  </a:cubicBezTo>
                  <a:cubicBezTo>
                    <a:pt x="1502" y="32"/>
                    <a:pt x="1508" y="48"/>
                    <a:pt x="1500" y="52"/>
                  </a:cubicBezTo>
                  <a:cubicBezTo>
                    <a:pt x="1496" y="53"/>
                    <a:pt x="1490" y="53"/>
                    <a:pt x="1486" y="54"/>
                  </a:cubicBezTo>
                  <a:cubicBezTo>
                    <a:pt x="1476" y="56"/>
                    <a:pt x="1464" y="63"/>
                    <a:pt x="1457" y="69"/>
                  </a:cubicBezTo>
                  <a:cubicBezTo>
                    <a:pt x="1457" y="69"/>
                    <a:pt x="1458" y="69"/>
                    <a:pt x="1458" y="70"/>
                  </a:cubicBezTo>
                  <a:cubicBezTo>
                    <a:pt x="1458" y="70"/>
                    <a:pt x="1458" y="70"/>
                    <a:pt x="1458" y="70"/>
                  </a:cubicBezTo>
                  <a:cubicBezTo>
                    <a:pt x="1462" y="71"/>
                    <a:pt x="1469" y="68"/>
                    <a:pt x="1474" y="71"/>
                  </a:cubicBezTo>
                  <a:cubicBezTo>
                    <a:pt x="1485" y="76"/>
                    <a:pt x="1500" y="81"/>
                    <a:pt x="1500" y="99"/>
                  </a:cubicBezTo>
                  <a:cubicBezTo>
                    <a:pt x="1497" y="100"/>
                    <a:pt x="1496" y="102"/>
                    <a:pt x="1494" y="103"/>
                  </a:cubicBezTo>
                  <a:cubicBezTo>
                    <a:pt x="1488" y="105"/>
                    <a:pt x="1482" y="105"/>
                    <a:pt x="1477" y="108"/>
                  </a:cubicBezTo>
                  <a:cubicBezTo>
                    <a:pt x="1477" y="109"/>
                    <a:pt x="1477" y="109"/>
                    <a:pt x="1477" y="110"/>
                  </a:cubicBezTo>
                  <a:cubicBezTo>
                    <a:pt x="1478" y="112"/>
                    <a:pt x="1479" y="113"/>
                    <a:pt x="1479" y="118"/>
                  </a:cubicBezTo>
                  <a:cubicBezTo>
                    <a:pt x="1477" y="119"/>
                    <a:pt x="1478" y="122"/>
                    <a:pt x="1476" y="123"/>
                  </a:cubicBezTo>
                  <a:cubicBezTo>
                    <a:pt x="1472" y="130"/>
                    <a:pt x="1465" y="135"/>
                    <a:pt x="1463" y="142"/>
                  </a:cubicBezTo>
                  <a:cubicBezTo>
                    <a:pt x="1464" y="143"/>
                    <a:pt x="1466" y="145"/>
                    <a:pt x="1467" y="146"/>
                  </a:cubicBezTo>
                  <a:cubicBezTo>
                    <a:pt x="1476" y="149"/>
                    <a:pt x="1513" y="129"/>
                    <a:pt x="1508" y="151"/>
                  </a:cubicBezTo>
                  <a:cubicBezTo>
                    <a:pt x="1507" y="154"/>
                    <a:pt x="1505" y="156"/>
                    <a:pt x="1504" y="158"/>
                  </a:cubicBezTo>
                  <a:cubicBezTo>
                    <a:pt x="1500" y="158"/>
                    <a:pt x="1498" y="157"/>
                    <a:pt x="1495" y="157"/>
                  </a:cubicBezTo>
                  <a:cubicBezTo>
                    <a:pt x="1490" y="155"/>
                    <a:pt x="1472" y="161"/>
                    <a:pt x="1469" y="163"/>
                  </a:cubicBezTo>
                  <a:cubicBezTo>
                    <a:pt x="1470" y="169"/>
                    <a:pt x="1471" y="175"/>
                    <a:pt x="1471" y="182"/>
                  </a:cubicBezTo>
                  <a:cubicBezTo>
                    <a:pt x="1469" y="183"/>
                    <a:pt x="1469" y="185"/>
                    <a:pt x="1468" y="186"/>
                  </a:cubicBezTo>
                  <a:cubicBezTo>
                    <a:pt x="1465" y="188"/>
                    <a:pt x="1462" y="187"/>
                    <a:pt x="1458" y="189"/>
                  </a:cubicBezTo>
                  <a:cubicBezTo>
                    <a:pt x="1456" y="190"/>
                    <a:pt x="1453" y="193"/>
                    <a:pt x="1450" y="193"/>
                  </a:cubicBezTo>
                  <a:cubicBezTo>
                    <a:pt x="1432" y="200"/>
                    <a:pt x="1414" y="183"/>
                    <a:pt x="1410" y="171"/>
                  </a:cubicBezTo>
                  <a:cubicBezTo>
                    <a:pt x="1410" y="171"/>
                    <a:pt x="1410" y="171"/>
                    <a:pt x="1410" y="171"/>
                  </a:cubicBezTo>
                  <a:cubicBezTo>
                    <a:pt x="1416" y="171"/>
                    <a:pt x="1423" y="177"/>
                    <a:pt x="1428" y="179"/>
                  </a:cubicBezTo>
                  <a:cubicBezTo>
                    <a:pt x="1430" y="179"/>
                    <a:pt x="1433" y="179"/>
                    <a:pt x="1435" y="179"/>
                  </a:cubicBezTo>
                  <a:cubicBezTo>
                    <a:pt x="1449" y="179"/>
                    <a:pt x="1457" y="174"/>
                    <a:pt x="1463" y="165"/>
                  </a:cubicBezTo>
                  <a:cubicBezTo>
                    <a:pt x="1463" y="164"/>
                    <a:pt x="1463" y="163"/>
                    <a:pt x="1463" y="162"/>
                  </a:cubicBezTo>
                  <a:cubicBezTo>
                    <a:pt x="1462" y="162"/>
                    <a:pt x="1461" y="161"/>
                    <a:pt x="1460" y="161"/>
                  </a:cubicBezTo>
                  <a:cubicBezTo>
                    <a:pt x="1453" y="158"/>
                    <a:pt x="1440" y="165"/>
                    <a:pt x="1434" y="166"/>
                  </a:cubicBezTo>
                  <a:cubicBezTo>
                    <a:pt x="1428" y="167"/>
                    <a:pt x="1413" y="167"/>
                    <a:pt x="1408" y="164"/>
                  </a:cubicBezTo>
                  <a:cubicBezTo>
                    <a:pt x="1406" y="163"/>
                    <a:pt x="1405" y="161"/>
                    <a:pt x="1404" y="160"/>
                  </a:cubicBezTo>
                  <a:cubicBezTo>
                    <a:pt x="1404" y="159"/>
                    <a:pt x="1404" y="157"/>
                    <a:pt x="1404" y="156"/>
                  </a:cubicBezTo>
                  <a:cubicBezTo>
                    <a:pt x="1406" y="155"/>
                    <a:pt x="1407" y="154"/>
                    <a:pt x="1408" y="153"/>
                  </a:cubicBezTo>
                  <a:cubicBezTo>
                    <a:pt x="1418" y="153"/>
                    <a:pt x="1426" y="153"/>
                    <a:pt x="1436" y="153"/>
                  </a:cubicBezTo>
                  <a:cubicBezTo>
                    <a:pt x="1438" y="152"/>
                    <a:pt x="1442" y="149"/>
                    <a:pt x="1444" y="149"/>
                  </a:cubicBezTo>
                  <a:cubicBezTo>
                    <a:pt x="1448" y="147"/>
                    <a:pt x="1452" y="148"/>
                    <a:pt x="1455" y="147"/>
                  </a:cubicBezTo>
                  <a:cubicBezTo>
                    <a:pt x="1456" y="146"/>
                    <a:pt x="1456" y="146"/>
                    <a:pt x="1457" y="145"/>
                  </a:cubicBezTo>
                  <a:cubicBezTo>
                    <a:pt x="1456" y="143"/>
                    <a:pt x="1454" y="139"/>
                    <a:pt x="1456" y="136"/>
                  </a:cubicBezTo>
                  <a:cubicBezTo>
                    <a:pt x="1458" y="129"/>
                    <a:pt x="1460" y="125"/>
                    <a:pt x="1464" y="118"/>
                  </a:cubicBezTo>
                  <a:cubicBezTo>
                    <a:pt x="1463" y="117"/>
                    <a:pt x="1462" y="117"/>
                    <a:pt x="1461" y="117"/>
                  </a:cubicBezTo>
                  <a:cubicBezTo>
                    <a:pt x="1455" y="118"/>
                    <a:pt x="1451" y="121"/>
                    <a:pt x="1442" y="122"/>
                  </a:cubicBezTo>
                  <a:close/>
                  <a:moveTo>
                    <a:pt x="1272" y="127"/>
                  </a:moveTo>
                  <a:cubicBezTo>
                    <a:pt x="1272" y="125"/>
                    <a:pt x="1271" y="126"/>
                    <a:pt x="1272" y="125"/>
                  </a:cubicBezTo>
                  <a:cubicBezTo>
                    <a:pt x="1274" y="119"/>
                    <a:pt x="1285" y="115"/>
                    <a:pt x="1292" y="119"/>
                  </a:cubicBezTo>
                  <a:cubicBezTo>
                    <a:pt x="1301" y="125"/>
                    <a:pt x="1318" y="137"/>
                    <a:pt x="1316" y="154"/>
                  </a:cubicBezTo>
                  <a:cubicBezTo>
                    <a:pt x="1310" y="157"/>
                    <a:pt x="1309" y="164"/>
                    <a:pt x="1298" y="164"/>
                  </a:cubicBezTo>
                  <a:cubicBezTo>
                    <a:pt x="1298" y="161"/>
                    <a:pt x="1294" y="159"/>
                    <a:pt x="1293" y="157"/>
                  </a:cubicBezTo>
                  <a:cubicBezTo>
                    <a:pt x="1292" y="155"/>
                    <a:pt x="1292" y="152"/>
                    <a:pt x="1291" y="149"/>
                  </a:cubicBezTo>
                  <a:cubicBezTo>
                    <a:pt x="1288" y="143"/>
                    <a:pt x="1279" y="128"/>
                    <a:pt x="1272" y="127"/>
                  </a:cubicBezTo>
                  <a:close/>
                  <a:moveTo>
                    <a:pt x="1216" y="87"/>
                  </a:moveTo>
                  <a:cubicBezTo>
                    <a:pt x="1216" y="86"/>
                    <a:pt x="1217" y="85"/>
                    <a:pt x="1217" y="84"/>
                  </a:cubicBezTo>
                  <a:cubicBezTo>
                    <a:pt x="1222" y="85"/>
                    <a:pt x="1227" y="86"/>
                    <a:pt x="1232" y="87"/>
                  </a:cubicBezTo>
                  <a:cubicBezTo>
                    <a:pt x="1237" y="89"/>
                    <a:pt x="1256" y="82"/>
                    <a:pt x="1257" y="79"/>
                  </a:cubicBezTo>
                  <a:cubicBezTo>
                    <a:pt x="1260" y="74"/>
                    <a:pt x="1260" y="41"/>
                    <a:pt x="1257" y="36"/>
                  </a:cubicBezTo>
                  <a:cubicBezTo>
                    <a:pt x="1255" y="31"/>
                    <a:pt x="1252" y="30"/>
                    <a:pt x="1252" y="23"/>
                  </a:cubicBezTo>
                  <a:cubicBezTo>
                    <a:pt x="1256" y="21"/>
                    <a:pt x="1256" y="20"/>
                    <a:pt x="1264" y="20"/>
                  </a:cubicBezTo>
                  <a:cubicBezTo>
                    <a:pt x="1272" y="26"/>
                    <a:pt x="1273" y="39"/>
                    <a:pt x="1273" y="54"/>
                  </a:cubicBezTo>
                  <a:cubicBezTo>
                    <a:pt x="1273" y="59"/>
                    <a:pt x="1271" y="74"/>
                    <a:pt x="1272" y="74"/>
                  </a:cubicBezTo>
                  <a:cubicBezTo>
                    <a:pt x="1276" y="75"/>
                    <a:pt x="1290" y="70"/>
                    <a:pt x="1293" y="68"/>
                  </a:cubicBezTo>
                  <a:cubicBezTo>
                    <a:pt x="1293" y="63"/>
                    <a:pt x="1292" y="61"/>
                    <a:pt x="1288" y="58"/>
                  </a:cubicBezTo>
                  <a:cubicBezTo>
                    <a:pt x="1288" y="57"/>
                    <a:pt x="1288" y="55"/>
                    <a:pt x="1288" y="53"/>
                  </a:cubicBezTo>
                  <a:cubicBezTo>
                    <a:pt x="1289" y="53"/>
                    <a:pt x="1290" y="54"/>
                    <a:pt x="1290" y="54"/>
                  </a:cubicBezTo>
                  <a:cubicBezTo>
                    <a:pt x="1293" y="55"/>
                    <a:pt x="1295" y="59"/>
                    <a:pt x="1298" y="59"/>
                  </a:cubicBezTo>
                  <a:cubicBezTo>
                    <a:pt x="1306" y="62"/>
                    <a:pt x="1314" y="60"/>
                    <a:pt x="1321" y="63"/>
                  </a:cubicBezTo>
                  <a:cubicBezTo>
                    <a:pt x="1322" y="64"/>
                    <a:pt x="1322" y="63"/>
                    <a:pt x="1322" y="65"/>
                  </a:cubicBezTo>
                  <a:cubicBezTo>
                    <a:pt x="1322" y="67"/>
                    <a:pt x="1322" y="69"/>
                    <a:pt x="1322" y="71"/>
                  </a:cubicBezTo>
                  <a:cubicBezTo>
                    <a:pt x="1321" y="71"/>
                    <a:pt x="1320" y="74"/>
                    <a:pt x="1319" y="75"/>
                  </a:cubicBezTo>
                  <a:cubicBezTo>
                    <a:pt x="1317" y="76"/>
                    <a:pt x="1310" y="75"/>
                    <a:pt x="1308" y="76"/>
                  </a:cubicBezTo>
                  <a:cubicBezTo>
                    <a:pt x="1301" y="79"/>
                    <a:pt x="1273" y="90"/>
                    <a:pt x="1268" y="95"/>
                  </a:cubicBezTo>
                  <a:cubicBezTo>
                    <a:pt x="1264" y="99"/>
                    <a:pt x="1266" y="105"/>
                    <a:pt x="1264" y="110"/>
                  </a:cubicBezTo>
                  <a:cubicBezTo>
                    <a:pt x="1260" y="123"/>
                    <a:pt x="1250" y="153"/>
                    <a:pt x="1232" y="145"/>
                  </a:cubicBezTo>
                  <a:cubicBezTo>
                    <a:pt x="1230" y="145"/>
                    <a:pt x="1229" y="145"/>
                    <a:pt x="1228" y="145"/>
                  </a:cubicBezTo>
                  <a:cubicBezTo>
                    <a:pt x="1225" y="143"/>
                    <a:pt x="1223" y="141"/>
                    <a:pt x="1220" y="139"/>
                  </a:cubicBezTo>
                  <a:cubicBezTo>
                    <a:pt x="1220" y="138"/>
                    <a:pt x="1220" y="137"/>
                    <a:pt x="1220" y="135"/>
                  </a:cubicBezTo>
                  <a:cubicBezTo>
                    <a:pt x="1222" y="135"/>
                    <a:pt x="1225" y="131"/>
                    <a:pt x="1227" y="130"/>
                  </a:cubicBezTo>
                  <a:cubicBezTo>
                    <a:pt x="1232" y="128"/>
                    <a:pt x="1236" y="129"/>
                    <a:pt x="1240" y="127"/>
                  </a:cubicBezTo>
                  <a:cubicBezTo>
                    <a:pt x="1246" y="125"/>
                    <a:pt x="1256" y="107"/>
                    <a:pt x="1254" y="101"/>
                  </a:cubicBezTo>
                  <a:cubicBezTo>
                    <a:pt x="1246" y="100"/>
                    <a:pt x="1236" y="101"/>
                    <a:pt x="1228" y="101"/>
                  </a:cubicBezTo>
                  <a:cubicBezTo>
                    <a:pt x="1225" y="98"/>
                    <a:pt x="1222" y="96"/>
                    <a:pt x="1219" y="93"/>
                  </a:cubicBezTo>
                  <a:cubicBezTo>
                    <a:pt x="1217" y="91"/>
                    <a:pt x="1217" y="88"/>
                    <a:pt x="1216" y="87"/>
                  </a:cubicBezTo>
                  <a:close/>
                  <a:moveTo>
                    <a:pt x="1110" y="21"/>
                  </a:moveTo>
                  <a:cubicBezTo>
                    <a:pt x="1110" y="20"/>
                    <a:pt x="1110" y="19"/>
                    <a:pt x="1110" y="17"/>
                  </a:cubicBezTo>
                  <a:cubicBezTo>
                    <a:pt x="1110" y="17"/>
                    <a:pt x="1111" y="16"/>
                    <a:pt x="1112" y="16"/>
                  </a:cubicBezTo>
                  <a:cubicBezTo>
                    <a:pt x="1124" y="17"/>
                    <a:pt x="1148" y="19"/>
                    <a:pt x="1147" y="35"/>
                  </a:cubicBezTo>
                  <a:cubicBezTo>
                    <a:pt x="1142" y="43"/>
                    <a:pt x="1140" y="49"/>
                    <a:pt x="1128" y="45"/>
                  </a:cubicBezTo>
                  <a:cubicBezTo>
                    <a:pt x="1127" y="43"/>
                    <a:pt x="1126" y="41"/>
                    <a:pt x="1124" y="39"/>
                  </a:cubicBezTo>
                  <a:cubicBezTo>
                    <a:pt x="1123" y="38"/>
                    <a:pt x="1121" y="38"/>
                    <a:pt x="1119" y="37"/>
                  </a:cubicBezTo>
                  <a:cubicBezTo>
                    <a:pt x="1119" y="31"/>
                    <a:pt x="1113" y="23"/>
                    <a:pt x="1110" y="21"/>
                  </a:cubicBezTo>
                  <a:close/>
                  <a:moveTo>
                    <a:pt x="1055" y="126"/>
                  </a:moveTo>
                  <a:cubicBezTo>
                    <a:pt x="1058" y="127"/>
                    <a:pt x="1062" y="127"/>
                    <a:pt x="1064" y="125"/>
                  </a:cubicBezTo>
                  <a:cubicBezTo>
                    <a:pt x="1066" y="124"/>
                    <a:pt x="1068" y="125"/>
                    <a:pt x="1070" y="123"/>
                  </a:cubicBezTo>
                  <a:cubicBezTo>
                    <a:pt x="1074" y="119"/>
                    <a:pt x="1070" y="109"/>
                    <a:pt x="1066" y="107"/>
                  </a:cubicBezTo>
                  <a:cubicBezTo>
                    <a:pt x="1066" y="107"/>
                    <a:pt x="1064" y="107"/>
                    <a:pt x="1064" y="107"/>
                  </a:cubicBezTo>
                  <a:cubicBezTo>
                    <a:pt x="1056" y="125"/>
                    <a:pt x="1056" y="125"/>
                    <a:pt x="1056" y="125"/>
                  </a:cubicBezTo>
                  <a:cubicBezTo>
                    <a:pt x="1056" y="125"/>
                    <a:pt x="1056" y="126"/>
                    <a:pt x="1055" y="126"/>
                  </a:cubicBezTo>
                  <a:close/>
                  <a:moveTo>
                    <a:pt x="1021" y="158"/>
                  </a:moveTo>
                  <a:cubicBezTo>
                    <a:pt x="1021" y="153"/>
                    <a:pt x="1024" y="148"/>
                    <a:pt x="1024" y="143"/>
                  </a:cubicBezTo>
                  <a:cubicBezTo>
                    <a:pt x="1025" y="140"/>
                    <a:pt x="1023" y="136"/>
                    <a:pt x="1024" y="133"/>
                  </a:cubicBezTo>
                  <a:cubicBezTo>
                    <a:pt x="1031" y="132"/>
                    <a:pt x="1042" y="114"/>
                    <a:pt x="1048" y="108"/>
                  </a:cubicBezTo>
                  <a:cubicBezTo>
                    <a:pt x="1051" y="106"/>
                    <a:pt x="1056" y="103"/>
                    <a:pt x="1059" y="102"/>
                  </a:cubicBezTo>
                  <a:cubicBezTo>
                    <a:pt x="1060" y="102"/>
                    <a:pt x="1062" y="102"/>
                    <a:pt x="1063" y="103"/>
                  </a:cubicBezTo>
                  <a:cubicBezTo>
                    <a:pt x="1068" y="104"/>
                    <a:pt x="1072" y="102"/>
                    <a:pt x="1075" y="101"/>
                  </a:cubicBezTo>
                  <a:cubicBezTo>
                    <a:pt x="1075" y="99"/>
                    <a:pt x="1075" y="97"/>
                    <a:pt x="1074" y="95"/>
                  </a:cubicBezTo>
                  <a:cubicBezTo>
                    <a:pt x="1074" y="95"/>
                    <a:pt x="1072" y="92"/>
                    <a:pt x="1072" y="93"/>
                  </a:cubicBezTo>
                  <a:cubicBezTo>
                    <a:pt x="1069" y="93"/>
                    <a:pt x="1067" y="96"/>
                    <a:pt x="1065" y="97"/>
                  </a:cubicBezTo>
                  <a:cubicBezTo>
                    <a:pt x="1064" y="97"/>
                    <a:pt x="1062" y="97"/>
                    <a:pt x="1060" y="97"/>
                  </a:cubicBezTo>
                  <a:cubicBezTo>
                    <a:pt x="1051" y="97"/>
                    <a:pt x="1045" y="88"/>
                    <a:pt x="1047" y="79"/>
                  </a:cubicBezTo>
                  <a:cubicBezTo>
                    <a:pt x="1056" y="81"/>
                    <a:pt x="1069" y="81"/>
                    <a:pt x="1076" y="76"/>
                  </a:cubicBezTo>
                  <a:cubicBezTo>
                    <a:pt x="1078" y="64"/>
                    <a:pt x="1079" y="47"/>
                    <a:pt x="1083" y="37"/>
                  </a:cubicBezTo>
                  <a:cubicBezTo>
                    <a:pt x="1085" y="34"/>
                    <a:pt x="1081" y="25"/>
                    <a:pt x="1084" y="18"/>
                  </a:cubicBezTo>
                  <a:cubicBezTo>
                    <a:pt x="1085" y="18"/>
                    <a:pt x="1087" y="18"/>
                    <a:pt x="1089" y="18"/>
                  </a:cubicBezTo>
                  <a:cubicBezTo>
                    <a:pt x="1090" y="19"/>
                    <a:pt x="1091" y="21"/>
                    <a:pt x="1092" y="22"/>
                  </a:cubicBezTo>
                  <a:cubicBezTo>
                    <a:pt x="1092" y="24"/>
                    <a:pt x="1097" y="47"/>
                    <a:pt x="1096" y="49"/>
                  </a:cubicBezTo>
                  <a:cubicBezTo>
                    <a:pt x="1095" y="53"/>
                    <a:pt x="1090" y="67"/>
                    <a:pt x="1092" y="70"/>
                  </a:cubicBezTo>
                  <a:cubicBezTo>
                    <a:pt x="1092" y="71"/>
                    <a:pt x="1092" y="71"/>
                    <a:pt x="1093" y="71"/>
                  </a:cubicBezTo>
                  <a:cubicBezTo>
                    <a:pt x="1099" y="71"/>
                    <a:pt x="1107" y="67"/>
                    <a:pt x="1109" y="62"/>
                  </a:cubicBezTo>
                  <a:cubicBezTo>
                    <a:pt x="1110" y="58"/>
                    <a:pt x="1107" y="56"/>
                    <a:pt x="1108" y="54"/>
                  </a:cubicBezTo>
                  <a:cubicBezTo>
                    <a:pt x="1108" y="54"/>
                    <a:pt x="1109" y="54"/>
                    <a:pt x="1109" y="54"/>
                  </a:cubicBezTo>
                  <a:cubicBezTo>
                    <a:pt x="1113" y="56"/>
                    <a:pt x="1126" y="58"/>
                    <a:pt x="1132" y="59"/>
                  </a:cubicBezTo>
                  <a:cubicBezTo>
                    <a:pt x="1132" y="61"/>
                    <a:pt x="1132" y="63"/>
                    <a:pt x="1132" y="65"/>
                  </a:cubicBezTo>
                  <a:cubicBezTo>
                    <a:pt x="1131" y="65"/>
                    <a:pt x="1130" y="66"/>
                    <a:pt x="1130" y="66"/>
                  </a:cubicBezTo>
                  <a:cubicBezTo>
                    <a:pt x="1129" y="66"/>
                    <a:pt x="1129" y="65"/>
                    <a:pt x="1129" y="65"/>
                  </a:cubicBezTo>
                  <a:cubicBezTo>
                    <a:pt x="1120" y="68"/>
                    <a:pt x="1100" y="77"/>
                    <a:pt x="1098" y="84"/>
                  </a:cubicBezTo>
                  <a:cubicBezTo>
                    <a:pt x="1096" y="84"/>
                    <a:pt x="1093" y="83"/>
                    <a:pt x="1092" y="85"/>
                  </a:cubicBezTo>
                  <a:cubicBezTo>
                    <a:pt x="1085" y="89"/>
                    <a:pt x="1090" y="98"/>
                    <a:pt x="1088" y="106"/>
                  </a:cubicBezTo>
                  <a:cubicBezTo>
                    <a:pt x="1087" y="109"/>
                    <a:pt x="1086" y="112"/>
                    <a:pt x="1087" y="115"/>
                  </a:cubicBezTo>
                  <a:cubicBezTo>
                    <a:pt x="1088" y="115"/>
                    <a:pt x="1089" y="116"/>
                    <a:pt x="1090" y="116"/>
                  </a:cubicBezTo>
                  <a:cubicBezTo>
                    <a:pt x="1095" y="108"/>
                    <a:pt x="1106" y="105"/>
                    <a:pt x="1114" y="111"/>
                  </a:cubicBezTo>
                  <a:cubicBezTo>
                    <a:pt x="1122" y="117"/>
                    <a:pt x="1116" y="123"/>
                    <a:pt x="1119" y="131"/>
                  </a:cubicBezTo>
                  <a:cubicBezTo>
                    <a:pt x="1120" y="136"/>
                    <a:pt x="1126" y="139"/>
                    <a:pt x="1128" y="145"/>
                  </a:cubicBezTo>
                  <a:cubicBezTo>
                    <a:pt x="1128" y="145"/>
                    <a:pt x="1128" y="147"/>
                    <a:pt x="1129" y="146"/>
                  </a:cubicBezTo>
                  <a:cubicBezTo>
                    <a:pt x="1134" y="161"/>
                    <a:pt x="1113" y="161"/>
                    <a:pt x="1105" y="160"/>
                  </a:cubicBezTo>
                  <a:cubicBezTo>
                    <a:pt x="1104" y="158"/>
                    <a:pt x="1102" y="156"/>
                    <a:pt x="1101" y="154"/>
                  </a:cubicBezTo>
                  <a:cubicBezTo>
                    <a:pt x="1098" y="145"/>
                    <a:pt x="1098" y="133"/>
                    <a:pt x="1090" y="130"/>
                  </a:cubicBezTo>
                  <a:cubicBezTo>
                    <a:pt x="1076" y="139"/>
                    <a:pt x="1092" y="160"/>
                    <a:pt x="1085" y="177"/>
                  </a:cubicBezTo>
                  <a:cubicBezTo>
                    <a:pt x="1085" y="177"/>
                    <a:pt x="1085" y="177"/>
                    <a:pt x="1085" y="177"/>
                  </a:cubicBezTo>
                  <a:cubicBezTo>
                    <a:pt x="1083" y="175"/>
                    <a:pt x="1080" y="175"/>
                    <a:pt x="1079" y="173"/>
                  </a:cubicBezTo>
                  <a:cubicBezTo>
                    <a:pt x="1075" y="170"/>
                    <a:pt x="1072" y="163"/>
                    <a:pt x="1070" y="156"/>
                  </a:cubicBezTo>
                  <a:cubicBezTo>
                    <a:pt x="1068" y="149"/>
                    <a:pt x="1074" y="143"/>
                    <a:pt x="1072" y="139"/>
                  </a:cubicBezTo>
                  <a:cubicBezTo>
                    <a:pt x="1071" y="139"/>
                    <a:pt x="1071" y="138"/>
                    <a:pt x="1070" y="137"/>
                  </a:cubicBezTo>
                  <a:cubicBezTo>
                    <a:pt x="1065" y="137"/>
                    <a:pt x="1056" y="139"/>
                    <a:pt x="1054" y="144"/>
                  </a:cubicBezTo>
                  <a:cubicBezTo>
                    <a:pt x="1053" y="147"/>
                    <a:pt x="1054" y="149"/>
                    <a:pt x="1053" y="151"/>
                  </a:cubicBezTo>
                  <a:cubicBezTo>
                    <a:pt x="1050" y="156"/>
                    <a:pt x="1042" y="170"/>
                    <a:pt x="1038" y="172"/>
                  </a:cubicBezTo>
                  <a:cubicBezTo>
                    <a:pt x="1034" y="173"/>
                    <a:pt x="1030" y="171"/>
                    <a:pt x="1027" y="169"/>
                  </a:cubicBezTo>
                  <a:cubicBezTo>
                    <a:pt x="1028" y="163"/>
                    <a:pt x="1024" y="158"/>
                    <a:pt x="1021" y="158"/>
                  </a:cubicBezTo>
                  <a:close/>
                  <a:moveTo>
                    <a:pt x="913" y="65"/>
                  </a:moveTo>
                  <a:cubicBezTo>
                    <a:pt x="914" y="65"/>
                    <a:pt x="913" y="65"/>
                    <a:pt x="915" y="65"/>
                  </a:cubicBezTo>
                  <a:cubicBezTo>
                    <a:pt x="919" y="64"/>
                    <a:pt x="929" y="61"/>
                    <a:pt x="931" y="58"/>
                  </a:cubicBezTo>
                  <a:cubicBezTo>
                    <a:pt x="931" y="57"/>
                    <a:pt x="931" y="55"/>
                    <a:pt x="931" y="54"/>
                  </a:cubicBezTo>
                  <a:cubicBezTo>
                    <a:pt x="929" y="49"/>
                    <a:pt x="924" y="45"/>
                    <a:pt x="920" y="43"/>
                  </a:cubicBezTo>
                  <a:cubicBezTo>
                    <a:pt x="920" y="43"/>
                    <a:pt x="920" y="43"/>
                    <a:pt x="919" y="43"/>
                  </a:cubicBezTo>
                  <a:cubicBezTo>
                    <a:pt x="917" y="47"/>
                    <a:pt x="913" y="58"/>
                    <a:pt x="913" y="65"/>
                  </a:cubicBezTo>
                  <a:close/>
                  <a:moveTo>
                    <a:pt x="862" y="136"/>
                  </a:moveTo>
                  <a:cubicBezTo>
                    <a:pt x="863" y="139"/>
                    <a:pt x="864" y="143"/>
                    <a:pt x="865" y="147"/>
                  </a:cubicBezTo>
                  <a:cubicBezTo>
                    <a:pt x="870" y="155"/>
                    <a:pt x="887" y="161"/>
                    <a:pt x="898" y="154"/>
                  </a:cubicBezTo>
                  <a:cubicBezTo>
                    <a:pt x="900" y="149"/>
                    <a:pt x="886" y="129"/>
                    <a:pt x="882" y="126"/>
                  </a:cubicBezTo>
                  <a:cubicBezTo>
                    <a:pt x="886" y="126"/>
                    <a:pt x="890" y="126"/>
                    <a:pt x="894" y="126"/>
                  </a:cubicBezTo>
                  <a:cubicBezTo>
                    <a:pt x="896" y="127"/>
                    <a:pt x="913" y="133"/>
                    <a:pt x="914" y="132"/>
                  </a:cubicBezTo>
                  <a:cubicBezTo>
                    <a:pt x="918" y="129"/>
                    <a:pt x="918" y="106"/>
                    <a:pt x="916" y="105"/>
                  </a:cubicBezTo>
                  <a:cubicBezTo>
                    <a:pt x="914" y="104"/>
                    <a:pt x="913" y="104"/>
                    <a:pt x="912" y="104"/>
                  </a:cubicBezTo>
                  <a:cubicBezTo>
                    <a:pt x="910" y="107"/>
                    <a:pt x="907" y="113"/>
                    <a:pt x="904" y="116"/>
                  </a:cubicBezTo>
                  <a:cubicBezTo>
                    <a:pt x="903" y="116"/>
                    <a:pt x="902" y="116"/>
                    <a:pt x="902" y="116"/>
                  </a:cubicBezTo>
                  <a:cubicBezTo>
                    <a:pt x="900" y="112"/>
                    <a:pt x="897" y="108"/>
                    <a:pt x="895" y="103"/>
                  </a:cubicBezTo>
                  <a:cubicBezTo>
                    <a:pt x="893" y="99"/>
                    <a:pt x="896" y="91"/>
                    <a:pt x="894" y="87"/>
                  </a:cubicBezTo>
                  <a:cubicBezTo>
                    <a:pt x="881" y="85"/>
                    <a:pt x="881" y="95"/>
                    <a:pt x="876" y="101"/>
                  </a:cubicBezTo>
                  <a:cubicBezTo>
                    <a:pt x="869" y="111"/>
                    <a:pt x="862" y="119"/>
                    <a:pt x="862" y="136"/>
                  </a:cubicBezTo>
                  <a:close/>
                  <a:moveTo>
                    <a:pt x="801" y="141"/>
                  </a:moveTo>
                  <a:cubicBezTo>
                    <a:pt x="801" y="139"/>
                    <a:pt x="801" y="137"/>
                    <a:pt x="801" y="134"/>
                  </a:cubicBezTo>
                  <a:cubicBezTo>
                    <a:pt x="804" y="132"/>
                    <a:pt x="806" y="128"/>
                    <a:pt x="810" y="126"/>
                  </a:cubicBezTo>
                  <a:cubicBezTo>
                    <a:pt x="808" y="123"/>
                    <a:pt x="808" y="120"/>
                    <a:pt x="808" y="116"/>
                  </a:cubicBezTo>
                  <a:cubicBezTo>
                    <a:pt x="811" y="116"/>
                    <a:pt x="820" y="118"/>
                    <a:pt x="825" y="116"/>
                  </a:cubicBezTo>
                  <a:cubicBezTo>
                    <a:pt x="830" y="115"/>
                    <a:pt x="851" y="107"/>
                    <a:pt x="854" y="104"/>
                  </a:cubicBezTo>
                  <a:cubicBezTo>
                    <a:pt x="856" y="100"/>
                    <a:pt x="854" y="87"/>
                    <a:pt x="856" y="83"/>
                  </a:cubicBezTo>
                  <a:cubicBezTo>
                    <a:pt x="857" y="81"/>
                    <a:pt x="863" y="72"/>
                    <a:pt x="861" y="69"/>
                  </a:cubicBezTo>
                  <a:cubicBezTo>
                    <a:pt x="856" y="62"/>
                    <a:pt x="835" y="75"/>
                    <a:pt x="835" y="59"/>
                  </a:cubicBezTo>
                  <a:cubicBezTo>
                    <a:pt x="836" y="59"/>
                    <a:pt x="836" y="59"/>
                    <a:pt x="837" y="58"/>
                  </a:cubicBezTo>
                  <a:cubicBezTo>
                    <a:pt x="840" y="58"/>
                    <a:pt x="843" y="59"/>
                    <a:pt x="845" y="60"/>
                  </a:cubicBezTo>
                  <a:cubicBezTo>
                    <a:pt x="850" y="57"/>
                    <a:pt x="865" y="52"/>
                    <a:pt x="868" y="47"/>
                  </a:cubicBezTo>
                  <a:cubicBezTo>
                    <a:pt x="873" y="39"/>
                    <a:pt x="871" y="30"/>
                    <a:pt x="878" y="23"/>
                  </a:cubicBezTo>
                  <a:cubicBezTo>
                    <a:pt x="884" y="23"/>
                    <a:pt x="888" y="24"/>
                    <a:pt x="893" y="26"/>
                  </a:cubicBezTo>
                  <a:cubicBezTo>
                    <a:pt x="890" y="36"/>
                    <a:pt x="882" y="41"/>
                    <a:pt x="878" y="49"/>
                  </a:cubicBezTo>
                  <a:cubicBezTo>
                    <a:pt x="875" y="56"/>
                    <a:pt x="874" y="68"/>
                    <a:pt x="873" y="74"/>
                  </a:cubicBezTo>
                  <a:cubicBezTo>
                    <a:pt x="873" y="76"/>
                    <a:pt x="873" y="78"/>
                    <a:pt x="873" y="80"/>
                  </a:cubicBezTo>
                  <a:cubicBezTo>
                    <a:pt x="872" y="80"/>
                    <a:pt x="870" y="88"/>
                    <a:pt x="870" y="90"/>
                  </a:cubicBezTo>
                  <a:cubicBezTo>
                    <a:pt x="871" y="90"/>
                    <a:pt x="871" y="91"/>
                    <a:pt x="871" y="91"/>
                  </a:cubicBezTo>
                  <a:cubicBezTo>
                    <a:pt x="872" y="91"/>
                    <a:pt x="872" y="90"/>
                    <a:pt x="873" y="90"/>
                  </a:cubicBezTo>
                  <a:cubicBezTo>
                    <a:pt x="873" y="90"/>
                    <a:pt x="873" y="90"/>
                    <a:pt x="874" y="90"/>
                  </a:cubicBezTo>
                  <a:cubicBezTo>
                    <a:pt x="875" y="89"/>
                    <a:pt x="877" y="87"/>
                    <a:pt x="877" y="85"/>
                  </a:cubicBezTo>
                  <a:cubicBezTo>
                    <a:pt x="877" y="84"/>
                    <a:pt x="877" y="83"/>
                    <a:pt x="877" y="82"/>
                  </a:cubicBezTo>
                  <a:cubicBezTo>
                    <a:pt x="878" y="80"/>
                    <a:pt x="880" y="79"/>
                    <a:pt x="881" y="77"/>
                  </a:cubicBezTo>
                  <a:cubicBezTo>
                    <a:pt x="887" y="77"/>
                    <a:pt x="895" y="75"/>
                    <a:pt x="897" y="72"/>
                  </a:cubicBezTo>
                  <a:cubicBezTo>
                    <a:pt x="899" y="67"/>
                    <a:pt x="897" y="58"/>
                    <a:pt x="899" y="55"/>
                  </a:cubicBezTo>
                  <a:cubicBezTo>
                    <a:pt x="901" y="51"/>
                    <a:pt x="904" y="42"/>
                    <a:pt x="905" y="38"/>
                  </a:cubicBezTo>
                  <a:cubicBezTo>
                    <a:pt x="907" y="29"/>
                    <a:pt x="898" y="22"/>
                    <a:pt x="903" y="17"/>
                  </a:cubicBezTo>
                  <a:cubicBezTo>
                    <a:pt x="907" y="13"/>
                    <a:pt x="915" y="19"/>
                    <a:pt x="917" y="21"/>
                  </a:cubicBezTo>
                  <a:cubicBezTo>
                    <a:pt x="921" y="25"/>
                    <a:pt x="916" y="31"/>
                    <a:pt x="918" y="36"/>
                  </a:cubicBezTo>
                  <a:cubicBezTo>
                    <a:pt x="920" y="41"/>
                    <a:pt x="930" y="45"/>
                    <a:pt x="934" y="47"/>
                  </a:cubicBezTo>
                  <a:cubicBezTo>
                    <a:pt x="938" y="48"/>
                    <a:pt x="943" y="48"/>
                    <a:pt x="948" y="49"/>
                  </a:cubicBezTo>
                  <a:cubicBezTo>
                    <a:pt x="948" y="49"/>
                    <a:pt x="949" y="50"/>
                    <a:pt x="949" y="50"/>
                  </a:cubicBezTo>
                  <a:cubicBezTo>
                    <a:pt x="949" y="51"/>
                    <a:pt x="948" y="53"/>
                    <a:pt x="948" y="54"/>
                  </a:cubicBezTo>
                  <a:cubicBezTo>
                    <a:pt x="945" y="60"/>
                    <a:pt x="935" y="64"/>
                    <a:pt x="930" y="67"/>
                  </a:cubicBezTo>
                  <a:cubicBezTo>
                    <a:pt x="926" y="70"/>
                    <a:pt x="924" y="75"/>
                    <a:pt x="921" y="77"/>
                  </a:cubicBezTo>
                  <a:cubicBezTo>
                    <a:pt x="916" y="80"/>
                    <a:pt x="910" y="79"/>
                    <a:pt x="908" y="83"/>
                  </a:cubicBezTo>
                  <a:cubicBezTo>
                    <a:pt x="908" y="85"/>
                    <a:pt x="907" y="85"/>
                    <a:pt x="907" y="87"/>
                  </a:cubicBezTo>
                  <a:cubicBezTo>
                    <a:pt x="905" y="86"/>
                    <a:pt x="906" y="90"/>
                    <a:pt x="906" y="91"/>
                  </a:cubicBezTo>
                  <a:cubicBezTo>
                    <a:pt x="910" y="93"/>
                    <a:pt x="924" y="95"/>
                    <a:pt x="926" y="99"/>
                  </a:cubicBezTo>
                  <a:cubicBezTo>
                    <a:pt x="930" y="105"/>
                    <a:pt x="930" y="119"/>
                    <a:pt x="928" y="129"/>
                  </a:cubicBezTo>
                  <a:cubicBezTo>
                    <a:pt x="927" y="131"/>
                    <a:pt x="926" y="134"/>
                    <a:pt x="927" y="138"/>
                  </a:cubicBezTo>
                  <a:cubicBezTo>
                    <a:pt x="944" y="144"/>
                    <a:pt x="968" y="157"/>
                    <a:pt x="946" y="175"/>
                  </a:cubicBezTo>
                  <a:cubicBezTo>
                    <a:pt x="930" y="175"/>
                    <a:pt x="930" y="166"/>
                    <a:pt x="917" y="161"/>
                  </a:cubicBezTo>
                  <a:cubicBezTo>
                    <a:pt x="915" y="161"/>
                    <a:pt x="906" y="165"/>
                    <a:pt x="905" y="165"/>
                  </a:cubicBezTo>
                  <a:cubicBezTo>
                    <a:pt x="903" y="165"/>
                    <a:pt x="901" y="165"/>
                    <a:pt x="899" y="165"/>
                  </a:cubicBezTo>
                  <a:cubicBezTo>
                    <a:pt x="892" y="168"/>
                    <a:pt x="882" y="170"/>
                    <a:pt x="874" y="168"/>
                  </a:cubicBezTo>
                  <a:cubicBezTo>
                    <a:pt x="872" y="163"/>
                    <a:pt x="867" y="157"/>
                    <a:pt x="863" y="153"/>
                  </a:cubicBezTo>
                  <a:cubicBezTo>
                    <a:pt x="863" y="153"/>
                    <a:pt x="863" y="153"/>
                    <a:pt x="863" y="153"/>
                  </a:cubicBezTo>
                  <a:cubicBezTo>
                    <a:pt x="862" y="154"/>
                    <a:pt x="862" y="154"/>
                    <a:pt x="862" y="154"/>
                  </a:cubicBezTo>
                  <a:cubicBezTo>
                    <a:pt x="862" y="162"/>
                    <a:pt x="869" y="172"/>
                    <a:pt x="864" y="179"/>
                  </a:cubicBezTo>
                  <a:cubicBezTo>
                    <a:pt x="863" y="179"/>
                    <a:pt x="861" y="179"/>
                    <a:pt x="859" y="178"/>
                  </a:cubicBezTo>
                  <a:cubicBezTo>
                    <a:pt x="855" y="176"/>
                    <a:pt x="854" y="171"/>
                    <a:pt x="851" y="167"/>
                  </a:cubicBezTo>
                  <a:cubicBezTo>
                    <a:pt x="850" y="165"/>
                    <a:pt x="850" y="163"/>
                    <a:pt x="849" y="161"/>
                  </a:cubicBezTo>
                  <a:cubicBezTo>
                    <a:pt x="846" y="159"/>
                    <a:pt x="844" y="156"/>
                    <a:pt x="841" y="153"/>
                  </a:cubicBezTo>
                  <a:cubicBezTo>
                    <a:pt x="839" y="151"/>
                    <a:pt x="840" y="146"/>
                    <a:pt x="837" y="144"/>
                  </a:cubicBezTo>
                  <a:cubicBezTo>
                    <a:pt x="834" y="141"/>
                    <a:pt x="817" y="153"/>
                    <a:pt x="809" y="149"/>
                  </a:cubicBezTo>
                  <a:cubicBezTo>
                    <a:pt x="806" y="147"/>
                    <a:pt x="803" y="144"/>
                    <a:pt x="801" y="141"/>
                  </a:cubicBezTo>
                  <a:close/>
                  <a:moveTo>
                    <a:pt x="704" y="44"/>
                  </a:moveTo>
                  <a:cubicBezTo>
                    <a:pt x="705" y="43"/>
                    <a:pt x="706" y="43"/>
                    <a:pt x="707" y="42"/>
                  </a:cubicBezTo>
                  <a:cubicBezTo>
                    <a:pt x="707" y="41"/>
                    <a:pt x="707" y="41"/>
                    <a:pt x="706" y="40"/>
                  </a:cubicBezTo>
                  <a:cubicBezTo>
                    <a:pt x="706" y="40"/>
                    <a:pt x="706" y="40"/>
                    <a:pt x="706" y="40"/>
                  </a:cubicBezTo>
                  <a:cubicBezTo>
                    <a:pt x="706" y="40"/>
                    <a:pt x="706" y="40"/>
                    <a:pt x="705" y="40"/>
                  </a:cubicBezTo>
                  <a:cubicBezTo>
                    <a:pt x="705" y="41"/>
                    <a:pt x="705" y="43"/>
                    <a:pt x="704" y="44"/>
                  </a:cubicBezTo>
                  <a:close/>
                  <a:moveTo>
                    <a:pt x="702" y="45"/>
                  </a:moveTo>
                  <a:cubicBezTo>
                    <a:pt x="702" y="46"/>
                    <a:pt x="703" y="46"/>
                    <a:pt x="703" y="46"/>
                  </a:cubicBezTo>
                  <a:cubicBezTo>
                    <a:pt x="704" y="46"/>
                    <a:pt x="704" y="46"/>
                    <a:pt x="704" y="45"/>
                  </a:cubicBezTo>
                  <a:cubicBezTo>
                    <a:pt x="704" y="45"/>
                    <a:pt x="704" y="45"/>
                    <a:pt x="704" y="45"/>
                  </a:cubicBezTo>
                  <a:cubicBezTo>
                    <a:pt x="704" y="45"/>
                    <a:pt x="704" y="44"/>
                    <a:pt x="704" y="44"/>
                  </a:cubicBezTo>
                  <a:cubicBezTo>
                    <a:pt x="704" y="44"/>
                    <a:pt x="703" y="43"/>
                    <a:pt x="703" y="43"/>
                  </a:cubicBezTo>
                  <a:cubicBezTo>
                    <a:pt x="703" y="43"/>
                    <a:pt x="703" y="44"/>
                    <a:pt x="702" y="44"/>
                  </a:cubicBezTo>
                  <a:cubicBezTo>
                    <a:pt x="702" y="45"/>
                    <a:pt x="702" y="45"/>
                    <a:pt x="702" y="45"/>
                  </a:cubicBezTo>
                  <a:close/>
                  <a:moveTo>
                    <a:pt x="637" y="47"/>
                  </a:moveTo>
                  <a:cubicBezTo>
                    <a:pt x="637" y="41"/>
                    <a:pt x="637" y="35"/>
                    <a:pt x="639" y="30"/>
                  </a:cubicBezTo>
                  <a:cubicBezTo>
                    <a:pt x="639" y="27"/>
                    <a:pt x="639" y="25"/>
                    <a:pt x="638" y="23"/>
                  </a:cubicBezTo>
                  <a:cubicBezTo>
                    <a:pt x="640" y="23"/>
                    <a:pt x="647" y="21"/>
                    <a:pt x="647" y="21"/>
                  </a:cubicBezTo>
                  <a:cubicBezTo>
                    <a:pt x="652" y="29"/>
                    <a:pt x="651" y="39"/>
                    <a:pt x="658" y="45"/>
                  </a:cubicBezTo>
                  <a:cubicBezTo>
                    <a:pt x="658" y="48"/>
                    <a:pt x="658" y="51"/>
                    <a:pt x="658" y="55"/>
                  </a:cubicBezTo>
                  <a:cubicBezTo>
                    <a:pt x="656" y="55"/>
                    <a:pt x="654" y="58"/>
                    <a:pt x="653" y="59"/>
                  </a:cubicBezTo>
                  <a:cubicBezTo>
                    <a:pt x="643" y="59"/>
                    <a:pt x="640" y="53"/>
                    <a:pt x="637" y="47"/>
                  </a:cubicBezTo>
                  <a:close/>
                  <a:moveTo>
                    <a:pt x="621" y="118"/>
                  </a:moveTo>
                  <a:cubicBezTo>
                    <a:pt x="621" y="113"/>
                    <a:pt x="621" y="109"/>
                    <a:pt x="621" y="105"/>
                  </a:cubicBezTo>
                  <a:cubicBezTo>
                    <a:pt x="628" y="104"/>
                    <a:pt x="632" y="97"/>
                    <a:pt x="636" y="92"/>
                  </a:cubicBezTo>
                  <a:cubicBezTo>
                    <a:pt x="640" y="85"/>
                    <a:pt x="652" y="76"/>
                    <a:pt x="660" y="71"/>
                  </a:cubicBezTo>
                  <a:cubicBezTo>
                    <a:pt x="663" y="70"/>
                    <a:pt x="678" y="62"/>
                    <a:pt x="677" y="61"/>
                  </a:cubicBezTo>
                  <a:cubicBezTo>
                    <a:pt x="680" y="60"/>
                    <a:pt x="693" y="54"/>
                    <a:pt x="694" y="51"/>
                  </a:cubicBezTo>
                  <a:cubicBezTo>
                    <a:pt x="694" y="50"/>
                    <a:pt x="694" y="50"/>
                    <a:pt x="694" y="50"/>
                  </a:cubicBezTo>
                  <a:cubicBezTo>
                    <a:pt x="692" y="49"/>
                    <a:pt x="681" y="45"/>
                    <a:pt x="680" y="44"/>
                  </a:cubicBezTo>
                  <a:cubicBezTo>
                    <a:pt x="678" y="43"/>
                    <a:pt x="676" y="39"/>
                    <a:pt x="675" y="39"/>
                  </a:cubicBezTo>
                  <a:cubicBezTo>
                    <a:pt x="675" y="38"/>
                    <a:pt x="675" y="37"/>
                    <a:pt x="675" y="37"/>
                  </a:cubicBezTo>
                  <a:cubicBezTo>
                    <a:pt x="684" y="39"/>
                    <a:pt x="702" y="36"/>
                    <a:pt x="707" y="33"/>
                  </a:cubicBezTo>
                  <a:cubicBezTo>
                    <a:pt x="709" y="31"/>
                    <a:pt x="712" y="28"/>
                    <a:pt x="716" y="27"/>
                  </a:cubicBezTo>
                  <a:cubicBezTo>
                    <a:pt x="721" y="26"/>
                    <a:pt x="736" y="34"/>
                    <a:pt x="739" y="36"/>
                  </a:cubicBezTo>
                  <a:cubicBezTo>
                    <a:pt x="739" y="38"/>
                    <a:pt x="738" y="39"/>
                    <a:pt x="738" y="41"/>
                  </a:cubicBezTo>
                  <a:cubicBezTo>
                    <a:pt x="736" y="42"/>
                    <a:pt x="734" y="44"/>
                    <a:pt x="732" y="45"/>
                  </a:cubicBezTo>
                  <a:cubicBezTo>
                    <a:pt x="731" y="45"/>
                    <a:pt x="730" y="45"/>
                    <a:pt x="730" y="45"/>
                  </a:cubicBezTo>
                  <a:cubicBezTo>
                    <a:pt x="724" y="47"/>
                    <a:pt x="709" y="51"/>
                    <a:pt x="705" y="55"/>
                  </a:cubicBezTo>
                  <a:cubicBezTo>
                    <a:pt x="706" y="56"/>
                    <a:pt x="706" y="57"/>
                    <a:pt x="706" y="58"/>
                  </a:cubicBezTo>
                  <a:cubicBezTo>
                    <a:pt x="708" y="59"/>
                    <a:pt x="710" y="60"/>
                    <a:pt x="712" y="61"/>
                  </a:cubicBezTo>
                  <a:cubicBezTo>
                    <a:pt x="713" y="61"/>
                    <a:pt x="715" y="61"/>
                    <a:pt x="717" y="61"/>
                  </a:cubicBezTo>
                  <a:cubicBezTo>
                    <a:pt x="724" y="65"/>
                    <a:pt x="744" y="92"/>
                    <a:pt x="730" y="103"/>
                  </a:cubicBezTo>
                  <a:cubicBezTo>
                    <a:pt x="728" y="104"/>
                    <a:pt x="716" y="108"/>
                    <a:pt x="717" y="108"/>
                  </a:cubicBezTo>
                  <a:cubicBezTo>
                    <a:pt x="711" y="111"/>
                    <a:pt x="705" y="106"/>
                    <a:pt x="702" y="111"/>
                  </a:cubicBezTo>
                  <a:cubicBezTo>
                    <a:pt x="702" y="114"/>
                    <a:pt x="702" y="117"/>
                    <a:pt x="702" y="120"/>
                  </a:cubicBezTo>
                  <a:cubicBezTo>
                    <a:pt x="699" y="125"/>
                    <a:pt x="694" y="130"/>
                    <a:pt x="690" y="134"/>
                  </a:cubicBezTo>
                  <a:cubicBezTo>
                    <a:pt x="690" y="136"/>
                    <a:pt x="690" y="137"/>
                    <a:pt x="691" y="137"/>
                  </a:cubicBezTo>
                  <a:cubicBezTo>
                    <a:pt x="692" y="139"/>
                    <a:pt x="695" y="139"/>
                    <a:pt x="697" y="139"/>
                  </a:cubicBezTo>
                  <a:cubicBezTo>
                    <a:pt x="698" y="138"/>
                    <a:pt x="699" y="137"/>
                    <a:pt x="700" y="134"/>
                  </a:cubicBezTo>
                  <a:cubicBezTo>
                    <a:pt x="711" y="134"/>
                    <a:pt x="716" y="138"/>
                    <a:pt x="726" y="140"/>
                  </a:cubicBezTo>
                  <a:cubicBezTo>
                    <a:pt x="727" y="143"/>
                    <a:pt x="730" y="149"/>
                    <a:pt x="729" y="151"/>
                  </a:cubicBezTo>
                  <a:cubicBezTo>
                    <a:pt x="728" y="152"/>
                    <a:pt x="727" y="154"/>
                    <a:pt x="725" y="155"/>
                  </a:cubicBezTo>
                  <a:cubicBezTo>
                    <a:pt x="716" y="158"/>
                    <a:pt x="712" y="149"/>
                    <a:pt x="705" y="150"/>
                  </a:cubicBezTo>
                  <a:cubicBezTo>
                    <a:pt x="704" y="149"/>
                    <a:pt x="700" y="153"/>
                    <a:pt x="699" y="155"/>
                  </a:cubicBezTo>
                  <a:cubicBezTo>
                    <a:pt x="698" y="157"/>
                    <a:pt x="700" y="159"/>
                    <a:pt x="700" y="160"/>
                  </a:cubicBezTo>
                  <a:cubicBezTo>
                    <a:pt x="700" y="162"/>
                    <a:pt x="700" y="164"/>
                    <a:pt x="700" y="166"/>
                  </a:cubicBezTo>
                  <a:cubicBezTo>
                    <a:pt x="702" y="174"/>
                    <a:pt x="698" y="180"/>
                    <a:pt x="692" y="183"/>
                  </a:cubicBezTo>
                  <a:cubicBezTo>
                    <a:pt x="685" y="187"/>
                    <a:pt x="666" y="181"/>
                    <a:pt x="662" y="179"/>
                  </a:cubicBezTo>
                  <a:cubicBezTo>
                    <a:pt x="662" y="177"/>
                    <a:pt x="653" y="173"/>
                    <a:pt x="651" y="173"/>
                  </a:cubicBezTo>
                  <a:cubicBezTo>
                    <a:pt x="651" y="172"/>
                    <a:pt x="652" y="172"/>
                    <a:pt x="652" y="172"/>
                  </a:cubicBezTo>
                  <a:cubicBezTo>
                    <a:pt x="660" y="170"/>
                    <a:pt x="676" y="168"/>
                    <a:pt x="683" y="163"/>
                  </a:cubicBezTo>
                  <a:cubicBezTo>
                    <a:pt x="685" y="162"/>
                    <a:pt x="692" y="157"/>
                    <a:pt x="689" y="155"/>
                  </a:cubicBezTo>
                  <a:cubicBezTo>
                    <a:pt x="685" y="154"/>
                    <a:pt x="675" y="155"/>
                    <a:pt x="672" y="157"/>
                  </a:cubicBezTo>
                  <a:cubicBezTo>
                    <a:pt x="668" y="159"/>
                    <a:pt x="653" y="154"/>
                    <a:pt x="652" y="153"/>
                  </a:cubicBezTo>
                  <a:cubicBezTo>
                    <a:pt x="650" y="152"/>
                    <a:pt x="650" y="151"/>
                    <a:pt x="649" y="149"/>
                  </a:cubicBezTo>
                  <a:cubicBezTo>
                    <a:pt x="649" y="148"/>
                    <a:pt x="649" y="148"/>
                    <a:pt x="650" y="147"/>
                  </a:cubicBezTo>
                  <a:cubicBezTo>
                    <a:pt x="660" y="147"/>
                    <a:pt x="674" y="146"/>
                    <a:pt x="684" y="144"/>
                  </a:cubicBezTo>
                  <a:cubicBezTo>
                    <a:pt x="685" y="143"/>
                    <a:pt x="685" y="142"/>
                    <a:pt x="686" y="141"/>
                  </a:cubicBezTo>
                  <a:cubicBezTo>
                    <a:pt x="686" y="141"/>
                    <a:pt x="686" y="141"/>
                    <a:pt x="686" y="140"/>
                  </a:cubicBezTo>
                  <a:cubicBezTo>
                    <a:pt x="684" y="139"/>
                    <a:pt x="684" y="138"/>
                    <a:pt x="682" y="137"/>
                  </a:cubicBezTo>
                  <a:cubicBezTo>
                    <a:pt x="682" y="133"/>
                    <a:pt x="681" y="129"/>
                    <a:pt x="683" y="125"/>
                  </a:cubicBezTo>
                  <a:cubicBezTo>
                    <a:pt x="685" y="122"/>
                    <a:pt x="691" y="115"/>
                    <a:pt x="690" y="111"/>
                  </a:cubicBezTo>
                  <a:cubicBezTo>
                    <a:pt x="690" y="109"/>
                    <a:pt x="689" y="109"/>
                    <a:pt x="688" y="109"/>
                  </a:cubicBezTo>
                  <a:cubicBezTo>
                    <a:pt x="680" y="105"/>
                    <a:pt x="670" y="123"/>
                    <a:pt x="665" y="118"/>
                  </a:cubicBezTo>
                  <a:cubicBezTo>
                    <a:pt x="666" y="112"/>
                    <a:pt x="667" y="106"/>
                    <a:pt x="670" y="102"/>
                  </a:cubicBezTo>
                  <a:cubicBezTo>
                    <a:pt x="675" y="96"/>
                    <a:pt x="690" y="97"/>
                    <a:pt x="695" y="102"/>
                  </a:cubicBezTo>
                  <a:cubicBezTo>
                    <a:pt x="701" y="102"/>
                    <a:pt x="703" y="100"/>
                    <a:pt x="707" y="98"/>
                  </a:cubicBezTo>
                  <a:cubicBezTo>
                    <a:pt x="711" y="95"/>
                    <a:pt x="717" y="94"/>
                    <a:pt x="720" y="90"/>
                  </a:cubicBezTo>
                  <a:cubicBezTo>
                    <a:pt x="720" y="89"/>
                    <a:pt x="720" y="88"/>
                    <a:pt x="720" y="89"/>
                  </a:cubicBezTo>
                  <a:cubicBezTo>
                    <a:pt x="726" y="78"/>
                    <a:pt x="710" y="68"/>
                    <a:pt x="705" y="66"/>
                  </a:cubicBezTo>
                  <a:cubicBezTo>
                    <a:pt x="694" y="63"/>
                    <a:pt x="681" y="76"/>
                    <a:pt x="678" y="81"/>
                  </a:cubicBezTo>
                  <a:cubicBezTo>
                    <a:pt x="670" y="91"/>
                    <a:pt x="657" y="97"/>
                    <a:pt x="649" y="107"/>
                  </a:cubicBezTo>
                  <a:cubicBezTo>
                    <a:pt x="645" y="112"/>
                    <a:pt x="646" y="118"/>
                    <a:pt x="644" y="123"/>
                  </a:cubicBezTo>
                  <a:cubicBezTo>
                    <a:pt x="643" y="127"/>
                    <a:pt x="640" y="131"/>
                    <a:pt x="639" y="133"/>
                  </a:cubicBezTo>
                  <a:cubicBezTo>
                    <a:pt x="632" y="134"/>
                    <a:pt x="625" y="130"/>
                    <a:pt x="623" y="125"/>
                  </a:cubicBezTo>
                  <a:cubicBezTo>
                    <a:pt x="621" y="123"/>
                    <a:pt x="623" y="120"/>
                    <a:pt x="621" y="118"/>
                  </a:cubicBezTo>
                  <a:close/>
                  <a:moveTo>
                    <a:pt x="537" y="94"/>
                  </a:moveTo>
                  <a:cubicBezTo>
                    <a:pt x="538" y="94"/>
                    <a:pt x="540" y="93"/>
                    <a:pt x="540" y="92"/>
                  </a:cubicBezTo>
                  <a:cubicBezTo>
                    <a:pt x="541" y="91"/>
                    <a:pt x="540" y="90"/>
                    <a:pt x="540" y="89"/>
                  </a:cubicBezTo>
                  <a:cubicBezTo>
                    <a:pt x="539" y="90"/>
                    <a:pt x="539" y="90"/>
                    <a:pt x="539" y="90"/>
                  </a:cubicBezTo>
                  <a:cubicBezTo>
                    <a:pt x="538" y="91"/>
                    <a:pt x="538" y="93"/>
                    <a:pt x="537" y="94"/>
                  </a:cubicBezTo>
                  <a:close/>
                  <a:moveTo>
                    <a:pt x="503" y="79"/>
                  </a:moveTo>
                  <a:cubicBezTo>
                    <a:pt x="504" y="80"/>
                    <a:pt x="505" y="81"/>
                    <a:pt x="507" y="79"/>
                  </a:cubicBezTo>
                  <a:cubicBezTo>
                    <a:pt x="507" y="77"/>
                    <a:pt x="508" y="77"/>
                    <a:pt x="508" y="75"/>
                  </a:cubicBezTo>
                  <a:cubicBezTo>
                    <a:pt x="508" y="75"/>
                    <a:pt x="507" y="75"/>
                    <a:pt x="507" y="74"/>
                  </a:cubicBezTo>
                  <a:cubicBezTo>
                    <a:pt x="506" y="75"/>
                    <a:pt x="505" y="75"/>
                    <a:pt x="504" y="75"/>
                  </a:cubicBezTo>
                  <a:cubicBezTo>
                    <a:pt x="504" y="77"/>
                    <a:pt x="504" y="77"/>
                    <a:pt x="503" y="79"/>
                  </a:cubicBezTo>
                  <a:close/>
                  <a:moveTo>
                    <a:pt x="491" y="115"/>
                  </a:moveTo>
                  <a:cubicBezTo>
                    <a:pt x="496" y="117"/>
                    <a:pt x="504" y="111"/>
                    <a:pt x="507" y="108"/>
                  </a:cubicBezTo>
                  <a:cubicBezTo>
                    <a:pt x="506" y="107"/>
                    <a:pt x="506" y="105"/>
                    <a:pt x="506" y="104"/>
                  </a:cubicBezTo>
                  <a:cubicBezTo>
                    <a:pt x="505" y="104"/>
                    <a:pt x="505" y="103"/>
                    <a:pt x="504" y="103"/>
                  </a:cubicBezTo>
                  <a:cubicBezTo>
                    <a:pt x="501" y="105"/>
                    <a:pt x="494" y="109"/>
                    <a:pt x="491" y="113"/>
                  </a:cubicBezTo>
                  <a:cubicBezTo>
                    <a:pt x="491" y="113"/>
                    <a:pt x="491" y="114"/>
                    <a:pt x="491" y="115"/>
                  </a:cubicBezTo>
                  <a:close/>
                  <a:moveTo>
                    <a:pt x="460" y="78"/>
                  </a:moveTo>
                  <a:cubicBezTo>
                    <a:pt x="461" y="79"/>
                    <a:pt x="462" y="79"/>
                    <a:pt x="463" y="79"/>
                  </a:cubicBezTo>
                  <a:cubicBezTo>
                    <a:pt x="466" y="77"/>
                    <a:pt x="468" y="75"/>
                    <a:pt x="470" y="73"/>
                  </a:cubicBezTo>
                  <a:cubicBezTo>
                    <a:pt x="470" y="71"/>
                    <a:pt x="470" y="71"/>
                    <a:pt x="470" y="69"/>
                  </a:cubicBezTo>
                  <a:cubicBezTo>
                    <a:pt x="468" y="69"/>
                    <a:pt x="467" y="70"/>
                    <a:pt x="466" y="70"/>
                  </a:cubicBezTo>
                  <a:cubicBezTo>
                    <a:pt x="464" y="71"/>
                    <a:pt x="461" y="74"/>
                    <a:pt x="460" y="78"/>
                  </a:cubicBezTo>
                  <a:close/>
                  <a:moveTo>
                    <a:pt x="453" y="106"/>
                  </a:moveTo>
                  <a:cubicBezTo>
                    <a:pt x="454" y="106"/>
                    <a:pt x="454" y="106"/>
                    <a:pt x="455" y="106"/>
                  </a:cubicBezTo>
                  <a:cubicBezTo>
                    <a:pt x="457" y="103"/>
                    <a:pt x="473" y="90"/>
                    <a:pt x="469" y="87"/>
                  </a:cubicBezTo>
                  <a:cubicBezTo>
                    <a:pt x="458" y="82"/>
                    <a:pt x="453" y="96"/>
                    <a:pt x="453" y="106"/>
                  </a:cubicBezTo>
                  <a:close/>
                  <a:moveTo>
                    <a:pt x="438" y="93"/>
                  </a:moveTo>
                  <a:cubicBezTo>
                    <a:pt x="439" y="93"/>
                    <a:pt x="440" y="94"/>
                    <a:pt x="440" y="95"/>
                  </a:cubicBezTo>
                  <a:cubicBezTo>
                    <a:pt x="442" y="95"/>
                    <a:pt x="443" y="95"/>
                    <a:pt x="444" y="95"/>
                  </a:cubicBezTo>
                  <a:cubicBezTo>
                    <a:pt x="445" y="94"/>
                    <a:pt x="446" y="93"/>
                    <a:pt x="446" y="92"/>
                  </a:cubicBezTo>
                  <a:cubicBezTo>
                    <a:pt x="445" y="91"/>
                    <a:pt x="444" y="91"/>
                    <a:pt x="444" y="90"/>
                  </a:cubicBezTo>
                  <a:cubicBezTo>
                    <a:pt x="444" y="91"/>
                    <a:pt x="439" y="91"/>
                    <a:pt x="438" y="92"/>
                  </a:cubicBezTo>
                  <a:cubicBezTo>
                    <a:pt x="438" y="92"/>
                    <a:pt x="438" y="92"/>
                    <a:pt x="438" y="93"/>
                  </a:cubicBezTo>
                  <a:close/>
                  <a:moveTo>
                    <a:pt x="425" y="130"/>
                  </a:moveTo>
                  <a:cubicBezTo>
                    <a:pt x="429" y="129"/>
                    <a:pt x="448" y="117"/>
                    <a:pt x="439" y="112"/>
                  </a:cubicBezTo>
                  <a:cubicBezTo>
                    <a:pt x="438" y="112"/>
                    <a:pt x="438" y="112"/>
                    <a:pt x="437" y="112"/>
                  </a:cubicBezTo>
                  <a:cubicBezTo>
                    <a:pt x="435" y="119"/>
                    <a:pt x="428" y="123"/>
                    <a:pt x="425" y="130"/>
                  </a:cubicBezTo>
                  <a:close/>
                  <a:moveTo>
                    <a:pt x="398" y="150"/>
                  </a:moveTo>
                  <a:cubicBezTo>
                    <a:pt x="398" y="144"/>
                    <a:pt x="399" y="138"/>
                    <a:pt x="399" y="133"/>
                  </a:cubicBezTo>
                  <a:cubicBezTo>
                    <a:pt x="403" y="131"/>
                    <a:pt x="426" y="102"/>
                    <a:pt x="429" y="97"/>
                  </a:cubicBezTo>
                  <a:cubicBezTo>
                    <a:pt x="428" y="96"/>
                    <a:pt x="428" y="96"/>
                    <a:pt x="426" y="96"/>
                  </a:cubicBezTo>
                  <a:cubicBezTo>
                    <a:pt x="424" y="97"/>
                    <a:pt x="405" y="104"/>
                    <a:pt x="401" y="101"/>
                  </a:cubicBezTo>
                  <a:cubicBezTo>
                    <a:pt x="400" y="100"/>
                    <a:pt x="400" y="100"/>
                    <a:pt x="400" y="100"/>
                  </a:cubicBezTo>
                  <a:cubicBezTo>
                    <a:pt x="400" y="86"/>
                    <a:pt x="411" y="79"/>
                    <a:pt x="418" y="74"/>
                  </a:cubicBezTo>
                  <a:cubicBezTo>
                    <a:pt x="424" y="70"/>
                    <a:pt x="428" y="65"/>
                    <a:pt x="432" y="60"/>
                  </a:cubicBezTo>
                  <a:cubicBezTo>
                    <a:pt x="437" y="54"/>
                    <a:pt x="450" y="45"/>
                    <a:pt x="453" y="38"/>
                  </a:cubicBezTo>
                  <a:cubicBezTo>
                    <a:pt x="454" y="34"/>
                    <a:pt x="454" y="29"/>
                    <a:pt x="454" y="25"/>
                  </a:cubicBezTo>
                  <a:cubicBezTo>
                    <a:pt x="462" y="22"/>
                    <a:pt x="468" y="24"/>
                    <a:pt x="473" y="28"/>
                  </a:cubicBezTo>
                  <a:cubicBezTo>
                    <a:pt x="468" y="46"/>
                    <a:pt x="437" y="68"/>
                    <a:pt x="423" y="81"/>
                  </a:cubicBezTo>
                  <a:cubicBezTo>
                    <a:pt x="420" y="84"/>
                    <a:pt x="416" y="86"/>
                    <a:pt x="413" y="89"/>
                  </a:cubicBezTo>
                  <a:cubicBezTo>
                    <a:pt x="413" y="90"/>
                    <a:pt x="413" y="90"/>
                    <a:pt x="414" y="90"/>
                  </a:cubicBezTo>
                  <a:cubicBezTo>
                    <a:pt x="419" y="90"/>
                    <a:pt x="426" y="88"/>
                    <a:pt x="430" y="86"/>
                  </a:cubicBezTo>
                  <a:cubicBezTo>
                    <a:pt x="436" y="85"/>
                    <a:pt x="441" y="85"/>
                    <a:pt x="447" y="84"/>
                  </a:cubicBezTo>
                  <a:cubicBezTo>
                    <a:pt x="451" y="81"/>
                    <a:pt x="451" y="77"/>
                    <a:pt x="453" y="73"/>
                  </a:cubicBezTo>
                  <a:cubicBezTo>
                    <a:pt x="457" y="67"/>
                    <a:pt x="460" y="60"/>
                    <a:pt x="466" y="55"/>
                  </a:cubicBezTo>
                  <a:cubicBezTo>
                    <a:pt x="469" y="55"/>
                    <a:pt x="472" y="55"/>
                    <a:pt x="474" y="55"/>
                  </a:cubicBezTo>
                  <a:cubicBezTo>
                    <a:pt x="475" y="57"/>
                    <a:pt x="477" y="58"/>
                    <a:pt x="478" y="59"/>
                  </a:cubicBezTo>
                  <a:cubicBezTo>
                    <a:pt x="481" y="63"/>
                    <a:pt x="483" y="67"/>
                    <a:pt x="485" y="71"/>
                  </a:cubicBezTo>
                  <a:cubicBezTo>
                    <a:pt x="488" y="69"/>
                    <a:pt x="495" y="62"/>
                    <a:pt x="492" y="57"/>
                  </a:cubicBezTo>
                  <a:cubicBezTo>
                    <a:pt x="491" y="54"/>
                    <a:pt x="488" y="53"/>
                    <a:pt x="490" y="49"/>
                  </a:cubicBezTo>
                  <a:cubicBezTo>
                    <a:pt x="490" y="46"/>
                    <a:pt x="498" y="42"/>
                    <a:pt x="502" y="43"/>
                  </a:cubicBezTo>
                  <a:cubicBezTo>
                    <a:pt x="502" y="47"/>
                    <a:pt x="506" y="51"/>
                    <a:pt x="508" y="53"/>
                  </a:cubicBezTo>
                  <a:cubicBezTo>
                    <a:pt x="515" y="55"/>
                    <a:pt x="513" y="47"/>
                    <a:pt x="514" y="43"/>
                  </a:cubicBezTo>
                  <a:cubicBezTo>
                    <a:pt x="517" y="34"/>
                    <a:pt x="512" y="13"/>
                    <a:pt x="524" y="13"/>
                  </a:cubicBezTo>
                  <a:cubicBezTo>
                    <a:pt x="525" y="15"/>
                    <a:pt x="530" y="19"/>
                    <a:pt x="532" y="21"/>
                  </a:cubicBezTo>
                  <a:cubicBezTo>
                    <a:pt x="532" y="21"/>
                    <a:pt x="532" y="21"/>
                    <a:pt x="533" y="21"/>
                  </a:cubicBezTo>
                  <a:cubicBezTo>
                    <a:pt x="535" y="25"/>
                    <a:pt x="536" y="27"/>
                    <a:pt x="539" y="30"/>
                  </a:cubicBezTo>
                  <a:cubicBezTo>
                    <a:pt x="541" y="34"/>
                    <a:pt x="544" y="42"/>
                    <a:pt x="545" y="47"/>
                  </a:cubicBezTo>
                  <a:cubicBezTo>
                    <a:pt x="546" y="51"/>
                    <a:pt x="542" y="54"/>
                    <a:pt x="543" y="59"/>
                  </a:cubicBezTo>
                  <a:cubicBezTo>
                    <a:pt x="546" y="65"/>
                    <a:pt x="553" y="69"/>
                    <a:pt x="556" y="75"/>
                  </a:cubicBezTo>
                  <a:cubicBezTo>
                    <a:pt x="558" y="79"/>
                    <a:pt x="558" y="83"/>
                    <a:pt x="560" y="85"/>
                  </a:cubicBezTo>
                  <a:cubicBezTo>
                    <a:pt x="564" y="89"/>
                    <a:pt x="570" y="91"/>
                    <a:pt x="574" y="95"/>
                  </a:cubicBezTo>
                  <a:cubicBezTo>
                    <a:pt x="574" y="97"/>
                    <a:pt x="574" y="98"/>
                    <a:pt x="574" y="99"/>
                  </a:cubicBezTo>
                  <a:cubicBezTo>
                    <a:pt x="572" y="100"/>
                    <a:pt x="570" y="102"/>
                    <a:pt x="568" y="103"/>
                  </a:cubicBezTo>
                  <a:cubicBezTo>
                    <a:pt x="565" y="105"/>
                    <a:pt x="561" y="104"/>
                    <a:pt x="559" y="105"/>
                  </a:cubicBezTo>
                  <a:cubicBezTo>
                    <a:pt x="552" y="106"/>
                    <a:pt x="543" y="109"/>
                    <a:pt x="539" y="114"/>
                  </a:cubicBezTo>
                  <a:cubicBezTo>
                    <a:pt x="536" y="117"/>
                    <a:pt x="536" y="135"/>
                    <a:pt x="535" y="141"/>
                  </a:cubicBezTo>
                  <a:cubicBezTo>
                    <a:pt x="535" y="143"/>
                    <a:pt x="534" y="145"/>
                    <a:pt x="534" y="148"/>
                  </a:cubicBezTo>
                  <a:cubicBezTo>
                    <a:pt x="532" y="152"/>
                    <a:pt x="531" y="158"/>
                    <a:pt x="530" y="163"/>
                  </a:cubicBezTo>
                  <a:cubicBezTo>
                    <a:pt x="530" y="164"/>
                    <a:pt x="530" y="165"/>
                    <a:pt x="530" y="166"/>
                  </a:cubicBezTo>
                  <a:cubicBezTo>
                    <a:pt x="526" y="174"/>
                    <a:pt x="524" y="181"/>
                    <a:pt x="520" y="187"/>
                  </a:cubicBezTo>
                  <a:cubicBezTo>
                    <a:pt x="520" y="190"/>
                    <a:pt x="520" y="193"/>
                    <a:pt x="520" y="195"/>
                  </a:cubicBezTo>
                  <a:cubicBezTo>
                    <a:pt x="519" y="195"/>
                    <a:pt x="519" y="195"/>
                    <a:pt x="519" y="195"/>
                  </a:cubicBezTo>
                  <a:cubicBezTo>
                    <a:pt x="518" y="193"/>
                    <a:pt x="515" y="191"/>
                    <a:pt x="514" y="189"/>
                  </a:cubicBezTo>
                  <a:cubicBezTo>
                    <a:pt x="511" y="185"/>
                    <a:pt x="511" y="181"/>
                    <a:pt x="509" y="177"/>
                  </a:cubicBezTo>
                  <a:cubicBezTo>
                    <a:pt x="509" y="175"/>
                    <a:pt x="509" y="173"/>
                    <a:pt x="509" y="171"/>
                  </a:cubicBezTo>
                  <a:cubicBezTo>
                    <a:pt x="507" y="163"/>
                    <a:pt x="509" y="147"/>
                    <a:pt x="508" y="135"/>
                  </a:cubicBezTo>
                  <a:cubicBezTo>
                    <a:pt x="507" y="135"/>
                    <a:pt x="506" y="135"/>
                    <a:pt x="507" y="134"/>
                  </a:cubicBezTo>
                  <a:cubicBezTo>
                    <a:pt x="497" y="136"/>
                    <a:pt x="489" y="139"/>
                    <a:pt x="481" y="142"/>
                  </a:cubicBezTo>
                  <a:cubicBezTo>
                    <a:pt x="476" y="142"/>
                    <a:pt x="472" y="143"/>
                    <a:pt x="467" y="143"/>
                  </a:cubicBezTo>
                  <a:cubicBezTo>
                    <a:pt x="462" y="138"/>
                    <a:pt x="463" y="125"/>
                    <a:pt x="465" y="119"/>
                  </a:cubicBezTo>
                  <a:cubicBezTo>
                    <a:pt x="470" y="117"/>
                    <a:pt x="476" y="112"/>
                    <a:pt x="478" y="108"/>
                  </a:cubicBezTo>
                  <a:cubicBezTo>
                    <a:pt x="478" y="107"/>
                    <a:pt x="478" y="105"/>
                    <a:pt x="478" y="104"/>
                  </a:cubicBezTo>
                  <a:cubicBezTo>
                    <a:pt x="484" y="97"/>
                    <a:pt x="492" y="90"/>
                    <a:pt x="488" y="77"/>
                  </a:cubicBezTo>
                  <a:cubicBezTo>
                    <a:pt x="488" y="77"/>
                    <a:pt x="488" y="77"/>
                    <a:pt x="487" y="77"/>
                  </a:cubicBezTo>
                  <a:cubicBezTo>
                    <a:pt x="473" y="87"/>
                    <a:pt x="476" y="96"/>
                    <a:pt x="467" y="109"/>
                  </a:cubicBezTo>
                  <a:cubicBezTo>
                    <a:pt x="461" y="117"/>
                    <a:pt x="456" y="117"/>
                    <a:pt x="452" y="129"/>
                  </a:cubicBezTo>
                  <a:cubicBezTo>
                    <a:pt x="448" y="140"/>
                    <a:pt x="457" y="156"/>
                    <a:pt x="457" y="165"/>
                  </a:cubicBezTo>
                  <a:cubicBezTo>
                    <a:pt x="455" y="165"/>
                    <a:pt x="455" y="167"/>
                    <a:pt x="454" y="167"/>
                  </a:cubicBezTo>
                  <a:cubicBezTo>
                    <a:pt x="452" y="167"/>
                    <a:pt x="452" y="167"/>
                    <a:pt x="450" y="167"/>
                  </a:cubicBezTo>
                  <a:cubicBezTo>
                    <a:pt x="447" y="163"/>
                    <a:pt x="444" y="159"/>
                    <a:pt x="442" y="153"/>
                  </a:cubicBezTo>
                  <a:cubicBezTo>
                    <a:pt x="440" y="149"/>
                    <a:pt x="441" y="145"/>
                    <a:pt x="439" y="141"/>
                  </a:cubicBezTo>
                  <a:cubicBezTo>
                    <a:pt x="438" y="141"/>
                    <a:pt x="438" y="141"/>
                    <a:pt x="437" y="141"/>
                  </a:cubicBezTo>
                  <a:cubicBezTo>
                    <a:pt x="431" y="151"/>
                    <a:pt x="418" y="157"/>
                    <a:pt x="402" y="157"/>
                  </a:cubicBezTo>
                  <a:cubicBezTo>
                    <a:pt x="402" y="156"/>
                    <a:pt x="400" y="155"/>
                    <a:pt x="400" y="155"/>
                  </a:cubicBezTo>
                  <a:cubicBezTo>
                    <a:pt x="398" y="153"/>
                    <a:pt x="398" y="151"/>
                    <a:pt x="398" y="150"/>
                  </a:cubicBezTo>
                  <a:close/>
                  <a:moveTo>
                    <a:pt x="278" y="104"/>
                  </a:moveTo>
                  <a:cubicBezTo>
                    <a:pt x="279" y="106"/>
                    <a:pt x="280" y="109"/>
                    <a:pt x="281" y="111"/>
                  </a:cubicBezTo>
                  <a:cubicBezTo>
                    <a:pt x="282" y="111"/>
                    <a:pt x="282" y="111"/>
                    <a:pt x="282" y="111"/>
                  </a:cubicBezTo>
                  <a:cubicBezTo>
                    <a:pt x="283" y="108"/>
                    <a:pt x="286" y="101"/>
                    <a:pt x="283" y="99"/>
                  </a:cubicBezTo>
                  <a:cubicBezTo>
                    <a:pt x="283" y="99"/>
                    <a:pt x="282" y="99"/>
                    <a:pt x="282" y="98"/>
                  </a:cubicBezTo>
                  <a:cubicBezTo>
                    <a:pt x="281" y="98"/>
                    <a:pt x="280" y="98"/>
                    <a:pt x="279" y="99"/>
                  </a:cubicBezTo>
                  <a:cubicBezTo>
                    <a:pt x="279" y="102"/>
                    <a:pt x="278" y="101"/>
                    <a:pt x="278" y="104"/>
                  </a:cubicBezTo>
                  <a:close/>
                  <a:moveTo>
                    <a:pt x="257" y="97"/>
                  </a:moveTo>
                  <a:cubicBezTo>
                    <a:pt x="257" y="97"/>
                    <a:pt x="257" y="98"/>
                    <a:pt x="257" y="99"/>
                  </a:cubicBezTo>
                  <a:cubicBezTo>
                    <a:pt x="258" y="99"/>
                    <a:pt x="258" y="99"/>
                    <a:pt x="258" y="99"/>
                  </a:cubicBezTo>
                  <a:cubicBezTo>
                    <a:pt x="258" y="99"/>
                    <a:pt x="259" y="99"/>
                    <a:pt x="259" y="99"/>
                  </a:cubicBezTo>
                  <a:cubicBezTo>
                    <a:pt x="260" y="98"/>
                    <a:pt x="260" y="97"/>
                    <a:pt x="261" y="97"/>
                  </a:cubicBezTo>
                  <a:cubicBezTo>
                    <a:pt x="261" y="95"/>
                    <a:pt x="261" y="95"/>
                    <a:pt x="260" y="93"/>
                  </a:cubicBezTo>
                  <a:cubicBezTo>
                    <a:pt x="260" y="93"/>
                    <a:pt x="260" y="93"/>
                    <a:pt x="260" y="93"/>
                  </a:cubicBezTo>
                  <a:cubicBezTo>
                    <a:pt x="259" y="93"/>
                    <a:pt x="259" y="93"/>
                    <a:pt x="259" y="93"/>
                  </a:cubicBezTo>
                  <a:cubicBezTo>
                    <a:pt x="258" y="94"/>
                    <a:pt x="258" y="95"/>
                    <a:pt x="257" y="97"/>
                  </a:cubicBezTo>
                  <a:close/>
                  <a:moveTo>
                    <a:pt x="236" y="104"/>
                  </a:moveTo>
                  <a:cubicBezTo>
                    <a:pt x="236" y="105"/>
                    <a:pt x="237" y="105"/>
                    <a:pt x="238" y="105"/>
                  </a:cubicBezTo>
                  <a:cubicBezTo>
                    <a:pt x="241" y="104"/>
                    <a:pt x="242" y="102"/>
                    <a:pt x="245" y="100"/>
                  </a:cubicBezTo>
                  <a:cubicBezTo>
                    <a:pt x="245" y="99"/>
                    <a:pt x="245" y="98"/>
                    <a:pt x="245" y="97"/>
                  </a:cubicBezTo>
                  <a:cubicBezTo>
                    <a:pt x="244" y="97"/>
                    <a:pt x="244" y="97"/>
                    <a:pt x="244" y="97"/>
                  </a:cubicBezTo>
                  <a:cubicBezTo>
                    <a:pt x="244" y="97"/>
                    <a:pt x="243" y="97"/>
                    <a:pt x="242" y="97"/>
                  </a:cubicBezTo>
                  <a:cubicBezTo>
                    <a:pt x="240" y="99"/>
                    <a:pt x="238" y="101"/>
                    <a:pt x="236" y="104"/>
                  </a:cubicBezTo>
                  <a:close/>
                  <a:moveTo>
                    <a:pt x="216" y="151"/>
                  </a:moveTo>
                  <a:cubicBezTo>
                    <a:pt x="217" y="152"/>
                    <a:pt x="225" y="157"/>
                    <a:pt x="226" y="158"/>
                  </a:cubicBezTo>
                  <a:cubicBezTo>
                    <a:pt x="230" y="159"/>
                    <a:pt x="253" y="155"/>
                    <a:pt x="254" y="154"/>
                  </a:cubicBezTo>
                  <a:cubicBezTo>
                    <a:pt x="254" y="153"/>
                    <a:pt x="253" y="151"/>
                    <a:pt x="252" y="149"/>
                  </a:cubicBezTo>
                  <a:cubicBezTo>
                    <a:pt x="253" y="149"/>
                    <a:pt x="253" y="149"/>
                    <a:pt x="253" y="149"/>
                  </a:cubicBezTo>
                  <a:cubicBezTo>
                    <a:pt x="259" y="147"/>
                    <a:pt x="266" y="162"/>
                    <a:pt x="274" y="147"/>
                  </a:cubicBezTo>
                  <a:cubicBezTo>
                    <a:pt x="280" y="149"/>
                    <a:pt x="289" y="157"/>
                    <a:pt x="296" y="153"/>
                  </a:cubicBezTo>
                  <a:cubicBezTo>
                    <a:pt x="309" y="147"/>
                    <a:pt x="312" y="126"/>
                    <a:pt x="312" y="104"/>
                  </a:cubicBezTo>
                  <a:cubicBezTo>
                    <a:pt x="312" y="97"/>
                    <a:pt x="313" y="86"/>
                    <a:pt x="310" y="81"/>
                  </a:cubicBezTo>
                  <a:cubicBezTo>
                    <a:pt x="310" y="78"/>
                    <a:pt x="310" y="75"/>
                    <a:pt x="310" y="73"/>
                  </a:cubicBezTo>
                  <a:cubicBezTo>
                    <a:pt x="310" y="67"/>
                    <a:pt x="310" y="56"/>
                    <a:pt x="308" y="51"/>
                  </a:cubicBezTo>
                  <a:cubicBezTo>
                    <a:pt x="308" y="49"/>
                    <a:pt x="307" y="45"/>
                    <a:pt x="307" y="43"/>
                  </a:cubicBezTo>
                  <a:cubicBezTo>
                    <a:pt x="305" y="35"/>
                    <a:pt x="304" y="27"/>
                    <a:pt x="301" y="21"/>
                  </a:cubicBezTo>
                  <a:cubicBezTo>
                    <a:pt x="270" y="17"/>
                    <a:pt x="248" y="27"/>
                    <a:pt x="235" y="46"/>
                  </a:cubicBezTo>
                  <a:cubicBezTo>
                    <a:pt x="232" y="50"/>
                    <a:pt x="222" y="63"/>
                    <a:pt x="225" y="70"/>
                  </a:cubicBezTo>
                  <a:cubicBezTo>
                    <a:pt x="233" y="70"/>
                    <a:pt x="243" y="58"/>
                    <a:pt x="249" y="54"/>
                  </a:cubicBezTo>
                  <a:cubicBezTo>
                    <a:pt x="250" y="54"/>
                    <a:pt x="254" y="53"/>
                    <a:pt x="254" y="53"/>
                  </a:cubicBezTo>
                  <a:cubicBezTo>
                    <a:pt x="280" y="51"/>
                    <a:pt x="264" y="71"/>
                    <a:pt x="264" y="83"/>
                  </a:cubicBezTo>
                  <a:cubicBezTo>
                    <a:pt x="268" y="85"/>
                    <a:pt x="278" y="95"/>
                    <a:pt x="284" y="92"/>
                  </a:cubicBezTo>
                  <a:cubicBezTo>
                    <a:pt x="284" y="91"/>
                    <a:pt x="285" y="90"/>
                    <a:pt x="286" y="90"/>
                  </a:cubicBezTo>
                  <a:cubicBezTo>
                    <a:pt x="293" y="90"/>
                    <a:pt x="311" y="103"/>
                    <a:pt x="302" y="112"/>
                  </a:cubicBezTo>
                  <a:cubicBezTo>
                    <a:pt x="299" y="115"/>
                    <a:pt x="294" y="117"/>
                    <a:pt x="290" y="120"/>
                  </a:cubicBezTo>
                  <a:cubicBezTo>
                    <a:pt x="285" y="123"/>
                    <a:pt x="280" y="129"/>
                    <a:pt x="274" y="133"/>
                  </a:cubicBezTo>
                  <a:cubicBezTo>
                    <a:pt x="274" y="133"/>
                    <a:pt x="272" y="133"/>
                    <a:pt x="273" y="134"/>
                  </a:cubicBezTo>
                  <a:cubicBezTo>
                    <a:pt x="268" y="137"/>
                    <a:pt x="260" y="139"/>
                    <a:pt x="254" y="143"/>
                  </a:cubicBezTo>
                  <a:cubicBezTo>
                    <a:pt x="251" y="145"/>
                    <a:pt x="243" y="143"/>
                    <a:pt x="240" y="143"/>
                  </a:cubicBezTo>
                  <a:cubicBezTo>
                    <a:pt x="238" y="140"/>
                    <a:pt x="232" y="133"/>
                    <a:pt x="236" y="127"/>
                  </a:cubicBezTo>
                  <a:cubicBezTo>
                    <a:pt x="237" y="124"/>
                    <a:pt x="242" y="120"/>
                    <a:pt x="244" y="119"/>
                  </a:cubicBezTo>
                  <a:cubicBezTo>
                    <a:pt x="244" y="116"/>
                    <a:pt x="243" y="116"/>
                    <a:pt x="241" y="116"/>
                  </a:cubicBezTo>
                  <a:cubicBezTo>
                    <a:pt x="238" y="121"/>
                    <a:pt x="227" y="110"/>
                    <a:pt x="226" y="108"/>
                  </a:cubicBezTo>
                  <a:cubicBezTo>
                    <a:pt x="226" y="105"/>
                    <a:pt x="226" y="102"/>
                    <a:pt x="226" y="99"/>
                  </a:cubicBezTo>
                  <a:cubicBezTo>
                    <a:pt x="229" y="98"/>
                    <a:pt x="231" y="95"/>
                    <a:pt x="234" y="93"/>
                  </a:cubicBezTo>
                  <a:cubicBezTo>
                    <a:pt x="242" y="89"/>
                    <a:pt x="256" y="87"/>
                    <a:pt x="252" y="74"/>
                  </a:cubicBezTo>
                  <a:cubicBezTo>
                    <a:pt x="252" y="74"/>
                    <a:pt x="251" y="74"/>
                    <a:pt x="250" y="74"/>
                  </a:cubicBezTo>
                  <a:cubicBezTo>
                    <a:pt x="246" y="78"/>
                    <a:pt x="227" y="77"/>
                    <a:pt x="223" y="83"/>
                  </a:cubicBezTo>
                  <a:cubicBezTo>
                    <a:pt x="220" y="86"/>
                    <a:pt x="223" y="93"/>
                    <a:pt x="221" y="97"/>
                  </a:cubicBezTo>
                  <a:cubicBezTo>
                    <a:pt x="219" y="97"/>
                    <a:pt x="220" y="103"/>
                    <a:pt x="218" y="105"/>
                  </a:cubicBezTo>
                  <a:cubicBezTo>
                    <a:pt x="214" y="114"/>
                    <a:pt x="219" y="132"/>
                    <a:pt x="217" y="141"/>
                  </a:cubicBezTo>
                  <a:cubicBezTo>
                    <a:pt x="217" y="144"/>
                    <a:pt x="216" y="149"/>
                    <a:pt x="216" y="151"/>
                  </a:cubicBezTo>
                  <a:close/>
                  <a:moveTo>
                    <a:pt x="197" y="154"/>
                  </a:moveTo>
                  <a:cubicBezTo>
                    <a:pt x="197" y="141"/>
                    <a:pt x="202" y="127"/>
                    <a:pt x="205" y="115"/>
                  </a:cubicBezTo>
                  <a:cubicBezTo>
                    <a:pt x="205" y="113"/>
                    <a:pt x="205" y="110"/>
                    <a:pt x="205" y="107"/>
                  </a:cubicBezTo>
                  <a:cubicBezTo>
                    <a:pt x="205" y="93"/>
                    <a:pt x="199" y="79"/>
                    <a:pt x="201" y="66"/>
                  </a:cubicBezTo>
                  <a:cubicBezTo>
                    <a:pt x="205" y="39"/>
                    <a:pt x="229" y="25"/>
                    <a:pt x="252" y="17"/>
                  </a:cubicBezTo>
                  <a:cubicBezTo>
                    <a:pt x="261" y="15"/>
                    <a:pt x="289" y="6"/>
                    <a:pt x="300" y="13"/>
                  </a:cubicBezTo>
                  <a:cubicBezTo>
                    <a:pt x="302" y="13"/>
                    <a:pt x="306" y="13"/>
                    <a:pt x="308" y="15"/>
                  </a:cubicBezTo>
                  <a:cubicBezTo>
                    <a:pt x="330" y="29"/>
                    <a:pt x="324" y="79"/>
                    <a:pt x="325" y="113"/>
                  </a:cubicBezTo>
                  <a:cubicBezTo>
                    <a:pt x="325" y="129"/>
                    <a:pt x="328" y="154"/>
                    <a:pt x="320" y="163"/>
                  </a:cubicBezTo>
                  <a:cubicBezTo>
                    <a:pt x="318" y="166"/>
                    <a:pt x="294" y="183"/>
                    <a:pt x="287" y="179"/>
                  </a:cubicBezTo>
                  <a:cubicBezTo>
                    <a:pt x="280" y="175"/>
                    <a:pt x="274" y="165"/>
                    <a:pt x="264" y="164"/>
                  </a:cubicBezTo>
                  <a:cubicBezTo>
                    <a:pt x="261" y="163"/>
                    <a:pt x="257" y="167"/>
                    <a:pt x="254" y="168"/>
                  </a:cubicBezTo>
                  <a:cubicBezTo>
                    <a:pt x="252" y="169"/>
                    <a:pt x="230" y="173"/>
                    <a:pt x="226" y="171"/>
                  </a:cubicBezTo>
                  <a:cubicBezTo>
                    <a:pt x="221" y="170"/>
                    <a:pt x="220" y="167"/>
                    <a:pt x="216" y="164"/>
                  </a:cubicBezTo>
                  <a:cubicBezTo>
                    <a:pt x="216" y="164"/>
                    <a:pt x="216" y="164"/>
                    <a:pt x="216" y="164"/>
                  </a:cubicBezTo>
                  <a:cubicBezTo>
                    <a:pt x="213" y="166"/>
                    <a:pt x="211" y="170"/>
                    <a:pt x="206" y="170"/>
                  </a:cubicBezTo>
                  <a:cubicBezTo>
                    <a:pt x="204" y="168"/>
                    <a:pt x="202" y="166"/>
                    <a:pt x="201" y="164"/>
                  </a:cubicBezTo>
                  <a:cubicBezTo>
                    <a:pt x="199" y="161"/>
                    <a:pt x="199" y="158"/>
                    <a:pt x="197" y="154"/>
                  </a:cubicBezTo>
                  <a:close/>
                  <a:moveTo>
                    <a:pt x="83" y="79"/>
                  </a:moveTo>
                  <a:cubicBezTo>
                    <a:pt x="84" y="83"/>
                    <a:pt x="84" y="85"/>
                    <a:pt x="85" y="87"/>
                  </a:cubicBezTo>
                  <a:cubicBezTo>
                    <a:pt x="92" y="84"/>
                    <a:pt x="115" y="69"/>
                    <a:pt x="116" y="62"/>
                  </a:cubicBezTo>
                  <a:cubicBezTo>
                    <a:pt x="116" y="62"/>
                    <a:pt x="116" y="62"/>
                    <a:pt x="115" y="62"/>
                  </a:cubicBezTo>
                  <a:cubicBezTo>
                    <a:pt x="111" y="60"/>
                    <a:pt x="105" y="62"/>
                    <a:pt x="101" y="63"/>
                  </a:cubicBezTo>
                  <a:cubicBezTo>
                    <a:pt x="98" y="63"/>
                    <a:pt x="96" y="63"/>
                    <a:pt x="93" y="63"/>
                  </a:cubicBezTo>
                  <a:cubicBezTo>
                    <a:pt x="84" y="65"/>
                    <a:pt x="82" y="70"/>
                    <a:pt x="83" y="79"/>
                  </a:cubicBezTo>
                  <a:close/>
                  <a:moveTo>
                    <a:pt x="32" y="97"/>
                  </a:moveTo>
                  <a:cubicBezTo>
                    <a:pt x="36" y="101"/>
                    <a:pt x="36" y="104"/>
                    <a:pt x="36" y="112"/>
                  </a:cubicBezTo>
                  <a:cubicBezTo>
                    <a:pt x="38" y="113"/>
                    <a:pt x="38" y="113"/>
                    <a:pt x="38" y="114"/>
                  </a:cubicBezTo>
                  <a:cubicBezTo>
                    <a:pt x="41" y="114"/>
                    <a:pt x="44" y="114"/>
                    <a:pt x="46" y="113"/>
                  </a:cubicBezTo>
                  <a:cubicBezTo>
                    <a:pt x="47" y="111"/>
                    <a:pt x="50" y="108"/>
                    <a:pt x="50" y="106"/>
                  </a:cubicBezTo>
                  <a:cubicBezTo>
                    <a:pt x="52" y="100"/>
                    <a:pt x="53" y="86"/>
                    <a:pt x="49" y="83"/>
                  </a:cubicBezTo>
                  <a:cubicBezTo>
                    <a:pt x="49" y="83"/>
                    <a:pt x="49" y="82"/>
                    <a:pt x="48" y="82"/>
                  </a:cubicBezTo>
                  <a:cubicBezTo>
                    <a:pt x="42" y="82"/>
                    <a:pt x="34" y="89"/>
                    <a:pt x="32" y="94"/>
                  </a:cubicBezTo>
                  <a:cubicBezTo>
                    <a:pt x="32" y="95"/>
                    <a:pt x="32" y="96"/>
                    <a:pt x="32" y="97"/>
                  </a:cubicBezTo>
                  <a:close/>
                  <a:moveTo>
                    <a:pt x="3" y="66"/>
                  </a:moveTo>
                  <a:cubicBezTo>
                    <a:pt x="9" y="66"/>
                    <a:pt x="12" y="70"/>
                    <a:pt x="14" y="73"/>
                  </a:cubicBezTo>
                  <a:cubicBezTo>
                    <a:pt x="16" y="73"/>
                    <a:pt x="18" y="73"/>
                    <a:pt x="19" y="73"/>
                  </a:cubicBezTo>
                  <a:cubicBezTo>
                    <a:pt x="22" y="71"/>
                    <a:pt x="24" y="69"/>
                    <a:pt x="26" y="67"/>
                  </a:cubicBezTo>
                  <a:cubicBezTo>
                    <a:pt x="31" y="64"/>
                    <a:pt x="38" y="63"/>
                    <a:pt x="44" y="60"/>
                  </a:cubicBezTo>
                  <a:cubicBezTo>
                    <a:pt x="48" y="57"/>
                    <a:pt x="51" y="59"/>
                    <a:pt x="54" y="55"/>
                  </a:cubicBezTo>
                  <a:cubicBezTo>
                    <a:pt x="57" y="47"/>
                    <a:pt x="51" y="40"/>
                    <a:pt x="54" y="31"/>
                  </a:cubicBezTo>
                  <a:cubicBezTo>
                    <a:pt x="55" y="26"/>
                    <a:pt x="56" y="23"/>
                    <a:pt x="57" y="17"/>
                  </a:cubicBezTo>
                  <a:cubicBezTo>
                    <a:pt x="57" y="17"/>
                    <a:pt x="56" y="5"/>
                    <a:pt x="58" y="7"/>
                  </a:cubicBezTo>
                  <a:cubicBezTo>
                    <a:pt x="58" y="6"/>
                    <a:pt x="58" y="6"/>
                    <a:pt x="59" y="6"/>
                  </a:cubicBezTo>
                  <a:cubicBezTo>
                    <a:pt x="69" y="5"/>
                    <a:pt x="83" y="21"/>
                    <a:pt x="92" y="27"/>
                  </a:cubicBezTo>
                  <a:cubicBezTo>
                    <a:pt x="92" y="35"/>
                    <a:pt x="89" y="43"/>
                    <a:pt x="90" y="51"/>
                  </a:cubicBezTo>
                  <a:cubicBezTo>
                    <a:pt x="100" y="55"/>
                    <a:pt x="115" y="50"/>
                    <a:pt x="126" y="48"/>
                  </a:cubicBezTo>
                  <a:cubicBezTo>
                    <a:pt x="130" y="48"/>
                    <a:pt x="134" y="48"/>
                    <a:pt x="138" y="49"/>
                  </a:cubicBezTo>
                  <a:cubicBezTo>
                    <a:pt x="140" y="50"/>
                    <a:pt x="142" y="53"/>
                    <a:pt x="144" y="53"/>
                  </a:cubicBezTo>
                  <a:cubicBezTo>
                    <a:pt x="144" y="53"/>
                    <a:pt x="144" y="55"/>
                    <a:pt x="144" y="55"/>
                  </a:cubicBezTo>
                  <a:cubicBezTo>
                    <a:pt x="140" y="59"/>
                    <a:pt x="136" y="64"/>
                    <a:pt x="133" y="68"/>
                  </a:cubicBezTo>
                  <a:cubicBezTo>
                    <a:pt x="130" y="71"/>
                    <a:pt x="120" y="76"/>
                    <a:pt x="114" y="79"/>
                  </a:cubicBezTo>
                  <a:cubicBezTo>
                    <a:pt x="110" y="82"/>
                    <a:pt x="104" y="83"/>
                    <a:pt x="104" y="90"/>
                  </a:cubicBezTo>
                  <a:cubicBezTo>
                    <a:pt x="105" y="91"/>
                    <a:pt x="106" y="91"/>
                    <a:pt x="106" y="92"/>
                  </a:cubicBezTo>
                  <a:cubicBezTo>
                    <a:pt x="114" y="95"/>
                    <a:pt x="125" y="91"/>
                    <a:pt x="128" y="99"/>
                  </a:cubicBezTo>
                  <a:cubicBezTo>
                    <a:pt x="129" y="101"/>
                    <a:pt x="130" y="103"/>
                    <a:pt x="129" y="105"/>
                  </a:cubicBezTo>
                  <a:cubicBezTo>
                    <a:pt x="124" y="112"/>
                    <a:pt x="112" y="106"/>
                    <a:pt x="105" y="111"/>
                  </a:cubicBezTo>
                  <a:cubicBezTo>
                    <a:pt x="99" y="115"/>
                    <a:pt x="94" y="120"/>
                    <a:pt x="89" y="124"/>
                  </a:cubicBezTo>
                  <a:cubicBezTo>
                    <a:pt x="84" y="127"/>
                    <a:pt x="79" y="125"/>
                    <a:pt x="76" y="130"/>
                  </a:cubicBezTo>
                  <a:cubicBezTo>
                    <a:pt x="72" y="136"/>
                    <a:pt x="76" y="147"/>
                    <a:pt x="74" y="153"/>
                  </a:cubicBezTo>
                  <a:cubicBezTo>
                    <a:pt x="74" y="155"/>
                    <a:pt x="73" y="156"/>
                    <a:pt x="73" y="157"/>
                  </a:cubicBezTo>
                  <a:cubicBezTo>
                    <a:pt x="64" y="159"/>
                    <a:pt x="66" y="177"/>
                    <a:pt x="59" y="183"/>
                  </a:cubicBezTo>
                  <a:cubicBezTo>
                    <a:pt x="57" y="172"/>
                    <a:pt x="50" y="162"/>
                    <a:pt x="48" y="152"/>
                  </a:cubicBezTo>
                  <a:cubicBezTo>
                    <a:pt x="48" y="147"/>
                    <a:pt x="50" y="142"/>
                    <a:pt x="46" y="139"/>
                  </a:cubicBezTo>
                  <a:cubicBezTo>
                    <a:pt x="44" y="138"/>
                    <a:pt x="40" y="139"/>
                    <a:pt x="38" y="138"/>
                  </a:cubicBezTo>
                  <a:cubicBezTo>
                    <a:pt x="36" y="132"/>
                    <a:pt x="34" y="123"/>
                    <a:pt x="26" y="121"/>
                  </a:cubicBezTo>
                  <a:cubicBezTo>
                    <a:pt x="23" y="120"/>
                    <a:pt x="22" y="122"/>
                    <a:pt x="17" y="122"/>
                  </a:cubicBezTo>
                  <a:cubicBezTo>
                    <a:pt x="16" y="120"/>
                    <a:pt x="15" y="116"/>
                    <a:pt x="14" y="114"/>
                  </a:cubicBezTo>
                  <a:cubicBezTo>
                    <a:pt x="12" y="111"/>
                    <a:pt x="7" y="110"/>
                    <a:pt x="5" y="107"/>
                  </a:cubicBezTo>
                  <a:cubicBezTo>
                    <a:pt x="5" y="107"/>
                    <a:pt x="5" y="107"/>
                    <a:pt x="5" y="107"/>
                  </a:cubicBezTo>
                  <a:cubicBezTo>
                    <a:pt x="3" y="102"/>
                    <a:pt x="5" y="99"/>
                    <a:pt x="4" y="96"/>
                  </a:cubicBezTo>
                  <a:cubicBezTo>
                    <a:pt x="4" y="94"/>
                    <a:pt x="1" y="93"/>
                    <a:pt x="0" y="90"/>
                  </a:cubicBezTo>
                  <a:cubicBezTo>
                    <a:pt x="4" y="85"/>
                    <a:pt x="3" y="76"/>
                    <a:pt x="3" y="6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52" name="Freeform 37"/>
            <p:cNvSpPr>
              <a:spLocks noEditPoints="1"/>
            </p:cNvSpPr>
            <p:nvPr/>
          </p:nvSpPr>
          <p:spPr bwMode="auto">
            <a:xfrm>
              <a:off x="8797988" y="4643741"/>
              <a:ext cx="334963" cy="325438"/>
            </a:xfrm>
            <a:custGeom>
              <a:avLst/>
              <a:gdLst>
                <a:gd name="T0" fmla="*/ 218 w 225"/>
                <a:gd name="T1" fmla="*/ 76 h 216"/>
                <a:gd name="T2" fmla="*/ 170 w 225"/>
                <a:gd name="T3" fmla="*/ 32 h 216"/>
                <a:gd name="T4" fmla="*/ 113 w 225"/>
                <a:gd name="T5" fmla="*/ 0 h 216"/>
                <a:gd name="T6" fmla="*/ 56 w 225"/>
                <a:gd name="T7" fmla="*/ 32 h 216"/>
                <a:gd name="T8" fmla="*/ 8 w 225"/>
                <a:gd name="T9" fmla="*/ 76 h 216"/>
                <a:gd name="T10" fmla="*/ 21 w 225"/>
                <a:gd name="T11" fmla="*/ 140 h 216"/>
                <a:gd name="T12" fmla="*/ 48 w 225"/>
                <a:gd name="T13" fmla="*/ 200 h 216"/>
                <a:gd name="T14" fmla="*/ 112 w 225"/>
                <a:gd name="T15" fmla="*/ 207 h 216"/>
                <a:gd name="T16" fmla="*/ 177 w 225"/>
                <a:gd name="T17" fmla="*/ 200 h 216"/>
                <a:gd name="T18" fmla="*/ 204 w 225"/>
                <a:gd name="T19" fmla="*/ 140 h 216"/>
                <a:gd name="T20" fmla="*/ 218 w 225"/>
                <a:gd name="T21" fmla="*/ 76 h 216"/>
                <a:gd name="T22" fmla="*/ 113 w 225"/>
                <a:gd name="T23" fmla="*/ 201 h 216"/>
                <a:gd name="T24" fmla="*/ 22 w 225"/>
                <a:gd name="T25" fmla="*/ 110 h 216"/>
                <a:gd name="T26" fmla="*/ 113 w 225"/>
                <a:gd name="T27" fmla="*/ 20 h 216"/>
                <a:gd name="T28" fmla="*/ 204 w 225"/>
                <a:gd name="T29" fmla="*/ 111 h 216"/>
                <a:gd name="T30" fmla="*/ 113 w 225"/>
                <a:gd name="T31" fmla="*/ 201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5" h="216">
                  <a:moveTo>
                    <a:pt x="218" y="76"/>
                  </a:moveTo>
                  <a:cubicBezTo>
                    <a:pt x="210" y="53"/>
                    <a:pt x="191" y="37"/>
                    <a:pt x="170" y="32"/>
                  </a:cubicBezTo>
                  <a:cubicBezTo>
                    <a:pt x="158" y="13"/>
                    <a:pt x="137" y="0"/>
                    <a:pt x="113" y="0"/>
                  </a:cubicBezTo>
                  <a:cubicBezTo>
                    <a:pt x="89" y="0"/>
                    <a:pt x="68" y="13"/>
                    <a:pt x="56" y="32"/>
                  </a:cubicBezTo>
                  <a:cubicBezTo>
                    <a:pt x="34" y="37"/>
                    <a:pt x="15" y="53"/>
                    <a:pt x="8" y="76"/>
                  </a:cubicBezTo>
                  <a:cubicBezTo>
                    <a:pt x="0" y="99"/>
                    <a:pt x="6" y="123"/>
                    <a:pt x="21" y="140"/>
                  </a:cubicBezTo>
                  <a:cubicBezTo>
                    <a:pt x="18" y="163"/>
                    <a:pt x="28" y="185"/>
                    <a:pt x="48" y="200"/>
                  </a:cubicBezTo>
                  <a:cubicBezTo>
                    <a:pt x="67" y="214"/>
                    <a:pt x="92" y="216"/>
                    <a:pt x="112" y="207"/>
                  </a:cubicBezTo>
                  <a:cubicBezTo>
                    <a:pt x="133" y="216"/>
                    <a:pt x="158" y="214"/>
                    <a:pt x="177" y="200"/>
                  </a:cubicBezTo>
                  <a:cubicBezTo>
                    <a:pt x="197" y="186"/>
                    <a:pt x="206" y="163"/>
                    <a:pt x="204" y="140"/>
                  </a:cubicBezTo>
                  <a:cubicBezTo>
                    <a:pt x="220" y="123"/>
                    <a:pt x="225" y="99"/>
                    <a:pt x="218" y="76"/>
                  </a:cubicBezTo>
                  <a:close/>
                  <a:moveTo>
                    <a:pt x="113" y="201"/>
                  </a:moveTo>
                  <a:cubicBezTo>
                    <a:pt x="63" y="201"/>
                    <a:pt x="22" y="160"/>
                    <a:pt x="22" y="110"/>
                  </a:cubicBezTo>
                  <a:cubicBezTo>
                    <a:pt x="22" y="60"/>
                    <a:pt x="62" y="20"/>
                    <a:pt x="113" y="20"/>
                  </a:cubicBezTo>
                  <a:cubicBezTo>
                    <a:pt x="163" y="20"/>
                    <a:pt x="204" y="61"/>
                    <a:pt x="204" y="111"/>
                  </a:cubicBezTo>
                  <a:cubicBezTo>
                    <a:pt x="204" y="161"/>
                    <a:pt x="163" y="201"/>
                    <a:pt x="113" y="20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53" name="Freeform 38"/>
            <p:cNvSpPr>
              <a:spLocks noEditPoints="1"/>
            </p:cNvSpPr>
            <p:nvPr/>
          </p:nvSpPr>
          <p:spPr bwMode="auto">
            <a:xfrm>
              <a:off x="8872600" y="4775504"/>
              <a:ext cx="84138" cy="26988"/>
            </a:xfrm>
            <a:custGeom>
              <a:avLst/>
              <a:gdLst>
                <a:gd name="T0" fmla="*/ 4 w 56"/>
                <a:gd name="T1" fmla="*/ 17 h 18"/>
                <a:gd name="T2" fmla="*/ 0 w 56"/>
                <a:gd name="T3" fmla="*/ 7 h 18"/>
                <a:gd name="T4" fmla="*/ 3 w 56"/>
                <a:gd name="T5" fmla="*/ 2 h 18"/>
                <a:gd name="T6" fmla="*/ 8 w 56"/>
                <a:gd name="T7" fmla="*/ 0 h 18"/>
                <a:gd name="T8" fmla="*/ 15 w 56"/>
                <a:gd name="T9" fmla="*/ 13 h 18"/>
                <a:gd name="T10" fmla="*/ 19 w 56"/>
                <a:gd name="T11" fmla="*/ 14 h 18"/>
                <a:gd name="T12" fmla="*/ 22 w 56"/>
                <a:gd name="T13" fmla="*/ 14 h 18"/>
                <a:gd name="T14" fmla="*/ 20 w 56"/>
                <a:gd name="T15" fmla="*/ 12 h 18"/>
                <a:gd name="T16" fmla="*/ 14 w 56"/>
                <a:gd name="T17" fmla="*/ 6 h 18"/>
                <a:gd name="T18" fmla="*/ 20 w 56"/>
                <a:gd name="T19" fmla="*/ 0 h 18"/>
                <a:gd name="T20" fmla="*/ 26 w 56"/>
                <a:gd name="T21" fmla="*/ 8 h 18"/>
                <a:gd name="T22" fmla="*/ 19 w 56"/>
                <a:gd name="T23" fmla="*/ 18 h 18"/>
                <a:gd name="T24" fmla="*/ 15 w 56"/>
                <a:gd name="T25" fmla="*/ 13 h 18"/>
                <a:gd name="T26" fmla="*/ 22 w 56"/>
                <a:gd name="T27" fmla="*/ 3 h 18"/>
                <a:gd name="T28" fmla="*/ 18 w 56"/>
                <a:gd name="T29" fmla="*/ 3 h 18"/>
                <a:gd name="T30" fmla="*/ 18 w 56"/>
                <a:gd name="T31" fmla="*/ 8 h 18"/>
                <a:gd name="T32" fmla="*/ 22 w 56"/>
                <a:gd name="T33" fmla="*/ 8 h 18"/>
                <a:gd name="T34" fmla="*/ 30 w 56"/>
                <a:gd name="T35" fmla="*/ 13 h 18"/>
                <a:gd name="T36" fmla="*/ 34 w 56"/>
                <a:gd name="T37" fmla="*/ 14 h 18"/>
                <a:gd name="T38" fmla="*/ 38 w 56"/>
                <a:gd name="T39" fmla="*/ 14 h 18"/>
                <a:gd name="T40" fmla="*/ 38 w 56"/>
                <a:gd name="T41" fmla="*/ 9 h 18"/>
                <a:gd name="T42" fmla="*/ 33 w 56"/>
                <a:gd name="T43" fmla="*/ 10 h 18"/>
                <a:gd name="T44" fmla="*/ 32 w 56"/>
                <a:gd name="T45" fmla="*/ 0 h 18"/>
                <a:gd name="T46" fmla="*/ 41 w 56"/>
                <a:gd name="T47" fmla="*/ 3 h 18"/>
                <a:gd name="T48" fmla="*/ 34 w 56"/>
                <a:gd name="T49" fmla="*/ 6 h 18"/>
                <a:gd name="T50" fmla="*/ 41 w 56"/>
                <a:gd name="T51" fmla="*/ 8 h 18"/>
                <a:gd name="T52" fmla="*/ 41 w 56"/>
                <a:gd name="T53" fmla="*/ 16 h 18"/>
                <a:gd name="T54" fmla="*/ 32 w 56"/>
                <a:gd name="T55" fmla="*/ 17 h 18"/>
                <a:gd name="T56" fmla="*/ 48 w 56"/>
                <a:gd name="T57" fmla="*/ 8 h 18"/>
                <a:gd name="T58" fmla="*/ 45 w 56"/>
                <a:gd name="T59" fmla="*/ 4 h 18"/>
                <a:gd name="T60" fmla="*/ 50 w 56"/>
                <a:gd name="T61" fmla="*/ 0 h 18"/>
                <a:gd name="T62" fmla="*/ 56 w 56"/>
                <a:gd name="T63" fmla="*/ 4 h 18"/>
                <a:gd name="T64" fmla="*/ 53 w 56"/>
                <a:gd name="T65" fmla="*/ 8 h 18"/>
                <a:gd name="T66" fmla="*/ 56 w 56"/>
                <a:gd name="T67" fmla="*/ 12 h 18"/>
                <a:gd name="T68" fmla="*/ 50 w 56"/>
                <a:gd name="T69" fmla="*/ 18 h 18"/>
                <a:gd name="T70" fmla="*/ 44 w 56"/>
                <a:gd name="T71" fmla="*/ 13 h 18"/>
                <a:gd name="T72" fmla="*/ 48 w 56"/>
                <a:gd name="T73" fmla="*/ 8 h 18"/>
                <a:gd name="T74" fmla="*/ 49 w 56"/>
                <a:gd name="T75" fmla="*/ 6 h 18"/>
                <a:gd name="T76" fmla="*/ 52 w 56"/>
                <a:gd name="T77" fmla="*/ 6 h 18"/>
                <a:gd name="T78" fmla="*/ 52 w 56"/>
                <a:gd name="T79" fmla="*/ 3 h 18"/>
                <a:gd name="T80" fmla="*/ 49 w 56"/>
                <a:gd name="T81" fmla="*/ 3 h 18"/>
                <a:gd name="T82" fmla="*/ 48 w 56"/>
                <a:gd name="T83" fmla="*/ 12 h 18"/>
                <a:gd name="T84" fmla="*/ 51 w 56"/>
                <a:gd name="T85" fmla="*/ 15 h 18"/>
                <a:gd name="T86" fmla="*/ 54 w 56"/>
                <a:gd name="T87" fmla="*/ 12 h 18"/>
                <a:gd name="T88" fmla="*/ 51 w 56"/>
                <a:gd name="T89" fmla="*/ 9 h 18"/>
                <a:gd name="T90" fmla="*/ 48 w 56"/>
                <a:gd name="T91" fmla="*/ 12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6" h="18">
                  <a:moveTo>
                    <a:pt x="8" y="17"/>
                  </a:moveTo>
                  <a:cubicBezTo>
                    <a:pt x="4" y="17"/>
                    <a:pt x="4" y="17"/>
                    <a:pt x="4" y="17"/>
                  </a:cubicBezTo>
                  <a:cubicBezTo>
                    <a:pt x="4" y="4"/>
                    <a:pt x="4" y="4"/>
                    <a:pt x="4" y="4"/>
                  </a:cubicBezTo>
                  <a:cubicBezTo>
                    <a:pt x="3" y="6"/>
                    <a:pt x="2" y="6"/>
                    <a:pt x="0" y="7"/>
                  </a:cubicBezTo>
                  <a:cubicBezTo>
                    <a:pt x="0" y="4"/>
                    <a:pt x="0" y="4"/>
                    <a:pt x="0" y="4"/>
                  </a:cubicBezTo>
                  <a:cubicBezTo>
                    <a:pt x="1" y="4"/>
                    <a:pt x="2" y="3"/>
                    <a:pt x="3" y="2"/>
                  </a:cubicBezTo>
                  <a:cubicBezTo>
                    <a:pt x="4" y="2"/>
                    <a:pt x="4" y="1"/>
                    <a:pt x="5" y="0"/>
                  </a:cubicBezTo>
                  <a:cubicBezTo>
                    <a:pt x="8" y="0"/>
                    <a:pt x="8" y="0"/>
                    <a:pt x="8" y="0"/>
                  </a:cubicBezTo>
                  <a:cubicBezTo>
                    <a:pt x="8" y="17"/>
                    <a:pt x="8" y="17"/>
                    <a:pt x="8" y="17"/>
                  </a:cubicBezTo>
                  <a:close/>
                  <a:moveTo>
                    <a:pt x="15" y="13"/>
                  </a:moveTo>
                  <a:cubicBezTo>
                    <a:pt x="18" y="13"/>
                    <a:pt x="18" y="13"/>
                    <a:pt x="18" y="13"/>
                  </a:cubicBezTo>
                  <a:cubicBezTo>
                    <a:pt x="18" y="14"/>
                    <a:pt x="18" y="14"/>
                    <a:pt x="19" y="14"/>
                  </a:cubicBezTo>
                  <a:cubicBezTo>
                    <a:pt x="19" y="15"/>
                    <a:pt x="20" y="15"/>
                    <a:pt x="20" y="15"/>
                  </a:cubicBezTo>
                  <a:cubicBezTo>
                    <a:pt x="21" y="15"/>
                    <a:pt x="21" y="14"/>
                    <a:pt x="22" y="14"/>
                  </a:cubicBezTo>
                  <a:cubicBezTo>
                    <a:pt x="22" y="13"/>
                    <a:pt x="23" y="12"/>
                    <a:pt x="23" y="10"/>
                  </a:cubicBezTo>
                  <a:cubicBezTo>
                    <a:pt x="22" y="11"/>
                    <a:pt x="21" y="12"/>
                    <a:pt x="20" y="12"/>
                  </a:cubicBezTo>
                  <a:cubicBezTo>
                    <a:pt x="18" y="12"/>
                    <a:pt x="17" y="11"/>
                    <a:pt x="16" y="10"/>
                  </a:cubicBezTo>
                  <a:cubicBezTo>
                    <a:pt x="15" y="9"/>
                    <a:pt x="14" y="8"/>
                    <a:pt x="14" y="6"/>
                  </a:cubicBezTo>
                  <a:cubicBezTo>
                    <a:pt x="14" y="4"/>
                    <a:pt x="15" y="2"/>
                    <a:pt x="16" y="1"/>
                  </a:cubicBezTo>
                  <a:cubicBezTo>
                    <a:pt x="17" y="0"/>
                    <a:pt x="18" y="0"/>
                    <a:pt x="20" y="0"/>
                  </a:cubicBezTo>
                  <a:cubicBezTo>
                    <a:pt x="22" y="0"/>
                    <a:pt x="23" y="0"/>
                    <a:pt x="24" y="2"/>
                  </a:cubicBezTo>
                  <a:cubicBezTo>
                    <a:pt x="26" y="3"/>
                    <a:pt x="26" y="5"/>
                    <a:pt x="26" y="8"/>
                  </a:cubicBezTo>
                  <a:cubicBezTo>
                    <a:pt x="26" y="12"/>
                    <a:pt x="25" y="14"/>
                    <a:pt x="24" y="16"/>
                  </a:cubicBezTo>
                  <a:cubicBezTo>
                    <a:pt x="23" y="17"/>
                    <a:pt x="21" y="18"/>
                    <a:pt x="19" y="18"/>
                  </a:cubicBezTo>
                  <a:cubicBezTo>
                    <a:pt x="18" y="18"/>
                    <a:pt x="17" y="17"/>
                    <a:pt x="16" y="16"/>
                  </a:cubicBezTo>
                  <a:cubicBezTo>
                    <a:pt x="16" y="16"/>
                    <a:pt x="15" y="15"/>
                    <a:pt x="15" y="13"/>
                  </a:cubicBezTo>
                  <a:close/>
                  <a:moveTo>
                    <a:pt x="22" y="6"/>
                  </a:moveTo>
                  <a:cubicBezTo>
                    <a:pt x="22" y="4"/>
                    <a:pt x="22" y="4"/>
                    <a:pt x="22" y="3"/>
                  </a:cubicBezTo>
                  <a:cubicBezTo>
                    <a:pt x="21" y="2"/>
                    <a:pt x="21" y="2"/>
                    <a:pt x="20" y="2"/>
                  </a:cubicBezTo>
                  <a:cubicBezTo>
                    <a:pt x="19" y="2"/>
                    <a:pt x="19" y="3"/>
                    <a:pt x="18" y="3"/>
                  </a:cubicBezTo>
                  <a:cubicBezTo>
                    <a:pt x="18" y="4"/>
                    <a:pt x="18" y="4"/>
                    <a:pt x="18" y="6"/>
                  </a:cubicBezTo>
                  <a:cubicBezTo>
                    <a:pt x="18" y="7"/>
                    <a:pt x="18" y="8"/>
                    <a:pt x="18" y="8"/>
                  </a:cubicBezTo>
                  <a:cubicBezTo>
                    <a:pt x="19" y="8"/>
                    <a:pt x="20" y="9"/>
                    <a:pt x="20" y="9"/>
                  </a:cubicBezTo>
                  <a:cubicBezTo>
                    <a:pt x="21" y="9"/>
                    <a:pt x="21" y="8"/>
                    <a:pt x="22" y="8"/>
                  </a:cubicBezTo>
                  <a:cubicBezTo>
                    <a:pt x="22" y="8"/>
                    <a:pt x="22" y="7"/>
                    <a:pt x="22" y="6"/>
                  </a:cubicBezTo>
                  <a:close/>
                  <a:moveTo>
                    <a:pt x="30" y="13"/>
                  </a:moveTo>
                  <a:cubicBezTo>
                    <a:pt x="34" y="12"/>
                    <a:pt x="34" y="12"/>
                    <a:pt x="34" y="12"/>
                  </a:cubicBezTo>
                  <a:cubicBezTo>
                    <a:pt x="34" y="13"/>
                    <a:pt x="34" y="14"/>
                    <a:pt x="34" y="14"/>
                  </a:cubicBezTo>
                  <a:cubicBezTo>
                    <a:pt x="35" y="15"/>
                    <a:pt x="36" y="15"/>
                    <a:pt x="36" y="15"/>
                  </a:cubicBezTo>
                  <a:cubicBezTo>
                    <a:pt x="37" y="15"/>
                    <a:pt x="37" y="15"/>
                    <a:pt x="38" y="14"/>
                  </a:cubicBezTo>
                  <a:cubicBezTo>
                    <a:pt x="38" y="14"/>
                    <a:pt x="39" y="13"/>
                    <a:pt x="39" y="12"/>
                  </a:cubicBezTo>
                  <a:cubicBezTo>
                    <a:pt x="39" y="10"/>
                    <a:pt x="38" y="10"/>
                    <a:pt x="38" y="9"/>
                  </a:cubicBezTo>
                  <a:cubicBezTo>
                    <a:pt x="38" y="9"/>
                    <a:pt x="37" y="8"/>
                    <a:pt x="36" y="8"/>
                  </a:cubicBezTo>
                  <a:cubicBezTo>
                    <a:pt x="35" y="8"/>
                    <a:pt x="34" y="9"/>
                    <a:pt x="33" y="10"/>
                  </a:cubicBezTo>
                  <a:cubicBezTo>
                    <a:pt x="30" y="9"/>
                    <a:pt x="30" y="9"/>
                    <a:pt x="30" y="9"/>
                  </a:cubicBezTo>
                  <a:cubicBezTo>
                    <a:pt x="32" y="0"/>
                    <a:pt x="32" y="0"/>
                    <a:pt x="32" y="0"/>
                  </a:cubicBezTo>
                  <a:cubicBezTo>
                    <a:pt x="41" y="0"/>
                    <a:pt x="41" y="0"/>
                    <a:pt x="41" y="0"/>
                  </a:cubicBezTo>
                  <a:cubicBezTo>
                    <a:pt x="41" y="3"/>
                    <a:pt x="41" y="3"/>
                    <a:pt x="41" y="3"/>
                  </a:cubicBezTo>
                  <a:cubicBezTo>
                    <a:pt x="35" y="3"/>
                    <a:pt x="35" y="3"/>
                    <a:pt x="35" y="3"/>
                  </a:cubicBezTo>
                  <a:cubicBezTo>
                    <a:pt x="34" y="6"/>
                    <a:pt x="34" y="6"/>
                    <a:pt x="34" y="6"/>
                  </a:cubicBezTo>
                  <a:cubicBezTo>
                    <a:pt x="35" y="6"/>
                    <a:pt x="36" y="6"/>
                    <a:pt x="37" y="6"/>
                  </a:cubicBezTo>
                  <a:cubicBezTo>
                    <a:pt x="38" y="6"/>
                    <a:pt x="40" y="6"/>
                    <a:pt x="41" y="8"/>
                  </a:cubicBezTo>
                  <a:cubicBezTo>
                    <a:pt x="42" y="9"/>
                    <a:pt x="42" y="10"/>
                    <a:pt x="42" y="12"/>
                  </a:cubicBezTo>
                  <a:cubicBezTo>
                    <a:pt x="42" y="14"/>
                    <a:pt x="42" y="15"/>
                    <a:pt x="41" y="16"/>
                  </a:cubicBezTo>
                  <a:cubicBezTo>
                    <a:pt x="40" y="18"/>
                    <a:pt x="38" y="18"/>
                    <a:pt x="36" y="18"/>
                  </a:cubicBezTo>
                  <a:cubicBezTo>
                    <a:pt x="35" y="18"/>
                    <a:pt x="33" y="18"/>
                    <a:pt x="32" y="17"/>
                  </a:cubicBezTo>
                  <a:cubicBezTo>
                    <a:pt x="31" y="16"/>
                    <a:pt x="30" y="14"/>
                    <a:pt x="30" y="13"/>
                  </a:cubicBezTo>
                  <a:close/>
                  <a:moveTo>
                    <a:pt x="48" y="8"/>
                  </a:moveTo>
                  <a:cubicBezTo>
                    <a:pt x="47" y="7"/>
                    <a:pt x="46" y="7"/>
                    <a:pt x="46" y="6"/>
                  </a:cubicBezTo>
                  <a:cubicBezTo>
                    <a:pt x="46" y="5"/>
                    <a:pt x="45" y="5"/>
                    <a:pt x="45" y="4"/>
                  </a:cubicBezTo>
                  <a:cubicBezTo>
                    <a:pt x="45" y="3"/>
                    <a:pt x="46" y="2"/>
                    <a:pt x="46" y="1"/>
                  </a:cubicBezTo>
                  <a:cubicBezTo>
                    <a:pt x="47" y="0"/>
                    <a:pt x="49" y="0"/>
                    <a:pt x="50" y="0"/>
                  </a:cubicBezTo>
                  <a:cubicBezTo>
                    <a:pt x="52" y="0"/>
                    <a:pt x="54" y="0"/>
                    <a:pt x="54" y="1"/>
                  </a:cubicBezTo>
                  <a:cubicBezTo>
                    <a:pt x="55" y="2"/>
                    <a:pt x="56" y="3"/>
                    <a:pt x="56" y="4"/>
                  </a:cubicBezTo>
                  <a:cubicBezTo>
                    <a:pt x="56" y="5"/>
                    <a:pt x="56" y="6"/>
                    <a:pt x="55" y="6"/>
                  </a:cubicBezTo>
                  <a:cubicBezTo>
                    <a:pt x="55" y="7"/>
                    <a:pt x="54" y="8"/>
                    <a:pt x="53" y="8"/>
                  </a:cubicBezTo>
                  <a:cubicBezTo>
                    <a:pt x="54" y="8"/>
                    <a:pt x="55" y="9"/>
                    <a:pt x="56" y="10"/>
                  </a:cubicBezTo>
                  <a:cubicBezTo>
                    <a:pt x="56" y="10"/>
                    <a:pt x="56" y="11"/>
                    <a:pt x="56" y="12"/>
                  </a:cubicBezTo>
                  <a:cubicBezTo>
                    <a:pt x="56" y="14"/>
                    <a:pt x="56" y="15"/>
                    <a:pt x="55" y="16"/>
                  </a:cubicBezTo>
                  <a:cubicBezTo>
                    <a:pt x="54" y="18"/>
                    <a:pt x="52" y="18"/>
                    <a:pt x="50" y="18"/>
                  </a:cubicBezTo>
                  <a:cubicBezTo>
                    <a:pt x="49" y="18"/>
                    <a:pt x="48" y="18"/>
                    <a:pt x="46" y="17"/>
                  </a:cubicBezTo>
                  <a:cubicBezTo>
                    <a:pt x="45" y="16"/>
                    <a:pt x="44" y="14"/>
                    <a:pt x="44" y="13"/>
                  </a:cubicBezTo>
                  <a:cubicBezTo>
                    <a:pt x="44" y="12"/>
                    <a:pt x="45" y="11"/>
                    <a:pt x="45" y="10"/>
                  </a:cubicBezTo>
                  <a:cubicBezTo>
                    <a:pt x="46" y="9"/>
                    <a:pt x="47" y="8"/>
                    <a:pt x="48" y="8"/>
                  </a:cubicBezTo>
                  <a:close/>
                  <a:moveTo>
                    <a:pt x="49" y="4"/>
                  </a:moveTo>
                  <a:cubicBezTo>
                    <a:pt x="49" y="5"/>
                    <a:pt x="49" y="6"/>
                    <a:pt x="49" y="6"/>
                  </a:cubicBezTo>
                  <a:cubicBezTo>
                    <a:pt x="50" y="6"/>
                    <a:pt x="50" y="6"/>
                    <a:pt x="51" y="6"/>
                  </a:cubicBezTo>
                  <a:cubicBezTo>
                    <a:pt x="52" y="6"/>
                    <a:pt x="52" y="6"/>
                    <a:pt x="52" y="6"/>
                  </a:cubicBezTo>
                  <a:cubicBezTo>
                    <a:pt x="53" y="6"/>
                    <a:pt x="53" y="5"/>
                    <a:pt x="53" y="4"/>
                  </a:cubicBezTo>
                  <a:cubicBezTo>
                    <a:pt x="53" y="4"/>
                    <a:pt x="53" y="3"/>
                    <a:pt x="52" y="3"/>
                  </a:cubicBezTo>
                  <a:cubicBezTo>
                    <a:pt x="52" y="2"/>
                    <a:pt x="52" y="2"/>
                    <a:pt x="51" y="2"/>
                  </a:cubicBezTo>
                  <a:cubicBezTo>
                    <a:pt x="50" y="2"/>
                    <a:pt x="50" y="2"/>
                    <a:pt x="49" y="3"/>
                  </a:cubicBezTo>
                  <a:cubicBezTo>
                    <a:pt x="49" y="3"/>
                    <a:pt x="49" y="4"/>
                    <a:pt x="49" y="4"/>
                  </a:cubicBezTo>
                  <a:close/>
                  <a:moveTo>
                    <a:pt x="48" y="12"/>
                  </a:moveTo>
                  <a:cubicBezTo>
                    <a:pt x="48" y="13"/>
                    <a:pt x="49" y="14"/>
                    <a:pt x="49" y="14"/>
                  </a:cubicBezTo>
                  <a:cubicBezTo>
                    <a:pt x="50" y="15"/>
                    <a:pt x="50" y="15"/>
                    <a:pt x="51" y="15"/>
                  </a:cubicBezTo>
                  <a:cubicBezTo>
                    <a:pt x="52" y="15"/>
                    <a:pt x="52" y="15"/>
                    <a:pt x="53" y="14"/>
                  </a:cubicBezTo>
                  <a:cubicBezTo>
                    <a:pt x="53" y="14"/>
                    <a:pt x="54" y="13"/>
                    <a:pt x="54" y="12"/>
                  </a:cubicBezTo>
                  <a:cubicBezTo>
                    <a:pt x="54" y="11"/>
                    <a:pt x="53" y="10"/>
                    <a:pt x="53" y="10"/>
                  </a:cubicBezTo>
                  <a:cubicBezTo>
                    <a:pt x="52" y="10"/>
                    <a:pt x="52" y="9"/>
                    <a:pt x="51" y="9"/>
                  </a:cubicBezTo>
                  <a:cubicBezTo>
                    <a:pt x="50" y="9"/>
                    <a:pt x="50" y="10"/>
                    <a:pt x="49" y="10"/>
                  </a:cubicBezTo>
                  <a:cubicBezTo>
                    <a:pt x="49" y="11"/>
                    <a:pt x="48" y="11"/>
                    <a:pt x="48"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54" name="Freeform 39"/>
            <p:cNvSpPr>
              <a:spLocks noEditPoints="1"/>
            </p:cNvSpPr>
            <p:nvPr/>
          </p:nvSpPr>
          <p:spPr bwMode="auto">
            <a:xfrm>
              <a:off x="8729725" y="4570716"/>
              <a:ext cx="474663" cy="477838"/>
            </a:xfrm>
            <a:custGeom>
              <a:avLst/>
              <a:gdLst>
                <a:gd name="T0" fmla="*/ 159 w 318"/>
                <a:gd name="T1" fmla="*/ 0 h 318"/>
                <a:gd name="T2" fmla="*/ 0 w 318"/>
                <a:gd name="T3" fmla="*/ 159 h 318"/>
                <a:gd name="T4" fmla="*/ 159 w 318"/>
                <a:gd name="T5" fmla="*/ 318 h 318"/>
                <a:gd name="T6" fmla="*/ 318 w 318"/>
                <a:gd name="T7" fmla="*/ 159 h 318"/>
                <a:gd name="T8" fmla="*/ 159 w 318"/>
                <a:gd name="T9" fmla="*/ 0 h 318"/>
                <a:gd name="T10" fmla="*/ 159 w 318"/>
                <a:gd name="T11" fmla="*/ 312 h 318"/>
                <a:gd name="T12" fmla="*/ 6 w 318"/>
                <a:gd name="T13" fmla="*/ 159 h 318"/>
                <a:gd name="T14" fmla="*/ 159 w 318"/>
                <a:gd name="T15" fmla="*/ 6 h 318"/>
                <a:gd name="T16" fmla="*/ 312 w 318"/>
                <a:gd name="T17" fmla="*/ 160 h 318"/>
                <a:gd name="T18" fmla="*/ 159 w 318"/>
                <a:gd name="T19" fmla="*/ 31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18" h="318">
                  <a:moveTo>
                    <a:pt x="159" y="0"/>
                  </a:moveTo>
                  <a:cubicBezTo>
                    <a:pt x="71" y="0"/>
                    <a:pt x="0" y="72"/>
                    <a:pt x="0" y="159"/>
                  </a:cubicBezTo>
                  <a:cubicBezTo>
                    <a:pt x="0" y="247"/>
                    <a:pt x="71" y="318"/>
                    <a:pt x="159" y="318"/>
                  </a:cubicBezTo>
                  <a:cubicBezTo>
                    <a:pt x="246" y="318"/>
                    <a:pt x="318" y="247"/>
                    <a:pt x="318" y="159"/>
                  </a:cubicBezTo>
                  <a:cubicBezTo>
                    <a:pt x="317" y="72"/>
                    <a:pt x="246" y="0"/>
                    <a:pt x="159" y="0"/>
                  </a:cubicBezTo>
                  <a:close/>
                  <a:moveTo>
                    <a:pt x="159" y="312"/>
                  </a:moveTo>
                  <a:cubicBezTo>
                    <a:pt x="74" y="312"/>
                    <a:pt x="6" y="244"/>
                    <a:pt x="6" y="159"/>
                  </a:cubicBezTo>
                  <a:cubicBezTo>
                    <a:pt x="6" y="75"/>
                    <a:pt x="74" y="6"/>
                    <a:pt x="159" y="6"/>
                  </a:cubicBezTo>
                  <a:cubicBezTo>
                    <a:pt x="243" y="6"/>
                    <a:pt x="312" y="75"/>
                    <a:pt x="312" y="160"/>
                  </a:cubicBezTo>
                  <a:cubicBezTo>
                    <a:pt x="312" y="244"/>
                    <a:pt x="243" y="312"/>
                    <a:pt x="159" y="3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55" name="Freeform 40"/>
            <p:cNvSpPr>
              <a:spLocks noEditPoints="1"/>
            </p:cNvSpPr>
            <p:nvPr/>
          </p:nvSpPr>
          <p:spPr bwMode="auto">
            <a:xfrm>
              <a:off x="8763063" y="4810429"/>
              <a:ext cx="407988" cy="204788"/>
            </a:xfrm>
            <a:custGeom>
              <a:avLst/>
              <a:gdLst>
                <a:gd name="T0" fmla="*/ 258 w 274"/>
                <a:gd name="T1" fmla="*/ 63 h 137"/>
                <a:gd name="T2" fmla="*/ 1 w 274"/>
                <a:gd name="T3" fmla="*/ 12 h 137"/>
                <a:gd name="T4" fmla="*/ 14 w 274"/>
                <a:gd name="T5" fmla="*/ 9 h 137"/>
                <a:gd name="T6" fmla="*/ 1 w 274"/>
                <a:gd name="T7" fmla="*/ 17 h 137"/>
                <a:gd name="T8" fmla="*/ 16 w 274"/>
                <a:gd name="T9" fmla="*/ 29 h 137"/>
                <a:gd name="T10" fmla="*/ 11 w 274"/>
                <a:gd name="T11" fmla="*/ 27 h 137"/>
                <a:gd name="T12" fmla="*/ 14 w 274"/>
                <a:gd name="T13" fmla="*/ 36 h 137"/>
                <a:gd name="T14" fmla="*/ 18 w 274"/>
                <a:gd name="T15" fmla="*/ 47 h 137"/>
                <a:gd name="T16" fmla="*/ 21 w 274"/>
                <a:gd name="T17" fmla="*/ 57 h 137"/>
                <a:gd name="T18" fmla="*/ 21 w 274"/>
                <a:gd name="T19" fmla="*/ 55 h 137"/>
                <a:gd name="T20" fmla="*/ 19 w 274"/>
                <a:gd name="T21" fmla="*/ 66 h 137"/>
                <a:gd name="T22" fmla="*/ 22 w 274"/>
                <a:gd name="T23" fmla="*/ 62 h 137"/>
                <a:gd name="T24" fmla="*/ 22 w 274"/>
                <a:gd name="T25" fmla="*/ 71 h 137"/>
                <a:gd name="T26" fmla="*/ 30 w 274"/>
                <a:gd name="T27" fmla="*/ 71 h 137"/>
                <a:gd name="T28" fmla="*/ 30 w 274"/>
                <a:gd name="T29" fmla="*/ 86 h 137"/>
                <a:gd name="T30" fmla="*/ 36 w 274"/>
                <a:gd name="T31" fmla="*/ 79 h 137"/>
                <a:gd name="T32" fmla="*/ 47 w 274"/>
                <a:gd name="T33" fmla="*/ 90 h 137"/>
                <a:gd name="T34" fmla="*/ 58 w 274"/>
                <a:gd name="T35" fmla="*/ 96 h 137"/>
                <a:gd name="T36" fmla="*/ 51 w 274"/>
                <a:gd name="T37" fmla="*/ 95 h 137"/>
                <a:gd name="T38" fmla="*/ 58 w 274"/>
                <a:gd name="T39" fmla="*/ 105 h 137"/>
                <a:gd name="T40" fmla="*/ 67 w 274"/>
                <a:gd name="T41" fmla="*/ 106 h 137"/>
                <a:gd name="T42" fmla="*/ 76 w 274"/>
                <a:gd name="T43" fmla="*/ 112 h 137"/>
                <a:gd name="T44" fmla="*/ 82 w 274"/>
                <a:gd name="T45" fmla="*/ 111 h 137"/>
                <a:gd name="T46" fmla="*/ 78 w 274"/>
                <a:gd name="T47" fmla="*/ 113 h 137"/>
                <a:gd name="T48" fmla="*/ 83 w 274"/>
                <a:gd name="T49" fmla="*/ 123 h 137"/>
                <a:gd name="T50" fmla="*/ 97 w 274"/>
                <a:gd name="T51" fmla="*/ 121 h 137"/>
                <a:gd name="T52" fmla="*/ 100 w 274"/>
                <a:gd name="T53" fmla="*/ 125 h 137"/>
                <a:gd name="T54" fmla="*/ 108 w 274"/>
                <a:gd name="T55" fmla="*/ 126 h 137"/>
                <a:gd name="T56" fmla="*/ 113 w 274"/>
                <a:gd name="T57" fmla="*/ 126 h 137"/>
                <a:gd name="T58" fmla="*/ 132 w 274"/>
                <a:gd name="T59" fmla="*/ 136 h 137"/>
                <a:gd name="T60" fmla="*/ 126 w 274"/>
                <a:gd name="T61" fmla="*/ 130 h 137"/>
                <a:gd name="T62" fmla="*/ 128 w 274"/>
                <a:gd name="T63" fmla="*/ 135 h 137"/>
                <a:gd name="T64" fmla="*/ 135 w 274"/>
                <a:gd name="T65" fmla="*/ 135 h 137"/>
                <a:gd name="T66" fmla="*/ 149 w 274"/>
                <a:gd name="T67" fmla="*/ 136 h 137"/>
                <a:gd name="T68" fmla="*/ 152 w 274"/>
                <a:gd name="T69" fmla="*/ 133 h 137"/>
                <a:gd name="T70" fmla="*/ 167 w 274"/>
                <a:gd name="T71" fmla="*/ 131 h 137"/>
                <a:gd name="T72" fmla="*/ 180 w 274"/>
                <a:gd name="T73" fmla="*/ 128 h 137"/>
                <a:gd name="T74" fmla="*/ 175 w 274"/>
                <a:gd name="T75" fmla="*/ 122 h 137"/>
                <a:gd name="T76" fmla="*/ 187 w 274"/>
                <a:gd name="T77" fmla="*/ 119 h 137"/>
                <a:gd name="T78" fmla="*/ 192 w 274"/>
                <a:gd name="T79" fmla="*/ 117 h 137"/>
                <a:gd name="T80" fmla="*/ 199 w 274"/>
                <a:gd name="T81" fmla="*/ 119 h 137"/>
                <a:gd name="T82" fmla="*/ 203 w 274"/>
                <a:gd name="T83" fmla="*/ 119 h 137"/>
                <a:gd name="T84" fmla="*/ 217 w 274"/>
                <a:gd name="T85" fmla="*/ 111 h 137"/>
                <a:gd name="T86" fmla="*/ 217 w 274"/>
                <a:gd name="T87" fmla="*/ 106 h 137"/>
                <a:gd name="T88" fmla="*/ 232 w 274"/>
                <a:gd name="T89" fmla="*/ 96 h 137"/>
                <a:gd name="T90" fmla="*/ 231 w 274"/>
                <a:gd name="T91" fmla="*/ 97 h 137"/>
                <a:gd name="T92" fmla="*/ 238 w 274"/>
                <a:gd name="T93" fmla="*/ 95 h 137"/>
                <a:gd name="T94" fmla="*/ 234 w 274"/>
                <a:gd name="T95" fmla="*/ 85 h 137"/>
                <a:gd name="T96" fmla="*/ 242 w 274"/>
                <a:gd name="T97" fmla="*/ 73 h 137"/>
                <a:gd name="T98" fmla="*/ 238 w 274"/>
                <a:gd name="T99" fmla="*/ 77 h 137"/>
                <a:gd name="T100" fmla="*/ 252 w 274"/>
                <a:gd name="T101" fmla="*/ 71 h 137"/>
                <a:gd name="T102" fmla="*/ 266 w 274"/>
                <a:gd name="T103" fmla="*/ 40 h 137"/>
                <a:gd name="T104" fmla="*/ 258 w 274"/>
                <a:gd name="T105" fmla="*/ 48 h 137"/>
                <a:gd name="T106" fmla="*/ 268 w 274"/>
                <a:gd name="T107" fmla="*/ 35 h 137"/>
                <a:gd name="T108" fmla="*/ 259 w 274"/>
                <a:gd name="T109" fmla="*/ 22 h 137"/>
                <a:gd name="T110" fmla="*/ 262 w 274"/>
                <a:gd name="T111" fmla="*/ 27 h 137"/>
                <a:gd name="T112" fmla="*/ 273 w 274"/>
                <a:gd name="T113" fmla="*/ 17 h 137"/>
                <a:gd name="T114" fmla="*/ 273 w 274"/>
                <a:gd name="T115" fmla="*/ 12 h 137"/>
                <a:gd name="T116" fmla="*/ 266 w 274"/>
                <a:gd name="T117" fmla="*/ 7 h 137"/>
                <a:gd name="T118" fmla="*/ 269 w 274"/>
                <a:gd name="T119" fmla="*/ 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74" h="137">
                  <a:moveTo>
                    <a:pt x="250" y="51"/>
                  </a:moveTo>
                  <a:cubicBezTo>
                    <a:pt x="250" y="51"/>
                    <a:pt x="250" y="51"/>
                    <a:pt x="250" y="51"/>
                  </a:cubicBezTo>
                  <a:cubicBezTo>
                    <a:pt x="250" y="52"/>
                    <a:pt x="250" y="52"/>
                    <a:pt x="250" y="52"/>
                  </a:cubicBezTo>
                  <a:cubicBezTo>
                    <a:pt x="250" y="53"/>
                    <a:pt x="250" y="53"/>
                    <a:pt x="249" y="53"/>
                  </a:cubicBezTo>
                  <a:cubicBezTo>
                    <a:pt x="249" y="53"/>
                    <a:pt x="248" y="53"/>
                    <a:pt x="248" y="53"/>
                  </a:cubicBezTo>
                  <a:cubicBezTo>
                    <a:pt x="248" y="53"/>
                    <a:pt x="248" y="53"/>
                    <a:pt x="248" y="53"/>
                  </a:cubicBezTo>
                  <a:cubicBezTo>
                    <a:pt x="248" y="54"/>
                    <a:pt x="248" y="54"/>
                    <a:pt x="249" y="55"/>
                  </a:cubicBezTo>
                  <a:cubicBezTo>
                    <a:pt x="251" y="56"/>
                    <a:pt x="251" y="56"/>
                    <a:pt x="251" y="56"/>
                  </a:cubicBezTo>
                  <a:cubicBezTo>
                    <a:pt x="252" y="53"/>
                    <a:pt x="252" y="53"/>
                    <a:pt x="252" y="53"/>
                  </a:cubicBezTo>
                  <a:cubicBezTo>
                    <a:pt x="253" y="54"/>
                    <a:pt x="253" y="54"/>
                    <a:pt x="253" y="54"/>
                  </a:cubicBezTo>
                  <a:cubicBezTo>
                    <a:pt x="252" y="56"/>
                    <a:pt x="252" y="56"/>
                    <a:pt x="252" y="56"/>
                  </a:cubicBezTo>
                  <a:cubicBezTo>
                    <a:pt x="258" y="59"/>
                    <a:pt x="258" y="59"/>
                    <a:pt x="258" y="59"/>
                  </a:cubicBezTo>
                  <a:cubicBezTo>
                    <a:pt x="258" y="60"/>
                    <a:pt x="259" y="59"/>
                    <a:pt x="260" y="58"/>
                  </a:cubicBezTo>
                  <a:cubicBezTo>
                    <a:pt x="260" y="58"/>
                    <a:pt x="260" y="58"/>
                    <a:pt x="260" y="58"/>
                  </a:cubicBezTo>
                  <a:cubicBezTo>
                    <a:pt x="258" y="63"/>
                    <a:pt x="258" y="63"/>
                    <a:pt x="258" y="63"/>
                  </a:cubicBezTo>
                  <a:cubicBezTo>
                    <a:pt x="257" y="63"/>
                    <a:pt x="257" y="63"/>
                    <a:pt x="257" y="63"/>
                  </a:cubicBezTo>
                  <a:cubicBezTo>
                    <a:pt x="258" y="62"/>
                    <a:pt x="258" y="62"/>
                    <a:pt x="257" y="61"/>
                  </a:cubicBezTo>
                  <a:cubicBezTo>
                    <a:pt x="251" y="58"/>
                    <a:pt x="251" y="58"/>
                    <a:pt x="251" y="58"/>
                  </a:cubicBezTo>
                  <a:cubicBezTo>
                    <a:pt x="250" y="60"/>
                    <a:pt x="250" y="60"/>
                    <a:pt x="250" y="60"/>
                  </a:cubicBezTo>
                  <a:cubicBezTo>
                    <a:pt x="250" y="59"/>
                    <a:pt x="250" y="59"/>
                    <a:pt x="250" y="59"/>
                  </a:cubicBezTo>
                  <a:cubicBezTo>
                    <a:pt x="250" y="58"/>
                    <a:pt x="250" y="58"/>
                    <a:pt x="250" y="58"/>
                  </a:cubicBezTo>
                  <a:cubicBezTo>
                    <a:pt x="250" y="57"/>
                    <a:pt x="250" y="57"/>
                    <a:pt x="250" y="57"/>
                  </a:cubicBezTo>
                  <a:cubicBezTo>
                    <a:pt x="249" y="57"/>
                    <a:pt x="248" y="56"/>
                    <a:pt x="248" y="55"/>
                  </a:cubicBezTo>
                  <a:cubicBezTo>
                    <a:pt x="247" y="54"/>
                    <a:pt x="247" y="53"/>
                    <a:pt x="248" y="52"/>
                  </a:cubicBezTo>
                  <a:cubicBezTo>
                    <a:pt x="248" y="52"/>
                    <a:pt x="249" y="51"/>
                    <a:pt x="250" y="51"/>
                  </a:cubicBezTo>
                  <a:cubicBezTo>
                    <a:pt x="250" y="51"/>
                    <a:pt x="250" y="51"/>
                    <a:pt x="250" y="51"/>
                  </a:cubicBezTo>
                  <a:close/>
                  <a:moveTo>
                    <a:pt x="14" y="15"/>
                  </a:moveTo>
                  <a:cubicBezTo>
                    <a:pt x="14" y="14"/>
                    <a:pt x="14" y="13"/>
                    <a:pt x="12" y="13"/>
                  </a:cubicBezTo>
                  <a:cubicBezTo>
                    <a:pt x="5" y="13"/>
                    <a:pt x="5" y="13"/>
                    <a:pt x="5" y="13"/>
                  </a:cubicBezTo>
                  <a:cubicBezTo>
                    <a:pt x="4" y="13"/>
                    <a:pt x="2" y="13"/>
                    <a:pt x="1" y="12"/>
                  </a:cubicBezTo>
                  <a:cubicBezTo>
                    <a:pt x="0" y="11"/>
                    <a:pt x="0" y="10"/>
                    <a:pt x="0" y="8"/>
                  </a:cubicBezTo>
                  <a:cubicBezTo>
                    <a:pt x="0" y="7"/>
                    <a:pt x="0" y="5"/>
                    <a:pt x="1" y="5"/>
                  </a:cubicBezTo>
                  <a:cubicBezTo>
                    <a:pt x="2" y="3"/>
                    <a:pt x="3" y="3"/>
                    <a:pt x="5" y="3"/>
                  </a:cubicBezTo>
                  <a:cubicBezTo>
                    <a:pt x="12" y="2"/>
                    <a:pt x="12" y="2"/>
                    <a:pt x="12" y="2"/>
                  </a:cubicBezTo>
                  <a:cubicBezTo>
                    <a:pt x="13" y="2"/>
                    <a:pt x="13" y="1"/>
                    <a:pt x="13" y="0"/>
                  </a:cubicBezTo>
                  <a:cubicBezTo>
                    <a:pt x="14" y="0"/>
                    <a:pt x="14" y="0"/>
                    <a:pt x="14" y="0"/>
                  </a:cubicBezTo>
                  <a:cubicBezTo>
                    <a:pt x="14" y="6"/>
                    <a:pt x="14" y="6"/>
                    <a:pt x="14" y="6"/>
                  </a:cubicBezTo>
                  <a:cubicBezTo>
                    <a:pt x="14" y="6"/>
                    <a:pt x="14" y="6"/>
                    <a:pt x="14" y="6"/>
                  </a:cubicBezTo>
                  <a:cubicBezTo>
                    <a:pt x="14" y="5"/>
                    <a:pt x="13" y="4"/>
                    <a:pt x="12" y="4"/>
                  </a:cubicBezTo>
                  <a:cubicBezTo>
                    <a:pt x="5" y="5"/>
                    <a:pt x="5" y="5"/>
                    <a:pt x="5" y="5"/>
                  </a:cubicBezTo>
                  <a:cubicBezTo>
                    <a:pt x="4" y="5"/>
                    <a:pt x="3" y="5"/>
                    <a:pt x="2" y="5"/>
                  </a:cubicBezTo>
                  <a:cubicBezTo>
                    <a:pt x="1" y="6"/>
                    <a:pt x="1" y="7"/>
                    <a:pt x="1" y="8"/>
                  </a:cubicBezTo>
                  <a:cubicBezTo>
                    <a:pt x="1" y="11"/>
                    <a:pt x="3" y="12"/>
                    <a:pt x="6" y="12"/>
                  </a:cubicBezTo>
                  <a:cubicBezTo>
                    <a:pt x="13" y="11"/>
                    <a:pt x="13" y="11"/>
                    <a:pt x="13" y="11"/>
                  </a:cubicBezTo>
                  <a:cubicBezTo>
                    <a:pt x="14" y="11"/>
                    <a:pt x="14" y="11"/>
                    <a:pt x="14" y="9"/>
                  </a:cubicBezTo>
                  <a:cubicBezTo>
                    <a:pt x="14" y="9"/>
                    <a:pt x="14" y="9"/>
                    <a:pt x="14" y="9"/>
                  </a:cubicBezTo>
                  <a:cubicBezTo>
                    <a:pt x="14" y="15"/>
                    <a:pt x="14" y="15"/>
                    <a:pt x="14" y="15"/>
                  </a:cubicBezTo>
                  <a:cubicBezTo>
                    <a:pt x="14" y="15"/>
                    <a:pt x="14" y="15"/>
                    <a:pt x="14" y="15"/>
                  </a:cubicBezTo>
                  <a:close/>
                  <a:moveTo>
                    <a:pt x="3" y="27"/>
                  </a:moveTo>
                  <a:cubicBezTo>
                    <a:pt x="2" y="23"/>
                    <a:pt x="2" y="23"/>
                    <a:pt x="2" y="23"/>
                  </a:cubicBezTo>
                  <a:cubicBezTo>
                    <a:pt x="2" y="23"/>
                    <a:pt x="2" y="23"/>
                    <a:pt x="2" y="23"/>
                  </a:cubicBezTo>
                  <a:cubicBezTo>
                    <a:pt x="2" y="23"/>
                    <a:pt x="3" y="24"/>
                    <a:pt x="4" y="24"/>
                  </a:cubicBezTo>
                  <a:cubicBezTo>
                    <a:pt x="9" y="23"/>
                    <a:pt x="9" y="23"/>
                    <a:pt x="9" y="23"/>
                  </a:cubicBezTo>
                  <a:cubicBezTo>
                    <a:pt x="10" y="23"/>
                    <a:pt x="10" y="23"/>
                    <a:pt x="10" y="22"/>
                  </a:cubicBezTo>
                  <a:cubicBezTo>
                    <a:pt x="11" y="22"/>
                    <a:pt x="11" y="21"/>
                    <a:pt x="10" y="21"/>
                  </a:cubicBezTo>
                  <a:cubicBezTo>
                    <a:pt x="10" y="20"/>
                    <a:pt x="10" y="19"/>
                    <a:pt x="9" y="19"/>
                  </a:cubicBezTo>
                  <a:cubicBezTo>
                    <a:pt x="3" y="20"/>
                    <a:pt x="3" y="20"/>
                    <a:pt x="3" y="20"/>
                  </a:cubicBezTo>
                  <a:cubicBezTo>
                    <a:pt x="2" y="20"/>
                    <a:pt x="2" y="21"/>
                    <a:pt x="2" y="21"/>
                  </a:cubicBezTo>
                  <a:cubicBezTo>
                    <a:pt x="2" y="21"/>
                    <a:pt x="2" y="21"/>
                    <a:pt x="2" y="21"/>
                  </a:cubicBezTo>
                  <a:cubicBezTo>
                    <a:pt x="1" y="17"/>
                    <a:pt x="1" y="17"/>
                    <a:pt x="1" y="17"/>
                  </a:cubicBezTo>
                  <a:cubicBezTo>
                    <a:pt x="1" y="17"/>
                    <a:pt x="1" y="17"/>
                    <a:pt x="1" y="17"/>
                  </a:cubicBezTo>
                  <a:cubicBezTo>
                    <a:pt x="1" y="18"/>
                    <a:pt x="2" y="18"/>
                    <a:pt x="3" y="18"/>
                  </a:cubicBezTo>
                  <a:cubicBezTo>
                    <a:pt x="8" y="17"/>
                    <a:pt x="8" y="17"/>
                    <a:pt x="8" y="17"/>
                  </a:cubicBezTo>
                  <a:cubicBezTo>
                    <a:pt x="9" y="17"/>
                    <a:pt x="9" y="17"/>
                    <a:pt x="9" y="17"/>
                  </a:cubicBezTo>
                  <a:cubicBezTo>
                    <a:pt x="9" y="17"/>
                    <a:pt x="9" y="17"/>
                    <a:pt x="9" y="16"/>
                  </a:cubicBezTo>
                  <a:cubicBezTo>
                    <a:pt x="10" y="16"/>
                    <a:pt x="10" y="16"/>
                    <a:pt x="10" y="16"/>
                  </a:cubicBezTo>
                  <a:cubicBezTo>
                    <a:pt x="11" y="19"/>
                    <a:pt x="11" y="19"/>
                    <a:pt x="11" y="19"/>
                  </a:cubicBezTo>
                  <a:cubicBezTo>
                    <a:pt x="10" y="19"/>
                    <a:pt x="10" y="19"/>
                    <a:pt x="10" y="19"/>
                  </a:cubicBezTo>
                  <a:cubicBezTo>
                    <a:pt x="11" y="20"/>
                    <a:pt x="12" y="21"/>
                    <a:pt x="12" y="22"/>
                  </a:cubicBezTo>
                  <a:cubicBezTo>
                    <a:pt x="12" y="23"/>
                    <a:pt x="11" y="24"/>
                    <a:pt x="9" y="25"/>
                  </a:cubicBezTo>
                  <a:cubicBezTo>
                    <a:pt x="4" y="25"/>
                    <a:pt x="4" y="25"/>
                    <a:pt x="4" y="25"/>
                  </a:cubicBezTo>
                  <a:cubicBezTo>
                    <a:pt x="3" y="26"/>
                    <a:pt x="3" y="26"/>
                    <a:pt x="3" y="27"/>
                  </a:cubicBezTo>
                  <a:cubicBezTo>
                    <a:pt x="3" y="27"/>
                    <a:pt x="3" y="27"/>
                    <a:pt x="3" y="27"/>
                  </a:cubicBezTo>
                  <a:close/>
                  <a:moveTo>
                    <a:pt x="16" y="29"/>
                  </a:moveTo>
                  <a:cubicBezTo>
                    <a:pt x="16" y="29"/>
                    <a:pt x="16" y="29"/>
                    <a:pt x="16" y="29"/>
                  </a:cubicBezTo>
                  <a:cubicBezTo>
                    <a:pt x="15" y="29"/>
                    <a:pt x="15" y="29"/>
                    <a:pt x="15" y="29"/>
                  </a:cubicBezTo>
                  <a:cubicBezTo>
                    <a:pt x="15" y="28"/>
                    <a:pt x="15" y="28"/>
                    <a:pt x="15" y="28"/>
                  </a:cubicBezTo>
                  <a:cubicBezTo>
                    <a:pt x="15" y="27"/>
                    <a:pt x="16" y="27"/>
                    <a:pt x="16" y="27"/>
                  </a:cubicBezTo>
                  <a:cubicBezTo>
                    <a:pt x="16" y="27"/>
                    <a:pt x="16" y="27"/>
                    <a:pt x="17" y="27"/>
                  </a:cubicBezTo>
                  <a:cubicBezTo>
                    <a:pt x="17" y="27"/>
                    <a:pt x="17" y="28"/>
                    <a:pt x="17" y="28"/>
                  </a:cubicBezTo>
                  <a:cubicBezTo>
                    <a:pt x="17" y="29"/>
                    <a:pt x="17" y="29"/>
                    <a:pt x="17" y="29"/>
                  </a:cubicBezTo>
                  <a:cubicBezTo>
                    <a:pt x="17" y="29"/>
                    <a:pt x="17" y="29"/>
                    <a:pt x="16" y="29"/>
                  </a:cubicBezTo>
                  <a:close/>
                  <a:moveTo>
                    <a:pt x="4" y="33"/>
                  </a:moveTo>
                  <a:cubicBezTo>
                    <a:pt x="3" y="29"/>
                    <a:pt x="3" y="29"/>
                    <a:pt x="3" y="29"/>
                  </a:cubicBezTo>
                  <a:cubicBezTo>
                    <a:pt x="4" y="29"/>
                    <a:pt x="4" y="29"/>
                    <a:pt x="4" y="29"/>
                  </a:cubicBezTo>
                  <a:cubicBezTo>
                    <a:pt x="4" y="30"/>
                    <a:pt x="4" y="30"/>
                    <a:pt x="5" y="30"/>
                  </a:cubicBezTo>
                  <a:cubicBezTo>
                    <a:pt x="10" y="29"/>
                    <a:pt x="10" y="29"/>
                    <a:pt x="10" y="29"/>
                  </a:cubicBezTo>
                  <a:cubicBezTo>
                    <a:pt x="11" y="29"/>
                    <a:pt x="11" y="28"/>
                    <a:pt x="11" y="28"/>
                  </a:cubicBezTo>
                  <a:cubicBezTo>
                    <a:pt x="11" y="27"/>
                    <a:pt x="11" y="27"/>
                    <a:pt x="11" y="27"/>
                  </a:cubicBezTo>
                  <a:cubicBezTo>
                    <a:pt x="11" y="27"/>
                    <a:pt x="11" y="27"/>
                    <a:pt x="11" y="27"/>
                  </a:cubicBezTo>
                  <a:cubicBezTo>
                    <a:pt x="13" y="30"/>
                    <a:pt x="13" y="30"/>
                    <a:pt x="13" y="30"/>
                  </a:cubicBezTo>
                  <a:cubicBezTo>
                    <a:pt x="5" y="32"/>
                    <a:pt x="5" y="32"/>
                    <a:pt x="5" y="32"/>
                  </a:cubicBezTo>
                  <a:cubicBezTo>
                    <a:pt x="5" y="32"/>
                    <a:pt x="4" y="33"/>
                    <a:pt x="4" y="33"/>
                  </a:cubicBezTo>
                  <a:cubicBezTo>
                    <a:pt x="4" y="33"/>
                    <a:pt x="4" y="33"/>
                    <a:pt x="4" y="33"/>
                  </a:cubicBezTo>
                  <a:close/>
                  <a:moveTo>
                    <a:pt x="16" y="42"/>
                  </a:moveTo>
                  <a:cubicBezTo>
                    <a:pt x="16" y="41"/>
                    <a:pt x="15" y="41"/>
                    <a:pt x="14" y="41"/>
                  </a:cubicBezTo>
                  <a:cubicBezTo>
                    <a:pt x="6" y="40"/>
                    <a:pt x="6" y="40"/>
                    <a:pt x="6" y="40"/>
                  </a:cubicBezTo>
                  <a:cubicBezTo>
                    <a:pt x="6" y="40"/>
                    <a:pt x="6" y="40"/>
                    <a:pt x="6" y="40"/>
                  </a:cubicBezTo>
                  <a:cubicBezTo>
                    <a:pt x="6" y="40"/>
                    <a:pt x="6" y="40"/>
                    <a:pt x="6" y="40"/>
                  </a:cubicBezTo>
                  <a:cubicBezTo>
                    <a:pt x="13" y="35"/>
                    <a:pt x="13" y="35"/>
                    <a:pt x="13" y="35"/>
                  </a:cubicBezTo>
                  <a:cubicBezTo>
                    <a:pt x="14" y="34"/>
                    <a:pt x="14" y="33"/>
                    <a:pt x="14" y="33"/>
                  </a:cubicBezTo>
                  <a:cubicBezTo>
                    <a:pt x="14" y="33"/>
                    <a:pt x="14" y="33"/>
                    <a:pt x="14" y="33"/>
                  </a:cubicBezTo>
                  <a:cubicBezTo>
                    <a:pt x="15" y="37"/>
                    <a:pt x="15" y="37"/>
                    <a:pt x="15" y="37"/>
                  </a:cubicBezTo>
                  <a:cubicBezTo>
                    <a:pt x="15" y="37"/>
                    <a:pt x="15" y="37"/>
                    <a:pt x="15" y="37"/>
                  </a:cubicBezTo>
                  <a:cubicBezTo>
                    <a:pt x="15" y="37"/>
                    <a:pt x="14" y="36"/>
                    <a:pt x="14" y="36"/>
                  </a:cubicBezTo>
                  <a:cubicBezTo>
                    <a:pt x="14" y="36"/>
                    <a:pt x="14" y="36"/>
                    <a:pt x="13" y="37"/>
                  </a:cubicBezTo>
                  <a:cubicBezTo>
                    <a:pt x="9" y="40"/>
                    <a:pt x="9" y="40"/>
                    <a:pt x="9" y="40"/>
                  </a:cubicBezTo>
                  <a:cubicBezTo>
                    <a:pt x="14" y="40"/>
                    <a:pt x="14" y="40"/>
                    <a:pt x="14" y="40"/>
                  </a:cubicBezTo>
                  <a:cubicBezTo>
                    <a:pt x="14" y="40"/>
                    <a:pt x="15" y="40"/>
                    <a:pt x="15" y="40"/>
                  </a:cubicBezTo>
                  <a:cubicBezTo>
                    <a:pt x="16" y="40"/>
                    <a:pt x="16" y="40"/>
                    <a:pt x="16" y="39"/>
                  </a:cubicBezTo>
                  <a:cubicBezTo>
                    <a:pt x="16" y="39"/>
                    <a:pt x="16" y="39"/>
                    <a:pt x="16" y="39"/>
                  </a:cubicBezTo>
                  <a:cubicBezTo>
                    <a:pt x="16" y="42"/>
                    <a:pt x="16" y="42"/>
                    <a:pt x="16" y="42"/>
                  </a:cubicBezTo>
                  <a:cubicBezTo>
                    <a:pt x="16" y="42"/>
                    <a:pt x="16" y="42"/>
                    <a:pt x="16" y="42"/>
                  </a:cubicBezTo>
                  <a:close/>
                  <a:moveTo>
                    <a:pt x="14" y="53"/>
                  </a:moveTo>
                  <a:cubicBezTo>
                    <a:pt x="13" y="53"/>
                    <a:pt x="12" y="53"/>
                    <a:pt x="11" y="52"/>
                  </a:cubicBezTo>
                  <a:cubicBezTo>
                    <a:pt x="10" y="51"/>
                    <a:pt x="10" y="51"/>
                    <a:pt x="9" y="50"/>
                  </a:cubicBezTo>
                  <a:cubicBezTo>
                    <a:pt x="9" y="49"/>
                    <a:pt x="9" y="48"/>
                    <a:pt x="9" y="47"/>
                  </a:cubicBezTo>
                  <a:cubicBezTo>
                    <a:pt x="10" y="46"/>
                    <a:pt x="11" y="45"/>
                    <a:pt x="12" y="45"/>
                  </a:cubicBezTo>
                  <a:cubicBezTo>
                    <a:pt x="13" y="44"/>
                    <a:pt x="14" y="44"/>
                    <a:pt x="16" y="45"/>
                  </a:cubicBezTo>
                  <a:cubicBezTo>
                    <a:pt x="17" y="45"/>
                    <a:pt x="18" y="46"/>
                    <a:pt x="18" y="47"/>
                  </a:cubicBezTo>
                  <a:cubicBezTo>
                    <a:pt x="18" y="48"/>
                    <a:pt x="18" y="49"/>
                    <a:pt x="18" y="50"/>
                  </a:cubicBezTo>
                  <a:cubicBezTo>
                    <a:pt x="18" y="51"/>
                    <a:pt x="17" y="51"/>
                    <a:pt x="16" y="52"/>
                  </a:cubicBezTo>
                  <a:cubicBezTo>
                    <a:pt x="14" y="46"/>
                    <a:pt x="14" y="46"/>
                    <a:pt x="14" y="46"/>
                  </a:cubicBezTo>
                  <a:cubicBezTo>
                    <a:pt x="12" y="46"/>
                    <a:pt x="12" y="47"/>
                    <a:pt x="11" y="48"/>
                  </a:cubicBezTo>
                  <a:cubicBezTo>
                    <a:pt x="10" y="49"/>
                    <a:pt x="10" y="49"/>
                    <a:pt x="10" y="51"/>
                  </a:cubicBezTo>
                  <a:cubicBezTo>
                    <a:pt x="11" y="51"/>
                    <a:pt x="11" y="52"/>
                    <a:pt x="12" y="52"/>
                  </a:cubicBezTo>
                  <a:cubicBezTo>
                    <a:pt x="13" y="52"/>
                    <a:pt x="14" y="52"/>
                    <a:pt x="14" y="53"/>
                  </a:cubicBezTo>
                  <a:cubicBezTo>
                    <a:pt x="14" y="53"/>
                    <a:pt x="14" y="53"/>
                    <a:pt x="14" y="53"/>
                  </a:cubicBezTo>
                  <a:close/>
                  <a:moveTo>
                    <a:pt x="16" y="49"/>
                  </a:moveTo>
                  <a:cubicBezTo>
                    <a:pt x="18" y="49"/>
                    <a:pt x="18" y="48"/>
                    <a:pt x="18" y="47"/>
                  </a:cubicBezTo>
                  <a:cubicBezTo>
                    <a:pt x="17" y="45"/>
                    <a:pt x="16" y="45"/>
                    <a:pt x="14" y="45"/>
                  </a:cubicBezTo>
                  <a:cubicBezTo>
                    <a:pt x="16" y="49"/>
                    <a:pt x="16" y="49"/>
                    <a:pt x="16" y="49"/>
                  </a:cubicBezTo>
                  <a:close/>
                  <a:moveTo>
                    <a:pt x="22" y="58"/>
                  </a:moveTo>
                  <a:cubicBezTo>
                    <a:pt x="22" y="58"/>
                    <a:pt x="21" y="58"/>
                    <a:pt x="21" y="57"/>
                  </a:cubicBezTo>
                  <a:cubicBezTo>
                    <a:pt x="21" y="57"/>
                    <a:pt x="21" y="57"/>
                    <a:pt x="21" y="57"/>
                  </a:cubicBezTo>
                  <a:cubicBezTo>
                    <a:pt x="21" y="56"/>
                    <a:pt x="21" y="56"/>
                    <a:pt x="21" y="56"/>
                  </a:cubicBezTo>
                  <a:cubicBezTo>
                    <a:pt x="21" y="55"/>
                    <a:pt x="21" y="55"/>
                    <a:pt x="20" y="55"/>
                  </a:cubicBezTo>
                  <a:cubicBezTo>
                    <a:pt x="20" y="55"/>
                    <a:pt x="20" y="55"/>
                    <a:pt x="19" y="55"/>
                  </a:cubicBezTo>
                  <a:cubicBezTo>
                    <a:pt x="15" y="57"/>
                    <a:pt x="15" y="57"/>
                    <a:pt x="15" y="57"/>
                  </a:cubicBezTo>
                  <a:cubicBezTo>
                    <a:pt x="14" y="58"/>
                    <a:pt x="14" y="59"/>
                    <a:pt x="14" y="59"/>
                  </a:cubicBezTo>
                  <a:cubicBezTo>
                    <a:pt x="14" y="59"/>
                    <a:pt x="14" y="59"/>
                    <a:pt x="14" y="59"/>
                  </a:cubicBezTo>
                  <a:cubicBezTo>
                    <a:pt x="12" y="55"/>
                    <a:pt x="12" y="55"/>
                    <a:pt x="12" y="55"/>
                  </a:cubicBezTo>
                  <a:cubicBezTo>
                    <a:pt x="12" y="55"/>
                    <a:pt x="12" y="55"/>
                    <a:pt x="12" y="55"/>
                  </a:cubicBezTo>
                  <a:cubicBezTo>
                    <a:pt x="13" y="56"/>
                    <a:pt x="14" y="56"/>
                    <a:pt x="14" y="56"/>
                  </a:cubicBezTo>
                  <a:cubicBezTo>
                    <a:pt x="19" y="54"/>
                    <a:pt x="19" y="54"/>
                    <a:pt x="19" y="54"/>
                  </a:cubicBezTo>
                  <a:cubicBezTo>
                    <a:pt x="20" y="53"/>
                    <a:pt x="20" y="53"/>
                    <a:pt x="20" y="53"/>
                  </a:cubicBezTo>
                  <a:cubicBezTo>
                    <a:pt x="20" y="53"/>
                    <a:pt x="20" y="52"/>
                    <a:pt x="20" y="52"/>
                  </a:cubicBezTo>
                  <a:cubicBezTo>
                    <a:pt x="20" y="52"/>
                    <a:pt x="20" y="52"/>
                    <a:pt x="20" y="52"/>
                  </a:cubicBezTo>
                  <a:cubicBezTo>
                    <a:pt x="22" y="54"/>
                    <a:pt x="22" y="54"/>
                    <a:pt x="22" y="54"/>
                  </a:cubicBezTo>
                  <a:cubicBezTo>
                    <a:pt x="21" y="55"/>
                    <a:pt x="21" y="55"/>
                    <a:pt x="21" y="55"/>
                  </a:cubicBezTo>
                  <a:cubicBezTo>
                    <a:pt x="22" y="55"/>
                    <a:pt x="23" y="56"/>
                    <a:pt x="24" y="57"/>
                  </a:cubicBezTo>
                  <a:cubicBezTo>
                    <a:pt x="24" y="57"/>
                    <a:pt x="24" y="57"/>
                    <a:pt x="24" y="57"/>
                  </a:cubicBezTo>
                  <a:cubicBezTo>
                    <a:pt x="23" y="58"/>
                    <a:pt x="22" y="58"/>
                    <a:pt x="22" y="58"/>
                  </a:cubicBezTo>
                  <a:close/>
                  <a:moveTo>
                    <a:pt x="21" y="67"/>
                  </a:moveTo>
                  <a:cubicBezTo>
                    <a:pt x="20" y="68"/>
                    <a:pt x="19" y="68"/>
                    <a:pt x="18" y="67"/>
                  </a:cubicBezTo>
                  <a:cubicBezTo>
                    <a:pt x="18" y="67"/>
                    <a:pt x="17" y="67"/>
                    <a:pt x="17" y="66"/>
                  </a:cubicBezTo>
                  <a:cubicBezTo>
                    <a:pt x="17" y="65"/>
                    <a:pt x="16" y="65"/>
                    <a:pt x="16" y="65"/>
                  </a:cubicBezTo>
                  <a:cubicBezTo>
                    <a:pt x="16" y="64"/>
                    <a:pt x="16" y="64"/>
                    <a:pt x="16" y="63"/>
                  </a:cubicBezTo>
                  <a:cubicBezTo>
                    <a:pt x="16" y="63"/>
                    <a:pt x="16" y="63"/>
                    <a:pt x="16" y="63"/>
                  </a:cubicBezTo>
                  <a:cubicBezTo>
                    <a:pt x="16" y="63"/>
                    <a:pt x="16" y="63"/>
                    <a:pt x="16" y="63"/>
                  </a:cubicBezTo>
                  <a:cubicBezTo>
                    <a:pt x="18" y="61"/>
                    <a:pt x="18" y="61"/>
                    <a:pt x="18" y="61"/>
                  </a:cubicBezTo>
                  <a:cubicBezTo>
                    <a:pt x="18" y="61"/>
                    <a:pt x="18" y="61"/>
                    <a:pt x="18" y="61"/>
                  </a:cubicBezTo>
                  <a:cubicBezTo>
                    <a:pt x="17" y="63"/>
                    <a:pt x="16" y="64"/>
                    <a:pt x="17" y="65"/>
                  </a:cubicBezTo>
                  <a:cubicBezTo>
                    <a:pt x="18" y="65"/>
                    <a:pt x="18" y="66"/>
                    <a:pt x="18" y="66"/>
                  </a:cubicBezTo>
                  <a:cubicBezTo>
                    <a:pt x="18" y="66"/>
                    <a:pt x="19" y="66"/>
                    <a:pt x="19" y="66"/>
                  </a:cubicBezTo>
                  <a:cubicBezTo>
                    <a:pt x="20" y="65"/>
                    <a:pt x="20" y="65"/>
                    <a:pt x="20" y="63"/>
                  </a:cubicBezTo>
                  <a:cubicBezTo>
                    <a:pt x="20" y="62"/>
                    <a:pt x="20" y="62"/>
                    <a:pt x="20" y="62"/>
                  </a:cubicBezTo>
                  <a:cubicBezTo>
                    <a:pt x="20" y="61"/>
                    <a:pt x="20" y="60"/>
                    <a:pt x="21" y="59"/>
                  </a:cubicBezTo>
                  <a:cubicBezTo>
                    <a:pt x="22" y="59"/>
                    <a:pt x="22" y="59"/>
                    <a:pt x="23" y="59"/>
                  </a:cubicBezTo>
                  <a:cubicBezTo>
                    <a:pt x="24" y="59"/>
                    <a:pt x="24" y="60"/>
                    <a:pt x="25" y="61"/>
                  </a:cubicBezTo>
                  <a:cubicBezTo>
                    <a:pt x="25" y="61"/>
                    <a:pt x="25" y="61"/>
                    <a:pt x="25" y="62"/>
                  </a:cubicBezTo>
                  <a:cubicBezTo>
                    <a:pt x="25" y="62"/>
                    <a:pt x="25" y="63"/>
                    <a:pt x="26" y="63"/>
                  </a:cubicBezTo>
                  <a:cubicBezTo>
                    <a:pt x="26" y="63"/>
                    <a:pt x="26" y="63"/>
                    <a:pt x="26" y="63"/>
                  </a:cubicBezTo>
                  <a:cubicBezTo>
                    <a:pt x="26" y="63"/>
                    <a:pt x="26" y="63"/>
                    <a:pt x="26" y="63"/>
                  </a:cubicBezTo>
                  <a:cubicBezTo>
                    <a:pt x="24" y="64"/>
                    <a:pt x="24" y="64"/>
                    <a:pt x="24" y="64"/>
                  </a:cubicBezTo>
                  <a:cubicBezTo>
                    <a:pt x="24" y="64"/>
                    <a:pt x="24" y="64"/>
                    <a:pt x="24" y="64"/>
                  </a:cubicBezTo>
                  <a:cubicBezTo>
                    <a:pt x="25" y="63"/>
                    <a:pt x="25" y="61"/>
                    <a:pt x="25" y="61"/>
                  </a:cubicBezTo>
                  <a:cubicBezTo>
                    <a:pt x="25" y="60"/>
                    <a:pt x="24" y="60"/>
                    <a:pt x="24" y="60"/>
                  </a:cubicBezTo>
                  <a:cubicBezTo>
                    <a:pt x="24" y="60"/>
                    <a:pt x="23" y="60"/>
                    <a:pt x="23" y="60"/>
                  </a:cubicBezTo>
                  <a:cubicBezTo>
                    <a:pt x="22" y="60"/>
                    <a:pt x="22" y="61"/>
                    <a:pt x="22" y="62"/>
                  </a:cubicBezTo>
                  <a:cubicBezTo>
                    <a:pt x="22" y="64"/>
                    <a:pt x="22" y="64"/>
                    <a:pt x="22" y="64"/>
                  </a:cubicBezTo>
                  <a:cubicBezTo>
                    <a:pt x="22" y="66"/>
                    <a:pt x="22" y="67"/>
                    <a:pt x="21" y="67"/>
                  </a:cubicBezTo>
                  <a:close/>
                  <a:moveTo>
                    <a:pt x="33" y="67"/>
                  </a:moveTo>
                  <a:cubicBezTo>
                    <a:pt x="32" y="67"/>
                    <a:pt x="32" y="67"/>
                    <a:pt x="32" y="67"/>
                  </a:cubicBezTo>
                  <a:cubicBezTo>
                    <a:pt x="32" y="67"/>
                    <a:pt x="32" y="66"/>
                    <a:pt x="31" y="66"/>
                  </a:cubicBezTo>
                  <a:cubicBezTo>
                    <a:pt x="31" y="66"/>
                    <a:pt x="31" y="66"/>
                    <a:pt x="31" y="65"/>
                  </a:cubicBezTo>
                  <a:cubicBezTo>
                    <a:pt x="31" y="65"/>
                    <a:pt x="32" y="65"/>
                    <a:pt x="32" y="65"/>
                  </a:cubicBezTo>
                  <a:cubicBezTo>
                    <a:pt x="32" y="65"/>
                    <a:pt x="32" y="64"/>
                    <a:pt x="32" y="65"/>
                  </a:cubicBezTo>
                  <a:cubicBezTo>
                    <a:pt x="33" y="65"/>
                    <a:pt x="33" y="65"/>
                    <a:pt x="33" y="65"/>
                  </a:cubicBezTo>
                  <a:cubicBezTo>
                    <a:pt x="33" y="65"/>
                    <a:pt x="34" y="65"/>
                    <a:pt x="33" y="66"/>
                  </a:cubicBezTo>
                  <a:cubicBezTo>
                    <a:pt x="33" y="66"/>
                    <a:pt x="33" y="66"/>
                    <a:pt x="33" y="67"/>
                  </a:cubicBezTo>
                  <a:close/>
                  <a:moveTo>
                    <a:pt x="22" y="75"/>
                  </a:moveTo>
                  <a:cubicBezTo>
                    <a:pt x="20" y="71"/>
                    <a:pt x="20" y="71"/>
                    <a:pt x="20" y="71"/>
                  </a:cubicBezTo>
                  <a:cubicBezTo>
                    <a:pt x="20" y="71"/>
                    <a:pt x="20" y="71"/>
                    <a:pt x="20" y="71"/>
                  </a:cubicBezTo>
                  <a:cubicBezTo>
                    <a:pt x="21" y="71"/>
                    <a:pt x="22" y="72"/>
                    <a:pt x="22" y="71"/>
                  </a:cubicBezTo>
                  <a:cubicBezTo>
                    <a:pt x="27" y="69"/>
                    <a:pt x="27" y="69"/>
                    <a:pt x="27" y="69"/>
                  </a:cubicBezTo>
                  <a:cubicBezTo>
                    <a:pt x="28" y="68"/>
                    <a:pt x="28" y="68"/>
                    <a:pt x="28" y="67"/>
                  </a:cubicBezTo>
                  <a:cubicBezTo>
                    <a:pt x="27" y="67"/>
                    <a:pt x="27" y="67"/>
                    <a:pt x="27" y="67"/>
                  </a:cubicBezTo>
                  <a:cubicBezTo>
                    <a:pt x="28" y="67"/>
                    <a:pt x="28" y="67"/>
                    <a:pt x="28" y="67"/>
                  </a:cubicBezTo>
                  <a:cubicBezTo>
                    <a:pt x="30" y="69"/>
                    <a:pt x="30" y="69"/>
                    <a:pt x="30" y="69"/>
                  </a:cubicBezTo>
                  <a:cubicBezTo>
                    <a:pt x="24" y="73"/>
                    <a:pt x="24" y="73"/>
                    <a:pt x="24" y="73"/>
                  </a:cubicBezTo>
                  <a:cubicBezTo>
                    <a:pt x="22" y="73"/>
                    <a:pt x="22" y="73"/>
                    <a:pt x="22" y="75"/>
                  </a:cubicBezTo>
                  <a:cubicBezTo>
                    <a:pt x="22" y="75"/>
                    <a:pt x="22" y="75"/>
                    <a:pt x="22" y="75"/>
                  </a:cubicBezTo>
                  <a:close/>
                  <a:moveTo>
                    <a:pt x="28" y="80"/>
                  </a:moveTo>
                  <a:cubicBezTo>
                    <a:pt x="27" y="80"/>
                    <a:pt x="26" y="80"/>
                    <a:pt x="26" y="79"/>
                  </a:cubicBezTo>
                  <a:cubicBezTo>
                    <a:pt x="26" y="79"/>
                    <a:pt x="25" y="79"/>
                    <a:pt x="25" y="79"/>
                  </a:cubicBezTo>
                  <a:cubicBezTo>
                    <a:pt x="24" y="78"/>
                    <a:pt x="24" y="77"/>
                    <a:pt x="26" y="76"/>
                  </a:cubicBezTo>
                  <a:cubicBezTo>
                    <a:pt x="31" y="73"/>
                    <a:pt x="31" y="73"/>
                    <a:pt x="31" y="73"/>
                  </a:cubicBezTo>
                  <a:cubicBezTo>
                    <a:pt x="30" y="71"/>
                    <a:pt x="30" y="71"/>
                    <a:pt x="30" y="71"/>
                  </a:cubicBezTo>
                  <a:cubicBezTo>
                    <a:pt x="30" y="71"/>
                    <a:pt x="30" y="71"/>
                    <a:pt x="30" y="71"/>
                  </a:cubicBezTo>
                  <a:cubicBezTo>
                    <a:pt x="30" y="71"/>
                    <a:pt x="30" y="71"/>
                    <a:pt x="30" y="71"/>
                  </a:cubicBezTo>
                  <a:cubicBezTo>
                    <a:pt x="31" y="72"/>
                    <a:pt x="32" y="72"/>
                    <a:pt x="34" y="72"/>
                  </a:cubicBezTo>
                  <a:cubicBezTo>
                    <a:pt x="34" y="72"/>
                    <a:pt x="34" y="72"/>
                    <a:pt x="34" y="72"/>
                  </a:cubicBezTo>
                  <a:cubicBezTo>
                    <a:pt x="32" y="73"/>
                    <a:pt x="32" y="73"/>
                    <a:pt x="32" y="73"/>
                  </a:cubicBezTo>
                  <a:cubicBezTo>
                    <a:pt x="33" y="75"/>
                    <a:pt x="33" y="75"/>
                    <a:pt x="33" y="75"/>
                  </a:cubicBezTo>
                  <a:cubicBezTo>
                    <a:pt x="33" y="75"/>
                    <a:pt x="33" y="75"/>
                    <a:pt x="33" y="75"/>
                  </a:cubicBezTo>
                  <a:cubicBezTo>
                    <a:pt x="32" y="74"/>
                    <a:pt x="32" y="74"/>
                    <a:pt x="32" y="74"/>
                  </a:cubicBezTo>
                  <a:cubicBezTo>
                    <a:pt x="27" y="77"/>
                    <a:pt x="27" y="77"/>
                    <a:pt x="27" y="77"/>
                  </a:cubicBezTo>
                  <a:cubicBezTo>
                    <a:pt x="26" y="78"/>
                    <a:pt x="26" y="79"/>
                    <a:pt x="26" y="79"/>
                  </a:cubicBezTo>
                  <a:cubicBezTo>
                    <a:pt x="27" y="79"/>
                    <a:pt x="27" y="79"/>
                    <a:pt x="28" y="80"/>
                  </a:cubicBezTo>
                  <a:cubicBezTo>
                    <a:pt x="28" y="80"/>
                    <a:pt x="28" y="80"/>
                    <a:pt x="28" y="80"/>
                  </a:cubicBezTo>
                  <a:close/>
                  <a:moveTo>
                    <a:pt x="40" y="84"/>
                  </a:moveTo>
                  <a:cubicBezTo>
                    <a:pt x="40" y="84"/>
                    <a:pt x="40" y="83"/>
                    <a:pt x="40" y="83"/>
                  </a:cubicBezTo>
                  <a:cubicBezTo>
                    <a:pt x="39" y="83"/>
                    <a:pt x="39" y="83"/>
                    <a:pt x="39" y="83"/>
                  </a:cubicBezTo>
                  <a:cubicBezTo>
                    <a:pt x="30" y="86"/>
                    <a:pt x="30" y="86"/>
                    <a:pt x="30" y="86"/>
                  </a:cubicBezTo>
                  <a:cubicBezTo>
                    <a:pt x="28" y="87"/>
                    <a:pt x="26" y="87"/>
                    <a:pt x="25" y="86"/>
                  </a:cubicBezTo>
                  <a:cubicBezTo>
                    <a:pt x="24" y="85"/>
                    <a:pt x="25" y="84"/>
                    <a:pt x="25" y="84"/>
                  </a:cubicBezTo>
                  <a:cubicBezTo>
                    <a:pt x="25" y="84"/>
                    <a:pt x="26" y="84"/>
                    <a:pt x="26" y="84"/>
                  </a:cubicBezTo>
                  <a:cubicBezTo>
                    <a:pt x="26" y="84"/>
                    <a:pt x="26" y="84"/>
                    <a:pt x="26" y="84"/>
                  </a:cubicBezTo>
                  <a:cubicBezTo>
                    <a:pt x="26" y="84"/>
                    <a:pt x="27" y="85"/>
                    <a:pt x="27" y="85"/>
                  </a:cubicBezTo>
                  <a:cubicBezTo>
                    <a:pt x="27" y="85"/>
                    <a:pt x="27" y="85"/>
                    <a:pt x="27" y="85"/>
                  </a:cubicBezTo>
                  <a:cubicBezTo>
                    <a:pt x="28" y="86"/>
                    <a:pt x="29" y="86"/>
                    <a:pt x="31" y="85"/>
                  </a:cubicBezTo>
                  <a:cubicBezTo>
                    <a:pt x="34" y="78"/>
                    <a:pt x="34" y="78"/>
                    <a:pt x="34" y="78"/>
                  </a:cubicBezTo>
                  <a:cubicBezTo>
                    <a:pt x="35" y="77"/>
                    <a:pt x="35" y="77"/>
                    <a:pt x="35" y="77"/>
                  </a:cubicBezTo>
                  <a:cubicBezTo>
                    <a:pt x="35" y="77"/>
                    <a:pt x="35" y="77"/>
                    <a:pt x="34" y="76"/>
                  </a:cubicBezTo>
                  <a:cubicBezTo>
                    <a:pt x="35" y="76"/>
                    <a:pt x="35" y="76"/>
                    <a:pt x="35" y="76"/>
                  </a:cubicBezTo>
                  <a:cubicBezTo>
                    <a:pt x="38" y="79"/>
                    <a:pt x="38" y="79"/>
                    <a:pt x="38" y="79"/>
                  </a:cubicBezTo>
                  <a:cubicBezTo>
                    <a:pt x="37" y="79"/>
                    <a:pt x="37" y="79"/>
                    <a:pt x="37" y="79"/>
                  </a:cubicBezTo>
                  <a:cubicBezTo>
                    <a:pt x="37" y="79"/>
                    <a:pt x="36" y="79"/>
                    <a:pt x="36" y="79"/>
                  </a:cubicBezTo>
                  <a:cubicBezTo>
                    <a:pt x="36" y="79"/>
                    <a:pt x="36" y="79"/>
                    <a:pt x="36" y="79"/>
                  </a:cubicBezTo>
                  <a:cubicBezTo>
                    <a:pt x="33" y="84"/>
                    <a:pt x="33" y="84"/>
                    <a:pt x="33" y="84"/>
                  </a:cubicBezTo>
                  <a:cubicBezTo>
                    <a:pt x="38" y="83"/>
                    <a:pt x="38" y="83"/>
                    <a:pt x="38" y="83"/>
                  </a:cubicBezTo>
                  <a:cubicBezTo>
                    <a:pt x="38" y="83"/>
                    <a:pt x="39" y="82"/>
                    <a:pt x="39" y="82"/>
                  </a:cubicBezTo>
                  <a:cubicBezTo>
                    <a:pt x="39" y="82"/>
                    <a:pt x="39" y="82"/>
                    <a:pt x="39" y="82"/>
                  </a:cubicBezTo>
                  <a:cubicBezTo>
                    <a:pt x="39" y="81"/>
                    <a:pt x="39" y="81"/>
                    <a:pt x="38" y="81"/>
                  </a:cubicBezTo>
                  <a:cubicBezTo>
                    <a:pt x="39" y="81"/>
                    <a:pt x="39" y="81"/>
                    <a:pt x="39" y="81"/>
                  </a:cubicBezTo>
                  <a:cubicBezTo>
                    <a:pt x="40" y="84"/>
                    <a:pt x="40" y="84"/>
                    <a:pt x="40" y="84"/>
                  </a:cubicBezTo>
                  <a:cubicBezTo>
                    <a:pt x="40" y="84"/>
                    <a:pt x="40" y="84"/>
                    <a:pt x="40" y="84"/>
                  </a:cubicBezTo>
                  <a:close/>
                  <a:moveTo>
                    <a:pt x="47" y="97"/>
                  </a:moveTo>
                  <a:cubicBezTo>
                    <a:pt x="46" y="97"/>
                    <a:pt x="45" y="98"/>
                    <a:pt x="44" y="98"/>
                  </a:cubicBezTo>
                  <a:cubicBezTo>
                    <a:pt x="42" y="98"/>
                    <a:pt x="41" y="98"/>
                    <a:pt x="40" y="97"/>
                  </a:cubicBezTo>
                  <a:cubicBezTo>
                    <a:pt x="40" y="96"/>
                    <a:pt x="39" y="95"/>
                    <a:pt x="39" y="94"/>
                  </a:cubicBezTo>
                  <a:cubicBezTo>
                    <a:pt x="39" y="93"/>
                    <a:pt x="40" y="91"/>
                    <a:pt x="41" y="91"/>
                  </a:cubicBezTo>
                  <a:cubicBezTo>
                    <a:pt x="42" y="90"/>
                    <a:pt x="43" y="89"/>
                    <a:pt x="44" y="89"/>
                  </a:cubicBezTo>
                  <a:cubicBezTo>
                    <a:pt x="45" y="89"/>
                    <a:pt x="46" y="89"/>
                    <a:pt x="47" y="90"/>
                  </a:cubicBezTo>
                  <a:cubicBezTo>
                    <a:pt x="48" y="91"/>
                    <a:pt x="49" y="92"/>
                    <a:pt x="49" y="93"/>
                  </a:cubicBezTo>
                  <a:cubicBezTo>
                    <a:pt x="49" y="95"/>
                    <a:pt x="48" y="95"/>
                    <a:pt x="47" y="97"/>
                  </a:cubicBezTo>
                  <a:close/>
                  <a:moveTo>
                    <a:pt x="45" y="96"/>
                  </a:moveTo>
                  <a:cubicBezTo>
                    <a:pt x="46" y="95"/>
                    <a:pt x="47" y="94"/>
                    <a:pt x="47" y="93"/>
                  </a:cubicBezTo>
                  <a:cubicBezTo>
                    <a:pt x="48" y="92"/>
                    <a:pt x="47" y="91"/>
                    <a:pt x="47" y="90"/>
                  </a:cubicBezTo>
                  <a:cubicBezTo>
                    <a:pt x="46" y="90"/>
                    <a:pt x="46" y="89"/>
                    <a:pt x="45" y="90"/>
                  </a:cubicBezTo>
                  <a:cubicBezTo>
                    <a:pt x="44" y="90"/>
                    <a:pt x="44" y="91"/>
                    <a:pt x="43" y="91"/>
                  </a:cubicBezTo>
                  <a:cubicBezTo>
                    <a:pt x="42" y="92"/>
                    <a:pt x="41" y="93"/>
                    <a:pt x="41" y="94"/>
                  </a:cubicBezTo>
                  <a:cubicBezTo>
                    <a:pt x="40" y="95"/>
                    <a:pt x="40" y="96"/>
                    <a:pt x="41" y="97"/>
                  </a:cubicBezTo>
                  <a:cubicBezTo>
                    <a:pt x="42" y="97"/>
                    <a:pt x="42" y="97"/>
                    <a:pt x="43" y="97"/>
                  </a:cubicBezTo>
                  <a:cubicBezTo>
                    <a:pt x="44" y="97"/>
                    <a:pt x="44" y="97"/>
                    <a:pt x="45" y="96"/>
                  </a:cubicBezTo>
                  <a:close/>
                  <a:moveTo>
                    <a:pt x="60" y="97"/>
                  </a:moveTo>
                  <a:cubicBezTo>
                    <a:pt x="59" y="97"/>
                    <a:pt x="59" y="97"/>
                    <a:pt x="59" y="97"/>
                  </a:cubicBezTo>
                  <a:cubicBezTo>
                    <a:pt x="59" y="97"/>
                    <a:pt x="59" y="97"/>
                    <a:pt x="59" y="97"/>
                  </a:cubicBezTo>
                  <a:cubicBezTo>
                    <a:pt x="58" y="97"/>
                    <a:pt x="58" y="97"/>
                    <a:pt x="58" y="96"/>
                  </a:cubicBezTo>
                  <a:cubicBezTo>
                    <a:pt x="58" y="96"/>
                    <a:pt x="58" y="95"/>
                    <a:pt x="58" y="95"/>
                  </a:cubicBezTo>
                  <a:cubicBezTo>
                    <a:pt x="58" y="95"/>
                    <a:pt x="58" y="95"/>
                    <a:pt x="58" y="95"/>
                  </a:cubicBezTo>
                  <a:cubicBezTo>
                    <a:pt x="58" y="94"/>
                    <a:pt x="57" y="94"/>
                    <a:pt x="56" y="95"/>
                  </a:cubicBezTo>
                  <a:cubicBezTo>
                    <a:pt x="54" y="97"/>
                    <a:pt x="54" y="97"/>
                    <a:pt x="54" y="97"/>
                  </a:cubicBezTo>
                  <a:cubicBezTo>
                    <a:pt x="56" y="99"/>
                    <a:pt x="56" y="99"/>
                    <a:pt x="56" y="99"/>
                  </a:cubicBezTo>
                  <a:cubicBezTo>
                    <a:pt x="56" y="99"/>
                    <a:pt x="56" y="99"/>
                    <a:pt x="56" y="99"/>
                  </a:cubicBezTo>
                  <a:cubicBezTo>
                    <a:pt x="54" y="97"/>
                    <a:pt x="54" y="97"/>
                    <a:pt x="54" y="97"/>
                  </a:cubicBezTo>
                  <a:cubicBezTo>
                    <a:pt x="50" y="103"/>
                    <a:pt x="50" y="103"/>
                    <a:pt x="50" y="103"/>
                  </a:cubicBezTo>
                  <a:cubicBezTo>
                    <a:pt x="49" y="103"/>
                    <a:pt x="49" y="104"/>
                    <a:pt x="50" y="105"/>
                  </a:cubicBezTo>
                  <a:cubicBezTo>
                    <a:pt x="50" y="105"/>
                    <a:pt x="50" y="105"/>
                    <a:pt x="50" y="105"/>
                  </a:cubicBezTo>
                  <a:cubicBezTo>
                    <a:pt x="46" y="102"/>
                    <a:pt x="46" y="102"/>
                    <a:pt x="46" y="102"/>
                  </a:cubicBezTo>
                  <a:cubicBezTo>
                    <a:pt x="46" y="101"/>
                    <a:pt x="46" y="101"/>
                    <a:pt x="46" y="101"/>
                  </a:cubicBezTo>
                  <a:cubicBezTo>
                    <a:pt x="47" y="102"/>
                    <a:pt x="48" y="102"/>
                    <a:pt x="48" y="101"/>
                  </a:cubicBezTo>
                  <a:cubicBezTo>
                    <a:pt x="52" y="96"/>
                    <a:pt x="52" y="96"/>
                    <a:pt x="52" y="96"/>
                  </a:cubicBezTo>
                  <a:cubicBezTo>
                    <a:pt x="51" y="95"/>
                    <a:pt x="51" y="95"/>
                    <a:pt x="51" y="95"/>
                  </a:cubicBezTo>
                  <a:cubicBezTo>
                    <a:pt x="52" y="95"/>
                    <a:pt x="52" y="95"/>
                    <a:pt x="52" y="95"/>
                  </a:cubicBezTo>
                  <a:cubicBezTo>
                    <a:pt x="53" y="96"/>
                    <a:pt x="53" y="96"/>
                    <a:pt x="53" y="96"/>
                  </a:cubicBezTo>
                  <a:cubicBezTo>
                    <a:pt x="53" y="95"/>
                    <a:pt x="53" y="95"/>
                    <a:pt x="53" y="95"/>
                  </a:cubicBezTo>
                  <a:cubicBezTo>
                    <a:pt x="54" y="95"/>
                    <a:pt x="55" y="94"/>
                    <a:pt x="56" y="94"/>
                  </a:cubicBezTo>
                  <a:cubicBezTo>
                    <a:pt x="57" y="94"/>
                    <a:pt x="58" y="94"/>
                    <a:pt x="59" y="95"/>
                  </a:cubicBezTo>
                  <a:cubicBezTo>
                    <a:pt x="59" y="95"/>
                    <a:pt x="60" y="95"/>
                    <a:pt x="60" y="96"/>
                  </a:cubicBezTo>
                  <a:cubicBezTo>
                    <a:pt x="60" y="96"/>
                    <a:pt x="60" y="96"/>
                    <a:pt x="60" y="97"/>
                  </a:cubicBezTo>
                  <a:close/>
                  <a:moveTo>
                    <a:pt x="65" y="111"/>
                  </a:moveTo>
                  <a:cubicBezTo>
                    <a:pt x="64" y="113"/>
                    <a:pt x="63" y="113"/>
                    <a:pt x="62" y="113"/>
                  </a:cubicBezTo>
                  <a:cubicBezTo>
                    <a:pt x="61" y="113"/>
                    <a:pt x="60" y="113"/>
                    <a:pt x="59" y="112"/>
                  </a:cubicBezTo>
                  <a:cubicBezTo>
                    <a:pt x="58" y="112"/>
                    <a:pt x="58" y="111"/>
                    <a:pt x="58" y="111"/>
                  </a:cubicBezTo>
                  <a:cubicBezTo>
                    <a:pt x="57" y="111"/>
                    <a:pt x="57" y="110"/>
                    <a:pt x="57" y="110"/>
                  </a:cubicBezTo>
                  <a:cubicBezTo>
                    <a:pt x="56" y="109"/>
                    <a:pt x="56" y="110"/>
                    <a:pt x="56" y="110"/>
                  </a:cubicBezTo>
                  <a:cubicBezTo>
                    <a:pt x="56" y="109"/>
                    <a:pt x="56" y="109"/>
                    <a:pt x="56" y="109"/>
                  </a:cubicBezTo>
                  <a:cubicBezTo>
                    <a:pt x="58" y="105"/>
                    <a:pt x="58" y="105"/>
                    <a:pt x="58" y="105"/>
                  </a:cubicBezTo>
                  <a:cubicBezTo>
                    <a:pt x="58" y="106"/>
                    <a:pt x="58" y="106"/>
                    <a:pt x="58" y="106"/>
                  </a:cubicBezTo>
                  <a:cubicBezTo>
                    <a:pt x="57" y="108"/>
                    <a:pt x="58" y="110"/>
                    <a:pt x="59" y="111"/>
                  </a:cubicBezTo>
                  <a:cubicBezTo>
                    <a:pt x="60" y="112"/>
                    <a:pt x="60" y="112"/>
                    <a:pt x="61" y="112"/>
                  </a:cubicBezTo>
                  <a:cubicBezTo>
                    <a:pt x="62" y="112"/>
                    <a:pt x="62" y="111"/>
                    <a:pt x="62" y="111"/>
                  </a:cubicBezTo>
                  <a:cubicBezTo>
                    <a:pt x="63" y="110"/>
                    <a:pt x="63" y="109"/>
                    <a:pt x="62" y="107"/>
                  </a:cubicBezTo>
                  <a:cubicBezTo>
                    <a:pt x="62" y="105"/>
                    <a:pt x="62" y="105"/>
                    <a:pt x="62" y="105"/>
                  </a:cubicBezTo>
                  <a:cubicBezTo>
                    <a:pt x="61" y="104"/>
                    <a:pt x="61" y="102"/>
                    <a:pt x="62" y="101"/>
                  </a:cubicBezTo>
                  <a:cubicBezTo>
                    <a:pt x="62" y="100"/>
                    <a:pt x="63" y="100"/>
                    <a:pt x="64" y="99"/>
                  </a:cubicBezTo>
                  <a:cubicBezTo>
                    <a:pt x="65" y="99"/>
                    <a:pt x="66" y="99"/>
                    <a:pt x="67" y="100"/>
                  </a:cubicBezTo>
                  <a:cubicBezTo>
                    <a:pt x="67" y="101"/>
                    <a:pt x="68" y="101"/>
                    <a:pt x="68" y="101"/>
                  </a:cubicBezTo>
                  <a:cubicBezTo>
                    <a:pt x="68" y="102"/>
                    <a:pt x="68" y="102"/>
                    <a:pt x="69" y="102"/>
                  </a:cubicBezTo>
                  <a:cubicBezTo>
                    <a:pt x="69" y="102"/>
                    <a:pt x="69" y="102"/>
                    <a:pt x="70" y="102"/>
                  </a:cubicBezTo>
                  <a:cubicBezTo>
                    <a:pt x="70" y="103"/>
                    <a:pt x="70" y="103"/>
                    <a:pt x="70" y="103"/>
                  </a:cubicBezTo>
                  <a:cubicBezTo>
                    <a:pt x="68" y="107"/>
                    <a:pt x="68" y="107"/>
                    <a:pt x="68" y="107"/>
                  </a:cubicBezTo>
                  <a:cubicBezTo>
                    <a:pt x="67" y="106"/>
                    <a:pt x="67" y="106"/>
                    <a:pt x="67" y="106"/>
                  </a:cubicBezTo>
                  <a:cubicBezTo>
                    <a:pt x="68" y="104"/>
                    <a:pt x="68" y="102"/>
                    <a:pt x="66" y="101"/>
                  </a:cubicBezTo>
                  <a:cubicBezTo>
                    <a:pt x="66" y="101"/>
                    <a:pt x="65" y="101"/>
                    <a:pt x="64" y="101"/>
                  </a:cubicBezTo>
                  <a:cubicBezTo>
                    <a:pt x="64" y="101"/>
                    <a:pt x="64" y="101"/>
                    <a:pt x="63" y="101"/>
                  </a:cubicBezTo>
                  <a:cubicBezTo>
                    <a:pt x="63" y="102"/>
                    <a:pt x="63" y="102"/>
                    <a:pt x="63" y="103"/>
                  </a:cubicBezTo>
                  <a:cubicBezTo>
                    <a:pt x="63" y="103"/>
                    <a:pt x="63" y="104"/>
                    <a:pt x="64" y="105"/>
                  </a:cubicBezTo>
                  <a:cubicBezTo>
                    <a:pt x="64" y="107"/>
                    <a:pt x="64" y="107"/>
                    <a:pt x="64" y="107"/>
                  </a:cubicBezTo>
                  <a:cubicBezTo>
                    <a:pt x="66" y="109"/>
                    <a:pt x="66" y="111"/>
                    <a:pt x="65" y="111"/>
                  </a:cubicBezTo>
                  <a:close/>
                  <a:moveTo>
                    <a:pt x="74" y="117"/>
                  </a:moveTo>
                  <a:cubicBezTo>
                    <a:pt x="73" y="118"/>
                    <a:pt x="72" y="119"/>
                    <a:pt x="71" y="119"/>
                  </a:cubicBezTo>
                  <a:cubicBezTo>
                    <a:pt x="70" y="119"/>
                    <a:pt x="69" y="119"/>
                    <a:pt x="68" y="118"/>
                  </a:cubicBezTo>
                  <a:cubicBezTo>
                    <a:pt x="68" y="118"/>
                    <a:pt x="67" y="117"/>
                    <a:pt x="67" y="116"/>
                  </a:cubicBezTo>
                  <a:cubicBezTo>
                    <a:pt x="66" y="115"/>
                    <a:pt x="67" y="113"/>
                    <a:pt x="68" y="112"/>
                  </a:cubicBezTo>
                  <a:cubicBezTo>
                    <a:pt x="68" y="111"/>
                    <a:pt x="69" y="110"/>
                    <a:pt x="70" y="110"/>
                  </a:cubicBezTo>
                  <a:cubicBezTo>
                    <a:pt x="72" y="109"/>
                    <a:pt x="73" y="109"/>
                    <a:pt x="74" y="110"/>
                  </a:cubicBezTo>
                  <a:cubicBezTo>
                    <a:pt x="75" y="111"/>
                    <a:pt x="75" y="111"/>
                    <a:pt x="76" y="112"/>
                  </a:cubicBezTo>
                  <a:cubicBezTo>
                    <a:pt x="76" y="113"/>
                    <a:pt x="76" y="113"/>
                    <a:pt x="76" y="113"/>
                  </a:cubicBezTo>
                  <a:cubicBezTo>
                    <a:pt x="76" y="114"/>
                    <a:pt x="75" y="114"/>
                    <a:pt x="75" y="114"/>
                  </a:cubicBezTo>
                  <a:cubicBezTo>
                    <a:pt x="75" y="114"/>
                    <a:pt x="75" y="114"/>
                    <a:pt x="74" y="114"/>
                  </a:cubicBezTo>
                  <a:cubicBezTo>
                    <a:pt x="74" y="114"/>
                    <a:pt x="74" y="113"/>
                    <a:pt x="74" y="113"/>
                  </a:cubicBezTo>
                  <a:cubicBezTo>
                    <a:pt x="74" y="113"/>
                    <a:pt x="74" y="113"/>
                    <a:pt x="74" y="113"/>
                  </a:cubicBezTo>
                  <a:cubicBezTo>
                    <a:pt x="74" y="112"/>
                    <a:pt x="74" y="112"/>
                    <a:pt x="74" y="111"/>
                  </a:cubicBezTo>
                  <a:cubicBezTo>
                    <a:pt x="74" y="111"/>
                    <a:pt x="74" y="111"/>
                    <a:pt x="73" y="111"/>
                  </a:cubicBezTo>
                  <a:cubicBezTo>
                    <a:pt x="72" y="110"/>
                    <a:pt x="72" y="110"/>
                    <a:pt x="70" y="111"/>
                  </a:cubicBezTo>
                  <a:cubicBezTo>
                    <a:pt x="70" y="111"/>
                    <a:pt x="69" y="111"/>
                    <a:pt x="69" y="112"/>
                  </a:cubicBezTo>
                  <a:cubicBezTo>
                    <a:pt x="68" y="113"/>
                    <a:pt x="68" y="114"/>
                    <a:pt x="68" y="115"/>
                  </a:cubicBezTo>
                  <a:cubicBezTo>
                    <a:pt x="68" y="116"/>
                    <a:pt x="68" y="117"/>
                    <a:pt x="69" y="117"/>
                  </a:cubicBezTo>
                  <a:cubicBezTo>
                    <a:pt x="71" y="118"/>
                    <a:pt x="72" y="118"/>
                    <a:pt x="74" y="117"/>
                  </a:cubicBezTo>
                  <a:cubicBezTo>
                    <a:pt x="74" y="117"/>
                    <a:pt x="74" y="117"/>
                    <a:pt x="74" y="117"/>
                  </a:cubicBezTo>
                  <a:close/>
                  <a:moveTo>
                    <a:pt x="83" y="111"/>
                  </a:moveTo>
                  <a:cubicBezTo>
                    <a:pt x="83" y="111"/>
                    <a:pt x="82" y="111"/>
                    <a:pt x="82" y="111"/>
                  </a:cubicBezTo>
                  <a:cubicBezTo>
                    <a:pt x="82" y="111"/>
                    <a:pt x="82" y="111"/>
                    <a:pt x="81" y="111"/>
                  </a:cubicBezTo>
                  <a:cubicBezTo>
                    <a:pt x="81" y="111"/>
                    <a:pt x="81" y="111"/>
                    <a:pt x="81" y="111"/>
                  </a:cubicBezTo>
                  <a:cubicBezTo>
                    <a:pt x="81" y="110"/>
                    <a:pt x="81" y="110"/>
                    <a:pt x="81" y="110"/>
                  </a:cubicBezTo>
                  <a:cubicBezTo>
                    <a:pt x="81" y="109"/>
                    <a:pt x="81" y="109"/>
                    <a:pt x="82" y="109"/>
                  </a:cubicBezTo>
                  <a:cubicBezTo>
                    <a:pt x="82" y="109"/>
                    <a:pt x="82" y="109"/>
                    <a:pt x="82" y="109"/>
                  </a:cubicBezTo>
                  <a:cubicBezTo>
                    <a:pt x="83" y="109"/>
                    <a:pt x="83" y="110"/>
                    <a:pt x="83" y="110"/>
                  </a:cubicBezTo>
                  <a:cubicBezTo>
                    <a:pt x="83" y="111"/>
                    <a:pt x="83" y="111"/>
                    <a:pt x="83" y="111"/>
                  </a:cubicBezTo>
                  <a:close/>
                  <a:moveTo>
                    <a:pt x="78" y="123"/>
                  </a:moveTo>
                  <a:cubicBezTo>
                    <a:pt x="74" y="121"/>
                    <a:pt x="74" y="121"/>
                    <a:pt x="74" y="121"/>
                  </a:cubicBezTo>
                  <a:cubicBezTo>
                    <a:pt x="74" y="121"/>
                    <a:pt x="74" y="121"/>
                    <a:pt x="74" y="121"/>
                  </a:cubicBezTo>
                  <a:cubicBezTo>
                    <a:pt x="75" y="121"/>
                    <a:pt x="76" y="121"/>
                    <a:pt x="76" y="120"/>
                  </a:cubicBezTo>
                  <a:cubicBezTo>
                    <a:pt x="78" y="115"/>
                    <a:pt x="78" y="115"/>
                    <a:pt x="78" y="115"/>
                  </a:cubicBezTo>
                  <a:cubicBezTo>
                    <a:pt x="79" y="115"/>
                    <a:pt x="79" y="114"/>
                    <a:pt x="78" y="114"/>
                  </a:cubicBezTo>
                  <a:cubicBezTo>
                    <a:pt x="78" y="114"/>
                    <a:pt x="78" y="114"/>
                    <a:pt x="78" y="114"/>
                  </a:cubicBezTo>
                  <a:cubicBezTo>
                    <a:pt x="78" y="113"/>
                    <a:pt x="78" y="113"/>
                    <a:pt x="78" y="113"/>
                  </a:cubicBezTo>
                  <a:cubicBezTo>
                    <a:pt x="81" y="114"/>
                    <a:pt x="81" y="114"/>
                    <a:pt x="81" y="114"/>
                  </a:cubicBezTo>
                  <a:cubicBezTo>
                    <a:pt x="78" y="121"/>
                    <a:pt x="78" y="121"/>
                    <a:pt x="78" y="121"/>
                  </a:cubicBezTo>
                  <a:cubicBezTo>
                    <a:pt x="77" y="122"/>
                    <a:pt x="78" y="123"/>
                    <a:pt x="78" y="123"/>
                  </a:cubicBezTo>
                  <a:cubicBezTo>
                    <a:pt x="78" y="123"/>
                    <a:pt x="78" y="123"/>
                    <a:pt x="78" y="123"/>
                  </a:cubicBezTo>
                  <a:close/>
                  <a:moveTo>
                    <a:pt x="89" y="124"/>
                  </a:moveTo>
                  <a:cubicBezTo>
                    <a:pt x="88" y="125"/>
                    <a:pt x="87" y="125"/>
                    <a:pt x="86" y="126"/>
                  </a:cubicBezTo>
                  <a:cubicBezTo>
                    <a:pt x="85" y="126"/>
                    <a:pt x="84" y="126"/>
                    <a:pt x="84" y="126"/>
                  </a:cubicBezTo>
                  <a:cubicBezTo>
                    <a:pt x="82" y="125"/>
                    <a:pt x="82" y="125"/>
                    <a:pt x="82" y="124"/>
                  </a:cubicBezTo>
                  <a:cubicBezTo>
                    <a:pt x="81" y="123"/>
                    <a:pt x="81" y="121"/>
                    <a:pt x="82" y="120"/>
                  </a:cubicBezTo>
                  <a:cubicBezTo>
                    <a:pt x="82" y="119"/>
                    <a:pt x="83" y="118"/>
                    <a:pt x="84" y="117"/>
                  </a:cubicBezTo>
                  <a:cubicBezTo>
                    <a:pt x="85" y="117"/>
                    <a:pt x="86" y="117"/>
                    <a:pt x="87" y="117"/>
                  </a:cubicBezTo>
                  <a:cubicBezTo>
                    <a:pt x="88" y="118"/>
                    <a:pt x="89" y="119"/>
                    <a:pt x="89" y="119"/>
                  </a:cubicBezTo>
                  <a:cubicBezTo>
                    <a:pt x="90" y="120"/>
                    <a:pt x="90" y="121"/>
                    <a:pt x="89" y="122"/>
                  </a:cubicBezTo>
                  <a:cubicBezTo>
                    <a:pt x="83" y="119"/>
                    <a:pt x="83" y="119"/>
                    <a:pt x="83" y="119"/>
                  </a:cubicBezTo>
                  <a:cubicBezTo>
                    <a:pt x="83" y="121"/>
                    <a:pt x="83" y="122"/>
                    <a:pt x="83" y="123"/>
                  </a:cubicBezTo>
                  <a:cubicBezTo>
                    <a:pt x="83" y="124"/>
                    <a:pt x="84" y="124"/>
                    <a:pt x="84" y="125"/>
                  </a:cubicBezTo>
                  <a:cubicBezTo>
                    <a:pt x="85" y="125"/>
                    <a:pt x="86" y="125"/>
                    <a:pt x="86" y="125"/>
                  </a:cubicBezTo>
                  <a:cubicBezTo>
                    <a:pt x="88" y="125"/>
                    <a:pt x="88" y="124"/>
                    <a:pt x="89" y="124"/>
                  </a:cubicBezTo>
                  <a:cubicBezTo>
                    <a:pt x="89" y="124"/>
                    <a:pt x="89" y="124"/>
                    <a:pt x="89" y="124"/>
                  </a:cubicBezTo>
                  <a:close/>
                  <a:moveTo>
                    <a:pt x="88" y="120"/>
                  </a:moveTo>
                  <a:cubicBezTo>
                    <a:pt x="88" y="119"/>
                    <a:pt x="88" y="118"/>
                    <a:pt x="87" y="117"/>
                  </a:cubicBezTo>
                  <a:cubicBezTo>
                    <a:pt x="86" y="117"/>
                    <a:pt x="84" y="117"/>
                    <a:pt x="84" y="119"/>
                  </a:cubicBezTo>
                  <a:cubicBezTo>
                    <a:pt x="88" y="120"/>
                    <a:pt x="88" y="120"/>
                    <a:pt x="88" y="120"/>
                  </a:cubicBezTo>
                  <a:close/>
                  <a:moveTo>
                    <a:pt x="98" y="131"/>
                  </a:moveTo>
                  <a:cubicBezTo>
                    <a:pt x="94" y="129"/>
                    <a:pt x="94" y="129"/>
                    <a:pt x="94" y="129"/>
                  </a:cubicBezTo>
                  <a:cubicBezTo>
                    <a:pt x="94" y="129"/>
                    <a:pt x="94" y="129"/>
                    <a:pt x="94" y="129"/>
                  </a:cubicBezTo>
                  <a:cubicBezTo>
                    <a:pt x="95" y="129"/>
                    <a:pt x="96" y="129"/>
                    <a:pt x="96" y="128"/>
                  </a:cubicBezTo>
                  <a:cubicBezTo>
                    <a:pt x="98" y="123"/>
                    <a:pt x="98" y="123"/>
                    <a:pt x="98" y="123"/>
                  </a:cubicBezTo>
                  <a:cubicBezTo>
                    <a:pt x="98" y="123"/>
                    <a:pt x="98" y="123"/>
                    <a:pt x="98" y="122"/>
                  </a:cubicBezTo>
                  <a:cubicBezTo>
                    <a:pt x="98" y="122"/>
                    <a:pt x="97" y="122"/>
                    <a:pt x="97" y="121"/>
                  </a:cubicBezTo>
                  <a:cubicBezTo>
                    <a:pt x="96" y="121"/>
                    <a:pt x="95" y="121"/>
                    <a:pt x="94" y="122"/>
                  </a:cubicBezTo>
                  <a:cubicBezTo>
                    <a:pt x="93" y="127"/>
                    <a:pt x="93" y="127"/>
                    <a:pt x="93" y="127"/>
                  </a:cubicBezTo>
                  <a:cubicBezTo>
                    <a:pt x="92" y="128"/>
                    <a:pt x="93" y="129"/>
                    <a:pt x="94" y="129"/>
                  </a:cubicBezTo>
                  <a:cubicBezTo>
                    <a:pt x="94" y="129"/>
                    <a:pt x="94" y="129"/>
                    <a:pt x="94" y="129"/>
                  </a:cubicBezTo>
                  <a:cubicBezTo>
                    <a:pt x="90" y="128"/>
                    <a:pt x="90" y="128"/>
                    <a:pt x="90" y="128"/>
                  </a:cubicBezTo>
                  <a:cubicBezTo>
                    <a:pt x="90" y="127"/>
                    <a:pt x="90" y="127"/>
                    <a:pt x="90" y="127"/>
                  </a:cubicBezTo>
                  <a:cubicBezTo>
                    <a:pt x="90" y="128"/>
                    <a:pt x="91" y="127"/>
                    <a:pt x="91" y="127"/>
                  </a:cubicBezTo>
                  <a:cubicBezTo>
                    <a:pt x="93" y="121"/>
                    <a:pt x="93" y="121"/>
                    <a:pt x="93" y="121"/>
                  </a:cubicBezTo>
                  <a:cubicBezTo>
                    <a:pt x="93" y="121"/>
                    <a:pt x="93" y="121"/>
                    <a:pt x="93" y="121"/>
                  </a:cubicBezTo>
                  <a:cubicBezTo>
                    <a:pt x="93" y="121"/>
                    <a:pt x="93" y="120"/>
                    <a:pt x="92" y="120"/>
                  </a:cubicBezTo>
                  <a:cubicBezTo>
                    <a:pt x="92" y="120"/>
                    <a:pt x="92" y="120"/>
                    <a:pt x="92" y="120"/>
                  </a:cubicBezTo>
                  <a:cubicBezTo>
                    <a:pt x="96" y="120"/>
                    <a:pt x="96" y="120"/>
                    <a:pt x="96" y="120"/>
                  </a:cubicBezTo>
                  <a:cubicBezTo>
                    <a:pt x="95" y="121"/>
                    <a:pt x="95" y="121"/>
                    <a:pt x="95" y="121"/>
                  </a:cubicBezTo>
                  <a:cubicBezTo>
                    <a:pt x="96" y="121"/>
                    <a:pt x="98" y="121"/>
                    <a:pt x="99" y="121"/>
                  </a:cubicBezTo>
                  <a:cubicBezTo>
                    <a:pt x="100" y="121"/>
                    <a:pt x="101" y="123"/>
                    <a:pt x="100" y="125"/>
                  </a:cubicBezTo>
                  <a:cubicBezTo>
                    <a:pt x="98" y="129"/>
                    <a:pt x="98" y="129"/>
                    <a:pt x="98" y="129"/>
                  </a:cubicBezTo>
                  <a:cubicBezTo>
                    <a:pt x="98" y="130"/>
                    <a:pt x="98" y="131"/>
                    <a:pt x="98" y="131"/>
                  </a:cubicBezTo>
                  <a:cubicBezTo>
                    <a:pt x="98" y="131"/>
                    <a:pt x="98" y="131"/>
                    <a:pt x="98" y="131"/>
                  </a:cubicBezTo>
                  <a:close/>
                  <a:moveTo>
                    <a:pt x="109" y="130"/>
                  </a:moveTo>
                  <a:cubicBezTo>
                    <a:pt x="108" y="131"/>
                    <a:pt x="107" y="132"/>
                    <a:pt x="107" y="132"/>
                  </a:cubicBezTo>
                  <a:cubicBezTo>
                    <a:pt x="106" y="133"/>
                    <a:pt x="105" y="133"/>
                    <a:pt x="104" y="133"/>
                  </a:cubicBezTo>
                  <a:cubicBezTo>
                    <a:pt x="103" y="132"/>
                    <a:pt x="102" y="132"/>
                    <a:pt x="102" y="131"/>
                  </a:cubicBezTo>
                  <a:cubicBezTo>
                    <a:pt x="101" y="129"/>
                    <a:pt x="101" y="128"/>
                    <a:pt x="101" y="127"/>
                  </a:cubicBezTo>
                  <a:cubicBezTo>
                    <a:pt x="102" y="126"/>
                    <a:pt x="102" y="125"/>
                    <a:pt x="103" y="124"/>
                  </a:cubicBezTo>
                  <a:cubicBezTo>
                    <a:pt x="104" y="123"/>
                    <a:pt x="106" y="123"/>
                    <a:pt x="107" y="123"/>
                  </a:cubicBezTo>
                  <a:cubicBezTo>
                    <a:pt x="108" y="123"/>
                    <a:pt x="108" y="123"/>
                    <a:pt x="109" y="124"/>
                  </a:cubicBezTo>
                  <a:cubicBezTo>
                    <a:pt x="109" y="125"/>
                    <a:pt x="110" y="125"/>
                    <a:pt x="109" y="126"/>
                  </a:cubicBezTo>
                  <a:cubicBezTo>
                    <a:pt x="109" y="126"/>
                    <a:pt x="109" y="126"/>
                    <a:pt x="109" y="126"/>
                  </a:cubicBezTo>
                  <a:cubicBezTo>
                    <a:pt x="108" y="126"/>
                    <a:pt x="108" y="126"/>
                    <a:pt x="108" y="126"/>
                  </a:cubicBezTo>
                  <a:cubicBezTo>
                    <a:pt x="108" y="126"/>
                    <a:pt x="108" y="126"/>
                    <a:pt x="108" y="126"/>
                  </a:cubicBezTo>
                  <a:cubicBezTo>
                    <a:pt x="108" y="125"/>
                    <a:pt x="108" y="125"/>
                    <a:pt x="108" y="125"/>
                  </a:cubicBezTo>
                  <a:cubicBezTo>
                    <a:pt x="108" y="125"/>
                    <a:pt x="108" y="124"/>
                    <a:pt x="108" y="124"/>
                  </a:cubicBezTo>
                  <a:cubicBezTo>
                    <a:pt x="107" y="123"/>
                    <a:pt x="107" y="123"/>
                    <a:pt x="107" y="123"/>
                  </a:cubicBezTo>
                  <a:cubicBezTo>
                    <a:pt x="106" y="123"/>
                    <a:pt x="105" y="123"/>
                    <a:pt x="104" y="124"/>
                  </a:cubicBezTo>
                  <a:cubicBezTo>
                    <a:pt x="104" y="124"/>
                    <a:pt x="104" y="125"/>
                    <a:pt x="103" y="126"/>
                  </a:cubicBezTo>
                  <a:cubicBezTo>
                    <a:pt x="103" y="127"/>
                    <a:pt x="103" y="128"/>
                    <a:pt x="104" y="129"/>
                  </a:cubicBezTo>
                  <a:cubicBezTo>
                    <a:pt x="104" y="129"/>
                    <a:pt x="105" y="130"/>
                    <a:pt x="106" y="130"/>
                  </a:cubicBezTo>
                  <a:cubicBezTo>
                    <a:pt x="106" y="131"/>
                    <a:pt x="107" y="131"/>
                    <a:pt x="109" y="130"/>
                  </a:cubicBezTo>
                  <a:cubicBezTo>
                    <a:pt x="109" y="130"/>
                    <a:pt x="109" y="130"/>
                    <a:pt x="109" y="130"/>
                  </a:cubicBezTo>
                  <a:close/>
                  <a:moveTo>
                    <a:pt x="119" y="132"/>
                  </a:moveTo>
                  <a:cubicBezTo>
                    <a:pt x="118" y="133"/>
                    <a:pt x="118" y="133"/>
                    <a:pt x="117" y="134"/>
                  </a:cubicBezTo>
                  <a:cubicBezTo>
                    <a:pt x="116" y="134"/>
                    <a:pt x="115" y="135"/>
                    <a:pt x="114" y="134"/>
                  </a:cubicBezTo>
                  <a:cubicBezTo>
                    <a:pt x="113" y="134"/>
                    <a:pt x="112" y="133"/>
                    <a:pt x="112" y="133"/>
                  </a:cubicBezTo>
                  <a:cubicBezTo>
                    <a:pt x="111" y="131"/>
                    <a:pt x="111" y="130"/>
                    <a:pt x="111" y="129"/>
                  </a:cubicBezTo>
                  <a:cubicBezTo>
                    <a:pt x="112" y="128"/>
                    <a:pt x="112" y="127"/>
                    <a:pt x="113" y="126"/>
                  </a:cubicBezTo>
                  <a:cubicBezTo>
                    <a:pt x="114" y="125"/>
                    <a:pt x="115" y="125"/>
                    <a:pt x="116" y="125"/>
                  </a:cubicBezTo>
                  <a:cubicBezTo>
                    <a:pt x="118" y="125"/>
                    <a:pt x="118" y="126"/>
                    <a:pt x="119" y="127"/>
                  </a:cubicBezTo>
                  <a:cubicBezTo>
                    <a:pt x="119" y="127"/>
                    <a:pt x="120" y="128"/>
                    <a:pt x="119" y="129"/>
                  </a:cubicBezTo>
                  <a:cubicBezTo>
                    <a:pt x="113" y="128"/>
                    <a:pt x="113" y="128"/>
                    <a:pt x="113" y="128"/>
                  </a:cubicBezTo>
                  <a:cubicBezTo>
                    <a:pt x="112" y="129"/>
                    <a:pt x="113" y="131"/>
                    <a:pt x="113" y="131"/>
                  </a:cubicBezTo>
                  <a:cubicBezTo>
                    <a:pt x="114" y="132"/>
                    <a:pt x="114" y="133"/>
                    <a:pt x="115" y="133"/>
                  </a:cubicBezTo>
                  <a:cubicBezTo>
                    <a:pt x="116" y="133"/>
                    <a:pt x="116" y="133"/>
                    <a:pt x="117" y="133"/>
                  </a:cubicBezTo>
                  <a:cubicBezTo>
                    <a:pt x="118" y="133"/>
                    <a:pt x="118" y="132"/>
                    <a:pt x="119" y="132"/>
                  </a:cubicBezTo>
                  <a:cubicBezTo>
                    <a:pt x="119" y="132"/>
                    <a:pt x="119" y="132"/>
                    <a:pt x="119" y="132"/>
                  </a:cubicBezTo>
                  <a:close/>
                  <a:moveTo>
                    <a:pt x="117" y="129"/>
                  </a:moveTo>
                  <a:cubicBezTo>
                    <a:pt x="117" y="127"/>
                    <a:pt x="116" y="126"/>
                    <a:pt x="115" y="126"/>
                  </a:cubicBezTo>
                  <a:cubicBezTo>
                    <a:pt x="114" y="125"/>
                    <a:pt x="113" y="126"/>
                    <a:pt x="112" y="128"/>
                  </a:cubicBezTo>
                  <a:cubicBezTo>
                    <a:pt x="117" y="129"/>
                    <a:pt x="117" y="129"/>
                    <a:pt x="117" y="129"/>
                  </a:cubicBezTo>
                  <a:close/>
                  <a:moveTo>
                    <a:pt x="133" y="135"/>
                  </a:moveTo>
                  <a:cubicBezTo>
                    <a:pt x="132" y="136"/>
                    <a:pt x="132" y="136"/>
                    <a:pt x="132" y="136"/>
                  </a:cubicBezTo>
                  <a:cubicBezTo>
                    <a:pt x="132" y="137"/>
                    <a:pt x="131" y="137"/>
                    <a:pt x="131" y="137"/>
                  </a:cubicBezTo>
                  <a:cubicBezTo>
                    <a:pt x="130" y="137"/>
                    <a:pt x="130" y="136"/>
                    <a:pt x="130" y="135"/>
                  </a:cubicBezTo>
                  <a:cubicBezTo>
                    <a:pt x="130" y="135"/>
                    <a:pt x="129" y="136"/>
                    <a:pt x="128" y="136"/>
                  </a:cubicBezTo>
                  <a:cubicBezTo>
                    <a:pt x="128" y="136"/>
                    <a:pt x="127" y="136"/>
                    <a:pt x="127" y="136"/>
                  </a:cubicBezTo>
                  <a:cubicBezTo>
                    <a:pt x="126" y="136"/>
                    <a:pt x="126" y="136"/>
                    <a:pt x="125" y="135"/>
                  </a:cubicBezTo>
                  <a:cubicBezTo>
                    <a:pt x="125" y="135"/>
                    <a:pt x="125" y="135"/>
                    <a:pt x="125" y="134"/>
                  </a:cubicBezTo>
                  <a:cubicBezTo>
                    <a:pt x="125" y="133"/>
                    <a:pt x="126" y="132"/>
                    <a:pt x="127" y="131"/>
                  </a:cubicBezTo>
                  <a:cubicBezTo>
                    <a:pt x="128" y="131"/>
                    <a:pt x="129" y="130"/>
                    <a:pt x="130" y="130"/>
                  </a:cubicBezTo>
                  <a:cubicBezTo>
                    <a:pt x="130" y="129"/>
                    <a:pt x="130" y="129"/>
                    <a:pt x="130" y="129"/>
                  </a:cubicBezTo>
                  <a:cubicBezTo>
                    <a:pt x="130" y="128"/>
                    <a:pt x="130" y="127"/>
                    <a:pt x="129" y="127"/>
                  </a:cubicBezTo>
                  <a:cubicBezTo>
                    <a:pt x="128" y="127"/>
                    <a:pt x="128" y="127"/>
                    <a:pt x="128" y="128"/>
                  </a:cubicBezTo>
                  <a:cubicBezTo>
                    <a:pt x="128" y="128"/>
                    <a:pt x="128" y="128"/>
                    <a:pt x="128" y="128"/>
                  </a:cubicBezTo>
                  <a:cubicBezTo>
                    <a:pt x="128" y="129"/>
                    <a:pt x="128" y="129"/>
                    <a:pt x="128" y="129"/>
                  </a:cubicBezTo>
                  <a:cubicBezTo>
                    <a:pt x="128" y="129"/>
                    <a:pt x="128" y="129"/>
                    <a:pt x="127" y="129"/>
                  </a:cubicBezTo>
                  <a:cubicBezTo>
                    <a:pt x="127" y="130"/>
                    <a:pt x="127" y="130"/>
                    <a:pt x="126" y="130"/>
                  </a:cubicBezTo>
                  <a:cubicBezTo>
                    <a:pt x="126" y="130"/>
                    <a:pt x="126" y="130"/>
                    <a:pt x="126" y="129"/>
                  </a:cubicBezTo>
                  <a:cubicBezTo>
                    <a:pt x="125" y="129"/>
                    <a:pt x="125" y="129"/>
                    <a:pt x="126" y="129"/>
                  </a:cubicBezTo>
                  <a:cubicBezTo>
                    <a:pt x="126" y="128"/>
                    <a:pt x="126" y="128"/>
                    <a:pt x="127" y="127"/>
                  </a:cubicBezTo>
                  <a:cubicBezTo>
                    <a:pt x="128" y="127"/>
                    <a:pt x="128" y="127"/>
                    <a:pt x="129" y="127"/>
                  </a:cubicBezTo>
                  <a:cubicBezTo>
                    <a:pt x="130" y="127"/>
                    <a:pt x="131" y="127"/>
                    <a:pt x="132" y="128"/>
                  </a:cubicBezTo>
                  <a:cubicBezTo>
                    <a:pt x="132" y="128"/>
                    <a:pt x="132" y="129"/>
                    <a:pt x="132" y="130"/>
                  </a:cubicBezTo>
                  <a:cubicBezTo>
                    <a:pt x="132" y="135"/>
                    <a:pt x="132" y="135"/>
                    <a:pt x="132" y="135"/>
                  </a:cubicBezTo>
                  <a:cubicBezTo>
                    <a:pt x="132" y="135"/>
                    <a:pt x="132" y="135"/>
                    <a:pt x="132" y="135"/>
                  </a:cubicBezTo>
                  <a:cubicBezTo>
                    <a:pt x="132" y="135"/>
                    <a:pt x="132" y="135"/>
                    <a:pt x="133" y="135"/>
                  </a:cubicBezTo>
                  <a:cubicBezTo>
                    <a:pt x="133" y="135"/>
                    <a:pt x="133" y="135"/>
                    <a:pt x="133" y="135"/>
                  </a:cubicBezTo>
                  <a:close/>
                  <a:moveTo>
                    <a:pt x="130" y="134"/>
                  </a:moveTo>
                  <a:cubicBezTo>
                    <a:pt x="130" y="131"/>
                    <a:pt x="130" y="131"/>
                    <a:pt x="130" y="131"/>
                  </a:cubicBezTo>
                  <a:cubicBezTo>
                    <a:pt x="129" y="131"/>
                    <a:pt x="128" y="131"/>
                    <a:pt x="128" y="131"/>
                  </a:cubicBezTo>
                  <a:cubicBezTo>
                    <a:pt x="127" y="132"/>
                    <a:pt x="126" y="132"/>
                    <a:pt x="126" y="133"/>
                  </a:cubicBezTo>
                  <a:cubicBezTo>
                    <a:pt x="126" y="134"/>
                    <a:pt x="127" y="135"/>
                    <a:pt x="128" y="135"/>
                  </a:cubicBezTo>
                  <a:cubicBezTo>
                    <a:pt x="128" y="135"/>
                    <a:pt x="129" y="135"/>
                    <a:pt x="130" y="134"/>
                  </a:cubicBezTo>
                  <a:close/>
                  <a:moveTo>
                    <a:pt x="144" y="136"/>
                  </a:moveTo>
                  <a:cubicBezTo>
                    <a:pt x="140" y="136"/>
                    <a:pt x="140" y="136"/>
                    <a:pt x="140" y="136"/>
                  </a:cubicBezTo>
                  <a:cubicBezTo>
                    <a:pt x="140" y="136"/>
                    <a:pt x="140" y="136"/>
                    <a:pt x="140" y="136"/>
                  </a:cubicBezTo>
                  <a:cubicBezTo>
                    <a:pt x="140" y="136"/>
                    <a:pt x="141" y="135"/>
                    <a:pt x="141" y="135"/>
                  </a:cubicBezTo>
                  <a:cubicBezTo>
                    <a:pt x="141" y="129"/>
                    <a:pt x="141" y="129"/>
                    <a:pt x="141" y="129"/>
                  </a:cubicBezTo>
                  <a:cubicBezTo>
                    <a:pt x="141" y="129"/>
                    <a:pt x="141" y="129"/>
                    <a:pt x="140" y="128"/>
                  </a:cubicBezTo>
                  <a:cubicBezTo>
                    <a:pt x="140" y="128"/>
                    <a:pt x="140" y="128"/>
                    <a:pt x="139" y="128"/>
                  </a:cubicBezTo>
                  <a:cubicBezTo>
                    <a:pt x="138" y="128"/>
                    <a:pt x="138" y="128"/>
                    <a:pt x="137" y="129"/>
                  </a:cubicBezTo>
                  <a:cubicBezTo>
                    <a:pt x="137" y="135"/>
                    <a:pt x="137" y="135"/>
                    <a:pt x="137" y="135"/>
                  </a:cubicBezTo>
                  <a:cubicBezTo>
                    <a:pt x="137" y="135"/>
                    <a:pt x="137" y="136"/>
                    <a:pt x="138" y="136"/>
                  </a:cubicBezTo>
                  <a:cubicBezTo>
                    <a:pt x="138" y="136"/>
                    <a:pt x="138" y="136"/>
                    <a:pt x="138" y="136"/>
                  </a:cubicBezTo>
                  <a:cubicBezTo>
                    <a:pt x="134" y="136"/>
                    <a:pt x="134" y="136"/>
                    <a:pt x="134" y="136"/>
                  </a:cubicBezTo>
                  <a:cubicBezTo>
                    <a:pt x="134" y="136"/>
                    <a:pt x="134" y="136"/>
                    <a:pt x="134" y="136"/>
                  </a:cubicBezTo>
                  <a:cubicBezTo>
                    <a:pt x="134" y="136"/>
                    <a:pt x="135" y="135"/>
                    <a:pt x="135" y="135"/>
                  </a:cubicBezTo>
                  <a:cubicBezTo>
                    <a:pt x="135" y="129"/>
                    <a:pt x="135" y="129"/>
                    <a:pt x="135" y="129"/>
                  </a:cubicBezTo>
                  <a:cubicBezTo>
                    <a:pt x="135" y="129"/>
                    <a:pt x="135" y="128"/>
                    <a:pt x="134" y="128"/>
                  </a:cubicBezTo>
                  <a:cubicBezTo>
                    <a:pt x="134" y="128"/>
                    <a:pt x="134" y="128"/>
                    <a:pt x="133" y="128"/>
                  </a:cubicBezTo>
                  <a:cubicBezTo>
                    <a:pt x="133" y="128"/>
                    <a:pt x="133" y="128"/>
                    <a:pt x="133" y="128"/>
                  </a:cubicBezTo>
                  <a:cubicBezTo>
                    <a:pt x="136" y="127"/>
                    <a:pt x="136" y="127"/>
                    <a:pt x="136" y="127"/>
                  </a:cubicBezTo>
                  <a:cubicBezTo>
                    <a:pt x="136" y="128"/>
                    <a:pt x="136" y="128"/>
                    <a:pt x="136" y="128"/>
                  </a:cubicBezTo>
                  <a:cubicBezTo>
                    <a:pt x="137" y="127"/>
                    <a:pt x="138" y="127"/>
                    <a:pt x="140" y="127"/>
                  </a:cubicBezTo>
                  <a:cubicBezTo>
                    <a:pt x="141" y="127"/>
                    <a:pt x="142" y="127"/>
                    <a:pt x="142" y="130"/>
                  </a:cubicBezTo>
                  <a:cubicBezTo>
                    <a:pt x="142" y="135"/>
                    <a:pt x="142" y="135"/>
                    <a:pt x="142" y="135"/>
                  </a:cubicBezTo>
                  <a:cubicBezTo>
                    <a:pt x="143" y="135"/>
                    <a:pt x="143" y="136"/>
                    <a:pt x="144" y="136"/>
                  </a:cubicBezTo>
                  <a:cubicBezTo>
                    <a:pt x="144" y="136"/>
                    <a:pt x="144" y="136"/>
                    <a:pt x="144" y="136"/>
                  </a:cubicBezTo>
                  <a:close/>
                  <a:moveTo>
                    <a:pt x="155" y="134"/>
                  </a:moveTo>
                  <a:cubicBezTo>
                    <a:pt x="154" y="135"/>
                    <a:pt x="153" y="135"/>
                    <a:pt x="152" y="136"/>
                  </a:cubicBezTo>
                  <a:cubicBezTo>
                    <a:pt x="152" y="134"/>
                    <a:pt x="152" y="134"/>
                    <a:pt x="152" y="134"/>
                  </a:cubicBezTo>
                  <a:cubicBezTo>
                    <a:pt x="151" y="135"/>
                    <a:pt x="150" y="136"/>
                    <a:pt x="149" y="136"/>
                  </a:cubicBezTo>
                  <a:cubicBezTo>
                    <a:pt x="148" y="136"/>
                    <a:pt x="148" y="136"/>
                    <a:pt x="147" y="135"/>
                  </a:cubicBezTo>
                  <a:cubicBezTo>
                    <a:pt x="146" y="134"/>
                    <a:pt x="145" y="133"/>
                    <a:pt x="145" y="131"/>
                  </a:cubicBezTo>
                  <a:cubicBezTo>
                    <a:pt x="145" y="130"/>
                    <a:pt x="146" y="129"/>
                    <a:pt x="146" y="128"/>
                  </a:cubicBezTo>
                  <a:cubicBezTo>
                    <a:pt x="146" y="127"/>
                    <a:pt x="148" y="126"/>
                    <a:pt x="149" y="126"/>
                  </a:cubicBezTo>
                  <a:cubicBezTo>
                    <a:pt x="150" y="126"/>
                    <a:pt x="150" y="126"/>
                    <a:pt x="151" y="127"/>
                  </a:cubicBezTo>
                  <a:cubicBezTo>
                    <a:pt x="150" y="124"/>
                    <a:pt x="150" y="124"/>
                    <a:pt x="150" y="124"/>
                  </a:cubicBezTo>
                  <a:cubicBezTo>
                    <a:pt x="150" y="123"/>
                    <a:pt x="150" y="123"/>
                    <a:pt x="150" y="123"/>
                  </a:cubicBezTo>
                  <a:cubicBezTo>
                    <a:pt x="150" y="123"/>
                    <a:pt x="150" y="123"/>
                    <a:pt x="149" y="123"/>
                  </a:cubicBezTo>
                  <a:cubicBezTo>
                    <a:pt x="149" y="123"/>
                    <a:pt x="149" y="123"/>
                    <a:pt x="149" y="123"/>
                  </a:cubicBezTo>
                  <a:cubicBezTo>
                    <a:pt x="150" y="123"/>
                    <a:pt x="150" y="122"/>
                    <a:pt x="152" y="121"/>
                  </a:cubicBezTo>
                  <a:cubicBezTo>
                    <a:pt x="153" y="133"/>
                    <a:pt x="153" y="133"/>
                    <a:pt x="153" y="133"/>
                  </a:cubicBezTo>
                  <a:cubicBezTo>
                    <a:pt x="153" y="134"/>
                    <a:pt x="153" y="134"/>
                    <a:pt x="153" y="134"/>
                  </a:cubicBezTo>
                  <a:cubicBezTo>
                    <a:pt x="154" y="134"/>
                    <a:pt x="155" y="134"/>
                    <a:pt x="155" y="134"/>
                  </a:cubicBezTo>
                  <a:cubicBezTo>
                    <a:pt x="155" y="134"/>
                    <a:pt x="155" y="134"/>
                    <a:pt x="155" y="134"/>
                  </a:cubicBezTo>
                  <a:close/>
                  <a:moveTo>
                    <a:pt x="152" y="133"/>
                  </a:moveTo>
                  <a:cubicBezTo>
                    <a:pt x="152" y="129"/>
                    <a:pt x="152" y="129"/>
                    <a:pt x="152" y="129"/>
                  </a:cubicBezTo>
                  <a:cubicBezTo>
                    <a:pt x="152" y="128"/>
                    <a:pt x="151" y="128"/>
                    <a:pt x="151" y="127"/>
                  </a:cubicBezTo>
                  <a:cubicBezTo>
                    <a:pt x="150" y="127"/>
                    <a:pt x="150" y="127"/>
                    <a:pt x="149" y="127"/>
                  </a:cubicBezTo>
                  <a:cubicBezTo>
                    <a:pt x="148" y="127"/>
                    <a:pt x="148" y="127"/>
                    <a:pt x="147" y="128"/>
                  </a:cubicBezTo>
                  <a:cubicBezTo>
                    <a:pt x="147" y="129"/>
                    <a:pt x="147" y="130"/>
                    <a:pt x="147" y="131"/>
                  </a:cubicBezTo>
                  <a:cubicBezTo>
                    <a:pt x="147" y="132"/>
                    <a:pt x="147" y="133"/>
                    <a:pt x="148" y="134"/>
                  </a:cubicBezTo>
                  <a:cubicBezTo>
                    <a:pt x="148" y="135"/>
                    <a:pt x="149" y="135"/>
                    <a:pt x="150" y="135"/>
                  </a:cubicBezTo>
                  <a:cubicBezTo>
                    <a:pt x="150" y="135"/>
                    <a:pt x="150" y="135"/>
                    <a:pt x="151" y="135"/>
                  </a:cubicBezTo>
                  <a:cubicBezTo>
                    <a:pt x="152" y="134"/>
                    <a:pt x="152" y="134"/>
                    <a:pt x="152" y="133"/>
                  </a:cubicBezTo>
                  <a:close/>
                  <a:moveTo>
                    <a:pt x="170" y="122"/>
                  </a:moveTo>
                  <a:cubicBezTo>
                    <a:pt x="170" y="122"/>
                    <a:pt x="170" y="122"/>
                    <a:pt x="170" y="122"/>
                  </a:cubicBezTo>
                  <a:cubicBezTo>
                    <a:pt x="169" y="121"/>
                    <a:pt x="169" y="120"/>
                    <a:pt x="169" y="120"/>
                  </a:cubicBezTo>
                  <a:cubicBezTo>
                    <a:pt x="168" y="120"/>
                    <a:pt x="168" y="120"/>
                    <a:pt x="167" y="120"/>
                  </a:cubicBezTo>
                  <a:cubicBezTo>
                    <a:pt x="165" y="120"/>
                    <a:pt x="165" y="120"/>
                    <a:pt x="165" y="120"/>
                  </a:cubicBezTo>
                  <a:cubicBezTo>
                    <a:pt x="167" y="131"/>
                    <a:pt x="167" y="131"/>
                    <a:pt x="167" y="131"/>
                  </a:cubicBezTo>
                  <a:cubicBezTo>
                    <a:pt x="168" y="132"/>
                    <a:pt x="168" y="132"/>
                    <a:pt x="170" y="132"/>
                  </a:cubicBezTo>
                  <a:cubicBezTo>
                    <a:pt x="170" y="132"/>
                    <a:pt x="170" y="132"/>
                    <a:pt x="170" y="132"/>
                  </a:cubicBezTo>
                  <a:cubicBezTo>
                    <a:pt x="164" y="133"/>
                    <a:pt x="164" y="133"/>
                    <a:pt x="164" y="133"/>
                  </a:cubicBezTo>
                  <a:cubicBezTo>
                    <a:pt x="164" y="133"/>
                    <a:pt x="164" y="133"/>
                    <a:pt x="164" y="133"/>
                  </a:cubicBezTo>
                  <a:cubicBezTo>
                    <a:pt x="165" y="133"/>
                    <a:pt x="166" y="132"/>
                    <a:pt x="165" y="131"/>
                  </a:cubicBezTo>
                  <a:cubicBezTo>
                    <a:pt x="163" y="121"/>
                    <a:pt x="163" y="121"/>
                    <a:pt x="163" y="121"/>
                  </a:cubicBezTo>
                  <a:cubicBezTo>
                    <a:pt x="161" y="121"/>
                    <a:pt x="161" y="121"/>
                    <a:pt x="161" y="121"/>
                  </a:cubicBezTo>
                  <a:cubicBezTo>
                    <a:pt x="160" y="121"/>
                    <a:pt x="160" y="122"/>
                    <a:pt x="159" y="122"/>
                  </a:cubicBezTo>
                  <a:cubicBezTo>
                    <a:pt x="159" y="123"/>
                    <a:pt x="159" y="123"/>
                    <a:pt x="159" y="124"/>
                  </a:cubicBezTo>
                  <a:cubicBezTo>
                    <a:pt x="159" y="124"/>
                    <a:pt x="159" y="124"/>
                    <a:pt x="159" y="124"/>
                  </a:cubicBezTo>
                  <a:cubicBezTo>
                    <a:pt x="158" y="121"/>
                    <a:pt x="158" y="121"/>
                    <a:pt x="158" y="121"/>
                  </a:cubicBezTo>
                  <a:cubicBezTo>
                    <a:pt x="169" y="118"/>
                    <a:pt x="169" y="118"/>
                    <a:pt x="169" y="118"/>
                  </a:cubicBezTo>
                  <a:cubicBezTo>
                    <a:pt x="170" y="122"/>
                    <a:pt x="170" y="122"/>
                    <a:pt x="170" y="122"/>
                  </a:cubicBezTo>
                  <a:close/>
                  <a:moveTo>
                    <a:pt x="181" y="125"/>
                  </a:moveTo>
                  <a:cubicBezTo>
                    <a:pt x="181" y="126"/>
                    <a:pt x="181" y="127"/>
                    <a:pt x="180" y="128"/>
                  </a:cubicBezTo>
                  <a:cubicBezTo>
                    <a:pt x="180" y="129"/>
                    <a:pt x="179" y="130"/>
                    <a:pt x="178" y="130"/>
                  </a:cubicBezTo>
                  <a:cubicBezTo>
                    <a:pt x="177" y="131"/>
                    <a:pt x="176" y="131"/>
                    <a:pt x="176" y="130"/>
                  </a:cubicBezTo>
                  <a:cubicBezTo>
                    <a:pt x="174" y="129"/>
                    <a:pt x="174" y="128"/>
                    <a:pt x="173" y="127"/>
                  </a:cubicBezTo>
                  <a:cubicBezTo>
                    <a:pt x="173" y="126"/>
                    <a:pt x="173" y="125"/>
                    <a:pt x="173" y="123"/>
                  </a:cubicBezTo>
                  <a:cubicBezTo>
                    <a:pt x="174" y="122"/>
                    <a:pt x="174" y="121"/>
                    <a:pt x="176" y="121"/>
                  </a:cubicBezTo>
                  <a:cubicBezTo>
                    <a:pt x="177" y="121"/>
                    <a:pt x="178" y="121"/>
                    <a:pt x="178" y="121"/>
                  </a:cubicBezTo>
                  <a:cubicBezTo>
                    <a:pt x="179" y="121"/>
                    <a:pt x="180" y="122"/>
                    <a:pt x="180" y="123"/>
                  </a:cubicBezTo>
                  <a:cubicBezTo>
                    <a:pt x="174" y="125"/>
                    <a:pt x="174" y="125"/>
                    <a:pt x="174" y="125"/>
                  </a:cubicBezTo>
                  <a:cubicBezTo>
                    <a:pt x="175" y="126"/>
                    <a:pt x="176" y="127"/>
                    <a:pt x="176" y="128"/>
                  </a:cubicBezTo>
                  <a:cubicBezTo>
                    <a:pt x="177" y="129"/>
                    <a:pt x="178" y="129"/>
                    <a:pt x="179" y="128"/>
                  </a:cubicBezTo>
                  <a:cubicBezTo>
                    <a:pt x="180" y="128"/>
                    <a:pt x="180" y="127"/>
                    <a:pt x="181" y="127"/>
                  </a:cubicBezTo>
                  <a:cubicBezTo>
                    <a:pt x="180" y="127"/>
                    <a:pt x="181" y="126"/>
                    <a:pt x="181" y="125"/>
                  </a:cubicBezTo>
                  <a:cubicBezTo>
                    <a:pt x="181" y="125"/>
                    <a:pt x="181" y="125"/>
                    <a:pt x="181" y="125"/>
                  </a:cubicBezTo>
                  <a:close/>
                  <a:moveTo>
                    <a:pt x="178" y="123"/>
                  </a:moveTo>
                  <a:cubicBezTo>
                    <a:pt x="177" y="122"/>
                    <a:pt x="176" y="121"/>
                    <a:pt x="175" y="122"/>
                  </a:cubicBezTo>
                  <a:cubicBezTo>
                    <a:pt x="174" y="122"/>
                    <a:pt x="173" y="123"/>
                    <a:pt x="173" y="125"/>
                  </a:cubicBezTo>
                  <a:cubicBezTo>
                    <a:pt x="178" y="123"/>
                    <a:pt x="178" y="123"/>
                    <a:pt x="178" y="123"/>
                  </a:cubicBezTo>
                  <a:close/>
                  <a:moveTo>
                    <a:pt x="190" y="122"/>
                  </a:moveTo>
                  <a:cubicBezTo>
                    <a:pt x="190" y="123"/>
                    <a:pt x="190" y="124"/>
                    <a:pt x="190" y="125"/>
                  </a:cubicBezTo>
                  <a:cubicBezTo>
                    <a:pt x="189" y="126"/>
                    <a:pt x="188" y="127"/>
                    <a:pt x="188" y="127"/>
                  </a:cubicBezTo>
                  <a:cubicBezTo>
                    <a:pt x="186" y="127"/>
                    <a:pt x="186" y="127"/>
                    <a:pt x="184" y="127"/>
                  </a:cubicBezTo>
                  <a:cubicBezTo>
                    <a:pt x="183" y="127"/>
                    <a:pt x="182" y="125"/>
                    <a:pt x="182" y="124"/>
                  </a:cubicBezTo>
                  <a:cubicBezTo>
                    <a:pt x="182" y="123"/>
                    <a:pt x="182" y="122"/>
                    <a:pt x="182" y="121"/>
                  </a:cubicBezTo>
                  <a:cubicBezTo>
                    <a:pt x="182" y="119"/>
                    <a:pt x="183" y="119"/>
                    <a:pt x="185" y="118"/>
                  </a:cubicBezTo>
                  <a:cubicBezTo>
                    <a:pt x="186" y="118"/>
                    <a:pt x="186" y="118"/>
                    <a:pt x="187" y="118"/>
                  </a:cubicBezTo>
                  <a:cubicBezTo>
                    <a:pt x="188" y="118"/>
                    <a:pt x="188" y="118"/>
                    <a:pt x="188" y="119"/>
                  </a:cubicBezTo>
                  <a:cubicBezTo>
                    <a:pt x="188" y="119"/>
                    <a:pt x="188" y="119"/>
                    <a:pt x="188" y="119"/>
                  </a:cubicBezTo>
                  <a:cubicBezTo>
                    <a:pt x="188" y="120"/>
                    <a:pt x="188" y="120"/>
                    <a:pt x="188" y="120"/>
                  </a:cubicBezTo>
                  <a:cubicBezTo>
                    <a:pt x="188" y="120"/>
                    <a:pt x="188" y="120"/>
                    <a:pt x="187" y="120"/>
                  </a:cubicBezTo>
                  <a:cubicBezTo>
                    <a:pt x="187" y="120"/>
                    <a:pt x="187" y="119"/>
                    <a:pt x="187" y="119"/>
                  </a:cubicBezTo>
                  <a:cubicBezTo>
                    <a:pt x="187" y="119"/>
                    <a:pt x="186" y="119"/>
                    <a:pt x="186" y="119"/>
                  </a:cubicBezTo>
                  <a:cubicBezTo>
                    <a:pt x="186" y="119"/>
                    <a:pt x="185" y="119"/>
                    <a:pt x="185" y="119"/>
                  </a:cubicBezTo>
                  <a:cubicBezTo>
                    <a:pt x="184" y="119"/>
                    <a:pt x="183" y="120"/>
                    <a:pt x="183" y="121"/>
                  </a:cubicBezTo>
                  <a:cubicBezTo>
                    <a:pt x="183" y="121"/>
                    <a:pt x="183" y="122"/>
                    <a:pt x="184" y="123"/>
                  </a:cubicBezTo>
                  <a:cubicBezTo>
                    <a:pt x="184" y="124"/>
                    <a:pt x="185" y="125"/>
                    <a:pt x="186" y="125"/>
                  </a:cubicBezTo>
                  <a:cubicBezTo>
                    <a:pt x="186" y="126"/>
                    <a:pt x="187" y="126"/>
                    <a:pt x="188" y="126"/>
                  </a:cubicBezTo>
                  <a:cubicBezTo>
                    <a:pt x="189" y="125"/>
                    <a:pt x="190" y="124"/>
                    <a:pt x="190" y="122"/>
                  </a:cubicBezTo>
                  <a:cubicBezTo>
                    <a:pt x="190" y="122"/>
                    <a:pt x="190" y="122"/>
                    <a:pt x="190" y="122"/>
                  </a:cubicBezTo>
                  <a:close/>
                  <a:moveTo>
                    <a:pt x="202" y="120"/>
                  </a:moveTo>
                  <a:cubicBezTo>
                    <a:pt x="198" y="122"/>
                    <a:pt x="198" y="122"/>
                    <a:pt x="198" y="122"/>
                  </a:cubicBezTo>
                  <a:cubicBezTo>
                    <a:pt x="198" y="121"/>
                    <a:pt x="198" y="121"/>
                    <a:pt x="198" y="121"/>
                  </a:cubicBezTo>
                  <a:cubicBezTo>
                    <a:pt x="199" y="121"/>
                    <a:pt x="199" y="121"/>
                    <a:pt x="198" y="120"/>
                  </a:cubicBezTo>
                  <a:cubicBezTo>
                    <a:pt x="196" y="115"/>
                    <a:pt x="196" y="115"/>
                    <a:pt x="196" y="115"/>
                  </a:cubicBezTo>
                  <a:cubicBezTo>
                    <a:pt x="195" y="114"/>
                    <a:pt x="195" y="114"/>
                    <a:pt x="194" y="115"/>
                  </a:cubicBezTo>
                  <a:cubicBezTo>
                    <a:pt x="193" y="115"/>
                    <a:pt x="192" y="116"/>
                    <a:pt x="192" y="117"/>
                  </a:cubicBezTo>
                  <a:cubicBezTo>
                    <a:pt x="194" y="121"/>
                    <a:pt x="194" y="121"/>
                    <a:pt x="194" y="121"/>
                  </a:cubicBezTo>
                  <a:cubicBezTo>
                    <a:pt x="195" y="122"/>
                    <a:pt x="196" y="122"/>
                    <a:pt x="196" y="122"/>
                  </a:cubicBezTo>
                  <a:cubicBezTo>
                    <a:pt x="196" y="122"/>
                    <a:pt x="196" y="122"/>
                    <a:pt x="196" y="122"/>
                  </a:cubicBezTo>
                  <a:cubicBezTo>
                    <a:pt x="192" y="124"/>
                    <a:pt x="192" y="124"/>
                    <a:pt x="192" y="124"/>
                  </a:cubicBezTo>
                  <a:cubicBezTo>
                    <a:pt x="192" y="124"/>
                    <a:pt x="192" y="124"/>
                    <a:pt x="192" y="124"/>
                  </a:cubicBezTo>
                  <a:cubicBezTo>
                    <a:pt x="193" y="123"/>
                    <a:pt x="193" y="123"/>
                    <a:pt x="192" y="122"/>
                  </a:cubicBezTo>
                  <a:cubicBezTo>
                    <a:pt x="188" y="113"/>
                    <a:pt x="188" y="113"/>
                    <a:pt x="188" y="113"/>
                  </a:cubicBezTo>
                  <a:cubicBezTo>
                    <a:pt x="187" y="113"/>
                    <a:pt x="187" y="113"/>
                    <a:pt x="187" y="113"/>
                  </a:cubicBezTo>
                  <a:cubicBezTo>
                    <a:pt x="187" y="113"/>
                    <a:pt x="186" y="113"/>
                    <a:pt x="186" y="113"/>
                  </a:cubicBezTo>
                  <a:cubicBezTo>
                    <a:pt x="186" y="113"/>
                    <a:pt x="186" y="113"/>
                    <a:pt x="186" y="113"/>
                  </a:cubicBezTo>
                  <a:cubicBezTo>
                    <a:pt x="186" y="112"/>
                    <a:pt x="187" y="111"/>
                    <a:pt x="188" y="110"/>
                  </a:cubicBezTo>
                  <a:cubicBezTo>
                    <a:pt x="191" y="116"/>
                    <a:pt x="191" y="116"/>
                    <a:pt x="191" y="116"/>
                  </a:cubicBezTo>
                  <a:cubicBezTo>
                    <a:pt x="192" y="114"/>
                    <a:pt x="192" y="113"/>
                    <a:pt x="193" y="113"/>
                  </a:cubicBezTo>
                  <a:cubicBezTo>
                    <a:pt x="195" y="112"/>
                    <a:pt x="196" y="113"/>
                    <a:pt x="197" y="115"/>
                  </a:cubicBezTo>
                  <a:cubicBezTo>
                    <a:pt x="199" y="119"/>
                    <a:pt x="199" y="119"/>
                    <a:pt x="199" y="119"/>
                  </a:cubicBezTo>
                  <a:cubicBezTo>
                    <a:pt x="200" y="120"/>
                    <a:pt x="201" y="120"/>
                    <a:pt x="202" y="120"/>
                  </a:cubicBezTo>
                  <a:cubicBezTo>
                    <a:pt x="202" y="120"/>
                    <a:pt x="202" y="120"/>
                    <a:pt x="202" y="120"/>
                  </a:cubicBezTo>
                  <a:close/>
                  <a:moveTo>
                    <a:pt x="212" y="114"/>
                  </a:moveTo>
                  <a:cubicBezTo>
                    <a:pt x="208" y="116"/>
                    <a:pt x="208" y="116"/>
                    <a:pt x="208" y="116"/>
                  </a:cubicBezTo>
                  <a:cubicBezTo>
                    <a:pt x="208" y="116"/>
                    <a:pt x="208" y="116"/>
                    <a:pt x="208" y="116"/>
                  </a:cubicBezTo>
                  <a:cubicBezTo>
                    <a:pt x="209" y="115"/>
                    <a:pt x="209" y="115"/>
                    <a:pt x="209" y="114"/>
                  </a:cubicBezTo>
                  <a:cubicBezTo>
                    <a:pt x="206" y="110"/>
                    <a:pt x="206" y="110"/>
                    <a:pt x="206" y="110"/>
                  </a:cubicBezTo>
                  <a:cubicBezTo>
                    <a:pt x="206" y="109"/>
                    <a:pt x="206" y="109"/>
                    <a:pt x="206" y="109"/>
                  </a:cubicBezTo>
                  <a:cubicBezTo>
                    <a:pt x="205" y="109"/>
                    <a:pt x="205" y="109"/>
                    <a:pt x="204" y="109"/>
                  </a:cubicBezTo>
                  <a:cubicBezTo>
                    <a:pt x="203" y="110"/>
                    <a:pt x="202" y="111"/>
                    <a:pt x="202" y="111"/>
                  </a:cubicBezTo>
                  <a:cubicBezTo>
                    <a:pt x="205" y="116"/>
                    <a:pt x="205" y="116"/>
                    <a:pt x="205" y="116"/>
                  </a:cubicBezTo>
                  <a:cubicBezTo>
                    <a:pt x="206" y="117"/>
                    <a:pt x="206" y="117"/>
                    <a:pt x="207" y="117"/>
                  </a:cubicBezTo>
                  <a:cubicBezTo>
                    <a:pt x="207" y="117"/>
                    <a:pt x="207" y="117"/>
                    <a:pt x="207" y="117"/>
                  </a:cubicBezTo>
                  <a:cubicBezTo>
                    <a:pt x="203" y="119"/>
                    <a:pt x="203" y="119"/>
                    <a:pt x="203" y="119"/>
                  </a:cubicBezTo>
                  <a:cubicBezTo>
                    <a:pt x="203" y="119"/>
                    <a:pt x="203" y="119"/>
                    <a:pt x="203" y="119"/>
                  </a:cubicBezTo>
                  <a:cubicBezTo>
                    <a:pt x="204" y="119"/>
                    <a:pt x="204" y="118"/>
                    <a:pt x="204" y="117"/>
                  </a:cubicBezTo>
                  <a:cubicBezTo>
                    <a:pt x="201" y="113"/>
                    <a:pt x="201" y="113"/>
                    <a:pt x="201" y="113"/>
                  </a:cubicBezTo>
                  <a:cubicBezTo>
                    <a:pt x="200" y="112"/>
                    <a:pt x="200" y="112"/>
                    <a:pt x="200" y="112"/>
                  </a:cubicBezTo>
                  <a:cubicBezTo>
                    <a:pt x="200" y="112"/>
                    <a:pt x="200" y="112"/>
                    <a:pt x="199" y="113"/>
                  </a:cubicBezTo>
                  <a:cubicBezTo>
                    <a:pt x="199" y="112"/>
                    <a:pt x="199" y="112"/>
                    <a:pt x="199" y="112"/>
                  </a:cubicBezTo>
                  <a:cubicBezTo>
                    <a:pt x="201" y="110"/>
                    <a:pt x="201" y="110"/>
                    <a:pt x="201" y="110"/>
                  </a:cubicBezTo>
                  <a:cubicBezTo>
                    <a:pt x="202" y="111"/>
                    <a:pt x="202" y="111"/>
                    <a:pt x="202" y="111"/>
                  </a:cubicBezTo>
                  <a:cubicBezTo>
                    <a:pt x="202" y="110"/>
                    <a:pt x="203" y="109"/>
                    <a:pt x="204" y="108"/>
                  </a:cubicBezTo>
                  <a:cubicBezTo>
                    <a:pt x="205" y="107"/>
                    <a:pt x="206" y="108"/>
                    <a:pt x="208" y="110"/>
                  </a:cubicBezTo>
                  <a:cubicBezTo>
                    <a:pt x="210" y="114"/>
                    <a:pt x="210" y="114"/>
                    <a:pt x="210" y="114"/>
                  </a:cubicBezTo>
                  <a:cubicBezTo>
                    <a:pt x="210" y="114"/>
                    <a:pt x="211" y="115"/>
                    <a:pt x="212" y="114"/>
                  </a:cubicBezTo>
                  <a:cubicBezTo>
                    <a:pt x="212" y="114"/>
                    <a:pt x="212" y="114"/>
                    <a:pt x="212" y="114"/>
                  </a:cubicBezTo>
                  <a:close/>
                  <a:moveTo>
                    <a:pt x="218" y="104"/>
                  </a:moveTo>
                  <a:cubicBezTo>
                    <a:pt x="219" y="105"/>
                    <a:pt x="219" y="107"/>
                    <a:pt x="219" y="108"/>
                  </a:cubicBezTo>
                  <a:cubicBezTo>
                    <a:pt x="219" y="109"/>
                    <a:pt x="218" y="110"/>
                    <a:pt x="217" y="111"/>
                  </a:cubicBezTo>
                  <a:cubicBezTo>
                    <a:pt x="216" y="112"/>
                    <a:pt x="215" y="112"/>
                    <a:pt x="214" y="112"/>
                  </a:cubicBezTo>
                  <a:cubicBezTo>
                    <a:pt x="212" y="111"/>
                    <a:pt x="211" y="111"/>
                    <a:pt x="210" y="110"/>
                  </a:cubicBezTo>
                  <a:cubicBezTo>
                    <a:pt x="210" y="109"/>
                    <a:pt x="209" y="107"/>
                    <a:pt x="209" y="106"/>
                  </a:cubicBezTo>
                  <a:cubicBezTo>
                    <a:pt x="209" y="105"/>
                    <a:pt x="210" y="104"/>
                    <a:pt x="211" y="103"/>
                  </a:cubicBezTo>
                  <a:cubicBezTo>
                    <a:pt x="212" y="102"/>
                    <a:pt x="214" y="102"/>
                    <a:pt x="215" y="102"/>
                  </a:cubicBezTo>
                  <a:cubicBezTo>
                    <a:pt x="216" y="102"/>
                    <a:pt x="217" y="103"/>
                    <a:pt x="218" y="104"/>
                  </a:cubicBezTo>
                  <a:close/>
                  <a:moveTo>
                    <a:pt x="217" y="106"/>
                  </a:moveTo>
                  <a:cubicBezTo>
                    <a:pt x="216" y="105"/>
                    <a:pt x="215" y="104"/>
                    <a:pt x="214" y="103"/>
                  </a:cubicBezTo>
                  <a:cubicBezTo>
                    <a:pt x="213" y="103"/>
                    <a:pt x="212" y="103"/>
                    <a:pt x="212" y="103"/>
                  </a:cubicBezTo>
                  <a:cubicBezTo>
                    <a:pt x="211" y="104"/>
                    <a:pt x="211" y="105"/>
                    <a:pt x="211" y="105"/>
                  </a:cubicBezTo>
                  <a:cubicBezTo>
                    <a:pt x="211" y="106"/>
                    <a:pt x="211" y="107"/>
                    <a:pt x="212" y="108"/>
                  </a:cubicBezTo>
                  <a:cubicBezTo>
                    <a:pt x="212" y="109"/>
                    <a:pt x="213" y="110"/>
                    <a:pt x="214" y="110"/>
                  </a:cubicBezTo>
                  <a:cubicBezTo>
                    <a:pt x="215" y="111"/>
                    <a:pt x="216" y="111"/>
                    <a:pt x="217" y="110"/>
                  </a:cubicBezTo>
                  <a:cubicBezTo>
                    <a:pt x="218" y="110"/>
                    <a:pt x="218" y="109"/>
                    <a:pt x="218" y="108"/>
                  </a:cubicBezTo>
                  <a:cubicBezTo>
                    <a:pt x="218" y="107"/>
                    <a:pt x="217" y="107"/>
                    <a:pt x="217" y="106"/>
                  </a:cubicBezTo>
                  <a:close/>
                  <a:moveTo>
                    <a:pt x="226" y="103"/>
                  </a:moveTo>
                  <a:cubicBezTo>
                    <a:pt x="222" y="107"/>
                    <a:pt x="222" y="107"/>
                    <a:pt x="222" y="107"/>
                  </a:cubicBezTo>
                  <a:cubicBezTo>
                    <a:pt x="222" y="106"/>
                    <a:pt x="222" y="106"/>
                    <a:pt x="222" y="106"/>
                  </a:cubicBezTo>
                  <a:cubicBezTo>
                    <a:pt x="223" y="105"/>
                    <a:pt x="223" y="105"/>
                    <a:pt x="223" y="104"/>
                  </a:cubicBezTo>
                  <a:cubicBezTo>
                    <a:pt x="216" y="97"/>
                    <a:pt x="216" y="97"/>
                    <a:pt x="216" y="97"/>
                  </a:cubicBezTo>
                  <a:cubicBezTo>
                    <a:pt x="216" y="96"/>
                    <a:pt x="216" y="96"/>
                    <a:pt x="215" y="96"/>
                  </a:cubicBezTo>
                  <a:cubicBezTo>
                    <a:pt x="215" y="96"/>
                    <a:pt x="215" y="96"/>
                    <a:pt x="214" y="97"/>
                  </a:cubicBezTo>
                  <a:cubicBezTo>
                    <a:pt x="214" y="97"/>
                    <a:pt x="214" y="97"/>
                    <a:pt x="214" y="97"/>
                  </a:cubicBezTo>
                  <a:cubicBezTo>
                    <a:pt x="214" y="97"/>
                    <a:pt x="214" y="97"/>
                    <a:pt x="214" y="97"/>
                  </a:cubicBezTo>
                  <a:cubicBezTo>
                    <a:pt x="214" y="96"/>
                    <a:pt x="215" y="95"/>
                    <a:pt x="216" y="94"/>
                  </a:cubicBezTo>
                  <a:cubicBezTo>
                    <a:pt x="224" y="103"/>
                    <a:pt x="224" y="103"/>
                    <a:pt x="224" y="103"/>
                  </a:cubicBezTo>
                  <a:cubicBezTo>
                    <a:pt x="224" y="104"/>
                    <a:pt x="225" y="104"/>
                    <a:pt x="226" y="103"/>
                  </a:cubicBezTo>
                  <a:cubicBezTo>
                    <a:pt x="226" y="103"/>
                    <a:pt x="226" y="103"/>
                    <a:pt x="226" y="103"/>
                  </a:cubicBezTo>
                  <a:close/>
                  <a:moveTo>
                    <a:pt x="231" y="93"/>
                  </a:moveTo>
                  <a:cubicBezTo>
                    <a:pt x="232" y="94"/>
                    <a:pt x="232" y="95"/>
                    <a:pt x="232" y="96"/>
                  </a:cubicBezTo>
                  <a:cubicBezTo>
                    <a:pt x="232" y="97"/>
                    <a:pt x="232" y="99"/>
                    <a:pt x="230" y="99"/>
                  </a:cubicBezTo>
                  <a:cubicBezTo>
                    <a:pt x="230" y="100"/>
                    <a:pt x="228" y="101"/>
                    <a:pt x="227" y="101"/>
                  </a:cubicBezTo>
                  <a:cubicBezTo>
                    <a:pt x="226" y="101"/>
                    <a:pt x="225" y="100"/>
                    <a:pt x="224" y="99"/>
                  </a:cubicBezTo>
                  <a:cubicBezTo>
                    <a:pt x="223" y="98"/>
                    <a:pt x="222" y="97"/>
                    <a:pt x="222" y="96"/>
                  </a:cubicBezTo>
                  <a:cubicBezTo>
                    <a:pt x="222" y="95"/>
                    <a:pt x="223" y="93"/>
                    <a:pt x="224" y="93"/>
                  </a:cubicBezTo>
                  <a:cubicBezTo>
                    <a:pt x="225" y="92"/>
                    <a:pt x="226" y="91"/>
                    <a:pt x="227" y="91"/>
                  </a:cubicBezTo>
                  <a:cubicBezTo>
                    <a:pt x="229" y="91"/>
                    <a:pt x="230" y="91"/>
                    <a:pt x="231" y="93"/>
                  </a:cubicBezTo>
                  <a:close/>
                  <a:moveTo>
                    <a:pt x="230" y="95"/>
                  </a:moveTo>
                  <a:cubicBezTo>
                    <a:pt x="229" y="94"/>
                    <a:pt x="228" y="93"/>
                    <a:pt x="227" y="93"/>
                  </a:cubicBezTo>
                  <a:cubicBezTo>
                    <a:pt x="226" y="92"/>
                    <a:pt x="225" y="92"/>
                    <a:pt x="224" y="93"/>
                  </a:cubicBezTo>
                  <a:cubicBezTo>
                    <a:pt x="224" y="93"/>
                    <a:pt x="224" y="94"/>
                    <a:pt x="224" y="95"/>
                  </a:cubicBezTo>
                  <a:cubicBezTo>
                    <a:pt x="224" y="96"/>
                    <a:pt x="224" y="96"/>
                    <a:pt x="225" y="97"/>
                  </a:cubicBezTo>
                  <a:cubicBezTo>
                    <a:pt x="226" y="98"/>
                    <a:pt x="227" y="99"/>
                    <a:pt x="228" y="99"/>
                  </a:cubicBezTo>
                  <a:cubicBezTo>
                    <a:pt x="229" y="99"/>
                    <a:pt x="230" y="99"/>
                    <a:pt x="231" y="99"/>
                  </a:cubicBezTo>
                  <a:cubicBezTo>
                    <a:pt x="232" y="98"/>
                    <a:pt x="232" y="97"/>
                    <a:pt x="231" y="97"/>
                  </a:cubicBezTo>
                  <a:cubicBezTo>
                    <a:pt x="231" y="96"/>
                    <a:pt x="231" y="95"/>
                    <a:pt x="230" y="95"/>
                  </a:cubicBezTo>
                  <a:close/>
                  <a:moveTo>
                    <a:pt x="236" y="82"/>
                  </a:moveTo>
                  <a:cubicBezTo>
                    <a:pt x="234" y="83"/>
                    <a:pt x="234" y="83"/>
                    <a:pt x="234" y="83"/>
                  </a:cubicBezTo>
                  <a:cubicBezTo>
                    <a:pt x="235" y="83"/>
                    <a:pt x="236" y="84"/>
                    <a:pt x="236" y="84"/>
                  </a:cubicBezTo>
                  <a:cubicBezTo>
                    <a:pt x="237" y="85"/>
                    <a:pt x="237" y="85"/>
                    <a:pt x="237" y="87"/>
                  </a:cubicBezTo>
                  <a:cubicBezTo>
                    <a:pt x="237" y="87"/>
                    <a:pt x="237" y="88"/>
                    <a:pt x="236" y="89"/>
                  </a:cubicBezTo>
                  <a:cubicBezTo>
                    <a:pt x="236" y="89"/>
                    <a:pt x="236" y="89"/>
                    <a:pt x="236" y="90"/>
                  </a:cubicBezTo>
                  <a:cubicBezTo>
                    <a:pt x="236" y="91"/>
                    <a:pt x="236" y="91"/>
                    <a:pt x="236" y="91"/>
                  </a:cubicBezTo>
                  <a:cubicBezTo>
                    <a:pt x="236" y="92"/>
                    <a:pt x="237" y="91"/>
                    <a:pt x="238" y="90"/>
                  </a:cubicBezTo>
                  <a:cubicBezTo>
                    <a:pt x="239" y="89"/>
                    <a:pt x="240" y="88"/>
                    <a:pt x="240" y="87"/>
                  </a:cubicBezTo>
                  <a:cubicBezTo>
                    <a:pt x="241" y="87"/>
                    <a:pt x="242" y="87"/>
                    <a:pt x="242" y="88"/>
                  </a:cubicBezTo>
                  <a:cubicBezTo>
                    <a:pt x="243" y="88"/>
                    <a:pt x="243" y="89"/>
                    <a:pt x="243" y="91"/>
                  </a:cubicBezTo>
                  <a:cubicBezTo>
                    <a:pt x="243" y="92"/>
                    <a:pt x="242" y="93"/>
                    <a:pt x="242" y="94"/>
                  </a:cubicBezTo>
                  <a:cubicBezTo>
                    <a:pt x="241" y="95"/>
                    <a:pt x="240" y="95"/>
                    <a:pt x="239" y="96"/>
                  </a:cubicBezTo>
                  <a:cubicBezTo>
                    <a:pt x="238" y="96"/>
                    <a:pt x="238" y="96"/>
                    <a:pt x="238" y="95"/>
                  </a:cubicBezTo>
                  <a:cubicBezTo>
                    <a:pt x="237" y="95"/>
                    <a:pt x="237" y="95"/>
                    <a:pt x="237" y="94"/>
                  </a:cubicBezTo>
                  <a:cubicBezTo>
                    <a:pt x="237" y="94"/>
                    <a:pt x="237" y="93"/>
                    <a:pt x="237" y="93"/>
                  </a:cubicBezTo>
                  <a:cubicBezTo>
                    <a:pt x="237" y="93"/>
                    <a:pt x="237" y="93"/>
                    <a:pt x="236" y="93"/>
                  </a:cubicBezTo>
                  <a:cubicBezTo>
                    <a:pt x="236" y="93"/>
                    <a:pt x="236" y="93"/>
                    <a:pt x="236" y="93"/>
                  </a:cubicBezTo>
                  <a:cubicBezTo>
                    <a:pt x="235" y="93"/>
                    <a:pt x="235" y="92"/>
                    <a:pt x="235" y="92"/>
                  </a:cubicBezTo>
                  <a:cubicBezTo>
                    <a:pt x="235" y="91"/>
                    <a:pt x="235" y="91"/>
                    <a:pt x="235" y="90"/>
                  </a:cubicBezTo>
                  <a:cubicBezTo>
                    <a:pt x="234" y="91"/>
                    <a:pt x="233" y="91"/>
                    <a:pt x="232" y="90"/>
                  </a:cubicBezTo>
                  <a:cubicBezTo>
                    <a:pt x="231" y="89"/>
                    <a:pt x="230" y="89"/>
                    <a:pt x="230" y="87"/>
                  </a:cubicBezTo>
                  <a:cubicBezTo>
                    <a:pt x="230" y="87"/>
                    <a:pt x="231" y="85"/>
                    <a:pt x="232" y="85"/>
                  </a:cubicBezTo>
                  <a:cubicBezTo>
                    <a:pt x="232" y="84"/>
                    <a:pt x="232" y="84"/>
                    <a:pt x="233" y="83"/>
                  </a:cubicBezTo>
                  <a:cubicBezTo>
                    <a:pt x="234" y="83"/>
                    <a:pt x="234" y="83"/>
                    <a:pt x="234" y="83"/>
                  </a:cubicBezTo>
                  <a:cubicBezTo>
                    <a:pt x="235" y="81"/>
                    <a:pt x="235" y="81"/>
                    <a:pt x="235" y="81"/>
                  </a:cubicBezTo>
                  <a:cubicBezTo>
                    <a:pt x="236" y="82"/>
                    <a:pt x="236" y="82"/>
                    <a:pt x="236" y="82"/>
                  </a:cubicBezTo>
                  <a:close/>
                  <a:moveTo>
                    <a:pt x="236" y="86"/>
                  </a:moveTo>
                  <a:cubicBezTo>
                    <a:pt x="235" y="86"/>
                    <a:pt x="234" y="85"/>
                    <a:pt x="234" y="85"/>
                  </a:cubicBezTo>
                  <a:cubicBezTo>
                    <a:pt x="233" y="85"/>
                    <a:pt x="232" y="85"/>
                    <a:pt x="232" y="85"/>
                  </a:cubicBezTo>
                  <a:cubicBezTo>
                    <a:pt x="231" y="86"/>
                    <a:pt x="231" y="86"/>
                    <a:pt x="231" y="87"/>
                  </a:cubicBezTo>
                  <a:cubicBezTo>
                    <a:pt x="231" y="87"/>
                    <a:pt x="232" y="87"/>
                    <a:pt x="232" y="88"/>
                  </a:cubicBezTo>
                  <a:cubicBezTo>
                    <a:pt x="233" y="88"/>
                    <a:pt x="233" y="89"/>
                    <a:pt x="234" y="89"/>
                  </a:cubicBezTo>
                  <a:cubicBezTo>
                    <a:pt x="235" y="89"/>
                    <a:pt x="235" y="89"/>
                    <a:pt x="236" y="89"/>
                  </a:cubicBezTo>
                  <a:cubicBezTo>
                    <a:pt x="237" y="88"/>
                    <a:pt x="236" y="87"/>
                    <a:pt x="236" y="86"/>
                  </a:cubicBezTo>
                  <a:close/>
                  <a:moveTo>
                    <a:pt x="242" y="89"/>
                  </a:moveTo>
                  <a:cubicBezTo>
                    <a:pt x="242" y="89"/>
                    <a:pt x="241" y="89"/>
                    <a:pt x="240" y="89"/>
                  </a:cubicBezTo>
                  <a:cubicBezTo>
                    <a:pt x="240" y="90"/>
                    <a:pt x="240" y="90"/>
                    <a:pt x="239" y="91"/>
                  </a:cubicBezTo>
                  <a:cubicBezTo>
                    <a:pt x="238" y="92"/>
                    <a:pt x="238" y="92"/>
                    <a:pt x="237" y="93"/>
                  </a:cubicBezTo>
                  <a:cubicBezTo>
                    <a:pt x="237" y="93"/>
                    <a:pt x="238" y="94"/>
                    <a:pt x="238" y="95"/>
                  </a:cubicBezTo>
                  <a:cubicBezTo>
                    <a:pt x="239" y="95"/>
                    <a:pt x="240" y="95"/>
                    <a:pt x="241" y="93"/>
                  </a:cubicBezTo>
                  <a:cubicBezTo>
                    <a:pt x="242" y="93"/>
                    <a:pt x="242" y="91"/>
                    <a:pt x="243" y="91"/>
                  </a:cubicBezTo>
                  <a:cubicBezTo>
                    <a:pt x="243" y="90"/>
                    <a:pt x="242" y="89"/>
                    <a:pt x="242" y="89"/>
                  </a:cubicBezTo>
                  <a:close/>
                  <a:moveTo>
                    <a:pt x="242" y="73"/>
                  </a:moveTo>
                  <a:cubicBezTo>
                    <a:pt x="242" y="73"/>
                    <a:pt x="242" y="73"/>
                    <a:pt x="242" y="74"/>
                  </a:cubicBezTo>
                  <a:cubicBezTo>
                    <a:pt x="242" y="74"/>
                    <a:pt x="242" y="74"/>
                    <a:pt x="242" y="75"/>
                  </a:cubicBezTo>
                  <a:cubicBezTo>
                    <a:pt x="247" y="83"/>
                    <a:pt x="247" y="83"/>
                    <a:pt x="247" y="83"/>
                  </a:cubicBezTo>
                  <a:cubicBezTo>
                    <a:pt x="248" y="85"/>
                    <a:pt x="248" y="86"/>
                    <a:pt x="247" y="87"/>
                  </a:cubicBezTo>
                  <a:cubicBezTo>
                    <a:pt x="246" y="88"/>
                    <a:pt x="246" y="88"/>
                    <a:pt x="245" y="87"/>
                  </a:cubicBezTo>
                  <a:cubicBezTo>
                    <a:pt x="245" y="87"/>
                    <a:pt x="245" y="87"/>
                    <a:pt x="245" y="87"/>
                  </a:cubicBezTo>
                  <a:cubicBezTo>
                    <a:pt x="245" y="86"/>
                    <a:pt x="245" y="86"/>
                    <a:pt x="245" y="86"/>
                  </a:cubicBezTo>
                  <a:cubicBezTo>
                    <a:pt x="245" y="86"/>
                    <a:pt x="246" y="85"/>
                    <a:pt x="246" y="85"/>
                  </a:cubicBezTo>
                  <a:cubicBezTo>
                    <a:pt x="246" y="85"/>
                    <a:pt x="246" y="85"/>
                    <a:pt x="246" y="85"/>
                  </a:cubicBezTo>
                  <a:cubicBezTo>
                    <a:pt x="247" y="85"/>
                    <a:pt x="246" y="83"/>
                    <a:pt x="245" y="81"/>
                  </a:cubicBezTo>
                  <a:cubicBezTo>
                    <a:pt x="238" y="80"/>
                    <a:pt x="238" y="80"/>
                    <a:pt x="238" y="80"/>
                  </a:cubicBezTo>
                  <a:cubicBezTo>
                    <a:pt x="237" y="80"/>
                    <a:pt x="237" y="80"/>
                    <a:pt x="236" y="80"/>
                  </a:cubicBezTo>
                  <a:cubicBezTo>
                    <a:pt x="236" y="80"/>
                    <a:pt x="236" y="80"/>
                    <a:pt x="236" y="80"/>
                  </a:cubicBezTo>
                  <a:cubicBezTo>
                    <a:pt x="235" y="80"/>
                    <a:pt x="235" y="80"/>
                    <a:pt x="235" y="80"/>
                  </a:cubicBezTo>
                  <a:cubicBezTo>
                    <a:pt x="238" y="77"/>
                    <a:pt x="238" y="77"/>
                    <a:pt x="238" y="77"/>
                  </a:cubicBezTo>
                  <a:cubicBezTo>
                    <a:pt x="238" y="77"/>
                    <a:pt x="238" y="77"/>
                    <a:pt x="238" y="77"/>
                  </a:cubicBezTo>
                  <a:cubicBezTo>
                    <a:pt x="238" y="78"/>
                    <a:pt x="238" y="78"/>
                    <a:pt x="238" y="78"/>
                  </a:cubicBezTo>
                  <a:cubicBezTo>
                    <a:pt x="238" y="78"/>
                    <a:pt x="238" y="79"/>
                    <a:pt x="239" y="79"/>
                  </a:cubicBezTo>
                  <a:cubicBezTo>
                    <a:pt x="244" y="80"/>
                    <a:pt x="244" y="80"/>
                    <a:pt x="244" y="80"/>
                  </a:cubicBezTo>
                  <a:cubicBezTo>
                    <a:pt x="242" y="75"/>
                    <a:pt x="242" y="75"/>
                    <a:pt x="242" y="75"/>
                  </a:cubicBezTo>
                  <a:cubicBezTo>
                    <a:pt x="241" y="75"/>
                    <a:pt x="241" y="75"/>
                    <a:pt x="241" y="75"/>
                  </a:cubicBezTo>
                  <a:cubicBezTo>
                    <a:pt x="241" y="75"/>
                    <a:pt x="241" y="75"/>
                    <a:pt x="241" y="75"/>
                  </a:cubicBezTo>
                  <a:cubicBezTo>
                    <a:pt x="240" y="75"/>
                    <a:pt x="240" y="75"/>
                    <a:pt x="240" y="75"/>
                  </a:cubicBezTo>
                  <a:cubicBezTo>
                    <a:pt x="240" y="75"/>
                    <a:pt x="240" y="75"/>
                    <a:pt x="240" y="75"/>
                  </a:cubicBezTo>
                  <a:cubicBezTo>
                    <a:pt x="242" y="73"/>
                    <a:pt x="242" y="73"/>
                    <a:pt x="242" y="73"/>
                  </a:cubicBezTo>
                  <a:cubicBezTo>
                    <a:pt x="242" y="73"/>
                    <a:pt x="242" y="73"/>
                    <a:pt x="242" y="73"/>
                  </a:cubicBezTo>
                  <a:close/>
                  <a:moveTo>
                    <a:pt x="253" y="63"/>
                  </a:moveTo>
                  <a:cubicBezTo>
                    <a:pt x="254" y="64"/>
                    <a:pt x="255" y="65"/>
                    <a:pt x="255" y="66"/>
                  </a:cubicBezTo>
                  <a:cubicBezTo>
                    <a:pt x="256" y="67"/>
                    <a:pt x="256" y="68"/>
                    <a:pt x="255" y="69"/>
                  </a:cubicBezTo>
                  <a:cubicBezTo>
                    <a:pt x="254" y="71"/>
                    <a:pt x="253" y="71"/>
                    <a:pt x="252" y="71"/>
                  </a:cubicBezTo>
                  <a:cubicBezTo>
                    <a:pt x="251" y="72"/>
                    <a:pt x="250" y="71"/>
                    <a:pt x="248" y="71"/>
                  </a:cubicBezTo>
                  <a:cubicBezTo>
                    <a:pt x="247" y="70"/>
                    <a:pt x="246" y="69"/>
                    <a:pt x="246" y="68"/>
                  </a:cubicBezTo>
                  <a:cubicBezTo>
                    <a:pt x="246" y="67"/>
                    <a:pt x="246" y="66"/>
                    <a:pt x="246" y="65"/>
                  </a:cubicBezTo>
                  <a:cubicBezTo>
                    <a:pt x="247" y="63"/>
                    <a:pt x="248" y="63"/>
                    <a:pt x="249" y="62"/>
                  </a:cubicBezTo>
                  <a:cubicBezTo>
                    <a:pt x="250" y="62"/>
                    <a:pt x="252" y="62"/>
                    <a:pt x="253" y="63"/>
                  </a:cubicBezTo>
                  <a:close/>
                  <a:moveTo>
                    <a:pt x="252" y="65"/>
                  </a:moveTo>
                  <a:cubicBezTo>
                    <a:pt x="251" y="64"/>
                    <a:pt x="250" y="64"/>
                    <a:pt x="249" y="64"/>
                  </a:cubicBezTo>
                  <a:cubicBezTo>
                    <a:pt x="248" y="64"/>
                    <a:pt x="247" y="64"/>
                    <a:pt x="247" y="65"/>
                  </a:cubicBezTo>
                  <a:cubicBezTo>
                    <a:pt x="246" y="66"/>
                    <a:pt x="246" y="66"/>
                    <a:pt x="247" y="67"/>
                  </a:cubicBezTo>
                  <a:cubicBezTo>
                    <a:pt x="247" y="68"/>
                    <a:pt x="248" y="68"/>
                    <a:pt x="249" y="69"/>
                  </a:cubicBezTo>
                  <a:cubicBezTo>
                    <a:pt x="250" y="69"/>
                    <a:pt x="251" y="69"/>
                    <a:pt x="252" y="70"/>
                  </a:cubicBezTo>
                  <a:cubicBezTo>
                    <a:pt x="253" y="70"/>
                    <a:pt x="254" y="69"/>
                    <a:pt x="254" y="69"/>
                  </a:cubicBezTo>
                  <a:cubicBezTo>
                    <a:pt x="255" y="68"/>
                    <a:pt x="255" y="67"/>
                    <a:pt x="254" y="66"/>
                  </a:cubicBezTo>
                  <a:cubicBezTo>
                    <a:pt x="254" y="66"/>
                    <a:pt x="253" y="65"/>
                    <a:pt x="252" y="65"/>
                  </a:cubicBezTo>
                  <a:close/>
                  <a:moveTo>
                    <a:pt x="266" y="40"/>
                  </a:moveTo>
                  <a:cubicBezTo>
                    <a:pt x="267" y="42"/>
                    <a:pt x="267" y="44"/>
                    <a:pt x="266" y="46"/>
                  </a:cubicBezTo>
                  <a:cubicBezTo>
                    <a:pt x="265" y="48"/>
                    <a:pt x="264" y="49"/>
                    <a:pt x="262" y="50"/>
                  </a:cubicBezTo>
                  <a:cubicBezTo>
                    <a:pt x="261" y="51"/>
                    <a:pt x="259" y="51"/>
                    <a:pt x="257" y="50"/>
                  </a:cubicBezTo>
                  <a:cubicBezTo>
                    <a:pt x="255" y="49"/>
                    <a:pt x="254" y="48"/>
                    <a:pt x="253" y="47"/>
                  </a:cubicBezTo>
                  <a:cubicBezTo>
                    <a:pt x="252" y="45"/>
                    <a:pt x="252" y="43"/>
                    <a:pt x="253" y="41"/>
                  </a:cubicBezTo>
                  <a:cubicBezTo>
                    <a:pt x="254" y="41"/>
                    <a:pt x="254" y="40"/>
                    <a:pt x="254" y="39"/>
                  </a:cubicBezTo>
                  <a:cubicBezTo>
                    <a:pt x="255" y="39"/>
                    <a:pt x="255" y="38"/>
                    <a:pt x="255" y="38"/>
                  </a:cubicBezTo>
                  <a:cubicBezTo>
                    <a:pt x="255" y="38"/>
                    <a:pt x="255" y="37"/>
                    <a:pt x="255" y="37"/>
                  </a:cubicBezTo>
                  <a:cubicBezTo>
                    <a:pt x="255" y="37"/>
                    <a:pt x="255" y="37"/>
                    <a:pt x="255" y="37"/>
                  </a:cubicBezTo>
                  <a:cubicBezTo>
                    <a:pt x="259" y="38"/>
                    <a:pt x="259" y="38"/>
                    <a:pt x="259" y="38"/>
                  </a:cubicBezTo>
                  <a:cubicBezTo>
                    <a:pt x="259" y="39"/>
                    <a:pt x="259" y="39"/>
                    <a:pt x="259" y="39"/>
                  </a:cubicBezTo>
                  <a:cubicBezTo>
                    <a:pt x="258" y="39"/>
                    <a:pt x="257" y="39"/>
                    <a:pt x="256" y="39"/>
                  </a:cubicBezTo>
                  <a:cubicBezTo>
                    <a:pt x="255" y="39"/>
                    <a:pt x="254" y="40"/>
                    <a:pt x="254" y="41"/>
                  </a:cubicBezTo>
                  <a:cubicBezTo>
                    <a:pt x="254" y="43"/>
                    <a:pt x="254" y="44"/>
                    <a:pt x="254" y="45"/>
                  </a:cubicBezTo>
                  <a:cubicBezTo>
                    <a:pt x="255" y="47"/>
                    <a:pt x="256" y="47"/>
                    <a:pt x="258" y="48"/>
                  </a:cubicBezTo>
                  <a:cubicBezTo>
                    <a:pt x="260" y="49"/>
                    <a:pt x="261" y="49"/>
                    <a:pt x="263" y="49"/>
                  </a:cubicBezTo>
                  <a:cubicBezTo>
                    <a:pt x="264" y="48"/>
                    <a:pt x="265" y="47"/>
                    <a:pt x="266" y="46"/>
                  </a:cubicBezTo>
                  <a:cubicBezTo>
                    <a:pt x="266" y="45"/>
                    <a:pt x="266" y="43"/>
                    <a:pt x="266" y="42"/>
                  </a:cubicBezTo>
                  <a:cubicBezTo>
                    <a:pt x="266" y="42"/>
                    <a:pt x="266" y="41"/>
                    <a:pt x="266" y="40"/>
                  </a:cubicBezTo>
                  <a:cubicBezTo>
                    <a:pt x="266" y="40"/>
                    <a:pt x="266" y="40"/>
                    <a:pt x="266" y="40"/>
                  </a:cubicBezTo>
                  <a:close/>
                  <a:moveTo>
                    <a:pt x="270" y="30"/>
                  </a:moveTo>
                  <a:cubicBezTo>
                    <a:pt x="269" y="34"/>
                    <a:pt x="269" y="34"/>
                    <a:pt x="269" y="34"/>
                  </a:cubicBezTo>
                  <a:cubicBezTo>
                    <a:pt x="269" y="34"/>
                    <a:pt x="269" y="34"/>
                    <a:pt x="269" y="34"/>
                  </a:cubicBezTo>
                  <a:cubicBezTo>
                    <a:pt x="269" y="33"/>
                    <a:pt x="269" y="33"/>
                    <a:pt x="268" y="32"/>
                  </a:cubicBezTo>
                  <a:cubicBezTo>
                    <a:pt x="263" y="31"/>
                    <a:pt x="263" y="31"/>
                    <a:pt x="263" y="31"/>
                  </a:cubicBezTo>
                  <a:cubicBezTo>
                    <a:pt x="262" y="31"/>
                    <a:pt x="261" y="31"/>
                    <a:pt x="261" y="32"/>
                  </a:cubicBezTo>
                  <a:cubicBezTo>
                    <a:pt x="260" y="33"/>
                    <a:pt x="261" y="33"/>
                    <a:pt x="261" y="34"/>
                  </a:cubicBezTo>
                  <a:cubicBezTo>
                    <a:pt x="266" y="36"/>
                    <a:pt x="266" y="36"/>
                    <a:pt x="266" y="36"/>
                  </a:cubicBezTo>
                  <a:cubicBezTo>
                    <a:pt x="267" y="36"/>
                    <a:pt x="268" y="36"/>
                    <a:pt x="268" y="35"/>
                  </a:cubicBezTo>
                  <a:cubicBezTo>
                    <a:pt x="268" y="35"/>
                    <a:pt x="268" y="35"/>
                    <a:pt x="268" y="35"/>
                  </a:cubicBezTo>
                  <a:cubicBezTo>
                    <a:pt x="267" y="39"/>
                    <a:pt x="267" y="39"/>
                    <a:pt x="267" y="39"/>
                  </a:cubicBezTo>
                  <a:cubicBezTo>
                    <a:pt x="267" y="39"/>
                    <a:pt x="267" y="39"/>
                    <a:pt x="267" y="39"/>
                  </a:cubicBezTo>
                  <a:cubicBezTo>
                    <a:pt x="267" y="38"/>
                    <a:pt x="267" y="38"/>
                    <a:pt x="266" y="37"/>
                  </a:cubicBezTo>
                  <a:cubicBezTo>
                    <a:pt x="256" y="35"/>
                    <a:pt x="256" y="35"/>
                    <a:pt x="256" y="35"/>
                  </a:cubicBezTo>
                  <a:cubicBezTo>
                    <a:pt x="256" y="35"/>
                    <a:pt x="255" y="35"/>
                    <a:pt x="255" y="35"/>
                  </a:cubicBezTo>
                  <a:cubicBezTo>
                    <a:pt x="255" y="35"/>
                    <a:pt x="255" y="35"/>
                    <a:pt x="255" y="35"/>
                  </a:cubicBezTo>
                  <a:cubicBezTo>
                    <a:pt x="254" y="35"/>
                    <a:pt x="254" y="35"/>
                    <a:pt x="254" y="35"/>
                  </a:cubicBezTo>
                  <a:cubicBezTo>
                    <a:pt x="254" y="35"/>
                    <a:pt x="254" y="34"/>
                    <a:pt x="254" y="32"/>
                  </a:cubicBezTo>
                  <a:cubicBezTo>
                    <a:pt x="260" y="34"/>
                    <a:pt x="260" y="34"/>
                    <a:pt x="260" y="34"/>
                  </a:cubicBezTo>
                  <a:cubicBezTo>
                    <a:pt x="260" y="33"/>
                    <a:pt x="259" y="31"/>
                    <a:pt x="260" y="31"/>
                  </a:cubicBezTo>
                  <a:cubicBezTo>
                    <a:pt x="260" y="29"/>
                    <a:pt x="261" y="28"/>
                    <a:pt x="263" y="29"/>
                  </a:cubicBezTo>
                  <a:cubicBezTo>
                    <a:pt x="268" y="30"/>
                    <a:pt x="268" y="30"/>
                    <a:pt x="268" y="30"/>
                  </a:cubicBezTo>
                  <a:cubicBezTo>
                    <a:pt x="270" y="31"/>
                    <a:pt x="270" y="31"/>
                    <a:pt x="270" y="30"/>
                  </a:cubicBezTo>
                  <a:cubicBezTo>
                    <a:pt x="270" y="30"/>
                    <a:pt x="270" y="30"/>
                    <a:pt x="270" y="30"/>
                  </a:cubicBezTo>
                  <a:close/>
                  <a:moveTo>
                    <a:pt x="259" y="22"/>
                  </a:moveTo>
                  <a:cubicBezTo>
                    <a:pt x="259" y="22"/>
                    <a:pt x="259" y="22"/>
                    <a:pt x="260" y="23"/>
                  </a:cubicBezTo>
                  <a:cubicBezTo>
                    <a:pt x="260" y="23"/>
                    <a:pt x="260" y="23"/>
                    <a:pt x="260" y="23"/>
                  </a:cubicBezTo>
                  <a:cubicBezTo>
                    <a:pt x="259" y="24"/>
                    <a:pt x="260" y="24"/>
                    <a:pt x="259" y="24"/>
                  </a:cubicBezTo>
                  <a:cubicBezTo>
                    <a:pt x="259" y="24"/>
                    <a:pt x="259" y="25"/>
                    <a:pt x="258" y="24"/>
                  </a:cubicBezTo>
                  <a:cubicBezTo>
                    <a:pt x="258" y="24"/>
                    <a:pt x="258" y="24"/>
                    <a:pt x="258" y="24"/>
                  </a:cubicBezTo>
                  <a:cubicBezTo>
                    <a:pt x="258" y="23"/>
                    <a:pt x="257" y="23"/>
                    <a:pt x="258" y="23"/>
                  </a:cubicBezTo>
                  <a:cubicBezTo>
                    <a:pt x="258" y="23"/>
                    <a:pt x="258" y="23"/>
                    <a:pt x="258" y="22"/>
                  </a:cubicBezTo>
                  <a:cubicBezTo>
                    <a:pt x="258" y="22"/>
                    <a:pt x="258" y="22"/>
                    <a:pt x="259" y="22"/>
                  </a:cubicBezTo>
                  <a:close/>
                  <a:moveTo>
                    <a:pt x="272" y="23"/>
                  </a:moveTo>
                  <a:cubicBezTo>
                    <a:pt x="271" y="28"/>
                    <a:pt x="271" y="28"/>
                    <a:pt x="271" y="28"/>
                  </a:cubicBezTo>
                  <a:cubicBezTo>
                    <a:pt x="270" y="28"/>
                    <a:pt x="270" y="28"/>
                    <a:pt x="270" y="28"/>
                  </a:cubicBezTo>
                  <a:cubicBezTo>
                    <a:pt x="270" y="27"/>
                    <a:pt x="270" y="26"/>
                    <a:pt x="269" y="26"/>
                  </a:cubicBezTo>
                  <a:cubicBezTo>
                    <a:pt x="264" y="25"/>
                    <a:pt x="264" y="25"/>
                    <a:pt x="264" y="25"/>
                  </a:cubicBezTo>
                  <a:cubicBezTo>
                    <a:pt x="263" y="25"/>
                    <a:pt x="262" y="25"/>
                    <a:pt x="262" y="26"/>
                  </a:cubicBezTo>
                  <a:cubicBezTo>
                    <a:pt x="262" y="26"/>
                    <a:pt x="262" y="26"/>
                    <a:pt x="262" y="27"/>
                  </a:cubicBezTo>
                  <a:cubicBezTo>
                    <a:pt x="262" y="27"/>
                    <a:pt x="262" y="27"/>
                    <a:pt x="262" y="27"/>
                  </a:cubicBezTo>
                  <a:cubicBezTo>
                    <a:pt x="262" y="23"/>
                    <a:pt x="262" y="23"/>
                    <a:pt x="262" y="23"/>
                  </a:cubicBezTo>
                  <a:cubicBezTo>
                    <a:pt x="269" y="24"/>
                    <a:pt x="269" y="24"/>
                    <a:pt x="269" y="24"/>
                  </a:cubicBezTo>
                  <a:cubicBezTo>
                    <a:pt x="271" y="25"/>
                    <a:pt x="271" y="24"/>
                    <a:pt x="272" y="23"/>
                  </a:cubicBezTo>
                  <a:cubicBezTo>
                    <a:pt x="272" y="23"/>
                    <a:pt x="272" y="23"/>
                    <a:pt x="272" y="23"/>
                  </a:cubicBezTo>
                  <a:close/>
                  <a:moveTo>
                    <a:pt x="273" y="12"/>
                  </a:moveTo>
                  <a:cubicBezTo>
                    <a:pt x="273" y="16"/>
                    <a:pt x="273" y="16"/>
                    <a:pt x="273" y="16"/>
                  </a:cubicBezTo>
                  <a:cubicBezTo>
                    <a:pt x="272" y="16"/>
                    <a:pt x="272" y="16"/>
                    <a:pt x="272" y="16"/>
                  </a:cubicBezTo>
                  <a:cubicBezTo>
                    <a:pt x="272" y="15"/>
                    <a:pt x="272" y="15"/>
                    <a:pt x="271" y="15"/>
                  </a:cubicBezTo>
                  <a:cubicBezTo>
                    <a:pt x="266" y="14"/>
                    <a:pt x="266" y="14"/>
                    <a:pt x="266" y="14"/>
                  </a:cubicBezTo>
                  <a:cubicBezTo>
                    <a:pt x="266" y="14"/>
                    <a:pt x="266" y="14"/>
                    <a:pt x="265" y="14"/>
                  </a:cubicBezTo>
                  <a:cubicBezTo>
                    <a:pt x="265" y="15"/>
                    <a:pt x="265" y="15"/>
                    <a:pt x="265" y="15"/>
                  </a:cubicBezTo>
                  <a:cubicBezTo>
                    <a:pt x="265" y="16"/>
                    <a:pt x="265" y="17"/>
                    <a:pt x="266" y="18"/>
                  </a:cubicBezTo>
                  <a:cubicBezTo>
                    <a:pt x="271" y="19"/>
                    <a:pt x="271" y="19"/>
                    <a:pt x="271" y="19"/>
                  </a:cubicBezTo>
                  <a:cubicBezTo>
                    <a:pt x="272" y="19"/>
                    <a:pt x="272" y="18"/>
                    <a:pt x="273" y="17"/>
                  </a:cubicBezTo>
                  <a:cubicBezTo>
                    <a:pt x="273" y="17"/>
                    <a:pt x="273" y="17"/>
                    <a:pt x="273" y="17"/>
                  </a:cubicBezTo>
                  <a:cubicBezTo>
                    <a:pt x="273" y="22"/>
                    <a:pt x="273" y="22"/>
                    <a:pt x="273" y="22"/>
                  </a:cubicBezTo>
                  <a:cubicBezTo>
                    <a:pt x="272" y="22"/>
                    <a:pt x="272" y="22"/>
                    <a:pt x="272" y="22"/>
                  </a:cubicBezTo>
                  <a:cubicBezTo>
                    <a:pt x="272" y="21"/>
                    <a:pt x="272" y="21"/>
                    <a:pt x="271" y="20"/>
                  </a:cubicBezTo>
                  <a:cubicBezTo>
                    <a:pt x="265" y="19"/>
                    <a:pt x="265" y="19"/>
                    <a:pt x="265" y="19"/>
                  </a:cubicBezTo>
                  <a:cubicBezTo>
                    <a:pt x="265" y="19"/>
                    <a:pt x="264" y="19"/>
                    <a:pt x="264" y="19"/>
                  </a:cubicBezTo>
                  <a:cubicBezTo>
                    <a:pt x="264" y="19"/>
                    <a:pt x="264" y="20"/>
                    <a:pt x="264" y="21"/>
                  </a:cubicBezTo>
                  <a:cubicBezTo>
                    <a:pt x="264" y="21"/>
                    <a:pt x="264" y="21"/>
                    <a:pt x="264" y="21"/>
                  </a:cubicBezTo>
                  <a:cubicBezTo>
                    <a:pt x="263" y="17"/>
                    <a:pt x="263" y="17"/>
                    <a:pt x="263" y="17"/>
                  </a:cubicBezTo>
                  <a:cubicBezTo>
                    <a:pt x="265" y="18"/>
                    <a:pt x="265" y="18"/>
                    <a:pt x="265" y="18"/>
                  </a:cubicBezTo>
                  <a:cubicBezTo>
                    <a:pt x="264" y="17"/>
                    <a:pt x="263" y="16"/>
                    <a:pt x="264" y="15"/>
                  </a:cubicBezTo>
                  <a:cubicBezTo>
                    <a:pt x="264" y="13"/>
                    <a:pt x="265" y="12"/>
                    <a:pt x="267" y="13"/>
                  </a:cubicBezTo>
                  <a:cubicBezTo>
                    <a:pt x="272" y="13"/>
                    <a:pt x="272" y="13"/>
                    <a:pt x="272" y="13"/>
                  </a:cubicBezTo>
                  <a:cubicBezTo>
                    <a:pt x="272" y="13"/>
                    <a:pt x="273" y="13"/>
                    <a:pt x="273" y="12"/>
                  </a:cubicBezTo>
                  <a:cubicBezTo>
                    <a:pt x="273" y="12"/>
                    <a:pt x="273" y="12"/>
                    <a:pt x="273" y="12"/>
                  </a:cubicBezTo>
                  <a:close/>
                  <a:moveTo>
                    <a:pt x="273" y="1"/>
                  </a:moveTo>
                  <a:cubicBezTo>
                    <a:pt x="273" y="2"/>
                    <a:pt x="273" y="2"/>
                    <a:pt x="274" y="2"/>
                  </a:cubicBezTo>
                  <a:cubicBezTo>
                    <a:pt x="274" y="3"/>
                    <a:pt x="274" y="3"/>
                    <a:pt x="274" y="3"/>
                  </a:cubicBezTo>
                  <a:cubicBezTo>
                    <a:pt x="274" y="4"/>
                    <a:pt x="274" y="4"/>
                    <a:pt x="272" y="5"/>
                  </a:cubicBezTo>
                  <a:cubicBezTo>
                    <a:pt x="273" y="5"/>
                    <a:pt x="273" y="5"/>
                    <a:pt x="274" y="6"/>
                  </a:cubicBezTo>
                  <a:cubicBezTo>
                    <a:pt x="274" y="7"/>
                    <a:pt x="274" y="7"/>
                    <a:pt x="274" y="7"/>
                  </a:cubicBezTo>
                  <a:cubicBezTo>
                    <a:pt x="274" y="8"/>
                    <a:pt x="274" y="9"/>
                    <a:pt x="273" y="9"/>
                  </a:cubicBezTo>
                  <a:cubicBezTo>
                    <a:pt x="273" y="9"/>
                    <a:pt x="272" y="10"/>
                    <a:pt x="272" y="10"/>
                  </a:cubicBezTo>
                  <a:cubicBezTo>
                    <a:pt x="270" y="10"/>
                    <a:pt x="270" y="9"/>
                    <a:pt x="269" y="8"/>
                  </a:cubicBezTo>
                  <a:cubicBezTo>
                    <a:pt x="268" y="7"/>
                    <a:pt x="268" y="6"/>
                    <a:pt x="268" y="5"/>
                  </a:cubicBezTo>
                  <a:cubicBezTo>
                    <a:pt x="267" y="5"/>
                    <a:pt x="267" y="5"/>
                    <a:pt x="267" y="5"/>
                  </a:cubicBezTo>
                  <a:cubicBezTo>
                    <a:pt x="265" y="5"/>
                    <a:pt x="264" y="5"/>
                    <a:pt x="264" y="6"/>
                  </a:cubicBezTo>
                  <a:cubicBezTo>
                    <a:pt x="264" y="7"/>
                    <a:pt x="265" y="7"/>
                    <a:pt x="265" y="7"/>
                  </a:cubicBezTo>
                  <a:cubicBezTo>
                    <a:pt x="266" y="7"/>
                    <a:pt x="266" y="7"/>
                    <a:pt x="266" y="7"/>
                  </a:cubicBezTo>
                  <a:cubicBezTo>
                    <a:pt x="266" y="7"/>
                    <a:pt x="266" y="7"/>
                    <a:pt x="266" y="7"/>
                  </a:cubicBezTo>
                  <a:cubicBezTo>
                    <a:pt x="266" y="7"/>
                    <a:pt x="266" y="7"/>
                    <a:pt x="267" y="8"/>
                  </a:cubicBezTo>
                  <a:cubicBezTo>
                    <a:pt x="267" y="8"/>
                    <a:pt x="267" y="8"/>
                    <a:pt x="267" y="9"/>
                  </a:cubicBezTo>
                  <a:cubicBezTo>
                    <a:pt x="267" y="9"/>
                    <a:pt x="267" y="9"/>
                    <a:pt x="267" y="9"/>
                  </a:cubicBezTo>
                  <a:cubicBezTo>
                    <a:pt x="266" y="10"/>
                    <a:pt x="266" y="10"/>
                    <a:pt x="266" y="10"/>
                  </a:cubicBezTo>
                  <a:cubicBezTo>
                    <a:pt x="266" y="10"/>
                    <a:pt x="265" y="9"/>
                    <a:pt x="265" y="9"/>
                  </a:cubicBezTo>
                  <a:cubicBezTo>
                    <a:pt x="264" y="8"/>
                    <a:pt x="264" y="7"/>
                    <a:pt x="264" y="7"/>
                  </a:cubicBezTo>
                  <a:cubicBezTo>
                    <a:pt x="264" y="5"/>
                    <a:pt x="265" y="5"/>
                    <a:pt x="265" y="4"/>
                  </a:cubicBezTo>
                  <a:cubicBezTo>
                    <a:pt x="266" y="4"/>
                    <a:pt x="266" y="3"/>
                    <a:pt x="268" y="3"/>
                  </a:cubicBezTo>
                  <a:cubicBezTo>
                    <a:pt x="272" y="3"/>
                    <a:pt x="272" y="3"/>
                    <a:pt x="272" y="3"/>
                  </a:cubicBezTo>
                  <a:cubicBezTo>
                    <a:pt x="272" y="3"/>
                    <a:pt x="273" y="3"/>
                    <a:pt x="273" y="3"/>
                  </a:cubicBezTo>
                  <a:cubicBezTo>
                    <a:pt x="273" y="3"/>
                    <a:pt x="273" y="3"/>
                    <a:pt x="272" y="2"/>
                  </a:cubicBezTo>
                  <a:cubicBezTo>
                    <a:pt x="273" y="1"/>
                    <a:pt x="273" y="1"/>
                    <a:pt x="273" y="1"/>
                  </a:cubicBezTo>
                  <a:close/>
                  <a:moveTo>
                    <a:pt x="272" y="5"/>
                  </a:moveTo>
                  <a:cubicBezTo>
                    <a:pt x="268" y="5"/>
                    <a:pt x="268" y="5"/>
                    <a:pt x="268" y="5"/>
                  </a:cubicBezTo>
                  <a:cubicBezTo>
                    <a:pt x="269" y="6"/>
                    <a:pt x="269" y="7"/>
                    <a:pt x="269" y="7"/>
                  </a:cubicBezTo>
                  <a:cubicBezTo>
                    <a:pt x="270" y="8"/>
                    <a:pt x="270" y="8"/>
                    <a:pt x="271" y="8"/>
                  </a:cubicBezTo>
                  <a:cubicBezTo>
                    <a:pt x="272" y="8"/>
                    <a:pt x="272" y="8"/>
                    <a:pt x="272" y="7"/>
                  </a:cubicBezTo>
                  <a:cubicBezTo>
                    <a:pt x="273" y="6"/>
                    <a:pt x="272" y="5"/>
                    <a:pt x="272"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56" name="Freeform 41"/>
            <p:cNvSpPr/>
            <p:nvPr/>
          </p:nvSpPr>
          <p:spPr bwMode="auto">
            <a:xfrm>
              <a:off x="8913875" y="4712004"/>
              <a:ext cx="161925" cy="150813"/>
            </a:xfrm>
            <a:custGeom>
              <a:avLst/>
              <a:gdLst>
                <a:gd name="T0" fmla="*/ 86 w 108"/>
                <a:gd name="T1" fmla="*/ 99 h 100"/>
                <a:gd name="T2" fmla="*/ 46 w 108"/>
                <a:gd name="T3" fmla="*/ 0 h 100"/>
                <a:gd name="T4" fmla="*/ 56 w 108"/>
                <a:gd name="T5" fmla="*/ 58 h 100"/>
                <a:gd name="T6" fmla="*/ 0 w 108"/>
                <a:gd name="T7" fmla="*/ 100 h 100"/>
                <a:gd name="T8" fmla="*/ 57 w 108"/>
                <a:gd name="T9" fmla="*/ 59 h 100"/>
                <a:gd name="T10" fmla="*/ 65 w 108"/>
                <a:gd name="T11" fmla="*/ 18 h 100"/>
                <a:gd name="T12" fmla="*/ 41 w 108"/>
                <a:gd name="T13" fmla="*/ 97 h 100"/>
                <a:gd name="T14" fmla="*/ 64 w 108"/>
                <a:gd name="T15" fmla="*/ 14 h 100"/>
                <a:gd name="T16" fmla="*/ 65 w 108"/>
                <a:gd name="T17" fmla="*/ 98 h 100"/>
                <a:gd name="T18" fmla="*/ 62 w 108"/>
                <a:gd name="T19" fmla="*/ 9 h 100"/>
                <a:gd name="T20" fmla="*/ 86 w 108"/>
                <a:gd name="T21" fmla="*/ 99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8" h="100">
                  <a:moveTo>
                    <a:pt x="86" y="99"/>
                  </a:moveTo>
                  <a:cubicBezTo>
                    <a:pt x="108" y="48"/>
                    <a:pt x="88" y="16"/>
                    <a:pt x="46" y="0"/>
                  </a:cubicBezTo>
                  <a:cubicBezTo>
                    <a:pt x="71" y="10"/>
                    <a:pt x="66" y="42"/>
                    <a:pt x="56" y="58"/>
                  </a:cubicBezTo>
                  <a:cubicBezTo>
                    <a:pt x="45" y="74"/>
                    <a:pt x="28" y="87"/>
                    <a:pt x="0" y="100"/>
                  </a:cubicBezTo>
                  <a:cubicBezTo>
                    <a:pt x="30" y="88"/>
                    <a:pt x="48" y="73"/>
                    <a:pt x="57" y="59"/>
                  </a:cubicBezTo>
                  <a:cubicBezTo>
                    <a:pt x="65" y="44"/>
                    <a:pt x="67" y="32"/>
                    <a:pt x="65" y="18"/>
                  </a:cubicBezTo>
                  <a:cubicBezTo>
                    <a:pt x="78" y="47"/>
                    <a:pt x="67" y="72"/>
                    <a:pt x="41" y="97"/>
                  </a:cubicBezTo>
                  <a:cubicBezTo>
                    <a:pt x="71" y="71"/>
                    <a:pt x="81" y="43"/>
                    <a:pt x="64" y="14"/>
                  </a:cubicBezTo>
                  <a:cubicBezTo>
                    <a:pt x="89" y="42"/>
                    <a:pt x="82" y="72"/>
                    <a:pt x="65" y="98"/>
                  </a:cubicBezTo>
                  <a:cubicBezTo>
                    <a:pt x="86" y="68"/>
                    <a:pt x="90" y="36"/>
                    <a:pt x="62" y="9"/>
                  </a:cubicBezTo>
                  <a:cubicBezTo>
                    <a:pt x="96" y="30"/>
                    <a:pt x="101" y="59"/>
                    <a:pt x="86" y="9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57" name="Freeform 42"/>
            <p:cNvSpPr/>
            <p:nvPr/>
          </p:nvSpPr>
          <p:spPr bwMode="auto">
            <a:xfrm>
              <a:off x="8942450" y="4694541"/>
              <a:ext cx="49213" cy="20638"/>
            </a:xfrm>
            <a:custGeom>
              <a:avLst/>
              <a:gdLst>
                <a:gd name="T0" fmla="*/ 19 w 33"/>
                <a:gd name="T1" fmla="*/ 14 h 14"/>
                <a:gd name="T2" fmla="*/ 0 w 33"/>
                <a:gd name="T3" fmla="*/ 0 h 14"/>
                <a:gd name="T4" fmla="*/ 33 w 33"/>
                <a:gd name="T5" fmla="*/ 5 h 14"/>
                <a:gd name="T6" fmla="*/ 18 w 33"/>
                <a:gd name="T7" fmla="*/ 6 h 14"/>
                <a:gd name="T8" fmla="*/ 19 w 33"/>
                <a:gd name="T9" fmla="*/ 14 h 14"/>
              </a:gdLst>
              <a:ahLst/>
              <a:cxnLst>
                <a:cxn ang="0">
                  <a:pos x="T0" y="T1"/>
                </a:cxn>
                <a:cxn ang="0">
                  <a:pos x="T2" y="T3"/>
                </a:cxn>
                <a:cxn ang="0">
                  <a:pos x="T4" y="T5"/>
                </a:cxn>
                <a:cxn ang="0">
                  <a:pos x="T6" y="T7"/>
                </a:cxn>
                <a:cxn ang="0">
                  <a:pos x="T8" y="T9"/>
                </a:cxn>
              </a:cxnLst>
              <a:rect l="0" t="0" r="r" b="b"/>
              <a:pathLst>
                <a:path w="33" h="14">
                  <a:moveTo>
                    <a:pt x="19" y="14"/>
                  </a:moveTo>
                  <a:cubicBezTo>
                    <a:pt x="13" y="8"/>
                    <a:pt x="8" y="4"/>
                    <a:pt x="0" y="0"/>
                  </a:cubicBezTo>
                  <a:cubicBezTo>
                    <a:pt x="11" y="0"/>
                    <a:pt x="25" y="3"/>
                    <a:pt x="33" y="5"/>
                  </a:cubicBezTo>
                  <a:cubicBezTo>
                    <a:pt x="24" y="4"/>
                    <a:pt x="20" y="5"/>
                    <a:pt x="18" y="6"/>
                  </a:cubicBezTo>
                  <a:cubicBezTo>
                    <a:pt x="16" y="8"/>
                    <a:pt x="17" y="10"/>
                    <a:pt x="19"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58" name="Freeform 43"/>
            <p:cNvSpPr/>
            <p:nvPr/>
          </p:nvSpPr>
          <p:spPr bwMode="auto">
            <a:xfrm>
              <a:off x="8867838" y="4856466"/>
              <a:ext cx="195263" cy="30163"/>
            </a:xfrm>
            <a:custGeom>
              <a:avLst/>
              <a:gdLst>
                <a:gd name="T0" fmla="*/ 70 w 131"/>
                <a:gd name="T1" fmla="*/ 20 h 20"/>
                <a:gd name="T2" fmla="*/ 77 w 131"/>
                <a:gd name="T3" fmla="*/ 12 h 20"/>
                <a:gd name="T4" fmla="*/ 100 w 131"/>
                <a:gd name="T5" fmla="*/ 12 h 20"/>
                <a:gd name="T6" fmla="*/ 131 w 131"/>
                <a:gd name="T7" fmla="*/ 14 h 20"/>
                <a:gd name="T8" fmla="*/ 124 w 131"/>
                <a:gd name="T9" fmla="*/ 8 h 20"/>
                <a:gd name="T10" fmla="*/ 101 w 131"/>
                <a:gd name="T11" fmla="*/ 5 h 20"/>
                <a:gd name="T12" fmla="*/ 77 w 131"/>
                <a:gd name="T13" fmla="*/ 0 h 20"/>
                <a:gd name="T14" fmla="*/ 65 w 131"/>
                <a:gd name="T15" fmla="*/ 12 h 20"/>
                <a:gd name="T16" fmla="*/ 53 w 131"/>
                <a:gd name="T17" fmla="*/ 0 h 20"/>
                <a:gd name="T18" fmla="*/ 30 w 131"/>
                <a:gd name="T19" fmla="*/ 5 h 20"/>
                <a:gd name="T20" fmla="*/ 7 w 131"/>
                <a:gd name="T21" fmla="*/ 8 h 20"/>
                <a:gd name="T22" fmla="*/ 0 w 131"/>
                <a:gd name="T23" fmla="*/ 14 h 20"/>
                <a:gd name="T24" fmla="*/ 31 w 131"/>
                <a:gd name="T25" fmla="*/ 12 h 20"/>
                <a:gd name="T26" fmla="*/ 54 w 131"/>
                <a:gd name="T27" fmla="*/ 12 h 20"/>
                <a:gd name="T28" fmla="*/ 61 w 131"/>
                <a:gd name="T29" fmla="*/ 20 h 20"/>
                <a:gd name="T30" fmla="*/ 70 w 131"/>
                <a:gd name="T31"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31" h="20">
                  <a:moveTo>
                    <a:pt x="70" y="20"/>
                  </a:moveTo>
                  <a:cubicBezTo>
                    <a:pt x="70" y="16"/>
                    <a:pt x="71" y="14"/>
                    <a:pt x="77" y="12"/>
                  </a:cubicBezTo>
                  <a:cubicBezTo>
                    <a:pt x="83" y="10"/>
                    <a:pt x="89" y="11"/>
                    <a:pt x="100" y="12"/>
                  </a:cubicBezTo>
                  <a:cubicBezTo>
                    <a:pt x="111" y="14"/>
                    <a:pt x="120" y="15"/>
                    <a:pt x="131" y="14"/>
                  </a:cubicBezTo>
                  <a:cubicBezTo>
                    <a:pt x="127" y="12"/>
                    <a:pt x="126" y="10"/>
                    <a:pt x="124" y="8"/>
                  </a:cubicBezTo>
                  <a:cubicBezTo>
                    <a:pt x="115" y="8"/>
                    <a:pt x="109" y="7"/>
                    <a:pt x="101" y="5"/>
                  </a:cubicBezTo>
                  <a:cubicBezTo>
                    <a:pt x="93" y="2"/>
                    <a:pt x="83" y="0"/>
                    <a:pt x="77" y="0"/>
                  </a:cubicBezTo>
                  <a:cubicBezTo>
                    <a:pt x="71" y="1"/>
                    <a:pt x="67" y="4"/>
                    <a:pt x="65" y="12"/>
                  </a:cubicBezTo>
                  <a:cubicBezTo>
                    <a:pt x="63" y="4"/>
                    <a:pt x="59" y="1"/>
                    <a:pt x="53" y="0"/>
                  </a:cubicBezTo>
                  <a:cubicBezTo>
                    <a:pt x="47" y="0"/>
                    <a:pt x="38" y="2"/>
                    <a:pt x="30" y="5"/>
                  </a:cubicBezTo>
                  <a:cubicBezTo>
                    <a:pt x="22" y="7"/>
                    <a:pt x="16" y="8"/>
                    <a:pt x="7" y="8"/>
                  </a:cubicBezTo>
                  <a:cubicBezTo>
                    <a:pt x="5" y="10"/>
                    <a:pt x="4" y="12"/>
                    <a:pt x="0" y="14"/>
                  </a:cubicBezTo>
                  <a:cubicBezTo>
                    <a:pt x="11" y="15"/>
                    <a:pt x="20" y="14"/>
                    <a:pt x="31" y="12"/>
                  </a:cubicBezTo>
                  <a:cubicBezTo>
                    <a:pt x="41" y="11"/>
                    <a:pt x="48" y="10"/>
                    <a:pt x="54" y="12"/>
                  </a:cubicBezTo>
                  <a:cubicBezTo>
                    <a:pt x="60" y="14"/>
                    <a:pt x="61" y="16"/>
                    <a:pt x="61" y="20"/>
                  </a:cubicBezTo>
                  <a:cubicBezTo>
                    <a:pt x="70" y="20"/>
                    <a:pt x="70" y="20"/>
                    <a:pt x="70" y="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59" name="Freeform 44"/>
            <p:cNvSpPr>
              <a:spLocks noEditPoints="1"/>
            </p:cNvSpPr>
            <p:nvPr/>
          </p:nvSpPr>
          <p:spPr bwMode="auto">
            <a:xfrm>
              <a:off x="8840850" y="4681841"/>
              <a:ext cx="252413" cy="257175"/>
            </a:xfrm>
            <a:custGeom>
              <a:avLst/>
              <a:gdLst>
                <a:gd name="T0" fmla="*/ 85 w 170"/>
                <a:gd name="T1" fmla="*/ 0 h 171"/>
                <a:gd name="T2" fmla="*/ 0 w 170"/>
                <a:gd name="T3" fmla="*/ 86 h 171"/>
                <a:gd name="T4" fmla="*/ 85 w 170"/>
                <a:gd name="T5" fmla="*/ 171 h 171"/>
                <a:gd name="T6" fmla="*/ 170 w 170"/>
                <a:gd name="T7" fmla="*/ 86 h 171"/>
                <a:gd name="T8" fmla="*/ 85 w 170"/>
                <a:gd name="T9" fmla="*/ 0 h 171"/>
                <a:gd name="T10" fmla="*/ 85 w 170"/>
                <a:gd name="T11" fmla="*/ 168 h 171"/>
                <a:gd name="T12" fmla="*/ 2 w 170"/>
                <a:gd name="T13" fmla="*/ 85 h 171"/>
                <a:gd name="T14" fmla="*/ 85 w 170"/>
                <a:gd name="T15" fmla="*/ 3 h 171"/>
                <a:gd name="T16" fmla="*/ 167 w 170"/>
                <a:gd name="T17" fmla="*/ 85 h 171"/>
                <a:gd name="T18" fmla="*/ 85 w 170"/>
                <a:gd name="T19" fmla="*/ 168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0" h="171">
                  <a:moveTo>
                    <a:pt x="85" y="0"/>
                  </a:moveTo>
                  <a:cubicBezTo>
                    <a:pt x="38" y="0"/>
                    <a:pt x="0" y="38"/>
                    <a:pt x="0" y="86"/>
                  </a:cubicBezTo>
                  <a:cubicBezTo>
                    <a:pt x="0" y="132"/>
                    <a:pt x="38" y="171"/>
                    <a:pt x="85" y="171"/>
                  </a:cubicBezTo>
                  <a:cubicBezTo>
                    <a:pt x="132" y="171"/>
                    <a:pt x="170" y="133"/>
                    <a:pt x="170" y="86"/>
                  </a:cubicBezTo>
                  <a:cubicBezTo>
                    <a:pt x="170" y="38"/>
                    <a:pt x="132" y="0"/>
                    <a:pt x="85" y="0"/>
                  </a:cubicBezTo>
                  <a:close/>
                  <a:moveTo>
                    <a:pt x="85" y="168"/>
                  </a:moveTo>
                  <a:cubicBezTo>
                    <a:pt x="39" y="168"/>
                    <a:pt x="2" y="131"/>
                    <a:pt x="2" y="85"/>
                  </a:cubicBezTo>
                  <a:cubicBezTo>
                    <a:pt x="2" y="40"/>
                    <a:pt x="39" y="3"/>
                    <a:pt x="85" y="3"/>
                  </a:cubicBezTo>
                  <a:cubicBezTo>
                    <a:pt x="130" y="3"/>
                    <a:pt x="167" y="40"/>
                    <a:pt x="167" y="85"/>
                  </a:cubicBezTo>
                  <a:cubicBezTo>
                    <a:pt x="167" y="131"/>
                    <a:pt x="130" y="168"/>
                    <a:pt x="85" y="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60" name="Freeform 45"/>
            <p:cNvSpPr>
              <a:spLocks noEditPoints="1"/>
            </p:cNvSpPr>
            <p:nvPr/>
          </p:nvSpPr>
          <p:spPr bwMode="auto">
            <a:xfrm>
              <a:off x="9091675" y="4667554"/>
              <a:ext cx="39688" cy="36513"/>
            </a:xfrm>
            <a:custGeom>
              <a:avLst/>
              <a:gdLst>
                <a:gd name="T0" fmla="*/ 13 w 26"/>
                <a:gd name="T1" fmla="*/ 16 h 25"/>
                <a:gd name="T2" fmla="*/ 11 w 26"/>
                <a:gd name="T3" fmla="*/ 25 h 25"/>
                <a:gd name="T4" fmla="*/ 7 w 26"/>
                <a:gd name="T5" fmla="*/ 24 h 25"/>
                <a:gd name="T6" fmla="*/ 9 w 26"/>
                <a:gd name="T7" fmla="*/ 19 h 25"/>
                <a:gd name="T8" fmla="*/ 10 w 26"/>
                <a:gd name="T9" fmla="*/ 14 h 25"/>
                <a:gd name="T10" fmla="*/ 10 w 26"/>
                <a:gd name="T11" fmla="*/ 14 h 25"/>
                <a:gd name="T12" fmla="*/ 13 w 26"/>
                <a:gd name="T13" fmla="*/ 16 h 25"/>
                <a:gd name="T14" fmla="*/ 25 w 26"/>
                <a:gd name="T15" fmla="*/ 0 h 25"/>
                <a:gd name="T16" fmla="*/ 26 w 26"/>
                <a:gd name="T17" fmla="*/ 2 h 25"/>
                <a:gd name="T18" fmla="*/ 21 w 26"/>
                <a:gd name="T19" fmla="*/ 7 h 25"/>
                <a:gd name="T20" fmla="*/ 18 w 26"/>
                <a:gd name="T21" fmla="*/ 9 h 25"/>
                <a:gd name="T22" fmla="*/ 22 w 26"/>
                <a:gd name="T23" fmla="*/ 11 h 25"/>
                <a:gd name="T24" fmla="*/ 22 w 26"/>
                <a:gd name="T25" fmla="*/ 11 h 25"/>
                <a:gd name="T26" fmla="*/ 23 w 26"/>
                <a:gd name="T27" fmla="*/ 9 h 25"/>
                <a:gd name="T28" fmla="*/ 23 w 26"/>
                <a:gd name="T29" fmla="*/ 9 h 25"/>
                <a:gd name="T30" fmla="*/ 24 w 26"/>
                <a:gd name="T31" fmla="*/ 9 h 25"/>
                <a:gd name="T32" fmla="*/ 25 w 26"/>
                <a:gd name="T33" fmla="*/ 14 h 25"/>
                <a:gd name="T34" fmla="*/ 26 w 26"/>
                <a:gd name="T35" fmla="*/ 15 h 25"/>
                <a:gd name="T36" fmla="*/ 26 w 26"/>
                <a:gd name="T37" fmla="*/ 16 h 25"/>
                <a:gd name="T38" fmla="*/ 25 w 26"/>
                <a:gd name="T39" fmla="*/ 16 h 25"/>
                <a:gd name="T40" fmla="*/ 23 w 26"/>
                <a:gd name="T41" fmla="*/ 16 h 25"/>
                <a:gd name="T42" fmla="*/ 22 w 26"/>
                <a:gd name="T43" fmla="*/ 15 h 25"/>
                <a:gd name="T44" fmla="*/ 13 w 26"/>
                <a:gd name="T45" fmla="*/ 11 h 25"/>
                <a:gd name="T46" fmla="*/ 4 w 26"/>
                <a:gd name="T47" fmla="*/ 13 h 25"/>
                <a:gd name="T48" fmla="*/ 2 w 26"/>
                <a:gd name="T49" fmla="*/ 8 h 25"/>
                <a:gd name="T50" fmla="*/ 2 w 26"/>
                <a:gd name="T51" fmla="*/ 8 h 25"/>
                <a:gd name="T52" fmla="*/ 3 w 26"/>
                <a:gd name="T53" fmla="*/ 8 h 25"/>
                <a:gd name="T54" fmla="*/ 5 w 26"/>
                <a:gd name="T55" fmla="*/ 10 h 25"/>
                <a:gd name="T56" fmla="*/ 11 w 26"/>
                <a:gd name="T57" fmla="*/ 10 h 25"/>
                <a:gd name="T58" fmla="*/ 11 w 26"/>
                <a:gd name="T59" fmla="*/ 9 h 25"/>
                <a:gd name="T60" fmla="*/ 8 w 26"/>
                <a:gd name="T61" fmla="*/ 3 h 25"/>
                <a:gd name="T62" fmla="*/ 9 w 26"/>
                <a:gd name="T63" fmla="*/ 2 h 25"/>
                <a:gd name="T64" fmla="*/ 10 w 26"/>
                <a:gd name="T65" fmla="*/ 2 h 25"/>
                <a:gd name="T66" fmla="*/ 11 w 26"/>
                <a:gd name="T67" fmla="*/ 5 h 25"/>
                <a:gd name="T68" fmla="*/ 12 w 26"/>
                <a:gd name="T69" fmla="*/ 6 h 25"/>
                <a:gd name="T70" fmla="*/ 15 w 26"/>
                <a:gd name="T71" fmla="*/ 8 h 25"/>
                <a:gd name="T72" fmla="*/ 22 w 26"/>
                <a:gd name="T73" fmla="*/ 2 h 25"/>
                <a:gd name="T74" fmla="*/ 24 w 26"/>
                <a:gd name="T75" fmla="*/ 0 h 25"/>
                <a:gd name="T76" fmla="*/ 25 w 26"/>
                <a:gd name="T77"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6" h="25">
                  <a:moveTo>
                    <a:pt x="13" y="16"/>
                  </a:moveTo>
                  <a:cubicBezTo>
                    <a:pt x="14" y="18"/>
                    <a:pt x="13" y="24"/>
                    <a:pt x="11" y="25"/>
                  </a:cubicBezTo>
                  <a:cubicBezTo>
                    <a:pt x="10" y="25"/>
                    <a:pt x="7" y="25"/>
                    <a:pt x="7" y="24"/>
                  </a:cubicBezTo>
                  <a:cubicBezTo>
                    <a:pt x="7" y="22"/>
                    <a:pt x="8" y="21"/>
                    <a:pt x="9" y="19"/>
                  </a:cubicBezTo>
                  <a:cubicBezTo>
                    <a:pt x="10" y="18"/>
                    <a:pt x="9" y="16"/>
                    <a:pt x="10" y="14"/>
                  </a:cubicBezTo>
                  <a:cubicBezTo>
                    <a:pt x="10" y="14"/>
                    <a:pt x="10" y="14"/>
                    <a:pt x="10" y="14"/>
                  </a:cubicBezTo>
                  <a:cubicBezTo>
                    <a:pt x="11" y="15"/>
                    <a:pt x="12" y="15"/>
                    <a:pt x="13" y="16"/>
                  </a:cubicBezTo>
                  <a:close/>
                  <a:moveTo>
                    <a:pt x="25" y="0"/>
                  </a:moveTo>
                  <a:cubicBezTo>
                    <a:pt x="25" y="0"/>
                    <a:pt x="26" y="1"/>
                    <a:pt x="26" y="2"/>
                  </a:cubicBezTo>
                  <a:cubicBezTo>
                    <a:pt x="26" y="3"/>
                    <a:pt x="23" y="6"/>
                    <a:pt x="21" y="7"/>
                  </a:cubicBezTo>
                  <a:cubicBezTo>
                    <a:pt x="20" y="8"/>
                    <a:pt x="19" y="8"/>
                    <a:pt x="18" y="9"/>
                  </a:cubicBezTo>
                  <a:cubicBezTo>
                    <a:pt x="19" y="10"/>
                    <a:pt x="20" y="11"/>
                    <a:pt x="22" y="11"/>
                  </a:cubicBezTo>
                  <a:cubicBezTo>
                    <a:pt x="22" y="11"/>
                    <a:pt x="22" y="11"/>
                    <a:pt x="22" y="11"/>
                  </a:cubicBezTo>
                  <a:cubicBezTo>
                    <a:pt x="23" y="10"/>
                    <a:pt x="23" y="10"/>
                    <a:pt x="23" y="9"/>
                  </a:cubicBezTo>
                  <a:cubicBezTo>
                    <a:pt x="23" y="9"/>
                    <a:pt x="23" y="9"/>
                    <a:pt x="23" y="9"/>
                  </a:cubicBezTo>
                  <a:cubicBezTo>
                    <a:pt x="23" y="9"/>
                    <a:pt x="23" y="9"/>
                    <a:pt x="24" y="9"/>
                  </a:cubicBezTo>
                  <a:cubicBezTo>
                    <a:pt x="23" y="11"/>
                    <a:pt x="24" y="12"/>
                    <a:pt x="25" y="14"/>
                  </a:cubicBezTo>
                  <a:cubicBezTo>
                    <a:pt x="26" y="14"/>
                    <a:pt x="25" y="15"/>
                    <a:pt x="26" y="15"/>
                  </a:cubicBezTo>
                  <a:cubicBezTo>
                    <a:pt x="26" y="16"/>
                    <a:pt x="26" y="15"/>
                    <a:pt x="26" y="16"/>
                  </a:cubicBezTo>
                  <a:cubicBezTo>
                    <a:pt x="25" y="16"/>
                    <a:pt x="25" y="16"/>
                    <a:pt x="25" y="16"/>
                  </a:cubicBezTo>
                  <a:cubicBezTo>
                    <a:pt x="24" y="16"/>
                    <a:pt x="24" y="16"/>
                    <a:pt x="23" y="16"/>
                  </a:cubicBezTo>
                  <a:cubicBezTo>
                    <a:pt x="23" y="16"/>
                    <a:pt x="22" y="15"/>
                    <a:pt x="22" y="15"/>
                  </a:cubicBezTo>
                  <a:cubicBezTo>
                    <a:pt x="19" y="13"/>
                    <a:pt x="16" y="11"/>
                    <a:pt x="13" y="11"/>
                  </a:cubicBezTo>
                  <a:cubicBezTo>
                    <a:pt x="11" y="12"/>
                    <a:pt x="6" y="14"/>
                    <a:pt x="4" y="13"/>
                  </a:cubicBezTo>
                  <a:cubicBezTo>
                    <a:pt x="2" y="13"/>
                    <a:pt x="0" y="9"/>
                    <a:pt x="2" y="8"/>
                  </a:cubicBezTo>
                  <a:cubicBezTo>
                    <a:pt x="2" y="8"/>
                    <a:pt x="2" y="8"/>
                    <a:pt x="2" y="8"/>
                  </a:cubicBezTo>
                  <a:cubicBezTo>
                    <a:pt x="2" y="8"/>
                    <a:pt x="3" y="8"/>
                    <a:pt x="3" y="8"/>
                  </a:cubicBezTo>
                  <a:cubicBezTo>
                    <a:pt x="4" y="9"/>
                    <a:pt x="5" y="10"/>
                    <a:pt x="5" y="10"/>
                  </a:cubicBezTo>
                  <a:cubicBezTo>
                    <a:pt x="7" y="10"/>
                    <a:pt x="10" y="10"/>
                    <a:pt x="11" y="10"/>
                  </a:cubicBezTo>
                  <a:cubicBezTo>
                    <a:pt x="11" y="9"/>
                    <a:pt x="11" y="9"/>
                    <a:pt x="11" y="9"/>
                  </a:cubicBezTo>
                  <a:cubicBezTo>
                    <a:pt x="9" y="6"/>
                    <a:pt x="7" y="6"/>
                    <a:pt x="8" y="3"/>
                  </a:cubicBezTo>
                  <a:cubicBezTo>
                    <a:pt x="8" y="2"/>
                    <a:pt x="9" y="2"/>
                    <a:pt x="9" y="2"/>
                  </a:cubicBezTo>
                  <a:cubicBezTo>
                    <a:pt x="9" y="2"/>
                    <a:pt x="10" y="2"/>
                    <a:pt x="10" y="2"/>
                  </a:cubicBezTo>
                  <a:cubicBezTo>
                    <a:pt x="10" y="3"/>
                    <a:pt x="11" y="4"/>
                    <a:pt x="11" y="5"/>
                  </a:cubicBezTo>
                  <a:cubicBezTo>
                    <a:pt x="12" y="5"/>
                    <a:pt x="12" y="6"/>
                    <a:pt x="12" y="6"/>
                  </a:cubicBezTo>
                  <a:cubicBezTo>
                    <a:pt x="13" y="6"/>
                    <a:pt x="14" y="8"/>
                    <a:pt x="15" y="8"/>
                  </a:cubicBezTo>
                  <a:cubicBezTo>
                    <a:pt x="16" y="8"/>
                    <a:pt x="21" y="4"/>
                    <a:pt x="22" y="2"/>
                  </a:cubicBezTo>
                  <a:cubicBezTo>
                    <a:pt x="23" y="2"/>
                    <a:pt x="23" y="0"/>
                    <a:pt x="24" y="0"/>
                  </a:cubicBezTo>
                  <a:cubicBezTo>
                    <a:pt x="25" y="0"/>
                    <a:pt x="25" y="0"/>
                    <a:pt x="2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61" name="Freeform 46"/>
            <p:cNvSpPr>
              <a:spLocks noEditPoints="1"/>
            </p:cNvSpPr>
            <p:nvPr/>
          </p:nvSpPr>
          <p:spPr bwMode="auto">
            <a:xfrm>
              <a:off x="9120250" y="4715179"/>
              <a:ext cx="53975" cy="44450"/>
            </a:xfrm>
            <a:custGeom>
              <a:avLst/>
              <a:gdLst>
                <a:gd name="T0" fmla="*/ 32 w 36"/>
                <a:gd name="T1" fmla="*/ 11 h 30"/>
                <a:gd name="T2" fmla="*/ 36 w 36"/>
                <a:gd name="T3" fmla="*/ 16 h 30"/>
                <a:gd name="T4" fmla="*/ 30 w 36"/>
                <a:gd name="T5" fmla="*/ 16 h 30"/>
                <a:gd name="T6" fmla="*/ 26 w 36"/>
                <a:gd name="T7" fmla="*/ 13 h 30"/>
                <a:gd name="T8" fmla="*/ 27 w 36"/>
                <a:gd name="T9" fmla="*/ 16 h 30"/>
                <a:gd name="T10" fmla="*/ 23 w 36"/>
                <a:gd name="T11" fmla="*/ 22 h 30"/>
                <a:gd name="T12" fmla="*/ 14 w 36"/>
                <a:gd name="T13" fmla="*/ 21 h 30"/>
                <a:gd name="T14" fmla="*/ 14 w 36"/>
                <a:gd name="T15" fmla="*/ 24 h 30"/>
                <a:gd name="T16" fmla="*/ 14 w 36"/>
                <a:gd name="T17" fmla="*/ 30 h 30"/>
                <a:gd name="T18" fmla="*/ 10 w 36"/>
                <a:gd name="T19" fmla="*/ 24 h 30"/>
                <a:gd name="T20" fmla="*/ 1 w 36"/>
                <a:gd name="T21" fmla="*/ 18 h 30"/>
                <a:gd name="T22" fmla="*/ 3 w 36"/>
                <a:gd name="T23" fmla="*/ 19 h 30"/>
                <a:gd name="T24" fmla="*/ 9 w 36"/>
                <a:gd name="T25" fmla="*/ 24 h 30"/>
                <a:gd name="T26" fmla="*/ 9 w 36"/>
                <a:gd name="T27" fmla="*/ 23 h 30"/>
                <a:gd name="T28" fmla="*/ 6 w 36"/>
                <a:gd name="T29" fmla="*/ 20 h 30"/>
                <a:gd name="T30" fmla="*/ 4 w 36"/>
                <a:gd name="T31" fmla="*/ 12 h 30"/>
                <a:gd name="T32" fmla="*/ 8 w 36"/>
                <a:gd name="T33" fmla="*/ 18 h 30"/>
                <a:gd name="T34" fmla="*/ 12 w 36"/>
                <a:gd name="T35" fmla="*/ 20 h 30"/>
                <a:gd name="T36" fmla="*/ 17 w 36"/>
                <a:gd name="T37" fmla="*/ 19 h 30"/>
                <a:gd name="T38" fmla="*/ 14 w 36"/>
                <a:gd name="T39" fmla="*/ 16 h 30"/>
                <a:gd name="T40" fmla="*/ 21 w 36"/>
                <a:gd name="T41" fmla="*/ 20 h 30"/>
                <a:gd name="T42" fmla="*/ 24 w 36"/>
                <a:gd name="T43" fmla="*/ 18 h 30"/>
                <a:gd name="T44" fmla="*/ 14 w 36"/>
                <a:gd name="T45" fmla="*/ 12 h 30"/>
                <a:gd name="T46" fmla="*/ 10 w 36"/>
                <a:gd name="T47" fmla="*/ 14 h 30"/>
                <a:gd name="T48" fmla="*/ 10 w 36"/>
                <a:gd name="T49" fmla="*/ 12 h 30"/>
                <a:gd name="T50" fmla="*/ 14 w 36"/>
                <a:gd name="T51" fmla="*/ 6 h 30"/>
                <a:gd name="T52" fmla="*/ 21 w 36"/>
                <a:gd name="T53" fmla="*/ 10 h 30"/>
                <a:gd name="T54" fmla="*/ 32 w 36"/>
                <a:gd name="T55" fmla="*/ 14 h 30"/>
                <a:gd name="T56" fmla="*/ 32 w 36"/>
                <a:gd name="T57" fmla="*/ 14 h 30"/>
                <a:gd name="T58" fmla="*/ 29 w 36"/>
                <a:gd name="T59" fmla="*/ 6 h 30"/>
                <a:gd name="T60" fmla="*/ 32 w 36"/>
                <a:gd name="T61" fmla="*/ 6 h 30"/>
                <a:gd name="T62" fmla="*/ 34 w 36"/>
                <a:gd name="T63" fmla="*/ 0 h 30"/>
                <a:gd name="T64" fmla="*/ 29 w 36"/>
                <a:gd name="T65"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6" h="30">
                  <a:moveTo>
                    <a:pt x="32" y="6"/>
                  </a:moveTo>
                  <a:cubicBezTo>
                    <a:pt x="33" y="8"/>
                    <a:pt x="31" y="10"/>
                    <a:pt x="32" y="11"/>
                  </a:cubicBezTo>
                  <a:cubicBezTo>
                    <a:pt x="32" y="11"/>
                    <a:pt x="32" y="12"/>
                    <a:pt x="32" y="12"/>
                  </a:cubicBezTo>
                  <a:cubicBezTo>
                    <a:pt x="34" y="12"/>
                    <a:pt x="36" y="14"/>
                    <a:pt x="36" y="16"/>
                  </a:cubicBezTo>
                  <a:cubicBezTo>
                    <a:pt x="36" y="17"/>
                    <a:pt x="34" y="19"/>
                    <a:pt x="33" y="19"/>
                  </a:cubicBezTo>
                  <a:cubicBezTo>
                    <a:pt x="32" y="18"/>
                    <a:pt x="30" y="16"/>
                    <a:pt x="30" y="16"/>
                  </a:cubicBezTo>
                  <a:cubicBezTo>
                    <a:pt x="29" y="14"/>
                    <a:pt x="27" y="14"/>
                    <a:pt x="26" y="13"/>
                  </a:cubicBezTo>
                  <a:cubicBezTo>
                    <a:pt x="26" y="13"/>
                    <a:pt x="26" y="13"/>
                    <a:pt x="26" y="13"/>
                  </a:cubicBezTo>
                  <a:cubicBezTo>
                    <a:pt x="26" y="13"/>
                    <a:pt x="26" y="13"/>
                    <a:pt x="26" y="13"/>
                  </a:cubicBezTo>
                  <a:cubicBezTo>
                    <a:pt x="26" y="14"/>
                    <a:pt x="27" y="14"/>
                    <a:pt x="27" y="16"/>
                  </a:cubicBezTo>
                  <a:cubicBezTo>
                    <a:pt x="27" y="18"/>
                    <a:pt x="28" y="21"/>
                    <a:pt x="24" y="23"/>
                  </a:cubicBezTo>
                  <a:cubicBezTo>
                    <a:pt x="24" y="22"/>
                    <a:pt x="24" y="22"/>
                    <a:pt x="23" y="22"/>
                  </a:cubicBezTo>
                  <a:cubicBezTo>
                    <a:pt x="22" y="22"/>
                    <a:pt x="21" y="20"/>
                    <a:pt x="20" y="20"/>
                  </a:cubicBezTo>
                  <a:cubicBezTo>
                    <a:pt x="19" y="22"/>
                    <a:pt x="16" y="21"/>
                    <a:pt x="14" y="21"/>
                  </a:cubicBezTo>
                  <a:cubicBezTo>
                    <a:pt x="13" y="21"/>
                    <a:pt x="13" y="22"/>
                    <a:pt x="13" y="22"/>
                  </a:cubicBezTo>
                  <a:cubicBezTo>
                    <a:pt x="14" y="22"/>
                    <a:pt x="14" y="23"/>
                    <a:pt x="14" y="24"/>
                  </a:cubicBezTo>
                  <a:cubicBezTo>
                    <a:pt x="15" y="24"/>
                    <a:pt x="18" y="26"/>
                    <a:pt x="18" y="28"/>
                  </a:cubicBezTo>
                  <a:cubicBezTo>
                    <a:pt x="18" y="29"/>
                    <a:pt x="16" y="30"/>
                    <a:pt x="14" y="30"/>
                  </a:cubicBezTo>
                  <a:cubicBezTo>
                    <a:pt x="14" y="28"/>
                    <a:pt x="13" y="26"/>
                    <a:pt x="11" y="25"/>
                  </a:cubicBezTo>
                  <a:cubicBezTo>
                    <a:pt x="10" y="25"/>
                    <a:pt x="11" y="24"/>
                    <a:pt x="10" y="24"/>
                  </a:cubicBezTo>
                  <a:cubicBezTo>
                    <a:pt x="9" y="25"/>
                    <a:pt x="8" y="26"/>
                    <a:pt x="7" y="26"/>
                  </a:cubicBezTo>
                  <a:cubicBezTo>
                    <a:pt x="3" y="25"/>
                    <a:pt x="0" y="22"/>
                    <a:pt x="1" y="18"/>
                  </a:cubicBezTo>
                  <a:cubicBezTo>
                    <a:pt x="2" y="17"/>
                    <a:pt x="2" y="16"/>
                    <a:pt x="2" y="15"/>
                  </a:cubicBezTo>
                  <a:cubicBezTo>
                    <a:pt x="3" y="16"/>
                    <a:pt x="3" y="18"/>
                    <a:pt x="3" y="19"/>
                  </a:cubicBezTo>
                  <a:cubicBezTo>
                    <a:pt x="3" y="19"/>
                    <a:pt x="3" y="20"/>
                    <a:pt x="4" y="20"/>
                  </a:cubicBezTo>
                  <a:cubicBezTo>
                    <a:pt x="5" y="22"/>
                    <a:pt x="7" y="23"/>
                    <a:pt x="9" y="24"/>
                  </a:cubicBezTo>
                  <a:cubicBezTo>
                    <a:pt x="9" y="24"/>
                    <a:pt x="9" y="24"/>
                    <a:pt x="9" y="23"/>
                  </a:cubicBezTo>
                  <a:cubicBezTo>
                    <a:pt x="9" y="23"/>
                    <a:pt x="9" y="23"/>
                    <a:pt x="9" y="23"/>
                  </a:cubicBezTo>
                  <a:cubicBezTo>
                    <a:pt x="9" y="22"/>
                    <a:pt x="8" y="22"/>
                    <a:pt x="8" y="21"/>
                  </a:cubicBezTo>
                  <a:cubicBezTo>
                    <a:pt x="8" y="21"/>
                    <a:pt x="7" y="20"/>
                    <a:pt x="6" y="20"/>
                  </a:cubicBezTo>
                  <a:cubicBezTo>
                    <a:pt x="5" y="19"/>
                    <a:pt x="3" y="14"/>
                    <a:pt x="4" y="13"/>
                  </a:cubicBezTo>
                  <a:cubicBezTo>
                    <a:pt x="4" y="13"/>
                    <a:pt x="4" y="12"/>
                    <a:pt x="4" y="12"/>
                  </a:cubicBezTo>
                  <a:cubicBezTo>
                    <a:pt x="5" y="12"/>
                    <a:pt x="5" y="12"/>
                    <a:pt x="5" y="13"/>
                  </a:cubicBezTo>
                  <a:cubicBezTo>
                    <a:pt x="6" y="14"/>
                    <a:pt x="7" y="16"/>
                    <a:pt x="8" y="18"/>
                  </a:cubicBezTo>
                  <a:cubicBezTo>
                    <a:pt x="9" y="18"/>
                    <a:pt x="10" y="19"/>
                    <a:pt x="11" y="20"/>
                  </a:cubicBezTo>
                  <a:cubicBezTo>
                    <a:pt x="11" y="20"/>
                    <a:pt x="11" y="20"/>
                    <a:pt x="12" y="20"/>
                  </a:cubicBezTo>
                  <a:cubicBezTo>
                    <a:pt x="13" y="19"/>
                    <a:pt x="14" y="19"/>
                    <a:pt x="16" y="19"/>
                  </a:cubicBezTo>
                  <a:cubicBezTo>
                    <a:pt x="16" y="19"/>
                    <a:pt x="17" y="19"/>
                    <a:pt x="17" y="19"/>
                  </a:cubicBezTo>
                  <a:cubicBezTo>
                    <a:pt x="17" y="18"/>
                    <a:pt x="15" y="17"/>
                    <a:pt x="15" y="17"/>
                  </a:cubicBezTo>
                  <a:cubicBezTo>
                    <a:pt x="14" y="16"/>
                    <a:pt x="14" y="16"/>
                    <a:pt x="14" y="16"/>
                  </a:cubicBezTo>
                  <a:cubicBezTo>
                    <a:pt x="16" y="14"/>
                    <a:pt x="17" y="16"/>
                    <a:pt x="19" y="18"/>
                  </a:cubicBezTo>
                  <a:cubicBezTo>
                    <a:pt x="20" y="19"/>
                    <a:pt x="20" y="19"/>
                    <a:pt x="21" y="20"/>
                  </a:cubicBezTo>
                  <a:cubicBezTo>
                    <a:pt x="22" y="20"/>
                    <a:pt x="23" y="21"/>
                    <a:pt x="24" y="20"/>
                  </a:cubicBezTo>
                  <a:cubicBezTo>
                    <a:pt x="24" y="19"/>
                    <a:pt x="24" y="19"/>
                    <a:pt x="24" y="18"/>
                  </a:cubicBezTo>
                  <a:cubicBezTo>
                    <a:pt x="24" y="15"/>
                    <a:pt x="20" y="12"/>
                    <a:pt x="17" y="12"/>
                  </a:cubicBezTo>
                  <a:cubicBezTo>
                    <a:pt x="16" y="11"/>
                    <a:pt x="14" y="10"/>
                    <a:pt x="14" y="12"/>
                  </a:cubicBezTo>
                  <a:cubicBezTo>
                    <a:pt x="14" y="12"/>
                    <a:pt x="13" y="14"/>
                    <a:pt x="13" y="14"/>
                  </a:cubicBezTo>
                  <a:cubicBezTo>
                    <a:pt x="12" y="14"/>
                    <a:pt x="11" y="14"/>
                    <a:pt x="10" y="14"/>
                  </a:cubicBezTo>
                  <a:cubicBezTo>
                    <a:pt x="10" y="14"/>
                    <a:pt x="10" y="14"/>
                    <a:pt x="10" y="14"/>
                  </a:cubicBezTo>
                  <a:cubicBezTo>
                    <a:pt x="10" y="13"/>
                    <a:pt x="10" y="13"/>
                    <a:pt x="10" y="12"/>
                  </a:cubicBezTo>
                  <a:cubicBezTo>
                    <a:pt x="10" y="12"/>
                    <a:pt x="9" y="12"/>
                    <a:pt x="9" y="11"/>
                  </a:cubicBezTo>
                  <a:cubicBezTo>
                    <a:pt x="9" y="10"/>
                    <a:pt x="13" y="6"/>
                    <a:pt x="14" y="6"/>
                  </a:cubicBezTo>
                  <a:cubicBezTo>
                    <a:pt x="16" y="8"/>
                    <a:pt x="17" y="8"/>
                    <a:pt x="19" y="9"/>
                  </a:cubicBezTo>
                  <a:cubicBezTo>
                    <a:pt x="20" y="9"/>
                    <a:pt x="21" y="10"/>
                    <a:pt x="21" y="10"/>
                  </a:cubicBezTo>
                  <a:cubicBezTo>
                    <a:pt x="23" y="11"/>
                    <a:pt x="24" y="11"/>
                    <a:pt x="26" y="12"/>
                  </a:cubicBezTo>
                  <a:cubicBezTo>
                    <a:pt x="28" y="12"/>
                    <a:pt x="30" y="14"/>
                    <a:pt x="32" y="14"/>
                  </a:cubicBezTo>
                  <a:cubicBezTo>
                    <a:pt x="32" y="14"/>
                    <a:pt x="32" y="14"/>
                    <a:pt x="32" y="14"/>
                  </a:cubicBezTo>
                  <a:cubicBezTo>
                    <a:pt x="32" y="14"/>
                    <a:pt x="32" y="14"/>
                    <a:pt x="32" y="14"/>
                  </a:cubicBezTo>
                  <a:cubicBezTo>
                    <a:pt x="30" y="13"/>
                    <a:pt x="27" y="12"/>
                    <a:pt x="28" y="10"/>
                  </a:cubicBezTo>
                  <a:cubicBezTo>
                    <a:pt x="28" y="8"/>
                    <a:pt x="30" y="8"/>
                    <a:pt x="29" y="6"/>
                  </a:cubicBezTo>
                  <a:cubicBezTo>
                    <a:pt x="30" y="6"/>
                    <a:pt x="30" y="6"/>
                    <a:pt x="30" y="6"/>
                  </a:cubicBezTo>
                  <a:cubicBezTo>
                    <a:pt x="31" y="6"/>
                    <a:pt x="31" y="6"/>
                    <a:pt x="32" y="6"/>
                  </a:cubicBezTo>
                  <a:close/>
                  <a:moveTo>
                    <a:pt x="34" y="0"/>
                  </a:moveTo>
                  <a:cubicBezTo>
                    <a:pt x="34" y="0"/>
                    <a:pt x="34" y="0"/>
                    <a:pt x="34" y="0"/>
                  </a:cubicBezTo>
                  <a:cubicBezTo>
                    <a:pt x="33" y="2"/>
                    <a:pt x="29" y="6"/>
                    <a:pt x="26" y="6"/>
                  </a:cubicBezTo>
                  <a:cubicBezTo>
                    <a:pt x="25" y="4"/>
                    <a:pt x="27" y="2"/>
                    <a:pt x="29" y="0"/>
                  </a:cubicBezTo>
                  <a:cubicBezTo>
                    <a:pt x="30" y="1"/>
                    <a:pt x="32" y="0"/>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62" name="Freeform 47"/>
            <p:cNvSpPr>
              <a:spLocks noEditPoints="1"/>
            </p:cNvSpPr>
            <p:nvPr/>
          </p:nvSpPr>
          <p:spPr bwMode="auto">
            <a:xfrm>
              <a:off x="9037700" y="4621516"/>
              <a:ext cx="53975" cy="46038"/>
            </a:xfrm>
            <a:custGeom>
              <a:avLst/>
              <a:gdLst>
                <a:gd name="T0" fmla="*/ 13 w 36"/>
                <a:gd name="T1" fmla="*/ 14 h 30"/>
                <a:gd name="T2" fmla="*/ 10 w 36"/>
                <a:gd name="T3" fmla="*/ 17 h 30"/>
                <a:gd name="T4" fmla="*/ 10 w 36"/>
                <a:gd name="T5" fmla="*/ 17 h 30"/>
                <a:gd name="T6" fmla="*/ 13 w 36"/>
                <a:gd name="T7" fmla="*/ 14 h 30"/>
                <a:gd name="T8" fmla="*/ 13 w 36"/>
                <a:gd name="T9" fmla="*/ 14 h 30"/>
                <a:gd name="T10" fmla="*/ 26 w 36"/>
                <a:gd name="T11" fmla="*/ 1 h 30"/>
                <a:gd name="T12" fmla="*/ 27 w 36"/>
                <a:gd name="T13" fmla="*/ 1 h 30"/>
                <a:gd name="T14" fmla="*/ 25 w 36"/>
                <a:gd name="T15" fmla="*/ 7 h 30"/>
                <a:gd name="T16" fmla="*/ 22 w 36"/>
                <a:gd name="T17" fmla="*/ 10 h 30"/>
                <a:gd name="T18" fmla="*/ 22 w 36"/>
                <a:gd name="T19" fmla="*/ 11 h 30"/>
                <a:gd name="T20" fmla="*/ 25 w 36"/>
                <a:gd name="T21" fmla="*/ 11 h 30"/>
                <a:gd name="T22" fmla="*/ 26 w 36"/>
                <a:gd name="T23" fmla="*/ 10 h 30"/>
                <a:gd name="T24" fmla="*/ 29 w 36"/>
                <a:gd name="T25" fmla="*/ 13 h 30"/>
                <a:gd name="T26" fmla="*/ 28 w 36"/>
                <a:gd name="T27" fmla="*/ 14 h 30"/>
                <a:gd name="T28" fmla="*/ 21 w 36"/>
                <a:gd name="T29" fmla="*/ 14 h 30"/>
                <a:gd name="T30" fmla="*/ 19 w 36"/>
                <a:gd name="T31" fmla="*/ 13 h 30"/>
                <a:gd name="T32" fmla="*/ 16 w 36"/>
                <a:gd name="T33" fmla="*/ 18 h 30"/>
                <a:gd name="T34" fmla="*/ 16 w 36"/>
                <a:gd name="T35" fmla="*/ 18 h 30"/>
                <a:gd name="T36" fmla="*/ 21 w 36"/>
                <a:gd name="T37" fmla="*/ 20 h 30"/>
                <a:gd name="T38" fmla="*/ 20 w 36"/>
                <a:gd name="T39" fmla="*/ 24 h 30"/>
                <a:gd name="T40" fmla="*/ 20 w 36"/>
                <a:gd name="T41" fmla="*/ 27 h 30"/>
                <a:gd name="T42" fmla="*/ 14 w 36"/>
                <a:gd name="T43" fmla="*/ 27 h 30"/>
                <a:gd name="T44" fmla="*/ 15 w 36"/>
                <a:gd name="T45" fmla="*/ 21 h 30"/>
                <a:gd name="T46" fmla="*/ 14 w 36"/>
                <a:gd name="T47" fmla="*/ 21 h 30"/>
                <a:gd name="T48" fmla="*/ 9 w 36"/>
                <a:gd name="T49" fmla="*/ 28 h 30"/>
                <a:gd name="T50" fmla="*/ 9 w 36"/>
                <a:gd name="T51" fmla="*/ 28 h 30"/>
                <a:gd name="T52" fmla="*/ 9 w 36"/>
                <a:gd name="T53" fmla="*/ 22 h 30"/>
                <a:gd name="T54" fmla="*/ 11 w 36"/>
                <a:gd name="T55" fmla="*/ 20 h 30"/>
                <a:gd name="T56" fmla="*/ 8 w 36"/>
                <a:gd name="T57" fmla="*/ 20 h 30"/>
                <a:gd name="T58" fmla="*/ 6 w 36"/>
                <a:gd name="T59" fmla="*/ 21 h 30"/>
                <a:gd name="T60" fmla="*/ 1 w 36"/>
                <a:gd name="T61" fmla="*/ 23 h 30"/>
                <a:gd name="T62" fmla="*/ 0 w 36"/>
                <a:gd name="T63" fmla="*/ 22 h 30"/>
                <a:gd name="T64" fmla="*/ 1 w 36"/>
                <a:gd name="T65" fmla="*/ 19 h 30"/>
                <a:gd name="T66" fmla="*/ 3 w 36"/>
                <a:gd name="T67" fmla="*/ 15 h 30"/>
                <a:gd name="T68" fmla="*/ 13 w 36"/>
                <a:gd name="T69" fmla="*/ 13 h 30"/>
                <a:gd name="T70" fmla="*/ 16 w 36"/>
                <a:gd name="T71" fmla="*/ 14 h 30"/>
                <a:gd name="T72" fmla="*/ 16 w 36"/>
                <a:gd name="T73" fmla="*/ 14 h 30"/>
                <a:gd name="T74" fmla="*/ 16 w 36"/>
                <a:gd name="T75" fmla="*/ 13 h 30"/>
                <a:gd name="T76" fmla="*/ 15 w 36"/>
                <a:gd name="T77" fmla="*/ 13 h 30"/>
                <a:gd name="T78" fmla="*/ 13 w 36"/>
                <a:gd name="T79" fmla="*/ 8 h 30"/>
                <a:gd name="T80" fmla="*/ 13 w 36"/>
                <a:gd name="T81" fmla="*/ 8 h 30"/>
                <a:gd name="T82" fmla="*/ 18 w 36"/>
                <a:gd name="T83" fmla="*/ 11 h 30"/>
                <a:gd name="T84" fmla="*/ 20 w 36"/>
                <a:gd name="T85" fmla="*/ 9 h 30"/>
                <a:gd name="T86" fmla="*/ 21 w 36"/>
                <a:gd name="T87" fmla="*/ 7 h 30"/>
                <a:gd name="T88" fmla="*/ 24 w 36"/>
                <a:gd name="T89" fmla="*/ 4 h 30"/>
                <a:gd name="T90" fmla="*/ 26 w 36"/>
                <a:gd name="T91" fmla="*/ 1 h 30"/>
                <a:gd name="T92" fmla="*/ 26 w 36"/>
                <a:gd name="T93" fmla="*/ 1 h 30"/>
                <a:gd name="T94" fmla="*/ 31 w 36"/>
                <a:gd name="T95" fmla="*/ 3 h 30"/>
                <a:gd name="T96" fmla="*/ 35 w 36"/>
                <a:gd name="T97" fmla="*/ 7 h 30"/>
                <a:gd name="T98" fmla="*/ 36 w 36"/>
                <a:gd name="T99" fmla="*/ 9 h 30"/>
                <a:gd name="T100" fmla="*/ 31 w 36"/>
                <a:gd name="T101" fmla="*/ 10 h 30"/>
                <a:gd name="T102" fmla="*/ 31 w 36"/>
                <a:gd name="T103" fmla="*/ 8 h 30"/>
                <a:gd name="T104" fmla="*/ 30 w 36"/>
                <a:gd name="T105" fmla="*/ 8 h 30"/>
                <a:gd name="T106" fmla="*/ 31 w 36"/>
                <a:gd name="T107" fmla="*/ 3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6" h="30">
                  <a:moveTo>
                    <a:pt x="13" y="14"/>
                  </a:moveTo>
                  <a:cubicBezTo>
                    <a:pt x="13" y="14"/>
                    <a:pt x="10" y="16"/>
                    <a:pt x="10" y="17"/>
                  </a:cubicBezTo>
                  <a:cubicBezTo>
                    <a:pt x="10" y="17"/>
                    <a:pt x="10" y="17"/>
                    <a:pt x="10" y="17"/>
                  </a:cubicBezTo>
                  <a:cubicBezTo>
                    <a:pt x="13" y="19"/>
                    <a:pt x="14" y="17"/>
                    <a:pt x="13" y="14"/>
                  </a:cubicBezTo>
                  <a:cubicBezTo>
                    <a:pt x="13" y="14"/>
                    <a:pt x="13" y="14"/>
                    <a:pt x="13" y="14"/>
                  </a:cubicBezTo>
                  <a:close/>
                  <a:moveTo>
                    <a:pt x="26" y="1"/>
                  </a:moveTo>
                  <a:cubicBezTo>
                    <a:pt x="26" y="1"/>
                    <a:pt x="26" y="1"/>
                    <a:pt x="27" y="1"/>
                  </a:cubicBezTo>
                  <a:cubicBezTo>
                    <a:pt x="27" y="2"/>
                    <a:pt x="25" y="6"/>
                    <a:pt x="25" y="7"/>
                  </a:cubicBezTo>
                  <a:cubicBezTo>
                    <a:pt x="24" y="8"/>
                    <a:pt x="22" y="10"/>
                    <a:pt x="22" y="10"/>
                  </a:cubicBezTo>
                  <a:cubicBezTo>
                    <a:pt x="22" y="10"/>
                    <a:pt x="22" y="10"/>
                    <a:pt x="22" y="11"/>
                  </a:cubicBezTo>
                  <a:cubicBezTo>
                    <a:pt x="23" y="12"/>
                    <a:pt x="25" y="12"/>
                    <a:pt x="25" y="11"/>
                  </a:cubicBezTo>
                  <a:cubicBezTo>
                    <a:pt x="26" y="10"/>
                    <a:pt x="25" y="10"/>
                    <a:pt x="26" y="10"/>
                  </a:cubicBezTo>
                  <a:cubicBezTo>
                    <a:pt x="27" y="10"/>
                    <a:pt x="29" y="12"/>
                    <a:pt x="29" y="13"/>
                  </a:cubicBezTo>
                  <a:cubicBezTo>
                    <a:pt x="29" y="13"/>
                    <a:pt x="29" y="14"/>
                    <a:pt x="28" y="14"/>
                  </a:cubicBezTo>
                  <a:cubicBezTo>
                    <a:pt x="25" y="13"/>
                    <a:pt x="23" y="14"/>
                    <a:pt x="21" y="14"/>
                  </a:cubicBezTo>
                  <a:cubicBezTo>
                    <a:pt x="20" y="14"/>
                    <a:pt x="20" y="13"/>
                    <a:pt x="19" y="13"/>
                  </a:cubicBezTo>
                  <a:cubicBezTo>
                    <a:pt x="18" y="14"/>
                    <a:pt x="16" y="17"/>
                    <a:pt x="16" y="18"/>
                  </a:cubicBezTo>
                  <a:cubicBezTo>
                    <a:pt x="16" y="18"/>
                    <a:pt x="16" y="18"/>
                    <a:pt x="16" y="18"/>
                  </a:cubicBezTo>
                  <a:cubicBezTo>
                    <a:pt x="18" y="19"/>
                    <a:pt x="19" y="17"/>
                    <a:pt x="21" y="20"/>
                  </a:cubicBezTo>
                  <a:cubicBezTo>
                    <a:pt x="21" y="22"/>
                    <a:pt x="20" y="22"/>
                    <a:pt x="20" y="24"/>
                  </a:cubicBezTo>
                  <a:cubicBezTo>
                    <a:pt x="19" y="25"/>
                    <a:pt x="20" y="26"/>
                    <a:pt x="20" y="27"/>
                  </a:cubicBezTo>
                  <a:cubicBezTo>
                    <a:pt x="19" y="30"/>
                    <a:pt x="15" y="29"/>
                    <a:pt x="14" y="27"/>
                  </a:cubicBezTo>
                  <a:cubicBezTo>
                    <a:pt x="13" y="26"/>
                    <a:pt x="15" y="22"/>
                    <a:pt x="15" y="21"/>
                  </a:cubicBezTo>
                  <a:cubicBezTo>
                    <a:pt x="14" y="21"/>
                    <a:pt x="14" y="21"/>
                    <a:pt x="14" y="21"/>
                  </a:cubicBezTo>
                  <a:cubicBezTo>
                    <a:pt x="11" y="22"/>
                    <a:pt x="11" y="26"/>
                    <a:pt x="9" y="28"/>
                  </a:cubicBezTo>
                  <a:cubicBezTo>
                    <a:pt x="9" y="28"/>
                    <a:pt x="9" y="28"/>
                    <a:pt x="9" y="28"/>
                  </a:cubicBezTo>
                  <a:cubicBezTo>
                    <a:pt x="8" y="27"/>
                    <a:pt x="9" y="24"/>
                    <a:pt x="9" y="22"/>
                  </a:cubicBezTo>
                  <a:cubicBezTo>
                    <a:pt x="10" y="22"/>
                    <a:pt x="11" y="21"/>
                    <a:pt x="11" y="20"/>
                  </a:cubicBezTo>
                  <a:cubicBezTo>
                    <a:pt x="10" y="20"/>
                    <a:pt x="9" y="19"/>
                    <a:pt x="8" y="20"/>
                  </a:cubicBezTo>
                  <a:cubicBezTo>
                    <a:pt x="7" y="20"/>
                    <a:pt x="7" y="21"/>
                    <a:pt x="6" y="21"/>
                  </a:cubicBezTo>
                  <a:cubicBezTo>
                    <a:pt x="5" y="22"/>
                    <a:pt x="3" y="23"/>
                    <a:pt x="1" y="23"/>
                  </a:cubicBezTo>
                  <a:cubicBezTo>
                    <a:pt x="1" y="23"/>
                    <a:pt x="1" y="22"/>
                    <a:pt x="0" y="22"/>
                  </a:cubicBezTo>
                  <a:cubicBezTo>
                    <a:pt x="1" y="20"/>
                    <a:pt x="1" y="20"/>
                    <a:pt x="1" y="19"/>
                  </a:cubicBezTo>
                  <a:cubicBezTo>
                    <a:pt x="1" y="18"/>
                    <a:pt x="3" y="17"/>
                    <a:pt x="3" y="15"/>
                  </a:cubicBezTo>
                  <a:cubicBezTo>
                    <a:pt x="7" y="15"/>
                    <a:pt x="9" y="13"/>
                    <a:pt x="13" y="13"/>
                  </a:cubicBezTo>
                  <a:cubicBezTo>
                    <a:pt x="14" y="13"/>
                    <a:pt x="15" y="15"/>
                    <a:pt x="16" y="14"/>
                  </a:cubicBezTo>
                  <a:cubicBezTo>
                    <a:pt x="16" y="14"/>
                    <a:pt x="16" y="14"/>
                    <a:pt x="16" y="14"/>
                  </a:cubicBezTo>
                  <a:cubicBezTo>
                    <a:pt x="16" y="14"/>
                    <a:pt x="16" y="14"/>
                    <a:pt x="16" y="13"/>
                  </a:cubicBezTo>
                  <a:cubicBezTo>
                    <a:pt x="15" y="13"/>
                    <a:pt x="15" y="13"/>
                    <a:pt x="15" y="13"/>
                  </a:cubicBezTo>
                  <a:cubicBezTo>
                    <a:pt x="12" y="12"/>
                    <a:pt x="12" y="10"/>
                    <a:pt x="13" y="8"/>
                  </a:cubicBezTo>
                  <a:cubicBezTo>
                    <a:pt x="13" y="8"/>
                    <a:pt x="13" y="8"/>
                    <a:pt x="13" y="8"/>
                  </a:cubicBezTo>
                  <a:cubicBezTo>
                    <a:pt x="14" y="10"/>
                    <a:pt x="17" y="11"/>
                    <a:pt x="18" y="11"/>
                  </a:cubicBezTo>
                  <a:cubicBezTo>
                    <a:pt x="19" y="10"/>
                    <a:pt x="19" y="10"/>
                    <a:pt x="20" y="9"/>
                  </a:cubicBezTo>
                  <a:cubicBezTo>
                    <a:pt x="20" y="8"/>
                    <a:pt x="21" y="8"/>
                    <a:pt x="21" y="7"/>
                  </a:cubicBezTo>
                  <a:cubicBezTo>
                    <a:pt x="22" y="6"/>
                    <a:pt x="23" y="5"/>
                    <a:pt x="24" y="4"/>
                  </a:cubicBezTo>
                  <a:cubicBezTo>
                    <a:pt x="24" y="4"/>
                    <a:pt x="25" y="1"/>
                    <a:pt x="26" y="1"/>
                  </a:cubicBezTo>
                  <a:cubicBezTo>
                    <a:pt x="25" y="0"/>
                    <a:pt x="26" y="1"/>
                    <a:pt x="26" y="1"/>
                  </a:cubicBezTo>
                  <a:close/>
                  <a:moveTo>
                    <a:pt x="31" y="3"/>
                  </a:moveTo>
                  <a:cubicBezTo>
                    <a:pt x="32" y="4"/>
                    <a:pt x="34" y="5"/>
                    <a:pt x="35" y="7"/>
                  </a:cubicBezTo>
                  <a:cubicBezTo>
                    <a:pt x="35" y="8"/>
                    <a:pt x="36" y="9"/>
                    <a:pt x="36" y="9"/>
                  </a:cubicBezTo>
                  <a:cubicBezTo>
                    <a:pt x="35" y="12"/>
                    <a:pt x="32" y="12"/>
                    <a:pt x="31" y="10"/>
                  </a:cubicBezTo>
                  <a:cubicBezTo>
                    <a:pt x="31" y="10"/>
                    <a:pt x="31" y="9"/>
                    <a:pt x="31" y="8"/>
                  </a:cubicBezTo>
                  <a:cubicBezTo>
                    <a:pt x="30" y="8"/>
                    <a:pt x="30" y="8"/>
                    <a:pt x="30" y="8"/>
                  </a:cubicBezTo>
                  <a:cubicBezTo>
                    <a:pt x="31" y="6"/>
                    <a:pt x="29" y="4"/>
                    <a:pt x="3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63" name="Freeform 48"/>
            <p:cNvSpPr>
              <a:spLocks noEditPoints="1"/>
            </p:cNvSpPr>
            <p:nvPr/>
          </p:nvSpPr>
          <p:spPr bwMode="auto">
            <a:xfrm>
              <a:off x="8913875" y="4588179"/>
              <a:ext cx="36513" cy="52388"/>
            </a:xfrm>
            <a:custGeom>
              <a:avLst/>
              <a:gdLst>
                <a:gd name="T0" fmla="*/ 14 w 24"/>
                <a:gd name="T1" fmla="*/ 5 h 34"/>
                <a:gd name="T2" fmla="*/ 14 w 24"/>
                <a:gd name="T3" fmla="*/ 5 h 34"/>
                <a:gd name="T4" fmla="*/ 14 w 24"/>
                <a:gd name="T5" fmla="*/ 5 h 34"/>
                <a:gd name="T6" fmla="*/ 14 w 24"/>
                <a:gd name="T7" fmla="*/ 4 h 34"/>
                <a:gd name="T8" fmla="*/ 14 w 24"/>
                <a:gd name="T9" fmla="*/ 4 h 34"/>
                <a:gd name="T10" fmla="*/ 14 w 24"/>
                <a:gd name="T11" fmla="*/ 4 h 34"/>
                <a:gd name="T12" fmla="*/ 14 w 24"/>
                <a:gd name="T13" fmla="*/ 4 h 34"/>
                <a:gd name="T14" fmla="*/ 20 w 24"/>
                <a:gd name="T15" fmla="*/ 2 h 34"/>
                <a:gd name="T16" fmla="*/ 14 w 24"/>
                <a:gd name="T17" fmla="*/ 7 h 34"/>
                <a:gd name="T18" fmla="*/ 22 w 24"/>
                <a:gd name="T19" fmla="*/ 15 h 34"/>
                <a:gd name="T20" fmla="*/ 16 w 24"/>
                <a:gd name="T21" fmla="*/ 18 h 34"/>
                <a:gd name="T22" fmla="*/ 15 w 24"/>
                <a:gd name="T23" fmla="*/ 23 h 34"/>
                <a:gd name="T24" fmla="*/ 17 w 24"/>
                <a:gd name="T25" fmla="*/ 22 h 34"/>
                <a:gd name="T26" fmla="*/ 24 w 24"/>
                <a:gd name="T27" fmla="*/ 24 h 34"/>
                <a:gd name="T28" fmla="*/ 18 w 24"/>
                <a:gd name="T29" fmla="*/ 26 h 34"/>
                <a:gd name="T30" fmla="*/ 9 w 24"/>
                <a:gd name="T31" fmla="*/ 32 h 34"/>
                <a:gd name="T32" fmla="*/ 16 w 24"/>
                <a:gd name="T33" fmla="*/ 27 h 34"/>
                <a:gd name="T34" fmla="*/ 10 w 24"/>
                <a:gd name="T35" fmla="*/ 29 h 34"/>
                <a:gd name="T36" fmla="*/ 7 w 24"/>
                <a:gd name="T37" fmla="*/ 28 h 34"/>
                <a:gd name="T38" fmla="*/ 14 w 24"/>
                <a:gd name="T39" fmla="*/ 25 h 34"/>
                <a:gd name="T40" fmla="*/ 13 w 24"/>
                <a:gd name="T41" fmla="*/ 24 h 34"/>
                <a:gd name="T42" fmla="*/ 14 w 24"/>
                <a:gd name="T43" fmla="*/ 19 h 34"/>
                <a:gd name="T44" fmla="*/ 9 w 24"/>
                <a:gd name="T45" fmla="*/ 22 h 34"/>
                <a:gd name="T46" fmla="*/ 9 w 24"/>
                <a:gd name="T47" fmla="*/ 20 h 34"/>
                <a:gd name="T48" fmla="*/ 17 w 24"/>
                <a:gd name="T49" fmla="*/ 16 h 34"/>
                <a:gd name="T50" fmla="*/ 14 w 24"/>
                <a:gd name="T51" fmla="*/ 10 h 34"/>
                <a:gd name="T52" fmla="*/ 7 w 24"/>
                <a:gd name="T53" fmla="*/ 17 h 34"/>
                <a:gd name="T54" fmla="*/ 4 w 24"/>
                <a:gd name="T55" fmla="*/ 26 h 34"/>
                <a:gd name="T56" fmla="*/ 2 w 24"/>
                <a:gd name="T57" fmla="*/ 19 h 34"/>
                <a:gd name="T58" fmla="*/ 6 w 24"/>
                <a:gd name="T59" fmla="*/ 12 h 34"/>
                <a:gd name="T60" fmla="*/ 12 w 24"/>
                <a:gd name="T61" fmla="*/ 7 h 34"/>
                <a:gd name="T62" fmla="*/ 8 w 24"/>
                <a:gd name="T63" fmla="*/ 6 h 34"/>
                <a:gd name="T64" fmla="*/ 1 w 24"/>
                <a:gd name="T65" fmla="*/ 3 h 34"/>
                <a:gd name="T66" fmla="*/ 4 w 24"/>
                <a:gd name="T67" fmla="*/ 7 h 34"/>
                <a:gd name="T68" fmla="*/ 0 w 24"/>
                <a:gd name="T69" fmla="*/ 5 h 34"/>
                <a:gd name="T70" fmla="*/ 1 w 24"/>
                <a:gd name="T71" fmla="*/ 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4" h="34">
                  <a:moveTo>
                    <a:pt x="14" y="5"/>
                  </a:moveTo>
                  <a:cubicBezTo>
                    <a:pt x="14" y="5"/>
                    <a:pt x="14" y="5"/>
                    <a:pt x="14" y="5"/>
                  </a:cubicBezTo>
                  <a:cubicBezTo>
                    <a:pt x="14" y="5"/>
                    <a:pt x="14" y="5"/>
                    <a:pt x="14" y="5"/>
                  </a:cubicBezTo>
                  <a:cubicBezTo>
                    <a:pt x="14" y="5"/>
                    <a:pt x="14" y="5"/>
                    <a:pt x="14" y="5"/>
                  </a:cubicBezTo>
                  <a:cubicBezTo>
                    <a:pt x="14" y="5"/>
                    <a:pt x="14" y="5"/>
                    <a:pt x="14" y="5"/>
                  </a:cubicBezTo>
                  <a:cubicBezTo>
                    <a:pt x="14" y="5"/>
                    <a:pt x="14" y="5"/>
                    <a:pt x="14" y="5"/>
                  </a:cubicBezTo>
                  <a:cubicBezTo>
                    <a:pt x="14" y="5"/>
                    <a:pt x="14" y="5"/>
                    <a:pt x="14" y="5"/>
                  </a:cubicBezTo>
                  <a:close/>
                  <a:moveTo>
                    <a:pt x="14" y="4"/>
                  </a:moveTo>
                  <a:cubicBezTo>
                    <a:pt x="14" y="4"/>
                    <a:pt x="14" y="4"/>
                    <a:pt x="14" y="4"/>
                  </a:cubicBezTo>
                  <a:cubicBezTo>
                    <a:pt x="14" y="4"/>
                    <a:pt x="14" y="4"/>
                    <a:pt x="14" y="4"/>
                  </a:cubicBezTo>
                  <a:cubicBezTo>
                    <a:pt x="14" y="4"/>
                    <a:pt x="14" y="4"/>
                    <a:pt x="14" y="4"/>
                  </a:cubicBezTo>
                  <a:cubicBezTo>
                    <a:pt x="14" y="4"/>
                    <a:pt x="14" y="4"/>
                    <a:pt x="14" y="4"/>
                  </a:cubicBezTo>
                  <a:cubicBezTo>
                    <a:pt x="14" y="4"/>
                    <a:pt x="14" y="4"/>
                    <a:pt x="14" y="4"/>
                  </a:cubicBezTo>
                  <a:cubicBezTo>
                    <a:pt x="14" y="4"/>
                    <a:pt x="14" y="4"/>
                    <a:pt x="14" y="4"/>
                  </a:cubicBezTo>
                  <a:close/>
                  <a:moveTo>
                    <a:pt x="16" y="1"/>
                  </a:moveTo>
                  <a:cubicBezTo>
                    <a:pt x="17" y="0"/>
                    <a:pt x="19" y="1"/>
                    <a:pt x="20" y="2"/>
                  </a:cubicBezTo>
                  <a:cubicBezTo>
                    <a:pt x="20" y="2"/>
                    <a:pt x="21" y="2"/>
                    <a:pt x="20" y="2"/>
                  </a:cubicBezTo>
                  <a:cubicBezTo>
                    <a:pt x="20" y="4"/>
                    <a:pt x="16" y="5"/>
                    <a:pt x="14" y="7"/>
                  </a:cubicBezTo>
                  <a:cubicBezTo>
                    <a:pt x="15" y="8"/>
                    <a:pt x="16" y="7"/>
                    <a:pt x="18" y="8"/>
                  </a:cubicBezTo>
                  <a:cubicBezTo>
                    <a:pt x="20" y="8"/>
                    <a:pt x="24" y="12"/>
                    <a:pt x="22" y="15"/>
                  </a:cubicBezTo>
                  <a:cubicBezTo>
                    <a:pt x="21" y="16"/>
                    <a:pt x="20" y="16"/>
                    <a:pt x="19" y="16"/>
                  </a:cubicBezTo>
                  <a:cubicBezTo>
                    <a:pt x="18" y="17"/>
                    <a:pt x="17" y="16"/>
                    <a:pt x="16" y="18"/>
                  </a:cubicBezTo>
                  <a:cubicBezTo>
                    <a:pt x="16" y="18"/>
                    <a:pt x="16" y="19"/>
                    <a:pt x="17" y="20"/>
                  </a:cubicBezTo>
                  <a:cubicBezTo>
                    <a:pt x="16" y="21"/>
                    <a:pt x="16" y="22"/>
                    <a:pt x="15" y="23"/>
                  </a:cubicBezTo>
                  <a:cubicBezTo>
                    <a:pt x="16" y="24"/>
                    <a:pt x="16" y="24"/>
                    <a:pt x="17" y="24"/>
                  </a:cubicBezTo>
                  <a:cubicBezTo>
                    <a:pt x="17" y="23"/>
                    <a:pt x="17" y="23"/>
                    <a:pt x="17" y="22"/>
                  </a:cubicBezTo>
                  <a:cubicBezTo>
                    <a:pt x="18" y="22"/>
                    <a:pt x="21" y="22"/>
                    <a:pt x="22" y="22"/>
                  </a:cubicBezTo>
                  <a:cubicBezTo>
                    <a:pt x="23" y="22"/>
                    <a:pt x="23" y="24"/>
                    <a:pt x="24" y="24"/>
                  </a:cubicBezTo>
                  <a:cubicBezTo>
                    <a:pt x="23" y="25"/>
                    <a:pt x="23" y="25"/>
                    <a:pt x="23" y="26"/>
                  </a:cubicBezTo>
                  <a:cubicBezTo>
                    <a:pt x="21" y="27"/>
                    <a:pt x="20" y="24"/>
                    <a:pt x="18" y="26"/>
                  </a:cubicBezTo>
                  <a:cubicBezTo>
                    <a:pt x="17" y="27"/>
                    <a:pt x="19" y="29"/>
                    <a:pt x="19" y="31"/>
                  </a:cubicBezTo>
                  <a:cubicBezTo>
                    <a:pt x="18" y="34"/>
                    <a:pt x="11" y="34"/>
                    <a:pt x="9" y="32"/>
                  </a:cubicBezTo>
                  <a:cubicBezTo>
                    <a:pt x="9" y="32"/>
                    <a:pt x="9" y="32"/>
                    <a:pt x="9" y="32"/>
                  </a:cubicBezTo>
                  <a:cubicBezTo>
                    <a:pt x="12" y="30"/>
                    <a:pt x="16" y="30"/>
                    <a:pt x="16" y="27"/>
                  </a:cubicBezTo>
                  <a:cubicBezTo>
                    <a:pt x="16" y="27"/>
                    <a:pt x="16" y="27"/>
                    <a:pt x="16" y="27"/>
                  </a:cubicBezTo>
                  <a:cubicBezTo>
                    <a:pt x="14" y="27"/>
                    <a:pt x="12" y="29"/>
                    <a:pt x="10" y="29"/>
                  </a:cubicBezTo>
                  <a:cubicBezTo>
                    <a:pt x="10" y="29"/>
                    <a:pt x="8" y="29"/>
                    <a:pt x="8" y="29"/>
                  </a:cubicBezTo>
                  <a:cubicBezTo>
                    <a:pt x="8" y="28"/>
                    <a:pt x="7" y="28"/>
                    <a:pt x="7" y="28"/>
                  </a:cubicBezTo>
                  <a:cubicBezTo>
                    <a:pt x="7" y="28"/>
                    <a:pt x="7" y="28"/>
                    <a:pt x="7" y="28"/>
                  </a:cubicBezTo>
                  <a:cubicBezTo>
                    <a:pt x="9" y="27"/>
                    <a:pt x="14" y="26"/>
                    <a:pt x="14" y="25"/>
                  </a:cubicBezTo>
                  <a:cubicBezTo>
                    <a:pt x="14" y="24"/>
                    <a:pt x="14" y="24"/>
                    <a:pt x="14" y="24"/>
                  </a:cubicBezTo>
                  <a:cubicBezTo>
                    <a:pt x="14" y="24"/>
                    <a:pt x="13" y="24"/>
                    <a:pt x="13" y="24"/>
                  </a:cubicBezTo>
                  <a:cubicBezTo>
                    <a:pt x="13" y="23"/>
                    <a:pt x="13" y="22"/>
                    <a:pt x="13" y="22"/>
                  </a:cubicBezTo>
                  <a:cubicBezTo>
                    <a:pt x="13" y="21"/>
                    <a:pt x="14" y="20"/>
                    <a:pt x="14" y="19"/>
                  </a:cubicBezTo>
                  <a:cubicBezTo>
                    <a:pt x="14" y="19"/>
                    <a:pt x="14" y="19"/>
                    <a:pt x="13" y="19"/>
                  </a:cubicBezTo>
                  <a:cubicBezTo>
                    <a:pt x="12" y="18"/>
                    <a:pt x="10" y="21"/>
                    <a:pt x="9" y="22"/>
                  </a:cubicBezTo>
                  <a:cubicBezTo>
                    <a:pt x="9" y="22"/>
                    <a:pt x="9" y="22"/>
                    <a:pt x="9" y="22"/>
                  </a:cubicBezTo>
                  <a:cubicBezTo>
                    <a:pt x="9" y="22"/>
                    <a:pt x="9" y="21"/>
                    <a:pt x="9" y="20"/>
                  </a:cubicBezTo>
                  <a:cubicBezTo>
                    <a:pt x="9" y="18"/>
                    <a:pt x="12" y="16"/>
                    <a:pt x="14" y="17"/>
                  </a:cubicBezTo>
                  <a:cubicBezTo>
                    <a:pt x="15" y="17"/>
                    <a:pt x="16" y="16"/>
                    <a:pt x="17" y="16"/>
                  </a:cubicBezTo>
                  <a:cubicBezTo>
                    <a:pt x="17" y="15"/>
                    <a:pt x="18" y="14"/>
                    <a:pt x="18" y="14"/>
                  </a:cubicBezTo>
                  <a:cubicBezTo>
                    <a:pt x="19" y="11"/>
                    <a:pt x="16" y="10"/>
                    <a:pt x="14" y="10"/>
                  </a:cubicBezTo>
                  <a:cubicBezTo>
                    <a:pt x="12" y="10"/>
                    <a:pt x="10" y="12"/>
                    <a:pt x="10" y="13"/>
                  </a:cubicBezTo>
                  <a:cubicBezTo>
                    <a:pt x="9" y="14"/>
                    <a:pt x="8" y="16"/>
                    <a:pt x="7" y="17"/>
                  </a:cubicBezTo>
                  <a:cubicBezTo>
                    <a:pt x="6" y="18"/>
                    <a:pt x="6" y="19"/>
                    <a:pt x="5" y="20"/>
                  </a:cubicBezTo>
                  <a:cubicBezTo>
                    <a:pt x="4" y="22"/>
                    <a:pt x="5" y="24"/>
                    <a:pt x="4" y="26"/>
                  </a:cubicBezTo>
                  <a:cubicBezTo>
                    <a:pt x="1" y="26"/>
                    <a:pt x="0" y="24"/>
                    <a:pt x="0" y="21"/>
                  </a:cubicBezTo>
                  <a:cubicBezTo>
                    <a:pt x="0" y="21"/>
                    <a:pt x="1" y="20"/>
                    <a:pt x="2" y="19"/>
                  </a:cubicBezTo>
                  <a:cubicBezTo>
                    <a:pt x="2" y="18"/>
                    <a:pt x="3" y="17"/>
                    <a:pt x="3" y="16"/>
                  </a:cubicBezTo>
                  <a:cubicBezTo>
                    <a:pt x="4" y="15"/>
                    <a:pt x="5" y="14"/>
                    <a:pt x="6" y="12"/>
                  </a:cubicBezTo>
                  <a:cubicBezTo>
                    <a:pt x="8" y="11"/>
                    <a:pt x="11" y="9"/>
                    <a:pt x="12" y="7"/>
                  </a:cubicBezTo>
                  <a:cubicBezTo>
                    <a:pt x="12" y="7"/>
                    <a:pt x="12" y="7"/>
                    <a:pt x="12" y="7"/>
                  </a:cubicBezTo>
                  <a:cubicBezTo>
                    <a:pt x="10" y="7"/>
                    <a:pt x="8" y="7"/>
                    <a:pt x="8" y="6"/>
                  </a:cubicBezTo>
                  <a:cubicBezTo>
                    <a:pt x="8" y="6"/>
                    <a:pt x="8" y="6"/>
                    <a:pt x="8" y="6"/>
                  </a:cubicBezTo>
                  <a:cubicBezTo>
                    <a:pt x="12" y="4"/>
                    <a:pt x="14" y="2"/>
                    <a:pt x="16" y="1"/>
                  </a:cubicBezTo>
                  <a:close/>
                  <a:moveTo>
                    <a:pt x="1" y="3"/>
                  </a:moveTo>
                  <a:cubicBezTo>
                    <a:pt x="2" y="3"/>
                    <a:pt x="2" y="3"/>
                    <a:pt x="2" y="3"/>
                  </a:cubicBezTo>
                  <a:cubicBezTo>
                    <a:pt x="2" y="4"/>
                    <a:pt x="4" y="7"/>
                    <a:pt x="4" y="7"/>
                  </a:cubicBezTo>
                  <a:cubicBezTo>
                    <a:pt x="4" y="9"/>
                    <a:pt x="5" y="9"/>
                    <a:pt x="4" y="10"/>
                  </a:cubicBezTo>
                  <a:cubicBezTo>
                    <a:pt x="1" y="10"/>
                    <a:pt x="0" y="9"/>
                    <a:pt x="0" y="5"/>
                  </a:cubicBezTo>
                  <a:cubicBezTo>
                    <a:pt x="0" y="4"/>
                    <a:pt x="0" y="4"/>
                    <a:pt x="0" y="3"/>
                  </a:cubicBezTo>
                  <a:cubicBezTo>
                    <a:pt x="0" y="3"/>
                    <a:pt x="1" y="3"/>
                    <a:pt x="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64" name="Freeform 49"/>
            <p:cNvSpPr>
              <a:spLocks noEditPoints="1"/>
            </p:cNvSpPr>
            <p:nvPr/>
          </p:nvSpPr>
          <p:spPr bwMode="auto">
            <a:xfrm>
              <a:off x="8971025" y="4589766"/>
              <a:ext cx="50800" cy="52388"/>
            </a:xfrm>
            <a:custGeom>
              <a:avLst/>
              <a:gdLst>
                <a:gd name="T0" fmla="*/ 17 w 34"/>
                <a:gd name="T1" fmla="*/ 16 h 34"/>
                <a:gd name="T2" fmla="*/ 20 w 34"/>
                <a:gd name="T3" fmla="*/ 27 h 34"/>
                <a:gd name="T4" fmla="*/ 18 w 34"/>
                <a:gd name="T5" fmla="*/ 21 h 34"/>
                <a:gd name="T6" fmla="*/ 20 w 34"/>
                <a:gd name="T7" fmla="*/ 21 h 34"/>
                <a:gd name="T8" fmla="*/ 25 w 34"/>
                <a:gd name="T9" fmla="*/ 18 h 34"/>
                <a:gd name="T10" fmla="*/ 22 w 34"/>
                <a:gd name="T11" fmla="*/ 20 h 34"/>
                <a:gd name="T12" fmla="*/ 21 w 34"/>
                <a:gd name="T13" fmla="*/ 14 h 34"/>
                <a:gd name="T14" fmla="*/ 28 w 34"/>
                <a:gd name="T15" fmla="*/ 6 h 34"/>
                <a:gd name="T16" fmla="*/ 26 w 34"/>
                <a:gd name="T17" fmla="*/ 10 h 34"/>
                <a:gd name="T18" fmla="*/ 28 w 34"/>
                <a:gd name="T19" fmla="*/ 6 h 34"/>
                <a:gd name="T20" fmla="*/ 26 w 34"/>
                <a:gd name="T21" fmla="*/ 0 h 34"/>
                <a:gd name="T22" fmla="*/ 28 w 34"/>
                <a:gd name="T23" fmla="*/ 5 h 34"/>
                <a:gd name="T24" fmla="*/ 34 w 34"/>
                <a:gd name="T25" fmla="*/ 9 h 34"/>
                <a:gd name="T26" fmla="*/ 28 w 34"/>
                <a:gd name="T27" fmla="*/ 13 h 34"/>
                <a:gd name="T28" fmla="*/ 28 w 34"/>
                <a:gd name="T29" fmla="*/ 17 h 34"/>
                <a:gd name="T30" fmla="*/ 27 w 34"/>
                <a:gd name="T31" fmla="*/ 25 h 34"/>
                <a:gd name="T32" fmla="*/ 32 w 34"/>
                <a:gd name="T33" fmla="*/ 31 h 34"/>
                <a:gd name="T34" fmla="*/ 26 w 34"/>
                <a:gd name="T35" fmla="*/ 30 h 34"/>
                <a:gd name="T36" fmla="*/ 22 w 34"/>
                <a:gd name="T37" fmla="*/ 30 h 34"/>
                <a:gd name="T38" fmla="*/ 15 w 34"/>
                <a:gd name="T39" fmla="*/ 29 h 34"/>
                <a:gd name="T40" fmla="*/ 13 w 34"/>
                <a:gd name="T41" fmla="*/ 26 h 34"/>
                <a:gd name="T42" fmla="*/ 13 w 34"/>
                <a:gd name="T43" fmla="*/ 31 h 34"/>
                <a:gd name="T44" fmla="*/ 10 w 34"/>
                <a:gd name="T45" fmla="*/ 27 h 34"/>
                <a:gd name="T46" fmla="*/ 8 w 34"/>
                <a:gd name="T47" fmla="*/ 23 h 34"/>
                <a:gd name="T48" fmla="*/ 2 w 34"/>
                <a:gd name="T49" fmla="*/ 19 h 34"/>
                <a:gd name="T50" fmla="*/ 4 w 34"/>
                <a:gd name="T51" fmla="*/ 16 h 34"/>
                <a:gd name="T52" fmla="*/ 13 w 34"/>
                <a:gd name="T53" fmla="*/ 15 h 34"/>
                <a:gd name="T54" fmla="*/ 16 w 34"/>
                <a:gd name="T55" fmla="*/ 9 h 34"/>
                <a:gd name="T56" fmla="*/ 11 w 34"/>
                <a:gd name="T57" fmla="*/ 7 h 34"/>
                <a:gd name="T58" fmla="*/ 10 w 34"/>
                <a:gd name="T59" fmla="*/ 5 h 34"/>
                <a:gd name="T60" fmla="*/ 12 w 34"/>
                <a:gd name="T61" fmla="*/ 6 h 34"/>
                <a:gd name="T62" fmla="*/ 20 w 34"/>
                <a:gd name="T63" fmla="*/ 0 h 34"/>
                <a:gd name="T64" fmla="*/ 23 w 34"/>
                <a:gd name="T65" fmla="*/ 1 h 34"/>
                <a:gd name="T66" fmla="*/ 17 w 34"/>
                <a:gd name="T67" fmla="*/ 11 h 34"/>
                <a:gd name="T68" fmla="*/ 19 w 34"/>
                <a:gd name="T69" fmla="*/ 11 h 34"/>
                <a:gd name="T70" fmla="*/ 23 w 34"/>
                <a:gd name="T71" fmla="*/ 7 h 34"/>
                <a:gd name="T72" fmla="*/ 26 w 34"/>
                <a:gd name="T73"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4" h="34">
                  <a:moveTo>
                    <a:pt x="21" y="13"/>
                  </a:moveTo>
                  <a:cubicBezTo>
                    <a:pt x="19" y="14"/>
                    <a:pt x="18" y="15"/>
                    <a:pt x="17" y="16"/>
                  </a:cubicBezTo>
                  <a:cubicBezTo>
                    <a:pt x="16" y="18"/>
                    <a:pt x="12" y="21"/>
                    <a:pt x="14" y="24"/>
                  </a:cubicBezTo>
                  <a:cubicBezTo>
                    <a:pt x="15" y="26"/>
                    <a:pt x="17" y="28"/>
                    <a:pt x="20" y="27"/>
                  </a:cubicBezTo>
                  <a:cubicBezTo>
                    <a:pt x="20" y="27"/>
                    <a:pt x="20" y="27"/>
                    <a:pt x="21" y="27"/>
                  </a:cubicBezTo>
                  <a:cubicBezTo>
                    <a:pt x="20" y="25"/>
                    <a:pt x="19" y="22"/>
                    <a:pt x="18" y="21"/>
                  </a:cubicBezTo>
                  <a:cubicBezTo>
                    <a:pt x="18" y="21"/>
                    <a:pt x="18" y="21"/>
                    <a:pt x="18" y="21"/>
                  </a:cubicBezTo>
                  <a:cubicBezTo>
                    <a:pt x="19" y="21"/>
                    <a:pt x="20" y="21"/>
                    <a:pt x="20" y="21"/>
                  </a:cubicBezTo>
                  <a:cubicBezTo>
                    <a:pt x="21" y="22"/>
                    <a:pt x="24" y="24"/>
                    <a:pt x="24" y="23"/>
                  </a:cubicBezTo>
                  <a:cubicBezTo>
                    <a:pt x="25" y="22"/>
                    <a:pt x="26" y="19"/>
                    <a:pt x="25" y="18"/>
                  </a:cubicBezTo>
                  <a:cubicBezTo>
                    <a:pt x="25" y="18"/>
                    <a:pt x="25" y="18"/>
                    <a:pt x="24" y="18"/>
                  </a:cubicBezTo>
                  <a:cubicBezTo>
                    <a:pt x="24" y="18"/>
                    <a:pt x="23" y="19"/>
                    <a:pt x="22" y="20"/>
                  </a:cubicBezTo>
                  <a:cubicBezTo>
                    <a:pt x="22" y="20"/>
                    <a:pt x="22" y="19"/>
                    <a:pt x="21" y="19"/>
                  </a:cubicBezTo>
                  <a:cubicBezTo>
                    <a:pt x="21" y="17"/>
                    <a:pt x="21" y="16"/>
                    <a:pt x="21" y="14"/>
                  </a:cubicBezTo>
                  <a:cubicBezTo>
                    <a:pt x="22" y="13"/>
                    <a:pt x="21" y="13"/>
                    <a:pt x="21" y="13"/>
                  </a:cubicBezTo>
                  <a:close/>
                  <a:moveTo>
                    <a:pt x="28" y="6"/>
                  </a:moveTo>
                  <a:cubicBezTo>
                    <a:pt x="28" y="7"/>
                    <a:pt x="26" y="9"/>
                    <a:pt x="26" y="10"/>
                  </a:cubicBezTo>
                  <a:cubicBezTo>
                    <a:pt x="26" y="10"/>
                    <a:pt x="26" y="10"/>
                    <a:pt x="26" y="10"/>
                  </a:cubicBezTo>
                  <a:cubicBezTo>
                    <a:pt x="27" y="10"/>
                    <a:pt x="30" y="9"/>
                    <a:pt x="30" y="9"/>
                  </a:cubicBezTo>
                  <a:cubicBezTo>
                    <a:pt x="30" y="8"/>
                    <a:pt x="29" y="7"/>
                    <a:pt x="28" y="6"/>
                  </a:cubicBezTo>
                  <a:cubicBezTo>
                    <a:pt x="28" y="6"/>
                    <a:pt x="28" y="6"/>
                    <a:pt x="28" y="6"/>
                  </a:cubicBezTo>
                  <a:close/>
                  <a:moveTo>
                    <a:pt x="26" y="0"/>
                  </a:moveTo>
                  <a:cubicBezTo>
                    <a:pt x="28" y="1"/>
                    <a:pt x="29" y="1"/>
                    <a:pt x="29" y="3"/>
                  </a:cubicBezTo>
                  <a:cubicBezTo>
                    <a:pt x="29" y="3"/>
                    <a:pt x="28" y="4"/>
                    <a:pt x="28" y="5"/>
                  </a:cubicBezTo>
                  <a:cubicBezTo>
                    <a:pt x="29" y="7"/>
                    <a:pt x="32" y="7"/>
                    <a:pt x="34" y="8"/>
                  </a:cubicBezTo>
                  <a:cubicBezTo>
                    <a:pt x="34" y="9"/>
                    <a:pt x="34" y="9"/>
                    <a:pt x="34" y="9"/>
                  </a:cubicBezTo>
                  <a:cubicBezTo>
                    <a:pt x="32" y="11"/>
                    <a:pt x="30" y="11"/>
                    <a:pt x="29" y="11"/>
                  </a:cubicBezTo>
                  <a:cubicBezTo>
                    <a:pt x="28" y="12"/>
                    <a:pt x="28" y="12"/>
                    <a:pt x="28" y="13"/>
                  </a:cubicBezTo>
                  <a:cubicBezTo>
                    <a:pt x="26" y="13"/>
                    <a:pt x="25" y="13"/>
                    <a:pt x="24" y="15"/>
                  </a:cubicBezTo>
                  <a:cubicBezTo>
                    <a:pt x="25" y="16"/>
                    <a:pt x="28" y="16"/>
                    <a:pt x="28" y="17"/>
                  </a:cubicBezTo>
                  <a:cubicBezTo>
                    <a:pt x="28" y="18"/>
                    <a:pt x="28" y="21"/>
                    <a:pt x="28" y="22"/>
                  </a:cubicBezTo>
                  <a:cubicBezTo>
                    <a:pt x="27" y="23"/>
                    <a:pt x="26" y="24"/>
                    <a:pt x="27" y="25"/>
                  </a:cubicBezTo>
                  <a:cubicBezTo>
                    <a:pt x="27" y="26"/>
                    <a:pt x="29" y="26"/>
                    <a:pt x="30" y="27"/>
                  </a:cubicBezTo>
                  <a:cubicBezTo>
                    <a:pt x="31" y="28"/>
                    <a:pt x="32" y="29"/>
                    <a:pt x="32" y="31"/>
                  </a:cubicBezTo>
                  <a:cubicBezTo>
                    <a:pt x="32" y="32"/>
                    <a:pt x="30" y="34"/>
                    <a:pt x="28" y="33"/>
                  </a:cubicBezTo>
                  <a:cubicBezTo>
                    <a:pt x="27" y="33"/>
                    <a:pt x="26" y="31"/>
                    <a:pt x="26" y="30"/>
                  </a:cubicBezTo>
                  <a:cubicBezTo>
                    <a:pt x="25" y="30"/>
                    <a:pt x="25" y="30"/>
                    <a:pt x="24" y="29"/>
                  </a:cubicBezTo>
                  <a:cubicBezTo>
                    <a:pt x="24" y="29"/>
                    <a:pt x="22" y="30"/>
                    <a:pt x="22" y="30"/>
                  </a:cubicBezTo>
                  <a:cubicBezTo>
                    <a:pt x="21" y="30"/>
                    <a:pt x="21" y="30"/>
                    <a:pt x="20" y="30"/>
                  </a:cubicBezTo>
                  <a:cubicBezTo>
                    <a:pt x="19" y="30"/>
                    <a:pt x="17" y="30"/>
                    <a:pt x="15" y="29"/>
                  </a:cubicBezTo>
                  <a:cubicBezTo>
                    <a:pt x="15" y="28"/>
                    <a:pt x="14" y="27"/>
                    <a:pt x="14" y="26"/>
                  </a:cubicBezTo>
                  <a:cubicBezTo>
                    <a:pt x="14" y="26"/>
                    <a:pt x="14" y="26"/>
                    <a:pt x="13" y="26"/>
                  </a:cubicBezTo>
                  <a:cubicBezTo>
                    <a:pt x="13" y="26"/>
                    <a:pt x="13" y="26"/>
                    <a:pt x="13" y="26"/>
                  </a:cubicBezTo>
                  <a:cubicBezTo>
                    <a:pt x="13" y="27"/>
                    <a:pt x="14" y="31"/>
                    <a:pt x="13" y="31"/>
                  </a:cubicBezTo>
                  <a:cubicBezTo>
                    <a:pt x="12" y="31"/>
                    <a:pt x="12" y="30"/>
                    <a:pt x="11" y="30"/>
                  </a:cubicBezTo>
                  <a:cubicBezTo>
                    <a:pt x="10" y="29"/>
                    <a:pt x="11" y="28"/>
                    <a:pt x="10" y="27"/>
                  </a:cubicBezTo>
                  <a:cubicBezTo>
                    <a:pt x="10" y="26"/>
                    <a:pt x="9" y="25"/>
                    <a:pt x="9" y="25"/>
                  </a:cubicBezTo>
                  <a:cubicBezTo>
                    <a:pt x="8" y="24"/>
                    <a:pt x="9" y="23"/>
                    <a:pt x="8" y="23"/>
                  </a:cubicBezTo>
                  <a:cubicBezTo>
                    <a:pt x="8" y="23"/>
                    <a:pt x="4" y="24"/>
                    <a:pt x="3" y="23"/>
                  </a:cubicBezTo>
                  <a:cubicBezTo>
                    <a:pt x="2" y="23"/>
                    <a:pt x="0" y="21"/>
                    <a:pt x="2" y="19"/>
                  </a:cubicBezTo>
                  <a:cubicBezTo>
                    <a:pt x="2" y="19"/>
                    <a:pt x="3" y="19"/>
                    <a:pt x="3" y="18"/>
                  </a:cubicBezTo>
                  <a:cubicBezTo>
                    <a:pt x="4" y="18"/>
                    <a:pt x="3" y="17"/>
                    <a:pt x="4" y="16"/>
                  </a:cubicBezTo>
                  <a:cubicBezTo>
                    <a:pt x="4" y="16"/>
                    <a:pt x="6" y="17"/>
                    <a:pt x="6" y="17"/>
                  </a:cubicBezTo>
                  <a:cubicBezTo>
                    <a:pt x="8" y="17"/>
                    <a:pt x="12" y="16"/>
                    <a:pt x="13" y="15"/>
                  </a:cubicBezTo>
                  <a:cubicBezTo>
                    <a:pt x="13" y="14"/>
                    <a:pt x="14" y="12"/>
                    <a:pt x="14" y="11"/>
                  </a:cubicBezTo>
                  <a:cubicBezTo>
                    <a:pt x="14" y="10"/>
                    <a:pt x="15" y="10"/>
                    <a:pt x="16" y="9"/>
                  </a:cubicBezTo>
                  <a:cubicBezTo>
                    <a:pt x="16" y="9"/>
                    <a:pt x="16" y="9"/>
                    <a:pt x="15" y="8"/>
                  </a:cubicBezTo>
                  <a:cubicBezTo>
                    <a:pt x="14" y="8"/>
                    <a:pt x="13" y="8"/>
                    <a:pt x="11" y="7"/>
                  </a:cubicBezTo>
                  <a:cubicBezTo>
                    <a:pt x="11" y="7"/>
                    <a:pt x="11" y="7"/>
                    <a:pt x="10" y="6"/>
                  </a:cubicBezTo>
                  <a:cubicBezTo>
                    <a:pt x="10" y="6"/>
                    <a:pt x="10" y="6"/>
                    <a:pt x="10" y="5"/>
                  </a:cubicBezTo>
                  <a:cubicBezTo>
                    <a:pt x="10" y="5"/>
                    <a:pt x="10" y="5"/>
                    <a:pt x="11" y="5"/>
                  </a:cubicBezTo>
                  <a:cubicBezTo>
                    <a:pt x="12" y="5"/>
                    <a:pt x="12" y="6"/>
                    <a:pt x="12" y="6"/>
                  </a:cubicBezTo>
                  <a:cubicBezTo>
                    <a:pt x="13" y="6"/>
                    <a:pt x="17" y="5"/>
                    <a:pt x="17" y="4"/>
                  </a:cubicBezTo>
                  <a:cubicBezTo>
                    <a:pt x="18" y="3"/>
                    <a:pt x="18" y="1"/>
                    <a:pt x="20" y="0"/>
                  </a:cubicBezTo>
                  <a:cubicBezTo>
                    <a:pt x="21" y="0"/>
                    <a:pt x="22" y="0"/>
                    <a:pt x="23" y="1"/>
                  </a:cubicBezTo>
                  <a:cubicBezTo>
                    <a:pt x="23" y="1"/>
                    <a:pt x="23" y="1"/>
                    <a:pt x="23" y="1"/>
                  </a:cubicBezTo>
                  <a:cubicBezTo>
                    <a:pt x="22" y="3"/>
                    <a:pt x="21" y="3"/>
                    <a:pt x="20" y="5"/>
                  </a:cubicBezTo>
                  <a:cubicBezTo>
                    <a:pt x="18" y="6"/>
                    <a:pt x="18" y="9"/>
                    <a:pt x="17" y="11"/>
                  </a:cubicBezTo>
                  <a:cubicBezTo>
                    <a:pt x="17" y="11"/>
                    <a:pt x="16" y="12"/>
                    <a:pt x="16" y="13"/>
                  </a:cubicBezTo>
                  <a:cubicBezTo>
                    <a:pt x="18" y="13"/>
                    <a:pt x="18" y="11"/>
                    <a:pt x="19" y="11"/>
                  </a:cubicBezTo>
                  <a:cubicBezTo>
                    <a:pt x="20" y="11"/>
                    <a:pt x="22" y="11"/>
                    <a:pt x="22" y="10"/>
                  </a:cubicBezTo>
                  <a:cubicBezTo>
                    <a:pt x="23" y="9"/>
                    <a:pt x="22" y="8"/>
                    <a:pt x="23" y="7"/>
                  </a:cubicBezTo>
                  <a:cubicBezTo>
                    <a:pt x="24" y="6"/>
                    <a:pt x="24" y="4"/>
                    <a:pt x="25" y="3"/>
                  </a:cubicBezTo>
                  <a:cubicBezTo>
                    <a:pt x="26" y="2"/>
                    <a:pt x="25" y="1"/>
                    <a:pt x="2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65" name="Freeform 50"/>
            <p:cNvSpPr>
              <a:spLocks noEditPoints="1"/>
            </p:cNvSpPr>
            <p:nvPr/>
          </p:nvSpPr>
          <p:spPr bwMode="auto">
            <a:xfrm>
              <a:off x="8756713" y="4715179"/>
              <a:ext cx="52388" cy="44450"/>
            </a:xfrm>
            <a:custGeom>
              <a:avLst/>
              <a:gdLst>
                <a:gd name="T0" fmla="*/ 15 w 35"/>
                <a:gd name="T1" fmla="*/ 20 h 30"/>
                <a:gd name="T2" fmla="*/ 16 w 35"/>
                <a:gd name="T3" fmla="*/ 24 h 30"/>
                <a:gd name="T4" fmla="*/ 18 w 35"/>
                <a:gd name="T5" fmla="*/ 23 h 30"/>
                <a:gd name="T6" fmla="*/ 20 w 35"/>
                <a:gd name="T7" fmla="*/ 24 h 30"/>
                <a:gd name="T8" fmla="*/ 20 w 35"/>
                <a:gd name="T9" fmla="*/ 24 h 30"/>
                <a:gd name="T10" fmla="*/ 21 w 35"/>
                <a:gd name="T11" fmla="*/ 22 h 30"/>
                <a:gd name="T12" fmla="*/ 16 w 35"/>
                <a:gd name="T13" fmla="*/ 20 h 30"/>
                <a:gd name="T14" fmla="*/ 15 w 35"/>
                <a:gd name="T15" fmla="*/ 20 h 30"/>
                <a:gd name="T16" fmla="*/ 14 w 35"/>
                <a:gd name="T17" fmla="*/ 7 h 30"/>
                <a:gd name="T18" fmla="*/ 16 w 35"/>
                <a:gd name="T19" fmla="*/ 13 h 30"/>
                <a:gd name="T20" fmla="*/ 18 w 35"/>
                <a:gd name="T21" fmla="*/ 13 h 30"/>
                <a:gd name="T22" fmla="*/ 18 w 35"/>
                <a:gd name="T23" fmla="*/ 13 h 30"/>
                <a:gd name="T24" fmla="*/ 14 w 35"/>
                <a:gd name="T25" fmla="*/ 6 h 30"/>
                <a:gd name="T26" fmla="*/ 14 w 35"/>
                <a:gd name="T27" fmla="*/ 6 h 30"/>
                <a:gd name="T28" fmla="*/ 14 w 35"/>
                <a:gd name="T29" fmla="*/ 7 h 30"/>
                <a:gd name="T30" fmla="*/ 0 w 35"/>
                <a:gd name="T31" fmla="*/ 14 h 30"/>
                <a:gd name="T32" fmla="*/ 6 w 35"/>
                <a:gd name="T33" fmla="*/ 9 h 30"/>
                <a:gd name="T34" fmla="*/ 11 w 35"/>
                <a:gd name="T35" fmla="*/ 10 h 30"/>
                <a:gd name="T36" fmla="*/ 12 w 35"/>
                <a:gd name="T37" fmla="*/ 3 h 30"/>
                <a:gd name="T38" fmla="*/ 15 w 35"/>
                <a:gd name="T39" fmla="*/ 0 h 30"/>
                <a:gd name="T40" fmla="*/ 18 w 35"/>
                <a:gd name="T41" fmla="*/ 6 h 30"/>
                <a:gd name="T42" fmla="*/ 20 w 35"/>
                <a:gd name="T43" fmla="*/ 10 h 30"/>
                <a:gd name="T44" fmla="*/ 20 w 35"/>
                <a:gd name="T45" fmla="*/ 9 h 30"/>
                <a:gd name="T46" fmla="*/ 22 w 35"/>
                <a:gd name="T47" fmla="*/ 5 h 30"/>
                <a:gd name="T48" fmla="*/ 24 w 35"/>
                <a:gd name="T49" fmla="*/ 5 h 30"/>
                <a:gd name="T50" fmla="*/ 24 w 35"/>
                <a:gd name="T51" fmla="*/ 9 h 30"/>
                <a:gd name="T52" fmla="*/ 25 w 35"/>
                <a:gd name="T53" fmla="*/ 14 h 30"/>
                <a:gd name="T54" fmla="*/ 25 w 35"/>
                <a:gd name="T55" fmla="*/ 16 h 30"/>
                <a:gd name="T56" fmla="*/ 30 w 35"/>
                <a:gd name="T57" fmla="*/ 18 h 30"/>
                <a:gd name="T58" fmla="*/ 31 w 35"/>
                <a:gd name="T59" fmla="*/ 20 h 30"/>
                <a:gd name="T60" fmla="*/ 34 w 35"/>
                <a:gd name="T61" fmla="*/ 22 h 30"/>
                <a:gd name="T62" fmla="*/ 35 w 35"/>
                <a:gd name="T63" fmla="*/ 23 h 30"/>
                <a:gd name="T64" fmla="*/ 35 w 35"/>
                <a:gd name="T65" fmla="*/ 23 h 30"/>
                <a:gd name="T66" fmla="*/ 29 w 35"/>
                <a:gd name="T67" fmla="*/ 23 h 30"/>
                <a:gd name="T68" fmla="*/ 26 w 35"/>
                <a:gd name="T69" fmla="*/ 23 h 30"/>
                <a:gd name="T70" fmla="*/ 25 w 35"/>
                <a:gd name="T71" fmla="*/ 24 h 30"/>
                <a:gd name="T72" fmla="*/ 21 w 35"/>
                <a:gd name="T73" fmla="*/ 26 h 30"/>
                <a:gd name="T74" fmla="*/ 21 w 35"/>
                <a:gd name="T75" fmla="*/ 28 h 30"/>
                <a:gd name="T76" fmla="*/ 19 w 35"/>
                <a:gd name="T77" fmla="*/ 28 h 30"/>
                <a:gd name="T78" fmla="*/ 17 w 35"/>
                <a:gd name="T79" fmla="*/ 30 h 30"/>
                <a:gd name="T80" fmla="*/ 14 w 35"/>
                <a:gd name="T81" fmla="*/ 30 h 30"/>
                <a:gd name="T82" fmla="*/ 14 w 35"/>
                <a:gd name="T83" fmla="*/ 30 h 30"/>
                <a:gd name="T84" fmla="*/ 9 w 35"/>
                <a:gd name="T85" fmla="*/ 28 h 30"/>
                <a:gd name="T86" fmla="*/ 11 w 35"/>
                <a:gd name="T87" fmla="*/ 26 h 30"/>
                <a:gd name="T88" fmla="*/ 11 w 35"/>
                <a:gd name="T89" fmla="*/ 23 h 30"/>
                <a:gd name="T90" fmla="*/ 10 w 35"/>
                <a:gd name="T91" fmla="*/ 17 h 30"/>
                <a:gd name="T92" fmla="*/ 8 w 35"/>
                <a:gd name="T93" fmla="*/ 16 h 30"/>
                <a:gd name="T94" fmla="*/ 6 w 35"/>
                <a:gd name="T95" fmla="*/ 16 h 30"/>
                <a:gd name="T96" fmla="*/ 4 w 35"/>
                <a:gd name="T97" fmla="*/ 15 h 30"/>
                <a:gd name="T98" fmla="*/ 0 w 35"/>
                <a:gd name="T99" fmla="*/ 14 h 30"/>
                <a:gd name="T100" fmla="*/ 0 w 35"/>
                <a:gd name="T101" fmla="*/ 14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5" h="30">
                  <a:moveTo>
                    <a:pt x="15" y="20"/>
                  </a:moveTo>
                  <a:cubicBezTo>
                    <a:pt x="15" y="22"/>
                    <a:pt x="16" y="22"/>
                    <a:pt x="16" y="24"/>
                  </a:cubicBezTo>
                  <a:cubicBezTo>
                    <a:pt x="18" y="24"/>
                    <a:pt x="18" y="23"/>
                    <a:pt x="18" y="23"/>
                  </a:cubicBezTo>
                  <a:cubicBezTo>
                    <a:pt x="19" y="23"/>
                    <a:pt x="20" y="24"/>
                    <a:pt x="20" y="24"/>
                  </a:cubicBezTo>
                  <a:cubicBezTo>
                    <a:pt x="20" y="24"/>
                    <a:pt x="20" y="24"/>
                    <a:pt x="20" y="24"/>
                  </a:cubicBezTo>
                  <a:cubicBezTo>
                    <a:pt x="20" y="24"/>
                    <a:pt x="21" y="23"/>
                    <a:pt x="21" y="22"/>
                  </a:cubicBezTo>
                  <a:cubicBezTo>
                    <a:pt x="20" y="21"/>
                    <a:pt x="18" y="20"/>
                    <a:pt x="16" y="20"/>
                  </a:cubicBezTo>
                  <a:cubicBezTo>
                    <a:pt x="15" y="20"/>
                    <a:pt x="15" y="20"/>
                    <a:pt x="15" y="20"/>
                  </a:cubicBezTo>
                  <a:close/>
                  <a:moveTo>
                    <a:pt x="14" y="7"/>
                  </a:moveTo>
                  <a:cubicBezTo>
                    <a:pt x="14" y="10"/>
                    <a:pt x="12" y="12"/>
                    <a:pt x="16" y="13"/>
                  </a:cubicBezTo>
                  <a:cubicBezTo>
                    <a:pt x="17" y="13"/>
                    <a:pt x="17" y="13"/>
                    <a:pt x="18" y="13"/>
                  </a:cubicBezTo>
                  <a:cubicBezTo>
                    <a:pt x="18" y="13"/>
                    <a:pt x="18" y="13"/>
                    <a:pt x="18" y="13"/>
                  </a:cubicBezTo>
                  <a:cubicBezTo>
                    <a:pt x="16" y="11"/>
                    <a:pt x="16" y="8"/>
                    <a:pt x="14" y="6"/>
                  </a:cubicBezTo>
                  <a:cubicBezTo>
                    <a:pt x="14" y="6"/>
                    <a:pt x="14" y="6"/>
                    <a:pt x="14" y="6"/>
                  </a:cubicBezTo>
                  <a:cubicBezTo>
                    <a:pt x="14" y="6"/>
                    <a:pt x="14" y="6"/>
                    <a:pt x="14" y="7"/>
                  </a:cubicBezTo>
                  <a:close/>
                  <a:moveTo>
                    <a:pt x="0" y="14"/>
                  </a:moveTo>
                  <a:cubicBezTo>
                    <a:pt x="1" y="13"/>
                    <a:pt x="5" y="9"/>
                    <a:pt x="6" y="9"/>
                  </a:cubicBezTo>
                  <a:cubicBezTo>
                    <a:pt x="8" y="9"/>
                    <a:pt x="9" y="10"/>
                    <a:pt x="11" y="10"/>
                  </a:cubicBezTo>
                  <a:cubicBezTo>
                    <a:pt x="12" y="8"/>
                    <a:pt x="12" y="6"/>
                    <a:pt x="12" y="3"/>
                  </a:cubicBezTo>
                  <a:cubicBezTo>
                    <a:pt x="12" y="2"/>
                    <a:pt x="14" y="0"/>
                    <a:pt x="15" y="0"/>
                  </a:cubicBezTo>
                  <a:cubicBezTo>
                    <a:pt x="16" y="2"/>
                    <a:pt x="17" y="4"/>
                    <a:pt x="18" y="6"/>
                  </a:cubicBezTo>
                  <a:cubicBezTo>
                    <a:pt x="18" y="7"/>
                    <a:pt x="18" y="9"/>
                    <a:pt x="20" y="10"/>
                  </a:cubicBezTo>
                  <a:cubicBezTo>
                    <a:pt x="20" y="10"/>
                    <a:pt x="20" y="10"/>
                    <a:pt x="20" y="9"/>
                  </a:cubicBezTo>
                  <a:cubicBezTo>
                    <a:pt x="21" y="9"/>
                    <a:pt x="21" y="6"/>
                    <a:pt x="22" y="5"/>
                  </a:cubicBezTo>
                  <a:cubicBezTo>
                    <a:pt x="22" y="5"/>
                    <a:pt x="23" y="5"/>
                    <a:pt x="24" y="5"/>
                  </a:cubicBezTo>
                  <a:cubicBezTo>
                    <a:pt x="25" y="6"/>
                    <a:pt x="24" y="8"/>
                    <a:pt x="24" y="9"/>
                  </a:cubicBezTo>
                  <a:cubicBezTo>
                    <a:pt x="24" y="11"/>
                    <a:pt x="25" y="12"/>
                    <a:pt x="25" y="14"/>
                  </a:cubicBezTo>
                  <a:cubicBezTo>
                    <a:pt x="26" y="15"/>
                    <a:pt x="25" y="15"/>
                    <a:pt x="25" y="16"/>
                  </a:cubicBezTo>
                  <a:cubicBezTo>
                    <a:pt x="26" y="18"/>
                    <a:pt x="29" y="17"/>
                    <a:pt x="30" y="18"/>
                  </a:cubicBezTo>
                  <a:cubicBezTo>
                    <a:pt x="31" y="19"/>
                    <a:pt x="31" y="20"/>
                    <a:pt x="31" y="20"/>
                  </a:cubicBezTo>
                  <a:cubicBezTo>
                    <a:pt x="32" y="21"/>
                    <a:pt x="33" y="21"/>
                    <a:pt x="34" y="22"/>
                  </a:cubicBezTo>
                  <a:cubicBezTo>
                    <a:pt x="34" y="22"/>
                    <a:pt x="35" y="22"/>
                    <a:pt x="35" y="23"/>
                  </a:cubicBezTo>
                  <a:cubicBezTo>
                    <a:pt x="35" y="23"/>
                    <a:pt x="35" y="23"/>
                    <a:pt x="35" y="23"/>
                  </a:cubicBezTo>
                  <a:cubicBezTo>
                    <a:pt x="33" y="22"/>
                    <a:pt x="31" y="23"/>
                    <a:pt x="29" y="23"/>
                  </a:cubicBezTo>
                  <a:cubicBezTo>
                    <a:pt x="28" y="23"/>
                    <a:pt x="27" y="22"/>
                    <a:pt x="26" y="23"/>
                  </a:cubicBezTo>
                  <a:cubicBezTo>
                    <a:pt x="26" y="23"/>
                    <a:pt x="25" y="24"/>
                    <a:pt x="25" y="24"/>
                  </a:cubicBezTo>
                  <a:cubicBezTo>
                    <a:pt x="24" y="25"/>
                    <a:pt x="22" y="24"/>
                    <a:pt x="21" y="26"/>
                  </a:cubicBezTo>
                  <a:cubicBezTo>
                    <a:pt x="21" y="26"/>
                    <a:pt x="21" y="27"/>
                    <a:pt x="21" y="28"/>
                  </a:cubicBezTo>
                  <a:cubicBezTo>
                    <a:pt x="20" y="28"/>
                    <a:pt x="20" y="28"/>
                    <a:pt x="19" y="28"/>
                  </a:cubicBezTo>
                  <a:cubicBezTo>
                    <a:pt x="18" y="28"/>
                    <a:pt x="18" y="29"/>
                    <a:pt x="17" y="30"/>
                  </a:cubicBezTo>
                  <a:cubicBezTo>
                    <a:pt x="16" y="30"/>
                    <a:pt x="15" y="28"/>
                    <a:pt x="14" y="30"/>
                  </a:cubicBezTo>
                  <a:cubicBezTo>
                    <a:pt x="14" y="30"/>
                    <a:pt x="14" y="30"/>
                    <a:pt x="14" y="30"/>
                  </a:cubicBezTo>
                  <a:cubicBezTo>
                    <a:pt x="13" y="28"/>
                    <a:pt x="11" y="28"/>
                    <a:pt x="9" y="28"/>
                  </a:cubicBezTo>
                  <a:cubicBezTo>
                    <a:pt x="10" y="26"/>
                    <a:pt x="11" y="26"/>
                    <a:pt x="11" y="26"/>
                  </a:cubicBezTo>
                  <a:cubicBezTo>
                    <a:pt x="12" y="25"/>
                    <a:pt x="11" y="24"/>
                    <a:pt x="11" y="23"/>
                  </a:cubicBezTo>
                  <a:cubicBezTo>
                    <a:pt x="10" y="21"/>
                    <a:pt x="10" y="19"/>
                    <a:pt x="10" y="17"/>
                  </a:cubicBezTo>
                  <a:cubicBezTo>
                    <a:pt x="9" y="17"/>
                    <a:pt x="9" y="17"/>
                    <a:pt x="8" y="16"/>
                  </a:cubicBezTo>
                  <a:cubicBezTo>
                    <a:pt x="7" y="16"/>
                    <a:pt x="6" y="16"/>
                    <a:pt x="6" y="16"/>
                  </a:cubicBezTo>
                  <a:cubicBezTo>
                    <a:pt x="5" y="16"/>
                    <a:pt x="4" y="15"/>
                    <a:pt x="4" y="15"/>
                  </a:cubicBezTo>
                  <a:cubicBezTo>
                    <a:pt x="2" y="14"/>
                    <a:pt x="1" y="15"/>
                    <a:pt x="0" y="14"/>
                  </a:cubicBezTo>
                  <a:cubicBezTo>
                    <a:pt x="0" y="14"/>
                    <a:pt x="0" y="14"/>
                    <a:pt x="0"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66" name="Freeform 51"/>
            <p:cNvSpPr>
              <a:spLocks noEditPoints="1"/>
            </p:cNvSpPr>
            <p:nvPr/>
          </p:nvSpPr>
          <p:spPr bwMode="auto">
            <a:xfrm>
              <a:off x="8791638" y="4653266"/>
              <a:ext cx="50800" cy="55563"/>
            </a:xfrm>
            <a:custGeom>
              <a:avLst/>
              <a:gdLst>
                <a:gd name="T0" fmla="*/ 20 w 34"/>
                <a:gd name="T1" fmla="*/ 18 h 37"/>
                <a:gd name="T2" fmla="*/ 22 w 34"/>
                <a:gd name="T3" fmla="*/ 19 h 37"/>
                <a:gd name="T4" fmla="*/ 20 w 34"/>
                <a:gd name="T5" fmla="*/ 17 h 37"/>
                <a:gd name="T6" fmla="*/ 14 w 34"/>
                <a:gd name="T7" fmla="*/ 22 h 37"/>
                <a:gd name="T8" fmla="*/ 14 w 34"/>
                <a:gd name="T9" fmla="*/ 24 h 37"/>
                <a:gd name="T10" fmla="*/ 15 w 34"/>
                <a:gd name="T11" fmla="*/ 22 h 37"/>
                <a:gd name="T12" fmla="*/ 14 w 34"/>
                <a:gd name="T13" fmla="*/ 22 h 37"/>
                <a:gd name="T14" fmla="*/ 16 w 34"/>
                <a:gd name="T15" fmla="*/ 20 h 37"/>
                <a:gd name="T16" fmla="*/ 16 w 34"/>
                <a:gd name="T17" fmla="*/ 20 h 37"/>
                <a:gd name="T18" fmla="*/ 16 w 34"/>
                <a:gd name="T19" fmla="*/ 19 h 37"/>
                <a:gd name="T20" fmla="*/ 10 w 34"/>
                <a:gd name="T21" fmla="*/ 5 h 37"/>
                <a:gd name="T22" fmla="*/ 6 w 34"/>
                <a:gd name="T23" fmla="*/ 17 h 37"/>
                <a:gd name="T24" fmla="*/ 8 w 34"/>
                <a:gd name="T25" fmla="*/ 20 h 37"/>
                <a:gd name="T26" fmla="*/ 15 w 34"/>
                <a:gd name="T27" fmla="*/ 16 h 37"/>
                <a:gd name="T28" fmla="*/ 20 w 34"/>
                <a:gd name="T29" fmla="*/ 14 h 37"/>
                <a:gd name="T30" fmla="*/ 25 w 34"/>
                <a:gd name="T31" fmla="*/ 15 h 37"/>
                <a:gd name="T32" fmla="*/ 23 w 34"/>
                <a:gd name="T33" fmla="*/ 27 h 37"/>
                <a:gd name="T34" fmla="*/ 18 w 34"/>
                <a:gd name="T35" fmla="*/ 27 h 37"/>
                <a:gd name="T36" fmla="*/ 17 w 34"/>
                <a:gd name="T37" fmla="*/ 24 h 37"/>
                <a:gd name="T38" fmla="*/ 13 w 34"/>
                <a:gd name="T39" fmla="*/ 25 h 37"/>
                <a:gd name="T40" fmla="*/ 12 w 34"/>
                <a:gd name="T41" fmla="*/ 17 h 37"/>
                <a:gd name="T42" fmla="*/ 10 w 34"/>
                <a:gd name="T43" fmla="*/ 22 h 37"/>
                <a:gd name="T44" fmla="*/ 17 w 34"/>
                <a:gd name="T45" fmla="*/ 32 h 37"/>
                <a:gd name="T46" fmla="*/ 20 w 34"/>
                <a:gd name="T47" fmla="*/ 33 h 37"/>
                <a:gd name="T48" fmla="*/ 24 w 34"/>
                <a:gd name="T49" fmla="*/ 29 h 37"/>
                <a:gd name="T50" fmla="*/ 23 w 34"/>
                <a:gd name="T51" fmla="*/ 28 h 37"/>
                <a:gd name="T52" fmla="*/ 26 w 34"/>
                <a:gd name="T53" fmla="*/ 25 h 37"/>
                <a:gd name="T54" fmla="*/ 21 w 34"/>
                <a:gd name="T55" fmla="*/ 10 h 37"/>
                <a:gd name="T56" fmla="*/ 17 w 34"/>
                <a:gd name="T57" fmla="*/ 6 h 37"/>
                <a:gd name="T58" fmla="*/ 10 w 34"/>
                <a:gd name="T59" fmla="*/ 5 h 37"/>
                <a:gd name="T60" fmla="*/ 12 w 34"/>
                <a:gd name="T61" fmla="*/ 1 h 37"/>
                <a:gd name="T62" fmla="*/ 27 w 34"/>
                <a:gd name="T63" fmla="*/ 12 h 37"/>
                <a:gd name="T64" fmla="*/ 31 w 34"/>
                <a:gd name="T65" fmla="*/ 27 h 37"/>
                <a:gd name="T66" fmla="*/ 26 w 34"/>
                <a:gd name="T67" fmla="*/ 30 h 37"/>
                <a:gd name="T68" fmla="*/ 20 w 34"/>
                <a:gd name="T69" fmla="*/ 35 h 37"/>
                <a:gd name="T70" fmla="*/ 19 w 34"/>
                <a:gd name="T71" fmla="*/ 37 h 37"/>
                <a:gd name="T72" fmla="*/ 14 w 34"/>
                <a:gd name="T73" fmla="*/ 35 h 37"/>
                <a:gd name="T74" fmla="*/ 8 w 34"/>
                <a:gd name="T75" fmla="*/ 27 h 37"/>
                <a:gd name="T76" fmla="*/ 3 w 34"/>
                <a:gd name="T77" fmla="*/ 23 h 37"/>
                <a:gd name="T78" fmla="*/ 4 w 34"/>
                <a:gd name="T79" fmla="*/ 8 h 37"/>
                <a:gd name="T80" fmla="*/ 5 w 34"/>
                <a:gd name="T81" fmla="*/ 5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4" h="37">
                  <a:moveTo>
                    <a:pt x="20" y="17"/>
                  </a:moveTo>
                  <a:cubicBezTo>
                    <a:pt x="20" y="17"/>
                    <a:pt x="20" y="18"/>
                    <a:pt x="20" y="18"/>
                  </a:cubicBezTo>
                  <a:cubicBezTo>
                    <a:pt x="20" y="18"/>
                    <a:pt x="21" y="19"/>
                    <a:pt x="22" y="19"/>
                  </a:cubicBezTo>
                  <a:cubicBezTo>
                    <a:pt x="22" y="19"/>
                    <a:pt x="22" y="19"/>
                    <a:pt x="22" y="19"/>
                  </a:cubicBezTo>
                  <a:cubicBezTo>
                    <a:pt x="22" y="18"/>
                    <a:pt x="22" y="18"/>
                    <a:pt x="22" y="18"/>
                  </a:cubicBezTo>
                  <a:cubicBezTo>
                    <a:pt x="21" y="17"/>
                    <a:pt x="21" y="17"/>
                    <a:pt x="20" y="17"/>
                  </a:cubicBezTo>
                  <a:cubicBezTo>
                    <a:pt x="20" y="17"/>
                    <a:pt x="20" y="17"/>
                    <a:pt x="20" y="17"/>
                  </a:cubicBezTo>
                  <a:close/>
                  <a:moveTo>
                    <a:pt x="14" y="22"/>
                  </a:moveTo>
                  <a:cubicBezTo>
                    <a:pt x="14" y="23"/>
                    <a:pt x="14" y="23"/>
                    <a:pt x="14" y="24"/>
                  </a:cubicBezTo>
                  <a:cubicBezTo>
                    <a:pt x="14" y="24"/>
                    <a:pt x="14" y="24"/>
                    <a:pt x="14" y="24"/>
                  </a:cubicBezTo>
                  <a:cubicBezTo>
                    <a:pt x="14" y="24"/>
                    <a:pt x="14" y="24"/>
                    <a:pt x="14" y="24"/>
                  </a:cubicBezTo>
                  <a:cubicBezTo>
                    <a:pt x="15" y="23"/>
                    <a:pt x="14" y="23"/>
                    <a:pt x="15" y="22"/>
                  </a:cubicBezTo>
                  <a:cubicBezTo>
                    <a:pt x="15" y="22"/>
                    <a:pt x="14" y="22"/>
                    <a:pt x="14" y="22"/>
                  </a:cubicBezTo>
                  <a:cubicBezTo>
                    <a:pt x="14" y="22"/>
                    <a:pt x="14" y="22"/>
                    <a:pt x="14" y="22"/>
                  </a:cubicBezTo>
                  <a:close/>
                  <a:moveTo>
                    <a:pt x="16" y="19"/>
                  </a:moveTo>
                  <a:cubicBezTo>
                    <a:pt x="16" y="19"/>
                    <a:pt x="16" y="19"/>
                    <a:pt x="16" y="20"/>
                  </a:cubicBezTo>
                  <a:cubicBezTo>
                    <a:pt x="16" y="20"/>
                    <a:pt x="16" y="20"/>
                    <a:pt x="16" y="20"/>
                  </a:cubicBezTo>
                  <a:cubicBezTo>
                    <a:pt x="16" y="20"/>
                    <a:pt x="16" y="20"/>
                    <a:pt x="16" y="20"/>
                  </a:cubicBezTo>
                  <a:cubicBezTo>
                    <a:pt x="16" y="19"/>
                    <a:pt x="16" y="19"/>
                    <a:pt x="16" y="19"/>
                  </a:cubicBezTo>
                  <a:cubicBezTo>
                    <a:pt x="16" y="19"/>
                    <a:pt x="16" y="19"/>
                    <a:pt x="16" y="19"/>
                  </a:cubicBezTo>
                  <a:cubicBezTo>
                    <a:pt x="16" y="19"/>
                    <a:pt x="16" y="19"/>
                    <a:pt x="16" y="19"/>
                  </a:cubicBezTo>
                  <a:close/>
                  <a:moveTo>
                    <a:pt x="10" y="5"/>
                  </a:moveTo>
                  <a:cubicBezTo>
                    <a:pt x="9" y="6"/>
                    <a:pt x="8" y="7"/>
                    <a:pt x="7" y="8"/>
                  </a:cubicBezTo>
                  <a:cubicBezTo>
                    <a:pt x="5" y="11"/>
                    <a:pt x="6" y="14"/>
                    <a:pt x="6" y="17"/>
                  </a:cubicBezTo>
                  <a:cubicBezTo>
                    <a:pt x="6" y="18"/>
                    <a:pt x="7" y="20"/>
                    <a:pt x="8" y="20"/>
                  </a:cubicBezTo>
                  <a:cubicBezTo>
                    <a:pt x="8" y="20"/>
                    <a:pt x="8" y="20"/>
                    <a:pt x="8" y="20"/>
                  </a:cubicBezTo>
                  <a:cubicBezTo>
                    <a:pt x="9" y="19"/>
                    <a:pt x="8" y="12"/>
                    <a:pt x="12" y="12"/>
                  </a:cubicBezTo>
                  <a:cubicBezTo>
                    <a:pt x="13" y="12"/>
                    <a:pt x="14" y="15"/>
                    <a:pt x="15" y="16"/>
                  </a:cubicBezTo>
                  <a:cubicBezTo>
                    <a:pt x="16" y="16"/>
                    <a:pt x="18" y="16"/>
                    <a:pt x="19" y="15"/>
                  </a:cubicBezTo>
                  <a:cubicBezTo>
                    <a:pt x="19" y="15"/>
                    <a:pt x="19" y="15"/>
                    <a:pt x="20" y="14"/>
                  </a:cubicBezTo>
                  <a:cubicBezTo>
                    <a:pt x="21" y="14"/>
                    <a:pt x="22" y="13"/>
                    <a:pt x="24" y="13"/>
                  </a:cubicBezTo>
                  <a:cubicBezTo>
                    <a:pt x="24" y="14"/>
                    <a:pt x="24" y="14"/>
                    <a:pt x="25" y="15"/>
                  </a:cubicBezTo>
                  <a:cubicBezTo>
                    <a:pt x="25" y="16"/>
                    <a:pt x="24" y="17"/>
                    <a:pt x="24" y="18"/>
                  </a:cubicBezTo>
                  <a:cubicBezTo>
                    <a:pt x="24" y="21"/>
                    <a:pt x="24" y="24"/>
                    <a:pt x="23" y="27"/>
                  </a:cubicBezTo>
                  <a:cubicBezTo>
                    <a:pt x="22" y="27"/>
                    <a:pt x="22" y="28"/>
                    <a:pt x="21" y="29"/>
                  </a:cubicBezTo>
                  <a:cubicBezTo>
                    <a:pt x="20" y="28"/>
                    <a:pt x="19" y="28"/>
                    <a:pt x="18" y="27"/>
                  </a:cubicBezTo>
                  <a:cubicBezTo>
                    <a:pt x="18" y="26"/>
                    <a:pt x="18" y="25"/>
                    <a:pt x="18" y="25"/>
                  </a:cubicBezTo>
                  <a:cubicBezTo>
                    <a:pt x="18" y="25"/>
                    <a:pt x="17" y="25"/>
                    <a:pt x="17" y="24"/>
                  </a:cubicBezTo>
                  <a:cubicBezTo>
                    <a:pt x="17" y="24"/>
                    <a:pt x="17" y="25"/>
                    <a:pt x="16" y="25"/>
                  </a:cubicBezTo>
                  <a:cubicBezTo>
                    <a:pt x="15" y="25"/>
                    <a:pt x="14" y="26"/>
                    <a:pt x="13" y="25"/>
                  </a:cubicBezTo>
                  <a:cubicBezTo>
                    <a:pt x="13" y="25"/>
                    <a:pt x="12" y="24"/>
                    <a:pt x="12" y="24"/>
                  </a:cubicBezTo>
                  <a:cubicBezTo>
                    <a:pt x="12" y="23"/>
                    <a:pt x="15" y="17"/>
                    <a:pt x="12" y="17"/>
                  </a:cubicBezTo>
                  <a:cubicBezTo>
                    <a:pt x="12" y="17"/>
                    <a:pt x="12" y="17"/>
                    <a:pt x="12" y="17"/>
                  </a:cubicBezTo>
                  <a:cubicBezTo>
                    <a:pt x="12" y="18"/>
                    <a:pt x="10" y="21"/>
                    <a:pt x="10" y="22"/>
                  </a:cubicBezTo>
                  <a:cubicBezTo>
                    <a:pt x="10" y="23"/>
                    <a:pt x="11" y="23"/>
                    <a:pt x="11" y="25"/>
                  </a:cubicBezTo>
                  <a:cubicBezTo>
                    <a:pt x="12" y="27"/>
                    <a:pt x="15" y="30"/>
                    <a:pt x="17" y="32"/>
                  </a:cubicBezTo>
                  <a:cubicBezTo>
                    <a:pt x="18" y="33"/>
                    <a:pt x="18" y="33"/>
                    <a:pt x="18" y="33"/>
                  </a:cubicBezTo>
                  <a:cubicBezTo>
                    <a:pt x="19" y="33"/>
                    <a:pt x="20" y="33"/>
                    <a:pt x="20" y="33"/>
                  </a:cubicBezTo>
                  <a:cubicBezTo>
                    <a:pt x="21" y="33"/>
                    <a:pt x="23" y="29"/>
                    <a:pt x="24" y="29"/>
                  </a:cubicBezTo>
                  <a:cubicBezTo>
                    <a:pt x="24" y="29"/>
                    <a:pt x="24" y="29"/>
                    <a:pt x="24" y="29"/>
                  </a:cubicBezTo>
                  <a:cubicBezTo>
                    <a:pt x="24" y="29"/>
                    <a:pt x="24" y="29"/>
                    <a:pt x="23" y="28"/>
                  </a:cubicBezTo>
                  <a:cubicBezTo>
                    <a:pt x="23" y="28"/>
                    <a:pt x="23" y="28"/>
                    <a:pt x="23" y="28"/>
                  </a:cubicBezTo>
                  <a:cubicBezTo>
                    <a:pt x="24" y="27"/>
                    <a:pt x="25" y="28"/>
                    <a:pt x="26" y="27"/>
                  </a:cubicBezTo>
                  <a:cubicBezTo>
                    <a:pt x="26" y="26"/>
                    <a:pt x="26" y="25"/>
                    <a:pt x="26" y="25"/>
                  </a:cubicBezTo>
                  <a:cubicBezTo>
                    <a:pt x="27" y="24"/>
                    <a:pt x="29" y="24"/>
                    <a:pt x="30" y="23"/>
                  </a:cubicBezTo>
                  <a:cubicBezTo>
                    <a:pt x="31" y="19"/>
                    <a:pt x="25" y="12"/>
                    <a:pt x="21" y="10"/>
                  </a:cubicBezTo>
                  <a:cubicBezTo>
                    <a:pt x="21" y="9"/>
                    <a:pt x="20" y="8"/>
                    <a:pt x="19" y="7"/>
                  </a:cubicBezTo>
                  <a:cubicBezTo>
                    <a:pt x="18" y="7"/>
                    <a:pt x="18" y="7"/>
                    <a:pt x="17" y="6"/>
                  </a:cubicBezTo>
                  <a:cubicBezTo>
                    <a:pt x="15" y="5"/>
                    <a:pt x="14" y="3"/>
                    <a:pt x="12" y="3"/>
                  </a:cubicBezTo>
                  <a:cubicBezTo>
                    <a:pt x="11" y="3"/>
                    <a:pt x="10" y="4"/>
                    <a:pt x="10" y="5"/>
                  </a:cubicBezTo>
                  <a:close/>
                  <a:moveTo>
                    <a:pt x="7" y="5"/>
                  </a:moveTo>
                  <a:cubicBezTo>
                    <a:pt x="9" y="3"/>
                    <a:pt x="10" y="1"/>
                    <a:pt x="12" y="1"/>
                  </a:cubicBezTo>
                  <a:cubicBezTo>
                    <a:pt x="16" y="0"/>
                    <a:pt x="20" y="5"/>
                    <a:pt x="24" y="9"/>
                  </a:cubicBezTo>
                  <a:cubicBezTo>
                    <a:pt x="25" y="10"/>
                    <a:pt x="26" y="11"/>
                    <a:pt x="27" y="12"/>
                  </a:cubicBezTo>
                  <a:cubicBezTo>
                    <a:pt x="29" y="15"/>
                    <a:pt x="33" y="17"/>
                    <a:pt x="34" y="20"/>
                  </a:cubicBezTo>
                  <a:cubicBezTo>
                    <a:pt x="34" y="21"/>
                    <a:pt x="33" y="27"/>
                    <a:pt x="31" y="27"/>
                  </a:cubicBezTo>
                  <a:cubicBezTo>
                    <a:pt x="30" y="28"/>
                    <a:pt x="27" y="27"/>
                    <a:pt x="26" y="29"/>
                  </a:cubicBezTo>
                  <a:cubicBezTo>
                    <a:pt x="26" y="29"/>
                    <a:pt x="26" y="30"/>
                    <a:pt x="26" y="30"/>
                  </a:cubicBezTo>
                  <a:cubicBezTo>
                    <a:pt x="26" y="31"/>
                    <a:pt x="23" y="34"/>
                    <a:pt x="22" y="35"/>
                  </a:cubicBezTo>
                  <a:cubicBezTo>
                    <a:pt x="21" y="35"/>
                    <a:pt x="20" y="35"/>
                    <a:pt x="20" y="35"/>
                  </a:cubicBezTo>
                  <a:cubicBezTo>
                    <a:pt x="19" y="36"/>
                    <a:pt x="20" y="37"/>
                    <a:pt x="19" y="37"/>
                  </a:cubicBezTo>
                  <a:cubicBezTo>
                    <a:pt x="19" y="37"/>
                    <a:pt x="19" y="37"/>
                    <a:pt x="19" y="37"/>
                  </a:cubicBezTo>
                  <a:cubicBezTo>
                    <a:pt x="18" y="37"/>
                    <a:pt x="17" y="37"/>
                    <a:pt x="16" y="37"/>
                  </a:cubicBezTo>
                  <a:cubicBezTo>
                    <a:pt x="16" y="37"/>
                    <a:pt x="14" y="35"/>
                    <a:pt x="14" y="35"/>
                  </a:cubicBezTo>
                  <a:cubicBezTo>
                    <a:pt x="14" y="33"/>
                    <a:pt x="12" y="31"/>
                    <a:pt x="11" y="29"/>
                  </a:cubicBezTo>
                  <a:cubicBezTo>
                    <a:pt x="10" y="28"/>
                    <a:pt x="8" y="27"/>
                    <a:pt x="8" y="27"/>
                  </a:cubicBezTo>
                  <a:cubicBezTo>
                    <a:pt x="7" y="26"/>
                    <a:pt x="6" y="25"/>
                    <a:pt x="5" y="25"/>
                  </a:cubicBezTo>
                  <a:cubicBezTo>
                    <a:pt x="5" y="24"/>
                    <a:pt x="4" y="23"/>
                    <a:pt x="3" y="23"/>
                  </a:cubicBezTo>
                  <a:cubicBezTo>
                    <a:pt x="0" y="18"/>
                    <a:pt x="1" y="17"/>
                    <a:pt x="2" y="12"/>
                  </a:cubicBezTo>
                  <a:cubicBezTo>
                    <a:pt x="2" y="11"/>
                    <a:pt x="3" y="9"/>
                    <a:pt x="4" y="8"/>
                  </a:cubicBezTo>
                  <a:cubicBezTo>
                    <a:pt x="4" y="8"/>
                    <a:pt x="4" y="8"/>
                    <a:pt x="4" y="8"/>
                  </a:cubicBezTo>
                  <a:cubicBezTo>
                    <a:pt x="4" y="7"/>
                    <a:pt x="5" y="6"/>
                    <a:pt x="5" y="5"/>
                  </a:cubicBezTo>
                  <a:cubicBezTo>
                    <a:pt x="6" y="5"/>
                    <a:pt x="7" y="5"/>
                    <a:pt x="7"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67" name="Freeform 52"/>
            <p:cNvSpPr>
              <a:spLocks noEditPoints="1"/>
            </p:cNvSpPr>
            <p:nvPr/>
          </p:nvSpPr>
          <p:spPr bwMode="auto">
            <a:xfrm>
              <a:off x="8847200" y="4611991"/>
              <a:ext cx="46038" cy="58738"/>
            </a:xfrm>
            <a:custGeom>
              <a:avLst/>
              <a:gdLst>
                <a:gd name="T0" fmla="*/ 8 w 31"/>
                <a:gd name="T1" fmla="*/ 31 h 39"/>
                <a:gd name="T2" fmla="*/ 9 w 31"/>
                <a:gd name="T3" fmla="*/ 30 h 39"/>
                <a:gd name="T4" fmla="*/ 8 w 31"/>
                <a:gd name="T5" fmla="*/ 26 h 39"/>
                <a:gd name="T6" fmla="*/ 18 w 31"/>
                <a:gd name="T7" fmla="*/ 18 h 39"/>
                <a:gd name="T8" fmla="*/ 18 w 31"/>
                <a:gd name="T9" fmla="*/ 21 h 39"/>
                <a:gd name="T10" fmla="*/ 19 w 31"/>
                <a:gd name="T11" fmla="*/ 18 h 39"/>
                <a:gd name="T12" fmla="*/ 7 w 31"/>
                <a:gd name="T13" fmla="*/ 22 h 39"/>
                <a:gd name="T14" fmla="*/ 6 w 31"/>
                <a:gd name="T15" fmla="*/ 23 h 39"/>
                <a:gd name="T16" fmla="*/ 7 w 31"/>
                <a:gd name="T17" fmla="*/ 22 h 39"/>
                <a:gd name="T18" fmla="*/ 7 w 31"/>
                <a:gd name="T19" fmla="*/ 22 h 39"/>
                <a:gd name="T20" fmla="*/ 23 w 31"/>
                <a:gd name="T21" fmla="*/ 12 h 39"/>
                <a:gd name="T22" fmla="*/ 23 w 31"/>
                <a:gd name="T23" fmla="*/ 12 h 39"/>
                <a:gd name="T24" fmla="*/ 23 w 31"/>
                <a:gd name="T25" fmla="*/ 11 h 39"/>
                <a:gd name="T26" fmla="*/ 10 w 31"/>
                <a:gd name="T27" fmla="*/ 19 h 39"/>
                <a:gd name="T28" fmla="*/ 10 w 31"/>
                <a:gd name="T29" fmla="*/ 23 h 39"/>
                <a:gd name="T30" fmla="*/ 10 w 31"/>
                <a:gd name="T31" fmla="*/ 19 h 39"/>
                <a:gd name="T32" fmla="*/ 15 w 31"/>
                <a:gd name="T33" fmla="*/ 13 h 39"/>
                <a:gd name="T34" fmla="*/ 16 w 31"/>
                <a:gd name="T35" fmla="*/ 14 h 39"/>
                <a:gd name="T36" fmla="*/ 15 w 31"/>
                <a:gd name="T37" fmla="*/ 13 h 39"/>
                <a:gd name="T38" fmla="*/ 9 w 31"/>
                <a:gd name="T39" fmla="*/ 16 h 39"/>
                <a:gd name="T40" fmla="*/ 9 w 31"/>
                <a:gd name="T41" fmla="*/ 18 h 39"/>
                <a:gd name="T42" fmla="*/ 9 w 31"/>
                <a:gd name="T43" fmla="*/ 16 h 39"/>
                <a:gd name="T44" fmla="*/ 19 w 31"/>
                <a:gd name="T45" fmla="*/ 4 h 39"/>
                <a:gd name="T46" fmla="*/ 23 w 31"/>
                <a:gd name="T47" fmla="*/ 7 h 39"/>
                <a:gd name="T48" fmla="*/ 29 w 31"/>
                <a:gd name="T49" fmla="*/ 9 h 39"/>
                <a:gd name="T50" fmla="*/ 25 w 31"/>
                <a:gd name="T51" fmla="*/ 16 h 39"/>
                <a:gd name="T52" fmla="*/ 29 w 31"/>
                <a:gd name="T53" fmla="*/ 26 h 39"/>
                <a:gd name="T54" fmla="*/ 30 w 31"/>
                <a:gd name="T55" fmla="*/ 30 h 39"/>
                <a:gd name="T56" fmla="*/ 31 w 31"/>
                <a:gd name="T57" fmla="*/ 32 h 39"/>
                <a:gd name="T58" fmla="*/ 22 w 31"/>
                <a:gd name="T59" fmla="*/ 23 h 39"/>
                <a:gd name="T60" fmla="*/ 16 w 31"/>
                <a:gd name="T61" fmla="*/ 29 h 39"/>
                <a:gd name="T62" fmla="*/ 15 w 31"/>
                <a:gd name="T63" fmla="*/ 22 h 39"/>
                <a:gd name="T64" fmla="*/ 15 w 31"/>
                <a:gd name="T65" fmla="*/ 19 h 39"/>
                <a:gd name="T66" fmla="*/ 12 w 31"/>
                <a:gd name="T67" fmla="*/ 19 h 39"/>
                <a:gd name="T68" fmla="*/ 13 w 31"/>
                <a:gd name="T69" fmla="*/ 29 h 39"/>
                <a:gd name="T70" fmla="*/ 17 w 31"/>
                <a:gd name="T71" fmla="*/ 34 h 39"/>
                <a:gd name="T72" fmla="*/ 14 w 31"/>
                <a:gd name="T73" fmla="*/ 33 h 39"/>
                <a:gd name="T74" fmla="*/ 12 w 31"/>
                <a:gd name="T75" fmla="*/ 32 h 39"/>
                <a:gd name="T76" fmla="*/ 7 w 31"/>
                <a:gd name="T77" fmla="*/ 39 h 39"/>
                <a:gd name="T78" fmla="*/ 6 w 31"/>
                <a:gd name="T79" fmla="*/ 33 h 39"/>
                <a:gd name="T80" fmla="*/ 6 w 31"/>
                <a:gd name="T81" fmla="*/ 26 h 39"/>
                <a:gd name="T82" fmla="*/ 2 w 31"/>
                <a:gd name="T83" fmla="*/ 29 h 39"/>
                <a:gd name="T84" fmla="*/ 4 w 31"/>
                <a:gd name="T85" fmla="*/ 13 h 39"/>
                <a:gd name="T86" fmla="*/ 6 w 31"/>
                <a:gd name="T87" fmla="*/ 9 h 39"/>
                <a:gd name="T88" fmla="*/ 3 w 31"/>
                <a:gd name="T89" fmla="*/ 23 h 39"/>
                <a:gd name="T90" fmla="*/ 3 w 31"/>
                <a:gd name="T91" fmla="*/ 27 h 39"/>
                <a:gd name="T92" fmla="*/ 9 w 31"/>
                <a:gd name="T93" fmla="*/ 14 h 39"/>
                <a:gd name="T94" fmla="*/ 13 w 31"/>
                <a:gd name="T95" fmla="*/ 15 h 39"/>
                <a:gd name="T96" fmla="*/ 12 w 31"/>
                <a:gd name="T97" fmla="*/ 9 h 39"/>
                <a:gd name="T98" fmla="*/ 11 w 31"/>
                <a:gd name="T99" fmla="*/ 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1" h="39">
                  <a:moveTo>
                    <a:pt x="8" y="26"/>
                  </a:moveTo>
                  <a:cubicBezTo>
                    <a:pt x="8" y="27"/>
                    <a:pt x="8" y="30"/>
                    <a:pt x="8" y="31"/>
                  </a:cubicBezTo>
                  <a:cubicBezTo>
                    <a:pt x="8" y="31"/>
                    <a:pt x="8" y="31"/>
                    <a:pt x="8" y="31"/>
                  </a:cubicBezTo>
                  <a:cubicBezTo>
                    <a:pt x="8" y="31"/>
                    <a:pt x="9" y="31"/>
                    <a:pt x="9" y="30"/>
                  </a:cubicBezTo>
                  <a:cubicBezTo>
                    <a:pt x="9" y="29"/>
                    <a:pt x="11" y="27"/>
                    <a:pt x="9" y="26"/>
                  </a:cubicBezTo>
                  <a:cubicBezTo>
                    <a:pt x="9" y="26"/>
                    <a:pt x="9" y="26"/>
                    <a:pt x="8" y="26"/>
                  </a:cubicBezTo>
                  <a:cubicBezTo>
                    <a:pt x="9" y="26"/>
                    <a:pt x="8" y="26"/>
                    <a:pt x="8" y="26"/>
                  </a:cubicBezTo>
                  <a:close/>
                  <a:moveTo>
                    <a:pt x="18" y="18"/>
                  </a:moveTo>
                  <a:cubicBezTo>
                    <a:pt x="18" y="19"/>
                    <a:pt x="17" y="20"/>
                    <a:pt x="17" y="21"/>
                  </a:cubicBezTo>
                  <a:cubicBezTo>
                    <a:pt x="17" y="21"/>
                    <a:pt x="17" y="21"/>
                    <a:pt x="18" y="21"/>
                  </a:cubicBezTo>
                  <a:cubicBezTo>
                    <a:pt x="18" y="21"/>
                    <a:pt x="18" y="21"/>
                    <a:pt x="18" y="21"/>
                  </a:cubicBezTo>
                  <a:cubicBezTo>
                    <a:pt x="19" y="21"/>
                    <a:pt x="21" y="19"/>
                    <a:pt x="19" y="18"/>
                  </a:cubicBezTo>
                  <a:cubicBezTo>
                    <a:pt x="19" y="17"/>
                    <a:pt x="19" y="17"/>
                    <a:pt x="18" y="18"/>
                  </a:cubicBezTo>
                  <a:close/>
                  <a:moveTo>
                    <a:pt x="7" y="22"/>
                  </a:moveTo>
                  <a:cubicBezTo>
                    <a:pt x="7" y="22"/>
                    <a:pt x="7" y="23"/>
                    <a:pt x="6" y="23"/>
                  </a:cubicBezTo>
                  <a:cubicBezTo>
                    <a:pt x="6" y="23"/>
                    <a:pt x="6" y="23"/>
                    <a:pt x="6" y="23"/>
                  </a:cubicBezTo>
                  <a:cubicBezTo>
                    <a:pt x="7" y="23"/>
                    <a:pt x="7" y="23"/>
                    <a:pt x="7" y="23"/>
                  </a:cubicBezTo>
                  <a:cubicBezTo>
                    <a:pt x="7" y="22"/>
                    <a:pt x="7" y="22"/>
                    <a:pt x="7" y="22"/>
                  </a:cubicBezTo>
                  <a:cubicBezTo>
                    <a:pt x="7" y="22"/>
                    <a:pt x="7" y="22"/>
                    <a:pt x="7" y="22"/>
                  </a:cubicBezTo>
                  <a:cubicBezTo>
                    <a:pt x="7" y="22"/>
                    <a:pt x="7" y="22"/>
                    <a:pt x="7" y="22"/>
                  </a:cubicBezTo>
                  <a:close/>
                  <a:moveTo>
                    <a:pt x="23" y="11"/>
                  </a:moveTo>
                  <a:cubicBezTo>
                    <a:pt x="23" y="12"/>
                    <a:pt x="23" y="12"/>
                    <a:pt x="23" y="12"/>
                  </a:cubicBezTo>
                  <a:cubicBezTo>
                    <a:pt x="23" y="12"/>
                    <a:pt x="23" y="12"/>
                    <a:pt x="23" y="12"/>
                  </a:cubicBezTo>
                  <a:cubicBezTo>
                    <a:pt x="23" y="12"/>
                    <a:pt x="23" y="12"/>
                    <a:pt x="23" y="12"/>
                  </a:cubicBezTo>
                  <a:cubicBezTo>
                    <a:pt x="23" y="12"/>
                    <a:pt x="23" y="12"/>
                    <a:pt x="23" y="11"/>
                  </a:cubicBezTo>
                  <a:cubicBezTo>
                    <a:pt x="23" y="11"/>
                    <a:pt x="23" y="11"/>
                    <a:pt x="23" y="11"/>
                  </a:cubicBezTo>
                  <a:cubicBezTo>
                    <a:pt x="23" y="11"/>
                    <a:pt x="23" y="11"/>
                    <a:pt x="23" y="11"/>
                  </a:cubicBezTo>
                  <a:close/>
                  <a:moveTo>
                    <a:pt x="10" y="19"/>
                  </a:moveTo>
                  <a:cubicBezTo>
                    <a:pt x="9" y="20"/>
                    <a:pt x="9" y="23"/>
                    <a:pt x="10" y="23"/>
                  </a:cubicBezTo>
                  <a:cubicBezTo>
                    <a:pt x="10" y="23"/>
                    <a:pt x="10" y="23"/>
                    <a:pt x="10" y="23"/>
                  </a:cubicBezTo>
                  <a:cubicBezTo>
                    <a:pt x="11" y="22"/>
                    <a:pt x="11" y="20"/>
                    <a:pt x="11" y="19"/>
                  </a:cubicBezTo>
                  <a:cubicBezTo>
                    <a:pt x="11" y="19"/>
                    <a:pt x="10" y="19"/>
                    <a:pt x="10" y="19"/>
                  </a:cubicBezTo>
                  <a:close/>
                  <a:moveTo>
                    <a:pt x="15" y="13"/>
                  </a:moveTo>
                  <a:cubicBezTo>
                    <a:pt x="15" y="13"/>
                    <a:pt x="15" y="13"/>
                    <a:pt x="15" y="13"/>
                  </a:cubicBezTo>
                  <a:cubicBezTo>
                    <a:pt x="15" y="14"/>
                    <a:pt x="15" y="14"/>
                    <a:pt x="15" y="14"/>
                  </a:cubicBezTo>
                  <a:cubicBezTo>
                    <a:pt x="16" y="14"/>
                    <a:pt x="16" y="14"/>
                    <a:pt x="16" y="14"/>
                  </a:cubicBezTo>
                  <a:cubicBezTo>
                    <a:pt x="16" y="14"/>
                    <a:pt x="16" y="13"/>
                    <a:pt x="16" y="13"/>
                  </a:cubicBezTo>
                  <a:cubicBezTo>
                    <a:pt x="16" y="13"/>
                    <a:pt x="16" y="13"/>
                    <a:pt x="15" y="13"/>
                  </a:cubicBezTo>
                  <a:cubicBezTo>
                    <a:pt x="16" y="13"/>
                    <a:pt x="16" y="13"/>
                    <a:pt x="15" y="13"/>
                  </a:cubicBezTo>
                  <a:close/>
                  <a:moveTo>
                    <a:pt x="9" y="16"/>
                  </a:moveTo>
                  <a:cubicBezTo>
                    <a:pt x="8" y="17"/>
                    <a:pt x="8" y="18"/>
                    <a:pt x="9" y="18"/>
                  </a:cubicBezTo>
                  <a:cubicBezTo>
                    <a:pt x="9" y="18"/>
                    <a:pt x="9" y="18"/>
                    <a:pt x="9" y="18"/>
                  </a:cubicBezTo>
                  <a:cubicBezTo>
                    <a:pt x="9" y="17"/>
                    <a:pt x="9" y="17"/>
                    <a:pt x="9" y="16"/>
                  </a:cubicBezTo>
                  <a:cubicBezTo>
                    <a:pt x="9" y="15"/>
                    <a:pt x="9" y="16"/>
                    <a:pt x="9" y="16"/>
                  </a:cubicBezTo>
                  <a:close/>
                  <a:moveTo>
                    <a:pt x="11" y="1"/>
                  </a:moveTo>
                  <a:cubicBezTo>
                    <a:pt x="13" y="0"/>
                    <a:pt x="17" y="2"/>
                    <a:pt x="19" y="4"/>
                  </a:cubicBezTo>
                  <a:cubicBezTo>
                    <a:pt x="19" y="5"/>
                    <a:pt x="19" y="6"/>
                    <a:pt x="20" y="6"/>
                  </a:cubicBezTo>
                  <a:cubicBezTo>
                    <a:pt x="21" y="7"/>
                    <a:pt x="22" y="7"/>
                    <a:pt x="23" y="7"/>
                  </a:cubicBezTo>
                  <a:cubicBezTo>
                    <a:pt x="24" y="8"/>
                    <a:pt x="25" y="9"/>
                    <a:pt x="25" y="9"/>
                  </a:cubicBezTo>
                  <a:cubicBezTo>
                    <a:pt x="27" y="9"/>
                    <a:pt x="28" y="9"/>
                    <a:pt x="29" y="9"/>
                  </a:cubicBezTo>
                  <a:cubicBezTo>
                    <a:pt x="29" y="9"/>
                    <a:pt x="29" y="9"/>
                    <a:pt x="29" y="10"/>
                  </a:cubicBezTo>
                  <a:cubicBezTo>
                    <a:pt x="28" y="12"/>
                    <a:pt x="25" y="14"/>
                    <a:pt x="25" y="16"/>
                  </a:cubicBezTo>
                  <a:cubicBezTo>
                    <a:pt x="25" y="18"/>
                    <a:pt x="27" y="19"/>
                    <a:pt x="27" y="21"/>
                  </a:cubicBezTo>
                  <a:cubicBezTo>
                    <a:pt x="28" y="23"/>
                    <a:pt x="29" y="24"/>
                    <a:pt x="29" y="26"/>
                  </a:cubicBezTo>
                  <a:cubicBezTo>
                    <a:pt x="29" y="26"/>
                    <a:pt x="29" y="27"/>
                    <a:pt x="30" y="27"/>
                  </a:cubicBezTo>
                  <a:cubicBezTo>
                    <a:pt x="30" y="28"/>
                    <a:pt x="30" y="29"/>
                    <a:pt x="30" y="30"/>
                  </a:cubicBezTo>
                  <a:cubicBezTo>
                    <a:pt x="30" y="31"/>
                    <a:pt x="31" y="31"/>
                    <a:pt x="31" y="32"/>
                  </a:cubicBezTo>
                  <a:cubicBezTo>
                    <a:pt x="31" y="32"/>
                    <a:pt x="31" y="32"/>
                    <a:pt x="31" y="32"/>
                  </a:cubicBezTo>
                  <a:cubicBezTo>
                    <a:pt x="29" y="31"/>
                    <a:pt x="27" y="30"/>
                    <a:pt x="25" y="28"/>
                  </a:cubicBezTo>
                  <a:cubicBezTo>
                    <a:pt x="24" y="26"/>
                    <a:pt x="23" y="24"/>
                    <a:pt x="22" y="23"/>
                  </a:cubicBezTo>
                  <a:cubicBezTo>
                    <a:pt x="22" y="23"/>
                    <a:pt x="22" y="23"/>
                    <a:pt x="22" y="23"/>
                  </a:cubicBezTo>
                  <a:cubicBezTo>
                    <a:pt x="20" y="25"/>
                    <a:pt x="19" y="27"/>
                    <a:pt x="16" y="29"/>
                  </a:cubicBezTo>
                  <a:cubicBezTo>
                    <a:pt x="15" y="28"/>
                    <a:pt x="13" y="26"/>
                    <a:pt x="14" y="25"/>
                  </a:cubicBezTo>
                  <a:cubicBezTo>
                    <a:pt x="14" y="24"/>
                    <a:pt x="15" y="23"/>
                    <a:pt x="15" y="22"/>
                  </a:cubicBezTo>
                  <a:cubicBezTo>
                    <a:pt x="15" y="22"/>
                    <a:pt x="14" y="21"/>
                    <a:pt x="14" y="21"/>
                  </a:cubicBezTo>
                  <a:cubicBezTo>
                    <a:pt x="14" y="20"/>
                    <a:pt x="14" y="19"/>
                    <a:pt x="15" y="19"/>
                  </a:cubicBezTo>
                  <a:cubicBezTo>
                    <a:pt x="15" y="18"/>
                    <a:pt x="14" y="15"/>
                    <a:pt x="13" y="16"/>
                  </a:cubicBezTo>
                  <a:cubicBezTo>
                    <a:pt x="12" y="16"/>
                    <a:pt x="12" y="18"/>
                    <a:pt x="12" y="19"/>
                  </a:cubicBezTo>
                  <a:cubicBezTo>
                    <a:pt x="12" y="20"/>
                    <a:pt x="13" y="21"/>
                    <a:pt x="13" y="23"/>
                  </a:cubicBezTo>
                  <a:cubicBezTo>
                    <a:pt x="13" y="25"/>
                    <a:pt x="11" y="26"/>
                    <a:pt x="13" y="29"/>
                  </a:cubicBezTo>
                  <a:cubicBezTo>
                    <a:pt x="14" y="31"/>
                    <a:pt x="17" y="33"/>
                    <a:pt x="17" y="34"/>
                  </a:cubicBezTo>
                  <a:cubicBezTo>
                    <a:pt x="17" y="34"/>
                    <a:pt x="17" y="34"/>
                    <a:pt x="17" y="34"/>
                  </a:cubicBezTo>
                  <a:cubicBezTo>
                    <a:pt x="17" y="35"/>
                    <a:pt x="17" y="35"/>
                    <a:pt x="17" y="35"/>
                  </a:cubicBezTo>
                  <a:cubicBezTo>
                    <a:pt x="16" y="34"/>
                    <a:pt x="15" y="34"/>
                    <a:pt x="14" y="33"/>
                  </a:cubicBezTo>
                  <a:cubicBezTo>
                    <a:pt x="13" y="33"/>
                    <a:pt x="13" y="32"/>
                    <a:pt x="12" y="32"/>
                  </a:cubicBezTo>
                  <a:cubicBezTo>
                    <a:pt x="12" y="32"/>
                    <a:pt x="12" y="32"/>
                    <a:pt x="12" y="32"/>
                  </a:cubicBezTo>
                  <a:cubicBezTo>
                    <a:pt x="11" y="34"/>
                    <a:pt x="11" y="37"/>
                    <a:pt x="8" y="39"/>
                  </a:cubicBezTo>
                  <a:cubicBezTo>
                    <a:pt x="7" y="39"/>
                    <a:pt x="7" y="39"/>
                    <a:pt x="7" y="39"/>
                  </a:cubicBezTo>
                  <a:cubicBezTo>
                    <a:pt x="7" y="38"/>
                    <a:pt x="5" y="36"/>
                    <a:pt x="5" y="35"/>
                  </a:cubicBezTo>
                  <a:cubicBezTo>
                    <a:pt x="5" y="34"/>
                    <a:pt x="5" y="33"/>
                    <a:pt x="6" y="33"/>
                  </a:cubicBezTo>
                  <a:cubicBezTo>
                    <a:pt x="6" y="31"/>
                    <a:pt x="6" y="28"/>
                    <a:pt x="6" y="26"/>
                  </a:cubicBezTo>
                  <a:cubicBezTo>
                    <a:pt x="6" y="26"/>
                    <a:pt x="6" y="26"/>
                    <a:pt x="6" y="26"/>
                  </a:cubicBezTo>
                  <a:cubicBezTo>
                    <a:pt x="6" y="26"/>
                    <a:pt x="6" y="26"/>
                    <a:pt x="6" y="26"/>
                  </a:cubicBezTo>
                  <a:cubicBezTo>
                    <a:pt x="5" y="27"/>
                    <a:pt x="3" y="29"/>
                    <a:pt x="2" y="29"/>
                  </a:cubicBezTo>
                  <a:cubicBezTo>
                    <a:pt x="0" y="27"/>
                    <a:pt x="2" y="23"/>
                    <a:pt x="3" y="21"/>
                  </a:cubicBezTo>
                  <a:cubicBezTo>
                    <a:pt x="3" y="19"/>
                    <a:pt x="4" y="14"/>
                    <a:pt x="4" y="13"/>
                  </a:cubicBezTo>
                  <a:cubicBezTo>
                    <a:pt x="3" y="12"/>
                    <a:pt x="3" y="11"/>
                    <a:pt x="3" y="11"/>
                  </a:cubicBezTo>
                  <a:cubicBezTo>
                    <a:pt x="3" y="9"/>
                    <a:pt x="5" y="9"/>
                    <a:pt x="6" y="9"/>
                  </a:cubicBezTo>
                  <a:cubicBezTo>
                    <a:pt x="7" y="11"/>
                    <a:pt x="6" y="12"/>
                    <a:pt x="6" y="14"/>
                  </a:cubicBezTo>
                  <a:cubicBezTo>
                    <a:pt x="5" y="17"/>
                    <a:pt x="4" y="21"/>
                    <a:pt x="3" y="23"/>
                  </a:cubicBezTo>
                  <a:cubicBezTo>
                    <a:pt x="3" y="24"/>
                    <a:pt x="3" y="25"/>
                    <a:pt x="3" y="26"/>
                  </a:cubicBezTo>
                  <a:cubicBezTo>
                    <a:pt x="3" y="26"/>
                    <a:pt x="3" y="26"/>
                    <a:pt x="3" y="27"/>
                  </a:cubicBezTo>
                  <a:cubicBezTo>
                    <a:pt x="3" y="26"/>
                    <a:pt x="8" y="22"/>
                    <a:pt x="8" y="22"/>
                  </a:cubicBezTo>
                  <a:cubicBezTo>
                    <a:pt x="9" y="20"/>
                    <a:pt x="5" y="15"/>
                    <a:pt x="9" y="14"/>
                  </a:cubicBezTo>
                  <a:cubicBezTo>
                    <a:pt x="10" y="15"/>
                    <a:pt x="12" y="15"/>
                    <a:pt x="13" y="15"/>
                  </a:cubicBezTo>
                  <a:cubicBezTo>
                    <a:pt x="13" y="15"/>
                    <a:pt x="13" y="15"/>
                    <a:pt x="13" y="15"/>
                  </a:cubicBezTo>
                  <a:cubicBezTo>
                    <a:pt x="13" y="13"/>
                    <a:pt x="13" y="13"/>
                    <a:pt x="11" y="12"/>
                  </a:cubicBezTo>
                  <a:cubicBezTo>
                    <a:pt x="11" y="11"/>
                    <a:pt x="11" y="10"/>
                    <a:pt x="12" y="9"/>
                  </a:cubicBezTo>
                  <a:cubicBezTo>
                    <a:pt x="13" y="10"/>
                    <a:pt x="14" y="10"/>
                    <a:pt x="15" y="10"/>
                  </a:cubicBezTo>
                  <a:cubicBezTo>
                    <a:pt x="15" y="7"/>
                    <a:pt x="11" y="3"/>
                    <a:pt x="1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标题幻灯片-多行">
    <p:bg>
      <p:bgPr>
        <a:solidFill>
          <a:schemeClr val="accent1"/>
        </a:solidFill>
        <a:effectLst/>
      </p:bgPr>
    </p:bg>
    <p:spTree>
      <p:nvGrpSpPr>
        <p:cNvPr id="1" name=""/>
        <p:cNvGrpSpPr/>
        <p:nvPr/>
      </p:nvGrpSpPr>
      <p:grpSpPr>
        <a:xfrm>
          <a:off x="0" y="0"/>
          <a:ext cx="0" cy="0"/>
          <a:chOff x="0" y="0"/>
          <a:chExt cx="0" cy="0"/>
        </a:xfrm>
      </p:grpSpPr>
      <p:sp>
        <p:nvSpPr>
          <p:cNvPr id="40" name="任意多边形 39"/>
          <p:cNvSpPr/>
          <p:nvPr/>
        </p:nvSpPr>
        <p:spPr>
          <a:xfrm>
            <a:off x="1" y="-3176"/>
            <a:ext cx="9143999" cy="6861175"/>
          </a:xfrm>
          <a:custGeom>
            <a:avLst/>
            <a:gdLst>
              <a:gd name="connsiteX0" fmla="*/ 0 w 9116459"/>
              <a:gd name="connsiteY0" fmla="*/ 0 h 6861175"/>
              <a:gd name="connsiteX1" fmla="*/ 9116459 w 9116459"/>
              <a:gd name="connsiteY1" fmla="*/ 0 h 6861175"/>
              <a:gd name="connsiteX2" fmla="*/ 9116459 w 9116459"/>
              <a:gd name="connsiteY2" fmla="*/ 6861175 h 6861175"/>
              <a:gd name="connsiteX3" fmla="*/ 0 w 9116459"/>
              <a:gd name="connsiteY3" fmla="*/ 6861175 h 6861175"/>
            </a:gdLst>
            <a:ahLst/>
            <a:cxnLst>
              <a:cxn ang="0">
                <a:pos x="connsiteX0" y="connsiteY0"/>
              </a:cxn>
              <a:cxn ang="0">
                <a:pos x="connsiteX1" y="connsiteY1"/>
              </a:cxn>
              <a:cxn ang="0">
                <a:pos x="connsiteX2" y="connsiteY2"/>
              </a:cxn>
              <a:cxn ang="0">
                <a:pos x="connsiteX3" y="connsiteY3"/>
              </a:cxn>
            </a:cxnLst>
            <a:rect l="l" t="t" r="r" b="b"/>
            <a:pathLst>
              <a:path w="9116459" h="6861175">
                <a:moveTo>
                  <a:pt x="0" y="0"/>
                </a:moveTo>
                <a:lnTo>
                  <a:pt x="9116459" y="0"/>
                </a:lnTo>
                <a:lnTo>
                  <a:pt x="9116459" y="6861175"/>
                </a:lnTo>
                <a:lnTo>
                  <a:pt x="0" y="6861175"/>
                </a:lnTo>
                <a:close/>
              </a:path>
            </a:pathLst>
          </a:custGeom>
          <a:blipFill dpi="0" rotWithShape="1">
            <a:blip r:embed="rId2">
              <a:alphaModFix amt="1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350"/>
          </a:p>
        </p:txBody>
      </p:sp>
      <p:sp>
        <p:nvSpPr>
          <p:cNvPr id="8" name="平行四边形 7"/>
          <p:cNvSpPr/>
          <p:nvPr/>
        </p:nvSpPr>
        <p:spPr>
          <a:xfrm>
            <a:off x="14875" y="-3175"/>
            <a:ext cx="7425799" cy="6861175"/>
          </a:xfrm>
          <a:prstGeom prst="parallelogram">
            <a:avLst>
              <a:gd name="adj" fmla="val 10524"/>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2" name="任意多边形 41"/>
          <p:cNvSpPr/>
          <p:nvPr/>
        </p:nvSpPr>
        <p:spPr>
          <a:xfrm>
            <a:off x="0" y="-3175"/>
            <a:ext cx="7244070" cy="6861175"/>
          </a:xfrm>
          <a:custGeom>
            <a:avLst/>
            <a:gdLst>
              <a:gd name="connsiteX0" fmla="*/ 540341 w 7244070"/>
              <a:gd name="connsiteY0" fmla="*/ 0 h 6861175"/>
              <a:gd name="connsiteX1" fmla="*/ 7244070 w 7244070"/>
              <a:gd name="connsiteY1" fmla="*/ 0 h 6861175"/>
              <a:gd name="connsiteX2" fmla="*/ 6522000 w 7244070"/>
              <a:gd name="connsiteY2" fmla="*/ 6861175 h 6861175"/>
              <a:gd name="connsiteX3" fmla="*/ 0 w 7244070"/>
              <a:gd name="connsiteY3" fmla="*/ 6861175 h 6861175"/>
              <a:gd name="connsiteX4" fmla="*/ 0 w 7244070"/>
              <a:gd name="connsiteY4" fmla="*/ 5134369 h 6861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44070" h="6861175">
                <a:moveTo>
                  <a:pt x="540341" y="0"/>
                </a:moveTo>
                <a:lnTo>
                  <a:pt x="7244070" y="0"/>
                </a:lnTo>
                <a:lnTo>
                  <a:pt x="6522000" y="6861175"/>
                </a:lnTo>
                <a:lnTo>
                  <a:pt x="0" y="6861175"/>
                </a:lnTo>
                <a:lnTo>
                  <a:pt x="0" y="5134369"/>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350"/>
          </a:p>
        </p:txBody>
      </p:sp>
      <p:sp>
        <p:nvSpPr>
          <p:cNvPr id="10" name="标题 1"/>
          <p:cNvSpPr>
            <a:spLocks noGrp="1"/>
          </p:cNvSpPr>
          <p:nvPr>
            <p:ph type="ctrTitle" hasCustomPrompt="1"/>
          </p:nvPr>
        </p:nvSpPr>
        <p:spPr>
          <a:xfrm>
            <a:off x="1269829" y="1531610"/>
            <a:ext cx="5295252" cy="1568918"/>
          </a:xfrm>
        </p:spPr>
        <p:txBody>
          <a:bodyPr anchor="b">
            <a:normAutofit/>
          </a:bodyPr>
          <a:lstStyle>
            <a:lvl1pPr algn="l">
              <a:defRPr sz="4800" b="1">
                <a:solidFill>
                  <a:schemeClr val="tx2"/>
                </a:solidFill>
              </a:defRPr>
            </a:lvl1pPr>
          </a:lstStyle>
          <a:p>
            <a:r>
              <a:rPr lang="zh-CN" altLang="en-US" dirty="0"/>
              <a:t>多行标题 </a:t>
            </a:r>
            <a:r>
              <a:rPr lang="en-US" altLang="zh-CN" dirty="0"/>
              <a:t>- </a:t>
            </a:r>
            <a:r>
              <a:rPr lang="zh-CN" altLang="en-US" dirty="0"/>
              <a:t>单击此处编辑母版标题</a:t>
            </a:r>
            <a:endParaRPr lang="zh-CN" altLang="en-US" dirty="0"/>
          </a:p>
        </p:txBody>
      </p:sp>
      <p:sp>
        <p:nvSpPr>
          <p:cNvPr id="11" name="副标题 2"/>
          <p:cNvSpPr>
            <a:spLocks noGrp="1"/>
          </p:cNvSpPr>
          <p:nvPr>
            <p:ph type="subTitle" idx="1" hasCustomPrompt="1"/>
          </p:nvPr>
        </p:nvSpPr>
        <p:spPr>
          <a:xfrm>
            <a:off x="1256059" y="3100528"/>
            <a:ext cx="5295252" cy="526501"/>
          </a:xfrm>
        </p:spPr>
        <p:txBody>
          <a:bodyPr/>
          <a:lstStyle>
            <a:lvl1pPr marL="0" indent="0" algn="l">
              <a:buNone/>
              <a:defRPr sz="2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单击编辑副标题</a:t>
            </a:r>
            <a:endParaRPr lang="zh-CN" altLang="en-US" dirty="0"/>
          </a:p>
        </p:txBody>
      </p:sp>
      <p:sp>
        <p:nvSpPr>
          <p:cNvPr id="12" name="任意多边形 11"/>
          <p:cNvSpPr/>
          <p:nvPr/>
        </p:nvSpPr>
        <p:spPr>
          <a:xfrm>
            <a:off x="0" y="1674346"/>
            <a:ext cx="1133862" cy="1338590"/>
          </a:xfrm>
          <a:custGeom>
            <a:avLst/>
            <a:gdLst>
              <a:gd name="connsiteX0" fmla="*/ 0 w 1133862"/>
              <a:gd name="connsiteY0" fmla="*/ 0 h 1633920"/>
              <a:gd name="connsiteX1" fmla="*/ 1133862 w 1133862"/>
              <a:gd name="connsiteY1" fmla="*/ 0 h 1633920"/>
              <a:gd name="connsiteX2" fmla="*/ 992802 w 1133862"/>
              <a:gd name="connsiteY2" fmla="*/ 1633920 h 1633920"/>
              <a:gd name="connsiteX3" fmla="*/ 0 w 1133862"/>
              <a:gd name="connsiteY3" fmla="*/ 1633920 h 1633920"/>
            </a:gdLst>
            <a:ahLst/>
            <a:cxnLst>
              <a:cxn ang="0">
                <a:pos x="connsiteX0" y="connsiteY0"/>
              </a:cxn>
              <a:cxn ang="0">
                <a:pos x="connsiteX1" y="connsiteY1"/>
              </a:cxn>
              <a:cxn ang="0">
                <a:pos x="connsiteX2" y="connsiteY2"/>
              </a:cxn>
              <a:cxn ang="0">
                <a:pos x="connsiteX3" y="connsiteY3"/>
              </a:cxn>
            </a:cxnLst>
            <a:rect l="l" t="t" r="r" b="b"/>
            <a:pathLst>
              <a:path w="1133862" h="1633920">
                <a:moveTo>
                  <a:pt x="0" y="0"/>
                </a:moveTo>
                <a:lnTo>
                  <a:pt x="1133862" y="0"/>
                </a:lnTo>
                <a:lnTo>
                  <a:pt x="992802" y="1633920"/>
                </a:lnTo>
                <a:lnTo>
                  <a:pt x="0" y="163392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350" dirty="0"/>
              <a:t>        </a:t>
            </a:r>
            <a:endParaRPr lang="zh-CN" altLang="en-US" sz="1350" dirty="0"/>
          </a:p>
        </p:txBody>
      </p:sp>
      <p:sp>
        <p:nvSpPr>
          <p:cNvPr id="13" name="任意多边形 12"/>
          <p:cNvSpPr/>
          <p:nvPr/>
        </p:nvSpPr>
        <p:spPr>
          <a:xfrm>
            <a:off x="0" y="1531610"/>
            <a:ext cx="997527" cy="1338590"/>
          </a:xfrm>
          <a:custGeom>
            <a:avLst/>
            <a:gdLst>
              <a:gd name="connsiteX0" fmla="*/ 0 w 997527"/>
              <a:gd name="connsiteY0" fmla="*/ 0 h 1633920"/>
              <a:gd name="connsiteX1" fmla="*/ 997527 w 997527"/>
              <a:gd name="connsiteY1" fmla="*/ 0 h 1633920"/>
              <a:gd name="connsiteX2" fmla="*/ 856467 w 997527"/>
              <a:gd name="connsiteY2" fmla="*/ 1633920 h 1633920"/>
              <a:gd name="connsiteX3" fmla="*/ 0 w 997527"/>
              <a:gd name="connsiteY3" fmla="*/ 1633920 h 1633920"/>
            </a:gdLst>
            <a:ahLst/>
            <a:cxnLst>
              <a:cxn ang="0">
                <a:pos x="connsiteX0" y="connsiteY0"/>
              </a:cxn>
              <a:cxn ang="0">
                <a:pos x="connsiteX1" y="connsiteY1"/>
              </a:cxn>
              <a:cxn ang="0">
                <a:pos x="connsiteX2" y="connsiteY2"/>
              </a:cxn>
              <a:cxn ang="0">
                <a:pos x="connsiteX3" y="connsiteY3"/>
              </a:cxn>
            </a:cxnLst>
            <a:rect l="l" t="t" r="r" b="b"/>
            <a:pathLst>
              <a:path w="997527" h="1633920">
                <a:moveTo>
                  <a:pt x="0" y="0"/>
                </a:moveTo>
                <a:lnTo>
                  <a:pt x="997527" y="0"/>
                </a:lnTo>
                <a:lnTo>
                  <a:pt x="856467" y="1633920"/>
                </a:lnTo>
                <a:lnTo>
                  <a:pt x="0" y="163392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350" dirty="0"/>
              <a:t>        </a:t>
            </a:r>
            <a:endParaRPr lang="zh-CN" altLang="en-US" sz="1350" dirty="0"/>
          </a:p>
        </p:txBody>
      </p:sp>
      <p:sp>
        <p:nvSpPr>
          <p:cNvPr id="47" name="任意多边形 46"/>
          <p:cNvSpPr/>
          <p:nvPr/>
        </p:nvSpPr>
        <p:spPr>
          <a:xfrm>
            <a:off x="5470130" y="5639504"/>
            <a:ext cx="3673870" cy="867644"/>
          </a:xfrm>
          <a:custGeom>
            <a:avLst/>
            <a:gdLst>
              <a:gd name="connsiteX0" fmla="*/ 93012 w 3673870"/>
              <a:gd name="connsiteY0" fmla="*/ 0 h 1015861"/>
              <a:gd name="connsiteX1" fmla="*/ 3673870 w 3673870"/>
              <a:gd name="connsiteY1" fmla="*/ 0 h 1015861"/>
              <a:gd name="connsiteX2" fmla="*/ 3673870 w 3673870"/>
              <a:gd name="connsiteY2" fmla="*/ 1015861 h 1015861"/>
              <a:gd name="connsiteX3" fmla="*/ 0 w 3673870"/>
              <a:gd name="connsiteY3" fmla="*/ 1015861 h 1015861"/>
            </a:gdLst>
            <a:ahLst/>
            <a:cxnLst>
              <a:cxn ang="0">
                <a:pos x="connsiteX0" y="connsiteY0"/>
              </a:cxn>
              <a:cxn ang="0">
                <a:pos x="connsiteX1" y="connsiteY1"/>
              </a:cxn>
              <a:cxn ang="0">
                <a:pos x="connsiteX2" y="connsiteY2"/>
              </a:cxn>
              <a:cxn ang="0">
                <a:pos x="connsiteX3" y="connsiteY3"/>
              </a:cxn>
            </a:cxnLst>
            <a:rect l="l" t="t" r="r" b="b"/>
            <a:pathLst>
              <a:path w="3673870" h="1015861">
                <a:moveTo>
                  <a:pt x="93012" y="0"/>
                </a:moveTo>
                <a:lnTo>
                  <a:pt x="3673870" y="0"/>
                </a:lnTo>
                <a:lnTo>
                  <a:pt x="3673870" y="1015861"/>
                </a:lnTo>
                <a:lnTo>
                  <a:pt x="0" y="1015861"/>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350" dirty="0"/>
              <a:t>          </a:t>
            </a:r>
            <a:endParaRPr lang="zh-CN" altLang="en-US" sz="1350" dirty="0"/>
          </a:p>
        </p:txBody>
      </p:sp>
      <p:sp>
        <p:nvSpPr>
          <p:cNvPr id="45" name="任意多边形 44"/>
          <p:cNvSpPr/>
          <p:nvPr/>
        </p:nvSpPr>
        <p:spPr>
          <a:xfrm>
            <a:off x="5648778" y="5542121"/>
            <a:ext cx="3495222" cy="867644"/>
          </a:xfrm>
          <a:custGeom>
            <a:avLst/>
            <a:gdLst>
              <a:gd name="connsiteX0" fmla="*/ 93012 w 3495222"/>
              <a:gd name="connsiteY0" fmla="*/ 0 h 1015861"/>
              <a:gd name="connsiteX1" fmla="*/ 3495222 w 3495222"/>
              <a:gd name="connsiteY1" fmla="*/ 0 h 1015861"/>
              <a:gd name="connsiteX2" fmla="*/ 3495222 w 3495222"/>
              <a:gd name="connsiteY2" fmla="*/ 1015861 h 1015861"/>
              <a:gd name="connsiteX3" fmla="*/ 0 w 3495222"/>
              <a:gd name="connsiteY3" fmla="*/ 1015861 h 1015861"/>
            </a:gdLst>
            <a:ahLst/>
            <a:cxnLst>
              <a:cxn ang="0">
                <a:pos x="connsiteX0" y="connsiteY0"/>
              </a:cxn>
              <a:cxn ang="0">
                <a:pos x="connsiteX1" y="connsiteY1"/>
              </a:cxn>
              <a:cxn ang="0">
                <a:pos x="connsiteX2" y="connsiteY2"/>
              </a:cxn>
              <a:cxn ang="0">
                <a:pos x="connsiteX3" y="connsiteY3"/>
              </a:cxn>
            </a:cxnLst>
            <a:rect l="l" t="t" r="r" b="b"/>
            <a:pathLst>
              <a:path w="3495222" h="1015861">
                <a:moveTo>
                  <a:pt x="93012" y="0"/>
                </a:moveTo>
                <a:lnTo>
                  <a:pt x="3495222" y="0"/>
                </a:lnTo>
                <a:lnTo>
                  <a:pt x="3495222" y="1015861"/>
                </a:lnTo>
                <a:lnTo>
                  <a:pt x="0" y="1015861"/>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350" dirty="0"/>
              <a:t>          </a:t>
            </a:r>
            <a:endParaRPr lang="zh-CN" altLang="en-US" sz="1350" dirty="0"/>
          </a:p>
        </p:txBody>
      </p:sp>
      <p:grpSp>
        <p:nvGrpSpPr>
          <p:cNvPr id="39" name="组合 38"/>
          <p:cNvGrpSpPr>
            <a:grpSpLocks noChangeAspect="1"/>
          </p:cNvGrpSpPr>
          <p:nvPr/>
        </p:nvGrpSpPr>
        <p:grpSpPr>
          <a:xfrm>
            <a:off x="6027456" y="5740833"/>
            <a:ext cx="2738847" cy="462364"/>
            <a:chOff x="8729725" y="4570716"/>
            <a:chExt cx="2830513" cy="477838"/>
          </a:xfrm>
          <a:solidFill>
            <a:schemeClr val="bg2">
              <a:alpha val="50000"/>
            </a:schemeClr>
          </a:solidFill>
        </p:grpSpPr>
        <p:sp>
          <p:nvSpPr>
            <p:cNvPr id="41" name="Freeform 34"/>
            <p:cNvSpPr>
              <a:spLocks noEditPoints="1"/>
            </p:cNvSpPr>
            <p:nvPr/>
          </p:nvSpPr>
          <p:spPr bwMode="auto">
            <a:xfrm>
              <a:off x="9304400" y="4945366"/>
              <a:ext cx="1363663" cy="101600"/>
            </a:xfrm>
            <a:custGeom>
              <a:avLst/>
              <a:gdLst>
                <a:gd name="T0" fmla="*/ 15 w 915"/>
                <a:gd name="T1" fmla="*/ 51 h 68"/>
                <a:gd name="T2" fmla="*/ 14 w 915"/>
                <a:gd name="T3" fmla="*/ 11 h 68"/>
                <a:gd name="T4" fmla="*/ 35 w 915"/>
                <a:gd name="T5" fmla="*/ 4 h 68"/>
                <a:gd name="T6" fmla="*/ 77 w 915"/>
                <a:gd name="T7" fmla="*/ 51 h 68"/>
                <a:gd name="T8" fmla="*/ 74 w 915"/>
                <a:gd name="T9" fmla="*/ 51 h 68"/>
                <a:gd name="T10" fmla="*/ 57 w 915"/>
                <a:gd name="T11" fmla="*/ 21 h 68"/>
                <a:gd name="T12" fmla="*/ 108 w 915"/>
                <a:gd name="T13" fmla="*/ 0 h 68"/>
                <a:gd name="T14" fmla="*/ 104 w 915"/>
                <a:gd name="T15" fmla="*/ 32 h 68"/>
                <a:gd name="T16" fmla="*/ 134 w 915"/>
                <a:gd name="T17" fmla="*/ 21 h 68"/>
                <a:gd name="T18" fmla="*/ 155 w 915"/>
                <a:gd name="T19" fmla="*/ 21 h 68"/>
                <a:gd name="T20" fmla="*/ 187 w 915"/>
                <a:gd name="T21" fmla="*/ 46 h 68"/>
                <a:gd name="T22" fmla="*/ 169 w 915"/>
                <a:gd name="T23" fmla="*/ 29 h 68"/>
                <a:gd name="T24" fmla="*/ 221 w 915"/>
                <a:gd name="T25" fmla="*/ 24 h 68"/>
                <a:gd name="T26" fmla="*/ 198 w 915"/>
                <a:gd name="T27" fmla="*/ 52 h 68"/>
                <a:gd name="T28" fmla="*/ 209 w 915"/>
                <a:gd name="T29" fmla="*/ 18 h 68"/>
                <a:gd name="T30" fmla="*/ 247 w 915"/>
                <a:gd name="T31" fmla="*/ 51 h 68"/>
                <a:gd name="T32" fmla="*/ 244 w 915"/>
                <a:gd name="T33" fmla="*/ 42 h 68"/>
                <a:gd name="T34" fmla="*/ 271 w 915"/>
                <a:gd name="T35" fmla="*/ 1 h 68"/>
                <a:gd name="T36" fmla="*/ 276 w 915"/>
                <a:gd name="T37" fmla="*/ 51 h 68"/>
                <a:gd name="T38" fmla="*/ 259 w 915"/>
                <a:gd name="T39" fmla="*/ 22 h 68"/>
                <a:gd name="T40" fmla="*/ 301 w 915"/>
                <a:gd name="T41" fmla="*/ 46 h 68"/>
                <a:gd name="T42" fmla="*/ 292 w 915"/>
                <a:gd name="T43" fmla="*/ 7 h 68"/>
                <a:gd name="T44" fmla="*/ 333 w 915"/>
                <a:gd name="T45" fmla="*/ 20 h 68"/>
                <a:gd name="T46" fmla="*/ 309 w 915"/>
                <a:gd name="T47" fmla="*/ 67 h 68"/>
                <a:gd name="T48" fmla="*/ 305 w 915"/>
                <a:gd name="T49" fmla="*/ 19 h 68"/>
                <a:gd name="T50" fmla="*/ 379 w 915"/>
                <a:gd name="T51" fmla="*/ 18 h 68"/>
                <a:gd name="T52" fmla="*/ 415 w 915"/>
                <a:gd name="T53" fmla="*/ 44 h 68"/>
                <a:gd name="T54" fmla="*/ 403 w 915"/>
                <a:gd name="T55" fmla="*/ 21 h 68"/>
                <a:gd name="T56" fmla="*/ 425 w 915"/>
                <a:gd name="T57" fmla="*/ 5 h 68"/>
                <a:gd name="T58" fmla="*/ 475 w 915"/>
                <a:gd name="T59" fmla="*/ 19 h 68"/>
                <a:gd name="T60" fmla="*/ 465 w 915"/>
                <a:gd name="T61" fmla="*/ 54 h 68"/>
                <a:gd name="T62" fmla="*/ 471 w 915"/>
                <a:gd name="T63" fmla="*/ 48 h 68"/>
                <a:gd name="T64" fmla="*/ 474 w 915"/>
                <a:gd name="T65" fmla="*/ 4 h 68"/>
                <a:gd name="T66" fmla="*/ 516 w 915"/>
                <a:gd name="T67" fmla="*/ 28 h 68"/>
                <a:gd name="T68" fmla="*/ 517 w 915"/>
                <a:gd name="T69" fmla="*/ 40 h 68"/>
                <a:gd name="T70" fmla="*/ 537 w 915"/>
                <a:gd name="T71" fmla="*/ 49 h 68"/>
                <a:gd name="T72" fmla="*/ 528 w 915"/>
                <a:gd name="T73" fmla="*/ 23 h 68"/>
                <a:gd name="T74" fmla="*/ 565 w 915"/>
                <a:gd name="T75" fmla="*/ 53 h 68"/>
                <a:gd name="T76" fmla="*/ 563 w 915"/>
                <a:gd name="T77" fmla="*/ 21 h 68"/>
                <a:gd name="T78" fmla="*/ 620 w 915"/>
                <a:gd name="T79" fmla="*/ 52 h 68"/>
                <a:gd name="T80" fmla="*/ 596 w 915"/>
                <a:gd name="T81" fmla="*/ 49 h 68"/>
                <a:gd name="T82" fmla="*/ 587 w 915"/>
                <a:gd name="T83" fmla="*/ 22 h 68"/>
                <a:gd name="T84" fmla="*/ 642 w 915"/>
                <a:gd name="T85" fmla="*/ 17 h 68"/>
                <a:gd name="T86" fmla="*/ 643 w 915"/>
                <a:gd name="T87" fmla="*/ 48 h 68"/>
                <a:gd name="T88" fmla="*/ 667 w 915"/>
                <a:gd name="T89" fmla="*/ 49 h 68"/>
                <a:gd name="T90" fmla="*/ 671 w 915"/>
                <a:gd name="T91" fmla="*/ 23 h 68"/>
                <a:gd name="T92" fmla="*/ 726 w 915"/>
                <a:gd name="T93" fmla="*/ 20 h 68"/>
                <a:gd name="T94" fmla="*/ 739 w 915"/>
                <a:gd name="T95" fmla="*/ 29 h 68"/>
                <a:gd name="T96" fmla="*/ 731 w 915"/>
                <a:gd name="T97" fmla="*/ 33 h 68"/>
                <a:gd name="T98" fmla="*/ 778 w 915"/>
                <a:gd name="T99" fmla="*/ 45 h 68"/>
                <a:gd name="T100" fmla="*/ 771 w 915"/>
                <a:gd name="T101" fmla="*/ 24 h 68"/>
                <a:gd name="T102" fmla="*/ 753 w 915"/>
                <a:gd name="T103" fmla="*/ 45 h 68"/>
                <a:gd name="T104" fmla="*/ 803 w 915"/>
                <a:gd name="T105" fmla="*/ 54 h 68"/>
                <a:gd name="T106" fmla="*/ 816 w 915"/>
                <a:gd name="T107" fmla="*/ 0 h 68"/>
                <a:gd name="T108" fmla="*/ 812 w 915"/>
                <a:gd name="T109" fmla="*/ 29 h 68"/>
                <a:gd name="T110" fmla="*/ 881 w 915"/>
                <a:gd name="T111" fmla="*/ 10 h 68"/>
                <a:gd name="T112" fmla="*/ 859 w 915"/>
                <a:gd name="T113" fmla="*/ 49 h 68"/>
                <a:gd name="T114" fmla="*/ 903 w 915"/>
                <a:gd name="T115" fmla="*/ 48 h 68"/>
                <a:gd name="T116" fmla="*/ 891 w 915"/>
                <a:gd name="T117" fmla="*/ 31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915" h="68">
                  <a:moveTo>
                    <a:pt x="35" y="4"/>
                  </a:moveTo>
                  <a:cubicBezTo>
                    <a:pt x="35" y="3"/>
                    <a:pt x="35" y="3"/>
                    <a:pt x="35" y="3"/>
                  </a:cubicBezTo>
                  <a:cubicBezTo>
                    <a:pt x="53" y="3"/>
                    <a:pt x="53" y="3"/>
                    <a:pt x="53" y="3"/>
                  </a:cubicBezTo>
                  <a:cubicBezTo>
                    <a:pt x="53" y="4"/>
                    <a:pt x="53" y="4"/>
                    <a:pt x="53" y="4"/>
                  </a:cubicBezTo>
                  <a:cubicBezTo>
                    <a:pt x="51" y="4"/>
                    <a:pt x="51" y="4"/>
                    <a:pt x="51" y="4"/>
                  </a:cubicBezTo>
                  <a:cubicBezTo>
                    <a:pt x="49" y="4"/>
                    <a:pt x="47" y="5"/>
                    <a:pt x="46" y="6"/>
                  </a:cubicBezTo>
                  <a:cubicBezTo>
                    <a:pt x="46" y="7"/>
                    <a:pt x="45" y="9"/>
                    <a:pt x="45" y="11"/>
                  </a:cubicBezTo>
                  <a:cubicBezTo>
                    <a:pt x="45" y="32"/>
                    <a:pt x="45" y="32"/>
                    <a:pt x="45" y="32"/>
                  </a:cubicBezTo>
                  <a:cubicBezTo>
                    <a:pt x="45" y="37"/>
                    <a:pt x="45" y="41"/>
                    <a:pt x="44" y="43"/>
                  </a:cubicBezTo>
                  <a:cubicBezTo>
                    <a:pt x="43" y="46"/>
                    <a:pt x="41" y="49"/>
                    <a:pt x="38" y="51"/>
                  </a:cubicBezTo>
                  <a:cubicBezTo>
                    <a:pt x="35" y="53"/>
                    <a:pt x="31" y="53"/>
                    <a:pt x="27" y="53"/>
                  </a:cubicBezTo>
                  <a:cubicBezTo>
                    <a:pt x="21" y="53"/>
                    <a:pt x="17" y="53"/>
                    <a:pt x="15" y="51"/>
                  </a:cubicBezTo>
                  <a:cubicBezTo>
                    <a:pt x="12" y="49"/>
                    <a:pt x="10" y="46"/>
                    <a:pt x="9" y="43"/>
                  </a:cubicBezTo>
                  <a:cubicBezTo>
                    <a:pt x="8" y="41"/>
                    <a:pt x="7" y="37"/>
                    <a:pt x="7" y="31"/>
                  </a:cubicBezTo>
                  <a:cubicBezTo>
                    <a:pt x="7" y="11"/>
                    <a:pt x="7" y="11"/>
                    <a:pt x="7" y="11"/>
                  </a:cubicBezTo>
                  <a:cubicBezTo>
                    <a:pt x="7" y="8"/>
                    <a:pt x="7" y="6"/>
                    <a:pt x="6" y="5"/>
                  </a:cubicBezTo>
                  <a:cubicBezTo>
                    <a:pt x="5" y="4"/>
                    <a:pt x="4" y="3"/>
                    <a:pt x="2" y="3"/>
                  </a:cubicBezTo>
                  <a:cubicBezTo>
                    <a:pt x="0" y="3"/>
                    <a:pt x="0" y="3"/>
                    <a:pt x="0" y="3"/>
                  </a:cubicBezTo>
                  <a:cubicBezTo>
                    <a:pt x="0" y="2"/>
                    <a:pt x="0" y="2"/>
                    <a:pt x="0" y="2"/>
                  </a:cubicBezTo>
                  <a:cubicBezTo>
                    <a:pt x="21" y="2"/>
                    <a:pt x="21" y="2"/>
                    <a:pt x="21" y="2"/>
                  </a:cubicBezTo>
                  <a:cubicBezTo>
                    <a:pt x="21" y="3"/>
                    <a:pt x="21" y="3"/>
                    <a:pt x="21" y="3"/>
                  </a:cubicBezTo>
                  <a:cubicBezTo>
                    <a:pt x="19" y="3"/>
                    <a:pt x="19" y="3"/>
                    <a:pt x="19" y="3"/>
                  </a:cubicBezTo>
                  <a:cubicBezTo>
                    <a:pt x="17" y="3"/>
                    <a:pt x="15" y="4"/>
                    <a:pt x="15" y="5"/>
                  </a:cubicBezTo>
                  <a:cubicBezTo>
                    <a:pt x="14" y="6"/>
                    <a:pt x="14" y="8"/>
                    <a:pt x="14" y="11"/>
                  </a:cubicBezTo>
                  <a:cubicBezTo>
                    <a:pt x="14" y="33"/>
                    <a:pt x="14" y="33"/>
                    <a:pt x="14" y="33"/>
                  </a:cubicBezTo>
                  <a:cubicBezTo>
                    <a:pt x="14" y="35"/>
                    <a:pt x="14" y="37"/>
                    <a:pt x="14" y="40"/>
                  </a:cubicBezTo>
                  <a:cubicBezTo>
                    <a:pt x="15" y="43"/>
                    <a:pt x="15" y="45"/>
                    <a:pt x="16" y="46"/>
                  </a:cubicBezTo>
                  <a:cubicBezTo>
                    <a:pt x="17" y="48"/>
                    <a:pt x="19" y="49"/>
                    <a:pt x="20" y="50"/>
                  </a:cubicBezTo>
                  <a:cubicBezTo>
                    <a:pt x="22" y="51"/>
                    <a:pt x="24" y="51"/>
                    <a:pt x="27" y="51"/>
                  </a:cubicBezTo>
                  <a:cubicBezTo>
                    <a:pt x="30" y="51"/>
                    <a:pt x="33" y="50"/>
                    <a:pt x="35" y="49"/>
                  </a:cubicBezTo>
                  <a:cubicBezTo>
                    <a:pt x="37" y="47"/>
                    <a:pt x="39" y="46"/>
                    <a:pt x="40" y="43"/>
                  </a:cubicBezTo>
                  <a:cubicBezTo>
                    <a:pt x="41" y="41"/>
                    <a:pt x="41" y="37"/>
                    <a:pt x="41" y="32"/>
                  </a:cubicBezTo>
                  <a:cubicBezTo>
                    <a:pt x="41" y="12"/>
                    <a:pt x="41" y="12"/>
                    <a:pt x="41" y="12"/>
                  </a:cubicBezTo>
                  <a:cubicBezTo>
                    <a:pt x="41" y="9"/>
                    <a:pt x="41" y="7"/>
                    <a:pt x="40" y="6"/>
                  </a:cubicBezTo>
                  <a:cubicBezTo>
                    <a:pt x="39" y="5"/>
                    <a:pt x="38" y="4"/>
                    <a:pt x="36" y="4"/>
                  </a:cubicBezTo>
                  <a:cubicBezTo>
                    <a:pt x="35" y="4"/>
                    <a:pt x="35" y="4"/>
                    <a:pt x="35" y="4"/>
                  </a:cubicBezTo>
                  <a:close/>
                  <a:moveTo>
                    <a:pt x="69" y="25"/>
                  </a:moveTo>
                  <a:cubicBezTo>
                    <a:pt x="73" y="20"/>
                    <a:pt x="76" y="18"/>
                    <a:pt x="79" y="18"/>
                  </a:cubicBezTo>
                  <a:cubicBezTo>
                    <a:pt x="81" y="18"/>
                    <a:pt x="83" y="18"/>
                    <a:pt x="84" y="19"/>
                  </a:cubicBezTo>
                  <a:cubicBezTo>
                    <a:pt x="85" y="20"/>
                    <a:pt x="87" y="21"/>
                    <a:pt x="87" y="23"/>
                  </a:cubicBezTo>
                  <a:cubicBezTo>
                    <a:pt x="88" y="25"/>
                    <a:pt x="88" y="27"/>
                    <a:pt x="88" y="30"/>
                  </a:cubicBezTo>
                  <a:cubicBezTo>
                    <a:pt x="88" y="45"/>
                    <a:pt x="88" y="45"/>
                    <a:pt x="88" y="45"/>
                  </a:cubicBezTo>
                  <a:cubicBezTo>
                    <a:pt x="88" y="47"/>
                    <a:pt x="88" y="48"/>
                    <a:pt x="89" y="49"/>
                  </a:cubicBezTo>
                  <a:cubicBezTo>
                    <a:pt x="89" y="50"/>
                    <a:pt x="89" y="50"/>
                    <a:pt x="90" y="51"/>
                  </a:cubicBezTo>
                  <a:cubicBezTo>
                    <a:pt x="90" y="51"/>
                    <a:pt x="91" y="51"/>
                    <a:pt x="93" y="51"/>
                  </a:cubicBezTo>
                  <a:cubicBezTo>
                    <a:pt x="93" y="52"/>
                    <a:pt x="93" y="52"/>
                    <a:pt x="93" y="52"/>
                  </a:cubicBezTo>
                  <a:cubicBezTo>
                    <a:pt x="77" y="52"/>
                    <a:pt x="77" y="52"/>
                    <a:pt x="77" y="52"/>
                  </a:cubicBezTo>
                  <a:cubicBezTo>
                    <a:pt x="77" y="51"/>
                    <a:pt x="77" y="51"/>
                    <a:pt x="77" y="51"/>
                  </a:cubicBezTo>
                  <a:cubicBezTo>
                    <a:pt x="78" y="51"/>
                    <a:pt x="78" y="51"/>
                    <a:pt x="78" y="51"/>
                  </a:cubicBezTo>
                  <a:cubicBezTo>
                    <a:pt x="79" y="51"/>
                    <a:pt x="80" y="51"/>
                    <a:pt x="81" y="50"/>
                  </a:cubicBezTo>
                  <a:cubicBezTo>
                    <a:pt x="82" y="50"/>
                    <a:pt x="82" y="49"/>
                    <a:pt x="82" y="48"/>
                  </a:cubicBezTo>
                  <a:cubicBezTo>
                    <a:pt x="82" y="48"/>
                    <a:pt x="82" y="47"/>
                    <a:pt x="82" y="45"/>
                  </a:cubicBezTo>
                  <a:cubicBezTo>
                    <a:pt x="82" y="31"/>
                    <a:pt x="82" y="31"/>
                    <a:pt x="82" y="31"/>
                  </a:cubicBezTo>
                  <a:cubicBezTo>
                    <a:pt x="82" y="27"/>
                    <a:pt x="82" y="25"/>
                    <a:pt x="81" y="24"/>
                  </a:cubicBezTo>
                  <a:cubicBezTo>
                    <a:pt x="80" y="23"/>
                    <a:pt x="79" y="22"/>
                    <a:pt x="77" y="22"/>
                  </a:cubicBezTo>
                  <a:cubicBezTo>
                    <a:pt x="74" y="22"/>
                    <a:pt x="71" y="23"/>
                    <a:pt x="69" y="27"/>
                  </a:cubicBezTo>
                  <a:cubicBezTo>
                    <a:pt x="69" y="45"/>
                    <a:pt x="69" y="45"/>
                    <a:pt x="69" y="45"/>
                  </a:cubicBezTo>
                  <a:cubicBezTo>
                    <a:pt x="69" y="47"/>
                    <a:pt x="69" y="48"/>
                    <a:pt x="69" y="49"/>
                  </a:cubicBezTo>
                  <a:cubicBezTo>
                    <a:pt x="69" y="50"/>
                    <a:pt x="70" y="50"/>
                    <a:pt x="70" y="51"/>
                  </a:cubicBezTo>
                  <a:cubicBezTo>
                    <a:pt x="71" y="51"/>
                    <a:pt x="72" y="51"/>
                    <a:pt x="74" y="51"/>
                  </a:cubicBezTo>
                  <a:cubicBezTo>
                    <a:pt x="74" y="52"/>
                    <a:pt x="74" y="52"/>
                    <a:pt x="74" y="52"/>
                  </a:cubicBezTo>
                  <a:cubicBezTo>
                    <a:pt x="58" y="52"/>
                    <a:pt x="58" y="52"/>
                    <a:pt x="58" y="52"/>
                  </a:cubicBezTo>
                  <a:cubicBezTo>
                    <a:pt x="58" y="51"/>
                    <a:pt x="58" y="51"/>
                    <a:pt x="58" y="51"/>
                  </a:cubicBezTo>
                  <a:cubicBezTo>
                    <a:pt x="59" y="51"/>
                    <a:pt x="59" y="51"/>
                    <a:pt x="59" y="51"/>
                  </a:cubicBezTo>
                  <a:cubicBezTo>
                    <a:pt x="60" y="51"/>
                    <a:pt x="61" y="51"/>
                    <a:pt x="62" y="50"/>
                  </a:cubicBezTo>
                  <a:cubicBezTo>
                    <a:pt x="62" y="49"/>
                    <a:pt x="63" y="47"/>
                    <a:pt x="63" y="45"/>
                  </a:cubicBezTo>
                  <a:cubicBezTo>
                    <a:pt x="63" y="32"/>
                    <a:pt x="63" y="32"/>
                    <a:pt x="63" y="32"/>
                  </a:cubicBezTo>
                  <a:cubicBezTo>
                    <a:pt x="63" y="28"/>
                    <a:pt x="63" y="25"/>
                    <a:pt x="62" y="24"/>
                  </a:cubicBezTo>
                  <a:cubicBezTo>
                    <a:pt x="62" y="23"/>
                    <a:pt x="62" y="23"/>
                    <a:pt x="61" y="22"/>
                  </a:cubicBezTo>
                  <a:cubicBezTo>
                    <a:pt x="61" y="22"/>
                    <a:pt x="61" y="22"/>
                    <a:pt x="60" y="22"/>
                  </a:cubicBezTo>
                  <a:cubicBezTo>
                    <a:pt x="59" y="22"/>
                    <a:pt x="58" y="22"/>
                    <a:pt x="57" y="22"/>
                  </a:cubicBezTo>
                  <a:cubicBezTo>
                    <a:pt x="57" y="21"/>
                    <a:pt x="57" y="21"/>
                    <a:pt x="57" y="21"/>
                  </a:cubicBezTo>
                  <a:cubicBezTo>
                    <a:pt x="67" y="17"/>
                    <a:pt x="67" y="17"/>
                    <a:pt x="67" y="17"/>
                  </a:cubicBezTo>
                  <a:cubicBezTo>
                    <a:pt x="69" y="17"/>
                    <a:pt x="69" y="17"/>
                    <a:pt x="69" y="17"/>
                  </a:cubicBezTo>
                  <a:cubicBezTo>
                    <a:pt x="69" y="25"/>
                    <a:pt x="69" y="25"/>
                    <a:pt x="69" y="25"/>
                  </a:cubicBezTo>
                  <a:close/>
                  <a:moveTo>
                    <a:pt x="108" y="0"/>
                  </a:moveTo>
                  <a:cubicBezTo>
                    <a:pt x="109" y="0"/>
                    <a:pt x="110" y="0"/>
                    <a:pt x="110" y="1"/>
                  </a:cubicBezTo>
                  <a:cubicBezTo>
                    <a:pt x="111" y="2"/>
                    <a:pt x="111" y="3"/>
                    <a:pt x="111" y="4"/>
                  </a:cubicBezTo>
                  <a:cubicBezTo>
                    <a:pt x="111" y="5"/>
                    <a:pt x="111" y="6"/>
                    <a:pt x="110" y="7"/>
                  </a:cubicBezTo>
                  <a:cubicBezTo>
                    <a:pt x="109" y="7"/>
                    <a:pt x="109" y="8"/>
                    <a:pt x="108" y="8"/>
                  </a:cubicBezTo>
                  <a:cubicBezTo>
                    <a:pt x="107" y="8"/>
                    <a:pt x="106" y="7"/>
                    <a:pt x="105" y="7"/>
                  </a:cubicBezTo>
                  <a:cubicBezTo>
                    <a:pt x="105" y="6"/>
                    <a:pt x="104" y="5"/>
                    <a:pt x="104" y="4"/>
                  </a:cubicBezTo>
                  <a:cubicBezTo>
                    <a:pt x="104" y="3"/>
                    <a:pt x="105" y="2"/>
                    <a:pt x="105" y="1"/>
                  </a:cubicBezTo>
                  <a:cubicBezTo>
                    <a:pt x="106" y="0"/>
                    <a:pt x="107" y="0"/>
                    <a:pt x="108" y="0"/>
                  </a:cubicBezTo>
                  <a:close/>
                  <a:moveTo>
                    <a:pt x="111" y="18"/>
                  </a:moveTo>
                  <a:cubicBezTo>
                    <a:pt x="111" y="45"/>
                    <a:pt x="111" y="45"/>
                    <a:pt x="111" y="45"/>
                  </a:cubicBezTo>
                  <a:cubicBezTo>
                    <a:pt x="111" y="47"/>
                    <a:pt x="111" y="49"/>
                    <a:pt x="111" y="49"/>
                  </a:cubicBezTo>
                  <a:cubicBezTo>
                    <a:pt x="111" y="50"/>
                    <a:pt x="112" y="51"/>
                    <a:pt x="112" y="51"/>
                  </a:cubicBezTo>
                  <a:cubicBezTo>
                    <a:pt x="113" y="51"/>
                    <a:pt x="114" y="51"/>
                    <a:pt x="115" y="51"/>
                  </a:cubicBezTo>
                  <a:cubicBezTo>
                    <a:pt x="115" y="53"/>
                    <a:pt x="115" y="53"/>
                    <a:pt x="115" y="53"/>
                  </a:cubicBezTo>
                  <a:cubicBezTo>
                    <a:pt x="99" y="53"/>
                    <a:pt x="99" y="53"/>
                    <a:pt x="99" y="53"/>
                  </a:cubicBezTo>
                  <a:cubicBezTo>
                    <a:pt x="99" y="51"/>
                    <a:pt x="99" y="51"/>
                    <a:pt x="99" y="51"/>
                  </a:cubicBezTo>
                  <a:cubicBezTo>
                    <a:pt x="101" y="51"/>
                    <a:pt x="102" y="51"/>
                    <a:pt x="103" y="51"/>
                  </a:cubicBezTo>
                  <a:cubicBezTo>
                    <a:pt x="103" y="51"/>
                    <a:pt x="103" y="50"/>
                    <a:pt x="104" y="49"/>
                  </a:cubicBezTo>
                  <a:cubicBezTo>
                    <a:pt x="104" y="49"/>
                    <a:pt x="104" y="47"/>
                    <a:pt x="104" y="45"/>
                  </a:cubicBezTo>
                  <a:cubicBezTo>
                    <a:pt x="104" y="32"/>
                    <a:pt x="104" y="32"/>
                    <a:pt x="104" y="32"/>
                  </a:cubicBezTo>
                  <a:cubicBezTo>
                    <a:pt x="104" y="28"/>
                    <a:pt x="104" y="26"/>
                    <a:pt x="104" y="25"/>
                  </a:cubicBezTo>
                  <a:cubicBezTo>
                    <a:pt x="104" y="24"/>
                    <a:pt x="103" y="23"/>
                    <a:pt x="103" y="23"/>
                  </a:cubicBezTo>
                  <a:cubicBezTo>
                    <a:pt x="103" y="23"/>
                    <a:pt x="102" y="23"/>
                    <a:pt x="101" y="23"/>
                  </a:cubicBezTo>
                  <a:cubicBezTo>
                    <a:pt x="101" y="23"/>
                    <a:pt x="100" y="23"/>
                    <a:pt x="99" y="23"/>
                  </a:cubicBezTo>
                  <a:cubicBezTo>
                    <a:pt x="99" y="22"/>
                    <a:pt x="99" y="22"/>
                    <a:pt x="99" y="22"/>
                  </a:cubicBezTo>
                  <a:cubicBezTo>
                    <a:pt x="109" y="18"/>
                    <a:pt x="109" y="18"/>
                    <a:pt x="109" y="18"/>
                  </a:cubicBezTo>
                  <a:cubicBezTo>
                    <a:pt x="111" y="18"/>
                    <a:pt x="111" y="18"/>
                    <a:pt x="111" y="18"/>
                  </a:cubicBezTo>
                  <a:close/>
                  <a:moveTo>
                    <a:pt x="122" y="19"/>
                  </a:moveTo>
                  <a:cubicBezTo>
                    <a:pt x="137" y="19"/>
                    <a:pt x="137" y="19"/>
                    <a:pt x="137" y="19"/>
                  </a:cubicBezTo>
                  <a:cubicBezTo>
                    <a:pt x="137" y="20"/>
                    <a:pt x="137" y="20"/>
                    <a:pt x="137" y="20"/>
                  </a:cubicBezTo>
                  <a:cubicBezTo>
                    <a:pt x="136" y="20"/>
                    <a:pt x="136" y="20"/>
                    <a:pt x="136" y="20"/>
                  </a:cubicBezTo>
                  <a:cubicBezTo>
                    <a:pt x="135" y="20"/>
                    <a:pt x="134" y="20"/>
                    <a:pt x="134" y="21"/>
                  </a:cubicBezTo>
                  <a:cubicBezTo>
                    <a:pt x="133" y="21"/>
                    <a:pt x="133" y="22"/>
                    <a:pt x="133" y="23"/>
                  </a:cubicBezTo>
                  <a:cubicBezTo>
                    <a:pt x="133" y="23"/>
                    <a:pt x="133" y="25"/>
                    <a:pt x="134" y="26"/>
                  </a:cubicBezTo>
                  <a:cubicBezTo>
                    <a:pt x="141" y="45"/>
                    <a:pt x="141" y="45"/>
                    <a:pt x="141" y="45"/>
                  </a:cubicBezTo>
                  <a:cubicBezTo>
                    <a:pt x="149" y="25"/>
                    <a:pt x="149" y="25"/>
                    <a:pt x="149" y="25"/>
                  </a:cubicBezTo>
                  <a:cubicBezTo>
                    <a:pt x="149" y="24"/>
                    <a:pt x="150" y="23"/>
                    <a:pt x="150" y="22"/>
                  </a:cubicBezTo>
                  <a:cubicBezTo>
                    <a:pt x="150" y="21"/>
                    <a:pt x="150" y="21"/>
                    <a:pt x="149" y="21"/>
                  </a:cubicBezTo>
                  <a:cubicBezTo>
                    <a:pt x="149" y="21"/>
                    <a:pt x="149" y="20"/>
                    <a:pt x="149" y="20"/>
                  </a:cubicBezTo>
                  <a:cubicBezTo>
                    <a:pt x="148" y="20"/>
                    <a:pt x="147" y="20"/>
                    <a:pt x="146" y="20"/>
                  </a:cubicBezTo>
                  <a:cubicBezTo>
                    <a:pt x="146" y="19"/>
                    <a:pt x="146" y="19"/>
                    <a:pt x="146" y="19"/>
                  </a:cubicBezTo>
                  <a:cubicBezTo>
                    <a:pt x="157" y="19"/>
                    <a:pt x="157" y="19"/>
                    <a:pt x="157" y="19"/>
                  </a:cubicBezTo>
                  <a:cubicBezTo>
                    <a:pt x="157" y="20"/>
                    <a:pt x="157" y="20"/>
                    <a:pt x="157" y="20"/>
                  </a:cubicBezTo>
                  <a:cubicBezTo>
                    <a:pt x="156" y="20"/>
                    <a:pt x="155" y="20"/>
                    <a:pt x="155" y="21"/>
                  </a:cubicBezTo>
                  <a:cubicBezTo>
                    <a:pt x="154" y="21"/>
                    <a:pt x="153" y="23"/>
                    <a:pt x="152" y="24"/>
                  </a:cubicBezTo>
                  <a:cubicBezTo>
                    <a:pt x="141" y="53"/>
                    <a:pt x="141" y="53"/>
                    <a:pt x="141" y="53"/>
                  </a:cubicBezTo>
                  <a:cubicBezTo>
                    <a:pt x="139" y="53"/>
                    <a:pt x="139" y="53"/>
                    <a:pt x="139" y="53"/>
                  </a:cubicBezTo>
                  <a:cubicBezTo>
                    <a:pt x="127" y="25"/>
                    <a:pt x="127" y="25"/>
                    <a:pt x="127" y="25"/>
                  </a:cubicBezTo>
                  <a:cubicBezTo>
                    <a:pt x="127" y="23"/>
                    <a:pt x="126" y="22"/>
                    <a:pt x="126" y="22"/>
                  </a:cubicBezTo>
                  <a:cubicBezTo>
                    <a:pt x="125" y="21"/>
                    <a:pt x="125" y="21"/>
                    <a:pt x="124" y="20"/>
                  </a:cubicBezTo>
                  <a:cubicBezTo>
                    <a:pt x="123" y="20"/>
                    <a:pt x="123" y="20"/>
                    <a:pt x="121" y="19"/>
                  </a:cubicBezTo>
                  <a:cubicBezTo>
                    <a:pt x="122" y="19"/>
                    <a:pt x="122" y="19"/>
                    <a:pt x="122" y="19"/>
                  </a:cubicBezTo>
                  <a:close/>
                  <a:moveTo>
                    <a:pt x="169" y="31"/>
                  </a:moveTo>
                  <a:cubicBezTo>
                    <a:pt x="169" y="37"/>
                    <a:pt x="170" y="40"/>
                    <a:pt x="173" y="43"/>
                  </a:cubicBezTo>
                  <a:cubicBezTo>
                    <a:pt x="175" y="46"/>
                    <a:pt x="178" y="48"/>
                    <a:pt x="181" y="48"/>
                  </a:cubicBezTo>
                  <a:cubicBezTo>
                    <a:pt x="183" y="48"/>
                    <a:pt x="185" y="47"/>
                    <a:pt x="187" y="46"/>
                  </a:cubicBezTo>
                  <a:cubicBezTo>
                    <a:pt x="188" y="45"/>
                    <a:pt x="189" y="43"/>
                    <a:pt x="191" y="39"/>
                  </a:cubicBezTo>
                  <a:cubicBezTo>
                    <a:pt x="192" y="40"/>
                    <a:pt x="192" y="40"/>
                    <a:pt x="192" y="40"/>
                  </a:cubicBezTo>
                  <a:cubicBezTo>
                    <a:pt x="191" y="43"/>
                    <a:pt x="190" y="47"/>
                    <a:pt x="187" y="49"/>
                  </a:cubicBezTo>
                  <a:cubicBezTo>
                    <a:pt x="185" y="52"/>
                    <a:pt x="182" y="53"/>
                    <a:pt x="178" y="53"/>
                  </a:cubicBezTo>
                  <a:cubicBezTo>
                    <a:pt x="174" y="53"/>
                    <a:pt x="171" y="52"/>
                    <a:pt x="168" y="49"/>
                  </a:cubicBezTo>
                  <a:cubicBezTo>
                    <a:pt x="165" y="45"/>
                    <a:pt x="164" y="41"/>
                    <a:pt x="164" y="36"/>
                  </a:cubicBezTo>
                  <a:cubicBezTo>
                    <a:pt x="164" y="30"/>
                    <a:pt x="166" y="25"/>
                    <a:pt x="169" y="22"/>
                  </a:cubicBezTo>
                  <a:cubicBezTo>
                    <a:pt x="171" y="19"/>
                    <a:pt x="175" y="17"/>
                    <a:pt x="179" y="17"/>
                  </a:cubicBezTo>
                  <a:cubicBezTo>
                    <a:pt x="183" y="17"/>
                    <a:pt x="186" y="19"/>
                    <a:pt x="189" y="21"/>
                  </a:cubicBezTo>
                  <a:cubicBezTo>
                    <a:pt x="191" y="23"/>
                    <a:pt x="192" y="27"/>
                    <a:pt x="192" y="31"/>
                  </a:cubicBezTo>
                  <a:cubicBezTo>
                    <a:pt x="169" y="31"/>
                    <a:pt x="169" y="31"/>
                    <a:pt x="169" y="31"/>
                  </a:cubicBezTo>
                  <a:close/>
                  <a:moveTo>
                    <a:pt x="169" y="29"/>
                  </a:moveTo>
                  <a:cubicBezTo>
                    <a:pt x="184" y="29"/>
                    <a:pt x="184" y="29"/>
                    <a:pt x="184" y="29"/>
                  </a:cubicBezTo>
                  <a:cubicBezTo>
                    <a:pt x="184" y="27"/>
                    <a:pt x="184" y="26"/>
                    <a:pt x="183" y="25"/>
                  </a:cubicBezTo>
                  <a:cubicBezTo>
                    <a:pt x="183" y="24"/>
                    <a:pt x="182" y="23"/>
                    <a:pt x="181" y="22"/>
                  </a:cubicBezTo>
                  <a:cubicBezTo>
                    <a:pt x="179" y="21"/>
                    <a:pt x="178" y="21"/>
                    <a:pt x="177" y="21"/>
                  </a:cubicBezTo>
                  <a:cubicBezTo>
                    <a:pt x="175" y="21"/>
                    <a:pt x="173" y="21"/>
                    <a:pt x="172" y="23"/>
                  </a:cubicBezTo>
                  <a:cubicBezTo>
                    <a:pt x="170" y="24"/>
                    <a:pt x="169" y="27"/>
                    <a:pt x="169" y="29"/>
                  </a:cubicBezTo>
                  <a:close/>
                  <a:moveTo>
                    <a:pt x="209" y="18"/>
                  </a:moveTo>
                  <a:cubicBezTo>
                    <a:pt x="209" y="25"/>
                    <a:pt x="209" y="25"/>
                    <a:pt x="209" y="25"/>
                  </a:cubicBezTo>
                  <a:cubicBezTo>
                    <a:pt x="212" y="20"/>
                    <a:pt x="215" y="18"/>
                    <a:pt x="218" y="18"/>
                  </a:cubicBezTo>
                  <a:cubicBezTo>
                    <a:pt x="219" y="18"/>
                    <a:pt x="220" y="18"/>
                    <a:pt x="221" y="19"/>
                  </a:cubicBezTo>
                  <a:cubicBezTo>
                    <a:pt x="222" y="20"/>
                    <a:pt x="222" y="21"/>
                    <a:pt x="222" y="22"/>
                  </a:cubicBezTo>
                  <a:cubicBezTo>
                    <a:pt x="222" y="23"/>
                    <a:pt x="222" y="23"/>
                    <a:pt x="221" y="24"/>
                  </a:cubicBezTo>
                  <a:cubicBezTo>
                    <a:pt x="221" y="25"/>
                    <a:pt x="220" y="25"/>
                    <a:pt x="219" y="25"/>
                  </a:cubicBezTo>
                  <a:cubicBezTo>
                    <a:pt x="218" y="25"/>
                    <a:pt x="217" y="25"/>
                    <a:pt x="216" y="24"/>
                  </a:cubicBezTo>
                  <a:cubicBezTo>
                    <a:pt x="215" y="23"/>
                    <a:pt x="214" y="23"/>
                    <a:pt x="214" y="23"/>
                  </a:cubicBezTo>
                  <a:cubicBezTo>
                    <a:pt x="213" y="23"/>
                    <a:pt x="213" y="23"/>
                    <a:pt x="213" y="24"/>
                  </a:cubicBezTo>
                  <a:cubicBezTo>
                    <a:pt x="211" y="25"/>
                    <a:pt x="211" y="27"/>
                    <a:pt x="209" y="29"/>
                  </a:cubicBezTo>
                  <a:cubicBezTo>
                    <a:pt x="209" y="45"/>
                    <a:pt x="209" y="45"/>
                    <a:pt x="209" y="45"/>
                  </a:cubicBezTo>
                  <a:cubicBezTo>
                    <a:pt x="209" y="47"/>
                    <a:pt x="210" y="49"/>
                    <a:pt x="210" y="50"/>
                  </a:cubicBezTo>
                  <a:cubicBezTo>
                    <a:pt x="211" y="51"/>
                    <a:pt x="211" y="51"/>
                    <a:pt x="212" y="51"/>
                  </a:cubicBezTo>
                  <a:cubicBezTo>
                    <a:pt x="213" y="52"/>
                    <a:pt x="214" y="52"/>
                    <a:pt x="215" y="52"/>
                  </a:cubicBezTo>
                  <a:cubicBezTo>
                    <a:pt x="215" y="53"/>
                    <a:pt x="215" y="53"/>
                    <a:pt x="215" y="53"/>
                  </a:cubicBezTo>
                  <a:cubicBezTo>
                    <a:pt x="198" y="53"/>
                    <a:pt x="198" y="53"/>
                    <a:pt x="198" y="53"/>
                  </a:cubicBezTo>
                  <a:cubicBezTo>
                    <a:pt x="198" y="52"/>
                    <a:pt x="198" y="52"/>
                    <a:pt x="198" y="52"/>
                  </a:cubicBezTo>
                  <a:cubicBezTo>
                    <a:pt x="200" y="52"/>
                    <a:pt x="201" y="52"/>
                    <a:pt x="202" y="51"/>
                  </a:cubicBezTo>
                  <a:cubicBezTo>
                    <a:pt x="202" y="51"/>
                    <a:pt x="203" y="50"/>
                    <a:pt x="203" y="49"/>
                  </a:cubicBezTo>
                  <a:cubicBezTo>
                    <a:pt x="203" y="49"/>
                    <a:pt x="203" y="48"/>
                    <a:pt x="203" y="46"/>
                  </a:cubicBezTo>
                  <a:cubicBezTo>
                    <a:pt x="203" y="33"/>
                    <a:pt x="203" y="33"/>
                    <a:pt x="203" y="33"/>
                  </a:cubicBezTo>
                  <a:cubicBezTo>
                    <a:pt x="203" y="29"/>
                    <a:pt x="203" y="26"/>
                    <a:pt x="203" y="25"/>
                  </a:cubicBezTo>
                  <a:cubicBezTo>
                    <a:pt x="203" y="25"/>
                    <a:pt x="202" y="24"/>
                    <a:pt x="202" y="24"/>
                  </a:cubicBezTo>
                  <a:cubicBezTo>
                    <a:pt x="201" y="23"/>
                    <a:pt x="201" y="23"/>
                    <a:pt x="200" y="23"/>
                  </a:cubicBezTo>
                  <a:cubicBezTo>
                    <a:pt x="199" y="23"/>
                    <a:pt x="199" y="23"/>
                    <a:pt x="198" y="24"/>
                  </a:cubicBezTo>
                  <a:cubicBezTo>
                    <a:pt x="197" y="23"/>
                    <a:pt x="197" y="23"/>
                    <a:pt x="197" y="23"/>
                  </a:cubicBezTo>
                  <a:cubicBezTo>
                    <a:pt x="207" y="19"/>
                    <a:pt x="207" y="19"/>
                    <a:pt x="207" y="19"/>
                  </a:cubicBezTo>
                  <a:cubicBezTo>
                    <a:pt x="209" y="19"/>
                    <a:pt x="209" y="19"/>
                    <a:pt x="209" y="19"/>
                  </a:cubicBezTo>
                  <a:cubicBezTo>
                    <a:pt x="209" y="18"/>
                    <a:pt x="209" y="18"/>
                    <a:pt x="209" y="18"/>
                  </a:cubicBezTo>
                  <a:close/>
                  <a:moveTo>
                    <a:pt x="249" y="18"/>
                  </a:moveTo>
                  <a:cubicBezTo>
                    <a:pt x="249" y="29"/>
                    <a:pt x="249" y="29"/>
                    <a:pt x="249" y="29"/>
                  </a:cubicBezTo>
                  <a:cubicBezTo>
                    <a:pt x="247" y="29"/>
                    <a:pt x="247" y="29"/>
                    <a:pt x="247" y="29"/>
                  </a:cubicBezTo>
                  <a:cubicBezTo>
                    <a:pt x="247" y="26"/>
                    <a:pt x="245" y="23"/>
                    <a:pt x="244" y="22"/>
                  </a:cubicBezTo>
                  <a:cubicBezTo>
                    <a:pt x="242" y="21"/>
                    <a:pt x="241" y="20"/>
                    <a:pt x="238" y="20"/>
                  </a:cubicBezTo>
                  <a:cubicBezTo>
                    <a:pt x="237" y="20"/>
                    <a:pt x="235" y="20"/>
                    <a:pt x="234" y="21"/>
                  </a:cubicBezTo>
                  <a:cubicBezTo>
                    <a:pt x="233" y="22"/>
                    <a:pt x="233" y="23"/>
                    <a:pt x="233" y="24"/>
                  </a:cubicBezTo>
                  <a:cubicBezTo>
                    <a:pt x="233" y="25"/>
                    <a:pt x="233" y="27"/>
                    <a:pt x="234" y="28"/>
                  </a:cubicBezTo>
                  <a:cubicBezTo>
                    <a:pt x="235" y="29"/>
                    <a:pt x="236" y="30"/>
                    <a:pt x="238" y="31"/>
                  </a:cubicBezTo>
                  <a:cubicBezTo>
                    <a:pt x="243" y="34"/>
                    <a:pt x="243" y="34"/>
                    <a:pt x="243" y="34"/>
                  </a:cubicBezTo>
                  <a:cubicBezTo>
                    <a:pt x="248" y="36"/>
                    <a:pt x="251" y="39"/>
                    <a:pt x="251" y="43"/>
                  </a:cubicBezTo>
                  <a:cubicBezTo>
                    <a:pt x="251" y="47"/>
                    <a:pt x="249" y="49"/>
                    <a:pt x="247" y="51"/>
                  </a:cubicBezTo>
                  <a:cubicBezTo>
                    <a:pt x="245" y="53"/>
                    <a:pt x="243" y="54"/>
                    <a:pt x="240" y="54"/>
                  </a:cubicBezTo>
                  <a:cubicBezTo>
                    <a:pt x="238" y="54"/>
                    <a:pt x="235" y="53"/>
                    <a:pt x="233" y="53"/>
                  </a:cubicBezTo>
                  <a:cubicBezTo>
                    <a:pt x="232" y="52"/>
                    <a:pt x="231" y="52"/>
                    <a:pt x="231" y="52"/>
                  </a:cubicBezTo>
                  <a:cubicBezTo>
                    <a:pt x="231" y="52"/>
                    <a:pt x="230" y="53"/>
                    <a:pt x="230" y="53"/>
                  </a:cubicBezTo>
                  <a:cubicBezTo>
                    <a:pt x="229" y="53"/>
                    <a:pt x="229" y="53"/>
                    <a:pt x="229" y="53"/>
                  </a:cubicBezTo>
                  <a:cubicBezTo>
                    <a:pt x="229" y="41"/>
                    <a:pt x="229" y="41"/>
                    <a:pt x="229" y="41"/>
                  </a:cubicBezTo>
                  <a:cubicBezTo>
                    <a:pt x="230" y="41"/>
                    <a:pt x="230" y="41"/>
                    <a:pt x="230" y="41"/>
                  </a:cubicBezTo>
                  <a:cubicBezTo>
                    <a:pt x="231" y="45"/>
                    <a:pt x="232" y="47"/>
                    <a:pt x="234" y="49"/>
                  </a:cubicBezTo>
                  <a:cubicBezTo>
                    <a:pt x="236" y="51"/>
                    <a:pt x="238" y="52"/>
                    <a:pt x="240" y="52"/>
                  </a:cubicBezTo>
                  <a:cubicBezTo>
                    <a:pt x="242" y="52"/>
                    <a:pt x="243" y="51"/>
                    <a:pt x="244" y="50"/>
                  </a:cubicBezTo>
                  <a:cubicBezTo>
                    <a:pt x="245" y="49"/>
                    <a:pt x="246" y="48"/>
                    <a:pt x="246" y="47"/>
                  </a:cubicBezTo>
                  <a:cubicBezTo>
                    <a:pt x="246" y="45"/>
                    <a:pt x="245" y="43"/>
                    <a:pt x="244" y="42"/>
                  </a:cubicBezTo>
                  <a:cubicBezTo>
                    <a:pt x="243" y="41"/>
                    <a:pt x="241" y="39"/>
                    <a:pt x="237" y="38"/>
                  </a:cubicBezTo>
                  <a:cubicBezTo>
                    <a:pt x="234" y="36"/>
                    <a:pt x="232" y="35"/>
                    <a:pt x="231" y="33"/>
                  </a:cubicBezTo>
                  <a:cubicBezTo>
                    <a:pt x="229" y="31"/>
                    <a:pt x="229" y="30"/>
                    <a:pt x="229" y="28"/>
                  </a:cubicBezTo>
                  <a:cubicBezTo>
                    <a:pt x="229" y="25"/>
                    <a:pt x="230" y="23"/>
                    <a:pt x="232" y="21"/>
                  </a:cubicBezTo>
                  <a:cubicBezTo>
                    <a:pt x="234" y="19"/>
                    <a:pt x="236" y="18"/>
                    <a:pt x="239" y="18"/>
                  </a:cubicBezTo>
                  <a:cubicBezTo>
                    <a:pt x="240" y="18"/>
                    <a:pt x="242" y="18"/>
                    <a:pt x="244" y="19"/>
                  </a:cubicBezTo>
                  <a:cubicBezTo>
                    <a:pt x="245" y="19"/>
                    <a:pt x="246" y="19"/>
                    <a:pt x="246" y="19"/>
                  </a:cubicBezTo>
                  <a:cubicBezTo>
                    <a:pt x="247" y="19"/>
                    <a:pt x="247" y="19"/>
                    <a:pt x="247" y="19"/>
                  </a:cubicBezTo>
                  <a:cubicBezTo>
                    <a:pt x="247" y="19"/>
                    <a:pt x="247" y="18"/>
                    <a:pt x="248" y="17"/>
                  </a:cubicBezTo>
                  <a:cubicBezTo>
                    <a:pt x="249" y="18"/>
                    <a:pt x="249" y="18"/>
                    <a:pt x="249" y="18"/>
                  </a:cubicBezTo>
                  <a:close/>
                  <a:moveTo>
                    <a:pt x="268" y="0"/>
                  </a:moveTo>
                  <a:cubicBezTo>
                    <a:pt x="269" y="0"/>
                    <a:pt x="270" y="0"/>
                    <a:pt x="271" y="1"/>
                  </a:cubicBezTo>
                  <a:cubicBezTo>
                    <a:pt x="271" y="2"/>
                    <a:pt x="272" y="3"/>
                    <a:pt x="272" y="4"/>
                  </a:cubicBezTo>
                  <a:cubicBezTo>
                    <a:pt x="272" y="5"/>
                    <a:pt x="271" y="6"/>
                    <a:pt x="271" y="7"/>
                  </a:cubicBezTo>
                  <a:cubicBezTo>
                    <a:pt x="270" y="7"/>
                    <a:pt x="269" y="8"/>
                    <a:pt x="268" y="8"/>
                  </a:cubicBezTo>
                  <a:cubicBezTo>
                    <a:pt x="267" y="8"/>
                    <a:pt x="266" y="7"/>
                    <a:pt x="266" y="7"/>
                  </a:cubicBezTo>
                  <a:cubicBezTo>
                    <a:pt x="265" y="6"/>
                    <a:pt x="265" y="5"/>
                    <a:pt x="265" y="4"/>
                  </a:cubicBezTo>
                  <a:cubicBezTo>
                    <a:pt x="265" y="3"/>
                    <a:pt x="265" y="2"/>
                    <a:pt x="266" y="1"/>
                  </a:cubicBezTo>
                  <a:cubicBezTo>
                    <a:pt x="266" y="0"/>
                    <a:pt x="267" y="0"/>
                    <a:pt x="268" y="0"/>
                  </a:cubicBezTo>
                  <a:close/>
                  <a:moveTo>
                    <a:pt x="271" y="18"/>
                  </a:moveTo>
                  <a:cubicBezTo>
                    <a:pt x="271" y="45"/>
                    <a:pt x="271" y="45"/>
                    <a:pt x="271" y="45"/>
                  </a:cubicBezTo>
                  <a:cubicBezTo>
                    <a:pt x="271" y="47"/>
                    <a:pt x="271" y="49"/>
                    <a:pt x="271" y="49"/>
                  </a:cubicBezTo>
                  <a:cubicBezTo>
                    <a:pt x="272" y="50"/>
                    <a:pt x="272" y="51"/>
                    <a:pt x="273" y="51"/>
                  </a:cubicBezTo>
                  <a:cubicBezTo>
                    <a:pt x="273" y="51"/>
                    <a:pt x="274" y="51"/>
                    <a:pt x="276" y="51"/>
                  </a:cubicBezTo>
                  <a:cubicBezTo>
                    <a:pt x="276" y="53"/>
                    <a:pt x="276" y="53"/>
                    <a:pt x="276" y="53"/>
                  </a:cubicBezTo>
                  <a:cubicBezTo>
                    <a:pt x="260" y="53"/>
                    <a:pt x="260" y="53"/>
                    <a:pt x="260" y="53"/>
                  </a:cubicBezTo>
                  <a:cubicBezTo>
                    <a:pt x="260" y="51"/>
                    <a:pt x="260" y="51"/>
                    <a:pt x="260" y="51"/>
                  </a:cubicBezTo>
                  <a:cubicBezTo>
                    <a:pt x="261" y="51"/>
                    <a:pt x="263" y="51"/>
                    <a:pt x="263" y="51"/>
                  </a:cubicBezTo>
                  <a:cubicBezTo>
                    <a:pt x="263" y="51"/>
                    <a:pt x="264" y="50"/>
                    <a:pt x="264" y="49"/>
                  </a:cubicBezTo>
                  <a:cubicBezTo>
                    <a:pt x="265" y="49"/>
                    <a:pt x="265" y="47"/>
                    <a:pt x="265" y="45"/>
                  </a:cubicBezTo>
                  <a:cubicBezTo>
                    <a:pt x="265" y="32"/>
                    <a:pt x="265" y="32"/>
                    <a:pt x="265" y="32"/>
                  </a:cubicBezTo>
                  <a:cubicBezTo>
                    <a:pt x="265" y="28"/>
                    <a:pt x="265" y="26"/>
                    <a:pt x="264" y="25"/>
                  </a:cubicBezTo>
                  <a:cubicBezTo>
                    <a:pt x="264" y="24"/>
                    <a:pt x="264" y="23"/>
                    <a:pt x="263" y="23"/>
                  </a:cubicBezTo>
                  <a:cubicBezTo>
                    <a:pt x="263" y="23"/>
                    <a:pt x="263" y="23"/>
                    <a:pt x="262" y="23"/>
                  </a:cubicBezTo>
                  <a:cubicBezTo>
                    <a:pt x="261" y="23"/>
                    <a:pt x="260" y="23"/>
                    <a:pt x="259" y="23"/>
                  </a:cubicBezTo>
                  <a:cubicBezTo>
                    <a:pt x="259" y="22"/>
                    <a:pt x="259" y="22"/>
                    <a:pt x="259" y="22"/>
                  </a:cubicBezTo>
                  <a:cubicBezTo>
                    <a:pt x="269" y="18"/>
                    <a:pt x="269" y="18"/>
                    <a:pt x="269" y="18"/>
                  </a:cubicBezTo>
                  <a:cubicBezTo>
                    <a:pt x="271" y="18"/>
                    <a:pt x="271" y="18"/>
                    <a:pt x="271" y="18"/>
                  </a:cubicBezTo>
                  <a:close/>
                  <a:moveTo>
                    <a:pt x="293" y="7"/>
                  </a:moveTo>
                  <a:cubicBezTo>
                    <a:pt x="293" y="19"/>
                    <a:pt x="293" y="19"/>
                    <a:pt x="293" y="19"/>
                  </a:cubicBezTo>
                  <a:cubicBezTo>
                    <a:pt x="301" y="19"/>
                    <a:pt x="301" y="19"/>
                    <a:pt x="301" y="19"/>
                  </a:cubicBezTo>
                  <a:cubicBezTo>
                    <a:pt x="301" y="21"/>
                    <a:pt x="301" y="21"/>
                    <a:pt x="301" y="21"/>
                  </a:cubicBezTo>
                  <a:cubicBezTo>
                    <a:pt x="293" y="21"/>
                    <a:pt x="293" y="21"/>
                    <a:pt x="293" y="21"/>
                  </a:cubicBezTo>
                  <a:cubicBezTo>
                    <a:pt x="293" y="43"/>
                    <a:pt x="293" y="43"/>
                    <a:pt x="293" y="43"/>
                  </a:cubicBezTo>
                  <a:cubicBezTo>
                    <a:pt x="293" y="45"/>
                    <a:pt x="294" y="47"/>
                    <a:pt x="294" y="48"/>
                  </a:cubicBezTo>
                  <a:cubicBezTo>
                    <a:pt x="295" y="49"/>
                    <a:pt x="295" y="49"/>
                    <a:pt x="297" y="49"/>
                  </a:cubicBezTo>
                  <a:cubicBezTo>
                    <a:pt x="297" y="49"/>
                    <a:pt x="298" y="49"/>
                    <a:pt x="299" y="48"/>
                  </a:cubicBezTo>
                  <a:cubicBezTo>
                    <a:pt x="300" y="48"/>
                    <a:pt x="300" y="47"/>
                    <a:pt x="301" y="46"/>
                  </a:cubicBezTo>
                  <a:cubicBezTo>
                    <a:pt x="302" y="46"/>
                    <a:pt x="302" y="46"/>
                    <a:pt x="302" y="46"/>
                  </a:cubicBezTo>
                  <a:cubicBezTo>
                    <a:pt x="301" y="48"/>
                    <a:pt x="300" y="50"/>
                    <a:pt x="298" y="51"/>
                  </a:cubicBezTo>
                  <a:cubicBezTo>
                    <a:pt x="297" y="53"/>
                    <a:pt x="295" y="53"/>
                    <a:pt x="293" y="53"/>
                  </a:cubicBezTo>
                  <a:cubicBezTo>
                    <a:pt x="292" y="53"/>
                    <a:pt x="291" y="53"/>
                    <a:pt x="290" y="53"/>
                  </a:cubicBezTo>
                  <a:cubicBezTo>
                    <a:pt x="289" y="52"/>
                    <a:pt x="288" y="51"/>
                    <a:pt x="288" y="50"/>
                  </a:cubicBezTo>
                  <a:cubicBezTo>
                    <a:pt x="287" y="49"/>
                    <a:pt x="287" y="47"/>
                    <a:pt x="287" y="44"/>
                  </a:cubicBezTo>
                  <a:cubicBezTo>
                    <a:pt x="287" y="21"/>
                    <a:pt x="287" y="21"/>
                    <a:pt x="287" y="21"/>
                  </a:cubicBezTo>
                  <a:cubicBezTo>
                    <a:pt x="282" y="21"/>
                    <a:pt x="282" y="21"/>
                    <a:pt x="282" y="21"/>
                  </a:cubicBezTo>
                  <a:cubicBezTo>
                    <a:pt x="282" y="20"/>
                    <a:pt x="282" y="20"/>
                    <a:pt x="282" y="20"/>
                  </a:cubicBezTo>
                  <a:cubicBezTo>
                    <a:pt x="283" y="20"/>
                    <a:pt x="285" y="19"/>
                    <a:pt x="286" y="17"/>
                  </a:cubicBezTo>
                  <a:cubicBezTo>
                    <a:pt x="287" y="16"/>
                    <a:pt x="288" y="15"/>
                    <a:pt x="289" y="13"/>
                  </a:cubicBezTo>
                  <a:cubicBezTo>
                    <a:pt x="290" y="12"/>
                    <a:pt x="291" y="10"/>
                    <a:pt x="292" y="7"/>
                  </a:cubicBezTo>
                  <a:cubicBezTo>
                    <a:pt x="293" y="7"/>
                    <a:pt x="293" y="7"/>
                    <a:pt x="293" y="7"/>
                  </a:cubicBezTo>
                  <a:close/>
                  <a:moveTo>
                    <a:pt x="306" y="19"/>
                  </a:moveTo>
                  <a:cubicBezTo>
                    <a:pt x="321" y="19"/>
                    <a:pt x="321" y="19"/>
                    <a:pt x="321" y="19"/>
                  </a:cubicBezTo>
                  <a:cubicBezTo>
                    <a:pt x="321" y="20"/>
                    <a:pt x="321" y="20"/>
                    <a:pt x="321" y="20"/>
                  </a:cubicBezTo>
                  <a:cubicBezTo>
                    <a:pt x="320" y="20"/>
                    <a:pt x="320" y="20"/>
                    <a:pt x="320" y="20"/>
                  </a:cubicBezTo>
                  <a:cubicBezTo>
                    <a:pt x="319" y="20"/>
                    <a:pt x="318" y="20"/>
                    <a:pt x="318" y="21"/>
                  </a:cubicBezTo>
                  <a:cubicBezTo>
                    <a:pt x="317" y="21"/>
                    <a:pt x="317" y="22"/>
                    <a:pt x="317" y="22"/>
                  </a:cubicBezTo>
                  <a:cubicBezTo>
                    <a:pt x="317" y="23"/>
                    <a:pt x="317" y="25"/>
                    <a:pt x="318" y="26"/>
                  </a:cubicBezTo>
                  <a:cubicBezTo>
                    <a:pt x="326" y="43"/>
                    <a:pt x="326" y="43"/>
                    <a:pt x="326" y="43"/>
                  </a:cubicBezTo>
                  <a:cubicBezTo>
                    <a:pt x="333" y="25"/>
                    <a:pt x="333" y="25"/>
                    <a:pt x="333" y="25"/>
                  </a:cubicBezTo>
                  <a:cubicBezTo>
                    <a:pt x="334" y="23"/>
                    <a:pt x="334" y="23"/>
                    <a:pt x="334" y="21"/>
                  </a:cubicBezTo>
                  <a:cubicBezTo>
                    <a:pt x="334" y="21"/>
                    <a:pt x="334" y="21"/>
                    <a:pt x="333" y="20"/>
                  </a:cubicBezTo>
                  <a:cubicBezTo>
                    <a:pt x="333" y="20"/>
                    <a:pt x="333" y="20"/>
                    <a:pt x="333" y="19"/>
                  </a:cubicBezTo>
                  <a:cubicBezTo>
                    <a:pt x="332" y="19"/>
                    <a:pt x="331" y="19"/>
                    <a:pt x="331" y="19"/>
                  </a:cubicBezTo>
                  <a:cubicBezTo>
                    <a:pt x="331" y="18"/>
                    <a:pt x="331" y="18"/>
                    <a:pt x="331" y="18"/>
                  </a:cubicBezTo>
                  <a:cubicBezTo>
                    <a:pt x="341" y="18"/>
                    <a:pt x="341" y="18"/>
                    <a:pt x="341" y="18"/>
                  </a:cubicBezTo>
                  <a:cubicBezTo>
                    <a:pt x="341" y="19"/>
                    <a:pt x="341" y="19"/>
                    <a:pt x="341" y="19"/>
                  </a:cubicBezTo>
                  <a:cubicBezTo>
                    <a:pt x="341" y="19"/>
                    <a:pt x="340" y="19"/>
                    <a:pt x="339" y="19"/>
                  </a:cubicBezTo>
                  <a:cubicBezTo>
                    <a:pt x="339" y="20"/>
                    <a:pt x="338" y="20"/>
                    <a:pt x="338" y="21"/>
                  </a:cubicBezTo>
                  <a:cubicBezTo>
                    <a:pt x="337" y="21"/>
                    <a:pt x="337" y="22"/>
                    <a:pt x="337" y="24"/>
                  </a:cubicBezTo>
                  <a:cubicBezTo>
                    <a:pt x="323" y="58"/>
                    <a:pt x="323" y="58"/>
                    <a:pt x="323" y="58"/>
                  </a:cubicBezTo>
                  <a:cubicBezTo>
                    <a:pt x="322" y="61"/>
                    <a:pt x="321" y="63"/>
                    <a:pt x="318" y="65"/>
                  </a:cubicBezTo>
                  <a:cubicBezTo>
                    <a:pt x="316" y="67"/>
                    <a:pt x="314" y="68"/>
                    <a:pt x="312" y="68"/>
                  </a:cubicBezTo>
                  <a:cubicBezTo>
                    <a:pt x="311" y="68"/>
                    <a:pt x="310" y="67"/>
                    <a:pt x="309" y="67"/>
                  </a:cubicBezTo>
                  <a:cubicBezTo>
                    <a:pt x="308" y="66"/>
                    <a:pt x="307" y="65"/>
                    <a:pt x="307" y="64"/>
                  </a:cubicBezTo>
                  <a:cubicBezTo>
                    <a:pt x="307" y="63"/>
                    <a:pt x="308" y="62"/>
                    <a:pt x="308" y="61"/>
                  </a:cubicBezTo>
                  <a:cubicBezTo>
                    <a:pt x="309" y="61"/>
                    <a:pt x="310" y="61"/>
                    <a:pt x="311" y="61"/>
                  </a:cubicBezTo>
                  <a:cubicBezTo>
                    <a:pt x="312" y="61"/>
                    <a:pt x="313" y="61"/>
                    <a:pt x="314" y="61"/>
                  </a:cubicBezTo>
                  <a:cubicBezTo>
                    <a:pt x="315" y="62"/>
                    <a:pt x="316" y="62"/>
                    <a:pt x="316" y="62"/>
                  </a:cubicBezTo>
                  <a:cubicBezTo>
                    <a:pt x="317" y="62"/>
                    <a:pt x="317" y="61"/>
                    <a:pt x="318" y="61"/>
                  </a:cubicBezTo>
                  <a:cubicBezTo>
                    <a:pt x="319" y="60"/>
                    <a:pt x="320" y="58"/>
                    <a:pt x="321" y="56"/>
                  </a:cubicBezTo>
                  <a:cubicBezTo>
                    <a:pt x="323" y="50"/>
                    <a:pt x="323" y="50"/>
                    <a:pt x="323" y="50"/>
                  </a:cubicBezTo>
                  <a:cubicBezTo>
                    <a:pt x="311" y="25"/>
                    <a:pt x="311" y="25"/>
                    <a:pt x="311" y="25"/>
                  </a:cubicBezTo>
                  <a:cubicBezTo>
                    <a:pt x="311" y="24"/>
                    <a:pt x="311" y="23"/>
                    <a:pt x="310" y="22"/>
                  </a:cubicBezTo>
                  <a:cubicBezTo>
                    <a:pt x="309" y="21"/>
                    <a:pt x="309" y="20"/>
                    <a:pt x="308" y="20"/>
                  </a:cubicBezTo>
                  <a:cubicBezTo>
                    <a:pt x="308" y="20"/>
                    <a:pt x="307" y="19"/>
                    <a:pt x="305" y="19"/>
                  </a:cubicBezTo>
                  <a:cubicBezTo>
                    <a:pt x="306" y="19"/>
                    <a:pt x="306" y="19"/>
                    <a:pt x="306" y="19"/>
                  </a:cubicBezTo>
                  <a:close/>
                  <a:moveTo>
                    <a:pt x="379" y="18"/>
                  </a:moveTo>
                  <a:cubicBezTo>
                    <a:pt x="383" y="18"/>
                    <a:pt x="387" y="20"/>
                    <a:pt x="391" y="24"/>
                  </a:cubicBezTo>
                  <a:cubicBezTo>
                    <a:pt x="393" y="27"/>
                    <a:pt x="395" y="31"/>
                    <a:pt x="395" y="35"/>
                  </a:cubicBezTo>
                  <a:cubicBezTo>
                    <a:pt x="395" y="39"/>
                    <a:pt x="394" y="41"/>
                    <a:pt x="393" y="45"/>
                  </a:cubicBezTo>
                  <a:cubicBezTo>
                    <a:pt x="391" y="48"/>
                    <a:pt x="389" y="50"/>
                    <a:pt x="387" y="52"/>
                  </a:cubicBezTo>
                  <a:cubicBezTo>
                    <a:pt x="385" y="53"/>
                    <a:pt x="382" y="54"/>
                    <a:pt x="379" y="54"/>
                  </a:cubicBezTo>
                  <a:cubicBezTo>
                    <a:pt x="374" y="54"/>
                    <a:pt x="370" y="52"/>
                    <a:pt x="367" y="48"/>
                  </a:cubicBezTo>
                  <a:cubicBezTo>
                    <a:pt x="365" y="45"/>
                    <a:pt x="363" y="41"/>
                    <a:pt x="363" y="37"/>
                  </a:cubicBezTo>
                  <a:cubicBezTo>
                    <a:pt x="363" y="33"/>
                    <a:pt x="364" y="30"/>
                    <a:pt x="366" y="27"/>
                  </a:cubicBezTo>
                  <a:cubicBezTo>
                    <a:pt x="367" y="24"/>
                    <a:pt x="369" y="22"/>
                    <a:pt x="372" y="21"/>
                  </a:cubicBezTo>
                  <a:cubicBezTo>
                    <a:pt x="373" y="19"/>
                    <a:pt x="376" y="18"/>
                    <a:pt x="379" y="18"/>
                  </a:cubicBezTo>
                  <a:close/>
                  <a:moveTo>
                    <a:pt x="377" y="20"/>
                  </a:moveTo>
                  <a:cubicBezTo>
                    <a:pt x="376" y="20"/>
                    <a:pt x="375" y="21"/>
                    <a:pt x="373" y="21"/>
                  </a:cubicBezTo>
                  <a:cubicBezTo>
                    <a:pt x="372" y="22"/>
                    <a:pt x="371" y="23"/>
                    <a:pt x="370" y="25"/>
                  </a:cubicBezTo>
                  <a:cubicBezTo>
                    <a:pt x="369" y="27"/>
                    <a:pt x="369" y="30"/>
                    <a:pt x="369" y="33"/>
                  </a:cubicBezTo>
                  <a:cubicBezTo>
                    <a:pt x="369" y="38"/>
                    <a:pt x="370" y="42"/>
                    <a:pt x="372" y="46"/>
                  </a:cubicBezTo>
                  <a:cubicBezTo>
                    <a:pt x="374" y="49"/>
                    <a:pt x="376" y="51"/>
                    <a:pt x="379" y="51"/>
                  </a:cubicBezTo>
                  <a:cubicBezTo>
                    <a:pt x="382" y="51"/>
                    <a:pt x="384" y="50"/>
                    <a:pt x="385" y="48"/>
                  </a:cubicBezTo>
                  <a:cubicBezTo>
                    <a:pt x="387" y="46"/>
                    <a:pt x="387" y="43"/>
                    <a:pt x="387" y="38"/>
                  </a:cubicBezTo>
                  <a:cubicBezTo>
                    <a:pt x="387" y="32"/>
                    <a:pt x="386" y="27"/>
                    <a:pt x="384" y="24"/>
                  </a:cubicBezTo>
                  <a:cubicBezTo>
                    <a:pt x="382" y="21"/>
                    <a:pt x="380" y="20"/>
                    <a:pt x="377" y="20"/>
                  </a:cubicBezTo>
                  <a:close/>
                  <a:moveTo>
                    <a:pt x="415" y="21"/>
                  </a:moveTo>
                  <a:cubicBezTo>
                    <a:pt x="415" y="44"/>
                    <a:pt x="415" y="44"/>
                    <a:pt x="415" y="44"/>
                  </a:cubicBezTo>
                  <a:cubicBezTo>
                    <a:pt x="415" y="47"/>
                    <a:pt x="416" y="49"/>
                    <a:pt x="416" y="50"/>
                  </a:cubicBezTo>
                  <a:cubicBezTo>
                    <a:pt x="417" y="51"/>
                    <a:pt x="418" y="51"/>
                    <a:pt x="420" y="51"/>
                  </a:cubicBezTo>
                  <a:cubicBezTo>
                    <a:pt x="423" y="51"/>
                    <a:pt x="423" y="51"/>
                    <a:pt x="423" y="51"/>
                  </a:cubicBezTo>
                  <a:cubicBezTo>
                    <a:pt x="423" y="53"/>
                    <a:pt x="423" y="53"/>
                    <a:pt x="423" y="53"/>
                  </a:cubicBezTo>
                  <a:cubicBezTo>
                    <a:pt x="403" y="53"/>
                    <a:pt x="403" y="53"/>
                    <a:pt x="403" y="53"/>
                  </a:cubicBezTo>
                  <a:cubicBezTo>
                    <a:pt x="403" y="51"/>
                    <a:pt x="403" y="51"/>
                    <a:pt x="403" y="51"/>
                  </a:cubicBezTo>
                  <a:cubicBezTo>
                    <a:pt x="405" y="51"/>
                    <a:pt x="405" y="51"/>
                    <a:pt x="405" y="51"/>
                  </a:cubicBezTo>
                  <a:cubicBezTo>
                    <a:pt x="406" y="51"/>
                    <a:pt x="407" y="51"/>
                    <a:pt x="408" y="51"/>
                  </a:cubicBezTo>
                  <a:cubicBezTo>
                    <a:pt x="409" y="50"/>
                    <a:pt x="409" y="49"/>
                    <a:pt x="409" y="49"/>
                  </a:cubicBezTo>
                  <a:cubicBezTo>
                    <a:pt x="410" y="48"/>
                    <a:pt x="410" y="46"/>
                    <a:pt x="410" y="44"/>
                  </a:cubicBezTo>
                  <a:cubicBezTo>
                    <a:pt x="410" y="21"/>
                    <a:pt x="410" y="21"/>
                    <a:pt x="410" y="21"/>
                  </a:cubicBezTo>
                  <a:cubicBezTo>
                    <a:pt x="403" y="21"/>
                    <a:pt x="403" y="21"/>
                    <a:pt x="403" y="21"/>
                  </a:cubicBezTo>
                  <a:cubicBezTo>
                    <a:pt x="403" y="19"/>
                    <a:pt x="403" y="19"/>
                    <a:pt x="403" y="19"/>
                  </a:cubicBezTo>
                  <a:cubicBezTo>
                    <a:pt x="410" y="19"/>
                    <a:pt x="410" y="19"/>
                    <a:pt x="410" y="19"/>
                  </a:cubicBezTo>
                  <a:cubicBezTo>
                    <a:pt x="410" y="16"/>
                    <a:pt x="410" y="16"/>
                    <a:pt x="410" y="16"/>
                  </a:cubicBezTo>
                  <a:cubicBezTo>
                    <a:pt x="410" y="13"/>
                    <a:pt x="410" y="10"/>
                    <a:pt x="411" y="7"/>
                  </a:cubicBezTo>
                  <a:cubicBezTo>
                    <a:pt x="413" y="5"/>
                    <a:pt x="414" y="3"/>
                    <a:pt x="416" y="2"/>
                  </a:cubicBezTo>
                  <a:cubicBezTo>
                    <a:pt x="418" y="0"/>
                    <a:pt x="421" y="0"/>
                    <a:pt x="423" y="0"/>
                  </a:cubicBezTo>
                  <a:cubicBezTo>
                    <a:pt x="426" y="0"/>
                    <a:pt x="428" y="1"/>
                    <a:pt x="430" y="2"/>
                  </a:cubicBezTo>
                  <a:cubicBezTo>
                    <a:pt x="431" y="3"/>
                    <a:pt x="432" y="5"/>
                    <a:pt x="432" y="6"/>
                  </a:cubicBezTo>
                  <a:cubicBezTo>
                    <a:pt x="432" y="7"/>
                    <a:pt x="432" y="7"/>
                    <a:pt x="431" y="8"/>
                  </a:cubicBezTo>
                  <a:cubicBezTo>
                    <a:pt x="431" y="9"/>
                    <a:pt x="430" y="9"/>
                    <a:pt x="429" y="9"/>
                  </a:cubicBezTo>
                  <a:cubicBezTo>
                    <a:pt x="429" y="9"/>
                    <a:pt x="428" y="8"/>
                    <a:pt x="428" y="8"/>
                  </a:cubicBezTo>
                  <a:cubicBezTo>
                    <a:pt x="427" y="7"/>
                    <a:pt x="427" y="7"/>
                    <a:pt x="425" y="5"/>
                  </a:cubicBezTo>
                  <a:cubicBezTo>
                    <a:pt x="425" y="4"/>
                    <a:pt x="424" y="3"/>
                    <a:pt x="423" y="2"/>
                  </a:cubicBezTo>
                  <a:cubicBezTo>
                    <a:pt x="422" y="2"/>
                    <a:pt x="421" y="1"/>
                    <a:pt x="421" y="1"/>
                  </a:cubicBezTo>
                  <a:cubicBezTo>
                    <a:pt x="419" y="1"/>
                    <a:pt x="419" y="2"/>
                    <a:pt x="418" y="2"/>
                  </a:cubicBezTo>
                  <a:cubicBezTo>
                    <a:pt x="417" y="3"/>
                    <a:pt x="417" y="4"/>
                    <a:pt x="416" y="5"/>
                  </a:cubicBezTo>
                  <a:cubicBezTo>
                    <a:pt x="416" y="6"/>
                    <a:pt x="416" y="9"/>
                    <a:pt x="416" y="15"/>
                  </a:cubicBezTo>
                  <a:cubicBezTo>
                    <a:pt x="416" y="17"/>
                    <a:pt x="416" y="17"/>
                    <a:pt x="416" y="17"/>
                  </a:cubicBezTo>
                  <a:cubicBezTo>
                    <a:pt x="424" y="17"/>
                    <a:pt x="424" y="17"/>
                    <a:pt x="424" y="17"/>
                  </a:cubicBezTo>
                  <a:cubicBezTo>
                    <a:pt x="424" y="21"/>
                    <a:pt x="424" y="21"/>
                    <a:pt x="424" y="21"/>
                  </a:cubicBezTo>
                  <a:cubicBezTo>
                    <a:pt x="415" y="21"/>
                    <a:pt x="415" y="21"/>
                    <a:pt x="415" y="21"/>
                  </a:cubicBezTo>
                  <a:close/>
                  <a:moveTo>
                    <a:pt x="477" y="1"/>
                  </a:moveTo>
                  <a:cubicBezTo>
                    <a:pt x="477" y="19"/>
                    <a:pt x="477" y="19"/>
                    <a:pt x="477" y="19"/>
                  </a:cubicBezTo>
                  <a:cubicBezTo>
                    <a:pt x="475" y="19"/>
                    <a:pt x="475" y="19"/>
                    <a:pt x="475" y="19"/>
                  </a:cubicBezTo>
                  <a:cubicBezTo>
                    <a:pt x="475" y="15"/>
                    <a:pt x="474" y="13"/>
                    <a:pt x="473" y="11"/>
                  </a:cubicBezTo>
                  <a:cubicBezTo>
                    <a:pt x="472" y="9"/>
                    <a:pt x="470" y="7"/>
                    <a:pt x="468" y="6"/>
                  </a:cubicBezTo>
                  <a:cubicBezTo>
                    <a:pt x="466" y="5"/>
                    <a:pt x="464" y="4"/>
                    <a:pt x="462" y="4"/>
                  </a:cubicBezTo>
                  <a:cubicBezTo>
                    <a:pt x="459" y="4"/>
                    <a:pt x="457" y="5"/>
                    <a:pt x="456" y="7"/>
                  </a:cubicBezTo>
                  <a:cubicBezTo>
                    <a:pt x="454" y="8"/>
                    <a:pt x="453" y="10"/>
                    <a:pt x="453" y="12"/>
                  </a:cubicBezTo>
                  <a:cubicBezTo>
                    <a:pt x="453" y="13"/>
                    <a:pt x="454" y="15"/>
                    <a:pt x="455" y="16"/>
                  </a:cubicBezTo>
                  <a:cubicBezTo>
                    <a:pt x="457" y="18"/>
                    <a:pt x="460" y="20"/>
                    <a:pt x="465" y="23"/>
                  </a:cubicBezTo>
                  <a:cubicBezTo>
                    <a:pt x="470" y="26"/>
                    <a:pt x="473" y="28"/>
                    <a:pt x="475" y="29"/>
                  </a:cubicBezTo>
                  <a:cubicBezTo>
                    <a:pt x="476" y="31"/>
                    <a:pt x="477" y="32"/>
                    <a:pt x="479" y="34"/>
                  </a:cubicBezTo>
                  <a:cubicBezTo>
                    <a:pt x="479" y="36"/>
                    <a:pt x="480" y="38"/>
                    <a:pt x="480" y="40"/>
                  </a:cubicBezTo>
                  <a:cubicBezTo>
                    <a:pt x="480" y="44"/>
                    <a:pt x="478" y="47"/>
                    <a:pt x="475" y="50"/>
                  </a:cubicBezTo>
                  <a:cubicBezTo>
                    <a:pt x="473" y="53"/>
                    <a:pt x="469" y="54"/>
                    <a:pt x="465" y="54"/>
                  </a:cubicBezTo>
                  <a:cubicBezTo>
                    <a:pt x="463" y="54"/>
                    <a:pt x="462" y="54"/>
                    <a:pt x="461" y="53"/>
                  </a:cubicBezTo>
                  <a:cubicBezTo>
                    <a:pt x="460" y="53"/>
                    <a:pt x="458" y="53"/>
                    <a:pt x="456" y="52"/>
                  </a:cubicBezTo>
                  <a:cubicBezTo>
                    <a:pt x="454" y="51"/>
                    <a:pt x="453" y="51"/>
                    <a:pt x="452" y="51"/>
                  </a:cubicBezTo>
                  <a:cubicBezTo>
                    <a:pt x="451" y="51"/>
                    <a:pt x="451" y="51"/>
                    <a:pt x="450" y="51"/>
                  </a:cubicBezTo>
                  <a:cubicBezTo>
                    <a:pt x="450" y="52"/>
                    <a:pt x="450" y="53"/>
                    <a:pt x="449" y="54"/>
                  </a:cubicBezTo>
                  <a:cubicBezTo>
                    <a:pt x="448" y="54"/>
                    <a:pt x="448" y="54"/>
                    <a:pt x="448" y="54"/>
                  </a:cubicBezTo>
                  <a:cubicBezTo>
                    <a:pt x="448" y="37"/>
                    <a:pt x="448" y="37"/>
                    <a:pt x="448" y="37"/>
                  </a:cubicBezTo>
                  <a:cubicBezTo>
                    <a:pt x="449" y="37"/>
                    <a:pt x="449" y="37"/>
                    <a:pt x="449" y="37"/>
                  </a:cubicBezTo>
                  <a:cubicBezTo>
                    <a:pt x="450" y="40"/>
                    <a:pt x="451" y="43"/>
                    <a:pt x="452" y="45"/>
                  </a:cubicBezTo>
                  <a:cubicBezTo>
                    <a:pt x="453" y="46"/>
                    <a:pt x="455" y="48"/>
                    <a:pt x="457" y="49"/>
                  </a:cubicBezTo>
                  <a:cubicBezTo>
                    <a:pt x="459" y="50"/>
                    <a:pt x="461" y="51"/>
                    <a:pt x="464" y="51"/>
                  </a:cubicBezTo>
                  <a:cubicBezTo>
                    <a:pt x="467" y="51"/>
                    <a:pt x="469" y="50"/>
                    <a:pt x="471" y="48"/>
                  </a:cubicBezTo>
                  <a:cubicBezTo>
                    <a:pt x="473" y="47"/>
                    <a:pt x="473" y="45"/>
                    <a:pt x="473" y="43"/>
                  </a:cubicBezTo>
                  <a:cubicBezTo>
                    <a:pt x="473" y="41"/>
                    <a:pt x="473" y="40"/>
                    <a:pt x="473" y="39"/>
                  </a:cubicBezTo>
                  <a:cubicBezTo>
                    <a:pt x="472" y="38"/>
                    <a:pt x="471" y="37"/>
                    <a:pt x="469" y="35"/>
                  </a:cubicBezTo>
                  <a:cubicBezTo>
                    <a:pt x="469" y="35"/>
                    <a:pt x="466" y="33"/>
                    <a:pt x="462" y="31"/>
                  </a:cubicBezTo>
                  <a:cubicBezTo>
                    <a:pt x="458" y="28"/>
                    <a:pt x="455" y="26"/>
                    <a:pt x="453" y="25"/>
                  </a:cubicBezTo>
                  <a:cubicBezTo>
                    <a:pt x="451" y="23"/>
                    <a:pt x="450" y="22"/>
                    <a:pt x="449" y="20"/>
                  </a:cubicBezTo>
                  <a:cubicBezTo>
                    <a:pt x="448" y="19"/>
                    <a:pt x="448" y="17"/>
                    <a:pt x="448" y="15"/>
                  </a:cubicBezTo>
                  <a:cubicBezTo>
                    <a:pt x="448" y="11"/>
                    <a:pt x="449" y="8"/>
                    <a:pt x="452" y="5"/>
                  </a:cubicBezTo>
                  <a:cubicBezTo>
                    <a:pt x="455" y="3"/>
                    <a:pt x="458" y="1"/>
                    <a:pt x="462" y="1"/>
                  </a:cubicBezTo>
                  <a:cubicBezTo>
                    <a:pt x="464" y="1"/>
                    <a:pt x="467" y="2"/>
                    <a:pt x="470" y="3"/>
                  </a:cubicBezTo>
                  <a:cubicBezTo>
                    <a:pt x="471" y="4"/>
                    <a:pt x="472" y="4"/>
                    <a:pt x="473" y="4"/>
                  </a:cubicBezTo>
                  <a:cubicBezTo>
                    <a:pt x="473" y="4"/>
                    <a:pt x="474" y="4"/>
                    <a:pt x="474" y="4"/>
                  </a:cubicBezTo>
                  <a:cubicBezTo>
                    <a:pt x="475" y="3"/>
                    <a:pt x="475" y="3"/>
                    <a:pt x="475" y="1"/>
                  </a:cubicBezTo>
                  <a:cubicBezTo>
                    <a:pt x="477" y="1"/>
                    <a:pt x="477" y="1"/>
                    <a:pt x="477" y="1"/>
                  </a:cubicBezTo>
                  <a:close/>
                  <a:moveTo>
                    <a:pt x="517" y="40"/>
                  </a:moveTo>
                  <a:cubicBezTo>
                    <a:pt x="517" y="44"/>
                    <a:pt x="515" y="48"/>
                    <a:pt x="512" y="50"/>
                  </a:cubicBezTo>
                  <a:cubicBezTo>
                    <a:pt x="510" y="53"/>
                    <a:pt x="507" y="54"/>
                    <a:pt x="504" y="54"/>
                  </a:cubicBezTo>
                  <a:cubicBezTo>
                    <a:pt x="500" y="54"/>
                    <a:pt x="497" y="52"/>
                    <a:pt x="494" y="49"/>
                  </a:cubicBezTo>
                  <a:cubicBezTo>
                    <a:pt x="491" y="46"/>
                    <a:pt x="490" y="41"/>
                    <a:pt x="490" y="36"/>
                  </a:cubicBezTo>
                  <a:cubicBezTo>
                    <a:pt x="490" y="31"/>
                    <a:pt x="492" y="26"/>
                    <a:pt x="495" y="23"/>
                  </a:cubicBezTo>
                  <a:cubicBezTo>
                    <a:pt x="498" y="19"/>
                    <a:pt x="501" y="17"/>
                    <a:pt x="506" y="17"/>
                  </a:cubicBezTo>
                  <a:cubicBezTo>
                    <a:pt x="509" y="17"/>
                    <a:pt x="512" y="18"/>
                    <a:pt x="514" y="20"/>
                  </a:cubicBezTo>
                  <a:cubicBezTo>
                    <a:pt x="516" y="22"/>
                    <a:pt x="517" y="24"/>
                    <a:pt x="517" y="26"/>
                  </a:cubicBezTo>
                  <a:cubicBezTo>
                    <a:pt x="517" y="27"/>
                    <a:pt x="517" y="27"/>
                    <a:pt x="516" y="28"/>
                  </a:cubicBezTo>
                  <a:cubicBezTo>
                    <a:pt x="516" y="29"/>
                    <a:pt x="515" y="29"/>
                    <a:pt x="514" y="29"/>
                  </a:cubicBezTo>
                  <a:cubicBezTo>
                    <a:pt x="512" y="29"/>
                    <a:pt x="511" y="29"/>
                    <a:pt x="511" y="27"/>
                  </a:cubicBezTo>
                  <a:cubicBezTo>
                    <a:pt x="510" y="27"/>
                    <a:pt x="510" y="26"/>
                    <a:pt x="510" y="25"/>
                  </a:cubicBezTo>
                  <a:cubicBezTo>
                    <a:pt x="510" y="23"/>
                    <a:pt x="509" y="22"/>
                    <a:pt x="508" y="21"/>
                  </a:cubicBezTo>
                  <a:cubicBezTo>
                    <a:pt x="507" y="21"/>
                    <a:pt x="506" y="20"/>
                    <a:pt x="505" y="20"/>
                  </a:cubicBezTo>
                  <a:cubicBezTo>
                    <a:pt x="502" y="20"/>
                    <a:pt x="500" y="21"/>
                    <a:pt x="499" y="23"/>
                  </a:cubicBezTo>
                  <a:cubicBezTo>
                    <a:pt x="497" y="25"/>
                    <a:pt x="496" y="29"/>
                    <a:pt x="496" y="33"/>
                  </a:cubicBezTo>
                  <a:cubicBezTo>
                    <a:pt x="496" y="37"/>
                    <a:pt x="497" y="40"/>
                    <a:pt x="499" y="43"/>
                  </a:cubicBezTo>
                  <a:cubicBezTo>
                    <a:pt x="501" y="47"/>
                    <a:pt x="503" y="48"/>
                    <a:pt x="507" y="48"/>
                  </a:cubicBezTo>
                  <a:cubicBezTo>
                    <a:pt x="509" y="48"/>
                    <a:pt x="511" y="47"/>
                    <a:pt x="513" y="46"/>
                  </a:cubicBezTo>
                  <a:cubicBezTo>
                    <a:pt x="514" y="45"/>
                    <a:pt x="515" y="43"/>
                    <a:pt x="517" y="40"/>
                  </a:cubicBezTo>
                  <a:cubicBezTo>
                    <a:pt x="517" y="40"/>
                    <a:pt x="517" y="40"/>
                    <a:pt x="517" y="40"/>
                  </a:cubicBezTo>
                  <a:close/>
                  <a:moveTo>
                    <a:pt x="534" y="0"/>
                  </a:moveTo>
                  <a:cubicBezTo>
                    <a:pt x="535" y="0"/>
                    <a:pt x="536" y="0"/>
                    <a:pt x="537" y="1"/>
                  </a:cubicBezTo>
                  <a:cubicBezTo>
                    <a:pt x="537" y="2"/>
                    <a:pt x="538" y="3"/>
                    <a:pt x="538" y="4"/>
                  </a:cubicBezTo>
                  <a:cubicBezTo>
                    <a:pt x="538" y="5"/>
                    <a:pt x="537" y="6"/>
                    <a:pt x="537" y="7"/>
                  </a:cubicBezTo>
                  <a:cubicBezTo>
                    <a:pt x="536" y="7"/>
                    <a:pt x="535" y="8"/>
                    <a:pt x="534" y="8"/>
                  </a:cubicBezTo>
                  <a:cubicBezTo>
                    <a:pt x="533" y="8"/>
                    <a:pt x="532" y="7"/>
                    <a:pt x="532" y="7"/>
                  </a:cubicBezTo>
                  <a:cubicBezTo>
                    <a:pt x="531" y="6"/>
                    <a:pt x="531" y="5"/>
                    <a:pt x="531" y="4"/>
                  </a:cubicBezTo>
                  <a:cubicBezTo>
                    <a:pt x="531" y="3"/>
                    <a:pt x="531" y="2"/>
                    <a:pt x="532" y="1"/>
                  </a:cubicBezTo>
                  <a:cubicBezTo>
                    <a:pt x="532" y="0"/>
                    <a:pt x="533" y="0"/>
                    <a:pt x="534" y="0"/>
                  </a:cubicBezTo>
                  <a:close/>
                  <a:moveTo>
                    <a:pt x="537" y="18"/>
                  </a:moveTo>
                  <a:cubicBezTo>
                    <a:pt x="537" y="45"/>
                    <a:pt x="537" y="45"/>
                    <a:pt x="537" y="45"/>
                  </a:cubicBezTo>
                  <a:cubicBezTo>
                    <a:pt x="537" y="47"/>
                    <a:pt x="537" y="49"/>
                    <a:pt x="537" y="49"/>
                  </a:cubicBezTo>
                  <a:cubicBezTo>
                    <a:pt x="538" y="50"/>
                    <a:pt x="538" y="51"/>
                    <a:pt x="539" y="51"/>
                  </a:cubicBezTo>
                  <a:cubicBezTo>
                    <a:pt x="539" y="51"/>
                    <a:pt x="540" y="51"/>
                    <a:pt x="542" y="51"/>
                  </a:cubicBezTo>
                  <a:cubicBezTo>
                    <a:pt x="542" y="53"/>
                    <a:pt x="542" y="53"/>
                    <a:pt x="542" y="53"/>
                  </a:cubicBezTo>
                  <a:cubicBezTo>
                    <a:pt x="526" y="53"/>
                    <a:pt x="526" y="53"/>
                    <a:pt x="526" y="53"/>
                  </a:cubicBezTo>
                  <a:cubicBezTo>
                    <a:pt x="526" y="51"/>
                    <a:pt x="526" y="51"/>
                    <a:pt x="526" y="51"/>
                  </a:cubicBezTo>
                  <a:cubicBezTo>
                    <a:pt x="527" y="51"/>
                    <a:pt x="529" y="51"/>
                    <a:pt x="529" y="51"/>
                  </a:cubicBezTo>
                  <a:cubicBezTo>
                    <a:pt x="529" y="51"/>
                    <a:pt x="530" y="50"/>
                    <a:pt x="530" y="49"/>
                  </a:cubicBezTo>
                  <a:cubicBezTo>
                    <a:pt x="531" y="49"/>
                    <a:pt x="531" y="47"/>
                    <a:pt x="531" y="45"/>
                  </a:cubicBezTo>
                  <a:cubicBezTo>
                    <a:pt x="531" y="32"/>
                    <a:pt x="531" y="32"/>
                    <a:pt x="531" y="32"/>
                  </a:cubicBezTo>
                  <a:cubicBezTo>
                    <a:pt x="531" y="28"/>
                    <a:pt x="531" y="26"/>
                    <a:pt x="530" y="25"/>
                  </a:cubicBezTo>
                  <a:cubicBezTo>
                    <a:pt x="530" y="24"/>
                    <a:pt x="530" y="23"/>
                    <a:pt x="529" y="23"/>
                  </a:cubicBezTo>
                  <a:cubicBezTo>
                    <a:pt x="529" y="23"/>
                    <a:pt x="529" y="23"/>
                    <a:pt x="528" y="23"/>
                  </a:cubicBezTo>
                  <a:cubicBezTo>
                    <a:pt x="527" y="23"/>
                    <a:pt x="526" y="23"/>
                    <a:pt x="525" y="23"/>
                  </a:cubicBezTo>
                  <a:cubicBezTo>
                    <a:pt x="525" y="22"/>
                    <a:pt x="525" y="22"/>
                    <a:pt x="525" y="22"/>
                  </a:cubicBezTo>
                  <a:cubicBezTo>
                    <a:pt x="535" y="18"/>
                    <a:pt x="535" y="18"/>
                    <a:pt x="535" y="18"/>
                  </a:cubicBezTo>
                  <a:cubicBezTo>
                    <a:pt x="537" y="18"/>
                    <a:pt x="537" y="18"/>
                    <a:pt x="537" y="18"/>
                  </a:cubicBezTo>
                  <a:close/>
                  <a:moveTo>
                    <a:pt x="555" y="31"/>
                  </a:moveTo>
                  <a:cubicBezTo>
                    <a:pt x="555" y="37"/>
                    <a:pt x="557" y="40"/>
                    <a:pt x="559" y="43"/>
                  </a:cubicBezTo>
                  <a:cubicBezTo>
                    <a:pt x="561" y="46"/>
                    <a:pt x="564" y="48"/>
                    <a:pt x="567" y="48"/>
                  </a:cubicBezTo>
                  <a:cubicBezTo>
                    <a:pt x="569" y="48"/>
                    <a:pt x="571" y="47"/>
                    <a:pt x="573" y="46"/>
                  </a:cubicBezTo>
                  <a:cubicBezTo>
                    <a:pt x="575" y="45"/>
                    <a:pt x="576" y="43"/>
                    <a:pt x="577" y="39"/>
                  </a:cubicBezTo>
                  <a:cubicBezTo>
                    <a:pt x="578" y="40"/>
                    <a:pt x="578" y="40"/>
                    <a:pt x="578" y="40"/>
                  </a:cubicBezTo>
                  <a:cubicBezTo>
                    <a:pt x="578" y="43"/>
                    <a:pt x="576" y="47"/>
                    <a:pt x="574" y="49"/>
                  </a:cubicBezTo>
                  <a:cubicBezTo>
                    <a:pt x="571" y="52"/>
                    <a:pt x="568" y="53"/>
                    <a:pt x="565" y="53"/>
                  </a:cubicBezTo>
                  <a:cubicBezTo>
                    <a:pt x="561" y="53"/>
                    <a:pt x="557" y="52"/>
                    <a:pt x="555" y="49"/>
                  </a:cubicBezTo>
                  <a:cubicBezTo>
                    <a:pt x="552" y="45"/>
                    <a:pt x="551" y="41"/>
                    <a:pt x="551" y="36"/>
                  </a:cubicBezTo>
                  <a:cubicBezTo>
                    <a:pt x="551" y="30"/>
                    <a:pt x="552" y="25"/>
                    <a:pt x="555" y="22"/>
                  </a:cubicBezTo>
                  <a:cubicBezTo>
                    <a:pt x="558" y="19"/>
                    <a:pt x="561" y="17"/>
                    <a:pt x="566" y="17"/>
                  </a:cubicBezTo>
                  <a:cubicBezTo>
                    <a:pt x="569" y="17"/>
                    <a:pt x="573" y="19"/>
                    <a:pt x="575" y="21"/>
                  </a:cubicBezTo>
                  <a:cubicBezTo>
                    <a:pt x="577" y="23"/>
                    <a:pt x="579" y="27"/>
                    <a:pt x="579" y="31"/>
                  </a:cubicBezTo>
                  <a:cubicBezTo>
                    <a:pt x="555" y="31"/>
                    <a:pt x="555" y="31"/>
                    <a:pt x="555" y="31"/>
                  </a:cubicBezTo>
                  <a:close/>
                  <a:moveTo>
                    <a:pt x="555" y="29"/>
                  </a:moveTo>
                  <a:cubicBezTo>
                    <a:pt x="571" y="29"/>
                    <a:pt x="571" y="29"/>
                    <a:pt x="571" y="29"/>
                  </a:cubicBezTo>
                  <a:cubicBezTo>
                    <a:pt x="571" y="27"/>
                    <a:pt x="570" y="26"/>
                    <a:pt x="570" y="25"/>
                  </a:cubicBezTo>
                  <a:cubicBezTo>
                    <a:pt x="569" y="24"/>
                    <a:pt x="568" y="23"/>
                    <a:pt x="567" y="22"/>
                  </a:cubicBezTo>
                  <a:cubicBezTo>
                    <a:pt x="566" y="21"/>
                    <a:pt x="565" y="21"/>
                    <a:pt x="563" y="21"/>
                  </a:cubicBezTo>
                  <a:cubicBezTo>
                    <a:pt x="561" y="21"/>
                    <a:pt x="560" y="21"/>
                    <a:pt x="558" y="23"/>
                  </a:cubicBezTo>
                  <a:cubicBezTo>
                    <a:pt x="557" y="24"/>
                    <a:pt x="555" y="27"/>
                    <a:pt x="555" y="29"/>
                  </a:cubicBezTo>
                  <a:close/>
                  <a:moveTo>
                    <a:pt x="595" y="25"/>
                  </a:moveTo>
                  <a:cubicBezTo>
                    <a:pt x="599" y="20"/>
                    <a:pt x="603" y="18"/>
                    <a:pt x="606" y="18"/>
                  </a:cubicBezTo>
                  <a:cubicBezTo>
                    <a:pt x="608" y="18"/>
                    <a:pt x="609" y="18"/>
                    <a:pt x="611" y="19"/>
                  </a:cubicBezTo>
                  <a:cubicBezTo>
                    <a:pt x="612" y="20"/>
                    <a:pt x="613" y="21"/>
                    <a:pt x="614" y="23"/>
                  </a:cubicBezTo>
                  <a:cubicBezTo>
                    <a:pt x="615" y="25"/>
                    <a:pt x="615" y="27"/>
                    <a:pt x="615" y="30"/>
                  </a:cubicBezTo>
                  <a:cubicBezTo>
                    <a:pt x="615" y="45"/>
                    <a:pt x="615" y="45"/>
                    <a:pt x="615" y="45"/>
                  </a:cubicBezTo>
                  <a:cubicBezTo>
                    <a:pt x="615" y="47"/>
                    <a:pt x="615" y="48"/>
                    <a:pt x="615" y="49"/>
                  </a:cubicBezTo>
                  <a:cubicBezTo>
                    <a:pt x="616" y="50"/>
                    <a:pt x="616" y="50"/>
                    <a:pt x="617" y="51"/>
                  </a:cubicBezTo>
                  <a:cubicBezTo>
                    <a:pt x="617" y="51"/>
                    <a:pt x="618" y="51"/>
                    <a:pt x="620" y="51"/>
                  </a:cubicBezTo>
                  <a:cubicBezTo>
                    <a:pt x="620" y="52"/>
                    <a:pt x="620" y="52"/>
                    <a:pt x="620" y="52"/>
                  </a:cubicBezTo>
                  <a:cubicBezTo>
                    <a:pt x="604" y="52"/>
                    <a:pt x="604" y="52"/>
                    <a:pt x="604" y="52"/>
                  </a:cubicBezTo>
                  <a:cubicBezTo>
                    <a:pt x="604" y="51"/>
                    <a:pt x="604" y="51"/>
                    <a:pt x="604" y="51"/>
                  </a:cubicBezTo>
                  <a:cubicBezTo>
                    <a:pt x="605" y="51"/>
                    <a:pt x="605" y="51"/>
                    <a:pt x="605" y="51"/>
                  </a:cubicBezTo>
                  <a:cubicBezTo>
                    <a:pt x="606" y="51"/>
                    <a:pt x="607" y="51"/>
                    <a:pt x="608" y="50"/>
                  </a:cubicBezTo>
                  <a:cubicBezTo>
                    <a:pt x="609" y="50"/>
                    <a:pt x="609" y="49"/>
                    <a:pt x="609" y="48"/>
                  </a:cubicBezTo>
                  <a:cubicBezTo>
                    <a:pt x="609" y="48"/>
                    <a:pt x="609" y="47"/>
                    <a:pt x="609" y="45"/>
                  </a:cubicBezTo>
                  <a:cubicBezTo>
                    <a:pt x="609" y="31"/>
                    <a:pt x="609" y="31"/>
                    <a:pt x="609" y="31"/>
                  </a:cubicBezTo>
                  <a:cubicBezTo>
                    <a:pt x="609" y="27"/>
                    <a:pt x="609" y="25"/>
                    <a:pt x="608" y="24"/>
                  </a:cubicBezTo>
                  <a:cubicBezTo>
                    <a:pt x="607" y="23"/>
                    <a:pt x="606" y="22"/>
                    <a:pt x="604" y="22"/>
                  </a:cubicBezTo>
                  <a:cubicBezTo>
                    <a:pt x="601" y="22"/>
                    <a:pt x="598" y="23"/>
                    <a:pt x="595" y="27"/>
                  </a:cubicBezTo>
                  <a:cubicBezTo>
                    <a:pt x="595" y="45"/>
                    <a:pt x="595" y="45"/>
                    <a:pt x="595" y="45"/>
                  </a:cubicBezTo>
                  <a:cubicBezTo>
                    <a:pt x="595" y="47"/>
                    <a:pt x="595" y="48"/>
                    <a:pt x="596" y="49"/>
                  </a:cubicBezTo>
                  <a:cubicBezTo>
                    <a:pt x="596" y="50"/>
                    <a:pt x="597" y="50"/>
                    <a:pt x="597" y="51"/>
                  </a:cubicBezTo>
                  <a:cubicBezTo>
                    <a:pt x="597" y="51"/>
                    <a:pt x="599" y="51"/>
                    <a:pt x="601" y="51"/>
                  </a:cubicBezTo>
                  <a:cubicBezTo>
                    <a:pt x="601" y="52"/>
                    <a:pt x="601" y="52"/>
                    <a:pt x="601" y="52"/>
                  </a:cubicBezTo>
                  <a:cubicBezTo>
                    <a:pt x="585" y="52"/>
                    <a:pt x="585" y="52"/>
                    <a:pt x="585" y="52"/>
                  </a:cubicBezTo>
                  <a:cubicBezTo>
                    <a:pt x="585" y="51"/>
                    <a:pt x="585" y="51"/>
                    <a:pt x="585" y="51"/>
                  </a:cubicBezTo>
                  <a:cubicBezTo>
                    <a:pt x="585" y="51"/>
                    <a:pt x="585" y="51"/>
                    <a:pt x="585" y="51"/>
                  </a:cubicBezTo>
                  <a:cubicBezTo>
                    <a:pt x="587" y="51"/>
                    <a:pt x="588" y="51"/>
                    <a:pt x="589" y="50"/>
                  </a:cubicBezTo>
                  <a:cubicBezTo>
                    <a:pt x="589" y="49"/>
                    <a:pt x="589" y="47"/>
                    <a:pt x="589" y="45"/>
                  </a:cubicBezTo>
                  <a:cubicBezTo>
                    <a:pt x="589" y="32"/>
                    <a:pt x="589" y="32"/>
                    <a:pt x="589" y="32"/>
                  </a:cubicBezTo>
                  <a:cubicBezTo>
                    <a:pt x="589" y="28"/>
                    <a:pt x="589" y="25"/>
                    <a:pt x="589" y="24"/>
                  </a:cubicBezTo>
                  <a:cubicBezTo>
                    <a:pt x="589" y="23"/>
                    <a:pt x="589" y="23"/>
                    <a:pt x="588" y="22"/>
                  </a:cubicBezTo>
                  <a:cubicBezTo>
                    <a:pt x="588" y="22"/>
                    <a:pt x="587" y="22"/>
                    <a:pt x="587" y="22"/>
                  </a:cubicBezTo>
                  <a:cubicBezTo>
                    <a:pt x="586" y="22"/>
                    <a:pt x="585" y="22"/>
                    <a:pt x="584" y="22"/>
                  </a:cubicBezTo>
                  <a:cubicBezTo>
                    <a:pt x="584" y="21"/>
                    <a:pt x="584" y="21"/>
                    <a:pt x="584" y="21"/>
                  </a:cubicBezTo>
                  <a:cubicBezTo>
                    <a:pt x="594" y="17"/>
                    <a:pt x="594" y="17"/>
                    <a:pt x="594" y="17"/>
                  </a:cubicBezTo>
                  <a:cubicBezTo>
                    <a:pt x="595" y="17"/>
                    <a:pt x="595" y="17"/>
                    <a:pt x="595" y="17"/>
                  </a:cubicBezTo>
                  <a:cubicBezTo>
                    <a:pt x="595" y="25"/>
                    <a:pt x="595" y="25"/>
                    <a:pt x="595" y="25"/>
                  </a:cubicBezTo>
                  <a:close/>
                  <a:moveTo>
                    <a:pt x="654" y="40"/>
                  </a:moveTo>
                  <a:cubicBezTo>
                    <a:pt x="653" y="44"/>
                    <a:pt x="651" y="48"/>
                    <a:pt x="649" y="50"/>
                  </a:cubicBezTo>
                  <a:cubicBezTo>
                    <a:pt x="646" y="53"/>
                    <a:pt x="643" y="54"/>
                    <a:pt x="640" y="54"/>
                  </a:cubicBezTo>
                  <a:cubicBezTo>
                    <a:pt x="637" y="54"/>
                    <a:pt x="633" y="52"/>
                    <a:pt x="631" y="49"/>
                  </a:cubicBezTo>
                  <a:cubicBezTo>
                    <a:pt x="628" y="46"/>
                    <a:pt x="627" y="41"/>
                    <a:pt x="627" y="36"/>
                  </a:cubicBezTo>
                  <a:cubicBezTo>
                    <a:pt x="627" y="31"/>
                    <a:pt x="628" y="26"/>
                    <a:pt x="631" y="23"/>
                  </a:cubicBezTo>
                  <a:cubicBezTo>
                    <a:pt x="634" y="19"/>
                    <a:pt x="638" y="17"/>
                    <a:pt x="642" y="17"/>
                  </a:cubicBezTo>
                  <a:cubicBezTo>
                    <a:pt x="645" y="17"/>
                    <a:pt x="648" y="18"/>
                    <a:pt x="650" y="20"/>
                  </a:cubicBezTo>
                  <a:cubicBezTo>
                    <a:pt x="652" y="22"/>
                    <a:pt x="653" y="24"/>
                    <a:pt x="653" y="26"/>
                  </a:cubicBezTo>
                  <a:cubicBezTo>
                    <a:pt x="653" y="27"/>
                    <a:pt x="653" y="27"/>
                    <a:pt x="653" y="28"/>
                  </a:cubicBezTo>
                  <a:cubicBezTo>
                    <a:pt x="652" y="29"/>
                    <a:pt x="651" y="29"/>
                    <a:pt x="650" y="29"/>
                  </a:cubicBezTo>
                  <a:cubicBezTo>
                    <a:pt x="649" y="29"/>
                    <a:pt x="648" y="29"/>
                    <a:pt x="647" y="27"/>
                  </a:cubicBezTo>
                  <a:cubicBezTo>
                    <a:pt x="647" y="27"/>
                    <a:pt x="646" y="26"/>
                    <a:pt x="646" y="25"/>
                  </a:cubicBezTo>
                  <a:cubicBezTo>
                    <a:pt x="646" y="23"/>
                    <a:pt x="645" y="22"/>
                    <a:pt x="645" y="21"/>
                  </a:cubicBezTo>
                  <a:cubicBezTo>
                    <a:pt x="644" y="21"/>
                    <a:pt x="643" y="20"/>
                    <a:pt x="641" y="20"/>
                  </a:cubicBezTo>
                  <a:cubicBezTo>
                    <a:pt x="639" y="20"/>
                    <a:pt x="637" y="21"/>
                    <a:pt x="635" y="23"/>
                  </a:cubicBezTo>
                  <a:cubicBezTo>
                    <a:pt x="633" y="25"/>
                    <a:pt x="633" y="29"/>
                    <a:pt x="633" y="33"/>
                  </a:cubicBezTo>
                  <a:cubicBezTo>
                    <a:pt x="633" y="37"/>
                    <a:pt x="633" y="40"/>
                    <a:pt x="635" y="43"/>
                  </a:cubicBezTo>
                  <a:cubicBezTo>
                    <a:pt x="637" y="47"/>
                    <a:pt x="640" y="48"/>
                    <a:pt x="643" y="48"/>
                  </a:cubicBezTo>
                  <a:cubicBezTo>
                    <a:pt x="645" y="48"/>
                    <a:pt x="647" y="47"/>
                    <a:pt x="649" y="46"/>
                  </a:cubicBezTo>
                  <a:cubicBezTo>
                    <a:pt x="651" y="45"/>
                    <a:pt x="652" y="43"/>
                    <a:pt x="654" y="40"/>
                  </a:cubicBezTo>
                  <a:cubicBezTo>
                    <a:pt x="654" y="40"/>
                    <a:pt x="654" y="40"/>
                    <a:pt x="654" y="40"/>
                  </a:cubicBezTo>
                  <a:close/>
                  <a:moveTo>
                    <a:pt x="668" y="31"/>
                  </a:moveTo>
                  <a:cubicBezTo>
                    <a:pt x="668" y="37"/>
                    <a:pt x="669" y="40"/>
                    <a:pt x="671" y="43"/>
                  </a:cubicBezTo>
                  <a:cubicBezTo>
                    <a:pt x="674" y="46"/>
                    <a:pt x="677" y="48"/>
                    <a:pt x="680" y="48"/>
                  </a:cubicBezTo>
                  <a:cubicBezTo>
                    <a:pt x="682" y="48"/>
                    <a:pt x="684" y="47"/>
                    <a:pt x="685" y="46"/>
                  </a:cubicBezTo>
                  <a:cubicBezTo>
                    <a:pt x="687" y="45"/>
                    <a:pt x="688" y="43"/>
                    <a:pt x="689" y="39"/>
                  </a:cubicBezTo>
                  <a:cubicBezTo>
                    <a:pt x="691" y="40"/>
                    <a:pt x="691" y="40"/>
                    <a:pt x="691" y="40"/>
                  </a:cubicBezTo>
                  <a:cubicBezTo>
                    <a:pt x="690" y="43"/>
                    <a:pt x="689" y="47"/>
                    <a:pt x="686" y="49"/>
                  </a:cubicBezTo>
                  <a:cubicBezTo>
                    <a:pt x="684" y="52"/>
                    <a:pt x="681" y="53"/>
                    <a:pt x="677" y="53"/>
                  </a:cubicBezTo>
                  <a:cubicBezTo>
                    <a:pt x="673" y="53"/>
                    <a:pt x="670" y="52"/>
                    <a:pt x="667" y="49"/>
                  </a:cubicBezTo>
                  <a:cubicBezTo>
                    <a:pt x="664" y="45"/>
                    <a:pt x="663" y="41"/>
                    <a:pt x="663" y="36"/>
                  </a:cubicBezTo>
                  <a:cubicBezTo>
                    <a:pt x="663" y="30"/>
                    <a:pt x="665" y="25"/>
                    <a:pt x="667" y="22"/>
                  </a:cubicBezTo>
                  <a:cubicBezTo>
                    <a:pt x="670" y="19"/>
                    <a:pt x="674" y="17"/>
                    <a:pt x="678" y="17"/>
                  </a:cubicBezTo>
                  <a:cubicBezTo>
                    <a:pt x="682" y="17"/>
                    <a:pt x="685" y="19"/>
                    <a:pt x="687" y="21"/>
                  </a:cubicBezTo>
                  <a:cubicBezTo>
                    <a:pt x="690" y="23"/>
                    <a:pt x="691" y="27"/>
                    <a:pt x="691" y="31"/>
                  </a:cubicBezTo>
                  <a:cubicBezTo>
                    <a:pt x="668" y="31"/>
                    <a:pt x="668" y="31"/>
                    <a:pt x="668" y="31"/>
                  </a:cubicBezTo>
                  <a:close/>
                  <a:moveTo>
                    <a:pt x="668" y="29"/>
                  </a:moveTo>
                  <a:cubicBezTo>
                    <a:pt x="683" y="29"/>
                    <a:pt x="683" y="29"/>
                    <a:pt x="683" y="29"/>
                  </a:cubicBezTo>
                  <a:cubicBezTo>
                    <a:pt x="683" y="27"/>
                    <a:pt x="683" y="26"/>
                    <a:pt x="682" y="25"/>
                  </a:cubicBezTo>
                  <a:cubicBezTo>
                    <a:pt x="682" y="24"/>
                    <a:pt x="681" y="23"/>
                    <a:pt x="679" y="22"/>
                  </a:cubicBezTo>
                  <a:cubicBezTo>
                    <a:pt x="678" y="21"/>
                    <a:pt x="677" y="21"/>
                    <a:pt x="676" y="21"/>
                  </a:cubicBezTo>
                  <a:cubicBezTo>
                    <a:pt x="674" y="21"/>
                    <a:pt x="672" y="21"/>
                    <a:pt x="671" y="23"/>
                  </a:cubicBezTo>
                  <a:cubicBezTo>
                    <a:pt x="669" y="24"/>
                    <a:pt x="668" y="27"/>
                    <a:pt x="668" y="29"/>
                  </a:cubicBezTo>
                  <a:close/>
                  <a:moveTo>
                    <a:pt x="731" y="48"/>
                  </a:moveTo>
                  <a:cubicBezTo>
                    <a:pt x="728" y="51"/>
                    <a:pt x="726" y="52"/>
                    <a:pt x="725" y="53"/>
                  </a:cubicBezTo>
                  <a:cubicBezTo>
                    <a:pt x="724" y="53"/>
                    <a:pt x="722" y="53"/>
                    <a:pt x="721" y="53"/>
                  </a:cubicBezTo>
                  <a:cubicBezTo>
                    <a:pt x="719" y="53"/>
                    <a:pt x="717" y="53"/>
                    <a:pt x="715" y="51"/>
                  </a:cubicBezTo>
                  <a:cubicBezTo>
                    <a:pt x="714" y="49"/>
                    <a:pt x="713" y="47"/>
                    <a:pt x="713" y="45"/>
                  </a:cubicBezTo>
                  <a:cubicBezTo>
                    <a:pt x="713" y="43"/>
                    <a:pt x="714" y="41"/>
                    <a:pt x="715" y="40"/>
                  </a:cubicBezTo>
                  <a:cubicBezTo>
                    <a:pt x="715" y="39"/>
                    <a:pt x="717" y="37"/>
                    <a:pt x="720" y="35"/>
                  </a:cubicBezTo>
                  <a:cubicBezTo>
                    <a:pt x="722" y="34"/>
                    <a:pt x="726" y="32"/>
                    <a:pt x="732" y="30"/>
                  </a:cubicBezTo>
                  <a:cubicBezTo>
                    <a:pt x="732" y="29"/>
                    <a:pt x="732" y="29"/>
                    <a:pt x="732" y="29"/>
                  </a:cubicBezTo>
                  <a:cubicBezTo>
                    <a:pt x="732" y="25"/>
                    <a:pt x="731" y="23"/>
                    <a:pt x="730" y="22"/>
                  </a:cubicBezTo>
                  <a:cubicBezTo>
                    <a:pt x="729" y="21"/>
                    <a:pt x="728" y="20"/>
                    <a:pt x="726" y="20"/>
                  </a:cubicBezTo>
                  <a:cubicBezTo>
                    <a:pt x="724" y="20"/>
                    <a:pt x="723" y="20"/>
                    <a:pt x="722" y="21"/>
                  </a:cubicBezTo>
                  <a:cubicBezTo>
                    <a:pt x="721" y="22"/>
                    <a:pt x="721" y="23"/>
                    <a:pt x="721" y="24"/>
                  </a:cubicBezTo>
                  <a:cubicBezTo>
                    <a:pt x="721" y="26"/>
                    <a:pt x="721" y="26"/>
                    <a:pt x="721" y="26"/>
                  </a:cubicBezTo>
                  <a:cubicBezTo>
                    <a:pt x="721" y="27"/>
                    <a:pt x="721" y="28"/>
                    <a:pt x="720" y="29"/>
                  </a:cubicBezTo>
                  <a:cubicBezTo>
                    <a:pt x="720" y="29"/>
                    <a:pt x="719" y="29"/>
                    <a:pt x="718" y="29"/>
                  </a:cubicBezTo>
                  <a:cubicBezTo>
                    <a:pt x="717" y="29"/>
                    <a:pt x="717" y="29"/>
                    <a:pt x="716" y="29"/>
                  </a:cubicBezTo>
                  <a:cubicBezTo>
                    <a:pt x="716" y="28"/>
                    <a:pt x="715" y="27"/>
                    <a:pt x="715" y="26"/>
                  </a:cubicBezTo>
                  <a:cubicBezTo>
                    <a:pt x="715" y="24"/>
                    <a:pt x="717" y="22"/>
                    <a:pt x="719" y="20"/>
                  </a:cubicBezTo>
                  <a:cubicBezTo>
                    <a:pt x="721" y="18"/>
                    <a:pt x="724" y="17"/>
                    <a:pt x="727" y="17"/>
                  </a:cubicBezTo>
                  <a:cubicBezTo>
                    <a:pt x="730" y="17"/>
                    <a:pt x="733" y="17"/>
                    <a:pt x="735" y="19"/>
                  </a:cubicBezTo>
                  <a:cubicBezTo>
                    <a:pt x="736" y="19"/>
                    <a:pt x="737" y="21"/>
                    <a:pt x="738" y="22"/>
                  </a:cubicBezTo>
                  <a:cubicBezTo>
                    <a:pt x="738" y="23"/>
                    <a:pt x="739" y="25"/>
                    <a:pt x="739" y="29"/>
                  </a:cubicBezTo>
                  <a:cubicBezTo>
                    <a:pt x="739" y="40"/>
                    <a:pt x="739" y="40"/>
                    <a:pt x="739" y="40"/>
                  </a:cubicBezTo>
                  <a:cubicBezTo>
                    <a:pt x="739" y="43"/>
                    <a:pt x="739" y="45"/>
                    <a:pt x="739" y="46"/>
                  </a:cubicBezTo>
                  <a:cubicBezTo>
                    <a:pt x="739" y="47"/>
                    <a:pt x="739" y="47"/>
                    <a:pt x="739" y="48"/>
                  </a:cubicBezTo>
                  <a:cubicBezTo>
                    <a:pt x="739" y="48"/>
                    <a:pt x="739" y="48"/>
                    <a:pt x="740" y="48"/>
                  </a:cubicBezTo>
                  <a:cubicBezTo>
                    <a:pt x="740" y="48"/>
                    <a:pt x="741" y="48"/>
                    <a:pt x="741" y="48"/>
                  </a:cubicBezTo>
                  <a:cubicBezTo>
                    <a:pt x="741" y="47"/>
                    <a:pt x="743" y="47"/>
                    <a:pt x="744" y="45"/>
                  </a:cubicBezTo>
                  <a:cubicBezTo>
                    <a:pt x="744" y="47"/>
                    <a:pt x="744" y="47"/>
                    <a:pt x="744" y="47"/>
                  </a:cubicBezTo>
                  <a:cubicBezTo>
                    <a:pt x="741" y="51"/>
                    <a:pt x="739" y="53"/>
                    <a:pt x="736" y="53"/>
                  </a:cubicBezTo>
                  <a:cubicBezTo>
                    <a:pt x="735" y="53"/>
                    <a:pt x="734" y="52"/>
                    <a:pt x="733" y="51"/>
                  </a:cubicBezTo>
                  <a:cubicBezTo>
                    <a:pt x="732" y="51"/>
                    <a:pt x="731" y="50"/>
                    <a:pt x="731" y="48"/>
                  </a:cubicBezTo>
                  <a:close/>
                  <a:moveTo>
                    <a:pt x="731" y="45"/>
                  </a:moveTo>
                  <a:cubicBezTo>
                    <a:pt x="731" y="33"/>
                    <a:pt x="731" y="33"/>
                    <a:pt x="731" y="33"/>
                  </a:cubicBezTo>
                  <a:cubicBezTo>
                    <a:pt x="728" y="34"/>
                    <a:pt x="725" y="35"/>
                    <a:pt x="725" y="36"/>
                  </a:cubicBezTo>
                  <a:cubicBezTo>
                    <a:pt x="723" y="37"/>
                    <a:pt x="721" y="38"/>
                    <a:pt x="721" y="39"/>
                  </a:cubicBezTo>
                  <a:cubicBezTo>
                    <a:pt x="720" y="41"/>
                    <a:pt x="719" y="42"/>
                    <a:pt x="719" y="43"/>
                  </a:cubicBezTo>
                  <a:cubicBezTo>
                    <a:pt x="719" y="45"/>
                    <a:pt x="720" y="47"/>
                    <a:pt x="721" y="48"/>
                  </a:cubicBezTo>
                  <a:cubicBezTo>
                    <a:pt x="722" y="49"/>
                    <a:pt x="723" y="49"/>
                    <a:pt x="725" y="49"/>
                  </a:cubicBezTo>
                  <a:cubicBezTo>
                    <a:pt x="726" y="49"/>
                    <a:pt x="729" y="48"/>
                    <a:pt x="731" y="45"/>
                  </a:cubicBezTo>
                  <a:close/>
                  <a:moveTo>
                    <a:pt x="759" y="25"/>
                  </a:moveTo>
                  <a:cubicBezTo>
                    <a:pt x="763" y="20"/>
                    <a:pt x="766" y="18"/>
                    <a:pt x="769" y="18"/>
                  </a:cubicBezTo>
                  <a:cubicBezTo>
                    <a:pt x="771" y="18"/>
                    <a:pt x="773" y="18"/>
                    <a:pt x="774" y="19"/>
                  </a:cubicBezTo>
                  <a:cubicBezTo>
                    <a:pt x="775" y="20"/>
                    <a:pt x="777" y="21"/>
                    <a:pt x="777" y="23"/>
                  </a:cubicBezTo>
                  <a:cubicBezTo>
                    <a:pt x="778" y="25"/>
                    <a:pt x="778" y="27"/>
                    <a:pt x="778" y="30"/>
                  </a:cubicBezTo>
                  <a:cubicBezTo>
                    <a:pt x="778" y="45"/>
                    <a:pt x="778" y="45"/>
                    <a:pt x="778" y="45"/>
                  </a:cubicBezTo>
                  <a:cubicBezTo>
                    <a:pt x="778" y="47"/>
                    <a:pt x="778" y="48"/>
                    <a:pt x="779" y="49"/>
                  </a:cubicBezTo>
                  <a:cubicBezTo>
                    <a:pt x="779" y="50"/>
                    <a:pt x="779" y="50"/>
                    <a:pt x="780" y="51"/>
                  </a:cubicBezTo>
                  <a:cubicBezTo>
                    <a:pt x="780" y="51"/>
                    <a:pt x="781" y="51"/>
                    <a:pt x="783" y="51"/>
                  </a:cubicBezTo>
                  <a:cubicBezTo>
                    <a:pt x="783" y="52"/>
                    <a:pt x="783" y="52"/>
                    <a:pt x="783" y="52"/>
                  </a:cubicBezTo>
                  <a:cubicBezTo>
                    <a:pt x="767" y="52"/>
                    <a:pt x="767" y="52"/>
                    <a:pt x="767" y="52"/>
                  </a:cubicBezTo>
                  <a:cubicBezTo>
                    <a:pt x="767" y="51"/>
                    <a:pt x="767" y="51"/>
                    <a:pt x="767" y="51"/>
                  </a:cubicBezTo>
                  <a:cubicBezTo>
                    <a:pt x="768" y="51"/>
                    <a:pt x="768" y="51"/>
                    <a:pt x="768" y="51"/>
                  </a:cubicBezTo>
                  <a:cubicBezTo>
                    <a:pt x="769" y="51"/>
                    <a:pt x="770" y="51"/>
                    <a:pt x="771" y="50"/>
                  </a:cubicBezTo>
                  <a:cubicBezTo>
                    <a:pt x="772" y="50"/>
                    <a:pt x="772" y="49"/>
                    <a:pt x="772" y="48"/>
                  </a:cubicBezTo>
                  <a:cubicBezTo>
                    <a:pt x="772" y="48"/>
                    <a:pt x="772" y="47"/>
                    <a:pt x="772" y="45"/>
                  </a:cubicBezTo>
                  <a:cubicBezTo>
                    <a:pt x="772" y="31"/>
                    <a:pt x="772" y="31"/>
                    <a:pt x="772" y="31"/>
                  </a:cubicBezTo>
                  <a:cubicBezTo>
                    <a:pt x="772" y="27"/>
                    <a:pt x="772" y="25"/>
                    <a:pt x="771" y="24"/>
                  </a:cubicBezTo>
                  <a:cubicBezTo>
                    <a:pt x="770" y="23"/>
                    <a:pt x="769" y="22"/>
                    <a:pt x="767" y="22"/>
                  </a:cubicBezTo>
                  <a:cubicBezTo>
                    <a:pt x="764" y="22"/>
                    <a:pt x="761" y="23"/>
                    <a:pt x="759" y="27"/>
                  </a:cubicBezTo>
                  <a:cubicBezTo>
                    <a:pt x="759" y="45"/>
                    <a:pt x="759" y="45"/>
                    <a:pt x="759" y="45"/>
                  </a:cubicBezTo>
                  <a:cubicBezTo>
                    <a:pt x="759" y="47"/>
                    <a:pt x="759" y="48"/>
                    <a:pt x="759" y="49"/>
                  </a:cubicBezTo>
                  <a:cubicBezTo>
                    <a:pt x="759" y="50"/>
                    <a:pt x="760" y="50"/>
                    <a:pt x="760" y="51"/>
                  </a:cubicBezTo>
                  <a:cubicBezTo>
                    <a:pt x="761" y="51"/>
                    <a:pt x="762" y="51"/>
                    <a:pt x="764" y="51"/>
                  </a:cubicBezTo>
                  <a:cubicBezTo>
                    <a:pt x="764" y="52"/>
                    <a:pt x="764" y="52"/>
                    <a:pt x="764" y="52"/>
                  </a:cubicBezTo>
                  <a:cubicBezTo>
                    <a:pt x="748" y="52"/>
                    <a:pt x="748" y="52"/>
                    <a:pt x="748" y="52"/>
                  </a:cubicBezTo>
                  <a:cubicBezTo>
                    <a:pt x="748" y="51"/>
                    <a:pt x="748" y="51"/>
                    <a:pt x="748" y="51"/>
                  </a:cubicBezTo>
                  <a:cubicBezTo>
                    <a:pt x="749" y="51"/>
                    <a:pt x="749" y="51"/>
                    <a:pt x="749" y="51"/>
                  </a:cubicBezTo>
                  <a:cubicBezTo>
                    <a:pt x="750" y="51"/>
                    <a:pt x="751" y="51"/>
                    <a:pt x="752" y="50"/>
                  </a:cubicBezTo>
                  <a:cubicBezTo>
                    <a:pt x="752" y="49"/>
                    <a:pt x="753" y="47"/>
                    <a:pt x="753" y="45"/>
                  </a:cubicBezTo>
                  <a:cubicBezTo>
                    <a:pt x="753" y="32"/>
                    <a:pt x="753" y="32"/>
                    <a:pt x="753" y="32"/>
                  </a:cubicBezTo>
                  <a:cubicBezTo>
                    <a:pt x="753" y="28"/>
                    <a:pt x="753" y="25"/>
                    <a:pt x="752" y="24"/>
                  </a:cubicBezTo>
                  <a:cubicBezTo>
                    <a:pt x="752" y="23"/>
                    <a:pt x="752" y="23"/>
                    <a:pt x="751" y="22"/>
                  </a:cubicBezTo>
                  <a:cubicBezTo>
                    <a:pt x="751" y="22"/>
                    <a:pt x="751" y="22"/>
                    <a:pt x="750" y="22"/>
                  </a:cubicBezTo>
                  <a:cubicBezTo>
                    <a:pt x="749" y="22"/>
                    <a:pt x="748" y="22"/>
                    <a:pt x="747" y="22"/>
                  </a:cubicBezTo>
                  <a:cubicBezTo>
                    <a:pt x="747" y="21"/>
                    <a:pt x="747" y="21"/>
                    <a:pt x="747" y="21"/>
                  </a:cubicBezTo>
                  <a:cubicBezTo>
                    <a:pt x="757" y="17"/>
                    <a:pt x="757" y="17"/>
                    <a:pt x="757" y="17"/>
                  </a:cubicBezTo>
                  <a:cubicBezTo>
                    <a:pt x="759" y="17"/>
                    <a:pt x="759" y="17"/>
                    <a:pt x="759" y="17"/>
                  </a:cubicBezTo>
                  <a:cubicBezTo>
                    <a:pt x="759" y="25"/>
                    <a:pt x="759" y="25"/>
                    <a:pt x="759" y="25"/>
                  </a:cubicBezTo>
                  <a:close/>
                  <a:moveTo>
                    <a:pt x="812" y="49"/>
                  </a:moveTo>
                  <a:cubicBezTo>
                    <a:pt x="811" y="51"/>
                    <a:pt x="809" y="52"/>
                    <a:pt x="807" y="53"/>
                  </a:cubicBezTo>
                  <a:cubicBezTo>
                    <a:pt x="806" y="53"/>
                    <a:pt x="804" y="54"/>
                    <a:pt x="803" y="54"/>
                  </a:cubicBezTo>
                  <a:cubicBezTo>
                    <a:pt x="799" y="54"/>
                    <a:pt x="796" y="52"/>
                    <a:pt x="793" y="49"/>
                  </a:cubicBezTo>
                  <a:cubicBezTo>
                    <a:pt x="791" y="46"/>
                    <a:pt x="789" y="42"/>
                    <a:pt x="789" y="37"/>
                  </a:cubicBezTo>
                  <a:cubicBezTo>
                    <a:pt x="789" y="32"/>
                    <a:pt x="791" y="28"/>
                    <a:pt x="794" y="24"/>
                  </a:cubicBezTo>
                  <a:cubicBezTo>
                    <a:pt x="797" y="20"/>
                    <a:pt x="801" y="18"/>
                    <a:pt x="805" y="18"/>
                  </a:cubicBezTo>
                  <a:cubicBezTo>
                    <a:pt x="808" y="18"/>
                    <a:pt x="810" y="19"/>
                    <a:pt x="812" y="21"/>
                  </a:cubicBezTo>
                  <a:cubicBezTo>
                    <a:pt x="812" y="14"/>
                    <a:pt x="812" y="14"/>
                    <a:pt x="812" y="14"/>
                  </a:cubicBezTo>
                  <a:cubicBezTo>
                    <a:pt x="812" y="10"/>
                    <a:pt x="812" y="8"/>
                    <a:pt x="812" y="7"/>
                  </a:cubicBezTo>
                  <a:cubicBezTo>
                    <a:pt x="812" y="6"/>
                    <a:pt x="811" y="5"/>
                    <a:pt x="811" y="5"/>
                  </a:cubicBezTo>
                  <a:cubicBezTo>
                    <a:pt x="811" y="5"/>
                    <a:pt x="810" y="5"/>
                    <a:pt x="809" y="5"/>
                  </a:cubicBezTo>
                  <a:cubicBezTo>
                    <a:pt x="809" y="5"/>
                    <a:pt x="808" y="5"/>
                    <a:pt x="807" y="5"/>
                  </a:cubicBezTo>
                  <a:cubicBezTo>
                    <a:pt x="807" y="4"/>
                    <a:pt x="807" y="4"/>
                    <a:pt x="807" y="4"/>
                  </a:cubicBezTo>
                  <a:cubicBezTo>
                    <a:pt x="816" y="0"/>
                    <a:pt x="816" y="0"/>
                    <a:pt x="816" y="0"/>
                  </a:cubicBezTo>
                  <a:cubicBezTo>
                    <a:pt x="818" y="0"/>
                    <a:pt x="818" y="0"/>
                    <a:pt x="818" y="0"/>
                  </a:cubicBezTo>
                  <a:cubicBezTo>
                    <a:pt x="818" y="39"/>
                    <a:pt x="818" y="39"/>
                    <a:pt x="818" y="39"/>
                  </a:cubicBezTo>
                  <a:cubicBezTo>
                    <a:pt x="818" y="43"/>
                    <a:pt x="818" y="45"/>
                    <a:pt x="818" y="46"/>
                  </a:cubicBezTo>
                  <a:cubicBezTo>
                    <a:pt x="818" y="47"/>
                    <a:pt x="819" y="48"/>
                    <a:pt x="819" y="48"/>
                  </a:cubicBezTo>
                  <a:cubicBezTo>
                    <a:pt x="819" y="49"/>
                    <a:pt x="820" y="49"/>
                    <a:pt x="820" y="49"/>
                  </a:cubicBezTo>
                  <a:cubicBezTo>
                    <a:pt x="821" y="49"/>
                    <a:pt x="822" y="48"/>
                    <a:pt x="823" y="48"/>
                  </a:cubicBezTo>
                  <a:cubicBezTo>
                    <a:pt x="823" y="49"/>
                    <a:pt x="823" y="49"/>
                    <a:pt x="823" y="49"/>
                  </a:cubicBezTo>
                  <a:cubicBezTo>
                    <a:pt x="813" y="53"/>
                    <a:pt x="813" y="53"/>
                    <a:pt x="813" y="53"/>
                  </a:cubicBezTo>
                  <a:cubicBezTo>
                    <a:pt x="812" y="53"/>
                    <a:pt x="812" y="53"/>
                    <a:pt x="812" y="53"/>
                  </a:cubicBezTo>
                  <a:cubicBezTo>
                    <a:pt x="812" y="49"/>
                    <a:pt x="812" y="49"/>
                    <a:pt x="812" y="49"/>
                  </a:cubicBezTo>
                  <a:close/>
                  <a:moveTo>
                    <a:pt x="812" y="46"/>
                  </a:moveTo>
                  <a:cubicBezTo>
                    <a:pt x="812" y="29"/>
                    <a:pt x="812" y="29"/>
                    <a:pt x="812" y="29"/>
                  </a:cubicBezTo>
                  <a:cubicBezTo>
                    <a:pt x="812" y="27"/>
                    <a:pt x="812" y="25"/>
                    <a:pt x="811" y="24"/>
                  </a:cubicBezTo>
                  <a:cubicBezTo>
                    <a:pt x="810" y="23"/>
                    <a:pt x="809" y="22"/>
                    <a:pt x="808" y="21"/>
                  </a:cubicBezTo>
                  <a:cubicBezTo>
                    <a:pt x="807" y="20"/>
                    <a:pt x="806" y="20"/>
                    <a:pt x="805" y="20"/>
                  </a:cubicBezTo>
                  <a:cubicBezTo>
                    <a:pt x="803" y="20"/>
                    <a:pt x="801" y="21"/>
                    <a:pt x="799" y="23"/>
                  </a:cubicBezTo>
                  <a:cubicBezTo>
                    <a:pt x="797" y="25"/>
                    <a:pt x="796" y="29"/>
                    <a:pt x="796" y="34"/>
                  </a:cubicBezTo>
                  <a:cubicBezTo>
                    <a:pt x="796" y="39"/>
                    <a:pt x="797" y="43"/>
                    <a:pt x="799" y="45"/>
                  </a:cubicBezTo>
                  <a:cubicBezTo>
                    <a:pt x="801" y="48"/>
                    <a:pt x="803" y="49"/>
                    <a:pt x="806" y="49"/>
                  </a:cubicBezTo>
                  <a:cubicBezTo>
                    <a:pt x="808" y="50"/>
                    <a:pt x="810" y="49"/>
                    <a:pt x="812" y="46"/>
                  </a:cubicBezTo>
                  <a:close/>
                  <a:moveTo>
                    <a:pt x="883" y="3"/>
                  </a:moveTo>
                  <a:cubicBezTo>
                    <a:pt x="883" y="14"/>
                    <a:pt x="883" y="14"/>
                    <a:pt x="883" y="14"/>
                  </a:cubicBezTo>
                  <a:cubicBezTo>
                    <a:pt x="882" y="14"/>
                    <a:pt x="882" y="14"/>
                    <a:pt x="882" y="14"/>
                  </a:cubicBezTo>
                  <a:cubicBezTo>
                    <a:pt x="882" y="12"/>
                    <a:pt x="881" y="11"/>
                    <a:pt x="881" y="10"/>
                  </a:cubicBezTo>
                  <a:cubicBezTo>
                    <a:pt x="880" y="8"/>
                    <a:pt x="879" y="7"/>
                    <a:pt x="878" y="7"/>
                  </a:cubicBezTo>
                  <a:cubicBezTo>
                    <a:pt x="877" y="6"/>
                    <a:pt x="875" y="5"/>
                    <a:pt x="873" y="5"/>
                  </a:cubicBezTo>
                  <a:cubicBezTo>
                    <a:pt x="867" y="5"/>
                    <a:pt x="867" y="5"/>
                    <a:pt x="867" y="5"/>
                  </a:cubicBezTo>
                  <a:cubicBezTo>
                    <a:pt x="867" y="44"/>
                    <a:pt x="867" y="44"/>
                    <a:pt x="867" y="44"/>
                  </a:cubicBezTo>
                  <a:cubicBezTo>
                    <a:pt x="867" y="47"/>
                    <a:pt x="867" y="49"/>
                    <a:pt x="867" y="49"/>
                  </a:cubicBezTo>
                  <a:cubicBezTo>
                    <a:pt x="868" y="51"/>
                    <a:pt x="870" y="51"/>
                    <a:pt x="871" y="51"/>
                  </a:cubicBezTo>
                  <a:cubicBezTo>
                    <a:pt x="873" y="51"/>
                    <a:pt x="873" y="51"/>
                    <a:pt x="873" y="51"/>
                  </a:cubicBezTo>
                  <a:cubicBezTo>
                    <a:pt x="873" y="52"/>
                    <a:pt x="873" y="52"/>
                    <a:pt x="873" y="52"/>
                  </a:cubicBezTo>
                  <a:cubicBezTo>
                    <a:pt x="853" y="52"/>
                    <a:pt x="853" y="52"/>
                    <a:pt x="853" y="52"/>
                  </a:cubicBezTo>
                  <a:cubicBezTo>
                    <a:pt x="853" y="51"/>
                    <a:pt x="853" y="51"/>
                    <a:pt x="853" y="51"/>
                  </a:cubicBezTo>
                  <a:cubicBezTo>
                    <a:pt x="854" y="51"/>
                    <a:pt x="854" y="51"/>
                    <a:pt x="854" y="51"/>
                  </a:cubicBezTo>
                  <a:cubicBezTo>
                    <a:pt x="856" y="51"/>
                    <a:pt x="858" y="50"/>
                    <a:pt x="859" y="49"/>
                  </a:cubicBezTo>
                  <a:cubicBezTo>
                    <a:pt x="859" y="48"/>
                    <a:pt x="859" y="47"/>
                    <a:pt x="859" y="43"/>
                  </a:cubicBezTo>
                  <a:cubicBezTo>
                    <a:pt x="859" y="5"/>
                    <a:pt x="859" y="5"/>
                    <a:pt x="859" y="5"/>
                  </a:cubicBezTo>
                  <a:cubicBezTo>
                    <a:pt x="853" y="5"/>
                    <a:pt x="853" y="5"/>
                    <a:pt x="853" y="5"/>
                  </a:cubicBezTo>
                  <a:cubicBezTo>
                    <a:pt x="851" y="5"/>
                    <a:pt x="849" y="5"/>
                    <a:pt x="849" y="6"/>
                  </a:cubicBezTo>
                  <a:cubicBezTo>
                    <a:pt x="847" y="6"/>
                    <a:pt x="846" y="7"/>
                    <a:pt x="845" y="9"/>
                  </a:cubicBezTo>
                  <a:cubicBezTo>
                    <a:pt x="845" y="10"/>
                    <a:pt x="844" y="12"/>
                    <a:pt x="844" y="14"/>
                  </a:cubicBezTo>
                  <a:cubicBezTo>
                    <a:pt x="843" y="14"/>
                    <a:pt x="843" y="14"/>
                    <a:pt x="843" y="14"/>
                  </a:cubicBezTo>
                  <a:cubicBezTo>
                    <a:pt x="843" y="3"/>
                    <a:pt x="843" y="3"/>
                    <a:pt x="843" y="3"/>
                  </a:cubicBezTo>
                  <a:cubicBezTo>
                    <a:pt x="883" y="3"/>
                    <a:pt x="883" y="3"/>
                    <a:pt x="883" y="3"/>
                  </a:cubicBezTo>
                  <a:close/>
                  <a:moveTo>
                    <a:pt x="891" y="31"/>
                  </a:moveTo>
                  <a:cubicBezTo>
                    <a:pt x="891" y="37"/>
                    <a:pt x="893" y="40"/>
                    <a:pt x="895" y="43"/>
                  </a:cubicBezTo>
                  <a:cubicBezTo>
                    <a:pt x="897" y="46"/>
                    <a:pt x="900" y="48"/>
                    <a:pt x="903" y="48"/>
                  </a:cubicBezTo>
                  <a:cubicBezTo>
                    <a:pt x="905" y="48"/>
                    <a:pt x="907" y="47"/>
                    <a:pt x="909" y="46"/>
                  </a:cubicBezTo>
                  <a:cubicBezTo>
                    <a:pt x="911" y="45"/>
                    <a:pt x="912" y="43"/>
                    <a:pt x="913" y="39"/>
                  </a:cubicBezTo>
                  <a:cubicBezTo>
                    <a:pt x="914" y="40"/>
                    <a:pt x="914" y="40"/>
                    <a:pt x="914" y="40"/>
                  </a:cubicBezTo>
                  <a:cubicBezTo>
                    <a:pt x="914" y="43"/>
                    <a:pt x="912" y="47"/>
                    <a:pt x="910" y="49"/>
                  </a:cubicBezTo>
                  <a:cubicBezTo>
                    <a:pt x="907" y="52"/>
                    <a:pt x="904" y="53"/>
                    <a:pt x="901" y="53"/>
                  </a:cubicBezTo>
                  <a:cubicBezTo>
                    <a:pt x="897" y="53"/>
                    <a:pt x="893" y="52"/>
                    <a:pt x="891" y="49"/>
                  </a:cubicBezTo>
                  <a:cubicBezTo>
                    <a:pt x="888" y="45"/>
                    <a:pt x="887" y="41"/>
                    <a:pt x="887" y="36"/>
                  </a:cubicBezTo>
                  <a:cubicBezTo>
                    <a:pt x="887" y="30"/>
                    <a:pt x="888" y="25"/>
                    <a:pt x="891" y="22"/>
                  </a:cubicBezTo>
                  <a:cubicBezTo>
                    <a:pt x="894" y="19"/>
                    <a:pt x="897" y="17"/>
                    <a:pt x="902" y="17"/>
                  </a:cubicBezTo>
                  <a:cubicBezTo>
                    <a:pt x="905" y="17"/>
                    <a:pt x="909" y="19"/>
                    <a:pt x="911" y="21"/>
                  </a:cubicBezTo>
                  <a:cubicBezTo>
                    <a:pt x="913" y="23"/>
                    <a:pt x="915" y="27"/>
                    <a:pt x="915" y="31"/>
                  </a:cubicBezTo>
                  <a:cubicBezTo>
                    <a:pt x="891" y="31"/>
                    <a:pt x="891" y="31"/>
                    <a:pt x="891" y="31"/>
                  </a:cubicBezTo>
                  <a:close/>
                  <a:moveTo>
                    <a:pt x="891" y="29"/>
                  </a:moveTo>
                  <a:cubicBezTo>
                    <a:pt x="907" y="29"/>
                    <a:pt x="907" y="29"/>
                    <a:pt x="907" y="29"/>
                  </a:cubicBezTo>
                  <a:cubicBezTo>
                    <a:pt x="907" y="27"/>
                    <a:pt x="906" y="26"/>
                    <a:pt x="906" y="25"/>
                  </a:cubicBezTo>
                  <a:cubicBezTo>
                    <a:pt x="905" y="24"/>
                    <a:pt x="904" y="23"/>
                    <a:pt x="903" y="22"/>
                  </a:cubicBezTo>
                  <a:cubicBezTo>
                    <a:pt x="902" y="21"/>
                    <a:pt x="901" y="21"/>
                    <a:pt x="899" y="21"/>
                  </a:cubicBezTo>
                  <a:cubicBezTo>
                    <a:pt x="897" y="21"/>
                    <a:pt x="896" y="21"/>
                    <a:pt x="894" y="23"/>
                  </a:cubicBezTo>
                  <a:cubicBezTo>
                    <a:pt x="893" y="24"/>
                    <a:pt x="892" y="27"/>
                    <a:pt x="891"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43" name="Freeform 35"/>
            <p:cNvSpPr>
              <a:spLocks noEditPoints="1"/>
            </p:cNvSpPr>
            <p:nvPr/>
          </p:nvSpPr>
          <p:spPr bwMode="auto">
            <a:xfrm>
              <a:off x="10679175" y="4943779"/>
              <a:ext cx="873125" cy="103188"/>
            </a:xfrm>
            <a:custGeom>
              <a:avLst/>
              <a:gdLst>
                <a:gd name="T0" fmla="*/ 23 w 586"/>
                <a:gd name="T1" fmla="*/ 21 h 69"/>
                <a:gd name="T2" fmla="*/ 8 w 586"/>
                <a:gd name="T3" fmla="*/ 24 h 69"/>
                <a:gd name="T4" fmla="*/ 45 w 586"/>
                <a:gd name="T5" fmla="*/ 26 h 69"/>
                <a:gd name="T6" fmla="*/ 66 w 586"/>
                <a:gd name="T7" fmla="*/ 52 h 69"/>
                <a:gd name="T8" fmla="*/ 58 w 586"/>
                <a:gd name="T9" fmla="*/ 46 h 69"/>
                <a:gd name="T10" fmla="*/ 46 w 586"/>
                <a:gd name="T11" fmla="*/ 50 h 69"/>
                <a:gd name="T12" fmla="*/ 40 w 586"/>
                <a:gd name="T13" fmla="*/ 46 h 69"/>
                <a:gd name="T14" fmla="*/ 45 w 586"/>
                <a:gd name="T15" fmla="*/ 1 h 69"/>
                <a:gd name="T16" fmla="*/ 106 w 586"/>
                <a:gd name="T17" fmla="*/ 52 h 69"/>
                <a:gd name="T18" fmla="*/ 98 w 586"/>
                <a:gd name="T19" fmla="*/ 46 h 69"/>
                <a:gd name="T20" fmla="*/ 90 w 586"/>
                <a:gd name="T21" fmla="*/ 52 h 69"/>
                <a:gd name="T22" fmla="*/ 78 w 586"/>
                <a:gd name="T23" fmla="*/ 25 h 69"/>
                <a:gd name="T24" fmla="*/ 132 w 586"/>
                <a:gd name="T25" fmla="*/ 19 h 69"/>
                <a:gd name="T26" fmla="*/ 118 w 586"/>
                <a:gd name="T27" fmla="*/ 28 h 69"/>
                <a:gd name="T28" fmla="*/ 133 w 586"/>
                <a:gd name="T29" fmla="*/ 52 h 69"/>
                <a:gd name="T30" fmla="*/ 169 w 586"/>
                <a:gd name="T31" fmla="*/ 52 h 69"/>
                <a:gd name="T32" fmla="*/ 161 w 586"/>
                <a:gd name="T33" fmla="*/ 15 h 69"/>
                <a:gd name="T34" fmla="*/ 167 w 586"/>
                <a:gd name="T35" fmla="*/ 1 h 69"/>
                <a:gd name="T36" fmla="*/ 181 w 586"/>
                <a:gd name="T37" fmla="*/ 38 h 69"/>
                <a:gd name="T38" fmla="*/ 189 w 586"/>
                <a:gd name="T39" fmla="*/ 47 h 69"/>
                <a:gd name="T40" fmla="*/ 222 w 586"/>
                <a:gd name="T41" fmla="*/ 31 h 69"/>
                <a:gd name="T42" fmla="*/ 252 w 586"/>
                <a:gd name="T43" fmla="*/ 24 h 69"/>
                <a:gd name="T44" fmla="*/ 228 w 586"/>
                <a:gd name="T45" fmla="*/ 44 h 69"/>
                <a:gd name="T46" fmla="*/ 249 w 586"/>
                <a:gd name="T47" fmla="*/ 64 h 69"/>
                <a:gd name="T48" fmla="*/ 223 w 586"/>
                <a:gd name="T49" fmla="*/ 48 h 69"/>
                <a:gd name="T50" fmla="*/ 240 w 586"/>
                <a:gd name="T51" fmla="*/ 39 h 69"/>
                <a:gd name="T52" fmla="*/ 238 w 586"/>
                <a:gd name="T53" fmla="*/ 66 h 69"/>
                <a:gd name="T54" fmla="*/ 274 w 586"/>
                <a:gd name="T55" fmla="*/ 21 h 69"/>
                <a:gd name="T56" fmla="*/ 286 w 586"/>
                <a:gd name="T57" fmla="*/ 21 h 69"/>
                <a:gd name="T58" fmla="*/ 290 w 586"/>
                <a:gd name="T59" fmla="*/ 25 h 69"/>
                <a:gd name="T60" fmla="*/ 267 w 586"/>
                <a:gd name="T61" fmla="*/ 62 h 69"/>
                <a:gd name="T62" fmla="*/ 258 w 586"/>
                <a:gd name="T63" fmla="*/ 20 h 69"/>
                <a:gd name="T64" fmla="*/ 319 w 586"/>
                <a:gd name="T65" fmla="*/ 49 h 69"/>
                <a:gd name="T66" fmla="*/ 322 w 586"/>
                <a:gd name="T67" fmla="*/ 34 h 69"/>
                <a:gd name="T68" fmla="*/ 368 w 586"/>
                <a:gd name="T69" fmla="*/ 45 h 69"/>
                <a:gd name="T70" fmla="*/ 360 w 586"/>
                <a:gd name="T71" fmla="*/ 52 h 69"/>
                <a:gd name="T72" fmla="*/ 364 w 586"/>
                <a:gd name="T73" fmla="*/ 8 h 69"/>
                <a:gd name="T74" fmla="*/ 378 w 586"/>
                <a:gd name="T75" fmla="*/ 6 h 69"/>
                <a:gd name="T76" fmla="*/ 377 w 586"/>
                <a:gd name="T77" fmla="*/ 22 h 69"/>
                <a:gd name="T78" fmla="*/ 408 w 586"/>
                <a:gd name="T79" fmla="*/ 16 h 69"/>
                <a:gd name="T80" fmla="*/ 433 w 586"/>
                <a:gd name="T81" fmla="*/ 52 h 69"/>
                <a:gd name="T82" fmla="*/ 435 w 586"/>
                <a:gd name="T83" fmla="*/ 6 h 69"/>
                <a:gd name="T84" fmla="*/ 476 w 586"/>
                <a:gd name="T85" fmla="*/ 20 h 69"/>
                <a:gd name="T86" fmla="*/ 468 w 586"/>
                <a:gd name="T87" fmla="*/ 54 h 69"/>
                <a:gd name="T88" fmla="*/ 472 w 586"/>
                <a:gd name="T89" fmla="*/ 24 h 69"/>
                <a:gd name="T90" fmla="*/ 466 w 586"/>
                <a:gd name="T91" fmla="*/ 54 h 69"/>
                <a:gd name="T92" fmla="*/ 454 w 586"/>
                <a:gd name="T93" fmla="*/ 6 h 69"/>
                <a:gd name="T94" fmla="*/ 502 w 586"/>
                <a:gd name="T95" fmla="*/ 5 h 69"/>
                <a:gd name="T96" fmla="*/ 502 w 586"/>
                <a:gd name="T97" fmla="*/ 46 h 69"/>
                <a:gd name="T98" fmla="*/ 495 w 586"/>
                <a:gd name="T99" fmla="*/ 50 h 69"/>
                <a:gd name="T100" fmla="*/ 500 w 586"/>
                <a:gd name="T101" fmla="*/ 19 h 69"/>
                <a:gd name="T102" fmla="*/ 544 w 586"/>
                <a:gd name="T103" fmla="*/ 50 h 69"/>
                <a:gd name="T104" fmla="*/ 538 w 586"/>
                <a:gd name="T105" fmla="*/ 49 h 69"/>
                <a:gd name="T106" fmla="*/ 526 w 586"/>
                <a:gd name="T107" fmla="*/ 52 h 69"/>
                <a:gd name="T108" fmla="*/ 518 w 586"/>
                <a:gd name="T109" fmla="*/ 33 h 69"/>
                <a:gd name="T110" fmla="*/ 524 w 586"/>
                <a:gd name="T111" fmla="*/ 26 h 69"/>
                <a:gd name="T112" fmla="*/ 574 w 586"/>
                <a:gd name="T113" fmla="*/ 31 h 69"/>
                <a:gd name="T114" fmla="*/ 560 w 586"/>
                <a:gd name="T115" fmla="*/ 30 h 69"/>
                <a:gd name="T116" fmla="*/ 580 w 586"/>
                <a:gd name="T117" fmla="*/ 41 h 69"/>
                <a:gd name="T118" fmla="*/ 575 w 586"/>
                <a:gd name="T119" fmla="*/ 52 h 69"/>
                <a:gd name="T120" fmla="*/ 566 w 586"/>
                <a:gd name="T121" fmla="*/ 5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86" h="69">
                  <a:moveTo>
                    <a:pt x="27" y="41"/>
                  </a:moveTo>
                  <a:cubicBezTo>
                    <a:pt x="26" y="45"/>
                    <a:pt x="24" y="49"/>
                    <a:pt x="22" y="51"/>
                  </a:cubicBezTo>
                  <a:cubicBezTo>
                    <a:pt x="19" y="54"/>
                    <a:pt x="16" y="55"/>
                    <a:pt x="13" y="55"/>
                  </a:cubicBezTo>
                  <a:cubicBezTo>
                    <a:pt x="10" y="55"/>
                    <a:pt x="6" y="53"/>
                    <a:pt x="4" y="50"/>
                  </a:cubicBezTo>
                  <a:cubicBezTo>
                    <a:pt x="1" y="47"/>
                    <a:pt x="0" y="42"/>
                    <a:pt x="0" y="37"/>
                  </a:cubicBezTo>
                  <a:cubicBezTo>
                    <a:pt x="0" y="32"/>
                    <a:pt x="1" y="27"/>
                    <a:pt x="4" y="24"/>
                  </a:cubicBezTo>
                  <a:cubicBezTo>
                    <a:pt x="7" y="20"/>
                    <a:pt x="11" y="18"/>
                    <a:pt x="15" y="18"/>
                  </a:cubicBezTo>
                  <a:cubicBezTo>
                    <a:pt x="18" y="18"/>
                    <a:pt x="21" y="19"/>
                    <a:pt x="23" y="21"/>
                  </a:cubicBezTo>
                  <a:cubicBezTo>
                    <a:pt x="25" y="23"/>
                    <a:pt x="26" y="25"/>
                    <a:pt x="26" y="27"/>
                  </a:cubicBezTo>
                  <a:cubicBezTo>
                    <a:pt x="26" y="28"/>
                    <a:pt x="26" y="28"/>
                    <a:pt x="26" y="29"/>
                  </a:cubicBezTo>
                  <a:cubicBezTo>
                    <a:pt x="25" y="30"/>
                    <a:pt x="24" y="30"/>
                    <a:pt x="23" y="30"/>
                  </a:cubicBezTo>
                  <a:cubicBezTo>
                    <a:pt x="22" y="30"/>
                    <a:pt x="21" y="30"/>
                    <a:pt x="20" y="28"/>
                  </a:cubicBezTo>
                  <a:cubicBezTo>
                    <a:pt x="20" y="28"/>
                    <a:pt x="19" y="27"/>
                    <a:pt x="19" y="26"/>
                  </a:cubicBezTo>
                  <a:cubicBezTo>
                    <a:pt x="19" y="24"/>
                    <a:pt x="18" y="23"/>
                    <a:pt x="18" y="22"/>
                  </a:cubicBezTo>
                  <a:cubicBezTo>
                    <a:pt x="17" y="22"/>
                    <a:pt x="16" y="21"/>
                    <a:pt x="14" y="21"/>
                  </a:cubicBezTo>
                  <a:cubicBezTo>
                    <a:pt x="12" y="21"/>
                    <a:pt x="10" y="22"/>
                    <a:pt x="8" y="24"/>
                  </a:cubicBezTo>
                  <a:cubicBezTo>
                    <a:pt x="6" y="26"/>
                    <a:pt x="6" y="30"/>
                    <a:pt x="6" y="34"/>
                  </a:cubicBezTo>
                  <a:cubicBezTo>
                    <a:pt x="6" y="38"/>
                    <a:pt x="6" y="41"/>
                    <a:pt x="8" y="44"/>
                  </a:cubicBezTo>
                  <a:cubicBezTo>
                    <a:pt x="10" y="48"/>
                    <a:pt x="13" y="49"/>
                    <a:pt x="16" y="49"/>
                  </a:cubicBezTo>
                  <a:cubicBezTo>
                    <a:pt x="18" y="49"/>
                    <a:pt x="20" y="48"/>
                    <a:pt x="22" y="47"/>
                  </a:cubicBezTo>
                  <a:cubicBezTo>
                    <a:pt x="24" y="46"/>
                    <a:pt x="25" y="44"/>
                    <a:pt x="27" y="41"/>
                  </a:cubicBezTo>
                  <a:cubicBezTo>
                    <a:pt x="27" y="41"/>
                    <a:pt x="27" y="41"/>
                    <a:pt x="27" y="41"/>
                  </a:cubicBezTo>
                  <a:close/>
                  <a:moveTo>
                    <a:pt x="45" y="1"/>
                  </a:moveTo>
                  <a:cubicBezTo>
                    <a:pt x="45" y="26"/>
                    <a:pt x="45" y="26"/>
                    <a:pt x="45" y="26"/>
                  </a:cubicBezTo>
                  <a:cubicBezTo>
                    <a:pt x="48" y="22"/>
                    <a:pt x="50" y="21"/>
                    <a:pt x="51" y="20"/>
                  </a:cubicBezTo>
                  <a:cubicBezTo>
                    <a:pt x="53" y="19"/>
                    <a:pt x="54" y="18"/>
                    <a:pt x="56" y="18"/>
                  </a:cubicBezTo>
                  <a:cubicBezTo>
                    <a:pt x="58" y="18"/>
                    <a:pt x="60" y="19"/>
                    <a:pt x="61" y="20"/>
                  </a:cubicBezTo>
                  <a:cubicBezTo>
                    <a:pt x="62" y="21"/>
                    <a:pt x="63" y="23"/>
                    <a:pt x="64" y="25"/>
                  </a:cubicBezTo>
                  <a:cubicBezTo>
                    <a:pt x="64" y="27"/>
                    <a:pt x="64" y="30"/>
                    <a:pt x="64" y="34"/>
                  </a:cubicBezTo>
                  <a:cubicBezTo>
                    <a:pt x="64" y="46"/>
                    <a:pt x="64" y="46"/>
                    <a:pt x="64" y="46"/>
                  </a:cubicBezTo>
                  <a:cubicBezTo>
                    <a:pt x="64" y="48"/>
                    <a:pt x="64" y="50"/>
                    <a:pt x="65" y="50"/>
                  </a:cubicBezTo>
                  <a:cubicBezTo>
                    <a:pt x="65" y="51"/>
                    <a:pt x="66" y="52"/>
                    <a:pt x="66" y="52"/>
                  </a:cubicBezTo>
                  <a:cubicBezTo>
                    <a:pt x="66" y="52"/>
                    <a:pt x="68" y="52"/>
                    <a:pt x="69" y="52"/>
                  </a:cubicBezTo>
                  <a:cubicBezTo>
                    <a:pt x="69" y="54"/>
                    <a:pt x="69" y="54"/>
                    <a:pt x="69" y="54"/>
                  </a:cubicBezTo>
                  <a:cubicBezTo>
                    <a:pt x="53" y="54"/>
                    <a:pt x="53" y="54"/>
                    <a:pt x="53" y="54"/>
                  </a:cubicBezTo>
                  <a:cubicBezTo>
                    <a:pt x="53" y="52"/>
                    <a:pt x="53" y="52"/>
                    <a:pt x="53" y="52"/>
                  </a:cubicBezTo>
                  <a:cubicBezTo>
                    <a:pt x="54" y="52"/>
                    <a:pt x="54" y="52"/>
                    <a:pt x="54" y="52"/>
                  </a:cubicBezTo>
                  <a:cubicBezTo>
                    <a:pt x="56" y="52"/>
                    <a:pt x="56" y="52"/>
                    <a:pt x="57" y="52"/>
                  </a:cubicBezTo>
                  <a:cubicBezTo>
                    <a:pt x="58" y="51"/>
                    <a:pt x="58" y="50"/>
                    <a:pt x="58" y="50"/>
                  </a:cubicBezTo>
                  <a:cubicBezTo>
                    <a:pt x="58" y="49"/>
                    <a:pt x="58" y="48"/>
                    <a:pt x="58" y="46"/>
                  </a:cubicBezTo>
                  <a:cubicBezTo>
                    <a:pt x="58" y="34"/>
                    <a:pt x="58" y="34"/>
                    <a:pt x="58" y="34"/>
                  </a:cubicBezTo>
                  <a:cubicBezTo>
                    <a:pt x="58" y="30"/>
                    <a:pt x="58" y="28"/>
                    <a:pt x="58" y="27"/>
                  </a:cubicBezTo>
                  <a:cubicBezTo>
                    <a:pt x="58" y="26"/>
                    <a:pt x="57" y="25"/>
                    <a:pt x="56" y="24"/>
                  </a:cubicBezTo>
                  <a:cubicBezTo>
                    <a:pt x="56" y="24"/>
                    <a:pt x="55" y="23"/>
                    <a:pt x="54" y="23"/>
                  </a:cubicBezTo>
                  <a:cubicBezTo>
                    <a:pt x="52" y="23"/>
                    <a:pt x="51" y="24"/>
                    <a:pt x="50" y="24"/>
                  </a:cubicBezTo>
                  <a:cubicBezTo>
                    <a:pt x="49" y="25"/>
                    <a:pt x="47" y="26"/>
                    <a:pt x="46" y="28"/>
                  </a:cubicBezTo>
                  <a:cubicBezTo>
                    <a:pt x="46" y="46"/>
                    <a:pt x="46" y="46"/>
                    <a:pt x="46" y="46"/>
                  </a:cubicBezTo>
                  <a:cubicBezTo>
                    <a:pt x="46" y="48"/>
                    <a:pt x="46" y="50"/>
                    <a:pt x="46" y="50"/>
                  </a:cubicBezTo>
                  <a:cubicBezTo>
                    <a:pt x="46" y="51"/>
                    <a:pt x="47" y="52"/>
                    <a:pt x="47" y="52"/>
                  </a:cubicBezTo>
                  <a:cubicBezTo>
                    <a:pt x="48" y="52"/>
                    <a:pt x="49" y="52"/>
                    <a:pt x="51" y="52"/>
                  </a:cubicBezTo>
                  <a:cubicBezTo>
                    <a:pt x="51" y="54"/>
                    <a:pt x="51" y="54"/>
                    <a:pt x="51" y="54"/>
                  </a:cubicBezTo>
                  <a:cubicBezTo>
                    <a:pt x="34" y="54"/>
                    <a:pt x="34" y="54"/>
                    <a:pt x="34" y="54"/>
                  </a:cubicBezTo>
                  <a:cubicBezTo>
                    <a:pt x="34" y="52"/>
                    <a:pt x="34" y="52"/>
                    <a:pt x="34" y="52"/>
                  </a:cubicBezTo>
                  <a:cubicBezTo>
                    <a:pt x="36" y="52"/>
                    <a:pt x="37" y="52"/>
                    <a:pt x="38" y="52"/>
                  </a:cubicBezTo>
                  <a:cubicBezTo>
                    <a:pt x="38" y="51"/>
                    <a:pt x="39" y="51"/>
                    <a:pt x="39" y="50"/>
                  </a:cubicBezTo>
                  <a:cubicBezTo>
                    <a:pt x="40" y="49"/>
                    <a:pt x="40" y="48"/>
                    <a:pt x="40" y="46"/>
                  </a:cubicBezTo>
                  <a:cubicBezTo>
                    <a:pt x="40" y="15"/>
                    <a:pt x="40" y="15"/>
                    <a:pt x="40" y="15"/>
                  </a:cubicBezTo>
                  <a:cubicBezTo>
                    <a:pt x="40" y="11"/>
                    <a:pt x="40" y="8"/>
                    <a:pt x="39" y="8"/>
                  </a:cubicBezTo>
                  <a:cubicBezTo>
                    <a:pt x="39" y="7"/>
                    <a:pt x="39" y="6"/>
                    <a:pt x="38" y="6"/>
                  </a:cubicBezTo>
                  <a:cubicBezTo>
                    <a:pt x="38" y="5"/>
                    <a:pt x="38" y="5"/>
                    <a:pt x="37" y="5"/>
                  </a:cubicBezTo>
                  <a:cubicBezTo>
                    <a:pt x="36" y="5"/>
                    <a:pt x="36" y="5"/>
                    <a:pt x="34" y="6"/>
                  </a:cubicBezTo>
                  <a:cubicBezTo>
                    <a:pt x="34" y="4"/>
                    <a:pt x="34" y="4"/>
                    <a:pt x="34" y="4"/>
                  </a:cubicBezTo>
                  <a:cubicBezTo>
                    <a:pt x="44" y="0"/>
                    <a:pt x="44" y="0"/>
                    <a:pt x="44" y="0"/>
                  </a:cubicBezTo>
                  <a:cubicBezTo>
                    <a:pt x="45" y="1"/>
                    <a:pt x="45" y="1"/>
                    <a:pt x="45" y="1"/>
                  </a:cubicBezTo>
                  <a:close/>
                  <a:moveTo>
                    <a:pt x="85" y="26"/>
                  </a:moveTo>
                  <a:cubicBezTo>
                    <a:pt x="89" y="21"/>
                    <a:pt x="92" y="19"/>
                    <a:pt x="96" y="19"/>
                  </a:cubicBezTo>
                  <a:cubicBezTo>
                    <a:pt x="97" y="19"/>
                    <a:pt x="99" y="19"/>
                    <a:pt x="100" y="20"/>
                  </a:cubicBezTo>
                  <a:cubicBezTo>
                    <a:pt x="102" y="21"/>
                    <a:pt x="103" y="22"/>
                    <a:pt x="104" y="24"/>
                  </a:cubicBezTo>
                  <a:cubicBezTo>
                    <a:pt x="104" y="26"/>
                    <a:pt x="104" y="28"/>
                    <a:pt x="104" y="31"/>
                  </a:cubicBezTo>
                  <a:cubicBezTo>
                    <a:pt x="104" y="46"/>
                    <a:pt x="104" y="46"/>
                    <a:pt x="104" y="46"/>
                  </a:cubicBezTo>
                  <a:cubicBezTo>
                    <a:pt x="104" y="48"/>
                    <a:pt x="104" y="49"/>
                    <a:pt x="105" y="50"/>
                  </a:cubicBezTo>
                  <a:cubicBezTo>
                    <a:pt x="105" y="51"/>
                    <a:pt x="106" y="51"/>
                    <a:pt x="106" y="52"/>
                  </a:cubicBezTo>
                  <a:cubicBezTo>
                    <a:pt x="106" y="52"/>
                    <a:pt x="108" y="52"/>
                    <a:pt x="109" y="52"/>
                  </a:cubicBezTo>
                  <a:cubicBezTo>
                    <a:pt x="109" y="53"/>
                    <a:pt x="109" y="53"/>
                    <a:pt x="109" y="53"/>
                  </a:cubicBezTo>
                  <a:cubicBezTo>
                    <a:pt x="93" y="53"/>
                    <a:pt x="93" y="53"/>
                    <a:pt x="93" y="53"/>
                  </a:cubicBezTo>
                  <a:cubicBezTo>
                    <a:pt x="93" y="52"/>
                    <a:pt x="93" y="52"/>
                    <a:pt x="93" y="52"/>
                  </a:cubicBezTo>
                  <a:cubicBezTo>
                    <a:pt x="94" y="52"/>
                    <a:pt x="94" y="52"/>
                    <a:pt x="94" y="52"/>
                  </a:cubicBezTo>
                  <a:cubicBezTo>
                    <a:pt x="96" y="52"/>
                    <a:pt x="96" y="52"/>
                    <a:pt x="97" y="51"/>
                  </a:cubicBezTo>
                  <a:cubicBezTo>
                    <a:pt x="98" y="51"/>
                    <a:pt x="98" y="50"/>
                    <a:pt x="98" y="49"/>
                  </a:cubicBezTo>
                  <a:cubicBezTo>
                    <a:pt x="98" y="49"/>
                    <a:pt x="98" y="48"/>
                    <a:pt x="98" y="46"/>
                  </a:cubicBezTo>
                  <a:cubicBezTo>
                    <a:pt x="98" y="32"/>
                    <a:pt x="98" y="32"/>
                    <a:pt x="98" y="32"/>
                  </a:cubicBezTo>
                  <a:cubicBezTo>
                    <a:pt x="98" y="28"/>
                    <a:pt x="98" y="26"/>
                    <a:pt x="97" y="25"/>
                  </a:cubicBezTo>
                  <a:cubicBezTo>
                    <a:pt x="96" y="24"/>
                    <a:pt x="95" y="23"/>
                    <a:pt x="93" y="23"/>
                  </a:cubicBezTo>
                  <a:cubicBezTo>
                    <a:pt x="90" y="23"/>
                    <a:pt x="88" y="24"/>
                    <a:pt x="85" y="28"/>
                  </a:cubicBezTo>
                  <a:cubicBezTo>
                    <a:pt x="85" y="46"/>
                    <a:pt x="85" y="46"/>
                    <a:pt x="85" y="46"/>
                  </a:cubicBezTo>
                  <a:cubicBezTo>
                    <a:pt x="85" y="48"/>
                    <a:pt x="85" y="49"/>
                    <a:pt x="85" y="50"/>
                  </a:cubicBezTo>
                  <a:cubicBezTo>
                    <a:pt x="86" y="51"/>
                    <a:pt x="86" y="51"/>
                    <a:pt x="86" y="52"/>
                  </a:cubicBezTo>
                  <a:cubicBezTo>
                    <a:pt x="87" y="52"/>
                    <a:pt x="88" y="52"/>
                    <a:pt x="90" y="52"/>
                  </a:cubicBezTo>
                  <a:cubicBezTo>
                    <a:pt x="90" y="53"/>
                    <a:pt x="90" y="53"/>
                    <a:pt x="90" y="53"/>
                  </a:cubicBezTo>
                  <a:cubicBezTo>
                    <a:pt x="74" y="53"/>
                    <a:pt x="74" y="53"/>
                    <a:pt x="74" y="53"/>
                  </a:cubicBezTo>
                  <a:cubicBezTo>
                    <a:pt x="74" y="52"/>
                    <a:pt x="74" y="52"/>
                    <a:pt x="74" y="52"/>
                  </a:cubicBezTo>
                  <a:cubicBezTo>
                    <a:pt x="75" y="52"/>
                    <a:pt x="75" y="52"/>
                    <a:pt x="75" y="52"/>
                  </a:cubicBezTo>
                  <a:cubicBezTo>
                    <a:pt x="76" y="52"/>
                    <a:pt x="78" y="52"/>
                    <a:pt x="78" y="51"/>
                  </a:cubicBezTo>
                  <a:cubicBezTo>
                    <a:pt x="78" y="50"/>
                    <a:pt x="79" y="48"/>
                    <a:pt x="79" y="46"/>
                  </a:cubicBezTo>
                  <a:cubicBezTo>
                    <a:pt x="79" y="33"/>
                    <a:pt x="79" y="33"/>
                    <a:pt x="79" y="33"/>
                  </a:cubicBezTo>
                  <a:cubicBezTo>
                    <a:pt x="79" y="29"/>
                    <a:pt x="79" y="26"/>
                    <a:pt x="78" y="25"/>
                  </a:cubicBezTo>
                  <a:cubicBezTo>
                    <a:pt x="78" y="24"/>
                    <a:pt x="78" y="24"/>
                    <a:pt x="78" y="23"/>
                  </a:cubicBezTo>
                  <a:cubicBezTo>
                    <a:pt x="77" y="23"/>
                    <a:pt x="77" y="23"/>
                    <a:pt x="76" y="23"/>
                  </a:cubicBezTo>
                  <a:cubicBezTo>
                    <a:pt x="75" y="23"/>
                    <a:pt x="74" y="23"/>
                    <a:pt x="74" y="23"/>
                  </a:cubicBezTo>
                  <a:cubicBezTo>
                    <a:pt x="73" y="22"/>
                    <a:pt x="73" y="22"/>
                    <a:pt x="73" y="22"/>
                  </a:cubicBezTo>
                  <a:cubicBezTo>
                    <a:pt x="83" y="18"/>
                    <a:pt x="83" y="18"/>
                    <a:pt x="83" y="18"/>
                  </a:cubicBezTo>
                  <a:cubicBezTo>
                    <a:pt x="85" y="18"/>
                    <a:pt x="85" y="18"/>
                    <a:pt x="85" y="18"/>
                  </a:cubicBezTo>
                  <a:cubicBezTo>
                    <a:pt x="85" y="26"/>
                    <a:pt x="85" y="26"/>
                    <a:pt x="85" y="26"/>
                  </a:cubicBezTo>
                  <a:close/>
                  <a:moveTo>
                    <a:pt x="132" y="19"/>
                  </a:moveTo>
                  <a:cubicBezTo>
                    <a:pt x="136" y="19"/>
                    <a:pt x="140" y="21"/>
                    <a:pt x="144" y="25"/>
                  </a:cubicBezTo>
                  <a:cubicBezTo>
                    <a:pt x="146" y="28"/>
                    <a:pt x="148" y="32"/>
                    <a:pt x="148" y="36"/>
                  </a:cubicBezTo>
                  <a:cubicBezTo>
                    <a:pt x="148" y="40"/>
                    <a:pt x="147" y="42"/>
                    <a:pt x="146" y="46"/>
                  </a:cubicBezTo>
                  <a:cubicBezTo>
                    <a:pt x="144" y="49"/>
                    <a:pt x="142" y="51"/>
                    <a:pt x="140" y="53"/>
                  </a:cubicBezTo>
                  <a:cubicBezTo>
                    <a:pt x="137" y="54"/>
                    <a:pt x="134" y="55"/>
                    <a:pt x="131" y="55"/>
                  </a:cubicBezTo>
                  <a:cubicBezTo>
                    <a:pt x="126" y="55"/>
                    <a:pt x="122" y="53"/>
                    <a:pt x="120" y="49"/>
                  </a:cubicBezTo>
                  <a:cubicBezTo>
                    <a:pt x="117" y="46"/>
                    <a:pt x="116" y="42"/>
                    <a:pt x="116" y="38"/>
                  </a:cubicBezTo>
                  <a:cubicBezTo>
                    <a:pt x="116" y="34"/>
                    <a:pt x="117" y="31"/>
                    <a:pt x="118" y="28"/>
                  </a:cubicBezTo>
                  <a:cubicBezTo>
                    <a:pt x="120" y="26"/>
                    <a:pt x="122" y="23"/>
                    <a:pt x="124" y="22"/>
                  </a:cubicBezTo>
                  <a:cubicBezTo>
                    <a:pt x="126" y="20"/>
                    <a:pt x="129" y="19"/>
                    <a:pt x="132" y="19"/>
                  </a:cubicBezTo>
                  <a:close/>
                  <a:moveTo>
                    <a:pt x="130" y="21"/>
                  </a:moveTo>
                  <a:cubicBezTo>
                    <a:pt x="129" y="21"/>
                    <a:pt x="128" y="22"/>
                    <a:pt x="127" y="22"/>
                  </a:cubicBezTo>
                  <a:cubicBezTo>
                    <a:pt x="126" y="23"/>
                    <a:pt x="124" y="24"/>
                    <a:pt x="124" y="26"/>
                  </a:cubicBezTo>
                  <a:cubicBezTo>
                    <a:pt x="123" y="28"/>
                    <a:pt x="122" y="31"/>
                    <a:pt x="122" y="34"/>
                  </a:cubicBezTo>
                  <a:cubicBezTo>
                    <a:pt x="122" y="39"/>
                    <a:pt x="123" y="43"/>
                    <a:pt x="125" y="47"/>
                  </a:cubicBezTo>
                  <a:cubicBezTo>
                    <a:pt x="127" y="50"/>
                    <a:pt x="130" y="52"/>
                    <a:pt x="133" y="52"/>
                  </a:cubicBezTo>
                  <a:cubicBezTo>
                    <a:pt x="135" y="52"/>
                    <a:pt x="137" y="51"/>
                    <a:pt x="138" y="49"/>
                  </a:cubicBezTo>
                  <a:cubicBezTo>
                    <a:pt x="140" y="47"/>
                    <a:pt x="141" y="44"/>
                    <a:pt x="141" y="39"/>
                  </a:cubicBezTo>
                  <a:cubicBezTo>
                    <a:pt x="141" y="33"/>
                    <a:pt x="140" y="28"/>
                    <a:pt x="137" y="25"/>
                  </a:cubicBezTo>
                  <a:cubicBezTo>
                    <a:pt x="135" y="22"/>
                    <a:pt x="133" y="21"/>
                    <a:pt x="130" y="21"/>
                  </a:cubicBezTo>
                  <a:close/>
                  <a:moveTo>
                    <a:pt x="167" y="1"/>
                  </a:moveTo>
                  <a:cubicBezTo>
                    <a:pt x="167" y="46"/>
                    <a:pt x="167" y="46"/>
                    <a:pt x="167" y="46"/>
                  </a:cubicBezTo>
                  <a:cubicBezTo>
                    <a:pt x="167" y="48"/>
                    <a:pt x="167" y="50"/>
                    <a:pt x="168" y="50"/>
                  </a:cubicBezTo>
                  <a:cubicBezTo>
                    <a:pt x="168" y="51"/>
                    <a:pt x="168" y="52"/>
                    <a:pt x="169" y="52"/>
                  </a:cubicBezTo>
                  <a:cubicBezTo>
                    <a:pt x="170" y="52"/>
                    <a:pt x="170" y="52"/>
                    <a:pt x="172" y="52"/>
                  </a:cubicBezTo>
                  <a:cubicBezTo>
                    <a:pt x="172" y="54"/>
                    <a:pt x="172" y="54"/>
                    <a:pt x="172" y="54"/>
                  </a:cubicBezTo>
                  <a:cubicBezTo>
                    <a:pt x="156" y="54"/>
                    <a:pt x="156" y="54"/>
                    <a:pt x="156" y="54"/>
                  </a:cubicBezTo>
                  <a:cubicBezTo>
                    <a:pt x="156" y="52"/>
                    <a:pt x="156" y="52"/>
                    <a:pt x="156" y="52"/>
                  </a:cubicBezTo>
                  <a:cubicBezTo>
                    <a:pt x="158" y="52"/>
                    <a:pt x="159" y="52"/>
                    <a:pt x="160" y="52"/>
                  </a:cubicBezTo>
                  <a:cubicBezTo>
                    <a:pt x="160" y="52"/>
                    <a:pt x="160" y="51"/>
                    <a:pt x="161" y="50"/>
                  </a:cubicBezTo>
                  <a:cubicBezTo>
                    <a:pt x="161" y="50"/>
                    <a:pt x="161" y="48"/>
                    <a:pt x="161" y="46"/>
                  </a:cubicBezTo>
                  <a:cubicBezTo>
                    <a:pt x="161" y="15"/>
                    <a:pt x="161" y="15"/>
                    <a:pt x="161" y="15"/>
                  </a:cubicBezTo>
                  <a:cubicBezTo>
                    <a:pt x="161" y="11"/>
                    <a:pt x="161" y="9"/>
                    <a:pt x="161" y="8"/>
                  </a:cubicBezTo>
                  <a:cubicBezTo>
                    <a:pt x="161" y="7"/>
                    <a:pt x="160" y="6"/>
                    <a:pt x="160" y="6"/>
                  </a:cubicBezTo>
                  <a:cubicBezTo>
                    <a:pt x="160" y="6"/>
                    <a:pt x="159" y="6"/>
                    <a:pt x="158" y="6"/>
                  </a:cubicBezTo>
                  <a:cubicBezTo>
                    <a:pt x="158" y="6"/>
                    <a:pt x="157" y="6"/>
                    <a:pt x="156" y="6"/>
                  </a:cubicBezTo>
                  <a:cubicBezTo>
                    <a:pt x="155" y="5"/>
                    <a:pt x="155" y="5"/>
                    <a:pt x="155" y="5"/>
                  </a:cubicBezTo>
                  <a:cubicBezTo>
                    <a:pt x="165" y="1"/>
                    <a:pt x="165" y="1"/>
                    <a:pt x="165" y="1"/>
                  </a:cubicBezTo>
                  <a:cubicBezTo>
                    <a:pt x="167" y="1"/>
                    <a:pt x="167" y="1"/>
                    <a:pt x="167" y="1"/>
                  </a:cubicBezTo>
                  <a:cubicBezTo>
                    <a:pt x="167" y="1"/>
                    <a:pt x="167" y="1"/>
                    <a:pt x="167" y="1"/>
                  </a:cubicBezTo>
                  <a:close/>
                  <a:moveTo>
                    <a:pt x="196" y="19"/>
                  </a:moveTo>
                  <a:cubicBezTo>
                    <a:pt x="201" y="19"/>
                    <a:pt x="205" y="21"/>
                    <a:pt x="208" y="25"/>
                  </a:cubicBezTo>
                  <a:cubicBezTo>
                    <a:pt x="210" y="28"/>
                    <a:pt x="212" y="32"/>
                    <a:pt x="212" y="36"/>
                  </a:cubicBezTo>
                  <a:cubicBezTo>
                    <a:pt x="212" y="40"/>
                    <a:pt x="211" y="42"/>
                    <a:pt x="210" y="46"/>
                  </a:cubicBezTo>
                  <a:cubicBezTo>
                    <a:pt x="209" y="49"/>
                    <a:pt x="207" y="51"/>
                    <a:pt x="204" y="53"/>
                  </a:cubicBezTo>
                  <a:cubicBezTo>
                    <a:pt x="202" y="54"/>
                    <a:pt x="199" y="55"/>
                    <a:pt x="196" y="55"/>
                  </a:cubicBezTo>
                  <a:cubicBezTo>
                    <a:pt x="191" y="55"/>
                    <a:pt x="187" y="53"/>
                    <a:pt x="184" y="49"/>
                  </a:cubicBezTo>
                  <a:cubicBezTo>
                    <a:pt x="182" y="46"/>
                    <a:pt x="181" y="42"/>
                    <a:pt x="181" y="38"/>
                  </a:cubicBezTo>
                  <a:cubicBezTo>
                    <a:pt x="181" y="34"/>
                    <a:pt x="182" y="31"/>
                    <a:pt x="183" y="28"/>
                  </a:cubicBezTo>
                  <a:cubicBezTo>
                    <a:pt x="185" y="26"/>
                    <a:pt x="187" y="23"/>
                    <a:pt x="189" y="22"/>
                  </a:cubicBezTo>
                  <a:cubicBezTo>
                    <a:pt x="190" y="20"/>
                    <a:pt x="193" y="19"/>
                    <a:pt x="196" y="19"/>
                  </a:cubicBezTo>
                  <a:close/>
                  <a:moveTo>
                    <a:pt x="195" y="21"/>
                  </a:moveTo>
                  <a:cubicBezTo>
                    <a:pt x="194" y="21"/>
                    <a:pt x="192" y="22"/>
                    <a:pt x="191" y="22"/>
                  </a:cubicBezTo>
                  <a:cubicBezTo>
                    <a:pt x="190" y="23"/>
                    <a:pt x="188" y="24"/>
                    <a:pt x="188" y="26"/>
                  </a:cubicBezTo>
                  <a:cubicBezTo>
                    <a:pt x="187" y="28"/>
                    <a:pt x="186" y="31"/>
                    <a:pt x="186" y="34"/>
                  </a:cubicBezTo>
                  <a:cubicBezTo>
                    <a:pt x="186" y="39"/>
                    <a:pt x="187" y="43"/>
                    <a:pt x="189" y="47"/>
                  </a:cubicBezTo>
                  <a:cubicBezTo>
                    <a:pt x="191" y="50"/>
                    <a:pt x="194" y="52"/>
                    <a:pt x="197" y="52"/>
                  </a:cubicBezTo>
                  <a:cubicBezTo>
                    <a:pt x="199" y="52"/>
                    <a:pt x="201" y="51"/>
                    <a:pt x="202" y="49"/>
                  </a:cubicBezTo>
                  <a:cubicBezTo>
                    <a:pt x="204" y="47"/>
                    <a:pt x="205" y="44"/>
                    <a:pt x="205" y="39"/>
                  </a:cubicBezTo>
                  <a:cubicBezTo>
                    <a:pt x="205" y="33"/>
                    <a:pt x="204" y="28"/>
                    <a:pt x="201" y="25"/>
                  </a:cubicBezTo>
                  <a:cubicBezTo>
                    <a:pt x="200" y="22"/>
                    <a:pt x="197" y="21"/>
                    <a:pt x="195" y="21"/>
                  </a:cubicBezTo>
                  <a:close/>
                  <a:moveTo>
                    <a:pt x="229" y="41"/>
                  </a:moveTo>
                  <a:cubicBezTo>
                    <a:pt x="227" y="40"/>
                    <a:pt x="225" y="39"/>
                    <a:pt x="224" y="37"/>
                  </a:cubicBezTo>
                  <a:cubicBezTo>
                    <a:pt x="223" y="35"/>
                    <a:pt x="222" y="33"/>
                    <a:pt x="222" y="31"/>
                  </a:cubicBezTo>
                  <a:cubicBezTo>
                    <a:pt x="222" y="28"/>
                    <a:pt x="224" y="24"/>
                    <a:pt x="226" y="22"/>
                  </a:cubicBezTo>
                  <a:cubicBezTo>
                    <a:pt x="228" y="20"/>
                    <a:pt x="232" y="18"/>
                    <a:pt x="235" y="18"/>
                  </a:cubicBezTo>
                  <a:cubicBezTo>
                    <a:pt x="238" y="18"/>
                    <a:pt x="241" y="19"/>
                    <a:pt x="243" y="21"/>
                  </a:cubicBezTo>
                  <a:cubicBezTo>
                    <a:pt x="250" y="21"/>
                    <a:pt x="250" y="21"/>
                    <a:pt x="250" y="21"/>
                  </a:cubicBezTo>
                  <a:cubicBezTo>
                    <a:pt x="251" y="21"/>
                    <a:pt x="252" y="21"/>
                    <a:pt x="252" y="21"/>
                  </a:cubicBezTo>
                  <a:cubicBezTo>
                    <a:pt x="252" y="21"/>
                    <a:pt x="252" y="21"/>
                    <a:pt x="252" y="21"/>
                  </a:cubicBezTo>
                  <a:cubicBezTo>
                    <a:pt x="252" y="22"/>
                    <a:pt x="252" y="22"/>
                    <a:pt x="252" y="22"/>
                  </a:cubicBezTo>
                  <a:cubicBezTo>
                    <a:pt x="252" y="23"/>
                    <a:pt x="252" y="24"/>
                    <a:pt x="252" y="24"/>
                  </a:cubicBezTo>
                  <a:cubicBezTo>
                    <a:pt x="252" y="24"/>
                    <a:pt x="252" y="24"/>
                    <a:pt x="252" y="24"/>
                  </a:cubicBezTo>
                  <a:cubicBezTo>
                    <a:pt x="252" y="24"/>
                    <a:pt x="251" y="24"/>
                    <a:pt x="250" y="24"/>
                  </a:cubicBezTo>
                  <a:cubicBezTo>
                    <a:pt x="246" y="24"/>
                    <a:pt x="246" y="24"/>
                    <a:pt x="246" y="24"/>
                  </a:cubicBezTo>
                  <a:cubicBezTo>
                    <a:pt x="247" y="26"/>
                    <a:pt x="248" y="28"/>
                    <a:pt x="248" y="31"/>
                  </a:cubicBezTo>
                  <a:cubicBezTo>
                    <a:pt x="248" y="34"/>
                    <a:pt x="246" y="37"/>
                    <a:pt x="244" y="39"/>
                  </a:cubicBezTo>
                  <a:cubicBezTo>
                    <a:pt x="242" y="41"/>
                    <a:pt x="238" y="42"/>
                    <a:pt x="235" y="42"/>
                  </a:cubicBezTo>
                  <a:cubicBezTo>
                    <a:pt x="233" y="42"/>
                    <a:pt x="232" y="42"/>
                    <a:pt x="230" y="41"/>
                  </a:cubicBezTo>
                  <a:cubicBezTo>
                    <a:pt x="229" y="42"/>
                    <a:pt x="228" y="43"/>
                    <a:pt x="228" y="44"/>
                  </a:cubicBezTo>
                  <a:cubicBezTo>
                    <a:pt x="228" y="44"/>
                    <a:pt x="228" y="45"/>
                    <a:pt x="228" y="45"/>
                  </a:cubicBezTo>
                  <a:cubicBezTo>
                    <a:pt x="228" y="46"/>
                    <a:pt x="228" y="46"/>
                    <a:pt x="228" y="46"/>
                  </a:cubicBezTo>
                  <a:cubicBezTo>
                    <a:pt x="228" y="47"/>
                    <a:pt x="229" y="47"/>
                    <a:pt x="230" y="47"/>
                  </a:cubicBezTo>
                  <a:cubicBezTo>
                    <a:pt x="231" y="47"/>
                    <a:pt x="233" y="47"/>
                    <a:pt x="236" y="48"/>
                  </a:cubicBezTo>
                  <a:cubicBezTo>
                    <a:pt x="240" y="48"/>
                    <a:pt x="244" y="48"/>
                    <a:pt x="245" y="48"/>
                  </a:cubicBezTo>
                  <a:cubicBezTo>
                    <a:pt x="248" y="48"/>
                    <a:pt x="249" y="49"/>
                    <a:pt x="250" y="50"/>
                  </a:cubicBezTo>
                  <a:cubicBezTo>
                    <a:pt x="252" y="52"/>
                    <a:pt x="252" y="54"/>
                    <a:pt x="252" y="56"/>
                  </a:cubicBezTo>
                  <a:cubicBezTo>
                    <a:pt x="252" y="58"/>
                    <a:pt x="251" y="61"/>
                    <a:pt x="249" y="64"/>
                  </a:cubicBezTo>
                  <a:cubicBezTo>
                    <a:pt x="245" y="67"/>
                    <a:pt x="240" y="69"/>
                    <a:pt x="234" y="69"/>
                  </a:cubicBezTo>
                  <a:cubicBezTo>
                    <a:pt x="230" y="69"/>
                    <a:pt x="226" y="68"/>
                    <a:pt x="223" y="66"/>
                  </a:cubicBezTo>
                  <a:cubicBezTo>
                    <a:pt x="221" y="65"/>
                    <a:pt x="220" y="64"/>
                    <a:pt x="220" y="62"/>
                  </a:cubicBezTo>
                  <a:cubicBezTo>
                    <a:pt x="220" y="62"/>
                    <a:pt x="220" y="61"/>
                    <a:pt x="220" y="60"/>
                  </a:cubicBezTo>
                  <a:cubicBezTo>
                    <a:pt x="221" y="60"/>
                    <a:pt x="222" y="58"/>
                    <a:pt x="223" y="56"/>
                  </a:cubicBezTo>
                  <a:cubicBezTo>
                    <a:pt x="223" y="56"/>
                    <a:pt x="224" y="55"/>
                    <a:pt x="226" y="52"/>
                  </a:cubicBezTo>
                  <a:cubicBezTo>
                    <a:pt x="225" y="52"/>
                    <a:pt x="224" y="51"/>
                    <a:pt x="224" y="50"/>
                  </a:cubicBezTo>
                  <a:cubicBezTo>
                    <a:pt x="223" y="50"/>
                    <a:pt x="223" y="49"/>
                    <a:pt x="223" y="48"/>
                  </a:cubicBezTo>
                  <a:cubicBezTo>
                    <a:pt x="223" y="48"/>
                    <a:pt x="223" y="46"/>
                    <a:pt x="224" y="45"/>
                  </a:cubicBezTo>
                  <a:cubicBezTo>
                    <a:pt x="225" y="45"/>
                    <a:pt x="226" y="44"/>
                    <a:pt x="229" y="41"/>
                  </a:cubicBezTo>
                  <a:close/>
                  <a:moveTo>
                    <a:pt x="235" y="20"/>
                  </a:moveTo>
                  <a:cubicBezTo>
                    <a:pt x="233" y="20"/>
                    <a:pt x="232" y="21"/>
                    <a:pt x="230" y="22"/>
                  </a:cubicBezTo>
                  <a:cubicBezTo>
                    <a:pt x="229" y="24"/>
                    <a:pt x="229" y="26"/>
                    <a:pt x="229" y="29"/>
                  </a:cubicBezTo>
                  <a:cubicBezTo>
                    <a:pt x="229" y="33"/>
                    <a:pt x="230" y="36"/>
                    <a:pt x="231" y="38"/>
                  </a:cubicBezTo>
                  <a:cubicBezTo>
                    <a:pt x="232" y="40"/>
                    <a:pt x="234" y="41"/>
                    <a:pt x="236" y="41"/>
                  </a:cubicBezTo>
                  <a:cubicBezTo>
                    <a:pt x="238" y="41"/>
                    <a:pt x="239" y="40"/>
                    <a:pt x="240" y="39"/>
                  </a:cubicBezTo>
                  <a:cubicBezTo>
                    <a:pt x="242" y="37"/>
                    <a:pt x="242" y="35"/>
                    <a:pt x="242" y="32"/>
                  </a:cubicBezTo>
                  <a:cubicBezTo>
                    <a:pt x="242" y="28"/>
                    <a:pt x="241" y="25"/>
                    <a:pt x="240" y="23"/>
                  </a:cubicBezTo>
                  <a:cubicBezTo>
                    <a:pt x="238" y="21"/>
                    <a:pt x="237" y="20"/>
                    <a:pt x="235" y="20"/>
                  </a:cubicBezTo>
                  <a:close/>
                  <a:moveTo>
                    <a:pt x="228" y="54"/>
                  </a:moveTo>
                  <a:cubicBezTo>
                    <a:pt x="227" y="55"/>
                    <a:pt x="226" y="56"/>
                    <a:pt x="226" y="57"/>
                  </a:cubicBezTo>
                  <a:cubicBezTo>
                    <a:pt x="226" y="58"/>
                    <a:pt x="225" y="59"/>
                    <a:pt x="225" y="60"/>
                  </a:cubicBezTo>
                  <a:cubicBezTo>
                    <a:pt x="225" y="62"/>
                    <a:pt x="226" y="63"/>
                    <a:pt x="227" y="64"/>
                  </a:cubicBezTo>
                  <a:cubicBezTo>
                    <a:pt x="230" y="65"/>
                    <a:pt x="233" y="66"/>
                    <a:pt x="238" y="66"/>
                  </a:cubicBezTo>
                  <a:cubicBezTo>
                    <a:pt x="242" y="66"/>
                    <a:pt x="245" y="65"/>
                    <a:pt x="247" y="64"/>
                  </a:cubicBezTo>
                  <a:cubicBezTo>
                    <a:pt x="249" y="62"/>
                    <a:pt x="250" y="60"/>
                    <a:pt x="250" y="58"/>
                  </a:cubicBezTo>
                  <a:cubicBezTo>
                    <a:pt x="250" y="57"/>
                    <a:pt x="250" y="56"/>
                    <a:pt x="248" y="56"/>
                  </a:cubicBezTo>
                  <a:cubicBezTo>
                    <a:pt x="247" y="55"/>
                    <a:pt x="245" y="55"/>
                    <a:pt x="241" y="55"/>
                  </a:cubicBezTo>
                  <a:cubicBezTo>
                    <a:pt x="236" y="54"/>
                    <a:pt x="231" y="54"/>
                    <a:pt x="228" y="54"/>
                  </a:cubicBezTo>
                  <a:close/>
                  <a:moveTo>
                    <a:pt x="258" y="20"/>
                  </a:moveTo>
                  <a:cubicBezTo>
                    <a:pt x="274" y="20"/>
                    <a:pt x="274" y="20"/>
                    <a:pt x="274" y="20"/>
                  </a:cubicBezTo>
                  <a:cubicBezTo>
                    <a:pt x="274" y="21"/>
                    <a:pt x="274" y="21"/>
                    <a:pt x="274" y="21"/>
                  </a:cubicBezTo>
                  <a:cubicBezTo>
                    <a:pt x="273" y="21"/>
                    <a:pt x="273" y="21"/>
                    <a:pt x="273" y="21"/>
                  </a:cubicBezTo>
                  <a:cubicBezTo>
                    <a:pt x="272" y="21"/>
                    <a:pt x="271" y="21"/>
                    <a:pt x="270" y="22"/>
                  </a:cubicBezTo>
                  <a:cubicBezTo>
                    <a:pt x="270" y="22"/>
                    <a:pt x="270" y="23"/>
                    <a:pt x="270" y="23"/>
                  </a:cubicBezTo>
                  <a:cubicBezTo>
                    <a:pt x="270" y="24"/>
                    <a:pt x="270" y="26"/>
                    <a:pt x="271" y="27"/>
                  </a:cubicBezTo>
                  <a:cubicBezTo>
                    <a:pt x="279" y="44"/>
                    <a:pt x="279" y="44"/>
                    <a:pt x="279" y="44"/>
                  </a:cubicBezTo>
                  <a:cubicBezTo>
                    <a:pt x="286" y="26"/>
                    <a:pt x="286" y="26"/>
                    <a:pt x="286" y="26"/>
                  </a:cubicBezTo>
                  <a:cubicBezTo>
                    <a:pt x="286" y="24"/>
                    <a:pt x="287" y="24"/>
                    <a:pt x="287" y="22"/>
                  </a:cubicBezTo>
                  <a:cubicBezTo>
                    <a:pt x="287" y="22"/>
                    <a:pt x="287" y="22"/>
                    <a:pt x="286" y="21"/>
                  </a:cubicBezTo>
                  <a:cubicBezTo>
                    <a:pt x="286" y="21"/>
                    <a:pt x="286" y="21"/>
                    <a:pt x="286" y="20"/>
                  </a:cubicBezTo>
                  <a:cubicBezTo>
                    <a:pt x="285" y="20"/>
                    <a:pt x="284" y="20"/>
                    <a:pt x="284" y="20"/>
                  </a:cubicBezTo>
                  <a:cubicBezTo>
                    <a:pt x="284" y="19"/>
                    <a:pt x="284" y="19"/>
                    <a:pt x="284" y="19"/>
                  </a:cubicBezTo>
                  <a:cubicBezTo>
                    <a:pt x="294" y="19"/>
                    <a:pt x="294" y="19"/>
                    <a:pt x="294" y="19"/>
                  </a:cubicBezTo>
                  <a:cubicBezTo>
                    <a:pt x="294" y="20"/>
                    <a:pt x="294" y="20"/>
                    <a:pt x="294" y="20"/>
                  </a:cubicBezTo>
                  <a:cubicBezTo>
                    <a:pt x="294" y="20"/>
                    <a:pt x="293" y="20"/>
                    <a:pt x="292" y="20"/>
                  </a:cubicBezTo>
                  <a:cubicBezTo>
                    <a:pt x="292" y="21"/>
                    <a:pt x="292" y="21"/>
                    <a:pt x="291" y="22"/>
                  </a:cubicBezTo>
                  <a:cubicBezTo>
                    <a:pt x="290" y="22"/>
                    <a:pt x="290" y="23"/>
                    <a:pt x="290" y="25"/>
                  </a:cubicBezTo>
                  <a:cubicBezTo>
                    <a:pt x="276" y="59"/>
                    <a:pt x="276" y="59"/>
                    <a:pt x="276" y="59"/>
                  </a:cubicBezTo>
                  <a:cubicBezTo>
                    <a:pt x="275" y="62"/>
                    <a:pt x="274" y="64"/>
                    <a:pt x="271" y="66"/>
                  </a:cubicBezTo>
                  <a:cubicBezTo>
                    <a:pt x="269" y="68"/>
                    <a:pt x="267" y="69"/>
                    <a:pt x="265" y="69"/>
                  </a:cubicBezTo>
                  <a:cubicBezTo>
                    <a:pt x="264" y="69"/>
                    <a:pt x="263" y="68"/>
                    <a:pt x="262" y="68"/>
                  </a:cubicBezTo>
                  <a:cubicBezTo>
                    <a:pt x="261" y="67"/>
                    <a:pt x="260" y="66"/>
                    <a:pt x="260" y="65"/>
                  </a:cubicBezTo>
                  <a:cubicBezTo>
                    <a:pt x="260" y="64"/>
                    <a:pt x="261" y="63"/>
                    <a:pt x="261" y="62"/>
                  </a:cubicBezTo>
                  <a:cubicBezTo>
                    <a:pt x="262" y="62"/>
                    <a:pt x="263" y="62"/>
                    <a:pt x="264" y="62"/>
                  </a:cubicBezTo>
                  <a:cubicBezTo>
                    <a:pt x="265" y="62"/>
                    <a:pt x="266" y="62"/>
                    <a:pt x="267" y="62"/>
                  </a:cubicBezTo>
                  <a:cubicBezTo>
                    <a:pt x="268" y="63"/>
                    <a:pt x="269" y="63"/>
                    <a:pt x="269" y="63"/>
                  </a:cubicBezTo>
                  <a:cubicBezTo>
                    <a:pt x="270" y="63"/>
                    <a:pt x="270" y="62"/>
                    <a:pt x="271" y="62"/>
                  </a:cubicBezTo>
                  <a:cubicBezTo>
                    <a:pt x="272" y="61"/>
                    <a:pt x="273" y="59"/>
                    <a:pt x="274" y="57"/>
                  </a:cubicBezTo>
                  <a:cubicBezTo>
                    <a:pt x="276" y="51"/>
                    <a:pt x="276" y="51"/>
                    <a:pt x="276" y="51"/>
                  </a:cubicBezTo>
                  <a:cubicBezTo>
                    <a:pt x="264" y="26"/>
                    <a:pt x="264" y="26"/>
                    <a:pt x="264" y="26"/>
                  </a:cubicBezTo>
                  <a:cubicBezTo>
                    <a:pt x="264" y="25"/>
                    <a:pt x="264" y="24"/>
                    <a:pt x="263" y="23"/>
                  </a:cubicBezTo>
                  <a:cubicBezTo>
                    <a:pt x="262" y="22"/>
                    <a:pt x="262" y="21"/>
                    <a:pt x="261" y="21"/>
                  </a:cubicBezTo>
                  <a:cubicBezTo>
                    <a:pt x="261" y="21"/>
                    <a:pt x="260" y="20"/>
                    <a:pt x="258" y="20"/>
                  </a:cubicBezTo>
                  <a:cubicBezTo>
                    <a:pt x="258" y="20"/>
                    <a:pt x="258" y="20"/>
                    <a:pt x="258" y="20"/>
                  </a:cubicBezTo>
                  <a:close/>
                  <a:moveTo>
                    <a:pt x="331" y="19"/>
                  </a:moveTo>
                  <a:cubicBezTo>
                    <a:pt x="336" y="19"/>
                    <a:pt x="340" y="21"/>
                    <a:pt x="343" y="25"/>
                  </a:cubicBezTo>
                  <a:cubicBezTo>
                    <a:pt x="346" y="28"/>
                    <a:pt x="347" y="32"/>
                    <a:pt x="347" y="36"/>
                  </a:cubicBezTo>
                  <a:cubicBezTo>
                    <a:pt x="347" y="40"/>
                    <a:pt x="346" y="42"/>
                    <a:pt x="345" y="46"/>
                  </a:cubicBezTo>
                  <a:cubicBezTo>
                    <a:pt x="344" y="49"/>
                    <a:pt x="342" y="51"/>
                    <a:pt x="339" y="53"/>
                  </a:cubicBezTo>
                  <a:cubicBezTo>
                    <a:pt x="336" y="54"/>
                    <a:pt x="334" y="55"/>
                    <a:pt x="331" y="55"/>
                  </a:cubicBezTo>
                  <a:cubicBezTo>
                    <a:pt x="326" y="55"/>
                    <a:pt x="322" y="53"/>
                    <a:pt x="319" y="49"/>
                  </a:cubicBezTo>
                  <a:cubicBezTo>
                    <a:pt x="317" y="46"/>
                    <a:pt x="316" y="42"/>
                    <a:pt x="316" y="38"/>
                  </a:cubicBezTo>
                  <a:cubicBezTo>
                    <a:pt x="316" y="34"/>
                    <a:pt x="316" y="31"/>
                    <a:pt x="318" y="28"/>
                  </a:cubicBezTo>
                  <a:cubicBezTo>
                    <a:pt x="320" y="26"/>
                    <a:pt x="322" y="23"/>
                    <a:pt x="324" y="22"/>
                  </a:cubicBezTo>
                  <a:cubicBezTo>
                    <a:pt x="326" y="20"/>
                    <a:pt x="328" y="19"/>
                    <a:pt x="331" y="19"/>
                  </a:cubicBezTo>
                  <a:close/>
                  <a:moveTo>
                    <a:pt x="330" y="21"/>
                  </a:moveTo>
                  <a:cubicBezTo>
                    <a:pt x="329" y="21"/>
                    <a:pt x="328" y="22"/>
                    <a:pt x="326" y="22"/>
                  </a:cubicBezTo>
                  <a:cubicBezTo>
                    <a:pt x="325" y="23"/>
                    <a:pt x="324" y="24"/>
                    <a:pt x="323" y="26"/>
                  </a:cubicBezTo>
                  <a:cubicBezTo>
                    <a:pt x="322" y="28"/>
                    <a:pt x="322" y="31"/>
                    <a:pt x="322" y="34"/>
                  </a:cubicBezTo>
                  <a:cubicBezTo>
                    <a:pt x="322" y="39"/>
                    <a:pt x="323" y="43"/>
                    <a:pt x="325" y="47"/>
                  </a:cubicBezTo>
                  <a:cubicBezTo>
                    <a:pt x="327" y="50"/>
                    <a:pt x="329" y="52"/>
                    <a:pt x="332" y="52"/>
                  </a:cubicBezTo>
                  <a:cubicBezTo>
                    <a:pt x="335" y="52"/>
                    <a:pt x="337" y="51"/>
                    <a:pt x="338" y="49"/>
                  </a:cubicBezTo>
                  <a:cubicBezTo>
                    <a:pt x="340" y="47"/>
                    <a:pt x="340" y="44"/>
                    <a:pt x="340" y="39"/>
                  </a:cubicBezTo>
                  <a:cubicBezTo>
                    <a:pt x="340" y="33"/>
                    <a:pt x="339" y="28"/>
                    <a:pt x="337" y="25"/>
                  </a:cubicBezTo>
                  <a:cubicBezTo>
                    <a:pt x="335" y="22"/>
                    <a:pt x="332" y="21"/>
                    <a:pt x="330" y="21"/>
                  </a:cubicBezTo>
                  <a:close/>
                  <a:moveTo>
                    <a:pt x="368" y="22"/>
                  </a:moveTo>
                  <a:cubicBezTo>
                    <a:pt x="368" y="45"/>
                    <a:pt x="368" y="45"/>
                    <a:pt x="368" y="45"/>
                  </a:cubicBezTo>
                  <a:cubicBezTo>
                    <a:pt x="368" y="48"/>
                    <a:pt x="368" y="50"/>
                    <a:pt x="369" y="51"/>
                  </a:cubicBezTo>
                  <a:cubicBezTo>
                    <a:pt x="370" y="52"/>
                    <a:pt x="371" y="52"/>
                    <a:pt x="373" y="52"/>
                  </a:cubicBezTo>
                  <a:cubicBezTo>
                    <a:pt x="376" y="52"/>
                    <a:pt x="376" y="52"/>
                    <a:pt x="376" y="52"/>
                  </a:cubicBezTo>
                  <a:cubicBezTo>
                    <a:pt x="376" y="54"/>
                    <a:pt x="376" y="54"/>
                    <a:pt x="376" y="54"/>
                  </a:cubicBezTo>
                  <a:cubicBezTo>
                    <a:pt x="356" y="54"/>
                    <a:pt x="356" y="54"/>
                    <a:pt x="356" y="54"/>
                  </a:cubicBezTo>
                  <a:cubicBezTo>
                    <a:pt x="356" y="52"/>
                    <a:pt x="356" y="52"/>
                    <a:pt x="356" y="52"/>
                  </a:cubicBezTo>
                  <a:cubicBezTo>
                    <a:pt x="358" y="52"/>
                    <a:pt x="358" y="52"/>
                    <a:pt x="358" y="52"/>
                  </a:cubicBezTo>
                  <a:cubicBezTo>
                    <a:pt x="358" y="52"/>
                    <a:pt x="360" y="52"/>
                    <a:pt x="360" y="52"/>
                  </a:cubicBezTo>
                  <a:cubicBezTo>
                    <a:pt x="361" y="51"/>
                    <a:pt x="362" y="50"/>
                    <a:pt x="362" y="50"/>
                  </a:cubicBezTo>
                  <a:cubicBezTo>
                    <a:pt x="362" y="49"/>
                    <a:pt x="362" y="47"/>
                    <a:pt x="362" y="45"/>
                  </a:cubicBezTo>
                  <a:cubicBezTo>
                    <a:pt x="362" y="22"/>
                    <a:pt x="362" y="22"/>
                    <a:pt x="362" y="22"/>
                  </a:cubicBezTo>
                  <a:cubicBezTo>
                    <a:pt x="356" y="22"/>
                    <a:pt x="356" y="22"/>
                    <a:pt x="356" y="22"/>
                  </a:cubicBezTo>
                  <a:cubicBezTo>
                    <a:pt x="356" y="20"/>
                    <a:pt x="356" y="20"/>
                    <a:pt x="356" y="20"/>
                  </a:cubicBezTo>
                  <a:cubicBezTo>
                    <a:pt x="362" y="20"/>
                    <a:pt x="362" y="20"/>
                    <a:pt x="362" y="20"/>
                  </a:cubicBezTo>
                  <a:cubicBezTo>
                    <a:pt x="362" y="17"/>
                    <a:pt x="362" y="17"/>
                    <a:pt x="362" y="17"/>
                  </a:cubicBezTo>
                  <a:cubicBezTo>
                    <a:pt x="362" y="14"/>
                    <a:pt x="363" y="11"/>
                    <a:pt x="364" y="8"/>
                  </a:cubicBezTo>
                  <a:cubicBezTo>
                    <a:pt x="365" y="6"/>
                    <a:pt x="367" y="4"/>
                    <a:pt x="369" y="3"/>
                  </a:cubicBezTo>
                  <a:cubicBezTo>
                    <a:pt x="371" y="2"/>
                    <a:pt x="373" y="1"/>
                    <a:pt x="376" y="1"/>
                  </a:cubicBezTo>
                  <a:cubicBezTo>
                    <a:pt x="378" y="1"/>
                    <a:pt x="381" y="2"/>
                    <a:pt x="383" y="3"/>
                  </a:cubicBezTo>
                  <a:cubicBezTo>
                    <a:pt x="384" y="4"/>
                    <a:pt x="385" y="6"/>
                    <a:pt x="385" y="7"/>
                  </a:cubicBezTo>
                  <a:cubicBezTo>
                    <a:pt x="385" y="8"/>
                    <a:pt x="384" y="8"/>
                    <a:pt x="384" y="9"/>
                  </a:cubicBezTo>
                  <a:cubicBezTo>
                    <a:pt x="383" y="10"/>
                    <a:pt x="383" y="10"/>
                    <a:pt x="382" y="10"/>
                  </a:cubicBezTo>
                  <a:cubicBezTo>
                    <a:pt x="382" y="10"/>
                    <a:pt x="381" y="9"/>
                    <a:pt x="380" y="9"/>
                  </a:cubicBezTo>
                  <a:cubicBezTo>
                    <a:pt x="380" y="8"/>
                    <a:pt x="379" y="8"/>
                    <a:pt x="378" y="6"/>
                  </a:cubicBezTo>
                  <a:cubicBezTo>
                    <a:pt x="377" y="5"/>
                    <a:pt x="376" y="4"/>
                    <a:pt x="376" y="3"/>
                  </a:cubicBezTo>
                  <a:cubicBezTo>
                    <a:pt x="375" y="3"/>
                    <a:pt x="374" y="2"/>
                    <a:pt x="373" y="2"/>
                  </a:cubicBezTo>
                  <a:cubicBezTo>
                    <a:pt x="372" y="2"/>
                    <a:pt x="371" y="3"/>
                    <a:pt x="370" y="3"/>
                  </a:cubicBezTo>
                  <a:cubicBezTo>
                    <a:pt x="370" y="4"/>
                    <a:pt x="369" y="5"/>
                    <a:pt x="369" y="6"/>
                  </a:cubicBezTo>
                  <a:cubicBezTo>
                    <a:pt x="368" y="7"/>
                    <a:pt x="368" y="10"/>
                    <a:pt x="368" y="16"/>
                  </a:cubicBezTo>
                  <a:cubicBezTo>
                    <a:pt x="368" y="18"/>
                    <a:pt x="368" y="18"/>
                    <a:pt x="368" y="18"/>
                  </a:cubicBezTo>
                  <a:cubicBezTo>
                    <a:pt x="377" y="18"/>
                    <a:pt x="377" y="18"/>
                    <a:pt x="377" y="18"/>
                  </a:cubicBezTo>
                  <a:cubicBezTo>
                    <a:pt x="377" y="22"/>
                    <a:pt x="377" y="22"/>
                    <a:pt x="377" y="22"/>
                  </a:cubicBezTo>
                  <a:cubicBezTo>
                    <a:pt x="368" y="22"/>
                    <a:pt x="368" y="22"/>
                    <a:pt x="368" y="22"/>
                  </a:cubicBezTo>
                  <a:close/>
                  <a:moveTo>
                    <a:pt x="440" y="2"/>
                  </a:moveTo>
                  <a:cubicBezTo>
                    <a:pt x="441" y="20"/>
                    <a:pt x="441" y="20"/>
                    <a:pt x="441" y="20"/>
                  </a:cubicBezTo>
                  <a:cubicBezTo>
                    <a:pt x="440" y="20"/>
                    <a:pt x="440" y="20"/>
                    <a:pt x="440" y="20"/>
                  </a:cubicBezTo>
                  <a:cubicBezTo>
                    <a:pt x="438" y="14"/>
                    <a:pt x="436" y="11"/>
                    <a:pt x="433" y="8"/>
                  </a:cubicBezTo>
                  <a:cubicBezTo>
                    <a:pt x="430" y="6"/>
                    <a:pt x="427" y="5"/>
                    <a:pt x="423" y="5"/>
                  </a:cubicBezTo>
                  <a:cubicBezTo>
                    <a:pt x="420" y="5"/>
                    <a:pt x="417" y="6"/>
                    <a:pt x="414" y="8"/>
                  </a:cubicBezTo>
                  <a:cubicBezTo>
                    <a:pt x="412" y="9"/>
                    <a:pt x="410" y="12"/>
                    <a:pt x="408" y="16"/>
                  </a:cubicBezTo>
                  <a:cubicBezTo>
                    <a:pt x="407" y="19"/>
                    <a:pt x="406" y="24"/>
                    <a:pt x="406" y="30"/>
                  </a:cubicBezTo>
                  <a:cubicBezTo>
                    <a:pt x="406" y="34"/>
                    <a:pt x="407" y="38"/>
                    <a:pt x="408" y="42"/>
                  </a:cubicBezTo>
                  <a:cubicBezTo>
                    <a:pt x="409" y="45"/>
                    <a:pt x="412" y="48"/>
                    <a:pt x="414" y="49"/>
                  </a:cubicBezTo>
                  <a:cubicBezTo>
                    <a:pt x="417" y="51"/>
                    <a:pt x="420" y="52"/>
                    <a:pt x="424" y="52"/>
                  </a:cubicBezTo>
                  <a:cubicBezTo>
                    <a:pt x="427" y="52"/>
                    <a:pt x="430" y="51"/>
                    <a:pt x="432" y="50"/>
                  </a:cubicBezTo>
                  <a:cubicBezTo>
                    <a:pt x="435" y="49"/>
                    <a:pt x="438" y="46"/>
                    <a:pt x="440" y="42"/>
                  </a:cubicBezTo>
                  <a:cubicBezTo>
                    <a:pt x="442" y="42"/>
                    <a:pt x="442" y="42"/>
                    <a:pt x="442" y="42"/>
                  </a:cubicBezTo>
                  <a:cubicBezTo>
                    <a:pt x="439" y="47"/>
                    <a:pt x="436" y="50"/>
                    <a:pt x="433" y="52"/>
                  </a:cubicBezTo>
                  <a:cubicBezTo>
                    <a:pt x="430" y="54"/>
                    <a:pt x="426" y="56"/>
                    <a:pt x="422" y="56"/>
                  </a:cubicBezTo>
                  <a:cubicBezTo>
                    <a:pt x="414" y="56"/>
                    <a:pt x="407" y="52"/>
                    <a:pt x="403" y="46"/>
                  </a:cubicBezTo>
                  <a:cubicBezTo>
                    <a:pt x="400" y="42"/>
                    <a:pt x="398" y="36"/>
                    <a:pt x="398" y="30"/>
                  </a:cubicBezTo>
                  <a:cubicBezTo>
                    <a:pt x="398" y="25"/>
                    <a:pt x="399" y="20"/>
                    <a:pt x="401" y="16"/>
                  </a:cubicBezTo>
                  <a:cubicBezTo>
                    <a:pt x="403" y="12"/>
                    <a:pt x="406" y="8"/>
                    <a:pt x="410" y="6"/>
                  </a:cubicBezTo>
                  <a:cubicBezTo>
                    <a:pt x="414" y="4"/>
                    <a:pt x="418" y="3"/>
                    <a:pt x="422" y="3"/>
                  </a:cubicBezTo>
                  <a:cubicBezTo>
                    <a:pt x="426" y="3"/>
                    <a:pt x="429" y="4"/>
                    <a:pt x="433" y="6"/>
                  </a:cubicBezTo>
                  <a:cubicBezTo>
                    <a:pt x="434" y="6"/>
                    <a:pt x="434" y="6"/>
                    <a:pt x="435" y="6"/>
                  </a:cubicBezTo>
                  <a:cubicBezTo>
                    <a:pt x="436" y="6"/>
                    <a:pt x="436" y="6"/>
                    <a:pt x="436" y="6"/>
                  </a:cubicBezTo>
                  <a:cubicBezTo>
                    <a:pt x="437" y="5"/>
                    <a:pt x="438" y="4"/>
                    <a:pt x="438" y="3"/>
                  </a:cubicBezTo>
                  <a:cubicBezTo>
                    <a:pt x="440" y="2"/>
                    <a:pt x="440" y="2"/>
                    <a:pt x="440" y="2"/>
                  </a:cubicBezTo>
                  <a:close/>
                  <a:moveTo>
                    <a:pt x="460" y="1"/>
                  </a:moveTo>
                  <a:cubicBezTo>
                    <a:pt x="460" y="26"/>
                    <a:pt x="460" y="26"/>
                    <a:pt x="460" y="26"/>
                  </a:cubicBezTo>
                  <a:cubicBezTo>
                    <a:pt x="463" y="22"/>
                    <a:pt x="465" y="21"/>
                    <a:pt x="466" y="20"/>
                  </a:cubicBezTo>
                  <a:cubicBezTo>
                    <a:pt x="468" y="19"/>
                    <a:pt x="470" y="18"/>
                    <a:pt x="471" y="18"/>
                  </a:cubicBezTo>
                  <a:cubicBezTo>
                    <a:pt x="473" y="18"/>
                    <a:pt x="475" y="19"/>
                    <a:pt x="476" y="20"/>
                  </a:cubicBezTo>
                  <a:cubicBezTo>
                    <a:pt x="477" y="21"/>
                    <a:pt x="478" y="23"/>
                    <a:pt x="479" y="25"/>
                  </a:cubicBezTo>
                  <a:cubicBezTo>
                    <a:pt x="479" y="27"/>
                    <a:pt x="480" y="30"/>
                    <a:pt x="480" y="34"/>
                  </a:cubicBezTo>
                  <a:cubicBezTo>
                    <a:pt x="480" y="46"/>
                    <a:pt x="480" y="46"/>
                    <a:pt x="480" y="46"/>
                  </a:cubicBezTo>
                  <a:cubicBezTo>
                    <a:pt x="480" y="48"/>
                    <a:pt x="480" y="50"/>
                    <a:pt x="480" y="50"/>
                  </a:cubicBezTo>
                  <a:cubicBezTo>
                    <a:pt x="480" y="51"/>
                    <a:pt x="481" y="52"/>
                    <a:pt x="481" y="52"/>
                  </a:cubicBezTo>
                  <a:cubicBezTo>
                    <a:pt x="482" y="52"/>
                    <a:pt x="483" y="52"/>
                    <a:pt x="484" y="52"/>
                  </a:cubicBezTo>
                  <a:cubicBezTo>
                    <a:pt x="484" y="54"/>
                    <a:pt x="484" y="54"/>
                    <a:pt x="484" y="54"/>
                  </a:cubicBezTo>
                  <a:cubicBezTo>
                    <a:pt x="468" y="54"/>
                    <a:pt x="468" y="54"/>
                    <a:pt x="468" y="54"/>
                  </a:cubicBezTo>
                  <a:cubicBezTo>
                    <a:pt x="468" y="52"/>
                    <a:pt x="468" y="52"/>
                    <a:pt x="468" y="52"/>
                  </a:cubicBezTo>
                  <a:cubicBezTo>
                    <a:pt x="469" y="52"/>
                    <a:pt x="469" y="52"/>
                    <a:pt x="469" y="52"/>
                  </a:cubicBezTo>
                  <a:cubicBezTo>
                    <a:pt x="471" y="52"/>
                    <a:pt x="472" y="52"/>
                    <a:pt x="472" y="52"/>
                  </a:cubicBezTo>
                  <a:cubicBezTo>
                    <a:pt x="473" y="51"/>
                    <a:pt x="474" y="50"/>
                    <a:pt x="474" y="50"/>
                  </a:cubicBezTo>
                  <a:cubicBezTo>
                    <a:pt x="474" y="49"/>
                    <a:pt x="474" y="48"/>
                    <a:pt x="474" y="46"/>
                  </a:cubicBezTo>
                  <a:cubicBezTo>
                    <a:pt x="474" y="34"/>
                    <a:pt x="474" y="34"/>
                    <a:pt x="474" y="34"/>
                  </a:cubicBezTo>
                  <a:cubicBezTo>
                    <a:pt x="474" y="30"/>
                    <a:pt x="474" y="28"/>
                    <a:pt x="473" y="27"/>
                  </a:cubicBezTo>
                  <a:cubicBezTo>
                    <a:pt x="473" y="26"/>
                    <a:pt x="472" y="25"/>
                    <a:pt x="472" y="24"/>
                  </a:cubicBezTo>
                  <a:cubicBezTo>
                    <a:pt x="471" y="24"/>
                    <a:pt x="470" y="23"/>
                    <a:pt x="469" y="23"/>
                  </a:cubicBezTo>
                  <a:cubicBezTo>
                    <a:pt x="468" y="23"/>
                    <a:pt x="466" y="24"/>
                    <a:pt x="465" y="24"/>
                  </a:cubicBezTo>
                  <a:cubicBezTo>
                    <a:pt x="464" y="25"/>
                    <a:pt x="462" y="26"/>
                    <a:pt x="461" y="28"/>
                  </a:cubicBezTo>
                  <a:cubicBezTo>
                    <a:pt x="461" y="46"/>
                    <a:pt x="461" y="46"/>
                    <a:pt x="461" y="46"/>
                  </a:cubicBezTo>
                  <a:cubicBezTo>
                    <a:pt x="461" y="48"/>
                    <a:pt x="461" y="50"/>
                    <a:pt x="461" y="50"/>
                  </a:cubicBezTo>
                  <a:cubicBezTo>
                    <a:pt x="462" y="51"/>
                    <a:pt x="462" y="52"/>
                    <a:pt x="462" y="52"/>
                  </a:cubicBezTo>
                  <a:cubicBezTo>
                    <a:pt x="463" y="52"/>
                    <a:pt x="464" y="52"/>
                    <a:pt x="466" y="52"/>
                  </a:cubicBezTo>
                  <a:cubicBezTo>
                    <a:pt x="466" y="54"/>
                    <a:pt x="466" y="54"/>
                    <a:pt x="466" y="54"/>
                  </a:cubicBezTo>
                  <a:cubicBezTo>
                    <a:pt x="450" y="54"/>
                    <a:pt x="450" y="54"/>
                    <a:pt x="450" y="54"/>
                  </a:cubicBezTo>
                  <a:cubicBezTo>
                    <a:pt x="450" y="52"/>
                    <a:pt x="450" y="52"/>
                    <a:pt x="450" y="52"/>
                  </a:cubicBezTo>
                  <a:cubicBezTo>
                    <a:pt x="451" y="52"/>
                    <a:pt x="452" y="52"/>
                    <a:pt x="453" y="52"/>
                  </a:cubicBezTo>
                  <a:cubicBezTo>
                    <a:pt x="454" y="51"/>
                    <a:pt x="454" y="51"/>
                    <a:pt x="454" y="50"/>
                  </a:cubicBezTo>
                  <a:cubicBezTo>
                    <a:pt x="455" y="49"/>
                    <a:pt x="455" y="48"/>
                    <a:pt x="455" y="46"/>
                  </a:cubicBezTo>
                  <a:cubicBezTo>
                    <a:pt x="455" y="15"/>
                    <a:pt x="455" y="15"/>
                    <a:pt x="455" y="15"/>
                  </a:cubicBezTo>
                  <a:cubicBezTo>
                    <a:pt x="455" y="11"/>
                    <a:pt x="455" y="8"/>
                    <a:pt x="454" y="8"/>
                  </a:cubicBezTo>
                  <a:cubicBezTo>
                    <a:pt x="454" y="7"/>
                    <a:pt x="454" y="6"/>
                    <a:pt x="454" y="6"/>
                  </a:cubicBezTo>
                  <a:cubicBezTo>
                    <a:pt x="453" y="5"/>
                    <a:pt x="453" y="5"/>
                    <a:pt x="452" y="5"/>
                  </a:cubicBezTo>
                  <a:cubicBezTo>
                    <a:pt x="452" y="5"/>
                    <a:pt x="451" y="5"/>
                    <a:pt x="450" y="6"/>
                  </a:cubicBezTo>
                  <a:cubicBezTo>
                    <a:pt x="449" y="4"/>
                    <a:pt x="449" y="4"/>
                    <a:pt x="449" y="4"/>
                  </a:cubicBezTo>
                  <a:cubicBezTo>
                    <a:pt x="459" y="0"/>
                    <a:pt x="459" y="0"/>
                    <a:pt x="459" y="0"/>
                  </a:cubicBezTo>
                  <a:cubicBezTo>
                    <a:pt x="460" y="1"/>
                    <a:pt x="460" y="1"/>
                    <a:pt x="460" y="1"/>
                  </a:cubicBezTo>
                  <a:close/>
                  <a:moveTo>
                    <a:pt x="499" y="1"/>
                  </a:moveTo>
                  <a:cubicBezTo>
                    <a:pt x="500" y="1"/>
                    <a:pt x="501" y="1"/>
                    <a:pt x="501" y="2"/>
                  </a:cubicBezTo>
                  <a:cubicBezTo>
                    <a:pt x="502" y="3"/>
                    <a:pt x="502" y="4"/>
                    <a:pt x="502" y="5"/>
                  </a:cubicBezTo>
                  <a:cubicBezTo>
                    <a:pt x="502" y="6"/>
                    <a:pt x="502" y="7"/>
                    <a:pt x="501" y="8"/>
                  </a:cubicBezTo>
                  <a:cubicBezTo>
                    <a:pt x="500" y="8"/>
                    <a:pt x="500" y="9"/>
                    <a:pt x="499" y="9"/>
                  </a:cubicBezTo>
                  <a:cubicBezTo>
                    <a:pt x="498" y="9"/>
                    <a:pt x="497" y="8"/>
                    <a:pt x="496" y="8"/>
                  </a:cubicBezTo>
                  <a:cubicBezTo>
                    <a:pt x="496" y="7"/>
                    <a:pt x="495" y="6"/>
                    <a:pt x="495" y="5"/>
                  </a:cubicBezTo>
                  <a:cubicBezTo>
                    <a:pt x="495" y="4"/>
                    <a:pt x="496" y="3"/>
                    <a:pt x="496" y="2"/>
                  </a:cubicBezTo>
                  <a:cubicBezTo>
                    <a:pt x="497" y="1"/>
                    <a:pt x="498" y="1"/>
                    <a:pt x="499" y="1"/>
                  </a:cubicBezTo>
                  <a:close/>
                  <a:moveTo>
                    <a:pt x="502" y="19"/>
                  </a:moveTo>
                  <a:cubicBezTo>
                    <a:pt x="502" y="46"/>
                    <a:pt x="502" y="46"/>
                    <a:pt x="502" y="46"/>
                  </a:cubicBezTo>
                  <a:cubicBezTo>
                    <a:pt x="502" y="48"/>
                    <a:pt x="502" y="50"/>
                    <a:pt x="502" y="50"/>
                  </a:cubicBezTo>
                  <a:cubicBezTo>
                    <a:pt x="503" y="51"/>
                    <a:pt x="503" y="52"/>
                    <a:pt x="504" y="52"/>
                  </a:cubicBezTo>
                  <a:cubicBezTo>
                    <a:pt x="504" y="52"/>
                    <a:pt x="505" y="52"/>
                    <a:pt x="507" y="52"/>
                  </a:cubicBezTo>
                  <a:cubicBezTo>
                    <a:pt x="507" y="54"/>
                    <a:pt x="507" y="54"/>
                    <a:pt x="507" y="54"/>
                  </a:cubicBezTo>
                  <a:cubicBezTo>
                    <a:pt x="491" y="54"/>
                    <a:pt x="491" y="54"/>
                    <a:pt x="491" y="54"/>
                  </a:cubicBezTo>
                  <a:cubicBezTo>
                    <a:pt x="491" y="52"/>
                    <a:pt x="491" y="52"/>
                    <a:pt x="491" y="52"/>
                  </a:cubicBezTo>
                  <a:cubicBezTo>
                    <a:pt x="492" y="52"/>
                    <a:pt x="494" y="52"/>
                    <a:pt x="494" y="52"/>
                  </a:cubicBezTo>
                  <a:cubicBezTo>
                    <a:pt x="494" y="52"/>
                    <a:pt x="495" y="51"/>
                    <a:pt x="495" y="50"/>
                  </a:cubicBezTo>
                  <a:cubicBezTo>
                    <a:pt x="496" y="50"/>
                    <a:pt x="496" y="48"/>
                    <a:pt x="496" y="46"/>
                  </a:cubicBezTo>
                  <a:cubicBezTo>
                    <a:pt x="496" y="33"/>
                    <a:pt x="496" y="33"/>
                    <a:pt x="496" y="33"/>
                  </a:cubicBezTo>
                  <a:cubicBezTo>
                    <a:pt x="496" y="29"/>
                    <a:pt x="496" y="27"/>
                    <a:pt x="495" y="26"/>
                  </a:cubicBezTo>
                  <a:cubicBezTo>
                    <a:pt x="495" y="25"/>
                    <a:pt x="495" y="24"/>
                    <a:pt x="494" y="24"/>
                  </a:cubicBezTo>
                  <a:cubicBezTo>
                    <a:pt x="494" y="24"/>
                    <a:pt x="494" y="24"/>
                    <a:pt x="493" y="24"/>
                  </a:cubicBezTo>
                  <a:cubicBezTo>
                    <a:pt x="492" y="24"/>
                    <a:pt x="491" y="24"/>
                    <a:pt x="490" y="24"/>
                  </a:cubicBezTo>
                  <a:cubicBezTo>
                    <a:pt x="490" y="23"/>
                    <a:pt x="490" y="23"/>
                    <a:pt x="490" y="23"/>
                  </a:cubicBezTo>
                  <a:cubicBezTo>
                    <a:pt x="500" y="19"/>
                    <a:pt x="500" y="19"/>
                    <a:pt x="500" y="19"/>
                  </a:cubicBezTo>
                  <a:cubicBezTo>
                    <a:pt x="502" y="19"/>
                    <a:pt x="502" y="19"/>
                    <a:pt x="502" y="19"/>
                  </a:cubicBezTo>
                  <a:close/>
                  <a:moveTo>
                    <a:pt x="524" y="26"/>
                  </a:moveTo>
                  <a:cubicBezTo>
                    <a:pt x="528" y="21"/>
                    <a:pt x="532" y="19"/>
                    <a:pt x="535" y="19"/>
                  </a:cubicBezTo>
                  <a:cubicBezTo>
                    <a:pt x="536" y="19"/>
                    <a:pt x="538" y="19"/>
                    <a:pt x="540" y="20"/>
                  </a:cubicBezTo>
                  <a:cubicBezTo>
                    <a:pt x="541" y="21"/>
                    <a:pt x="542" y="22"/>
                    <a:pt x="543" y="24"/>
                  </a:cubicBezTo>
                  <a:cubicBezTo>
                    <a:pt x="543" y="26"/>
                    <a:pt x="544" y="28"/>
                    <a:pt x="544" y="31"/>
                  </a:cubicBezTo>
                  <a:cubicBezTo>
                    <a:pt x="544" y="46"/>
                    <a:pt x="544" y="46"/>
                    <a:pt x="544" y="46"/>
                  </a:cubicBezTo>
                  <a:cubicBezTo>
                    <a:pt x="544" y="48"/>
                    <a:pt x="544" y="49"/>
                    <a:pt x="544" y="50"/>
                  </a:cubicBezTo>
                  <a:cubicBezTo>
                    <a:pt x="544" y="51"/>
                    <a:pt x="545" y="51"/>
                    <a:pt x="545" y="52"/>
                  </a:cubicBezTo>
                  <a:cubicBezTo>
                    <a:pt x="546" y="52"/>
                    <a:pt x="547" y="52"/>
                    <a:pt x="548" y="52"/>
                  </a:cubicBezTo>
                  <a:cubicBezTo>
                    <a:pt x="548" y="53"/>
                    <a:pt x="548" y="53"/>
                    <a:pt x="548" y="53"/>
                  </a:cubicBezTo>
                  <a:cubicBezTo>
                    <a:pt x="532" y="53"/>
                    <a:pt x="532" y="53"/>
                    <a:pt x="532" y="53"/>
                  </a:cubicBezTo>
                  <a:cubicBezTo>
                    <a:pt x="532" y="52"/>
                    <a:pt x="532" y="52"/>
                    <a:pt x="532" y="52"/>
                  </a:cubicBezTo>
                  <a:cubicBezTo>
                    <a:pt x="533" y="52"/>
                    <a:pt x="533" y="52"/>
                    <a:pt x="533" y="52"/>
                  </a:cubicBezTo>
                  <a:cubicBezTo>
                    <a:pt x="535" y="52"/>
                    <a:pt x="536" y="52"/>
                    <a:pt x="536" y="51"/>
                  </a:cubicBezTo>
                  <a:cubicBezTo>
                    <a:pt x="537" y="51"/>
                    <a:pt x="538" y="50"/>
                    <a:pt x="538" y="49"/>
                  </a:cubicBezTo>
                  <a:cubicBezTo>
                    <a:pt x="538" y="49"/>
                    <a:pt x="538" y="48"/>
                    <a:pt x="538" y="46"/>
                  </a:cubicBezTo>
                  <a:cubicBezTo>
                    <a:pt x="538" y="32"/>
                    <a:pt x="538" y="32"/>
                    <a:pt x="538" y="32"/>
                  </a:cubicBezTo>
                  <a:cubicBezTo>
                    <a:pt x="538" y="28"/>
                    <a:pt x="537" y="26"/>
                    <a:pt x="536" y="25"/>
                  </a:cubicBezTo>
                  <a:cubicBezTo>
                    <a:pt x="536" y="24"/>
                    <a:pt x="534" y="23"/>
                    <a:pt x="532" y="23"/>
                  </a:cubicBezTo>
                  <a:cubicBezTo>
                    <a:pt x="530" y="23"/>
                    <a:pt x="527" y="24"/>
                    <a:pt x="524" y="28"/>
                  </a:cubicBezTo>
                  <a:cubicBezTo>
                    <a:pt x="524" y="46"/>
                    <a:pt x="524" y="46"/>
                    <a:pt x="524" y="46"/>
                  </a:cubicBezTo>
                  <a:cubicBezTo>
                    <a:pt x="524" y="48"/>
                    <a:pt x="524" y="49"/>
                    <a:pt x="524" y="50"/>
                  </a:cubicBezTo>
                  <a:cubicBezTo>
                    <a:pt x="525" y="51"/>
                    <a:pt x="525" y="51"/>
                    <a:pt x="526" y="52"/>
                  </a:cubicBezTo>
                  <a:cubicBezTo>
                    <a:pt x="526" y="52"/>
                    <a:pt x="527" y="52"/>
                    <a:pt x="529" y="52"/>
                  </a:cubicBezTo>
                  <a:cubicBezTo>
                    <a:pt x="529" y="53"/>
                    <a:pt x="529" y="53"/>
                    <a:pt x="529" y="53"/>
                  </a:cubicBezTo>
                  <a:cubicBezTo>
                    <a:pt x="513" y="53"/>
                    <a:pt x="513" y="53"/>
                    <a:pt x="513" y="53"/>
                  </a:cubicBezTo>
                  <a:cubicBezTo>
                    <a:pt x="513" y="52"/>
                    <a:pt x="513" y="52"/>
                    <a:pt x="513" y="52"/>
                  </a:cubicBezTo>
                  <a:cubicBezTo>
                    <a:pt x="514" y="52"/>
                    <a:pt x="514" y="52"/>
                    <a:pt x="514" y="52"/>
                  </a:cubicBezTo>
                  <a:cubicBezTo>
                    <a:pt x="516" y="52"/>
                    <a:pt x="517" y="52"/>
                    <a:pt x="517" y="51"/>
                  </a:cubicBezTo>
                  <a:cubicBezTo>
                    <a:pt x="518" y="50"/>
                    <a:pt x="518" y="48"/>
                    <a:pt x="518" y="46"/>
                  </a:cubicBezTo>
                  <a:cubicBezTo>
                    <a:pt x="518" y="33"/>
                    <a:pt x="518" y="33"/>
                    <a:pt x="518" y="33"/>
                  </a:cubicBezTo>
                  <a:cubicBezTo>
                    <a:pt x="518" y="29"/>
                    <a:pt x="518" y="26"/>
                    <a:pt x="518" y="25"/>
                  </a:cubicBezTo>
                  <a:cubicBezTo>
                    <a:pt x="518" y="24"/>
                    <a:pt x="517" y="24"/>
                    <a:pt x="517" y="23"/>
                  </a:cubicBezTo>
                  <a:cubicBezTo>
                    <a:pt x="516" y="23"/>
                    <a:pt x="516" y="23"/>
                    <a:pt x="515" y="23"/>
                  </a:cubicBezTo>
                  <a:cubicBezTo>
                    <a:pt x="514" y="23"/>
                    <a:pt x="514" y="23"/>
                    <a:pt x="513" y="23"/>
                  </a:cubicBezTo>
                  <a:cubicBezTo>
                    <a:pt x="512" y="22"/>
                    <a:pt x="512" y="22"/>
                    <a:pt x="512" y="22"/>
                  </a:cubicBezTo>
                  <a:cubicBezTo>
                    <a:pt x="522" y="18"/>
                    <a:pt x="522" y="18"/>
                    <a:pt x="522" y="18"/>
                  </a:cubicBezTo>
                  <a:cubicBezTo>
                    <a:pt x="524" y="18"/>
                    <a:pt x="524" y="18"/>
                    <a:pt x="524" y="18"/>
                  </a:cubicBezTo>
                  <a:cubicBezTo>
                    <a:pt x="524" y="26"/>
                    <a:pt x="524" y="26"/>
                    <a:pt x="524" y="26"/>
                  </a:cubicBezTo>
                  <a:close/>
                  <a:moveTo>
                    <a:pt x="573" y="49"/>
                  </a:moveTo>
                  <a:cubicBezTo>
                    <a:pt x="570" y="52"/>
                    <a:pt x="568" y="53"/>
                    <a:pt x="567" y="54"/>
                  </a:cubicBezTo>
                  <a:cubicBezTo>
                    <a:pt x="566" y="54"/>
                    <a:pt x="564" y="54"/>
                    <a:pt x="563" y="54"/>
                  </a:cubicBezTo>
                  <a:cubicBezTo>
                    <a:pt x="560" y="54"/>
                    <a:pt x="559" y="54"/>
                    <a:pt x="557" y="52"/>
                  </a:cubicBezTo>
                  <a:cubicBezTo>
                    <a:pt x="556" y="50"/>
                    <a:pt x="555" y="48"/>
                    <a:pt x="555" y="46"/>
                  </a:cubicBezTo>
                  <a:cubicBezTo>
                    <a:pt x="555" y="44"/>
                    <a:pt x="556" y="42"/>
                    <a:pt x="556" y="41"/>
                  </a:cubicBezTo>
                  <a:cubicBezTo>
                    <a:pt x="557" y="40"/>
                    <a:pt x="559" y="38"/>
                    <a:pt x="562" y="36"/>
                  </a:cubicBezTo>
                  <a:cubicBezTo>
                    <a:pt x="564" y="35"/>
                    <a:pt x="568" y="33"/>
                    <a:pt x="574" y="31"/>
                  </a:cubicBezTo>
                  <a:cubicBezTo>
                    <a:pt x="574" y="30"/>
                    <a:pt x="574" y="30"/>
                    <a:pt x="574" y="30"/>
                  </a:cubicBezTo>
                  <a:cubicBezTo>
                    <a:pt x="574" y="26"/>
                    <a:pt x="573" y="24"/>
                    <a:pt x="572" y="23"/>
                  </a:cubicBezTo>
                  <a:cubicBezTo>
                    <a:pt x="571" y="22"/>
                    <a:pt x="570" y="21"/>
                    <a:pt x="568" y="21"/>
                  </a:cubicBezTo>
                  <a:cubicBezTo>
                    <a:pt x="566" y="21"/>
                    <a:pt x="565" y="21"/>
                    <a:pt x="564" y="22"/>
                  </a:cubicBezTo>
                  <a:cubicBezTo>
                    <a:pt x="563" y="23"/>
                    <a:pt x="563" y="24"/>
                    <a:pt x="563" y="25"/>
                  </a:cubicBezTo>
                  <a:cubicBezTo>
                    <a:pt x="563" y="27"/>
                    <a:pt x="563" y="27"/>
                    <a:pt x="563" y="27"/>
                  </a:cubicBezTo>
                  <a:cubicBezTo>
                    <a:pt x="563" y="28"/>
                    <a:pt x="562" y="29"/>
                    <a:pt x="562" y="30"/>
                  </a:cubicBezTo>
                  <a:cubicBezTo>
                    <a:pt x="562" y="30"/>
                    <a:pt x="561" y="30"/>
                    <a:pt x="560" y="30"/>
                  </a:cubicBezTo>
                  <a:cubicBezTo>
                    <a:pt x="559" y="30"/>
                    <a:pt x="558" y="30"/>
                    <a:pt x="558" y="30"/>
                  </a:cubicBezTo>
                  <a:cubicBezTo>
                    <a:pt x="558" y="29"/>
                    <a:pt x="557" y="28"/>
                    <a:pt x="557" y="27"/>
                  </a:cubicBezTo>
                  <a:cubicBezTo>
                    <a:pt x="557" y="25"/>
                    <a:pt x="558" y="23"/>
                    <a:pt x="560" y="21"/>
                  </a:cubicBezTo>
                  <a:cubicBezTo>
                    <a:pt x="562" y="19"/>
                    <a:pt x="566" y="18"/>
                    <a:pt x="569" y="18"/>
                  </a:cubicBezTo>
                  <a:cubicBezTo>
                    <a:pt x="572" y="18"/>
                    <a:pt x="574" y="18"/>
                    <a:pt x="576" y="20"/>
                  </a:cubicBezTo>
                  <a:cubicBezTo>
                    <a:pt x="578" y="20"/>
                    <a:pt x="579" y="22"/>
                    <a:pt x="580" y="23"/>
                  </a:cubicBezTo>
                  <a:cubicBezTo>
                    <a:pt x="580" y="24"/>
                    <a:pt x="580" y="26"/>
                    <a:pt x="580" y="30"/>
                  </a:cubicBezTo>
                  <a:cubicBezTo>
                    <a:pt x="580" y="41"/>
                    <a:pt x="580" y="41"/>
                    <a:pt x="580" y="41"/>
                  </a:cubicBezTo>
                  <a:cubicBezTo>
                    <a:pt x="580" y="44"/>
                    <a:pt x="580" y="46"/>
                    <a:pt x="580" y="47"/>
                  </a:cubicBezTo>
                  <a:cubicBezTo>
                    <a:pt x="580" y="48"/>
                    <a:pt x="581" y="48"/>
                    <a:pt x="581" y="49"/>
                  </a:cubicBezTo>
                  <a:cubicBezTo>
                    <a:pt x="581" y="49"/>
                    <a:pt x="581" y="49"/>
                    <a:pt x="582" y="49"/>
                  </a:cubicBezTo>
                  <a:cubicBezTo>
                    <a:pt x="582" y="49"/>
                    <a:pt x="582" y="49"/>
                    <a:pt x="583" y="49"/>
                  </a:cubicBezTo>
                  <a:cubicBezTo>
                    <a:pt x="583" y="48"/>
                    <a:pt x="584" y="48"/>
                    <a:pt x="586" y="46"/>
                  </a:cubicBezTo>
                  <a:cubicBezTo>
                    <a:pt x="586" y="48"/>
                    <a:pt x="586" y="48"/>
                    <a:pt x="586" y="48"/>
                  </a:cubicBezTo>
                  <a:cubicBezTo>
                    <a:pt x="583" y="52"/>
                    <a:pt x="580" y="54"/>
                    <a:pt x="578" y="54"/>
                  </a:cubicBezTo>
                  <a:cubicBezTo>
                    <a:pt x="577" y="54"/>
                    <a:pt x="576" y="53"/>
                    <a:pt x="575" y="52"/>
                  </a:cubicBezTo>
                  <a:cubicBezTo>
                    <a:pt x="574" y="52"/>
                    <a:pt x="573" y="51"/>
                    <a:pt x="573" y="49"/>
                  </a:cubicBezTo>
                  <a:close/>
                  <a:moveTo>
                    <a:pt x="573" y="46"/>
                  </a:moveTo>
                  <a:cubicBezTo>
                    <a:pt x="573" y="34"/>
                    <a:pt x="573" y="34"/>
                    <a:pt x="573" y="34"/>
                  </a:cubicBezTo>
                  <a:cubicBezTo>
                    <a:pt x="570" y="35"/>
                    <a:pt x="567" y="36"/>
                    <a:pt x="566" y="37"/>
                  </a:cubicBezTo>
                  <a:cubicBezTo>
                    <a:pt x="564" y="38"/>
                    <a:pt x="563" y="39"/>
                    <a:pt x="562" y="40"/>
                  </a:cubicBezTo>
                  <a:cubicBezTo>
                    <a:pt x="562" y="42"/>
                    <a:pt x="561" y="43"/>
                    <a:pt x="561" y="44"/>
                  </a:cubicBezTo>
                  <a:cubicBezTo>
                    <a:pt x="561" y="46"/>
                    <a:pt x="562" y="48"/>
                    <a:pt x="563" y="49"/>
                  </a:cubicBezTo>
                  <a:cubicBezTo>
                    <a:pt x="564" y="50"/>
                    <a:pt x="565" y="50"/>
                    <a:pt x="566" y="50"/>
                  </a:cubicBezTo>
                  <a:cubicBezTo>
                    <a:pt x="568" y="50"/>
                    <a:pt x="570" y="49"/>
                    <a:pt x="573" y="4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44" name="Freeform 36"/>
            <p:cNvSpPr>
              <a:spLocks noEditPoints="1"/>
            </p:cNvSpPr>
            <p:nvPr/>
          </p:nvSpPr>
          <p:spPr bwMode="auto">
            <a:xfrm>
              <a:off x="9304400" y="4596116"/>
              <a:ext cx="2255838" cy="300038"/>
            </a:xfrm>
            <a:custGeom>
              <a:avLst/>
              <a:gdLst>
                <a:gd name="T0" fmla="*/ 1465 w 1513"/>
                <a:gd name="T1" fmla="*/ 107 h 200"/>
                <a:gd name="T2" fmla="*/ 1416 w 1513"/>
                <a:gd name="T3" fmla="*/ 130 h 200"/>
                <a:gd name="T4" fmla="*/ 1450 w 1513"/>
                <a:gd name="T5" fmla="*/ 47 h 200"/>
                <a:gd name="T6" fmla="*/ 1458 w 1513"/>
                <a:gd name="T7" fmla="*/ 70 h 200"/>
                <a:gd name="T8" fmla="*/ 1467 w 1513"/>
                <a:gd name="T9" fmla="*/ 146 h 200"/>
                <a:gd name="T10" fmla="*/ 1410 w 1513"/>
                <a:gd name="T11" fmla="*/ 171 h 200"/>
                <a:gd name="T12" fmla="*/ 1408 w 1513"/>
                <a:gd name="T13" fmla="*/ 153 h 200"/>
                <a:gd name="T14" fmla="*/ 1272 w 1513"/>
                <a:gd name="T15" fmla="*/ 125 h 200"/>
                <a:gd name="T16" fmla="*/ 1257 w 1513"/>
                <a:gd name="T17" fmla="*/ 79 h 200"/>
                <a:gd name="T18" fmla="*/ 1298 w 1513"/>
                <a:gd name="T19" fmla="*/ 59 h 200"/>
                <a:gd name="T20" fmla="*/ 1220 w 1513"/>
                <a:gd name="T21" fmla="*/ 139 h 200"/>
                <a:gd name="T22" fmla="*/ 1112 w 1513"/>
                <a:gd name="T23" fmla="*/ 16 h 200"/>
                <a:gd name="T24" fmla="*/ 1064 w 1513"/>
                <a:gd name="T25" fmla="*/ 107 h 200"/>
                <a:gd name="T26" fmla="*/ 1074 w 1513"/>
                <a:gd name="T27" fmla="*/ 95 h 200"/>
                <a:gd name="T28" fmla="*/ 1096 w 1513"/>
                <a:gd name="T29" fmla="*/ 49 h 200"/>
                <a:gd name="T30" fmla="*/ 1098 w 1513"/>
                <a:gd name="T31" fmla="*/ 84 h 200"/>
                <a:gd name="T32" fmla="*/ 1101 w 1513"/>
                <a:gd name="T33" fmla="*/ 154 h 200"/>
                <a:gd name="T34" fmla="*/ 1038 w 1513"/>
                <a:gd name="T35" fmla="*/ 172 h 200"/>
                <a:gd name="T36" fmla="*/ 862 w 1513"/>
                <a:gd name="T37" fmla="*/ 136 h 200"/>
                <a:gd name="T38" fmla="*/ 895 w 1513"/>
                <a:gd name="T39" fmla="*/ 103 h 200"/>
                <a:gd name="T40" fmla="*/ 856 w 1513"/>
                <a:gd name="T41" fmla="*/ 83 h 200"/>
                <a:gd name="T42" fmla="*/ 873 w 1513"/>
                <a:gd name="T43" fmla="*/ 80 h 200"/>
                <a:gd name="T44" fmla="*/ 905 w 1513"/>
                <a:gd name="T45" fmla="*/ 38 h 200"/>
                <a:gd name="T46" fmla="*/ 908 w 1513"/>
                <a:gd name="T47" fmla="*/ 83 h 200"/>
                <a:gd name="T48" fmla="*/ 874 w 1513"/>
                <a:gd name="T49" fmla="*/ 168 h 200"/>
                <a:gd name="T50" fmla="*/ 809 w 1513"/>
                <a:gd name="T51" fmla="*/ 149 h 200"/>
                <a:gd name="T52" fmla="*/ 704 w 1513"/>
                <a:gd name="T53" fmla="*/ 45 h 200"/>
                <a:gd name="T54" fmla="*/ 658 w 1513"/>
                <a:gd name="T55" fmla="*/ 45 h 200"/>
                <a:gd name="T56" fmla="*/ 694 w 1513"/>
                <a:gd name="T57" fmla="*/ 50 h 200"/>
                <a:gd name="T58" fmla="*/ 705 w 1513"/>
                <a:gd name="T59" fmla="*/ 55 h 200"/>
                <a:gd name="T60" fmla="*/ 697 w 1513"/>
                <a:gd name="T61" fmla="*/ 139 h 200"/>
                <a:gd name="T62" fmla="*/ 662 w 1513"/>
                <a:gd name="T63" fmla="*/ 179 h 200"/>
                <a:gd name="T64" fmla="*/ 686 w 1513"/>
                <a:gd name="T65" fmla="*/ 141 h 200"/>
                <a:gd name="T66" fmla="*/ 720 w 1513"/>
                <a:gd name="T67" fmla="*/ 90 h 200"/>
                <a:gd name="T68" fmla="*/ 540 w 1513"/>
                <a:gd name="T69" fmla="*/ 92 h 200"/>
                <a:gd name="T70" fmla="*/ 491 w 1513"/>
                <a:gd name="T71" fmla="*/ 115 h 200"/>
                <a:gd name="T72" fmla="*/ 466 w 1513"/>
                <a:gd name="T73" fmla="*/ 70 h 200"/>
                <a:gd name="T74" fmla="*/ 444 w 1513"/>
                <a:gd name="T75" fmla="*/ 90 h 200"/>
                <a:gd name="T76" fmla="*/ 426 w 1513"/>
                <a:gd name="T77" fmla="*/ 96 h 200"/>
                <a:gd name="T78" fmla="*/ 414 w 1513"/>
                <a:gd name="T79" fmla="*/ 90 h 200"/>
                <a:gd name="T80" fmla="*/ 502 w 1513"/>
                <a:gd name="T81" fmla="*/ 43 h 200"/>
                <a:gd name="T82" fmla="*/ 560 w 1513"/>
                <a:gd name="T83" fmla="*/ 85 h 200"/>
                <a:gd name="T84" fmla="*/ 520 w 1513"/>
                <a:gd name="T85" fmla="*/ 187 h 200"/>
                <a:gd name="T86" fmla="*/ 465 w 1513"/>
                <a:gd name="T87" fmla="*/ 119 h 200"/>
                <a:gd name="T88" fmla="*/ 442 w 1513"/>
                <a:gd name="T89" fmla="*/ 153 h 200"/>
                <a:gd name="T90" fmla="*/ 282 w 1513"/>
                <a:gd name="T91" fmla="*/ 98 h 200"/>
                <a:gd name="T92" fmla="*/ 259 w 1513"/>
                <a:gd name="T93" fmla="*/ 93 h 200"/>
                <a:gd name="T94" fmla="*/ 226 w 1513"/>
                <a:gd name="T95" fmla="*/ 158 h 200"/>
                <a:gd name="T96" fmla="*/ 307 w 1513"/>
                <a:gd name="T97" fmla="*/ 43 h 200"/>
                <a:gd name="T98" fmla="*/ 290 w 1513"/>
                <a:gd name="T99" fmla="*/ 120 h 200"/>
                <a:gd name="T100" fmla="*/ 234 w 1513"/>
                <a:gd name="T101" fmla="*/ 93 h 200"/>
                <a:gd name="T102" fmla="*/ 205 w 1513"/>
                <a:gd name="T103" fmla="*/ 107 h 200"/>
                <a:gd name="T104" fmla="*/ 226 w 1513"/>
                <a:gd name="T105" fmla="*/ 171 h 200"/>
                <a:gd name="T106" fmla="*/ 101 w 1513"/>
                <a:gd name="T107" fmla="*/ 63 h 200"/>
                <a:gd name="T108" fmla="*/ 32 w 1513"/>
                <a:gd name="T109" fmla="*/ 94 h 200"/>
                <a:gd name="T110" fmla="*/ 58 w 1513"/>
                <a:gd name="T111" fmla="*/ 7 h 200"/>
                <a:gd name="T112" fmla="*/ 104 w 1513"/>
                <a:gd name="T113" fmla="*/ 90 h 200"/>
                <a:gd name="T114" fmla="*/ 48 w 1513"/>
                <a:gd name="T115" fmla="*/ 152 h 200"/>
                <a:gd name="T116" fmla="*/ 3 w 1513"/>
                <a:gd name="T117" fmla="*/ 66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513" h="200">
                  <a:moveTo>
                    <a:pt x="1410" y="31"/>
                  </a:moveTo>
                  <a:cubicBezTo>
                    <a:pt x="1410" y="28"/>
                    <a:pt x="1410" y="26"/>
                    <a:pt x="1410" y="23"/>
                  </a:cubicBezTo>
                  <a:cubicBezTo>
                    <a:pt x="1418" y="21"/>
                    <a:pt x="1413" y="3"/>
                    <a:pt x="1421" y="0"/>
                  </a:cubicBezTo>
                  <a:cubicBezTo>
                    <a:pt x="1424" y="0"/>
                    <a:pt x="1424" y="0"/>
                    <a:pt x="1424" y="0"/>
                  </a:cubicBezTo>
                  <a:cubicBezTo>
                    <a:pt x="1425" y="3"/>
                    <a:pt x="1427" y="7"/>
                    <a:pt x="1428" y="11"/>
                  </a:cubicBezTo>
                  <a:cubicBezTo>
                    <a:pt x="1428" y="13"/>
                    <a:pt x="1428" y="15"/>
                    <a:pt x="1428" y="17"/>
                  </a:cubicBezTo>
                  <a:cubicBezTo>
                    <a:pt x="1431" y="30"/>
                    <a:pt x="1429" y="36"/>
                    <a:pt x="1427" y="47"/>
                  </a:cubicBezTo>
                  <a:cubicBezTo>
                    <a:pt x="1414" y="49"/>
                    <a:pt x="1415" y="38"/>
                    <a:pt x="1410" y="31"/>
                  </a:cubicBezTo>
                  <a:close/>
                  <a:moveTo>
                    <a:pt x="1442" y="122"/>
                  </a:moveTo>
                  <a:cubicBezTo>
                    <a:pt x="1442" y="107"/>
                    <a:pt x="1454" y="110"/>
                    <a:pt x="1465" y="107"/>
                  </a:cubicBezTo>
                  <a:cubicBezTo>
                    <a:pt x="1470" y="105"/>
                    <a:pt x="1478" y="101"/>
                    <a:pt x="1482" y="97"/>
                  </a:cubicBezTo>
                  <a:cubicBezTo>
                    <a:pt x="1484" y="95"/>
                    <a:pt x="1484" y="93"/>
                    <a:pt x="1486" y="91"/>
                  </a:cubicBezTo>
                  <a:cubicBezTo>
                    <a:pt x="1485" y="90"/>
                    <a:pt x="1485" y="88"/>
                    <a:pt x="1484" y="87"/>
                  </a:cubicBezTo>
                  <a:cubicBezTo>
                    <a:pt x="1482" y="86"/>
                    <a:pt x="1479" y="83"/>
                    <a:pt x="1477" y="83"/>
                  </a:cubicBezTo>
                  <a:cubicBezTo>
                    <a:pt x="1474" y="81"/>
                    <a:pt x="1470" y="82"/>
                    <a:pt x="1468" y="81"/>
                  </a:cubicBezTo>
                  <a:cubicBezTo>
                    <a:pt x="1452" y="83"/>
                    <a:pt x="1429" y="95"/>
                    <a:pt x="1424" y="105"/>
                  </a:cubicBezTo>
                  <a:cubicBezTo>
                    <a:pt x="1424" y="108"/>
                    <a:pt x="1424" y="111"/>
                    <a:pt x="1424" y="113"/>
                  </a:cubicBezTo>
                  <a:cubicBezTo>
                    <a:pt x="1426" y="115"/>
                    <a:pt x="1428" y="117"/>
                    <a:pt x="1430" y="119"/>
                  </a:cubicBezTo>
                  <a:cubicBezTo>
                    <a:pt x="1430" y="126"/>
                    <a:pt x="1430" y="134"/>
                    <a:pt x="1422" y="135"/>
                  </a:cubicBezTo>
                  <a:cubicBezTo>
                    <a:pt x="1420" y="133"/>
                    <a:pt x="1418" y="132"/>
                    <a:pt x="1416" y="130"/>
                  </a:cubicBezTo>
                  <a:cubicBezTo>
                    <a:pt x="1414" y="132"/>
                    <a:pt x="1413" y="133"/>
                    <a:pt x="1409" y="132"/>
                  </a:cubicBezTo>
                  <a:cubicBezTo>
                    <a:pt x="1407" y="128"/>
                    <a:pt x="1397" y="105"/>
                    <a:pt x="1398" y="102"/>
                  </a:cubicBezTo>
                  <a:cubicBezTo>
                    <a:pt x="1399" y="99"/>
                    <a:pt x="1405" y="97"/>
                    <a:pt x="1408" y="96"/>
                  </a:cubicBezTo>
                  <a:cubicBezTo>
                    <a:pt x="1414" y="93"/>
                    <a:pt x="1418" y="86"/>
                    <a:pt x="1423" y="82"/>
                  </a:cubicBezTo>
                  <a:cubicBezTo>
                    <a:pt x="1426" y="80"/>
                    <a:pt x="1430" y="80"/>
                    <a:pt x="1433" y="79"/>
                  </a:cubicBezTo>
                  <a:cubicBezTo>
                    <a:pt x="1441" y="75"/>
                    <a:pt x="1447" y="65"/>
                    <a:pt x="1454" y="59"/>
                  </a:cubicBezTo>
                  <a:cubicBezTo>
                    <a:pt x="1462" y="51"/>
                    <a:pt x="1472" y="50"/>
                    <a:pt x="1478" y="41"/>
                  </a:cubicBezTo>
                  <a:cubicBezTo>
                    <a:pt x="1478" y="41"/>
                    <a:pt x="1478" y="41"/>
                    <a:pt x="1478" y="40"/>
                  </a:cubicBezTo>
                  <a:cubicBezTo>
                    <a:pt x="1477" y="40"/>
                    <a:pt x="1477" y="40"/>
                    <a:pt x="1477" y="40"/>
                  </a:cubicBezTo>
                  <a:cubicBezTo>
                    <a:pt x="1472" y="45"/>
                    <a:pt x="1459" y="54"/>
                    <a:pt x="1450" y="47"/>
                  </a:cubicBezTo>
                  <a:cubicBezTo>
                    <a:pt x="1446" y="45"/>
                    <a:pt x="1447" y="40"/>
                    <a:pt x="1444" y="37"/>
                  </a:cubicBezTo>
                  <a:cubicBezTo>
                    <a:pt x="1443" y="35"/>
                    <a:pt x="1440" y="34"/>
                    <a:pt x="1440" y="31"/>
                  </a:cubicBezTo>
                  <a:cubicBezTo>
                    <a:pt x="1440" y="29"/>
                    <a:pt x="1441" y="28"/>
                    <a:pt x="1441" y="27"/>
                  </a:cubicBezTo>
                  <a:cubicBezTo>
                    <a:pt x="1447" y="27"/>
                    <a:pt x="1459" y="35"/>
                    <a:pt x="1462" y="38"/>
                  </a:cubicBezTo>
                  <a:cubicBezTo>
                    <a:pt x="1471" y="35"/>
                    <a:pt x="1480" y="33"/>
                    <a:pt x="1488" y="28"/>
                  </a:cubicBezTo>
                  <a:cubicBezTo>
                    <a:pt x="1491" y="26"/>
                    <a:pt x="1496" y="30"/>
                    <a:pt x="1498" y="29"/>
                  </a:cubicBezTo>
                  <a:cubicBezTo>
                    <a:pt x="1502" y="32"/>
                    <a:pt x="1508" y="48"/>
                    <a:pt x="1500" y="52"/>
                  </a:cubicBezTo>
                  <a:cubicBezTo>
                    <a:pt x="1496" y="53"/>
                    <a:pt x="1490" y="53"/>
                    <a:pt x="1486" y="54"/>
                  </a:cubicBezTo>
                  <a:cubicBezTo>
                    <a:pt x="1476" y="56"/>
                    <a:pt x="1464" y="63"/>
                    <a:pt x="1457" y="69"/>
                  </a:cubicBezTo>
                  <a:cubicBezTo>
                    <a:pt x="1457" y="69"/>
                    <a:pt x="1458" y="69"/>
                    <a:pt x="1458" y="70"/>
                  </a:cubicBezTo>
                  <a:cubicBezTo>
                    <a:pt x="1458" y="70"/>
                    <a:pt x="1458" y="70"/>
                    <a:pt x="1458" y="70"/>
                  </a:cubicBezTo>
                  <a:cubicBezTo>
                    <a:pt x="1462" y="71"/>
                    <a:pt x="1469" y="68"/>
                    <a:pt x="1474" y="71"/>
                  </a:cubicBezTo>
                  <a:cubicBezTo>
                    <a:pt x="1485" y="76"/>
                    <a:pt x="1500" y="81"/>
                    <a:pt x="1500" y="99"/>
                  </a:cubicBezTo>
                  <a:cubicBezTo>
                    <a:pt x="1497" y="100"/>
                    <a:pt x="1496" y="102"/>
                    <a:pt x="1494" y="103"/>
                  </a:cubicBezTo>
                  <a:cubicBezTo>
                    <a:pt x="1488" y="105"/>
                    <a:pt x="1482" y="105"/>
                    <a:pt x="1477" y="108"/>
                  </a:cubicBezTo>
                  <a:cubicBezTo>
                    <a:pt x="1477" y="109"/>
                    <a:pt x="1477" y="109"/>
                    <a:pt x="1477" y="110"/>
                  </a:cubicBezTo>
                  <a:cubicBezTo>
                    <a:pt x="1478" y="112"/>
                    <a:pt x="1479" y="113"/>
                    <a:pt x="1479" y="118"/>
                  </a:cubicBezTo>
                  <a:cubicBezTo>
                    <a:pt x="1477" y="119"/>
                    <a:pt x="1478" y="122"/>
                    <a:pt x="1476" y="123"/>
                  </a:cubicBezTo>
                  <a:cubicBezTo>
                    <a:pt x="1472" y="130"/>
                    <a:pt x="1465" y="135"/>
                    <a:pt x="1463" y="142"/>
                  </a:cubicBezTo>
                  <a:cubicBezTo>
                    <a:pt x="1464" y="143"/>
                    <a:pt x="1466" y="145"/>
                    <a:pt x="1467" y="146"/>
                  </a:cubicBezTo>
                  <a:cubicBezTo>
                    <a:pt x="1476" y="149"/>
                    <a:pt x="1513" y="129"/>
                    <a:pt x="1508" y="151"/>
                  </a:cubicBezTo>
                  <a:cubicBezTo>
                    <a:pt x="1507" y="154"/>
                    <a:pt x="1505" y="156"/>
                    <a:pt x="1504" y="158"/>
                  </a:cubicBezTo>
                  <a:cubicBezTo>
                    <a:pt x="1500" y="158"/>
                    <a:pt x="1498" y="157"/>
                    <a:pt x="1495" y="157"/>
                  </a:cubicBezTo>
                  <a:cubicBezTo>
                    <a:pt x="1490" y="155"/>
                    <a:pt x="1472" y="161"/>
                    <a:pt x="1469" y="163"/>
                  </a:cubicBezTo>
                  <a:cubicBezTo>
                    <a:pt x="1470" y="169"/>
                    <a:pt x="1471" y="175"/>
                    <a:pt x="1471" y="182"/>
                  </a:cubicBezTo>
                  <a:cubicBezTo>
                    <a:pt x="1469" y="183"/>
                    <a:pt x="1469" y="185"/>
                    <a:pt x="1468" y="186"/>
                  </a:cubicBezTo>
                  <a:cubicBezTo>
                    <a:pt x="1465" y="188"/>
                    <a:pt x="1462" y="187"/>
                    <a:pt x="1458" y="189"/>
                  </a:cubicBezTo>
                  <a:cubicBezTo>
                    <a:pt x="1456" y="190"/>
                    <a:pt x="1453" y="193"/>
                    <a:pt x="1450" y="193"/>
                  </a:cubicBezTo>
                  <a:cubicBezTo>
                    <a:pt x="1432" y="200"/>
                    <a:pt x="1414" y="183"/>
                    <a:pt x="1410" y="171"/>
                  </a:cubicBezTo>
                  <a:cubicBezTo>
                    <a:pt x="1410" y="171"/>
                    <a:pt x="1410" y="171"/>
                    <a:pt x="1410" y="171"/>
                  </a:cubicBezTo>
                  <a:cubicBezTo>
                    <a:pt x="1416" y="171"/>
                    <a:pt x="1423" y="177"/>
                    <a:pt x="1428" y="179"/>
                  </a:cubicBezTo>
                  <a:cubicBezTo>
                    <a:pt x="1430" y="179"/>
                    <a:pt x="1433" y="179"/>
                    <a:pt x="1435" y="179"/>
                  </a:cubicBezTo>
                  <a:cubicBezTo>
                    <a:pt x="1449" y="179"/>
                    <a:pt x="1457" y="174"/>
                    <a:pt x="1463" y="165"/>
                  </a:cubicBezTo>
                  <a:cubicBezTo>
                    <a:pt x="1463" y="164"/>
                    <a:pt x="1463" y="163"/>
                    <a:pt x="1463" y="162"/>
                  </a:cubicBezTo>
                  <a:cubicBezTo>
                    <a:pt x="1462" y="162"/>
                    <a:pt x="1461" y="161"/>
                    <a:pt x="1460" y="161"/>
                  </a:cubicBezTo>
                  <a:cubicBezTo>
                    <a:pt x="1453" y="158"/>
                    <a:pt x="1440" y="165"/>
                    <a:pt x="1434" y="166"/>
                  </a:cubicBezTo>
                  <a:cubicBezTo>
                    <a:pt x="1428" y="167"/>
                    <a:pt x="1413" y="167"/>
                    <a:pt x="1408" y="164"/>
                  </a:cubicBezTo>
                  <a:cubicBezTo>
                    <a:pt x="1406" y="163"/>
                    <a:pt x="1405" y="161"/>
                    <a:pt x="1404" y="160"/>
                  </a:cubicBezTo>
                  <a:cubicBezTo>
                    <a:pt x="1404" y="159"/>
                    <a:pt x="1404" y="157"/>
                    <a:pt x="1404" y="156"/>
                  </a:cubicBezTo>
                  <a:cubicBezTo>
                    <a:pt x="1406" y="155"/>
                    <a:pt x="1407" y="154"/>
                    <a:pt x="1408" y="153"/>
                  </a:cubicBezTo>
                  <a:cubicBezTo>
                    <a:pt x="1418" y="153"/>
                    <a:pt x="1426" y="153"/>
                    <a:pt x="1436" y="153"/>
                  </a:cubicBezTo>
                  <a:cubicBezTo>
                    <a:pt x="1438" y="152"/>
                    <a:pt x="1442" y="149"/>
                    <a:pt x="1444" y="149"/>
                  </a:cubicBezTo>
                  <a:cubicBezTo>
                    <a:pt x="1448" y="147"/>
                    <a:pt x="1452" y="148"/>
                    <a:pt x="1455" y="147"/>
                  </a:cubicBezTo>
                  <a:cubicBezTo>
                    <a:pt x="1456" y="146"/>
                    <a:pt x="1456" y="146"/>
                    <a:pt x="1457" y="145"/>
                  </a:cubicBezTo>
                  <a:cubicBezTo>
                    <a:pt x="1456" y="143"/>
                    <a:pt x="1454" y="139"/>
                    <a:pt x="1456" y="136"/>
                  </a:cubicBezTo>
                  <a:cubicBezTo>
                    <a:pt x="1458" y="129"/>
                    <a:pt x="1460" y="125"/>
                    <a:pt x="1464" y="118"/>
                  </a:cubicBezTo>
                  <a:cubicBezTo>
                    <a:pt x="1463" y="117"/>
                    <a:pt x="1462" y="117"/>
                    <a:pt x="1461" y="117"/>
                  </a:cubicBezTo>
                  <a:cubicBezTo>
                    <a:pt x="1455" y="118"/>
                    <a:pt x="1451" y="121"/>
                    <a:pt x="1442" y="122"/>
                  </a:cubicBezTo>
                  <a:close/>
                  <a:moveTo>
                    <a:pt x="1272" y="127"/>
                  </a:moveTo>
                  <a:cubicBezTo>
                    <a:pt x="1272" y="125"/>
                    <a:pt x="1271" y="126"/>
                    <a:pt x="1272" y="125"/>
                  </a:cubicBezTo>
                  <a:cubicBezTo>
                    <a:pt x="1274" y="119"/>
                    <a:pt x="1285" y="115"/>
                    <a:pt x="1292" y="119"/>
                  </a:cubicBezTo>
                  <a:cubicBezTo>
                    <a:pt x="1301" y="125"/>
                    <a:pt x="1318" y="137"/>
                    <a:pt x="1316" y="154"/>
                  </a:cubicBezTo>
                  <a:cubicBezTo>
                    <a:pt x="1310" y="157"/>
                    <a:pt x="1309" y="164"/>
                    <a:pt x="1298" y="164"/>
                  </a:cubicBezTo>
                  <a:cubicBezTo>
                    <a:pt x="1298" y="161"/>
                    <a:pt x="1294" y="159"/>
                    <a:pt x="1293" y="157"/>
                  </a:cubicBezTo>
                  <a:cubicBezTo>
                    <a:pt x="1292" y="155"/>
                    <a:pt x="1292" y="152"/>
                    <a:pt x="1291" y="149"/>
                  </a:cubicBezTo>
                  <a:cubicBezTo>
                    <a:pt x="1288" y="143"/>
                    <a:pt x="1279" y="128"/>
                    <a:pt x="1272" y="127"/>
                  </a:cubicBezTo>
                  <a:close/>
                  <a:moveTo>
                    <a:pt x="1216" y="87"/>
                  </a:moveTo>
                  <a:cubicBezTo>
                    <a:pt x="1216" y="86"/>
                    <a:pt x="1217" y="85"/>
                    <a:pt x="1217" y="84"/>
                  </a:cubicBezTo>
                  <a:cubicBezTo>
                    <a:pt x="1222" y="85"/>
                    <a:pt x="1227" y="86"/>
                    <a:pt x="1232" y="87"/>
                  </a:cubicBezTo>
                  <a:cubicBezTo>
                    <a:pt x="1237" y="89"/>
                    <a:pt x="1256" y="82"/>
                    <a:pt x="1257" y="79"/>
                  </a:cubicBezTo>
                  <a:cubicBezTo>
                    <a:pt x="1260" y="74"/>
                    <a:pt x="1260" y="41"/>
                    <a:pt x="1257" y="36"/>
                  </a:cubicBezTo>
                  <a:cubicBezTo>
                    <a:pt x="1255" y="31"/>
                    <a:pt x="1252" y="30"/>
                    <a:pt x="1252" y="23"/>
                  </a:cubicBezTo>
                  <a:cubicBezTo>
                    <a:pt x="1256" y="21"/>
                    <a:pt x="1256" y="20"/>
                    <a:pt x="1264" y="20"/>
                  </a:cubicBezTo>
                  <a:cubicBezTo>
                    <a:pt x="1272" y="26"/>
                    <a:pt x="1273" y="39"/>
                    <a:pt x="1273" y="54"/>
                  </a:cubicBezTo>
                  <a:cubicBezTo>
                    <a:pt x="1273" y="59"/>
                    <a:pt x="1271" y="74"/>
                    <a:pt x="1272" y="74"/>
                  </a:cubicBezTo>
                  <a:cubicBezTo>
                    <a:pt x="1276" y="75"/>
                    <a:pt x="1290" y="70"/>
                    <a:pt x="1293" y="68"/>
                  </a:cubicBezTo>
                  <a:cubicBezTo>
                    <a:pt x="1293" y="63"/>
                    <a:pt x="1292" y="61"/>
                    <a:pt x="1288" y="58"/>
                  </a:cubicBezTo>
                  <a:cubicBezTo>
                    <a:pt x="1288" y="57"/>
                    <a:pt x="1288" y="55"/>
                    <a:pt x="1288" y="53"/>
                  </a:cubicBezTo>
                  <a:cubicBezTo>
                    <a:pt x="1289" y="53"/>
                    <a:pt x="1290" y="54"/>
                    <a:pt x="1290" y="54"/>
                  </a:cubicBezTo>
                  <a:cubicBezTo>
                    <a:pt x="1293" y="55"/>
                    <a:pt x="1295" y="59"/>
                    <a:pt x="1298" y="59"/>
                  </a:cubicBezTo>
                  <a:cubicBezTo>
                    <a:pt x="1306" y="62"/>
                    <a:pt x="1314" y="60"/>
                    <a:pt x="1321" y="63"/>
                  </a:cubicBezTo>
                  <a:cubicBezTo>
                    <a:pt x="1322" y="64"/>
                    <a:pt x="1322" y="63"/>
                    <a:pt x="1322" y="65"/>
                  </a:cubicBezTo>
                  <a:cubicBezTo>
                    <a:pt x="1322" y="67"/>
                    <a:pt x="1322" y="69"/>
                    <a:pt x="1322" y="71"/>
                  </a:cubicBezTo>
                  <a:cubicBezTo>
                    <a:pt x="1321" y="71"/>
                    <a:pt x="1320" y="74"/>
                    <a:pt x="1319" y="75"/>
                  </a:cubicBezTo>
                  <a:cubicBezTo>
                    <a:pt x="1317" y="76"/>
                    <a:pt x="1310" y="75"/>
                    <a:pt x="1308" y="76"/>
                  </a:cubicBezTo>
                  <a:cubicBezTo>
                    <a:pt x="1301" y="79"/>
                    <a:pt x="1273" y="90"/>
                    <a:pt x="1268" y="95"/>
                  </a:cubicBezTo>
                  <a:cubicBezTo>
                    <a:pt x="1264" y="99"/>
                    <a:pt x="1266" y="105"/>
                    <a:pt x="1264" y="110"/>
                  </a:cubicBezTo>
                  <a:cubicBezTo>
                    <a:pt x="1260" y="123"/>
                    <a:pt x="1250" y="153"/>
                    <a:pt x="1232" y="145"/>
                  </a:cubicBezTo>
                  <a:cubicBezTo>
                    <a:pt x="1230" y="145"/>
                    <a:pt x="1229" y="145"/>
                    <a:pt x="1228" y="145"/>
                  </a:cubicBezTo>
                  <a:cubicBezTo>
                    <a:pt x="1225" y="143"/>
                    <a:pt x="1223" y="141"/>
                    <a:pt x="1220" y="139"/>
                  </a:cubicBezTo>
                  <a:cubicBezTo>
                    <a:pt x="1220" y="138"/>
                    <a:pt x="1220" y="137"/>
                    <a:pt x="1220" y="135"/>
                  </a:cubicBezTo>
                  <a:cubicBezTo>
                    <a:pt x="1222" y="135"/>
                    <a:pt x="1225" y="131"/>
                    <a:pt x="1227" y="130"/>
                  </a:cubicBezTo>
                  <a:cubicBezTo>
                    <a:pt x="1232" y="128"/>
                    <a:pt x="1236" y="129"/>
                    <a:pt x="1240" y="127"/>
                  </a:cubicBezTo>
                  <a:cubicBezTo>
                    <a:pt x="1246" y="125"/>
                    <a:pt x="1256" y="107"/>
                    <a:pt x="1254" y="101"/>
                  </a:cubicBezTo>
                  <a:cubicBezTo>
                    <a:pt x="1246" y="100"/>
                    <a:pt x="1236" y="101"/>
                    <a:pt x="1228" y="101"/>
                  </a:cubicBezTo>
                  <a:cubicBezTo>
                    <a:pt x="1225" y="98"/>
                    <a:pt x="1222" y="96"/>
                    <a:pt x="1219" y="93"/>
                  </a:cubicBezTo>
                  <a:cubicBezTo>
                    <a:pt x="1217" y="91"/>
                    <a:pt x="1217" y="88"/>
                    <a:pt x="1216" y="87"/>
                  </a:cubicBezTo>
                  <a:close/>
                  <a:moveTo>
                    <a:pt x="1110" y="21"/>
                  </a:moveTo>
                  <a:cubicBezTo>
                    <a:pt x="1110" y="20"/>
                    <a:pt x="1110" y="19"/>
                    <a:pt x="1110" y="17"/>
                  </a:cubicBezTo>
                  <a:cubicBezTo>
                    <a:pt x="1110" y="17"/>
                    <a:pt x="1111" y="16"/>
                    <a:pt x="1112" y="16"/>
                  </a:cubicBezTo>
                  <a:cubicBezTo>
                    <a:pt x="1124" y="17"/>
                    <a:pt x="1148" y="19"/>
                    <a:pt x="1147" y="35"/>
                  </a:cubicBezTo>
                  <a:cubicBezTo>
                    <a:pt x="1142" y="43"/>
                    <a:pt x="1140" y="49"/>
                    <a:pt x="1128" y="45"/>
                  </a:cubicBezTo>
                  <a:cubicBezTo>
                    <a:pt x="1127" y="43"/>
                    <a:pt x="1126" y="41"/>
                    <a:pt x="1124" y="39"/>
                  </a:cubicBezTo>
                  <a:cubicBezTo>
                    <a:pt x="1123" y="38"/>
                    <a:pt x="1121" y="38"/>
                    <a:pt x="1119" y="37"/>
                  </a:cubicBezTo>
                  <a:cubicBezTo>
                    <a:pt x="1119" y="31"/>
                    <a:pt x="1113" y="23"/>
                    <a:pt x="1110" y="21"/>
                  </a:cubicBezTo>
                  <a:close/>
                  <a:moveTo>
                    <a:pt x="1055" y="126"/>
                  </a:moveTo>
                  <a:cubicBezTo>
                    <a:pt x="1058" y="127"/>
                    <a:pt x="1062" y="127"/>
                    <a:pt x="1064" y="125"/>
                  </a:cubicBezTo>
                  <a:cubicBezTo>
                    <a:pt x="1066" y="124"/>
                    <a:pt x="1068" y="125"/>
                    <a:pt x="1070" y="123"/>
                  </a:cubicBezTo>
                  <a:cubicBezTo>
                    <a:pt x="1074" y="119"/>
                    <a:pt x="1070" y="109"/>
                    <a:pt x="1066" y="107"/>
                  </a:cubicBezTo>
                  <a:cubicBezTo>
                    <a:pt x="1066" y="107"/>
                    <a:pt x="1064" y="107"/>
                    <a:pt x="1064" y="107"/>
                  </a:cubicBezTo>
                  <a:cubicBezTo>
                    <a:pt x="1056" y="125"/>
                    <a:pt x="1056" y="125"/>
                    <a:pt x="1056" y="125"/>
                  </a:cubicBezTo>
                  <a:cubicBezTo>
                    <a:pt x="1056" y="125"/>
                    <a:pt x="1056" y="126"/>
                    <a:pt x="1055" y="126"/>
                  </a:cubicBezTo>
                  <a:close/>
                  <a:moveTo>
                    <a:pt x="1021" y="158"/>
                  </a:moveTo>
                  <a:cubicBezTo>
                    <a:pt x="1021" y="153"/>
                    <a:pt x="1024" y="148"/>
                    <a:pt x="1024" y="143"/>
                  </a:cubicBezTo>
                  <a:cubicBezTo>
                    <a:pt x="1025" y="140"/>
                    <a:pt x="1023" y="136"/>
                    <a:pt x="1024" y="133"/>
                  </a:cubicBezTo>
                  <a:cubicBezTo>
                    <a:pt x="1031" y="132"/>
                    <a:pt x="1042" y="114"/>
                    <a:pt x="1048" y="108"/>
                  </a:cubicBezTo>
                  <a:cubicBezTo>
                    <a:pt x="1051" y="106"/>
                    <a:pt x="1056" y="103"/>
                    <a:pt x="1059" y="102"/>
                  </a:cubicBezTo>
                  <a:cubicBezTo>
                    <a:pt x="1060" y="102"/>
                    <a:pt x="1062" y="102"/>
                    <a:pt x="1063" y="103"/>
                  </a:cubicBezTo>
                  <a:cubicBezTo>
                    <a:pt x="1068" y="104"/>
                    <a:pt x="1072" y="102"/>
                    <a:pt x="1075" y="101"/>
                  </a:cubicBezTo>
                  <a:cubicBezTo>
                    <a:pt x="1075" y="99"/>
                    <a:pt x="1075" y="97"/>
                    <a:pt x="1074" y="95"/>
                  </a:cubicBezTo>
                  <a:cubicBezTo>
                    <a:pt x="1074" y="95"/>
                    <a:pt x="1072" y="92"/>
                    <a:pt x="1072" y="93"/>
                  </a:cubicBezTo>
                  <a:cubicBezTo>
                    <a:pt x="1069" y="93"/>
                    <a:pt x="1067" y="96"/>
                    <a:pt x="1065" y="97"/>
                  </a:cubicBezTo>
                  <a:cubicBezTo>
                    <a:pt x="1064" y="97"/>
                    <a:pt x="1062" y="97"/>
                    <a:pt x="1060" y="97"/>
                  </a:cubicBezTo>
                  <a:cubicBezTo>
                    <a:pt x="1051" y="97"/>
                    <a:pt x="1045" y="88"/>
                    <a:pt x="1047" y="79"/>
                  </a:cubicBezTo>
                  <a:cubicBezTo>
                    <a:pt x="1056" y="81"/>
                    <a:pt x="1069" y="81"/>
                    <a:pt x="1076" y="76"/>
                  </a:cubicBezTo>
                  <a:cubicBezTo>
                    <a:pt x="1078" y="64"/>
                    <a:pt x="1079" y="47"/>
                    <a:pt x="1083" y="37"/>
                  </a:cubicBezTo>
                  <a:cubicBezTo>
                    <a:pt x="1085" y="34"/>
                    <a:pt x="1081" y="25"/>
                    <a:pt x="1084" y="18"/>
                  </a:cubicBezTo>
                  <a:cubicBezTo>
                    <a:pt x="1085" y="18"/>
                    <a:pt x="1087" y="18"/>
                    <a:pt x="1089" y="18"/>
                  </a:cubicBezTo>
                  <a:cubicBezTo>
                    <a:pt x="1090" y="19"/>
                    <a:pt x="1091" y="21"/>
                    <a:pt x="1092" y="22"/>
                  </a:cubicBezTo>
                  <a:cubicBezTo>
                    <a:pt x="1092" y="24"/>
                    <a:pt x="1097" y="47"/>
                    <a:pt x="1096" y="49"/>
                  </a:cubicBezTo>
                  <a:cubicBezTo>
                    <a:pt x="1095" y="53"/>
                    <a:pt x="1090" y="67"/>
                    <a:pt x="1092" y="70"/>
                  </a:cubicBezTo>
                  <a:cubicBezTo>
                    <a:pt x="1092" y="71"/>
                    <a:pt x="1092" y="71"/>
                    <a:pt x="1093" y="71"/>
                  </a:cubicBezTo>
                  <a:cubicBezTo>
                    <a:pt x="1099" y="71"/>
                    <a:pt x="1107" y="67"/>
                    <a:pt x="1109" y="62"/>
                  </a:cubicBezTo>
                  <a:cubicBezTo>
                    <a:pt x="1110" y="58"/>
                    <a:pt x="1107" y="56"/>
                    <a:pt x="1108" y="54"/>
                  </a:cubicBezTo>
                  <a:cubicBezTo>
                    <a:pt x="1108" y="54"/>
                    <a:pt x="1109" y="54"/>
                    <a:pt x="1109" y="54"/>
                  </a:cubicBezTo>
                  <a:cubicBezTo>
                    <a:pt x="1113" y="56"/>
                    <a:pt x="1126" y="58"/>
                    <a:pt x="1132" y="59"/>
                  </a:cubicBezTo>
                  <a:cubicBezTo>
                    <a:pt x="1132" y="61"/>
                    <a:pt x="1132" y="63"/>
                    <a:pt x="1132" y="65"/>
                  </a:cubicBezTo>
                  <a:cubicBezTo>
                    <a:pt x="1131" y="65"/>
                    <a:pt x="1130" y="66"/>
                    <a:pt x="1130" y="66"/>
                  </a:cubicBezTo>
                  <a:cubicBezTo>
                    <a:pt x="1129" y="66"/>
                    <a:pt x="1129" y="65"/>
                    <a:pt x="1129" y="65"/>
                  </a:cubicBezTo>
                  <a:cubicBezTo>
                    <a:pt x="1120" y="68"/>
                    <a:pt x="1100" y="77"/>
                    <a:pt x="1098" y="84"/>
                  </a:cubicBezTo>
                  <a:cubicBezTo>
                    <a:pt x="1096" y="84"/>
                    <a:pt x="1093" y="83"/>
                    <a:pt x="1092" y="85"/>
                  </a:cubicBezTo>
                  <a:cubicBezTo>
                    <a:pt x="1085" y="89"/>
                    <a:pt x="1090" y="98"/>
                    <a:pt x="1088" y="106"/>
                  </a:cubicBezTo>
                  <a:cubicBezTo>
                    <a:pt x="1087" y="109"/>
                    <a:pt x="1086" y="112"/>
                    <a:pt x="1087" y="115"/>
                  </a:cubicBezTo>
                  <a:cubicBezTo>
                    <a:pt x="1088" y="115"/>
                    <a:pt x="1089" y="116"/>
                    <a:pt x="1090" y="116"/>
                  </a:cubicBezTo>
                  <a:cubicBezTo>
                    <a:pt x="1095" y="108"/>
                    <a:pt x="1106" y="105"/>
                    <a:pt x="1114" y="111"/>
                  </a:cubicBezTo>
                  <a:cubicBezTo>
                    <a:pt x="1122" y="117"/>
                    <a:pt x="1116" y="123"/>
                    <a:pt x="1119" y="131"/>
                  </a:cubicBezTo>
                  <a:cubicBezTo>
                    <a:pt x="1120" y="136"/>
                    <a:pt x="1126" y="139"/>
                    <a:pt x="1128" y="145"/>
                  </a:cubicBezTo>
                  <a:cubicBezTo>
                    <a:pt x="1128" y="145"/>
                    <a:pt x="1128" y="147"/>
                    <a:pt x="1129" y="146"/>
                  </a:cubicBezTo>
                  <a:cubicBezTo>
                    <a:pt x="1134" y="161"/>
                    <a:pt x="1113" y="161"/>
                    <a:pt x="1105" y="160"/>
                  </a:cubicBezTo>
                  <a:cubicBezTo>
                    <a:pt x="1104" y="158"/>
                    <a:pt x="1102" y="156"/>
                    <a:pt x="1101" y="154"/>
                  </a:cubicBezTo>
                  <a:cubicBezTo>
                    <a:pt x="1098" y="145"/>
                    <a:pt x="1098" y="133"/>
                    <a:pt x="1090" y="130"/>
                  </a:cubicBezTo>
                  <a:cubicBezTo>
                    <a:pt x="1076" y="139"/>
                    <a:pt x="1092" y="160"/>
                    <a:pt x="1085" y="177"/>
                  </a:cubicBezTo>
                  <a:cubicBezTo>
                    <a:pt x="1085" y="177"/>
                    <a:pt x="1085" y="177"/>
                    <a:pt x="1085" y="177"/>
                  </a:cubicBezTo>
                  <a:cubicBezTo>
                    <a:pt x="1083" y="175"/>
                    <a:pt x="1080" y="175"/>
                    <a:pt x="1079" y="173"/>
                  </a:cubicBezTo>
                  <a:cubicBezTo>
                    <a:pt x="1075" y="170"/>
                    <a:pt x="1072" y="163"/>
                    <a:pt x="1070" y="156"/>
                  </a:cubicBezTo>
                  <a:cubicBezTo>
                    <a:pt x="1068" y="149"/>
                    <a:pt x="1074" y="143"/>
                    <a:pt x="1072" y="139"/>
                  </a:cubicBezTo>
                  <a:cubicBezTo>
                    <a:pt x="1071" y="139"/>
                    <a:pt x="1071" y="138"/>
                    <a:pt x="1070" y="137"/>
                  </a:cubicBezTo>
                  <a:cubicBezTo>
                    <a:pt x="1065" y="137"/>
                    <a:pt x="1056" y="139"/>
                    <a:pt x="1054" y="144"/>
                  </a:cubicBezTo>
                  <a:cubicBezTo>
                    <a:pt x="1053" y="147"/>
                    <a:pt x="1054" y="149"/>
                    <a:pt x="1053" y="151"/>
                  </a:cubicBezTo>
                  <a:cubicBezTo>
                    <a:pt x="1050" y="156"/>
                    <a:pt x="1042" y="170"/>
                    <a:pt x="1038" y="172"/>
                  </a:cubicBezTo>
                  <a:cubicBezTo>
                    <a:pt x="1034" y="173"/>
                    <a:pt x="1030" y="171"/>
                    <a:pt x="1027" y="169"/>
                  </a:cubicBezTo>
                  <a:cubicBezTo>
                    <a:pt x="1028" y="163"/>
                    <a:pt x="1024" y="158"/>
                    <a:pt x="1021" y="158"/>
                  </a:cubicBezTo>
                  <a:close/>
                  <a:moveTo>
                    <a:pt x="913" y="65"/>
                  </a:moveTo>
                  <a:cubicBezTo>
                    <a:pt x="914" y="65"/>
                    <a:pt x="913" y="65"/>
                    <a:pt x="915" y="65"/>
                  </a:cubicBezTo>
                  <a:cubicBezTo>
                    <a:pt x="919" y="64"/>
                    <a:pt x="929" y="61"/>
                    <a:pt x="931" y="58"/>
                  </a:cubicBezTo>
                  <a:cubicBezTo>
                    <a:pt x="931" y="57"/>
                    <a:pt x="931" y="55"/>
                    <a:pt x="931" y="54"/>
                  </a:cubicBezTo>
                  <a:cubicBezTo>
                    <a:pt x="929" y="49"/>
                    <a:pt x="924" y="45"/>
                    <a:pt x="920" y="43"/>
                  </a:cubicBezTo>
                  <a:cubicBezTo>
                    <a:pt x="920" y="43"/>
                    <a:pt x="920" y="43"/>
                    <a:pt x="919" y="43"/>
                  </a:cubicBezTo>
                  <a:cubicBezTo>
                    <a:pt x="917" y="47"/>
                    <a:pt x="913" y="58"/>
                    <a:pt x="913" y="65"/>
                  </a:cubicBezTo>
                  <a:close/>
                  <a:moveTo>
                    <a:pt x="862" y="136"/>
                  </a:moveTo>
                  <a:cubicBezTo>
                    <a:pt x="863" y="139"/>
                    <a:pt x="864" y="143"/>
                    <a:pt x="865" y="147"/>
                  </a:cubicBezTo>
                  <a:cubicBezTo>
                    <a:pt x="870" y="155"/>
                    <a:pt x="887" y="161"/>
                    <a:pt x="898" y="154"/>
                  </a:cubicBezTo>
                  <a:cubicBezTo>
                    <a:pt x="900" y="149"/>
                    <a:pt x="886" y="129"/>
                    <a:pt x="882" y="126"/>
                  </a:cubicBezTo>
                  <a:cubicBezTo>
                    <a:pt x="886" y="126"/>
                    <a:pt x="890" y="126"/>
                    <a:pt x="894" y="126"/>
                  </a:cubicBezTo>
                  <a:cubicBezTo>
                    <a:pt x="896" y="127"/>
                    <a:pt x="913" y="133"/>
                    <a:pt x="914" y="132"/>
                  </a:cubicBezTo>
                  <a:cubicBezTo>
                    <a:pt x="918" y="129"/>
                    <a:pt x="918" y="106"/>
                    <a:pt x="916" y="105"/>
                  </a:cubicBezTo>
                  <a:cubicBezTo>
                    <a:pt x="914" y="104"/>
                    <a:pt x="913" y="104"/>
                    <a:pt x="912" y="104"/>
                  </a:cubicBezTo>
                  <a:cubicBezTo>
                    <a:pt x="910" y="107"/>
                    <a:pt x="907" y="113"/>
                    <a:pt x="904" y="116"/>
                  </a:cubicBezTo>
                  <a:cubicBezTo>
                    <a:pt x="903" y="116"/>
                    <a:pt x="902" y="116"/>
                    <a:pt x="902" y="116"/>
                  </a:cubicBezTo>
                  <a:cubicBezTo>
                    <a:pt x="900" y="112"/>
                    <a:pt x="897" y="108"/>
                    <a:pt x="895" y="103"/>
                  </a:cubicBezTo>
                  <a:cubicBezTo>
                    <a:pt x="893" y="99"/>
                    <a:pt x="896" y="91"/>
                    <a:pt x="894" y="87"/>
                  </a:cubicBezTo>
                  <a:cubicBezTo>
                    <a:pt x="881" y="85"/>
                    <a:pt x="881" y="95"/>
                    <a:pt x="876" y="101"/>
                  </a:cubicBezTo>
                  <a:cubicBezTo>
                    <a:pt x="869" y="111"/>
                    <a:pt x="862" y="119"/>
                    <a:pt x="862" y="136"/>
                  </a:cubicBezTo>
                  <a:close/>
                  <a:moveTo>
                    <a:pt x="801" y="141"/>
                  </a:moveTo>
                  <a:cubicBezTo>
                    <a:pt x="801" y="139"/>
                    <a:pt x="801" y="137"/>
                    <a:pt x="801" y="134"/>
                  </a:cubicBezTo>
                  <a:cubicBezTo>
                    <a:pt x="804" y="132"/>
                    <a:pt x="806" y="128"/>
                    <a:pt x="810" y="126"/>
                  </a:cubicBezTo>
                  <a:cubicBezTo>
                    <a:pt x="808" y="123"/>
                    <a:pt x="808" y="120"/>
                    <a:pt x="808" y="116"/>
                  </a:cubicBezTo>
                  <a:cubicBezTo>
                    <a:pt x="811" y="116"/>
                    <a:pt x="820" y="118"/>
                    <a:pt x="825" y="116"/>
                  </a:cubicBezTo>
                  <a:cubicBezTo>
                    <a:pt x="830" y="115"/>
                    <a:pt x="851" y="107"/>
                    <a:pt x="854" y="104"/>
                  </a:cubicBezTo>
                  <a:cubicBezTo>
                    <a:pt x="856" y="100"/>
                    <a:pt x="854" y="87"/>
                    <a:pt x="856" y="83"/>
                  </a:cubicBezTo>
                  <a:cubicBezTo>
                    <a:pt x="857" y="81"/>
                    <a:pt x="863" y="72"/>
                    <a:pt x="861" y="69"/>
                  </a:cubicBezTo>
                  <a:cubicBezTo>
                    <a:pt x="856" y="62"/>
                    <a:pt x="835" y="75"/>
                    <a:pt x="835" y="59"/>
                  </a:cubicBezTo>
                  <a:cubicBezTo>
                    <a:pt x="836" y="59"/>
                    <a:pt x="836" y="59"/>
                    <a:pt x="837" y="58"/>
                  </a:cubicBezTo>
                  <a:cubicBezTo>
                    <a:pt x="840" y="58"/>
                    <a:pt x="843" y="59"/>
                    <a:pt x="845" y="60"/>
                  </a:cubicBezTo>
                  <a:cubicBezTo>
                    <a:pt x="850" y="57"/>
                    <a:pt x="865" y="52"/>
                    <a:pt x="868" y="47"/>
                  </a:cubicBezTo>
                  <a:cubicBezTo>
                    <a:pt x="873" y="39"/>
                    <a:pt x="871" y="30"/>
                    <a:pt x="878" y="23"/>
                  </a:cubicBezTo>
                  <a:cubicBezTo>
                    <a:pt x="884" y="23"/>
                    <a:pt x="888" y="24"/>
                    <a:pt x="893" y="26"/>
                  </a:cubicBezTo>
                  <a:cubicBezTo>
                    <a:pt x="890" y="36"/>
                    <a:pt x="882" y="41"/>
                    <a:pt x="878" y="49"/>
                  </a:cubicBezTo>
                  <a:cubicBezTo>
                    <a:pt x="875" y="56"/>
                    <a:pt x="874" y="68"/>
                    <a:pt x="873" y="74"/>
                  </a:cubicBezTo>
                  <a:cubicBezTo>
                    <a:pt x="873" y="76"/>
                    <a:pt x="873" y="78"/>
                    <a:pt x="873" y="80"/>
                  </a:cubicBezTo>
                  <a:cubicBezTo>
                    <a:pt x="872" y="80"/>
                    <a:pt x="870" y="88"/>
                    <a:pt x="870" y="90"/>
                  </a:cubicBezTo>
                  <a:cubicBezTo>
                    <a:pt x="871" y="90"/>
                    <a:pt x="871" y="91"/>
                    <a:pt x="871" y="91"/>
                  </a:cubicBezTo>
                  <a:cubicBezTo>
                    <a:pt x="872" y="91"/>
                    <a:pt x="872" y="90"/>
                    <a:pt x="873" y="90"/>
                  </a:cubicBezTo>
                  <a:cubicBezTo>
                    <a:pt x="873" y="90"/>
                    <a:pt x="873" y="90"/>
                    <a:pt x="874" y="90"/>
                  </a:cubicBezTo>
                  <a:cubicBezTo>
                    <a:pt x="875" y="89"/>
                    <a:pt x="877" y="87"/>
                    <a:pt x="877" y="85"/>
                  </a:cubicBezTo>
                  <a:cubicBezTo>
                    <a:pt x="877" y="84"/>
                    <a:pt x="877" y="83"/>
                    <a:pt x="877" y="82"/>
                  </a:cubicBezTo>
                  <a:cubicBezTo>
                    <a:pt x="878" y="80"/>
                    <a:pt x="880" y="79"/>
                    <a:pt x="881" y="77"/>
                  </a:cubicBezTo>
                  <a:cubicBezTo>
                    <a:pt x="887" y="77"/>
                    <a:pt x="895" y="75"/>
                    <a:pt x="897" y="72"/>
                  </a:cubicBezTo>
                  <a:cubicBezTo>
                    <a:pt x="899" y="67"/>
                    <a:pt x="897" y="58"/>
                    <a:pt x="899" y="55"/>
                  </a:cubicBezTo>
                  <a:cubicBezTo>
                    <a:pt x="901" y="51"/>
                    <a:pt x="904" y="42"/>
                    <a:pt x="905" y="38"/>
                  </a:cubicBezTo>
                  <a:cubicBezTo>
                    <a:pt x="907" y="29"/>
                    <a:pt x="898" y="22"/>
                    <a:pt x="903" y="17"/>
                  </a:cubicBezTo>
                  <a:cubicBezTo>
                    <a:pt x="907" y="13"/>
                    <a:pt x="915" y="19"/>
                    <a:pt x="917" y="21"/>
                  </a:cubicBezTo>
                  <a:cubicBezTo>
                    <a:pt x="921" y="25"/>
                    <a:pt x="916" y="31"/>
                    <a:pt x="918" y="36"/>
                  </a:cubicBezTo>
                  <a:cubicBezTo>
                    <a:pt x="920" y="41"/>
                    <a:pt x="930" y="45"/>
                    <a:pt x="934" y="47"/>
                  </a:cubicBezTo>
                  <a:cubicBezTo>
                    <a:pt x="938" y="48"/>
                    <a:pt x="943" y="48"/>
                    <a:pt x="948" y="49"/>
                  </a:cubicBezTo>
                  <a:cubicBezTo>
                    <a:pt x="948" y="49"/>
                    <a:pt x="949" y="50"/>
                    <a:pt x="949" y="50"/>
                  </a:cubicBezTo>
                  <a:cubicBezTo>
                    <a:pt x="949" y="51"/>
                    <a:pt x="948" y="53"/>
                    <a:pt x="948" y="54"/>
                  </a:cubicBezTo>
                  <a:cubicBezTo>
                    <a:pt x="945" y="60"/>
                    <a:pt x="935" y="64"/>
                    <a:pt x="930" y="67"/>
                  </a:cubicBezTo>
                  <a:cubicBezTo>
                    <a:pt x="926" y="70"/>
                    <a:pt x="924" y="75"/>
                    <a:pt x="921" y="77"/>
                  </a:cubicBezTo>
                  <a:cubicBezTo>
                    <a:pt x="916" y="80"/>
                    <a:pt x="910" y="79"/>
                    <a:pt x="908" y="83"/>
                  </a:cubicBezTo>
                  <a:cubicBezTo>
                    <a:pt x="908" y="85"/>
                    <a:pt x="907" y="85"/>
                    <a:pt x="907" y="87"/>
                  </a:cubicBezTo>
                  <a:cubicBezTo>
                    <a:pt x="905" y="86"/>
                    <a:pt x="906" y="90"/>
                    <a:pt x="906" y="91"/>
                  </a:cubicBezTo>
                  <a:cubicBezTo>
                    <a:pt x="910" y="93"/>
                    <a:pt x="924" y="95"/>
                    <a:pt x="926" y="99"/>
                  </a:cubicBezTo>
                  <a:cubicBezTo>
                    <a:pt x="930" y="105"/>
                    <a:pt x="930" y="119"/>
                    <a:pt x="928" y="129"/>
                  </a:cubicBezTo>
                  <a:cubicBezTo>
                    <a:pt x="927" y="131"/>
                    <a:pt x="926" y="134"/>
                    <a:pt x="927" y="138"/>
                  </a:cubicBezTo>
                  <a:cubicBezTo>
                    <a:pt x="944" y="144"/>
                    <a:pt x="968" y="157"/>
                    <a:pt x="946" y="175"/>
                  </a:cubicBezTo>
                  <a:cubicBezTo>
                    <a:pt x="930" y="175"/>
                    <a:pt x="930" y="166"/>
                    <a:pt x="917" y="161"/>
                  </a:cubicBezTo>
                  <a:cubicBezTo>
                    <a:pt x="915" y="161"/>
                    <a:pt x="906" y="165"/>
                    <a:pt x="905" y="165"/>
                  </a:cubicBezTo>
                  <a:cubicBezTo>
                    <a:pt x="903" y="165"/>
                    <a:pt x="901" y="165"/>
                    <a:pt x="899" y="165"/>
                  </a:cubicBezTo>
                  <a:cubicBezTo>
                    <a:pt x="892" y="168"/>
                    <a:pt x="882" y="170"/>
                    <a:pt x="874" y="168"/>
                  </a:cubicBezTo>
                  <a:cubicBezTo>
                    <a:pt x="872" y="163"/>
                    <a:pt x="867" y="157"/>
                    <a:pt x="863" y="153"/>
                  </a:cubicBezTo>
                  <a:cubicBezTo>
                    <a:pt x="863" y="153"/>
                    <a:pt x="863" y="153"/>
                    <a:pt x="863" y="153"/>
                  </a:cubicBezTo>
                  <a:cubicBezTo>
                    <a:pt x="862" y="154"/>
                    <a:pt x="862" y="154"/>
                    <a:pt x="862" y="154"/>
                  </a:cubicBezTo>
                  <a:cubicBezTo>
                    <a:pt x="862" y="162"/>
                    <a:pt x="869" y="172"/>
                    <a:pt x="864" y="179"/>
                  </a:cubicBezTo>
                  <a:cubicBezTo>
                    <a:pt x="863" y="179"/>
                    <a:pt x="861" y="179"/>
                    <a:pt x="859" y="178"/>
                  </a:cubicBezTo>
                  <a:cubicBezTo>
                    <a:pt x="855" y="176"/>
                    <a:pt x="854" y="171"/>
                    <a:pt x="851" y="167"/>
                  </a:cubicBezTo>
                  <a:cubicBezTo>
                    <a:pt x="850" y="165"/>
                    <a:pt x="850" y="163"/>
                    <a:pt x="849" y="161"/>
                  </a:cubicBezTo>
                  <a:cubicBezTo>
                    <a:pt x="846" y="159"/>
                    <a:pt x="844" y="156"/>
                    <a:pt x="841" y="153"/>
                  </a:cubicBezTo>
                  <a:cubicBezTo>
                    <a:pt x="839" y="151"/>
                    <a:pt x="840" y="146"/>
                    <a:pt x="837" y="144"/>
                  </a:cubicBezTo>
                  <a:cubicBezTo>
                    <a:pt x="834" y="141"/>
                    <a:pt x="817" y="153"/>
                    <a:pt x="809" y="149"/>
                  </a:cubicBezTo>
                  <a:cubicBezTo>
                    <a:pt x="806" y="147"/>
                    <a:pt x="803" y="144"/>
                    <a:pt x="801" y="141"/>
                  </a:cubicBezTo>
                  <a:close/>
                  <a:moveTo>
                    <a:pt x="704" y="44"/>
                  </a:moveTo>
                  <a:cubicBezTo>
                    <a:pt x="705" y="43"/>
                    <a:pt x="706" y="43"/>
                    <a:pt x="707" y="42"/>
                  </a:cubicBezTo>
                  <a:cubicBezTo>
                    <a:pt x="707" y="41"/>
                    <a:pt x="707" y="41"/>
                    <a:pt x="706" y="40"/>
                  </a:cubicBezTo>
                  <a:cubicBezTo>
                    <a:pt x="706" y="40"/>
                    <a:pt x="706" y="40"/>
                    <a:pt x="706" y="40"/>
                  </a:cubicBezTo>
                  <a:cubicBezTo>
                    <a:pt x="706" y="40"/>
                    <a:pt x="706" y="40"/>
                    <a:pt x="705" y="40"/>
                  </a:cubicBezTo>
                  <a:cubicBezTo>
                    <a:pt x="705" y="41"/>
                    <a:pt x="705" y="43"/>
                    <a:pt x="704" y="44"/>
                  </a:cubicBezTo>
                  <a:close/>
                  <a:moveTo>
                    <a:pt x="702" y="45"/>
                  </a:moveTo>
                  <a:cubicBezTo>
                    <a:pt x="702" y="46"/>
                    <a:pt x="703" y="46"/>
                    <a:pt x="703" y="46"/>
                  </a:cubicBezTo>
                  <a:cubicBezTo>
                    <a:pt x="704" y="46"/>
                    <a:pt x="704" y="46"/>
                    <a:pt x="704" y="45"/>
                  </a:cubicBezTo>
                  <a:cubicBezTo>
                    <a:pt x="704" y="45"/>
                    <a:pt x="704" y="45"/>
                    <a:pt x="704" y="45"/>
                  </a:cubicBezTo>
                  <a:cubicBezTo>
                    <a:pt x="704" y="45"/>
                    <a:pt x="704" y="44"/>
                    <a:pt x="704" y="44"/>
                  </a:cubicBezTo>
                  <a:cubicBezTo>
                    <a:pt x="704" y="44"/>
                    <a:pt x="703" y="43"/>
                    <a:pt x="703" y="43"/>
                  </a:cubicBezTo>
                  <a:cubicBezTo>
                    <a:pt x="703" y="43"/>
                    <a:pt x="703" y="44"/>
                    <a:pt x="702" y="44"/>
                  </a:cubicBezTo>
                  <a:cubicBezTo>
                    <a:pt x="702" y="45"/>
                    <a:pt x="702" y="45"/>
                    <a:pt x="702" y="45"/>
                  </a:cubicBezTo>
                  <a:close/>
                  <a:moveTo>
                    <a:pt x="637" y="47"/>
                  </a:moveTo>
                  <a:cubicBezTo>
                    <a:pt x="637" y="41"/>
                    <a:pt x="637" y="35"/>
                    <a:pt x="639" y="30"/>
                  </a:cubicBezTo>
                  <a:cubicBezTo>
                    <a:pt x="639" y="27"/>
                    <a:pt x="639" y="25"/>
                    <a:pt x="638" y="23"/>
                  </a:cubicBezTo>
                  <a:cubicBezTo>
                    <a:pt x="640" y="23"/>
                    <a:pt x="647" y="21"/>
                    <a:pt x="647" y="21"/>
                  </a:cubicBezTo>
                  <a:cubicBezTo>
                    <a:pt x="652" y="29"/>
                    <a:pt x="651" y="39"/>
                    <a:pt x="658" y="45"/>
                  </a:cubicBezTo>
                  <a:cubicBezTo>
                    <a:pt x="658" y="48"/>
                    <a:pt x="658" y="51"/>
                    <a:pt x="658" y="55"/>
                  </a:cubicBezTo>
                  <a:cubicBezTo>
                    <a:pt x="656" y="55"/>
                    <a:pt x="654" y="58"/>
                    <a:pt x="653" y="59"/>
                  </a:cubicBezTo>
                  <a:cubicBezTo>
                    <a:pt x="643" y="59"/>
                    <a:pt x="640" y="53"/>
                    <a:pt x="637" y="47"/>
                  </a:cubicBezTo>
                  <a:close/>
                  <a:moveTo>
                    <a:pt x="621" y="118"/>
                  </a:moveTo>
                  <a:cubicBezTo>
                    <a:pt x="621" y="113"/>
                    <a:pt x="621" y="109"/>
                    <a:pt x="621" y="105"/>
                  </a:cubicBezTo>
                  <a:cubicBezTo>
                    <a:pt x="628" y="104"/>
                    <a:pt x="632" y="97"/>
                    <a:pt x="636" y="92"/>
                  </a:cubicBezTo>
                  <a:cubicBezTo>
                    <a:pt x="640" y="85"/>
                    <a:pt x="652" y="76"/>
                    <a:pt x="660" y="71"/>
                  </a:cubicBezTo>
                  <a:cubicBezTo>
                    <a:pt x="663" y="70"/>
                    <a:pt x="678" y="62"/>
                    <a:pt x="677" y="61"/>
                  </a:cubicBezTo>
                  <a:cubicBezTo>
                    <a:pt x="680" y="60"/>
                    <a:pt x="693" y="54"/>
                    <a:pt x="694" y="51"/>
                  </a:cubicBezTo>
                  <a:cubicBezTo>
                    <a:pt x="694" y="50"/>
                    <a:pt x="694" y="50"/>
                    <a:pt x="694" y="50"/>
                  </a:cubicBezTo>
                  <a:cubicBezTo>
                    <a:pt x="692" y="49"/>
                    <a:pt x="681" y="45"/>
                    <a:pt x="680" y="44"/>
                  </a:cubicBezTo>
                  <a:cubicBezTo>
                    <a:pt x="678" y="43"/>
                    <a:pt x="676" y="39"/>
                    <a:pt x="675" y="39"/>
                  </a:cubicBezTo>
                  <a:cubicBezTo>
                    <a:pt x="675" y="38"/>
                    <a:pt x="675" y="37"/>
                    <a:pt x="675" y="37"/>
                  </a:cubicBezTo>
                  <a:cubicBezTo>
                    <a:pt x="684" y="39"/>
                    <a:pt x="702" y="36"/>
                    <a:pt x="707" y="33"/>
                  </a:cubicBezTo>
                  <a:cubicBezTo>
                    <a:pt x="709" y="31"/>
                    <a:pt x="712" y="28"/>
                    <a:pt x="716" y="27"/>
                  </a:cubicBezTo>
                  <a:cubicBezTo>
                    <a:pt x="721" y="26"/>
                    <a:pt x="736" y="34"/>
                    <a:pt x="739" y="36"/>
                  </a:cubicBezTo>
                  <a:cubicBezTo>
                    <a:pt x="739" y="38"/>
                    <a:pt x="738" y="39"/>
                    <a:pt x="738" y="41"/>
                  </a:cubicBezTo>
                  <a:cubicBezTo>
                    <a:pt x="736" y="42"/>
                    <a:pt x="734" y="44"/>
                    <a:pt x="732" y="45"/>
                  </a:cubicBezTo>
                  <a:cubicBezTo>
                    <a:pt x="731" y="45"/>
                    <a:pt x="730" y="45"/>
                    <a:pt x="730" y="45"/>
                  </a:cubicBezTo>
                  <a:cubicBezTo>
                    <a:pt x="724" y="47"/>
                    <a:pt x="709" y="51"/>
                    <a:pt x="705" y="55"/>
                  </a:cubicBezTo>
                  <a:cubicBezTo>
                    <a:pt x="706" y="56"/>
                    <a:pt x="706" y="57"/>
                    <a:pt x="706" y="58"/>
                  </a:cubicBezTo>
                  <a:cubicBezTo>
                    <a:pt x="708" y="59"/>
                    <a:pt x="710" y="60"/>
                    <a:pt x="712" y="61"/>
                  </a:cubicBezTo>
                  <a:cubicBezTo>
                    <a:pt x="713" y="61"/>
                    <a:pt x="715" y="61"/>
                    <a:pt x="717" y="61"/>
                  </a:cubicBezTo>
                  <a:cubicBezTo>
                    <a:pt x="724" y="65"/>
                    <a:pt x="744" y="92"/>
                    <a:pt x="730" y="103"/>
                  </a:cubicBezTo>
                  <a:cubicBezTo>
                    <a:pt x="728" y="104"/>
                    <a:pt x="716" y="108"/>
                    <a:pt x="717" y="108"/>
                  </a:cubicBezTo>
                  <a:cubicBezTo>
                    <a:pt x="711" y="111"/>
                    <a:pt x="705" y="106"/>
                    <a:pt x="702" y="111"/>
                  </a:cubicBezTo>
                  <a:cubicBezTo>
                    <a:pt x="702" y="114"/>
                    <a:pt x="702" y="117"/>
                    <a:pt x="702" y="120"/>
                  </a:cubicBezTo>
                  <a:cubicBezTo>
                    <a:pt x="699" y="125"/>
                    <a:pt x="694" y="130"/>
                    <a:pt x="690" y="134"/>
                  </a:cubicBezTo>
                  <a:cubicBezTo>
                    <a:pt x="690" y="136"/>
                    <a:pt x="690" y="137"/>
                    <a:pt x="691" y="137"/>
                  </a:cubicBezTo>
                  <a:cubicBezTo>
                    <a:pt x="692" y="139"/>
                    <a:pt x="695" y="139"/>
                    <a:pt x="697" y="139"/>
                  </a:cubicBezTo>
                  <a:cubicBezTo>
                    <a:pt x="698" y="138"/>
                    <a:pt x="699" y="137"/>
                    <a:pt x="700" y="134"/>
                  </a:cubicBezTo>
                  <a:cubicBezTo>
                    <a:pt x="711" y="134"/>
                    <a:pt x="716" y="138"/>
                    <a:pt x="726" y="140"/>
                  </a:cubicBezTo>
                  <a:cubicBezTo>
                    <a:pt x="727" y="143"/>
                    <a:pt x="730" y="149"/>
                    <a:pt x="729" y="151"/>
                  </a:cubicBezTo>
                  <a:cubicBezTo>
                    <a:pt x="728" y="152"/>
                    <a:pt x="727" y="154"/>
                    <a:pt x="725" y="155"/>
                  </a:cubicBezTo>
                  <a:cubicBezTo>
                    <a:pt x="716" y="158"/>
                    <a:pt x="712" y="149"/>
                    <a:pt x="705" y="150"/>
                  </a:cubicBezTo>
                  <a:cubicBezTo>
                    <a:pt x="704" y="149"/>
                    <a:pt x="700" y="153"/>
                    <a:pt x="699" y="155"/>
                  </a:cubicBezTo>
                  <a:cubicBezTo>
                    <a:pt x="698" y="157"/>
                    <a:pt x="700" y="159"/>
                    <a:pt x="700" y="160"/>
                  </a:cubicBezTo>
                  <a:cubicBezTo>
                    <a:pt x="700" y="162"/>
                    <a:pt x="700" y="164"/>
                    <a:pt x="700" y="166"/>
                  </a:cubicBezTo>
                  <a:cubicBezTo>
                    <a:pt x="702" y="174"/>
                    <a:pt x="698" y="180"/>
                    <a:pt x="692" y="183"/>
                  </a:cubicBezTo>
                  <a:cubicBezTo>
                    <a:pt x="685" y="187"/>
                    <a:pt x="666" y="181"/>
                    <a:pt x="662" y="179"/>
                  </a:cubicBezTo>
                  <a:cubicBezTo>
                    <a:pt x="662" y="177"/>
                    <a:pt x="653" y="173"/>
                    <a:pt x="651" y="173"/>
                  </a:cubicBezTo>
                  <a:cubicBezTo>
                    <a:pt x="651" y="172"/>
                    <a:pt x="652" y="172"/>
                    <a:pt x="652" y="172"/>
                  </a:cubicBezTo>
                  <a:cubicBezTo>
                    <a:pt x="660" y="170"/>
                    <a:pt x="676" y="168"/>
                    <a:pt x="683" y="163"/>
                  </a:cubicBezTo>
                  <a:cubicBezTo>
                    <a:pt x="685" y="162"/>
                    <a:pt x="692" y="157"/>
                    <a:pt x="689" y="155"/>
                  </a:cubicBezTo>
                  <a:cubicBezTo>
                    <a:pt x="685" y="154"/>
                    <a:pt x="675" y="155"/>
                    <a:pt x="672" y="157"/>
                  </a:cubicBezTo>
                  <a:cubicBezTo>
                    <a:pt x="668" y="159"/>
                    <a:pt x="653" y="154"/>
                    <a:pt x="652" y="153"/>
                  </a:cubicBezTo>
                  <a:cubicBezTo>
                    <a:pt x="650" y="152"/>
                    <a:pt x="650" y="151"/>
                    <a:pt x="649" y="149"/>
                  </a:cubicBezTo>
                  <a:cubicBezTo>
                    <a:pt x="649" y="148"/>
                    <a:pt x="649" y="148"/>
                    <a:pt x="650" y="147"/>
                  </a:cubicBezTo>
                  <a:cubicBezTo>
                    <a:pt x="660" y="147"/>
                    <a:pt x="674" y="146"/>
                    <a:pt x="684" y="144"/>
                  </a:cubicBezTo>
                  <a:cubicBezTo>
                    <a:pt x="685" y="143"/>
                    <a:pt x="685" y="142"/>
                    <a:pt x="686" y="141"/>
                  </a:cubicBezTo>
                  <a:cubicBezTo>
                    <a:pt x="686" y="141"/>
                    <a:pt x="686" y="141"/>
                    <a:pt x="686" y="140"/>
                  </a:cubicBezTo>
                  <a:cubicBezTo>
                    <a:pt x="684" y="139"/>
                    <a:pt x="684" y="138"/>
                    <a:pt x="682" y="137"/>
                  </a:cubicBezTo>
                  <a:cubicBezTo>
                    <a:pt x="682" y="133"/>
                    <a:pt x="681" y="129"/>
                    <a:pt x="683" y="125"/>
                  </a:cubicBezTo>
                  <a:cubicBezTo>
                    <a:pt x="685" y="122"/>
                    <a:pt x="691" y="115"/>
                    <a:pt x="690" y="111"/>
                  </a:cubicBezTo>
                  <a:cubicBezTo>
                    <a:pt x="690" y="109"/>
                    <a:pt x="689" y="109"/>
                    <a:pt x="688" y="109"/>
                  </a:cubicBezTo>
                  <a:cubicBezTo>
                    <a:pt x="680" y="105"/>
                    <a:pt x="670" y="123"/>
                    <a:pt x="665" y="118"/>
                  </a:cubicBezTo>
                  <a:cubicBezTo>
                    <a:pt x="666" y="112"/>
                    <a:pt x="667" y="106"/>
                    <a:pt x="670" y="102"/>
                  </a:cubicBezTo>
                  <a:cubicBezTo>
                    <a:pt x="675" y="96"/>
                    <a:pt x="690" y="97"/>
                    <a:pt x="695" y="102"/>
                  </a:cubicBezTo>
                  <a:cubicBezTo>
                    <a:pt x="701" y="102"/>
                    <a:pt x="703" y="100"/>
                    <a:pt x="707" y="98"/>
                  </a:cubicBezTo>
                  <a:cubicBezTo>
                    <a:pt x="711" y="95"/>
                    <a:pt x="717" y="94"/>
                    <a:pt x="720" y="90"/>
                  </a:cubicBezTo>
                  <a:cubicBezTo>
                    <a:pt x="720" y="89"/>
                    <a:pt x="720" y="88"/>
                    <a:pt x="720" y="89"/>
                  </a:cubicBezTo>
                  <a:cubicBezTo>
                    <a:pt x="726" y="78"/>
                    <a:pt x="710" y="68"/>
                    <a:pt x="705" y="66"/>
                  </a:cubicBezTo>
                  <a:cubicBezTo>
                    <a:pt x="694" y="63"/>
                    <a:pt x="681" y="76"/>
                    <a:pt x="678" y="81"/>
                  </a:cubicBezTo>
                  <a:cubicBezTo>
                    <a:pt x="670" y="91"/>
                    <a:pt x="657" y="97"/>
                    <a:pt x="649" y="107"/>
                  </a:cubicBezTo>
                  <a:cubicBezTo>
                    <a:pt x="645" y="112"/>
                    <a:pt x="646" y="118"/>
                    <a:pt x="644" y="123"/>
                  </a:cubicBezTo>
                  <a:cubicBezTo>
                    <a:pt x="643" y="127"/>
                    <a:pt x="640" y="131"/>
                    <a:pt x="639" y="133"/>
                  </a:cubicBezTo>
                  <a:cubicBezTo>
                    <a:pt x="632" y="134"/>
                    <a:pt x="625" y="130"/>
                    <a:pt x="623" y="125"/>
                  </a:cubicBezTo>
                  <a:cubicBezTo>
                    <a:pt x="621" y="123"/>
                    <a:pt x="623" y="120"/>
                    <a:pt x="621" y="118"/>
                  </a:cubicBezTo>
                  <a:close/>
                  <a:moveTo>
                    <a:pt x="537" y="94"/>
                  </a:moveTo>
                  <a:cubicBezTo>
                    <a:pt x="538" y="94"/>
                    <a:pt x="540" y="93"/>
                    <a:pt x="540" y="92"/>
                  </a:cubicBezTo>
                  <a:cubicBezTo>
                    <a:pt x="541" y="91"/>
                    <a:pt x="540" y="90"/>
                    <a:pt x="540" y="89"/>
                  </a:cubicBezTo>
                  <a:cubicBezTo>
                    <a:pt x="539" y="90"/>
                    <a:pt x="539" y="90"/>
                    <a:pt x="539" y="90"/>
                  </a:cubicBezTo>
                  <a:cubicBezTo>
                    <a:pt x="538" y="91"/>
                    <a:pt x="538" y="93"/>
                    <a:pt x="537" y="94"/>
                  </a:cubicBezTo>
                  <a:close/>
                  <a:moveTo>
                    <a:pt x="503" y="79"/>
                  </a:moveTo>
                  <a:cubicBezTo>
                    <a:pt x="504" y="80"/>
                    <a:pt x="505" y="81"/>
                    <a:pt x="507" y="79"/>
                  </a:cubicBezTo>
                  <a:cubicBezTo>
                    <a:pt x="507" y="77"/>
                    <a:pt x="508" y="77"/>
                    <a:pt x="508" y="75"/>
                  </a:cubicBezTo>
                  <a:cubicBezTo>
                    <a:pt x="508" y="75"/>
                    <a:pt x="507" y="75"/>
                    <a:pt x="507" y="74"/>
                  </a:cubicBezTo>
                  <a:cubicBezTo>
                    <a:pt x="506" y="75"/>
                    <a:pt x="505" y="75"/>
                    <a:pt x="504" y="75"/>
                  </a:cubicBezTo>
                  <a:cubicBezTo>
                    <a:pt x="504" y="77"/>
                    <a:pt x="504" y="77"/>
                    <a:pt x="503" y="79"/>
                  </a:cubicBezTo>
                  <a:close/>
                  <a:moveTo>
                    <a:pt x="491" y="115"/>
                  </a:moveTo>
                  <a:cubicBezTo>
                    <a:pt x="496" y="117"/>
                    <a:pt x="504" y="111"/>
                    <a:pt x="507" y="108"/>
                  </a:cubicBezTo>
                  <a:cubicBezTo>
                    <a:pt x="506" y="107"/>
                    <a:pt x="506" y="105"/>
                    <a:pt x="506" y="104"/>
                  </a:cubicBezTo>
                  <a:cubicBezTo>
                    <a:pt x="505" y="104"/>
                    <a:pt x="505" y="103"/>
                    <a:pt x="504" y="103"/>
                  </a:cubicBezTo>
                  <a:cubicBezTo>
                    <a:pt x="501" y="105"/>
                    <a:pt x="494" y="109"/>
                    <a:pt x="491" y="113"/>
                  </a:cubicBezTo>
                  <a:cubicBezTo>
                    <a:pt x="491" y="113"/>
                    <a:pt x="491" y="114"/>
                    <a:pt x="491" y="115"/>
                  </a:cubicBezTo>
                  <a:close/>
                  <a:moveTo>
                    <a:pt x="460" y="78"/>
                  </a:moveTo>
                  <a:cubicBezTo>
                    <a:pt x="461" y="79"/>
                    <a:pt x="462" y="79"/>
                    <a:pt x="463" y="79"/>
                  </a:cubicBezTo>
                  <a:cubicBezTo>
                    <a:pt x="466" y="77"/>
                    <a:pt x="468" y="75"/>
                    <a:pt x="470" y="73"/>
                  </a:cubicBezTo>
                  <a:cubicBezTo>
                    <a:pt x="470" y="71"/>
                    <a:pt x="470" y="71"/>
                    <a:pt x="470" y="69"/>
                  </a:cubicBezTo>
                  <a:cubicBezTo>
                    <a:pt x="468" y="69"/>
                    <a:pt x="467" y="70"/>
                    <a:pt x="466" y="70"/>
                  </a:cubicBezTo>
                  <a:cubicBezTo>
                    <a:pt x="464" y="71"/>
                    <a:pt x="461" y="74"/>
                    <a:pt x="460" y="78"/>
                  </a:cubicBezTo>
                  <a:close/>
                  <a:moveTo>
                    <a:pt x="453" y="106"/>
                  </a:moveTo>
                  <a:cubicBezTo>
                    <a:pt x="454" y="106"/>
                    <a:pt x="454" y="106"/>
                    <a:pt x="455" y="106"/>
                  </a:cubicBezTo>
                  <a:cubicBezTo>
                    <a:pt x="457" y="103"/>
                    <a:pt x="473" y="90"/>
                    <a:pt x="469" y="87"/>
                  </a:cubicBezTo>
                  <a:cubicBezTo>
                    <a:pt x="458" y="82"/>
                    <a:pt x="453" y="96"/>
                    <a:pt x="453" y="106"/>
                  </a:cubicBezTo>
                  <a:close/>
                  <a:moveTo>
                    <a:pt x="438" y="93"/>
                  </a:moveTo>
                  <a:cubicBezTo>
                    <a:pt x="439" y="93"/>
                    <a:pt x="440" y="94"/>
                    <a:pt x="440" y="95"/>
                  </a:cubicBezTo>
                  <a:cubicBezTo>
                    <a:pt x="442" y="95"/>
                    <a:pt x="443" y="95"/>
                    <a:pt x="444" y="95"/>
                  </a:cubicBezTo>
                  <a:cubicBezTo>
                    <a:pt x="445" y="94"/>
                    <a:pt x="446" y="93"/>
                    <a:pt x="446" y="92"/>
                  </a:cubicBezTo>
                  <a:cubicBezTo>
                    <a:pt x="445" y="91"/>
                    <a:pt x="444" y="91"/>
                    <a:pt x="444" y="90"/>
                  </a:cubicBezTo>
                  <a:cubicBezTo>
                    <a:pt x="444" y="91"/>
                    <a:pt x="439" y="91"/>
                    <a:pt x="438" y="92"/>
                  </a:cubicBezTo>
                  <a:cubicBezTo>
                    <a:pt x="438" y="92"/>
                    <a:pt x="438" y="92"/>
                    <a:pt x="438" y="93"/>
                  </a:cubicBezTo>
                  <a:close/>
                  <a:moveTo>
                    <a:pt x="425" y="130"/>
                  </a:moveTo>
                  <a:cubicBezTo>
                    <a:pt x="429" y="129"/>
                    <a:pt x="448" y="117"/>
                    <a:pt x="439" y="112"/>
                  </a:cubicBezTo>
                  <a:cubicBezTo>
                    <a:pt x="438" y="112"/>
                    <a:pt x="438" y="112"/>
                    <a:pt x="437" y="112"/>
                  </a:cubicBezTo>
                  <a:cubicBezTo>
                    <a:pt x="435" y="119"/>
                    <a:pt x="428" y="123"/>
                    <a:pt x="425" y="130"/>
                  </a:cubicBezTo>
                  <a:close/>
                  <a:moveTo>
                    <a:pt x="398" y="150"/>
                  </a:moveTo>
                  <a:cubicBezTo>
                    <a:pt x="398" y="144"/>
                    <a:pt x="399" y="138"/>
                    <a:pt x="399" y="133"/>
                  </a:cubicBezTo>
                  <a:cubicBezTo>
                    <a:pt x="403" y="131"/>
                    <a:pt x="426" y="102"/>
                    <a:pt x="429" y="97"/>
                  </a:cubicBezTo>
                  <a:cubicBezTo>
                    <a:pt x="428" y="96"/>
                    <a:pt x="428" y="96"/>
                    <a:pt x="426" y="96"/>
                  </a:cubicBezTo>
                  <a:cubicBezTo>
                    <a:pt x="424" y="97"/>
                    <a:pt x="405" y="104"/>
                    <a:pt x="401" y="101"/>
                  </a:cubicBezTo>
                  <a:cubicBezTo>
                    <a:pt x="400" y="100"/>
                    <a:pt x="400" y="100"/>
                    <a:pt x="400" y="100"/>
                  </a:cubicBezTo>
                  <a:cubicBezTo>
                    <a:pt x="400" y="86"/>
                    <a:pt x="411" y="79"/>
                    <a:pt x="418" y="74"/>
                  </a:cubicBezTo>
                  <a:cubicBezTo>
                    <a:pt x="424" y="70"/>
                    <a:pt x="428" y="65"/>
                    <a:pt x="432" y="60"/>
                  </a:cubicBezTo>
                  <a:cubicBezTo>
                    <a:pt x="437" y="54"/>
                    <a:pt x="450" y="45"/>
                    <a:pt x="453" y="38"/>
                  </a:cubicBezTo>
                  <a:cubicBezTo>
                    <a:pt x="454" y="34"/>
                    <a:pt x="454" y="29"/>
                    <a:pt x="454" y="25"/>
                  </a:cubicBezTo>
                  <a:cubicBezTo>
                    <a:pt x="462" y="22"/>
                    <a:pt x="468" y="24"/>
                    <a:pt x="473" y="28"/>
                  </a:cubicBezTo>
                  <a:cubicBezTo>
                    <a:pt x="468" y="46"/>
                    <a:pt x="437" y="68"/>
                    <a:pt x="423" y="81"/>
                  </a:cubicBezTo>
                  <a:cubicBezTo>
                    <a:pt x="420" y="84"/>
                    <a:pt x="416" y="86"/>
                    <a:pt x="413" y="89"/>
                  </a:cubicBezTo>
                  <a:cubicBezTo>
                    <a:pt x="413" y="90"/>
                    <a:pt x="413" y="90"/>
                    <a:pt x="414" y="90"/>
                  </a:cubicBezTo>
                  <a:cubicBezTo>
                    <a:pt x="419" y="90"/>
                    <a:pt x="426" y="88"/>
                    <a:pt x="430" y="86"/>
                  </a:cubicBezTo>
                  <a:cubicBezTo>
                    <a:pt x="436" y="85"/>
                    <a:pt x="441" y="85"/>
                    <a:pt x="447" y="84"/>
                  </a:cubicBezTo>
                  <a:cubicBezTo>
                    <a:pt x="451" y="81"/>
                    <a:pt x="451" y="77"/>
                    <a:pt x="453" y="73"/>
                  </a:cubicBezTo>
                  <a:cubicBezTo>
                    <a:pt x="457" y="67"/>
                    <a:pt x="460" y="60"/>
                    <a:pt x="466" y="55"/>
                  </a:cubicBezTo>
                  <a:cubicBezTo>
                    <a:pt x="469" y="55"/>
                    <a:pt x="472" y="55"/>
                    <a:pt x="474" y="55"/>
                  </a:cubicBezTo>
                  <a:cubicBezTo>
                    <a:pt x="475" y="57"/>
                    <a:pt x="477" y="58"/>
                    <a:pt x="478" y="59"/>
                  </a:cubicBezTo>
                  <a:cubicBezTo>
                    <a:pt x="481" y="63"/>
                    <a:pt x="483" y="67"/>
                    <a:pt x="485" y="71"/>
                  </a:cubicBezTo>
                  <a:cubicBezTo>
                    <a:pt x="488" y="69"/>
                    <a:pt x="495" y="62"/>
                    <a:pt x="492" y="57"/>
                  </a:cubicBezTo>
                  <a:cubicBezTo>
                    <a:pt x="491" y="54"/>
                    <a:pt x="488" y="53"/>
                    <a:pt x="490" y="49"/>
                  </a:cubicBezTo>
                  <a:cubicBezTo>
                    <a:pt x="490" y="46"/>
                    <a:pt x="498" y="42"/>
                    <a:pt x="502" y="43"/>
                  </a:cubicBezTo>
                  <a:cubicBezTo>
                    <a:pt x="502" y="47"/>
                    <a:pt x="506" y="51"/>
                    <a:pt x="508" y="53"/>
                  </a:cubicBezTo>
                  <a:cubicBezTo>
                    <a:pt x="515" y="55"/>
                    <a:pt x="513" y="47"/>
                    <a:pt x="514" y="43"/>
                  </a:cubicBezTo>
                  <a:cubicBezTo>
                    <a:pt x="517" y="34"/>
                    <a:pt x="512" y="13"/>
                    <a:pt x="524" y="13"/>
                  </a:cubicBezTo>
                  <a:cubicBezTo>
                    <a:pt x="525" y="15"/>
                    <a:pt x="530" y="19"/>
                    <a:pt x="532" y="21"/>
                  </a:cubicBezTo>
                  <a:cubicBezTo>
                    <a:pt x="532" y="21"/>
                    <a:pt x="532" y="21"/>
                    <a:pt x="533" y="21"/>
                  </a:cubicBezTo>
                  <a:cubicBezTo>
                    <a:pt x="535" y="25"/>
                    <a:pt x="536" y="27"/>
                    <a:pt x="539" y="30"/>
                  </a:cubicBezTo>
                  <a:cubicBezTo>
                    <a:pt x="541" y="34"/>
                    <a:pt x="544" y="42"/>
                    <a:pt x="545" y="47"/>
                  </a:cubicBezTo>
                  <a:cubicBezTo>
                    <a:pt x="546" y="51"/>
                    <a:pt x="542" y="54"/>
                    <a:pt x="543" y="59"/>
                  </a:cubicBezTo>
                  <a:cubicBezTo>
                    <a:pt x="546" y="65"/>
                    <a:pt x="553" y="69"/>
                    <a:pt x="556" y="75"/>
                  </a:cubicBezTo>
                  <a:cubicBezTo>
                    <a:pt x="558" y="79"/>
                    <a:pt x="558" y="83"/>
                    <a:pt x="560" y="85"/>
                  </a:cubicBezTo>
                  <a:cubicBezTo>
                    <a:pt x="564" y="89"/>
                    <a:pt x="570" y="91"/>
                    <a:pt x="574" y="95"/>
                  </a:cubicBezTo>
                  <a:cubicBezTo>
                    <a:pt x="574" y="97"/>
                    <a:pt x="574" y="98"/>
                    <a:pt x="574" y="99"/>
                  </a:cubicBezTo>
                  <a:cubicBezTo>
                    <a:pt x="572" y="100"/>
                    <a:pt x="570" y="102"/>
                    <a:pt x="568" y="103"/>
                  </a:cubicBezTo>
                  <a:cubicBezTo>
                    <a:pt x="565" y="105"/>
                    <a:pt x="561" y="104"/>
                    <a:pt x="559" y="105"/>
                  </a:cubicBezTo>
                  <a:cubicBezTo>
                    <a:pt x="552" y="106"/>
                    <a:pt x="543" y="109"/>
                    <a:pt x="539" y="114"/>
                  </a:cubicBezTo>
                  <a:cubicBezTo>
                    <a:pt x="536" y="117"/>
                    <a:pt x="536" y="135"/>
                    <a:pt x="535" y="141"/>
                  </a:cubicBezTo>
                  <a:cubicBezTo>
                    <a:pt x="535" y="143"/>
                    <a:pt x="534" y="145"/>
                    <a:pt x="534" y="148"/>
                  </a:cubicBezTo>
                  <a:cubicBezTo>
                    <a:pt x="532" y="152"/>
                    <a:pt x="531" y="158"/>
                    <a:pt x="530" y="163"/>
                  </a:cubicBezTo>
                  <a:cubicBezTo>
                    <a:pt x="530" y="164"/>
                    <a:pt x="530" y="165"/>
                    <a:pt x="530" y="166"/>
                  </a:cubicBezTo>
                  <a:cubicBezTo>
                    <a:pt x="526" y="174"/>
                    <a:pt x="524" y="181"/>
                    <a:pt x="520" y="187"/>
                  </a:cubicBezTo>
                  <a:cubicBezTo>
                    <a:pt x="520" y="190"/>
                    <a:pt x="520" y="193"/>
                    <a:pt x="520" y="195"/>
                  </a:cubicBezTo>
                  <a:cubicBezTo>
                    <a:pt x="519" y="195"/>
                    <a:pt x="519" y="195"/>
                    <a:pt x="519" y="195"/>
                  </a:cubicBezTo>
                  <a:cubicBezTo>
                    <a:pt x="518" y="193"/>
                    <a:pt x="515" y="191"/>
                    <a:pt x="514" y="189"/>
                  </a:cubicBezTo>
                  <a:cubicBezTo>
                    <a:pt x="511" y="185"/>
                    <a:pt x="511" y="181"/>
                    <a:pt x="509" y="177"/>
                  </a:cubicBezTo>
                  <a:cubicBezTo>
                    <a:pt x="509" y="175"/>
                    <a:pt x="509" y="173"/>
                    <a:pt x="509" y="171"/>
                  </a:cubicBezTo>
                  <a:cubicBezTo>
                    <a:pt x="507" y="163"/>
                    <a:pt x="509" y="147"/>
                    <a:pt x="508" y="135"/>
                  </a:cubicBezTo>
                  <a:cubicBezTo>
                    <a:pt x="507" y="135"/>
                    <a:pt x="506" y="135"/>
                    <a:pt x="507" y="134"/>
                  </a:cubicBezTo>
                  <a:cubicBezTo>
                    <a:pt x="497" y="136"/>
                    <a:pt x="489" y="139"/>
                    <a:pt x="481" y="142"/>
                  </a:cubicBezTo>
                  <a:cubicBezTo>
                    <a:pt x="476" y="142"/>
                    <a:pt x="472" y="143"/>
                    <a:pt x="467" y="143"/>
                  </a:cubicBezTo>
                  <a:cubicBezTo>
                    <a:pt x="462" y="138"/>
                    <a:pt x="463" y="125"/>
                    <a:pt x="465" y="119"/>
                  </a:cubicBezTo>
                  <a:cubicBezTo>
                    <a:pt x="470" y="117"/>
                    <a:pt x="476" y="112"/>
                    <a:pt x="478" y="108"/>
                  </a:cubicBezTo>
                  <a:cubicBezTo>
                    <a:pt x="478" y="107"/>
                    <a:pt x="478" y="105"/>
                    <a:pt x="478" y="104"/>
                  </a:cubicBezTo>
                  <a:cubicBezTo>
                    <a:pt x="484" y="97"/>
                    <a:pt x="492" y="90"/>
                    <a:pt x="488" y="77"/>
                  </a:cubicBezTo>
                  <a:cubicBezTo>
                    <a:pt x="488" y="77"/>
                    <a:pt x="488" y="77"/>
                    <a:pt x="487" y="77"/>
                  </a:cubicBezTo>
                  <a:cubicBezTo>
                    <a:pt x="473" y="87"/>
                    <a:pt x="476" y="96"/>
                    <a:pt x="467" y="109"/>
                  </a:cubicBezTo>
                  <a:cubicBezTo>
                    <a:pt x="461" y="117"/>
                    <a:pt x="456" y="117"/>
                    <a:pt x="452" y="129"/>
                  </a:cubicBezTo>
                  <a:cubicBezTo>
                    <a:pt x="448" y="140"/>
                    <a:pt x="457" y="156"/>
                    <a:pt x="457" y="165"/>
                  </a:cubicBezTo>
                  <a:cubicBezTo>
                    <a:pt x="455" y="165"/>
                    <a:pt x="455" y="167"/>
                    <a:pt x="454" y="167"/>
                  </a:cubicBezTo>
                  <a:cubicBezTo>
                    <a:pt x="452" y="167"/>
                    <a:pt x="452" y="167"/>
                    <a:pt x="450" y="167"/>
                  </a:cubicBezTo>
                  <a:cubicBezTo>
                    <a:pt x="447" y="163"/>
                    <a:pt x="444" y="159"/>
                    <a:pt x="442" y="153"/>
                  </a:cubicBezTo>
                  <a:cubicBezTo>
                    <a:pt x="440" y="149"/>
                    <a:pt x="441" y="145"/>
                    <a:pt x="439" y="141"/>
                  </a:cubicBezTo>
                  <a:cubicBezTo>
                    <a:pt x="438" y="141"/>
                    <a:pt x="438" y="141"/>
                    <a:pt x="437" y="141"/>
                  </a:cubicBezTo>
                  <a:cubicBezTo>
                    <a:pt x="431" y="151"/>
                    <a:pt x="418" y="157"/>
                    <a:pt x="402" y="157"/>
                  </a:cubicBezTo>
                  <a:cubicBezTo>
                    <a:pt x="402" y="156"/>
                    <a:pt x="400" y="155"/>
                    <a:pt x="400" y="155"/>
                  </a:cubicBezTo>
                  <a:cubicBezTo>
                    <a:pt x="398" y="153"/>
                    <a:pt x="398" y="151"/>
                    <a:pt x="398" y="150"/>
                  </a:cubicBezTo>
                  <a:close/>
                  <a:moveTo>
                    <a:pt x="278" y="104"/>
                  </a:moveTo>
                  <a:cubicBezTo>
                    <a:pt x="279" y="106"/>
                    <a:pt x="280" y="109"/>
                    <a:pt x="281" y="111"/>
                  </a:cubicBezTo>
                  <a:cubicBezTo>
                    <a:pt x="282" y="111"/>
                    <a:pt x="282" y="111"/>
                    <a:pt x="282" y="111"/>
                  </a:cubicBezTo>
                  <a:cubicBezTo>
                    <a:pt x="283" y="108"/>
                    <a:pt x="286" y="101"/>
                    <a:pt x="283" y="99"/>
                  </a:cubicBezTo>
                  <a:cubicBezTo>
                    <a:pt x="283" y="99"/>
                    <a:pt x="282" y="99"/>
                    <a:pt x="282" y="98"/>
                  </a:cubicBezTo>
                  <a:cubicBezTo>
                    <a:pt x="281" y="98"/>
                    <a:pt x="280" y="98"/>
                    <a:pt x="279" y="99"/>
                  </a:cubicBezTo>
                  <a:cubicBezTo>
                    <a:pt x="279" y="102"/>
                    <a:pt x="278" y="101"/>
                    <a:pt x="278" y="104"/>
                  </a:cubicBezTo>
                  <a:close/>
                  <a:moveTo>
                    <a:pt x="257" y="97"/>
                  </a:moveTo>
                  <a:cubicBezTo>
                    <a:pt x="257" y="97"/>
                    <a:pt x="257" y="98"/>
                    <a:pt x="257" y="99"/>
                  </a:cubicBezTo>
                  <a:cubicBezTo>
                    <a:pt x="258" y="99"/>
                    <a:pt x="258" y="99"/>
                    <a:pt x="258" y="99"/>
                  </a:cubicBezTo>
                  <a:cubicBezTo>
                    <a:pt x="258" y="99"/>
                    <a:pt x="259" y="99"/>
                    <a:pt x="259" y="99"/>
                  </a:cubicBezTo>
                  <a:cubicBezTo>
                    <a:pt x="260" y="98"/>
                    <a:pt x="260" y="97"/>
                    <a:pt x="261" y="97"/>
                  </a:cubicBezTo>
                  <a:cubicBezTo>
                    <a:pt x="261" y="95"/>
                    <a:pt x="261" y="95"/>
                    <a:pt x="260" y="93"/>
                  </a:cubicBezTo>
                  <a:cubicBezTo>
                    <a:pt x="260" y="93"/>
                    <a:pt x="260" y="93"/>
                    <a:pt x="260" y="93"/>
                  </a:cubicBezTo>
                  <a:cubicBezTo>
                    <a:pt x="259" y="93"/>
                    <a:pt x="259" y="93"/>
                    <a:pt x="259" y="93"/>
                  </a:cubicBezTo>
                  <a:cubicBezTo>
                    <a:pt x="258" y="94"/>
                    <a:pt x="258" y="95"/>
                    <a:pt x="257" y="97"/>
                  </a:cubicBezTo>
                  <a:close/>
                  <a:moveTo>
                    <a:pt x="236" y="104"/>
                  </a:moveTo>
                  <a:cubicBezTo>
                    <a:pt x="236" y="105"/>
                    <a:pt x="237" y="105"/>
                    <a:pt x="238" y="105"/>
                  </a:cubicBezTo>
                  <a:cubicBezTo>
                    <a:pt x="241" y="104"/>
                    <a:pt x="242" y="102"/>
                    <a:pt x="245" y="100"/>
                  </a:cubicBezTo>
                  <a:cubicBezTo>
                    <a:pt x="245" y="99"/>
                    <a:pt x="245" y="98"/>
                    <a:pt x="245" y="97"/>
                  </a:cubicBezTo>
                  <a:cubicBezTo>
                    <a:pt x="244" y="97"/>
                    <a:pt x="244" y="97"/>
                    <a:pt x="244" y="97"/>
                  </a:cubicBezTo>
                  <a:cubicBezTo>
                    <a:pt x="244" y="97"/>
                    <a:pt x="243" y="97"/>
                    <a:pt x="242" y="97"/>
                  </a:cubicBezTo>
                  <a:cubicBezTo>
                    <a:pt x="240" y="99"/>
                    <a:pt x="238" y="101"/>
                    <a:pt x="236" y="104"/>
                  </a:cubicBezTo>
                  <a:close/>
                  <a:moveTo>
                    <a:pt x="216" y="151"/>
                  </a:moveTo>
                  <a:cubicBezTo>
                    <a:pt x="217" y="152"/>
                    <a:pt x="225" y="157"/>
                    <a:pt x="226" y="158"/>
                  </a:cubicBezTo>
                  <a:cubicBezTo>
                    <a:pt x="230" y="159"/>
                    <a:pt x="253" y="155"/>
                    <a:pt x="254" y="154"/>
                  </a:cubicBezTo>
                  <a:cubicBezTo>
                    <a:pt x="254" y="153"/>
                    <a:pt x="253" y="151"/>
                    <a:pt x="252" y="149"/>
                  </a:cubicBezTo>
                  <a:cubicBezTo>
                    <a:pt x="253" y="149"/>
                    <a:pt x="253" y="149"/>
                    <a:pt x="253" y="149"/>
                  </a:cubicBezTo>
                  <a:cubicBezTo>
                    <a:pt x="259" y="147"/>
                    <a:pt x="266" y="162"/>
                    <a:pt x="274" y="147"/>
                  </a:cubicBezTo>
                  <a:cubicBezTo>
                    <a:pt x="280" y="149"/>
                    <a:pt x="289" y="157"/>
                    <a:pt x="296" y="153"/>
                  </a:cubicBezTo>
                  <a:cubicBezTo>
                    <a:pt x="309" y="147"/>
                    <a:pt x="312" y="126"/>
                    <a:pt x="312" y="104"/>
                  </a:cubicBezTo>
                  <a:cubicBezTo>
                    <a:pt x="312" y="97"/>
                    <a:pt x="313" y="86"/>
                    <a:pt x="310" y="81"/>
                  </a:cubicBezTo>
                  <a:cubicBezTo>
                    <a:pt x="310" y="78"/>
                    <a:pt x="310" y="75"/>
                    <a:pt x="310" y="73"/>
                  </a:cubicBezTo>
                  <a:cubicBezTo>
                    <a:pt x="310" y="67"/>
                    <a:pt x="310" y="56"/>
                    <a:pt x="308" y="51"/>
                  </a:cubicBezTo>
                  <a:cubicBezTo>
                    <a:pt x="308" y="49"/>
                    <a:pt x="307" y="45"/>
                    <a:pt x="307" y="43"/>
                  </a:cubicBezTo>
                  <a:cubicBezTo>
                    <a:pt x="305" y="35"/>
                    <a:pt x="304" y="27"/>
                    <a:pt x="301" y="21"/>
                  </a:cubicBezTo>
                  <a:cubicBezTo>
                    <a:pt x="270" y="17"/>
                    <a:pt x="248" y="27"/>
                    <a:pt x="235" y="46"/>
                  </a:cubicBezTo>
                  <a:cubicBezTo>
                    <a:pt x="232" y="50"/>
                    <a:pt x="222" y="63"/>
                    <a:pt x="225" y="70"/>
                  </a:cubicBezTo>
                  <a:cubicBezTo>
                    <a:pt x="233" y="70"/>
                    <a:pt x="243" y="58"/>
                    <a:pt x="249" y="54"/>
                  </a:cubicBezTo>
                  <a:cubicBezTo>
                    <a:pt x="250" y="54"/>
                    <a:pt x="254" y="53"/>
                    <a:pt x="254" y="53"/>
                  </a:cubicBezTo>
                  <a:cubicBezTo>
                    <a:pt x="280" y="51"/>
                    <a:pt x="264" y="71"/>
                    <a:pt x="264" y="83"/>
                  </a:cubicBezTo>
                  <a:cubicBezTo>
                    <a:pt x="268" y="85"/>
                    <a:pt x="278" y="95"/>
                    <a:pt x="284" y="92"/>
                  </a:cubicBezTo>
                  <a:cubicBezTo>
                    <a:pt x="284" y="91"/>
                    <a:pt x="285" y="90"/>
                    <a:pt x="286" y="90"/>
                  </a:cubicBezTo>
                  <a:cubicBezTo>
                    <a:pt x="293" y="90"/>
                    <a:pt x="311" y="103"/>
                    <a:pt x="302" y="112"/>
                  </a:cubicBezTo>
                  <a:cubicBezTo>
                    <a:pt x="299" y="115"/>
                    <a:pt x="294" y="117"/>
                    <a:pt x="290" y="120"/>
                  </a:cubicBezTo>
                  <a:cubicBezTo>
                    <a:pt x="285" y="123"/>
                    <a:pt x="280" y="129"/>
                    <a:pt x="274" y="133"/>
                  </a:cubicBezTo>
                  <a:cubicBezTo>
                    <a:pt x="274" y="133"/>
                    <a:pt x="272" y="133"/>
                    <a:pt x="273" y="134"/>
                  </a:cubicBezTo>
                  <a:cubicBezTo>
                    <a:pt x="268" y="137"/>
                    <a:pt x="260" y="139"/>
                    <a:pt x="254" y="143"/>
                  </a:cubicBezTo>
                  <a:cubicBezTo>
                    <a:pt x="251" y="145"/>
                    <a:pt x="243" y="143"/>
                    <a:pt x="240" y="143"/>
                  </a:cubicBezTo>
                  <a:cubicBezTo>
                    <a:pt x="238" y="140"/>
                    <a:pt x="232" y="133"/>
                    <a:pt x="236" y="127"/>
                  </a:cubicBezTo>
                  <a:cubicBezTo>
                    <a:pt x="237" y="124"/>
                    <a:pt x="242" y="120"/>
                    <a:pt x="244" y="119"/>
                  </a:cubicBezTo>
                  <a:cubicBezTo>
                    <a:pt x="244" y="116"/>
                    <a:pt x="243" y="116"/>
                    <a:pt x="241" y="116"/>
                  </a:cubicBezTo>
                  <a:cubicBezTo>
                    <a:pt x="238" y="121"/>
                    <a:pt x="227" y="110"/>
                    <a:pt x="226" y="108"/>
                  </a:cubicBezTo>
                  <a:cubicBezTo>
                    <a:pt x="226" y="105"/>
                    <a:pt x="226" y="102"/>
                    <a:pt x="226" y="99"/>
                  </a:cubicBezTo>
                  <a:cubicBezTo>
                    <a:pt x="229" y="98"/>
                    <a:pt x="231" y="95"/>
                    <a:pt x="234" y="93"/>
                  </a:cubicBezTo>
                  <a:cubicBezTo>
                    <a:pt x="242" y="89"/>
                    <a:pt x="256" y="87"/>
                    <a:pt x="252" y="74"/>
                  </a:cubicBezTo>
                  <a:cubicBezTo>
                    <a:pt x="252" y="74"/>
                    <a:pt x="251" y="74"/>
                    <a:pt x="250" y="74"/>
                  </a:cubicBezTo>
                  <a:cubicBezTo>
                    <a:pt x="246" y="78"/>
                    <a:pt x="227" y="77"/>
                    <a:pt x="223" y="83"/>
                  </a:cubicBezTo>
                  <a:cubicBezTo>
                    <a:pt x="220" y="86"/>
                    <a:pt x="223" y="93"/>
                    <a:pt x="221" y="97"/>
                  </a:cubicBezTo>
                  <a:cubicBezTo>
                    <a:pt x="219" y="97"/>
                    <a:pt x="220" y="103"/>
                    <a:pt x="218" y="105"/>
                  </a:cubicBezTo>
                  <a:cubicBezTo>
                    <a:pt x="214" y="114"/>
                    <a:pt x="219" y="132"/>
                    <a:pt x="217" y="141"/>
                  </a:cubicBezTo>
                  <a:cubicBezTo>
                    <a:pt x="217" y="144"/>
                    <a:pt x="216" y="149"/>
                    <a:pt x="216" y="151"/>
                  </a:cubicBezTo>
                  <a:close/>
                  <a:moveTo>
                    <a:pt x="197" y="154"/>
                  </a:moveTo>
                  <a:cubicBezTo>
                    <a:pt x="197" y="141"/>
                    <a:pt x="202" y="127"/>
                    <a:pt x="205" y="115"/>
                  </a:cubicBezTo>
                  <a:cubicBezTo>
                    <a:pt x="205" y="113"/>
                    <a:pt x="205" y="110"/>
                    <a:pt x="205" y="107"/>
                  </a:cubicBezTo>
                  <a:cubicBezTo>
                    <a:pt x="205" y="93"/>
                    <a:pt x="199" y="79"/>
                    <a:pt x="201" y="66"/>
                  </a:cubicBezTo>
                  <a:cubicBezTo>
                    <a:pt x="205" y="39"/>
                    <a:pt x="229" y="25"/>
                    <a:pt x="252" y="17"/>
                  </a:cubicBezTo>
                  <a:cubicBezTo>
                    <a:pt x="261" y="15"/>
                    <a:pt x="289" y="6"/>
                    <a:pt x="300" y="13"/>
                  </a:cubicBezTo>
                  <a:cubicBezTo>
                    <a:pt x="302" y="13"/>
                    <a:pt x="306" y="13"/>
                    <a:pt x="308" y="15"/>
                  </a:cubicBezTo>
                  <a:cubicBezTo>
                    <a:pt x="330" y="29"/>
                    <a:pt x="324" y="79"/>
                    <a:pt x="325" y="113"/>
                  </a:cubicBezTo>
                  <a:cubicBezTo>
                    <a:pt x="325" y="129"/>
                    <a:pt x="328" y="154"/>
                    <a:pt x="320" y="163"/>
                  </a:cubicBezTo>
                  <a:cubicBezTo>
                    <a:pt x="318" y="166"/>
                    <a:pt x="294" y="183"/>
                    <a:pt x="287" y="179"/>
                  </a:cubicBezTo>
                  <a:cubicBezTo>
                    <a:pt x="280" y="175"/>
                    <a:pt x="274" y="165"/>
                    <a:pt x="264" y="164"/>
                  </a:cubicBezTo>
                  <a:cubicBezTo>
                    <a:pt x="261" y="163"/>
                    <a:pt x="257" y="167"/>
                    <a:pt x="254" y="168"/>
                  </a:cubicBezTo>
                  <a:cubicBezTo>
                    <a:pt x="252" y="169"/>
                    <a:pt x="230" y="173"/>
                    <a:pt x="226" y="171"/>
                  </a:cubicBezTo>
                  <a:cubicBezTo>
                    <a:pt x="221" y="170"/>
                    <a:pt x="220" y="167"/>
                    <a:pt x="216" y="164"/>
                  </a:cubicBezTo>
                  <a:cubicBezTo>
                    <a:pt x="216" y="164"/>
                    <a:pt x="216" y="164"/>
                    <a:pt x="216" y="164"/>
                  </a:cubicBezTo>
                  <a:cubicBezTo>
                    <a:pt x="213" y="166"/>
                    <a:pt x="211" y="170"/>
                    <a:pt x="206" y="170"/>
                  </a:cubicBezTo>
                  <a:cubicBezTo>
                    <a:pt x="204" y="168"/>
                    <a:pt x="202" y="166"/>
                    <a:pt x="201" y="164"/>
                  </a:cubicBezTo>
                  <a:cubicBezTo>
                    <a:pt x="199" y="161"/>
                    <a:pt x="199" y="158"/>
                    <a:pt x="197" y="154"/>
                  </a:cubicBezTo>
                  <a:close/>
                  <a:moveTo>
                    <a:pt x="83" y="79"/>
                  </a:moveTo>
                  <a:cubicBezTo>
                    <a:pt x="84" y="83"/>
                    <a:pt x="84" y="85"/>
                    <a:pt x="85" y="87"/>
                  </a:cubicBezTo>
                  <a:cubicBezTo>
                    <a:pt x="92" y="84"/>
                    <a:pt x="115" y="69"/>
                    <a:pt x="116" y="62"/>
                  </a:cubicBezTo>
                  <a:cubicBezTo>
                    <a:pt x="116" y="62"/>
                    <a:pt x="116" y="62"/>
                    <a:pt x="115" y="62"/>
                  </a:cubicBezTo>
                  <a:cubicBezTo>
                    <a:pt x="111" y="60"/>
                    <a:pt x="105" y="62"/>
                    <a:pt x="101" y="63"/>
                  </a:cubicBezTo>
                  <a:cubicBezTo>
                    <a:pt x="98" y="63"/>
                    <a:pt x="96" y="63"/>
                    <a:pt x="93" y="63"/>
                  </a:cubicBezTo>
                  <a:cubicBezTo>
                    <a:pt x="84" y="65"/>
                    <a:pt x="82" y="70"/>
                    <a:pt x="83" y="79"/>
                  </a:cubicBezTo>
                  <a:close/>
                  <a:moveTo>
                    <a:pt x="32" y="97"/>
                  </a:moveTo>
                  <a:cubicBezTo>
                    <a:pt x="36" y="101"/>
                    <a:pt x="36" y="104"/>
                    <a:pt x="36" y="112"/>
                  </a:cubicBezTo>
                  <a:cubicBezTo>
                    <a:pt x="38" y="113"/>
                    <a:pt x="38" y="113"/>
                    <a:pt x="38" y="114"/>
                  </a:cubicBezTo>
                  <a:cubicBezTo>
                    <a:pt x="41" y="114"/>
                    <a:pt x="44" y="114"/>
                    <a:pt x="46" y="113"/>
                  </a:cubicBezTo>
                  <a:cubicBezTo>
                    <a:pt x="47" y="111"/>
                    <a:pt x="50" y="108"/>
                    <a:pt x="50" y="106"/>
                  </a:cubicBezTo>
                  <a:cubicBezTo>
                    <a:pt x="52" y="100"/>
                    <a:pt x="53" y="86"/>
                    <a:pt x="49" y="83"/>
                  </a:cubicBezTo>
                  <a:cubicBezTo>
                    <a:pt x="49" y="83"/>
                    <a:pt x="49" y="82"/>
                    <a:pt x="48" y="82"/>
                  </a:cubicBezTo>
                  <a:cubicBezTo>
                    <a:pt x="42" y="82"/>
                    <a:pt x="34" y="89"/>
                    <a:pt x="32" y="94"/>
                  </a:cubicBezTo>
                  <a:cubicBezTo>
                    <a:pt x="32" y="95"/>
                    <a:pt x="32" y="96"/>
                    <a:pt x="32" y="97"/>
                  </a:cubicBezTo>
                  <a:close/>
                  <a:moveTo>
                    <a:pt x="3" y="66"/>
                  </a:moveTo>
                  <a:cubicBezTo>
                    <a:pt x="9" y="66"/>
                    <a:pt x="12" y="70"/>
                    <a:pt x="14" y="73"/>
                  </a:cubicBezTo>
                  <a:cubicBezTo>
                    <a:pt x="16" y="73"/>
                    <a:pt x="18" y="73"/>
                    <a:pt x="19" y="73"/>
                  </a:cubicBezTo>
                  <a:cubicBezTo>
                    <a:pt x="22" y="71"/>
                    <a:pt x="24" y="69"/>
                    <a:pt x="26" y="67"/>
                  </a:cubicBezTo>
                  <a:cubicBezTo>
                    <a:pt x="31" y="64"/>
                    <a:pt x="38" y="63"/>
                    <a:pt x="44" y="60"/>
                  </a:cubicBezTo>
                  <a:cubicBezTo>
                    <a:pt x="48" y="57"/>
                    <a:pt x="51" y="59"/>
                    <a:pt x="54" y="55"/>
                  </a:cubicBezTo>
                  <a:cubicBezTo>
                    <a:pt x="57" y="47"/>
                    <a:pt x="51" y="40"/>
                    <a:pt x="54" y="31"/>
                  </a:cubicBezTo>
                  <a:cubicBezTo>
                    <a:pt x="55" y="26"/>
                    <a:pt x="56" y="23"/>
                    <a:pt x="57" y="17"/>
                  </a:cubicBezTo>
                  <a:cubicBezTo>
                    <a:pt x="57" y="17"/>
                    <a:pt x="56" y="5"/>
                    <a:pt x="58" y="7"/>
                  </a:cubicBezTo>
                  <a:cubicBezTo>
                    <a:pt x="58" y="6"/>
                    <a:pt x="58" y="6"/>
                    <a:pt x="59" y="6"/>
                  </a:cubicBezTo>
                  <a:cubicBezTo>
                    <a:pt x="69" y="5"/>
                    <a:pt x="83" y="21"/>
                    <a:pt x="92" y="27"/>
                  </a:cubicBezTo>
                  <a:cubicBezTo>
                    <a:pt x="92" y="35"/>
                    <a:pt x="89" y="43"/>
                    <a:pt x="90" y="51"/>
                  </a:cubicBezTo>
                  <a:cubicBezTo>
                    <a:pt x="100" y="55"/>
                    <a:pt x="115" y="50"/>
                    <a:pt x="126" y="48"/>
                  </a:cubicBezTo>
                  <a:cubicBezTo>
                    <a:pt x="130" y="48"/>
                    <a:pt x="134" y="48"/>
                    <a:pt x="138" y="49"/>
                  </a:cubicBezTo>
                  <a:cubicBezTo>
                    <a:pt x="140" y="50"/>
                    <a:pt x="142" y="53"/>
                    <a:pt x="144" y="53"/>
                  </a:cubicBezTo>
                  <a:cubicBezTo>
                    <a:pt x="144" y="53"/>
                    <a:pt x="144" y="55"/>
                    <a:pt x="144" y="55"/>
                  </a:cubicBezTo>
                  <a:cubicBezTo>
                    <a:pt x="140" y="59"/>
                    <a:pt x="136" y="64"/>
                    <a:pt x="133" y="68"/>
                  </a:cubicBezTo>
                  <a:cubicBezTo>
                    <a:pt x="130" y="71"/>
                    <a:pt x="120" y="76"/>
                    <a:pt x="114" y="79"/>
                  </a:cubicBezTo>
                  <a:cubicBezTo>
                    <a:pt x="110" y="82"/>
                    <a:pt x="104" y="83"/>
                    <a:pt x="104" y="90"/>
                  </a:cubicBezTo>
                  <a:cubicBezTo>
                    <a:pt x="105" y="91"/>
                    <a:pt x="106" y="91"/>
                    <a:pt x="106" y="92"/>
                  </a:cubicBezTo>
                  <a:cubicBezTo>
                    <a:pt x="114" y="95"/>
                    <a:pt x="125" y="91"/>
                    <a:pt x="128" y="99"/>
                  </a:cubicBezTo>
                  <a:cubicBezTo>
                    <a:pt x="129" y="101"/>
                    <a:pt x="130" y="103"/>
                    <a:pt x="129" y="105"/>
                  </a:cubicBezTo>
                  <a:cubicBezTo>
                    <a:pt x="124" y="112"/>
                    <a:pt x="112" y="106"/>
                    <a:pt x="105" y="111"/>
                  </a:cubicBezTo>
                  <a:cubicBezTo>
                    <a:pt x="99" y="115"/>
                    <a:pt x="94" y="120"/>
                    <a:pt x="89" y="124"/>
                  </a:cubicBezTo>
                  <a:cubicBezTo>
                    <a:pt x="84" y="127"/>
                    <a:pt x="79" y="125"/>
                    <a:pt x="76" y="130"/>
                  </a:cubicBezTo>
                  <a:cubicBezTo>
                    <a:pt x="72" y="136"/>
                    <a:pt x="76" y="147"/>
                    <a:pt x="74" y="153"/>
                  </a:cubicBezTo>
                  <a:cubicBezTo>
                    <a:pt x="74" y="155"/>
                    <a:pt x="73" y="156"/>
                    <a:pt x="73" y="157"/>
                  </a:cubicBezTo>
                  <a:cubicBezTo>
                    <a:pt x="64" y="159"/>
                    <a:pt x="66" y="177"/>
                    <a:pt x="59" y="183"/>
                  </a:cubicBezTo>
                  <a:cubicBezTo>
                    <a:pt x="57" y="172"/>
                    <a:pt x="50" y="162"/>
                    <a:pt x="48" y="152"/>
                  </a:cubicBezTo>
                  <a:cubicBezTo>
                    <a:pt x="48" y="147"/>
                    <a:pt x="50" y="142"/>
                    <a:pt x="46" y="139"/>
                  </a:cubicBezTo>
                  <a:cubicBezTo>
                    <a:pt x="44" y="138"/>
                    <a:pt x="40" y="139"/>
                    <a:pt x="38" y="138"/>
                  </a:cubicBezTo>
                  <a:cubicBezTo>
                    <a:pt x="36" y="132"/>
                    <a:pt x="34" y="123"/>
                    <a:pt x="26" y="121"/>
                  </a:cubicBezTo>
                  <a:cubicBezTo>
                    <a:pt x="23" y="120"/>
                    <a:pt x="22" y="122"/>
                    <a:pt x="17" y="122"/>
                  </a:cubicBezTo>
                  <a:cubicBezTo>
                    <a:pt x="16" y="120"/>
                    <a:pt x="15" y="116"/>
                    <a:pt x="14" y="114"/>
                  </a:cubicBezTo>
                  <a:cubicBezTo>
                    <a:pt x="12" y="111"/>
                    <a:pt x="7" y="110"/>
                    <a:pt x="5" y="107"/>
                  </a:cubicBezTo>
                  <a:cubicBezTo>
                    <a:pt x="5" y="107"/>
                    <a:pt x="5" y="107"/>
                    <a:pt x="5" y="107"/>
                  </a:cubicBezTo>
                  <a:cubicBezTo>
                    <a:pt x="3" y="102"/>
                    <a:pt x="5" y="99"/>
                    <a:pt x="4" y="96"/>
                  </a:cubicBezTo>
                  <a:cubicBezTo>
                    <a:pt x="4" y="94"/>
                    <a:pt x="1" y="93"/>
                    <a:pt x="0" y="90"/>
                  </a:cubicBezTo>
                  <a:cubicBezTo>
                    <a:pt x="4" y="85"/>
                    <a:pt x="3" y="76"/>
                    <a:pt x="3" y="6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46" name="Freeform 37"/>
            <p:cNvSpPr>
              <a:spLocks noEditPoints="1"/>
            </p:cNvSpPr>
            <p:nvPr/>
          </p:nvSpPr>
          <p:spPr bwMode="auto">
            <a:xfrm>
              <a:off x="8797988" y="4643741"/>
              <a:ext cx="334963" cy="325438"/>
            </a:xfrm>
            <a:custGeom>
              <a:avLst/>
              <a:gdLst>
                <a:gd name="T0" fmla="*/ 218 w 225"/>
                <a:gd name="T1" fmla="*/ 76 h 216"/>
                <a:gd name="T2" fmla="*/ 170 w 225"/>
                <a:gd name="T3" fmla="*/ 32 h 216"/>
                <a:gd name="T4" fmla="*/ 113 w 225"/>
                <a:gd name="T5" fmla="*/ 0 h 216"/>
                <a:gd name="T6" fmla="*/ 56 w 225"/>
                <a:gd name="T7" fmla="*/ 32 h 216"/>
                <a:gd name="T8" fmla="*/ 8 w 225"/>
                <a:gd name="T9" fmla="*/ 76 h 216"/>
                <a:gd name="T10" fmla="*/ 21 w 225"/>
                <a:gd name="T11" fmla="*/ 140 h 216"/>
                <a:gd name="T12" fmla="*/ 48 w 225"/>
                <a:gd name="T13" fmla="*/ 200 h 216"/>
                <a:gd name="T14" fmla="*/ 112 w 225"/>
                <a:gd name="T15" fmla="*/ 207 h 216"/>
                <a:gd name="T16" fmla="*/ 177 w 225"/>
                <a:gd name="T17" fmla="*/ 200 h 216"/>
                <a:gd name="T18" fmla="*/ 204 w 225"/>
                <a:gd name="T19" fmla="*/ 140 h 216"/>
                <a:gd name="T20" fmla="*/ 218 w 225"/>
                <a:gd name="T21" fmla="*/ 76 h 216"/>
                <a:gd name="T22" fmla="*/ 113 w 225"/>
                <a:gd name="T23" fmla="*/ 201 h 216"/>
                <a:gd name="T24" fmla="*/ 22 w 225"/>
                <a:gd name="T25" fmla="*/ 110 h 216"/>
                <a:gd name="T26" fmla="*/ 113 w 225"/>
                <a:gd name="T27" fmla="*/ 20 h 216"/>
                <a:gd name="T28" fmla="*/ 204 w 225"/>
                <a:gd name="T29" fmla="*/ 111 h 216"/>
                <a:gd name="T30" fmla="*/ 113 w 225"/>
                <a:gd name="T31" fmla="*/ 201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5" h="216">
                  <a:moveTo>
                    <a:pt x="218" y="76"/>
                  </a:moveTo>
                  <a:cubicBezTo>
                    <a:pt x="210" y="53"/>
                    <a:pt x="191" y="37"/>
                    <a:pt x="170" y="32"/>
                  </a:cubicBezTo>
                  <a:cubicBezTo>
                    <a:pt x="158" y="13"/>
                    <a:pt x="137" y="0"/>
                    <a:pt x="113" y="0"/>
                  </a:cubicBezTo>
                  <a:cubicBezTo>
                    <a:pt x="89" y="0"/>
                    <a:pt x="68" y="13"/>
                    <a:pt x="56" y="32"/>
                  </a:cubicBezTo>
                  <a:cubicBezTo>
                    <a:pt x="34" y="37"/>
                    <a:pt x="15" y="53"/>
                    <a:pt x="8" y="76"/>
                  </a:cubicBezTo>
                  <a:cubicBezTo>
                    <a:pt x="0" y="99"/>
                    <a:pt x="6" y="123"/>
                    <a:pt x="21" y="140"/>
                  </a:cubicBezTo>
                  <a:cubicBezTo>
                    <a:pt x="18" y="163"/>
                    <a:pt x="28" y="185"/>
                    <a:pt x="48" y="200"/>
                  </a:cubicBezTo>
                  <a:cubicBezTo>
                    <a:pt x="67" y="214"/>
                    <a:pt x="92" y="216"/>
                    <a:pt x="112" y="207"/>
                  </a:cubicBezTo>
                  <a:cubicBezTo>
                    <a:pt x="133" y="216"/>
                    <a:pt x="158" y="214"/>
                    <a:pt x="177" y="200"/>
                  </a:cubicBezTo>
                  <a:cubicBezTo>
                    <a:pt x="197" y="186"/>
                    <a:pt x="206" y="163"/>
                    <a:pt x="204" y="140"/>
                  </a:cubicBezTo>
                  <a:cubicBezTo>
                    <a:pt x="220" y="123"/>
                    <a:pt x="225" y="99"/>
                    <a:pt x="218" y="76"/>
                  </a:cubicBezTo>
                  <a:close/>
                  <a:moveTo>
                    <a:pt x="113" y="201"/>
                  </a:moveTo>
                  <a:cubicBezTo>
                    <a:pt x="63" y="201"/>
                    <a:pt x="22" y="160"/>
                    <a:pt x="22" y="110"/>
                  </a:cubicBezTo>
                  <a:cubicBezTo>
                    <a:pt x="22" y="60"/>
                    <a:pt x="62" y="20"/>
                    <a:pt x="113" y="20"/>
                  </a:cubicBezTo>
                  <a:cubicBezTo>
                    <a:pt x="163" y="20"/>
                    <a:pt x="204" y="61"/>
                    <a:pt x="204" y="111"/>
                  </a:cubicBezTo>
                  <a:cubicBezTo>
                    <a:pt x="204" y="161"/>
                    <a:pt x="163" y="201"/>
                    <a:pt x="113" y="20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48" name="Freeform 38"/>
            <p:cNvSpPr>
              <a:spLocks noEditPoints="1"/>
            </p:cNvSpPr>
            <p:nvPr/>
          </p:nvSpPr>
          <p:spPr bwMode="auto">
            <a:xfrm>
              <a:off x="8872600" y="4775504"/>
              <a:ext cx="84138" cy="26988"/>
            </a:xfrm>
            <a:custGeom>
              <a:avLst/>
              <a:gdLst>
                <a:gd name="T0" fmla="*/ 4 w 56"/>
                <a:gd name="T1" fmla="*/ 17 h 18"/>
                <a:gd name="T2" fmla="*/ 0 w 56"/>
                <a:gd name="T3" fmla="*/ 7 h 18"/>
                <a:gd name="T4" fmla="*/ 3 w 56"/>
                <a:gd name="T5" fmla="*/ 2 h 18"/>
                <a:gd name="T6" fmla="*/ 8 w 56"/>
                <a:gd name="T7" fmla="*/ 0 h 18"/>
                <a:gd name="T8" fmla="*/ 15 w 56"/>
                <a:gd name="T9" fmla="*/ 13 h 18"/>
                <a:gd name="T10" fmla="*/ 19 w 56"/>
                <a:gd name="T11" fmla="*/ 14 h 18"/>
                <a:gd name="T12" fmla="*/ 22 w 56"/>
                <a:gd name="T13" fmla="*/ 14 h 18"/>
                <a:gd name="T14" fmla="*/ 20 w 56"/>
                <a:gd name="T15" fmla="*/ 12 h 18"/>
                <a:gd name="T16" fmla="*/ 14 w 56"/>
                <a:gd name="T17" fmla="*/ 6 h 18"/>
                <a:gd name="T18" fmla="*/ 20 w 56"/>
                <a:gd name="T19" fmla="*/ 0 h 18"/>
                <a:gd name="T20" fmla="*/ 26 w 56"/>
                <a:gd name="T21" fmla="*/ 8 h 18"/>
                <a:gd name="T22" fmla="*/ 19 w 56"/>
                <a:gd name="T23" fmla="*/ 18 h 18"/>
                <a:gd name="T24" fmla="*/ 15 w 56"/>
                <a:gd name="T25" fmla="*/ 13 h 18"/>
                <a:gd name="T26" fmla="*/ 22 w 56"/>
                <a:gd name="T27" fmla="*/ 3 h 18"/>
                <a:gd name="T28" fmla="*/ 18 w 56"/>
                <a:gd name="T29" fmla="*/ 3 h 18"/>
                <a:gd name="T30" fmla="*/ 18 w 56"/>
                <a:gd name="T31" fmla="*/ 8 h 18"/>
                <a:gd name="T32" fmla="*/ 22 w 56"/>
                <a:gd name="T33" fmla="*/ 8 h 18"/>
                <a:gd name="T34" fmla="*/ 30 w 56"/>
                <a:gd name="T35" fmla="*/ 13 h 18"/>
                <a:gd name="T36" fmla="*/ 34 w 56"/>
                <a:gd name="T37" fmla="*/ 14 h 18"/>
                <a:gd name="T38" fmla="*/ 38 w 56"/>
                <a:gd name="T39" fmla="*/ 14 h 18"/>
                <a:gd name="T40" fmla="*/ 38 w 56"/>
                <a:gd name="T41" fmla="*/ 9 h 18"/>
                <a:gd name="T42" fmla="*/ 33 w 56"/>
                <a:gd name="T43" fmla="*/ 10 h 18"/>
                <a:gd name="T44" fmla="*/ 32 w 56"/>
                <a:gd name="T45" fmla="*/ 0 h 18"/>
                <a:gd name="T46" fmla="*/ 41 w 56"/>
                <a:gd name="T47" fmla="*/ 3 h 18"/>
                <a:gd name="T48" fmla="*/ 34 w 56"/>
                <a:gd name="T49" fmla="*/ 6 h 18"/>
                <a:gd name="T50" fmla="*/ 41 w 56"/>
                <a:gd name="T51" fmla="*/ 8 h 18"/>
                <a:gd name="T52" fmla="*/ 41 w 56"/>
                <a:gd name="T53" fmla="*/ 16 h 18"/>
                <a:gd name="T54" fmla="*/ 32 w 56"/>
                <a:gd name="T55" fmla="*/ 17 h 18"/>
                <a:gd name="T56" fmla="*/ 48 w 56"/>
                <a:gd name="T57" fmla="*/ 8 h 18"/>
                <a:gd name="T58" fmla="*/ 45 w 56"/>
                <a:gd name="T59" fmla="*/ 4 h 18"/>
                <a:gd name="T60" fmla="*/ 50 w 56"/>
                <a:gd name="T61" fmla="*/ 0 h 18"/>
                <a:gd name="T62" fmla="*/ 56 w 56"/>
                <a:gd name="T63" fmla="*/ 4 h 18"/>
                <a:gd name="T64" fmla="*/ 53 w 56"/>
                <a:gd name="T65" fmla="*/ 8 h 18"/>
                <a:gd name="T66" fmla="*/ 56 w 56"/>
                <a:gd name="T67" fmla="*/ 12 h 18"/>
                <a:gd name="T68" fmla="*/ 50 w 56"/>
                <a:gd name="T69" fmla="*/ 18 h 18"/>
                <a:gd name="T70" fmla="*/ 44 w 56"/>
                <a:gd name="T71" fmla="*/ 13 h 18"/>
                <a:gd name="T72" fmla="*/ 48 w 56"/>
                <a:gd name="T73" fmla="*/ 8 h 18"/>
                <a:gd name="T74" fmla="*/ 49 w 56"/>
                <a:gd name="T75" fmla="*/ 6 h 18"/>
                <a:gd name="T76" fmla="*/ 52 w 56"/>
                <a:gd name="T77" fmla="*/ 6 h 18"/>
                <a:gd name="T78" fmla="*/ 52 w 56"/>
                <a:gd name="T79" fmla="*/ 3 h 18"/>
                <a:gd name="T80" fmla="*/ 49 w 56"/>
                <a:gd name="T81" fmla="*/ 3 h 18"/>
                <a:gd name="T82" fmla="*/ 48 w 56"/>
                <a:gd name="T83" fmla="*/ 12 h 18"/>
                <a:gd name="T84" fmla="*/ 51 w 56"/>
                <a:gd name="T85" fmla="*/ 15 h 18"/>
                <a:gd name="T86" fmla="*/ 54 w 56"/>
                <a:gd name="T87" fmla="*/ 12 h 18"/>
                <a:gd name="T88" fmla="*/ 51 w 56"/>
                <a:gd name="T89" fmla="*/ 9 h 18"/>
                <a:gd name="T90" fmla="*/ 48 w 56"/>
                <a:gd name="T91" fmla="*/ 12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6" h="18">
                  <a:moveTo>
                    <a:pt x="8" y="17"/>
                  </a:moveTo>
                  <a:cubicBezTo>
                    <a:pt x="4" y="17"/>
                    <a:pt x="4" y="17"/>
                    <a:pt x="4" y="17"/>
                  </a:cubicBezTo>
                  <a:cubicBezTo>
                    <a:pt x="4" y="4"/>
                    <a:pt x="4" y="4"/>
                    <a:pt x="4" y="4"/>
                  </a:cubicBezTo>
                  <a:cubicBezTo>
                    <a:pt x="3" y="6"/>
                    <a:pt x="2" y="6"/>
                    <a:pt x="0" y="7"/>
                  </a:cubicBezTo>
                  <a:cubicBezTo>
                    <a:pt x="0" y="4"/>
                    <a:pt x="0" y="4"/>
                    <a:pt x="0" y="4"/>
                  </a:cubicBezTo>
                  <a:cubicBezTo>
                    <a:pt x="1" y="4"/>
                    <a:pt x="2" y="3"/>
                    <a:pt x="3" y="2"/>
                  </a:cubicBezTo>
                  <a:cubicBezTo>
                    <a:pt x="4" y="2"/>
                    <a:pt x="4" y="1"/>
                    <a:pt x="5" y="0"/>
                  </a:cubicBezTo>
                  <a:cubicBezTo>
                    <a:pt x="8" y="0"/>
                    <a:pt x="8" y="0"/>
                    <a:pt x="8" y="0"/>
                  </a:cubicBezTo>
                  <a:cubicBezTo>
                    <a:pt x="8" y="17"/>
                    <a:pt x="8" y="17"/>
                    <a:pt x="8" y="17"/>
                  </a:cubicBezTo>
                  <a:close/>
                  <a:moveTo>
                    <a:pt x="15" y="13"/>
                  </a:moveTo>
                  <a:cubicBezTo>
                    <a:pt x="18" y="13"/>
                    <a:pt x="18" y="13"/>
                    <a:pt x="18" y="13"/>
                  </a:cubicBezTo>
                  <a:cubicBezTo>
                    <a:pt x="18" y="14"/>
                    <a:pt x="18" y="14"/>
                    <a:pt x="19" y="14"/>
                  </a:cubicBezTo>
                  <a:cubicBezTo>
                    <a:pt x="19" y="15"/>
                    <a:pt x="20" y="15"/>
                    <a:pt x="20" y="15"/>
                  </a:cubicBezTo>
                  <a:cubicBezTo>
                    <a:pt x="21" y="15"/>
                    <a:pt x="21" y="14"/>
                    <a:pt x="22" y="14"/>
                  </a:cubicBezTo>
                  <a:cubicBezTo>
                    <a:pt x="22" y="13"/>
                    <a:pt x="23" y="12"/>
                    <a:pt x="23" y="10"/>
                  </a:cubicBezTo>
                  <a:cubicBezTo>
                    <a:pt x="22" y="11"/>
                    <a:pt x="21" y="12"/>
                    <a:pt x="20" y="12"/>
                  </a:cubicBezTo>
                  <a:cubicBezTo>
                    <a:pt x="18" y="12"/>
                    <a:pt x="17" y="11"/>
                    <a:pt x="16" y="10"/>
                  </a:cubicBezTo>
                  <a:cubicBezTo>
                    <a:pt x="15" y="9"/>
                    <a:pt x="14" y="8"/>
                    <a:pt x="14" y="6"/>
                  </a:cubicBezTo>
                  <a:cubicBezTo>
                    <a:pt x="14" y="4"/>
                    <a:pt x="15" y="2"/>
                    <a:pt x="16" y="1"/>
                  </a:cubicBezTo>
                  <a:cubicBezTo>
                    <a:pt x="17" y="0"/>
                    <a:pt x="18" y="0"/>
                    <a:pt x="20" y="0"/>
                  </a:cubicBezTo>
                  <a:cubicBezTo>
                    <a:pt x="22" y="0"/>
                    <a:pt x="23" y="0"/>
                    <a:pt x="24" y="2"/>
                  </a:cubicBezTo>
                  <a:cubicBezTo>
                    <a:pt x="26" y="3"/>
                    <a:pt x="26" y="5"/>
                    <a:pt x="26" y="8"/>
                  </a:cubicBezTo>
                  <a:cubicBezTo>
                    <a:pt x="26" y="12"/>
                    <a:pt x="25" y="14"/>
                    <a:pt x="24" y="16"/>
                  </a:cubicBezTo>
                  <a:cubicBezTo>
                    <a:pt x="23" y="17"/>
                    <a:pt x="21" y="18"/>
                    <a:pt x="19" y="18"/>
                  </a:cubicBezTo>
                  <a:cubicBezTo>
                    <a:pt x="18" y="18"/>
                    <a:pt x="17" y="17"/>
                    <a:pt x="16" y="16"/>
                  </a:cubicBezTo>
                  <a:cubicBezTo>
                    <a:pt x="16" y="16"/>
                    <a:pt x="15" y="15"/>
                    <a:pt x="15" y="13"/>
                  </a:cubicBezTo>
                  <a:close/>
                  <a:moveTo>
                    <a:pt x="22" y="6"/>
                  </a:moveTo>
                  <a:cubicBezTo>
                    <a:pt x="22" y="4"/>
                    <a:pt x="22" y="4"/>
                    <a:pt x="22" y="3"/>
                  </a:cubicBezTo>
                  <a:cubicBezTo>
                    <a:pt x="21" y="2"/>
                    <a:pt x="21" y="2"/>
                    <a:pt x="20" y="2"/>
                  </a:cubicBezTo>
                  <a:cubicBezTo>
                    <a:pt x="19" y="2"/>
                    <a:pt x="19" y="3"/>
                    <a:pt x="18" y="3"/>
                  </a:cubicBezTo>
                  <a:cubicBezTo>
                    <a:pt x="18" y="4"/>
                    <a:pt x="18" y="4"/>
                    <a:pt x="18" y="6"/>
                  </a:cubicBezTo>
                  <a:cubicBezTo>
                    <a:pt x="18" y="7"/>
                    <a:pt x="18" y="8"/>
                    <a:pt x="18" y="8"/>
                  </a:cubicBezTo>
                  <a:cubicBezTo>
                    <a:pt x="19" y="8"/>
                    <a:pt x="20" y="9"/>
                    <a:pt x="20" y="9"/>
                  </a:cubicBezTo>
                  <a:cubicBezTo>
                    <a:pt x="21" y="9"/>
                    <a:pt x="21" y="8"/>
                    <a:pt x="22" y="8"/>
                  </a:cubicBezTo>
                  <a:cubicBezTo>
                    <a:pt x="22" y="8"/>
                    <a:pt x="22" y="7"/>
                    <a:pt x="22" y="6"/>
                  </a:cubicBezTo>
                  <a:close/>
                  <a:moveTo>
                    <a:pt x="30" y="13"/>
                  </a:moveTo>
                  <a:cubicBezTo>
                    <a:pt x="34" y="12"/>
                    <a:pt x="34" y="12"/>
                    <a:pt x="34" y="12"/>
                  </a:cubicBezTo>
                  <a:cubicBezTo>
                    <a:pt x="34" y="13"/>
                    <a:pt x="34" y="14"/>
                    <a:pt x="34" y="14"/>
                  </a:cubicBezTo>
                  <a:cubicBezTo>
                    <a:pt x="35" y="15"/>
                    <a:pt x="36" y="15"/>
                    <a:pt x="36" y="15"/>
                  </a:cubicBezTo>
                  <a:cubicBezTo>
                    <a:pt x="37" y="15"/>
                    <a:pt x="37" y="15"/>
                    <a:pt x="38" y="14"/>
                  </a:cubicBezTo>
                  <a:cubicBezTo>
                    <a:pt x="38" y="14"/>
                    <a:pt x="39" y="13"/>
                    <a:pt x="39" y="12"/>
                  </a:cubicBezTo>
                  <a:cubicBezTo>
                    <a:pt x="39" y="10"/>
                    <a:pt x="38" y="10"/>
                    <a:pt x="38" y="9"/>
                  </a:cubicBezTo>
                  <a:cubicBezTo>
                    <a:pt x="38" y="9"/>
                    <a:pt x="37" y="8"/>
                    <a:pt x="36" y="8"/>
                  </a:cubicBezTo>
                  <a:cubicBezTo>
                    <a:pt x="35" y="8"/>
                    <a:pt x="34" y="9"/>
                    <a:pt x="33" y="10"/>
                  </a:cubicBezTo>
                  <a:cubicBezTo>
                    <a:pt x="30" y="9"/>
                    <a:pt x="30" y="9"/>
                    <a:pt x="30" y="9"/>
                  </a:cubicBezTo>
                  <a:cubicBezTo>
                    <a:pt x="32" y="0"/>
                    <a:pt x="32" y="0"/>
                    <a:pt x="32" y="0"/>
                  </a:cubicBezTo>
                  <a:cubicBezTo>
                    <a:pt x="41" y="0"/>
                    <a:pt x="41" y="0"/>
                    <a:pt x="41" y="0"/>
                  </a:cubicBezTo>
                  <a:cubicBezTo>
                    <a:pt x="41" y="3"/>
                    <a:pt x="41" y="3"/>
                    <a:pt x="41" y="3"/>
                  </a:cubicBezTo>
                  <a:cubicBezTo>
                    <a:pt x="35" y="3"/>
                    <a:pt x="35" y="3"/>
                    <a:pt x="35" y="3"/>
                  </a:cubicBezTo>
                  <a:cubicBezTo>
                    <a:pt x="34" y="6"/>
                    <a:pt x="34" y="6"/>
                    <a:pt x="34" y="6"/>
                  </a:cubicBezTo>
                  <a:cubicBezTo>
                    <a:pt x="35" y="6"/>
                    <a:pt x="36" y="6"/>
                    <a:pt x="37" y="6"/>
                  </a:cubicBezTo>
                  <a:cubicBezTo>
                    <a:pt x="38" y="6"/>
                    <a:pt x="40" y="6"/>
                    <a:pt x="41" y="8"/>
                  </a:cubicBezTo>
                  <a:cubicBezTo>
                    <a:pt x="42" y="9"/>
                    <a:pt x="42" y="10"/>
                    <a:pt x="42" y="12"/>
                  </a:cubicBezTo>
                  <a:cubicBezTo>
                    <a:pt x="42" y="14"/>
                    <a:pt x="42" y="15"/>
                    <a:pt x="41" y="16"/>
                  </a:cubicBezTo>
                  <a:cubicBezTo>
                    <a:pt x="40" y="18"/>
                    <a:pt x="38" y="18"/>
                    <a:pt x="36" y="18"/>
                  </a:cubicBezTo>
                  <a:cubicBezTo>
                    <a:pt x="35" y="18"/>
                    <a:pt x="33" y="18"/>
                    <a:pt x="32" y="17"/>
                  </a:cubicBezTo>
                  <a:cubicBezTo>
                    <a:pt x="31" y="16"/>
                    <a:pt x="30" y="14"/>
                    <a:pt x="30" y="13"/>
                  </a:cubicBezTo>
                  <a:close/>
                  <a:moveTo>
                    <a:pt x="48" y="8"/>
                  </a:moveTo>
                  <a:cubicBezTo>
                    <a:pt x="47" y="7"/>
                    <a:pt x="46" y="7"/>
                    <a:pt x="46" y="6"/>
                  </a:cubicBezTo>
                  <a:cubicBezTo>
                    <a:pt x="46" y="5"/>
                    <a:pt x="45" y="5"/>
                    <a:pt x="45" y="4"/>
                  </a:cubicBezTo>
                  <a:cubicBezTo>
                    <a:pt x="45" y="3"/>
                    <a:pt x="46" y="2"/>
                    <a:pt x="46" y="1"/>
                  </a:cubicBezTo>
                  <a:cubicBezTo>
                    <a:pt x="47" y="0"/>
                    <a:pt x="49" y="0"/>
                    <a:pt x="50" y="0"/>
                  </a:cubicBezTo>
                  <a:cubicBezTo>
                    <a:pt x="52" y="0"/>
                    <a:pt x="54" y="0"/>
                    <a:pt x="54" y="1"/>
                  </a:cubicBezTo>
                  <a:cubicBezTo>
                    <a:pt x="55" y="2"/>
                    <a:pt x="56" y="3"/>
                    <a:pt x="56" y="4"/>
                  </a:cubicBezTo>
                  <a:cubicBezTo>
                    <a:pt x="56" y="5"/>
                    <a:pt x="56" y="6"/>
                    <a:pt x="55" y="6"/>
                  </a:cubicBezTo>
                  <a:cubicBezTo>
                    <a:pt x="55" y="7"/>
                    <a:pt x="54" y="8"/>
                    <a:pt x="53" y="8"/>
                  </a:cubicBezTo>
                  <a:cubicBezTo>
                    <a:pt x="54" y="8"/>
                    <a:pt x="55" y="9"/>
                    <a:pt x="56" y="10"/>
                  </a:cubicBezTo>
                  <a:cubicBezTo>
                    <a:pt x="56" y="10"/>
                    <a:pt x="56" y="11"/>
                    <a:pt x="56" y="12"/>
                  </a:cubicBezTo>
                  <a:cubicBezTo>
                    <a:pt x="56" y="14"/>
                    <a:pt x="56" y="15"/>
                    <a:pt x="55" y="16"/>
                  </a:cubicBezTo>
                  <a:cubicBezTo>
                    <a:pt x="54" y="18"/>
                    <a:pt x="52" y="18"/>
                    <a:pt x="50" y="18"/>
                  </a:cubicBezTo>
                  <a:cubicBezTo>
                    <a:pt x="49" y="18"/>
                    <a:pt x="48" y="18"/>
                    <a:pt x="46" y="17"/>
                  </a:cubicBezTo>
                  <a:cubicBezTo>
                    <a:pt x="45" y="16"/>
                    <a:pt x="44" y="14"/>
                    <a:pt x="44" y="13"/>
                  </a:cubicBezTo>
                  <a:cubicBezTo>
                    <a:pt x="44" y="12"/>
                    <a:pt x="45" y="11"/>
                    <a:pt x="45" y="10"/>
                  </a:cubicBezTo>
                  <a:cubicBezTo>
                    <a:pt x="46" y="9"/>
                    <a:pt x="47" y="8"/>
                    <a:pt x="48" y="8"/>
                  </a:cubicBezTo>
                  <a:close/>
                  <a:moveTo>
                    <a:pt x="49" y="4"/>
                  </a:moveTo>
                  <a:cubicBezTo>
                    <a:pt x="49" y="5"/>
                    <a:pt x="49" y="6"/>
                    <a:pt x="49" y="6"/>
                  </a:cubicBezTo>
                  <a:cubicBezTo>
                    <a:pt x="50" y="6"/>
                    <a:pt x="50" y="6"/>
                    <a:pt x="51" y="6"/>
                  </a:cubicBezTo>
                  <a:cubicBezTo>
                    <a:pt x="52" y="6"/>
                    <a:pt x="52" y="6"/>
                    <a:pt x="52" y="6"/>
                  </a:cubicBezTo>
                  <a:cubicBezTo>
                    <a:pt x="53" y="6"/>
                    <a:pt x="53" y="5"/>
                    <a:pt x="53" y="4"/>
                  </a:cubicBezTo>
                  <a:cubicBezTo>
                    <a:pt x="53" y="4"/>
                    <a:pt x="53" y="3"/>
                    <a:pt x="52" y="3"/>
                  </a:cubicBezTo>
                  <a:cubicBezTo>
                    <a:pt x="52" y="2"/>
                    <a:pt x="52" y="2"/>
                    <a:pt x="51" y="2"/>
                  </a:cubicBezTo>
                  <a:cubicBezTo>
                    <a:pt x="50" y="2"/>
                    <a:pt x="50" y="2"/>
                    <a:pt x="49" y="3"/>
                  </a:cubicBezTo>
                  <a:cubicBezTo>
                    <a:pt x="49" y="3"/>
                    <a:pt x="49" y="4"/>
                    <a:pt x="49" y="4"/>
                  </a:cubicBezTo>
                  <a:close/>
                  <a:moveTo>
                    <a:pt x="48" y="12"/>
                  </a:moveTo>
                  <a:cubicBezTo>
                    <a:pt x="48" y="13"/>
                    <a:pt x="49" y="14"/>
                    <a:pt x="49" y="14"/>
                  </a:cubicBezTo>
                  <a:cubicBezTo>
                    <a:pt x="50" y="15"/>
                    <a:pt x="50" y="15"/>
                    <a:pt x="51" y="15"/>
                  </a:cubicBezTo>
                  <a:cubicBezTo>
                    <a:pt x="52" y="15"/>
                    <a:pt x="52" y="15"/>
                    <a:pt x="53" y="14"/>
                  </a:cubicBezTo>
                  <a:cubicBezTo>
                    <a:pt x="53" y="14"/>
                    <a:pt x="54" y="13"/>
                    <a:pt x="54" y="12"/>
                  </a:cubicBezTo>
                  <a:cubicBezTo>
                    <a:pt x="54" y="11"/>
                    <a:pt x="53" y="10"/>
                    <a:pt x="53" y="10"/>
                  </a:cubicBezTo>
                  <a:cubicBezTo>
                    <a:pt x="52" y="10"/>
                    <a:pt x="52" y="9"/>
                    <a:pt x="51" y="9"/>
                  </a:cubicBezTo>
                  <a:cubicBezTo>
                    <a:pt x="50" y="9"/>
                    <a:pt x="50" y="10"/>
                    <a:pt x="49" y="10"/>
                  </a:cubicBezTo>
                  <a:cubicBezTo>
                    <a:pt x="49" y="11"/>
                    <a:pt x="48" y="11"/>
                    <a:pt x="48"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49" name="Freeform 39"/>
            <p:cNvSpPr>
              <a:spLocks noEditPoints="1"/>
            </p:cNvSpPr>
            <p:nvPr/>
          </p:nvSpPr>
          <p:spPr bwMode="auto">
            <a:xfrm>
              <a:off x="8729725" y="4570716"/>
              <a:ext cx="474663" cy="477838"/>
            </a:xfrm>
            <a:custGeom>
              <a:avLst/>
              <a:gdLst>
                <a:gd name="T0" fmla="*/ 159 w 318"/>
                <a:gd name="T1" fmla="*/ 0 h 318"/>
                <a:gd name="T2" fmla="*/ 0 w 318"/>
                <a:gd name="T3" fmla="*/ 159 h 318"/>
                <a:gd name="T4" fmla="*/ 159 w 318"/>
                <a:gd name="T5" fmla="*/ 318 h 318"/>
                <a:gd name="T6" fmla="*/ 318 w 318"/>
                <a:gd name="T7" fmla="*/ 159 h 318"/>
                <a:gd name="T8" fmla="*/ 159 w 318"/>
                <a:gd name="T9" fmla="*/ 0 h 318"/>
                <a:gd name="T10" fmla="*/ 159 w 318"/>
                <a:gd name="T11" fmla="*/ 312 h 318"/>
                <a:gd name="T12" fmla="*/ 6 w 318"/>
                <a:gd name="T13" fmla="*/ 159 h 318"/>
                <a:gd name="T14" fmla="*/ 159 w 318"/>
                <a:gd name="T15" fmla="*/ 6 h 318"/>
                <a:gd name="T16" fmla="*/ 312 w 318"/>
                <a:gd name="T17" fmla="*/ 160 h 318"/>
                <a:gd name="T18" fmla="*/ 159 w 318"/>
                <a:gd name="T19" fmla="*/ 31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18" h="318">
                  <a:moveTo>
                    <a:pt x="159" y="0"/>
                  </a:moveTo>
                  <a:cubicBezTo>
                    <a:pt x="71" y="0"/>
                    <a:pt x="0" y="72"/>
                    <a:pt x="0" y="159"/>
                  </a:cubicBezTo>
                  <a:cubicBezTo>
                    <a:pt x="0" y="247"/>
                    <a:pt x="71" y="318"/>
                    <a:pt x="159" y="318"/>
                  </a:cubicBezTo>
                  <a:cubicBezTo>
                    <a:pt x="246" y="318"/>
                    <a:pt x="318" y="247"/>
                    <a:pt x="318" y="159"/>
                  </a:cubicBezTo>
                  <a:cubicBezTo>
                    <a:pt x="317" y="72"/>
                    <a:pt x="246" y="0"/>
                    <a:pt x="159" y="0"/>
                  </a:cubicBezTo>
                  <a:close/>
                  <a:moveTo>
                    <a:pt x="159" y="312"/>
                  </a:moveTo>
                  <a:cubicBezTo>
                    <a:pt x="74" y="312"/>
                    <a:pt x="6" y="244"/>
                    <a:pt x="6" y="159"/>
                  </a:cubicBezTo>
                  <a:cubicBezTo>
                    <a:pt x="6" y="75"/>
                    <a:pt x="74" y="6"/>
                    <a:pt x="159" y="6"/>
                  </a:cubicBezTo>
                  <a:cubicBezTo>
                    <a:pt x="243" y="6"/>
                    <a:pt x="312" y="75"/>
                    <a:pt x="312" y="160"/>
                  </a:cubicBezTo>
                  <a:cubicBezTo>
                    <a:pt x="312" y="244"/>
                    <a:pt x="243" y="312"/>
                    <a:pt x="159" y="3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50" name="Freeform 40"/>
            <p:cNvSpPr>
              <a:spLocks noEditPoints="1"/>
            </p:cNvSpPr>
            <p:nvPr/>
          </p:nvSpPr>
          <p:spPr bwMode="auto">
            <a:xfrm>
              <a:off x="8763063" y="4810429"/>
              <a:ext cx="407988" cy="204788"/>
            </a:xfrm>
            <a:custGeom>
              <a:avLst/>
              <a:gdLst>
                <a:gd name="T0" fmla="*/ 258 w 274"/>
                <a:gd name="T1" fmla="*/ 63 h 137"/>
                <a:gd name="T2" fmla="*/ 1 w 274"/>
                <a:gd name="T3" fmla="*/ 12 h 137"/>
                <a:gd name="T4" fmla="*/ 14 w 274"/>
                <a:gd name="T5" fmla="*/ 9 h 137"/>
                <a:gd name="T6" fmla="*/ 1 w 274"/>
                <a:gd name="T7" fmla="*/ 17 h 137"/>
                <a:gd name="T8" fmla="*/ 16 w 274"/>
                <a:gd name="T9" fmla="*/ 29 h 137"/>
                <a:gd name="T10" fmla="*/ 11 w 274"/>
                <a:gd name="T11" fmla="*/ 27 h 137"/>
                <a:gd name="T12" fmla="*/ 14 w 274"/>
                <a:gd name="T13" fmla="*/ 36 h 137"/>
                <a:gd name="T14" fmla="*/ 18 w 274"/>
                <a:gd name="T15" fmla="*/ 47 h 137"/>
                <a:gd name="T16" fmla="*/ 21 w 274"/>
                <a:gd name="T17" fmla="*/ 57 h 137"/>
                <a:gd name="T18" fmla="*/ 21 w 274"/>
                <a:gd name="T19" fmla="*/ 55 h 137"/>
                <a:gd name="T20" fmla="*/ 19 w 274"/>
                <a:gd name="T21" fmla="*/ 66 h 137"/>
                <a:gd name="T22" fmla="*/ 22 w 274"/>
                <a:gd name="T23" fmla="*/ 62 h 137"/>
                <a:gd name="T24" fmla="*/ 22 w 274"/>
                <a:gd name="T25" fmla="*/ 71 h 137"/>
                <a:gd name="T26" fmla="*/ 30 w 274"/>
                <a:gd name="T27" fmla="*/ 71 h 137"/>
                <a:gd name="T28" fmla="*/ 30 w 274"/>
                <a:gd name="T29" fmla="*/ 86 h 137"/>
                <a:gd name="T30" fmla="*/ 36 w 274"/>
                <a:gd name="T31" fmla="*/ 79 h 137"/>
                <a:gd name="T32" fmla="*/ 47 w 274"/>
                <a:gd name="T33" fmla="*/ 90 h 137"/>
                <a:gd name="T34" fmla="*/ 58 w 274"/>
                <a:gd name="T35" fmla="*/ 96 h 137"/>
                <a:gd name="T36" fmla="*/ 51 w 274"/>
                <a:gd name="T37" fmla="*/ 95 h 137"/>
                <a:gd name="T38" fmla="*/ 58 w 274"/>
                <a:gd name="T39" fmla="*/ 105 h 137"/>
                <a:gd name="T40" fmla="*/ 67 w 274"/>
                <a:gd name="T41" fmla="*/ 106 h 137"/>
                <a:gd name="T42" fmla="*/ 76 w 274"/>
                <a:gd name="T43" fmla="*/ 112 h 137"/>
                <a:gd name="T44" fmla="*/ 82 w 274"/>
                <a:gd name="T45" fmla="*/ 111 h 137"/>
                <a:gd name="T46" fmla="*/ 78 w 274"/>
                <a:gd name="T47" fmla="*/ 113 h 137"/>
                <a:gd name="T48" fmla="*/ 83 w 274"/>
                <a:gd name="T49" fmla="*/ 123 h 137"/>
                <a:gd name="T50" fmla="*/ 97 w 274"/>
                <a:gd name="T51" fmla="*/ 121 h 137"/>
                <a:gd name="T52" fmla="*/ 100 w 274"/>
                <a:gd name="T53" fmla="*/ 125 h 137"/>
                <a:gd name="T54" fmla="*/ 108 w 274"/>
                <a:gd name="T55" fmla="*/ 126 h 137"/>
                <a:gd name="T56" fmla="*/ 113 w 274"/>
                <a:gd name="T57" fmla="*/ 126 h 137"/>
                <a:gd name="T58" fmla="*/ 132 w 274"/>
                <a:gd name="T59" fmla="*/ 136 h 137"/>
                <a:gd name="T60" fmla="*/ 126 w 274"/>
                <a:gd name="T61" fmla="*/ 130 h 137"/>
                <a:gd name="T62" fmla="*/ 128 w 274"/>
                <a:gd name="T63" fmla="*/ 135 h 137"/>
                <a:gd name="T64" fmla="*/ 135 w 274"/>
                <a:gd name="T65" fmla="*/ 135 h 137"/>
                <a:gd name="T66" fmla="*/ 149 w 274"/>
                <a:gd name="T67" fmla="*/ 136 h 137"/>
                <a:gd name="T68" fmla="*/ 152 w 274"/>
                <a:gd name="T69" fmla="*/ 133 h 137"/>
                <a:gd name="T70" fmla="*/ 167 w 274"/>
                <a:gd name="T71" fmla="*/ 131 h 137"/>
                <a:gd name="T72" fmla="*/ 180 w 274"/>
                <a:gd name="T73" fmla="*/ 128 h 137"/>
                <a:gd name="T74" fmla="*/ 175 w 274"/>
                <a:gd name="T75" fmla="*/ 122 h 137"/>
                <a:gd name="T76" fmla="*/ 187 w 274"/>
                <a:gd name="T77" fmla="*/ 119 h 137"/>
                <a:gd name="T78" fmla="*/ 192 w 274"/>
                <a:gd name="T79" fmla="*/ 117 h 137"/>
                <a:gd name="T80" fmla="*/ 199 w 274"/>
                <a:gd name="T81" fmla="*/ 119 h 137"/>
                <a:gd name="T82" fmla="*/ 203 w 274"/>
                <a:gd name="T83" fmla="*/ 119 h 137"/>
                <a:gd name="T84" fmla="*/ 217 w 274"/>
                <a:gd name="T85" fmla="*/ 111 h 137"/>
                <a:gd name="T86" fmla="*/ 217 w 274"/>
                <a:gd name="T87" fmla="*/ 106 h 137"/>
                <a:gd name="T88" fmla="*/ 232 w 274"/>
                <a:gd name="T89" fmla="*/ 96 h 137"/>
                <a:gd name="T90" fmla="*/ 231 w 274"/>
                <a:gd name="T91" fmla="*/ 97 h 137"/>
                <a:gd name="T92" fmla="*/ 238 w 274"/>
                <a:gd name="T93" fmla="*/ 95 h 137"/>
                <a:gd name="T94" fmla="*/ 234 w 274"/>
                <a:gd name="T95" fmla="*/ 85 h 137"/>
                <a:gd name="T96" fmla="*/ 242 w 274"/>
                <a:gd name="T97" fmla="*/ 73 h 137"/>
                <a:gd name="T98" fmla="*/ 238 w 274"/>
                <a:gd name="T99" fmla="*/ 77 h 137"/>
                <a:gd name="T100" fmla="*/ 252 w 274"/>
                <a:gd name="T101" fmla="*/ 71 h 137"/>
                <a:gd name="T102" fmla="*/ 266 w 274"/>
                <a:gd name="T103" fmla="*/ 40 h 137"/>
                <a:gd name="T104" fmla="*/ 258 w 274"/>
                <a:gd name="T105" fmla="*/ 48 h 137"/>
                <a:gd name="T106" fmla="*/ 268 w 274"/>
                <a:gd name="T107" fmla="*/ 35 h 137"/>
                <a:gd name="T108" fmla="*/ 259 w 274"/>
                <a:gd name="T109" fmla="*/ 22 h 137"/>
                <a:gd name="T110" fmla="*/ 262 w 274"/>
                <a:gd name="T111" fmla="*/ 27 h 137"/>
                <a:gd name="T112" fmla="*/ 273 w 274"/>
                <a:gd name="T113" fmla="*/ 17 h 137"/>
                <a:gd name="T114" fmla="*/ 273 w 274"/>
                <a:gd name="T115" fmla="*/ 12 h 137"/>
                <a:gd name="T116" fmla="*/ 266 w 274"/>
                <a:gd name="T117" fmla="*/ 7 h 137"/>
                <a:gd name="T118" fmla="*/ 269 w 274"/>
                <a:gd name="T119" fmla="*/ 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74" h="137">
                  <a:moveTo>
                    <a:pt x="250" y="51"/>
                  </a:moveTo>
                  <a:cubicBezTo>
                    <a:pt x="250" y="51"/>
                    <a:pt x="250" y="51"/>
                    <a:pt x="250" y="51"/>
                  </a:cubicBezTo>
                  <a:cubicBezTo>
                    <a:pt x="250" y="52"/>
                    <a:pt x="250" y="52"/>
                    <a:pt x="250" y="52"/>
                  </a:cubicBezTo>
                  <a:cubicBezTo>
                    <a:pt x="250" y="53"/>
                    <a:pt x="250" y="53"/>
                    <a:pt x="249" y="53"/>
                  </a:cubicBezTo>
                  <a:cubicBezTo>
                    <a:pt x="249" y="53"/>
                    <a:pt x="248" y="53"/>
                    <a:pt x="248" y="53"/>
                  </a:cubicBezTo>
                  <a:cubicBezTo>
                    <a:pt x="248" y="53"/>
                    <a:pt x="248" y="53"/>
                    <a:pt x="248" y="53"/>
                  </a:cubicBezTo>
                  <a:cubicBezTo>
                    <a:pt x="248" y="54"/>
                    <a:pt x="248" y="54"/>
                    <a:pt x="249" y="55"/>
                  </a:cubicBezTo>
                  <a:cubicBezTo>
                    <a:pt x="251" y="56"/>
                    <a:pt x="251" y="56"/>
                    <a:pt x="251" y="56"/>
                  </a:cubicBezTo>
                  <a:cubicBezTo>
                    <a:pt x="252" y="53"/>
                    <a:pt x="252" y="53"/>
                    <a:pt x="252" y="53"/>
                  </a:cubicBezTo>
                  <a:cubicBezTo>
                    <a:pt x="253" y="54"/>
                    <a:pt x="253" y="54"/>
                    <a:pt x="253" y="54"/>
                  </a:cubicBezTo>
                  <a:cubicBezTo>
                    <a:pt x="252" y="56"/>
                    <a:pt x="252" y="56"/>
                    <a:pt x="252" y="56"/>
                  </a:cubicBezTo>
                  <a:cubicBezTo>
                    <a:pt x="258" y="59"/>
                    <a:pt x="258" y="59"/>
                    <a:pt x="258" y="59"/>
                  </a:cubicBezTo>
                  <a:cubicBezTo>
                    <a:pt x="258" y="60"/>
                    <a:pt x="259" y="59"/>
                    <a:pt x="260" y="58"/>
                  </a:cubicBezTo>
                  <a:cubicBezTo>
                    <a:pt x="260" y="58"/>
                    <a:pt x="260" y="58"/>
                    <a:pt x="260" y="58"/>
                  </a:cubicBezTo>
                  <a:cubicBezTo>
                    <a:pt x="258" y="63"/>
                    <a:pt x="258" y="63"/>
                    <a:pt x="258" y="63"/>
                  </a:cubicBezTo>
                  <a:cubicBezTo>
                    <a:pt x="257" y="63"/>
                    <a:pt x="257" y="63"/>
                    <a:pt x="257" y="63"/>
                  </a:cubicBezTo>
                  <a:cubicBezTo>
                    <a:pt x="258" y="62"/>
                    <a:pt x="258" y="62"/>
                    <a:pt x="257" y="61"/>
                  </a:cubicBezTo>
                  <a:cubicBezTo>
                    <a:pt x="251" y="58"/>
                    <a:pt x="251" y="58"/>
                    <a:pt x="251" y="58"/>
                  </a:cubicBezTo>
                  <a:cubicBezTo>
                    <a:pt x="250" y="60"/>
                    <a:pt x="250" y="60"/>
                    <a:pt x="250" y="60"/>
                  </a:cubicBezTo>
                  <a:cubicBezTo>
                    <a:pt x="250" y="59"/>
                    <a:pt x="250" y="59"/>
                    <a:pt x="250" y="59"/>
                  </a:cubicBezTo>
                  <a:cubicBezTo>
                    <a:pt x="250" y="58"/>
                    <a:pt x="250" y="58"/>
                    <a:pt x="250" y="58"/>
                  </a:cubicBezTo>
                  <a:cubicBezTo>
                    <a:pt x="250" y="57"/>
                    <a:pt x="250" y="57"/>
                    <a:pt x="250" y="57"/>
                  </a:cubicBezTo>
                  <a:cubicBezTo>
                    <a:pt x="249" y="57"/>
                    <a:pt x="248" y="56"/>
                    <a:pt x="248" y="55"/>
                  </a:cubicBezTo>
                  <a:cubicBezTo>
                    <a:pt x="247" y="54"/>
                    <a:pt x="247" y="53"/>
                    <a:pt x="248" y="52"/>
                  </a:cubicBezTo>
                  <a:cubicBezTo>
                    <a:pt x="248" y="52"/>
                    <a:pt x="249" y="51"/>
                    <a:pt x="250" y="51"/>
                  </a:cubicBezTo>
                  <a:cubicBezTo>
                    <a:pt x="250" y="51"/>
                    <a:pt x="250" y="51"/>
                    <a:pt x="250" y="51"/>
                  </a:cubicBezTo>
                  <a:close/>
                  <a:moveTo>
                    <a:pt x="14" y="15"/>
                  </a:moveTo>
                  <a:cubicBezTo>
                    <a:pt x="14" y="14"/>
                    <a:pt x="14" y="13"/>
                    <a:pt x="12" y="13"/>
                  </a:cubicBezTo>
                  <a:cubicBezTo>
                    <a:pt x="5" y="13"/>
                    <a:pt x="5" y="13"/>
                    <a:pt x="5" y="13"/>
                  </a:cubicBezTo>
                  <a:cubicBezTo>
                    <a:pt x="4" y="13"/>
                    <a:pt x="2" y="13"/>
                    <a:pt x="1" y="12"/>
                  </a:cubicBezTo>
                  <a:cubicBezTo>
                    <a:pt x="0" y="11"/>
                    <a:pt x="0" y="10"/>
                    <a:pt x="0" y="8"/>
                  </a:cubicBezTo>
                  <a:cubicBezTo>
                    <a:pt x="0" y="7"/>
                    <a:pt x="0" y="5"/>
                    <a:pt x="1" y="5"/>
                  </a:cubicBezTo>
                  <a:cubicBezTo>
                    <a:pt x="2" y="3"/>
                    <a:pt x="3" y="3"/>
                    <a:pt x="5" y="3"/>
                  </a:cubicBezTo>
                  <a:cubicBezTo>
                    <a:pt x="12" y="2"/>
                    <a:pt x="12" y="2"/>
                    <a:pt x="12" y="2"/>
                  </a:cubicBezTo>
                  <a:cubicBezTo>
                    <a:pt x="13" y="2"/>
                    <a:pt x="13" y="1"/>
                    <a:pt x="13" y="0"/>
                  </a:cubicBezTo>
                  <a:cubicBezTo>
                    <a:pt x="14" y="0"/>
                    <a:pt x="14" y="0"/>
                    <a:pt x="14" y="0"/>
                  </a:cubicBezTo>
                  <a:cubicBezTo>
                    <a:pt x="14" y="6"/>
                    <a:pt x="14" y="6"/>
                    <a:pt x="14" y="6"/>
                  </a:cubicBezTo>
                  <a:cubicBezTo>
                    <a:pt x="14" y="6"/>
                    <a:pt x="14" y="6"/>
                    <a:pt x="14" y="6"/>
                  </a:cubicBezTo>
                  <a:cubicBezTo>
                    <a:pt x="14" y="5"/>
                    <a:pt x="13" y="4"/>
                    <a:pt x="12" y="4"/>
                  </a:cubicBezTo>
                  <a:cubicBezTo>
                    <a:pt x="5" y="5"/>
                    <a:pt x="5" y="5"/>
                    <a:pt x="5" y="5"/>
                  </a:cubicBezTo>
                  <a:cubicBezTo>
                    <a:pt x="4" y="5"/>
                    <a:pt x="3" y="5"/>
                    <a:pt x="2" y="5"/>
                  </a:cubicBezTo>
                  <a:cubicBezTo>
                    <a:pt x="1" y="6"/>
                    <a:pt x="1" y="7"/>
                    <a:pt x="1" y="8"/>
                  </a:cubicBezTo>
                  <a:cubicBezTo>
                    <a:pt x="1" y="11"/>
                    <a:pt x="3" y="12"/>
                    <a:pt x="6" y="12"/>
                  </a:cubicBezTo>
                  <a:cubicBezTo>
                    <a:pt x="13" y="11"/>
                    <a:pt x="13" y="11"/>
                    <a:pt x="13" y="11"/>
                  </a:cubicBezTo>
                  <a:cubicBezTo>
                    <a:pt x="14" y="11"/>
                    <a:pt x="14" y="11"/>
                    <a:pt x="14" y="9"/>
                  </a:cubicBezTo>
                  <a:cubicBezTo>
                    <a:pt x="14" y="9"/>
                    <a:pt x="14" y="9"/>
                    <a:pt x="14" y="9"/>
                  </a:cubicBezTo>
                  <a:cubicBezTo>
                    <a:pt x="14" y="15"/>
                    <a:pt x="14" y="15"/>
                    <a:pt x="14" y="15"/>
                  </a:cubicBezTo>
                  <a:cubicBezTo>
                    <a:pt x="14" y="15"/>
                    <a:pt x="14" y="15"/>
                    <a:pt x="14" y="15"/>
                  </a:cubicBezTo>
                  <a:close/>
                  <a:moveTo>
                    <a:pt x="3" y="27"/>
                  </a:moveTo>
                  <a:cubicBezTo>
                    <a:pt x="2" y="23"/>
                    <a:pt x="2" y="23"/>
                    <a:pt x="2" y="23"/>
                  </a:cubicBezTo>
                  <a:cubicBezTo>
                    <a:pt x="2" y="23"/>
                    <a:pt x="2" y="23"/>
                    <a:pt x="2" y="23"/>
                  </a:cubicBezTo>
                  <a:cubicBezTo>
                    <a:pt x="2" y="23"/>
                    <a:pt x="3" y="24"/>
                    <a:pt x="4" y="24"/>
                  </a:cubicBezTo>
                  <a:cubicBezTo>
                    <a:pt x="9" y="23"/>
                    <a:pt x="9" y="23"/>
                    <a:pt x="9" y="23"/>
                  </a:cubicBezTo>
                  <a:cubicBezTo>
                    <a:pt x="10" y="23"/>
                    <a:pt x="10" y="23"/>
                    <a:pt x="10" y="22"/>
                  </a:cubicBezTo>
                  <a:cubicBezTo>
                    <a:pt x="11" y="22"/>
                    <a:pt x="11" y="21"/>
                    <a:pt x="10" y="21"/>
                  </a:cubicBezTo>
                  <a:cubicBezTo>
                    <a:pt x="10" y="20"/>
                    <a:pt x="10" y="19"/>
                    <a:pt x="9" y="19"/>
                  </a:cubicBezTo>
                  <a:cubicBezTo>
                    <a:pt x="3" y="20"/>
                    <a:pt x="3" y="20"/>
                    <a:pt x="3" y="20"/>
                  </a:cubicBezTo>
                  <a:cubicBezTo>
                    <a:pt x="2" y="20"/>
                    <a:pt x="2" y="21"/>
                    <a:pt x="2" y="21"/>
                  </a:cubicBezTo>
                  <a:cubicBezTo>
                    <a:pt x="2" y="21"/>
                    <a:pt x="2" y="21"/>
                    <a:pt x="2" y="21"/>
                  </a:cubicBezTo>
                  <a:cubicBezTo>
                    <a:pt x="1" y="17"/>
                    <a:pt x="1" y="17"/>
                    <a:pt x="1" y="17"/>
                  </a:cubicBezTo>
                  <a:cubicBezTo>
                    <a:pt x="1" y="17"/>
                    <a:pt x="1" y="17"/>
                    <a:pt x="1" y="17"/>
                  </a:cubicBezTo>
                  <a:cubicBezTo>
                    <a:pt x="1" y="18"/>
                    <a:pt x="2" y="18"/>
                    <a:pt x="3" y="18"/>
                  </a:cubicBezTo>
                  <a:cubicBezTo>
                    <a:pt x="8" y="17"/>
                    <a:pt x="8" y="17"/>
                    <a:pt x="8" y="17"/>
                  </a:cubicBezTo>
                  <a:cubicBezTo>
                    <a:pt x="9" y="17"/>
                    <a:pt x="9" y="17"/>
                    <a:pt x="9" y="17"/>
                  </a:cubicBezTo>
                  <a:cubicBezTo>
                    <a:pt x="9" y="17"/>
                    <a:pt x="9" y="17"/>
                    <a:pt x="9" y="16"/>
                  </a:cubicBezTo>
                  <a:cubicBezTo>
                    <a:pt x="10" y="16"/>
                    <a:pt x="10" y="16"/>
                    <a:pt x="10" y="16"/>
                  </a:cubicBezTo>
                  <a:cubicBezTo>
                    <a:pt x="11" y="19"/>
                    <a:pt x="11" y="19"/>
                    <a:pt x="11" y="19"/>
                  </a:cubicBezTo>
                  <a:cubicBezTo>
                    <a:pt x="10" y="19"/>
                    <a:pt x="10" y="19"/>
                    <a:pt x="10" y="19"/>
                  </a:cubicBezTo>
                  <a:cubicBezTo>
                    <a:pt x="11" y="20"/>
                    <a:pt x="12" y="21"/>
                    <a:pt x="12" y="22"/>
                  </a:cubicBezTo>
                  <a:cubicBezTo>
                    <a:pt x="12" y="23"/>
                    <a:pt x="11" y="24"/>
                    <a:pt x="9" y="25"/>
                  </a:cubicBezTo>
                  <a:cubicBezTo>
                    <a:pt x="4" y="25"/>
                    <a:pt x="4" y="25"/>
                    <a:pt x="4" y="25"/>
                  </a:cubicBezTo>
                  <a:cubicBezTo>
                    <a:pt x="3" y="26"/>
                    <a:pt x="3" y="26"/>
                    <a:pt x="3" y="27"/>
                  </a:cubicBezTo>
                  <a:cubicBezTo>
                    <a:pt x="3" y="27"/>
                    <a:pt x="3" y="27"/>
                    <a:pt x="3" y="27"/>
                  </a:cubicBezTo>
                  <a:close/>
                  <a:moveTo>
                    <a:pt x="16" y="29"/>
                  </a:moveTo>
                  <a:cubicBezTo>
                    <a:pt x="16" y="29"/>
                    <a:pt x="16" y="29"/>
                    <a:pt x="16" y="29"/>
                  </a:cubicBezTo>
                  <a:cubicBezTo>
                    <a:pt x="15" y="29"/>
                    <a:pt x="15" y="29"/>
                    <a:pt x="15" y="29"/>
                  </a:cubicBezTo>
                  <a:cubicBezTo>
                    <a:pt x="15" y="28"/>
                    <a:pt x="15" y="28"/>
                    <a:pt x="15" y="28"/>
                  </a:cubicBezTo>
                  <a:cubicBezTo>
                    <a:pt x="15" y="27"/>
                    <a:pt x="16" y="27"/>
                    <a:pt x="16" y="27"/>
                  </a:cubicBezTo>
                  <a:cubicBezTo>
                    <a:pt x="16" y="27"/>
                    <a:pt x="16" y="27"/>
                    <a:pt x="17" y="27"/>
                  </a:cubicBezTo>
                  <a:cubicBezTo>
                    <a:pt x="17" y="27"/>
                    <a:pt x="17" y="28"/>
                    <a:pt x="17" y="28"/>
                  </a:cubicBezTo>
                  <a:cubicBezTo>
                    <a:pt x="17" y="29"/>
                    <a:pt x="17" y="29"/>
                    <a:pt x="17" y="29"/>
                  </a:cubicBezTo>
                  <a:cubicBezTo>
                    <a:pt x="17" y="29"/>
                    <a:pt x="17" y="29"/>
                    <a:pt x="16" y="29"/>
                  </a:cubicBezTo>
                  <a:close/>
                  <a:moveTo>
                    <a:pt x="4" y="33"/>
                  </a:moveTo>
                  <a:cubicBezTo>
                    <a:pt x="3" y="29"/>
                    <a:pt x="3" y="29"/>
                    <a:pt x="3" y="29"/>
                  </a:cubicBezTo>
                  <a:cubicBezTo>
                    <a:pt x="4" y="29"/>
                    <a:pt x="4" y="29"/>
                    <a:pt x="4" y="29"/>
                  </a:cubicBezTo>
                  <a:cubicBezTo>
                    <a:pt x="4" y="30"/>
                    <a:pt x="4" y="30"/>
                    <a:pt x="5" y="30"/>
                  </a:cubicBezTo>
                  <a:cubicBezTo>
                    <a:pt x="10" y="29"/>
                    <a:pt x="10" y="29"/>
                    <a:pt x="10" y="29"/>
                  </a:cubicBezTo>
                  <a:cubicBezTo>
                    <a:pt x="11" y="29"/>
                    <a:pt x="11" y="28"/>
                    <a:pt x="11" y="28"/>
                  </a:cubicBezTo>
                  <a:cubicBezTo>
                    <a:pt x="11" y="27"/>
                    <a:pt x="11" y="27"/>
                    <a:pt x="11" y="27"/>
                  </a:cubicBezTo>
                  <a:cubicBezTo>
                    <a:pt x="11" y="27"/>
                    <a:pt x="11" y="27"/>
                    <a:pt x="11" y="27"/>
                  </a:cubicBezTo>
                  <a:cubicBezTo>
                    <a:pt x="13" y="30"/>
                    <a:pt x="13" y="30"/>
                    <a:pt x="13" y="30"/>
                  </a:cubicBezTo>
                  <a:cubicBezTo>
                    <a:pt x="5" y="32"/>
                    <a:pt x="5" y="32"/>
                    <a:pt x="5" y="32"/>
                  </a:cubicBezTo>
                  <a:cubicBezTo>
                    <a:pt x="5" y="32"/>
                    <a:pt x="4" y="33"/>
                    <a:pt x="4" y="33"/>
                  </a:cubicBezTo>
                  <a:cubicBezTo>
                    <a:pt x="4" y="33"/>
                    <a:pt x="4" y="33"/>
                    <a:pt x="4" y="33"/>
                  </a:cubicBezTo>
                  <a:close/>
                  <a:moveTo>
                    <a:pt x="16" y="42"/>
                  </a:moveTo>
                  <a:cubicBezTo>
                    <a:pt x="16" y="41"/>
                    <a:pt x="15" y="41"/>
                    <a:pt x="14" y="41"/>
                  </a:cubicBezTo>
                  <a:cubicBezTo>
                    <a:pt x="6" y="40"/>
                    <a:pt x="6" y="40"/>
                    <a:pt x="6" y="40"/>
                  </a:cubicBezTo>
                  <a:cubicBezTo>
                    <a:pt x="6" y="40"/>
                    <a:pt x="6" y="40"/>
                    <a:pt x="6" y="40"/>
                  </a:cubicBezTo>
                  <a:cubicBezTo>
                    <a:pt x="6" y="40"/>
                    <a:pt x="6" y="40"/>
                    <a:pt x="6" y="40"/>
                  </a:cubicBezTo>
                  <a:cubicBezTo>
                    <a:pt x="13" y="35"/>
                    <a:pt x="13" y="35"/>
                    <a:pt x="13" y="35"/>
                  </a:cubicBezTo>
                  <a:cubicBezTo>
                    <a:pt x="14" y="34"/>
                    <a:pt x="14" y="33"/>
                    <a:pt x="14" y="33"/>
                  </a:cubicBezTo>
                  <a:cubicBezTo>
                    <a:pt x="14" y="33"/>
                    <a:pt x="14" y="33"/>
                    <a:pt x="14" y="33"/>
                  </a:cubicBezTo>
                  <a:cubicBezTo>
                    <a:pt x="15" y="37"/>
                    <a:pt x="15" y="37"/>
                    <a:pt x="15" y="37"/>
                  </a:cubicBezTo>
                  <a:cubicBezTo>
                    <a:pt x="15" y="37"/>
                    <a:pt x="15" y="37"/>
                    <a:pt x="15" y="37"/>
                  </a:cubicBezTo>
                  <a:cubicBezTo>
                    <a:pt x="15" y="37"/>
                    <a:pt x="14" y="36"/>
                    <a:pt x="14" y="36"/>
                  </a:cubicBezTo>
                  <a:cubicBezTo>
                    <a:pt x="14" y="36"/>
                    <a:pt x="14" y="36"/>
                    <a:pt x="13" y="37"/>
                  </a:cubicBezTo>
                  <a:cubicBezTo>
                    <a:pt x="9" y="40"/>
                    <a:pt x="9" y="40"/>
                    <a:pt x="9" y="40"/>
                  </a:cubicBezTo>
                  <a:cubicBezTo>
                    <a:pt x="14" y="40"/>
                    <a:pt x="14" y="40"/>
                    <a:pt x="14" y="40"/>
                  </a:cubicBezTo>
                  <a:cubicBezTo>
                    <a:pt x="14" y="40"/>
                    <a:pt x="15" y="40"/>
                    <a:pt x="15" y="40"/>
                  </a:cubicBezTo>
                  <a:cubicBezTo>
                    <a:pt x="16" y="40"/>
                    <a:pt x="16" y="40"/>
                    <a:pt x="16" y="39"/>
                  </a:cubicBezTo>
                  <a:cubicBezTo>
                    <a:pt x="16" y="39"/>
                    <a:pt x="16" y="39"/>
                    <a:pt x="16" y="39"/>
                  </a:cubicBezTo>
                  <a:cubicBezTo>
                    <a:pt x="16" y="42"/>
                    <a:pt x="16" y="42"/>
                    <a:pt x="16" y="42"/>
                  </a:cubicBezTo>
                  <a:cubicBezTo>
                    <a:pt x="16" y="42"/>
                    <a:pt x="16" y="42"/>
                    <a:pt x="16" y="42"/>
                  </a:cubicBezTo>
                  <a:close/>
                  <a:moveTo>
                    <a:pt x="14" y="53"/>
                  </a:moveTo>
                  <a:cubicBezTo>
                    <a:pt x="13" y="53"/>
                    <a:pt x="12" y="53"/>
                    <a:pt x="11" y="52"/>
                  </a:cubicBezTo>
                  <a:cubicBezTo>
                    <a:pt x="10" y="51"/>
                    <a:pt x="10" y="51"/>
                    <a:pt x="9" y="50"/>
                  </a:cubicBezTo>
                  <a:cubicBezTo>
                    <a:pt x="9" y="49"/>
                    <a:pt x="9" y="48"/>
                    <a:pt x="9" y="47"/>
                  </a:cubicBezTo>
                  <a:cubicBezTo>
                    <a:pt x="10" y="46"/>
                    <a:pt x="11" y="45"/>
                    <a:pt x="12" y="45"/>
                  </a:cubicBezTo>
                  <a:cubicBezTo>
                    <a:pt x="13" y="44"/>
                    <a:pt x="14" y="44"/>
                    <a:pt x="16" y="45"/>
                  </a:cubicBezTo>
                  <a:cubicBezTo>
                    <a:pt x="17" y="45"/>
                    <a:pt x="18" y="46"/>
                    <a:pt x="18" y="47"/>
                  </a:cubicBezTo>
                  <a:cubicBezTo>
                    <a:pt x="18" y="48"/>
                    <a:pt x="18" y="49"/>
                    <a:pt x="18" y="50"/>
                  </a:cubicBezTo>
                  <a:cubicBezTo>
                    <a:pt x="18" y="51"/>
                    <a:pt x="17" y="51"/>
                    <a:pt x="16" y="52"/>
                  </a:cubicBezTo>
                  <a:cubicBezTo>
                    <a:pt x="14" y="46"/>
                    <a:pt x="14" y="46"/>
                    <a:pt x="14" y="46"/>
                  </a:cubicBezTo>
                  <a:cubicBezTo>
                    <a:pt x="12" y="46"/>
                    <a:pt x="12" y="47"/>
                    <a:pt x="11" y="48"/>
                  </a:cubicBezTo>
                  <a:cubicBezTo>
                    <a:pt x="10" y="49"/>
                    <a:pt x="10" y="49"/>
                    <a:pt x="10" y="51"/>
                  </a:cubicBezTo>
                  <a:cubicBezTo>
                    <a:pt x="11" y="51"/>
                    <a:pt x="11" y="52"/>
                    <a:pt x="12" y="52"/>
                  </a:cubicBezTo>
                  <a:cubicBezTo>
                    <a:pt x="13" y="52"/>
                    <a:pt x="14" y="52"/>
                    <a:pt x="14" y="53"/>
                  </a:cubicBezTo>
                  <a:cubicBezTo>
                    <a:pt x="14" y="53"/>
                    <a:pt x="14" y="53"/>
                    <a:pt x="14" y="53"/>
                  </a:cubicBezTo>
                  <a:close/>
                  <a:moveTo>
                    <a:pt x="16" y="49"/>
                  </a:moveTo>
                  <a:cubicBezTo>
                    <a:pt x="18" y="49"/>
                    <a:pt x="18" y="48"/>
                    <a:pt x="18" y="47"/>
                  </a:cubicBezTo>
                  <a:cubicBezTo>
                    <a:pt x="17" y="45"/>
                    <a:pt x="16" y="45"/>
                    <a:pt x="14" y="45"/>
                  </a:cubicBezTo>
                  <a:cubicBezTo>
                    <a:pt x="16" y="49"/>
                    <a:pt x="16" y="49"/>
                    <a:pt x="16" y="49"/>
                  </a:cubicBezTo>
                  <a:close/>
                  <a:moveTo>
                    <a:pt x="22" y="58"/>
                  </a:moveTo>
                  <a:cubicBezTo>
                    <a:pt x="22" y="58"/>
                    <a:pt x="21" y="58"/>
                    <a:pt x="21" y="57"/>
                  </a:cubicBezTo>
                  <a:cubicBezTo>
                    <a:pt x="21" y="57"/>
                    <a:pt x="21" y="57"/>
                    <a:pt x="21" y="57"/>
                  </a:cubicBezTo>
                  <a:cubicBezTo>
                    <a:pt x="21" y="56"/>
                    <a:pt x="21" y="56"/>
                    <a:pt x="21" y="56"/>
                  </a:cubicBezTo>
                  <a:cubicBezTo>
                    <a:pt x="21" y="55"/>
                    <a:pt x="21" y="55"/>
                    <a:pt x="20" y="55"/>
                  </a:cubicBezTo>
                  <a:cubicBezTo>
                    <a:pt x="20" y="55"/>
                    <a:pt x="20" y="55"/>
                    <a:pt x="19" y="55"/>
                  </a:cubicBezTo>
                  <a:cubicBezTo>
                    <a:pt x="15" y="57"/>
                    <a:pt x="15" y="57"/>
                    <a:pt x="15" y="57"/>
                  </a:cubicBezTo>
                  <a:cubicBezTo>
                    <a:pt x="14" y="58"/>
                    <a:pt x="14" y="59"/>
                    <a:pt x="14" y="59"/>
                  </a:cubicBezTo>
                  <a:cubicBezTo>
                    <a:pt x="14" y="59"/>
                    <a:pt x="14" y="59"/>
                    <a:pt x="14" y="59"/>
                  </a:cubicBezTo>
                  <a:cubicBezTo>
                    <a:pt x="12" y="55"/>
                    <a:pt x="12" y="55"/>
                    <a:pt x="12" y="55"/>
                  </a:cubicBezTo>
                  <a:cubicBezTo>
                    <a:pt x="12" y="55"/>
                    <a:pt x="12" y="55"/>
                    <a:pt x="12" y="55"/>
                  </a:cubicBezTo>
                  <a:cubicBezTo>
                    <a:pt x="13" y="56"/>
                    <a:pt x="14" y="56"/>
                    <a:pt x="14" y="56"/>
                  </a:cubicBezTo>
                  <a:cubicBezTo>
                    <a:pt x="19" y="54"/>
                    <a:pt x="19" y="54"/>
                    <a:pt x="19" y="54"/>
                  </a:cubicBezTo>
                  <a:cubicBezTo>
                    <a:pt x="20" y="53"/>
                    <a:pt x="20" y="53"/>
                    <a:pt x="20" y="53"/>
                  </a:cubicBezTo>
                  <a:cubicBezTo>
                    <a:pt x="20" y="53"/>
                    <a:pt x="20" y="52"/>
                    <a:pt x="20" y="52"/>
                  </a:cubicBezTo>
                  <a:cubicBezTo>
                    <a:pt x="20" y="52"/>
                    <a:pt x="20" y="52"/>
                    <a:pt x="20" y="52"/>
                  </a:cubicBezTo>
                  <a:cubicBezTo>
                    <a:pt x="22" y="54"/>
                    <a:pt x="22" y="54"/>
                    <a:pt x="22" y="54"/>
                  </a:cubicBezTo>
                  <a:cubicBezTo>
                    <a:pt x="21" y="55"/>
                    <a:pt x="21" y="55"/>
                    <a:pt x="21" y="55"/>
                  </a:cubicBezTo>
                  <a:cubicBezTo>
                    <a:pt x="22" y="55"/>
                    <a:pt x="23" y="56"/>
                    <a:pt x="24" y="57"/>
                  </a:cubicBezTo>
                  <a:cubicBezTo>
                    <a:pt x="24" y="57"/>
                    <a:pt x="24" y="57"/>
                    <a:pt x="24" y="57"/>
                  </a:cubicBezTo>
                  <a:cubicBezTo>
                    <a:pt x="23" y="58"/>
                    <a:pt x="22" y="58"/>
                    <a:pt x="22" y="58"/>
                  </a:cubicBezTo>
                  <a:close/>
                  <a:moveTo>
                    <a:pt x="21" y="67"/>
                  </a:moveTo>
                  <a:cubicBezTo>
                    <a:pt x="20" y="68"/>
                    <a:pt x="19" y="68"/>
                    <a:pt x="18" y="67"/>
                  </a:cubicBezTo>
                  <a:cubicBezTo>
                    <a:pt x="18" y="67"/>
                    <a:pt x="17" y="67"/>
                    <a:pt x="17" y="66"/>
                  </a:cubicBezTo>
                  <a:cubicBezTo>
                    <a:pt x="17" y="65"/>
                    <a:pt x="16" y="65"/>
                    <a:pt x="16" y="65"/>
                  </a:cubicBezTo>
                  <a:cubicBezTo>
                    <a:pt x="16" y="64"/>
                    <a:pt x="16" y="64"/>
                    <a:pt x="16" y="63"/>
                  </a:cubicBezTo>
                  <a:cubicBezTo>
                    <a:pt x="16" y="63"/>
                    <a:pt x="16" y="63"/>
                    <a:pt x="16" y="63"/>
                  </a:cubicBezTo>
                  <a:cubicBezTo>
                    <a:pt x="16" y="63"/>
                    <a:pt x="16" y="63"/>
                    <a:pt x="16" y="63"/>
                  </a:cubicBezTo>
                  <a:cubicBezTo>
                    <a:pt x="18" y="61"/>
                    <a:pt x="18" y="61"/>
                    <a:pt x="18" y="61"/>
                  </a:cubicBezTo>
                  <a:cubicBezTo>
                    <a:pt x="18" y="61"/>
                    <a:pt x="18" y="61"/>
                    <a:pt x="18" y="61"/>
                  </a:cubicBezTo>
                  <a:cubicBezTo>
                    <a:pt x="17" y="63"/>
                    <a:pt x="16" y="64"/>
                    <a:pt x="17" y="65"/>
                  </a:cubicBezTo>
                  <a:cubicBezTo>
                    <a:pt x="18" y="65"/>
                    <a:pt x="18" y="66"/>
                    <a:pt x="18" y="66"/>
                  </a:cubicBezTo>
                  <a:cubicBezTo>
                    <a:pt x="18" y="66"/>
                    <a:pt x="19" y="66"/>
                    <a:pt x="19" y="66"/>
                  </a:cubicBezTo>
                  <a:cubicBezTo>
                    <a:pt x="20" y="65"/>
                    <a:pt x="20" y="65"/>
                    <a:pt x="20" y="63"/>
                  </a:cubicBezTo>
                  <a:cubicBezTo>
                    <a:pt x="20" y="62"/>
                    <a:pt x="20" y="62"/>
                    <a:pt x="20" y="62"/>
                  </a:cubicBezTo>
                  <a:cubicBezTo>
                    <a:pt x="20" y="61"/>
                    <a:pt x="20" y="60"/>
                    <a:pt x="21" y="59"/>
                  </a:cubicBezTo>
                  <a:cubicBezTo>
                    <a:pt x="22" y="59"/>
                    <a:pt x="22" y="59"/>
                    <a:pt x="23" y="59"/>
                  </a:cubicBezTo>
                  <a:cubicBezTo>
                    <a:pt x="24" y="59"/>
                    <a:pt x="24" y="60"/>
                    <a:pt x="25" y="61"/>
                  </a:cubicBezTo>
                  <a:cubicBezTo>
                    <a:pt x="25" y="61"/>
                    <a:pt x="25" y="61"/>
                    <a:pt x="25" y="62"/>
                  </a:cubicBezTo>
                  <a:cubicBezTo>
                    <a:pt x="25" y="62"/>
                    <a:pt x="25" y="63"/>
                    <a:pt x="26" y="63"/>
                  </a:cubicBezTo>
                  <a:cubicBezTo>
                    <a:pt x="26" y="63"/>
                    <a:pt x="26" y="63"/>
                    <a:pt x="26" y="63"/>
                  </a:cubicBezTo>
                  <a:cubicBezTo>
                    <a:pt x="26" y="63"/>
                    <a:pt x="26" y="63"/>
                    <a:pt x="26" y="63"/>
                  </a:cubicBezTo>
                  <a:cubicBezTo>
                    <a:pt x="24" y="64"/>
                    <a:pt x="24" y="64"/>
                    <a:pt x="24" y="64"/>
                  </a:cubicBezTo>
                  <a:cubicBezTo>
                    <a:pt x="24" y="64"/>
                    <a:pt x="24" y="64"/>
                    <a:pt x="24" y="64"/>
                  </a:cubicBezTo>
                  <a:cubicBezTo>
                    <a:pt x="25" y="63"/>
                    <a:pt x="25" y="61"/>
                    <a:pt x="25" y="61"/>
                  </a:cubicBezTo>
                  <a:cubicBezTo>
                    <a:pt x="25" y="60"/>
                    <a:pt x="24" y="60"/>
                    <a:pt x="24" y="60"/>
                  </a:cubicBezTo>
                  <a:cubicBezTo>
                    <a:pt x="24" y="60"/>
                    <a:pt x="23" y="60"/>
                    <a:pt x="23" y="60"/>
                  </a:cubicBezTo>
                  <a:cubicBezTo>
                    <a:pt x="22" y="60"/>
                    <a:pt x="22" y="61"/>
                    <a:pt x="22" y="62"/>
                  </a:cubicBezTo>
                  <a:cubicBezTo>
                    <a:pt x="22" y="64"/>
                    <a:pt x="22" y="64"/>
                    <a:pt x="22" y="64"/>
                  </a:cubicBezTo>
                  <a:cubicBezTo>
                    <a:pt x="22" y="66"/>
                    <a:pt x="22" y="67"/>
                    <a:pt x="21" y="67"/>
                  </a:cubicBezTo>
                  <a:close/>
                  <a:moveTo>
                    <a:pt x="33" y="67"/>
                  </a:moveTo>
                  <a:cubicBezTo>
                    <a:pt x="32" y="67"/>
                    <a:pt x="32" y="67"/>
                    <a:pt x="32" y="67"/>
                  </a:cubicBezTo>
                  <a:cubicBezTo>
                    <a:pt x="32" y="67"/>
                    <a:pt x="32" y="66"/>
                    <a:pt x="31" y="66"/>
                  </a:cubicBezTo>
                  <a:cubicBezTo>
                    <a:pt x="31" y="66"/>
                    <a:pt x="31" y="66"/>
                    <a:pt x="31" y="65"/>
                  </a:cubicBezTo>
                  <a:cubicBezTo>
                    <a:pt x="31" y="65"/>
                    <a:pt x="32" y="65"/>
                    <a:pt x="32" y="65"/>
                  </a:cubicBezTo>
                  <a:cubicBezTo>
                    <a:pt x="32" y="65"/>
                    <a:pt x="32" y="64"/>
                    <a:pt x="32" y="65"/>
                  </a:cubicBezTo>
                  <a:cubicBezTo>
                    <a:pt x="33" y="65"/>
                    <a:pt x="33" y="65"/>
                    <a:pt x="33" y="65"/>
                  </a:cubicBezTo>
                  <a:cubicBezTo>
                    <a:pt x="33" y="65"/>
                    <a:pt x="34" y="65"/>
                    <a:pt x="33" y="66"/>
                  </a:cubicBezTo>
                  <a:cubicBezTo>
                    <a:pt x="33" y="66"/>
                    <a:pt x="33" y="66"/>
                    <a:pt x="33" y="67"/>
                  </a:cubicBezTo>
                  <a:close/>
                  <a:moveTo>
                    <a:pt x="22" y="75"/>
                  </a:moveTo>
                  <a:cubicBezTo>
                    <a:pt x="20" y="71"/>
                    <a:pt x="20" y="71"/>
                    <a:pt x="20" y="71"/>
                  </a:cubicBezTo>
                  <a:cubicBezTo>
                    <a:pt x="20" y="71"/>
                    <a:pt x="20" y="71"/>
                    <a:pt x="20" y="71"/>
                  </a:cubicBezTo>
                  <a:cubicBezTo>
                    <a:pt x="21" y="71"/>
                    <a:pt x="22" y="72"/>
                    <a:pt x="22" y="71"/>
                  </a:cubicBezTo>
                  <a:cubicBezTo>
                    <a:pt x="27" y="69"/>
                    <a:pt x="27" y="69"/>
                    <a:pt x="27" y="69"/>
                  </a:cubicBezTo>
                  <a:cubicBezTo>
                    <a:pt x="28" y="68"/>
                    <a:pt x="28" y="68"/>
                    <a:pt x="28" y="67"/>
                  </a:cubicBezTo>
                  <a:cubicBezTo>
                    <a:pt x="27" y="67"/>
                    <a:pt x="27" y="67"/>
                    <a:pt x="27" y="67"/>
                  </a:cubicBezTo>
                  <a:cubicBezTo>
                    <a:pt x="28" y="67"/>
                    <a:pt x="28" y="67"/>
                    <a:pt x="28" y="67"/>
                  </a:cubicBezTo>
                  <a:cubicBezTo>
                    <a:pt x="30" y="69"/>
                    <a:pt x="30" y="69"/>
                    <a:pt x="30" y="69"/>
                  </a:cubicBezTo>
                  <a:cubicBezTo>
                    <a:pt x="24" y="73"/>
                    <a:pt x="24" y="73"/>
                    <a:pt x="24" y="73"/>
                  </a:cubicBezTo>
                  <a:cubicBezTo>
                    <a:pt x="22" y="73"/>
                    <a:pt x="22" y="73"/>
                    <a:pt x="22" y="75"/>
                  </a:cubicBezTo>
                  <a:cubicBezTo>
                    <a:pt x="22" y="75"/>
                    <a:pt x="22" y="75"/>
                    <a:pt x="22" y="75"/>
                  </a:cubicBezTo>
                  <a:close/>
                  <a:moveTo>
                    <a:pt x="28" y="80"/>
                  </a:moveTo>
                  <a:cubicBezTo>
                    <a:pt x="27" y="80"/>
                    <a:pt x="26" y="80"/>
                    <a:pt x="26" y="79"/>
                  </a:cubicBezTo>
                  <a:cubicBezTo>
                    <a:pt x="26" y="79"/>
                    <a:pt x="25" y="79"/>
                    <a:pt x="25" y="79"/>
                  </a:cubicBezTo>
                  <a:cubicBezTo>
                    <a:pt x="24" y="78"/>
                    <a:pt x="24" y="77"/>
                    <a:pt x="26" y="76"/>
                  </a:cubicBezTo>
                  <a:cubicBezTo>
                    <a:pt x="31" y="73"/>
                    <a:pt x="31" y="73"/>
                    <a:pt x="31" y="73"/>
                  </a:cubicBezTo>
                  <a:cubicBezTo>
                    <a:pt x="30" y="71"/>
                    <a:pt x="30" y="71"/>
                    <a:pt x="30" y="71"/>
                  </a:cubicBezTo>
                  <a:cubicBezTo>
                    <a:pt x="30" y="71"/>
                    <a:pt x="30" y="71"/>
                    <a:pt x="30" y="71"/>
                  </a:cubicBezTo>
                  <a:cubicBezTo>
                    <a:pt x="30" y="71"/>
                    <a:pt x="30" y="71"/>
                    <a:pt x="30" y="71"/>
                  </a:cubicBezTo>
                  <a:cubicBezTo>
                    <a:pt x="31" y="72"/>
                    <a:pt x="32" y="72"/>
                    <a:pt x="34" y="72"/>
                  </a:cubicBezTo>
                  <a:cubicBezTo>
                    <a:pt x="34" y="72"/>
                    <a:pt x="34" y="72"/>
                    <a:pt x="34" y="72"/>
                  </a:cubicBezTo>
                  <a:cubicBezTo>
                    <a:pt x="32" y="73"/>
                    <a:pt x="32" y="73"/>
                    <a:pt x="32" y="73"/>
                  </a:cubicBezTo>
                  <a:cubicBezTo>
                    <a:pt x="33" y="75"/>
                    <a:pt x="33" y="75"/>
                    <a:pt x="33" y="75"/>
                  </a:cubicBezTo>
                  <a:cubicBezTo>
                    <a:pt x="33" y="75"/>
                    <a:pt x="33" y="75"/>
                    <a:pt x="33" y="75"/>
                  </a:cubicBezTo>
                  <a:cubicBezTo>
                    <a:pt x="32" y="74"/>
                    <a:pt x="32" y="74"/>
                    <a:pt x="32" y="74"/>
                  </a:cubicBezTo>
                  <a:cubicBezTo>
                    <a:pt x="27" y="77"/>
                    <a:pt x="27" y="77"/>
                    <a:pt x="27" y="77"/>
                  </a:cubicBezTo>
                  <a:cubicBezTo>
                    <a:pt x="26" y="78"/>
                    <a:pt x="26" y="79"/>
                    <a:pt x="26" y="79"/>
                  </a:cubicBezTo>
                  <a:cubicBezTo>
                    <a:pt x="27" y="79"/>
                    <a:pt x="27" y="79"/>
                    <a:pt x="28" y="80"/>
                  </a:cubicBezTo>
                  <a:cubicBezTo>
                    <a:pt x="28" y="80"/>
                    <a:pt x="28" y="80"/>
                    <a:pt x="28" y="80"/>
                  </a:cubicBezTo>
                  <a:close/>
                  <a:moveTo>
                    <a:pt x="40" y="84"/>
                  </a:moveTo>
                  <a:cubicBezTo>
                    <a:pt x="40" y="84"/>
                    <a:pt x="40" y="83"/>
                    <a:pt x="40" y="83"/>
                  </a:cubicBezTo>
                  <a:cubicBezTo>
                    <a:pt x="39" y="83"/>
                    <a:pt x="39" y="83"/>
                    <a:pt x="39" y="83"/>
                  </a:cubicBezTo>
                  <a:cubicBezTo>
                    <a:pt x="30" y="86"/>
                    <a:pt x="30" y="86"/>
                    <a:pt x="30" y="86"/>
                  </a:cubicBezTo>
                  <a:cubicBezTo>
                    <a:pt x="28" y="87"/>
                    <a:pt x="26" y="87"/>
                    <a:pt x="25" y="86"/>
                  </a:cubicBezTo>
                  <a:cubicBezTo>
                    <a:pt x="24" y="85"/>
                    <a:pt x="25" y="84"/>
                    <a:pt x="25" y="84"/>
                  </a:cubicBezTo>
                  <a:cubicBezTo>
                    <a:pt x="25" y="84"/>
                    <a:pt x="26" y="84"/>
                    <a:pt x="26" y="84"/>
                  </a:cubicBezTo>
                  <a:cubicBezTo>
                    <a:pt x="26" y="84"/>
                    <a:pt x="26" y="84"/>
                    <a:pt x="26" y="84"/>
                  </a:cubicBezTo>
                  <a:cubicBezTo>
                    <a:pt x="26" y="84"/>
                    <a:pt x="27" y="85"/>
                    <a:pt x="27" y="85"/>
                  </a:cubicBezTo>
                  <a:cubicBezTo>
                    <a:pt x="27" y="85"/>
                    <a:pt x="27" y="85"/>
                    <a:pt x="27" y="85"/>
                  </a:cubicBezTo>
                  <a:cubicBezTo>
                    <a:pt x="28" y="86"/>
                    <a:pt x="29" y="86"/>
                    <a:pt x="31" y="85"/>
                  </a:cubicBezTo>
                  <a:cubicBezTo>
                    <a:pt x="34" y="78"/>
                    <a:pt x="34" y="78"/>
                    <a:pt x="34" y="78"/>
                  </a:cubicBezTo>
                  <a:cubicBezTo>
                    <a:pt x="35" y="77"/>
                    <a:pt x="35" y="77"/>
                    <a:pt x="35" y="77"/>
                  </a:cubicBezTo>
                  <a:cubicBezTo>
                    <a:pt x="35" y="77"/>
                    <a:pt x="35" y="77"/>
                    <a:pt x="34" y="76"/>
                  </a:cubicBezTo>
                  <a:cubicBezTo>
                    <a:pt x="35" y="76"/>
                    <a:pt x="35" y="76"/>
                    <a:pt x="35" y="76"/>
                  </a:cubicBezTo>
                  <a:cubicBezTo>
                    <a:pt x="38" y="79"/>
                    <a:pt x="38" y="79"/>
                    <a:pt x="38" y="79"/>
                  </a:cubicBezTo>
                  <a:cubicBezTo>
                    <a:pt x="37" y="79"/>
                    <a:pt x="37" y="79"/>
                    <a:pt x="37" y="79"/>
                  </a:cubicBezTo>
                  <a:cubicBezTo>
                    <a:pt x="37" y="79"/>
                    <a:pt x="36" y="79"/>
                    <a:pt x="36" y="79"/>
                  </a:cubicBezTo>
                  <a:cubicBezTo>
                    <a:pt x="36" y="79"/>
                    <a:pt x="36" y="79"/>
                    <a:pt x="36" y="79"/>
                  </a:cubicBezTo>
                  <a:cubicBezTo>
                    <a:pt x="33" y="84"/>
                    <a:pt x="33" y="84"/>
                    <a:pt x="33" y="84"/>
                  </a:cubicBezTo>
                  <a:cubicBezTo>
                    <a:pt x="38" y="83"/>
                    <a:pt x="38" y="83"/>
                    <a:pt x="38" y="83"/>
                  </a:cubicBezTo>
                  <a:cubicBezTo>
                    <a:pt x="38" y="83"/>
                    <a:pt x="39" y="82"/>
                    <a:pt x="39" y="82"/>
                  </a:cubicBezTo>
                  <a:cubicBezTo>
                    <a:pt x="39" y="82"/>
                    <a:pt x="39" y="82"/>
                    <a:pt x="39" y="82"/>
                  </a:cubicBezTo>
                  <a:cubicBezTo>
                    <a:pt x="39" y="81"/>
                    <a:pt x="39" y="81"/>
                    <a:pt x="38" y="81"/>
                  </a:cubicBezTo>
                  <a:cubicBezTo>
                    <a:pt x="39" y="81"/>
                    <a:pt x="39" y="81"/>
                    <a:pt x="39" y="81"/>
                  </a:cubicBezTo>
                  <a:cubicBezTo>
                    <a:pt x="40" y="84"/>
                    <a:pt x="40" y="84"/>
                    <a:pt x="40" y="84"/>
                  </a:cubicBezTo>
                  <a:cubicBezTo>
                    <a:pt x="40" y="84"/>
                    <a:pt x="40" y="84"/>
                    <a:pt x="40" y="84"/>
                  </a:cubicBezTo>
                  <a:close/>
                  <a:moveTo>
                    <a:pt x="47" y="97"/>
                  </a:moveTo>
                  <a:cubicBezTo>
                    <a:pt x="46" y="97"/>
                    <a:pt x="45" y="98"/>
                    <a:pt x="44" y="98"/>
                  </a:cubicBezTo>
                  <a:cubicBezTo>
                    <a:pt x="42" y="98"/>
                    <a:pt x="41" y="98"/>
                    <a:pt x="40" y="97"/>
                  </a:cubicBezTo>
                  <a:cubicBezTo>
                    <a:pt x="40" y="96"/>
                    <a:pt x="39" y="95"/>
                    <a:pt x="39" y="94"/>
                  </a:cubicBezTo>
                  <a:cubicBezTo>
                    <a:pt x="39" y="93"/>
                    <a:pt x="40" y="91"/>
                    <a:pt x="41" y="91"/>
                  </a:cubicBezTo>
                  <a:cubicBezTo>
                    <a:pt x="42" y="90"/>
                    <a:pt x="43" y="89"/>
                    <a:pt x="44" y="89"/>
                  </a:cubicBezTo>
                  <a:cubicBezTo>
                    <a:pt x="45" y="89"/>
                    <a:pt x="46" y="89"/>
                    <a:pt x="47" y="90"/>
                  </a:cubicBezTo>
                  <a:cubicBezTo>
                    <a:pt x="48" y="91"/>
                    <a:pt x="49" y="92"/>
                    <a:pt x="49" y="93"/>
                  </a:cubicBezTo>
                  <a:cubicBezTo>
                    <a:pt x="49" y="95"/>
                    <a:pt x="48" y="95"/>
                    <a:pt x="47" y="97"/>
                  </a:cubicBezTo>
                  <a:close/>
                  <a:moveTo>
                    <a:pt x="45" y="96"/>
                  </a:moveTo>
                  <a:cubicBezTo>
                    <a:pt x="46" y="95"/>
                    <a:pt x="47" y="94"/>
                    <a:pt x="47" y="93"/>
                  </a:cubicBezTo>
                  <a:cubicBezTo>
                    <a:pt x="48" y="92"/>
                    <a:pt x="47" y="91"/>
                    <a:pt x="47" y="90"/>
                  </a:cubicBezTo>
                  <a:cubicBezTo>
                    <a:pt x="46" y="90"/>
                    <a:pt x="46" y="89"/>
                    <a:pt x="45" y="90"/>
                  </a:cubicBezTo>
                  <a:cubicBezTo>
                    <a:pt x="44" y="90"/>
                    <a:pt x="44" y="91"/>
                    <a:pt x="43" y="91"/>
                  </a:cubicBezTo>
                  <a:cubicBezTo>
                    <a:pt x="42" y="92"/>
                    <a:pt x="41" y="93"/>
                    <a:pt x="41" y="94"/>
                  </a:cubicBezTo>
                  <a:cubicBezTo>
                    <a:pt x="40" y="95"/>
                    <a:pt x="40" y="96"/>
                    <a:pt x="41" y="97"/>
                  </a:cubicBezTo>
                  <a:cubicBezTo>
                    <a:pt x="42" y="97"/>
                    <a:pt x="42" y="97"/>
                    <a:pt x="43" y="97"/>
                  </a:cubicBezTo>
                  <a:cubicBezTo>
                    <a:pt x="44" y="97"/>
                    <a:pt x="44" y="97"/>
                    <a:pt x="45" y="96"/>
                  </a:cubicBezTo>
                  <a:close/>
                  <a:moveTo>
                    <a:pt x="60" y="97"/>
                  </a:moveTo>
                  <a:cubicBezTo>
                    <a:pt x="59" y="97"/>
                    <a:pt x="59" y="97"/>
                    <a:pt x="59" y="97"/>
                  </a:cubicBezTo>
                  <a:cubicBezTo>
                    <a:pt x="59" y="97"/>
                    <a:pt x="59" y="97"/>
                    <a:pt x="59" y="97"/>
                  </a:cubicBezTo>
                  <a:cubicBezTo>
                    <a:pt x="58" y="97"/>
                    <a:pt x="58" y="97"/>
                    <a:pt x="58" y="96"/>
                  </a:cubicBezTo>
                  <a:cubicBezTo>
                    <a:pt x="58" y="96"/>
                    <a:pt x="58" y="95"/>
                    <a:pt x="58" y="95"/>
                  </a:cubicBezTo>
                  <a:cubicBezTo>
                    <a:pt x="58" y="95"/>
                    <a:pt x="58" y="95"/>
                    <a:pt x="58" y="95"/>
                  </a:cubicBezTo>
                  <a:cubicBezTo>
                    <a:pt x="58" y="94"/>
                    <a:pt x="57" y="94"/>
                    <a:pt x="56" y="95"/>
                  </a:cubicBezTo>
                  <a:cubicBezTo>
                    <a:pt x="54" y="97"/>
                    <a:pt x="54" y="97"/>
                    <a:pt x="54" y="97"/>
                  </a:cubicBezTo>
                  <a:cubicBezTo>
                    <a:pt x="56" y="99"/>
                    <a:pt x="56" y="99"/>
                    <a:pt x="56" y="99"/>
                  </a:cubicBezTo>
                  <a:cubicBezTo>
                    <a:pt x="56" y="99"/>
                    <a:pt x="56" y="99"/>
                    <a:pt x="56" y="99"/>
                  </a:cubicBezTo>
                  <a:cubicBezTo>
                    <a:pt x="54" y="97"/>
                    <a:pt x="54" y="97"/>
                    <a:pt x="54" y="97"/>
                  </a:cubicBezTo>
                  <a:cubicBezTo>
                    <a:pt x="50" y="103"/>
                    <a:pt x="50" y="103"/>
                    <a:pt x="50" y="103"/>
                  </a:cubicBezTo>
                  <a:cubicBezTo>
                    <a:pt x="49" y="103"/>
                    <a:pt x="49" y="104"/>
                    <a:pt x="50" y="105"/>
                  </a:cubicBezTo>
                  <a:cubicBezTo>
                    <a:pt x="50" y="105"/>
                    <a:pt x="50" y="105"/>
                    <a:pt x="50" y="105"/>
                  </a:cubicBezTo>
                  <a:cubicBezTo>
                    <a:pt x="46" y="102"/>
                    <a:pt x="46" y="102"/>
                    <a:pt x="46" y="102"/>
                  </a:cubicBezTo>
                  <a:cubicBezTo>
                    <a:pt x="46" y="101"/>
                    <a:pt x="46" y="101"/>
                    <a:pt x="46" y="101"/>
                  </a:cubicBezTo>
                  <a:cubicBezTo>
                    <a:pt x="47" y="102"/>
                    <a:pt x="48" y="102"/>
                    <a:pt x="48" y="101"/>
                  </a:cubicBezTo>
                  <a:cubicBezTo>
                    <a:pt x="52" y="96"/>
                    <a:pt x="52" y="96"/>
                    <a:pt x="52" y="96"/>
                  </a:cubicBezTo>
                  <a:cubicBezTo>
                    <a:pt x="51" y="95"/>
                    <a:pt x="51" y="95"/>
                    <a:pt x="51" y="95"/>
                  </a:cubicBezTo>
                  <a:cubicBezTo>
                    <a:pt x="52" y="95"/>
                    <a:pt x="52" y="95"/>
                    <a:pt x="52" y="95"/>
                  </a:cubicBezTo>
                  <a:cubicBezTo>
                    <a:pt x="53" y="96"/>
                    <a:pt x="53" y="96"/>
                    <a:pt x="53" y="96"/>
                  </a:cubicBezTo>
                  <a:cubicBezTo>
                    <a:pt x="53" y="95"/>
                    <a:pt x="53" y="95"/>
                    <a:pt x="53" y="95"/>
                  </a:cubicBezTo>
                  <a:cubicBezTo>
                    <a:pt x="54" y="95"/>
                    <a:pt x="55" y="94"/>
                    <a:pt x="56" y="94"/>
                  </a:cubicBezTo>
                  <a:cubicBezTo>
                    <a:pt x="57" y="94"/>
                    <a:pt x="58" y="94"/>
                    <a:pt x="59" y="95"/>
                  </a:cubicBezTo>
                  <a:cubicBezTo>
                    <a:pt x="59" y="95"/>
                    <a:pt x="60" y="95"/>
                    <a:pt x="60" y="96"/>
                  </a:cubicBezTo>
                  <a:cubicBezTo>
                    <a:pt x="60" y="96"/>
                    <a:pt x="60" y="96"/>
                    <a:pt x="60" y="97"/>
                  </a:cubicBezTo>
                  <a:close/>
                  <a:moveTo>
                    <a:pt x="65" y="111"/>
                  </a:moveTo>
                  <a:cubicBezTo>
                    <a:pt x="64" y="113"/>
                    <a:pt x="63" y="113"/>
                    <a:pt x="62" y="113"/>
                  </a:cubicBezTo>
                  <a:cubicBezTo>
                    <a:pt x="61" y="113"/>
                    <a:pt x="60" y="113"/>
                    <a:pt x="59" y="112"/>
                  </a:cubicBezTo>
                  <a:cubicBezTo>
                    <a:pt x="58" y="112"/>
                    <a:pt x="58" y="111"/>
                    <a:pt x="58" y="111"/>
                  </a:cubicBezTo>
                  <a:cubicBezTo>
                    <a:pt x="57" y="111"/>
                    <a:pt x="57" y="110"/>
                    <a:pt x="57" y="110"/>
                  </a:cubicBezTo>
                  <a:cubicBezTo>
                    <a:pt x="56" y="109"/>
                    <a:pt x="56" y="110"/>
                    <a:pt x="56" y="110"/>
                  </a:cubicBezTo>
                  <a:cubicBezTo>
                    <a:pt x="56" y="109"/>
                    <a:pt x="56" y="109"/>
                    <a:pt x="56" y="109"/>
                  </a:cubicBezTo>
                  <a:cubicBezTo>
                    <a:pt x="58" y="105"/>
                    <a:pt x="58" y="105"/>
                    <a:pt x="58" y="105"/>
                  </a:cubicBezTo>
                  <a:cubicBezTo>
                    <a:pt x="58" y="106"/>
                    <a:pt x="58" y="106"/>
                    <a:pt x="58" y="106"/>
                  </a:cubicBezTo>
                  <a:cubicBezTo>
                    <a:pt x="57" y="108"/>
                    <a:pt x="58" y="110"/>
                    <a:pt x="59" y="111"/>
                  </a:cubicBezTo>
                  <a:cubicBezTo>
                    <a:pt x="60" y="112"/>
                    <a:pt x="60" y="112"/>
                    <a:pt x="61" y="112"/>
                  </a:cubicBezTo>
                  <a:cubicBezTo>
                    <a:pt x="62" y="112"/>
                    <a:pt x="62" y="111"/>
                    <a:pt x="62" y="111"/>
                  </a:cubicBezTo>
                  <a:cubicBezTo>
                    <a:pt x="63" y="110"/>
                    <a:pt x="63" y="109"/>
                    <a:pt x="62" y="107"/>
                  </a:cubicBezTo>
                  <a:cubicBezTo>
                    <a:pt x="62" y="105"/>
                    <a:pt x="62" y="105"/>
                    <a:pt x="62" y="105"/>
                  </a:cubicBezTo>
                  <a:cubicBezTo>
                    <a:pt x="61" y="104"/>
                    <a:pt x="61" y="102"/>
                    <a:pt x="62" y="101"/>
                  </a:cubicBezTo>
                  <a:cubicBezTo>
                    <a:pt x="62" y="100"/>
                    <a:pt x="63" y="100"/>
                    <a:pt x="64" y="99"/>
                  </a:cubicBezTo>
                  <a:cubicBezTo>
                    <a:pt x="65" y="99"/>
                    <a:pt x="66" y="99"/>
                    <a:pt x="67" y="100"/>
                  </a:cubicBezTo>
                  <a:cubicBezTo>
                    <a:pt x="67" y="101"/>
                    <a:pt x="68" y="101"/>
                    <a:pt x="68" y="101"/>
                  </a:cubicBezTo>
                  <a:cubicBezTo>
                    <a:pt x="68" y="102"/>
                    <a:pt x="68" y="102"/>
                    <a:pt x="69" y="102"/>
                  </a:cubicBezTo>
                  <a:cubicBezTo>
                    <a:pt x="69" y="102"/>
                    <a:pt x="69" y="102"/>
                    <a:pt x="70" y="102"/>
                  </a:cubicBezTo>
                  <a:cubicBezTo>
                    <a:pt x="70" y="103"/>
                    <a:pt x="70" y="103"/>
                    <a:pt x="70" y="103"/>
                  </a:cubicBezTo>
                  <a:cubicBezTo>
                    <a:pt x="68" y="107"/>
                    <a:pt x="68" y="107"/>
                    <a:pt x="68" y="107"/>
                  </a:cubicBezTo>
                  <a:cubicBezTo>
                    <a:pt x="67" y="106"/>
                    <a:pt x="67" y="106"/>
                    <a:pt x="67" y="106"/>
                  </a:cubicBezTo>
                  <a:cubicBezTo>
                    <a:pt x="68" y="104"/>
                    <a:pt x="68" y="102"/>
                    <a:pt x="66" y="101"/>
                  </a:cubicBezTo>
                  <a:cubicBezTo>
                    <a:pt x="66" y="101"/>
                    <a:pt x="65" y="101"/>
                    <a:pt x="64" y="101"/>
                  </a:cubicBezTo>
                  <a:cubicBezTo>
                    <a:pt x="64" y="101"/>
                    <a:pt x="64" y="101"/>
                    <a:pt x="63" y="101"/>
                  </a:cubicBezTo>
                  <a:cubicBezTo>
                    <a:pt x="63" y="102"/>
                    <a:pt x="63" y="102"/>
                    <a:pt x="63" y="103"/>
                  </a:cubicBezTo>
                  <a:cubicBezTo>
                    <a:pt x="63" y="103"/>
                    <a:pt x="63" y="104"/>
                    <a:pt x="64" y="105"/>
                  </a:cubicBezTo>
                  <a:cubicBezTo>
                    <a:pt x="64" y="107"/>
                    <a:pt x="64" y="107"/>
                    <a:pt x="64" y="107"/>
                  </a:cubicBezTo>
                  <a:cubicBezTo>
                    <a:pt x="66" y="109"/>
                    <a:pt x="66" y="111"/>
                    <a:pt x="65" y="111"/>
                  </a:cubicBezTo>
                  <a:close/>
                  <a:moveTo>
                    <a:pt x="74" y="117"/>
                  </a:moveTo>
                  <a:cubicBezTo>
                    <a:pt x="73" y="118"/>
                    <a:pt x="72" y="119"/>
                    <a:pt x="71" y="119"/>
                  </a:cubicBezTo>
                  <a:cubicBezTo>
                    <a:pt x="70" y="119"/>
                    <a:pt x="69" y="119"/>
                    <a:pt x="68" y="118"/>
                  </a:cubicBezTo>
                  <a:cubicBezTo>
                    <a:pt x="68" y="118"/>
                    <a:pt x="67" y="117"/>
                    <a:pt x="67" y="116"/>
                  </a:cubicBezTo>
                  <a:cubicBezTo>
                    <a:pt x="66" y="115"/>
                    <a:pt x="67" y="113"/>
                    <a:pt x="68" y="112"/>
                  </a:cubicBezTo>
                  <a:cubicBezTo>
                    <a:pt x="68" y="111"/>
                    <a:pt x="69" y="110"/>
                    <a:pt x="70" y="110"/>
                  </a:cubicBezTo>
                  <a:cubicBezTo>
                    <a:pt x="72" y="109"/>
                    <a:pt x="73" y="109"/>
                    <a:pt x="74" y="110"/>
                  </a:cubicBezTo>
                  <a:cubicBezTo>
                    <a:pt x="75" y="111"/>
                    <a:pt x="75" y="111"/>
                    <a:pt x="76" y="112"/>
                  </a:cubicBezTo>
                  <a:cubicBezTo>
                    <a:pt x="76" y="113"/>
                    <a:pt x="76" y="113"/>
                    <a:pt x="76" y="113"/>
                  </a:cubicBezTo>
                  <a:cubicBezTo>
                    <a:pt x="76" y="114"/>
                    <a:pt x="75" y="114"/>
                    <a:pt x="75" y="114"/>
                  </a:cubicBezTo>
                  <a:cubicBezTo>
                    <a:pt x="75" y="114"/>
                    <a:pt x="75" y="114"/>
                    <a:pt x="74" y="114"/>
                  </a:cubicBezTo>
                  <a:cubicBezTo>
                    <a:pt x="74" y="114"/>
                    <a:pt x="74" y="113"/>
                    <a:pt x="74" y="113"/>
                  </a:cubicBezTo>
                  <a:cubicBezTo>
                    <a:pt x="74" y="113"/>
                    <a:pt x="74" y="113"/>
                    <a:pt x="74" y="113"/>
                  </a:cubicBezTo>
                  <a:cubicBezTo>
                    <a:pt x="74" y="112"/>
                    <a:pt x="74" y="112"/>
                    <a:pt x="74" y="111"/>
                  </a:cubicBezTo>
                  <a:cubicBezTo>
                    <a:pt x="74" y="111"/>
                    <a:pt x="74" y="111"/>
                    <a:pt x="73" y="111"/>
                  </a:cubicBezTo>
                  <a:cubicBezTo>
                    <a:pt x="72" y="110"/>
                    <a:pt x="72" y="110"/>
                    <a:pt x="70" y="111"/>
                  </a:cubicBezTo>
                  <a:cubicBezTo>
                    <a:pt x="70" y="111"/>
                    <a:pt x="69" y="111"/>
                    <a:pt x="69" y="112"/>
                  </a:cubicBezTo>
                  <a:cubicBezTo>
                    <a:pt x="68" y="113"/>
                    <a:pt x="68" y="114"/>
                    <a:pt x="68" y="115"/>
                  </a:cubicBezTo>
                  <a:cubicBezTo>
                    <a:pt x="68" y="116"/>
                    <a:pt x="68" y="117"/>
                    <a:pt x="69" y="117"/>
                  </a:cubicBezTo>
                  <a:cubicBezTo>
                    <a:pt x="71" y="118"/>
                    <a:pt x="72" y="118"/>
                    <a:pt x="74" y="117"/>
                  </a:cubicBezTo>
                  <a:cubicBezTo>
                    <a:pt x="74" y="117"/>
                    <a:pt x="74" y="117"/>
                    <a:pt x="74" y="117"/>
                  </a:cubicBezTo>
                  <a:close/>
                  <a:moveTo>
                    <a:pt x="83" y="111"/>
                  </a:moveTo>
                  <a:cubicBezTo>
                    <a:pt x="83" y="111"/>
                    <a:pt x="82" y="111"/>
                    <a:pt x="82" y="111"/>
                  </a:cubicBezTo>
                  <a:cubicBezTo>
                    <a:pt x="82" y="111"/>
                    <a:pt x="82" y="111"/>
                    <a:pt x="81" y="111"/>
                  </a:cubicBezTo>
                  <a:cubicBezTo>
                    <a:pt x="81" y="111"/>
                    <a:pt x="81" y="111"/>
                    <a:pt x="81" y="111"/>
                  </a:cubicBezTo>
                  <a:cubicBezTo>
                    <a:pt x="81" y="110"/>
                    <a:pt x="81" y="110"/>
                    <a:pt x="81" y="110"/>
                  </a:cubicBezTo>
                  <a:cubicBezTo>
                    <a:pt x="81" y="109"/>
                    <a:pt x="81" y="109"/>
                    <a:pt x="82" y="109"/>
                  </a:cubicBezTo>
                  <a:cubicBezTo>
                    <a:pt x="82" y="109"/>
                    <a:pt x="82" y="109"/>
                    <a:pt x="82" y="109"/>
                  </a:cubicBezTo>
                  <a:cubicBezTo>
                    <a:pt x="83" y="109"/>
                    <a:pt x="83" y="110"/>
                    <a:pt x="83" y="110"/>
                  </a:cubicBezTo>
                  <a:cubicBezTo>
                    <a:pt x="83" y="111"/>
                    <a:pt x="83" y="111"/>
                    <a:pt x="83" y="111"/>
                  </a:cubicBezTo>
                  <a:close/>
                  <a:moveTo>
                    <a:pt x="78" y="123"/>
                  </a:moveTo>
                  <a:cubicBezTo>
                    <a:pt x="74" y="121"/>
                    <a:pt x="74" y="121"/>
                    <a:pt x="74" y="121"/>
                  </a:cubicBezTo>
                  <a:cubicBezTo>
                    <a:pt x="74" y="121"/>
                    <a:pt x="74" y="121"/>
                    <a:pt x="74" y="121"/>
                  </a:cubicBezTo>
                  <a:cubicBezTo>
                    <a:pt x="75" y="121"/>
                    <a:pt x="76" y="121"/>
                    <a:pt x="76" y="120"/>
                  </a:cubicBezTo>
                  <a:cubicBezTo>
                    <a:pt x="78" y="115"/>
                    <a:pt x="78" y="115"/>
                    <a:pt x="78" y="115"/>
                  </a:cubicBezTo>
                  <a:cubicBezTo>
                    <a:pt x="79" y="115"/>
                    <a:pt x="79" y="114"/>
                    <a:pt x="78" y="114"/>
                  </a:cubicBezTo>
                  <a:cubicBezTo>
                    <a:pt x="78" y="114"/>
                    <a:pt x="78" y="114"/>
                    <a:pt x="78" y="114"/>
                  </a:cubicBezTo>
                  <a:cubicBezTo>
                    <a:pt x="78" y="113"/>
                    <a:pt x="78" y="113"/>
                    <a:pt x="78" y="113"/>
                  </a:cubicBezTo>
                  <a:cubicBezTo>
                    <a:pt x="81" y="114"/>
                    <a:pt x="81" y="114"/>
                    <a:pt x="81" y="114"/>
                  </a:cubicBezTo>
                  <a:cubicBezTo>
                    <a:pt x="78" y="121"/>
                    <a:pt x="78" y="121"/>
                    <a:pt x="78" y="121"/>
                  </a:cubicBezTo>
                  <a:cubicBezTo>
                    <a:pt x="77" y="122"/>
                    <a:pt x="78" y="123"/>
                    <a:pt x="78" y="123"/>
                  </a:cubicBezTo>
                  <a:cubicBezTo>
                    <a:pt x="78" y="123"/>
                    <a:pt x="78" y="123"/>
                    <a:pt x="78" y="123"/>
                  </a:cubicBezTo>
                  <a:close/>
                  <a:moveTo>
                    <a:pt x="89" y="124"/>
                  </a:moveTo>
                  <a:cubicBezTo>
                    <a:pt x="88" y="125"/>
                    <a:pt x="87" y="125"/>
                    <a:pt x="86" y="126"/>
                  </a:cubicBezTo>
                  <a:cubicBezTo>
                    <a:pt x="85" y="126"/>
                    <a:pt x="84" y="126"/>
                    <a:pt x="84" y="126"/>
                  </a:cubicBezTo>
                  <a:cubicBezTo>
                    <a:pt x="82" y="125"/>
                    <a:pt x="82" y="125"/>
                    <a:pt x="82" y="124"/>
                  </a:cubicBezTo>
                  <a:cubicBezTo>
                    <a:pt x="81" y="123"/>
                    <a:pt x="81" y="121"/>
                    <a:pt x="82" y="120"/>
                  </a:cubicBezTo>
                  <a:cubicBezTo>
                    <a:pt x="82" y="119"/>
                    <a:pt x="83" y="118"/>
                    <a:pt x="84" y="117"/>
                  </a:cubicBezTo>
                  <a:cubicBezTo>
                    <a:pt x="85" y="117"/>
                    <a:pt x="86" y="117"/>
                    <a:pt x="87" y="117"/>
                  </a:cubicBezTo>
                  <a:cubicBezTo>
                    <a:pt x="88" y="118"/>
                    <a:pt x="89" y="119"/>
                    <a:pt x="89" y="119"/>
                  </a:cubicBezTo>
                  <a:cubicBezTo>
                    <a:pt x="90" y="120"/>
                    <a:pt x="90" y="121"/>
                    <a:pt x="89" y="122"/>
                  </a:cubicBezTo>
                  <a:cubicBezTo>
                    <a:pt x="83" y="119"/>
                    <a:pt x="83" y="119"/>
                    <a:pt x="83" y="119"/>
                  </a:cubicBezTo>
                  <a:cubicBezTo>
                    <a:pt x="83" y="121"/>
                    <a:pt x="83" y="122"/>
                    <a:pt x="83" y="123"/>
                  </a:cubicBezTo>
                  <a:cubicBezTo>
                    <a:pt x="83" y="124"/>
                    <a:pt x="84" y="124"/>
                    <a:pt x="84" y="125"/>
                  </a:cubicBezTo>
                  <a:cubicBezTo>
                    <a:pt x="85" y="125"/>
                    <a:pt x="86" y="125"/>
                    <a:pt x="86" y="125"/>
                  </a:cubicBezTo>
                  <a:cubicBezTo>
                    <a:pt x="88" y="125"/>
                    <a:pt x="88" y="124"/>
                    <a:pt x="89" y="124"/>
                  </a:cubicBezTo>
                  <a:cubicBezTo>
                    <a:pt x="89" y="124"/>
                    <a:pt x="89" y="124"/>
                    <a:pt x="89" y="124"/>
                  </a:cubicBezTo>
                  <a:close/>
                  <a:moveTo>
                    <a:pt x="88" y="120"/>
                  </a:moveTo>
                  <a:cubicBezTo>
                    <a:pt x="88" y="119"/>
                    <a:pt x="88" y="118"/>
                    <a:pt x="87" y="117"/>
                  </a:cubicBezTo>
                  <a:cubicBezTo>
                    <a:pt x="86" y="117"/>
                    <a:pt x="84" y="117"/>
                    <a:pt x="84" y="119"/>
                  </a:cubicBezTo>
                  <a:cubicBezTo>
                    <a:pt x="88" y="120"/>
                    <a:pt x="88" y="120"/>
                    <a:pt x="88" y="120"/>
                  </a:cubicBezTo>
                  <a:close/>
                  <a:moveTo>
                    <a:pt x="98" y="131"/>
                  </a:moveTo>
                  <a:cubicBezTo>
                    <a:pt x="94" y="129"/>
                    <a:pt x="94" y="129"/>
                    <a:pt x="94" y="129"/>
                  </a:cubicBezTo>
                  <a:cubicBezTo>
                    <a:pt x="94" y="129"/>
                    <a:pt x="94" y="129"/>
                    <a:pt x="94" y="129"/>
                  </a:cubicBezTo>
                  <a:cubicBezTo>
                    <a:pt x="95" y="129"/>
                    <a:pt x="96" y="129"/>
                    <a:pt x="96" y="128"/>
                  </a:cubicBezTo>
                  <a:cubicBezTo>
                    <a:pt x="98" y="123"/>
                    <a:pt x="98" y="123"/>
                    <a:pt x="98" y="123"/>
                  </a:cubicBezTo>
                  <a:cubicBezTo>
                    <a:pt x="98" y="123"/>
                    <a:pt x="98" y="123"/>
                    <a:pt x="98" y="122"/>
                  </a:cubicBezTo>
                  <a:cubicBezTo>
                    <a:pt x="98" y="122"/>
                    <a:pt x="97" y="122"/>
                    <a:pt x="97" y="121"/>
                  </a:cubicBezTo>
                  <a:cubicBezTo>
                    <a:pt x="96" y="121"/>
                    <a:pt x="95" y="121"/>
                    <a:pt x="94" y="122"/>
                  </a:cubicBezTo>
                  <a:cubicBezTo>
                    <a:pt x="93" y="127"/>
                    <a:pt x="93" y="127"/>
                    <a:pt x="93" y="127"/>
                  </a:cubicBezTo>
                  <a:cubicBezTo>
                    <a:pt x="92" y="128"/>
                    <a:pt x="93" y="129"/>
                    <a:pt x="94" y="129"/>
                  </a:cubicBezTo>
                  <a:cubicBezTo>
                    <a:pt x="94" y="129"/>
                    <a:pt x="94" y="129"/>
                    <a:pt x="94" y="129"/>
                  </a:cubicBezTo>
                  <a:cubicBezTo>
                    <a:pt x="90" y="128"/>
                    <a:pt x="90" y="128"/>
                    <a:pt x="90" y="128"/>
                  </a:cubicBezTo>
                  <a:cubicBezTo>
                    <a:pt x="90" y="127"/>
                    <a:pt x="90" y="127"/>
                    <a:pt x="90" y="127"/>
                  </a:cubicBezTo>
                  <a:cubicBezTo>
                    <a:pt x="90" y="128"/>
                    <a:pt x="91" y="127"/>
                    <a:pt x="91" y="127"/>
                  </a:cubicBezTo>
                  <a:cubicBezTo>
                    <a:pt x="93" y="121"/>
                    <a:pt x="93" y="121"/>
                    <a:pt x="93" y="121"/>
                  </a:cubicBezTo>
                  <a:cubicBezTo>
                    <a:pt x="93" y="121"/>
                    <a:pt x="93" y="121"/>
                    <a:pt x="93" y="121"/>
                  </a:cubicBezTo>
                  <a:cubicBezTo>
                    <a:pt x="93" y="121"/>
                    <a:pt x="93" y="120"/>
                    <a:pt x="92" y="120"/>
                  </a:cubicBezTo>
                  <a:cubicBezTo>
                    <a:pt x="92" y="120"/>
                    <a:pt x="92" y="120"/>
                    <a:pt x="92" y="120"/>
                  </a:cubicBezTo>
                  <a:cubicBezTo>
                    <a:pt x="96" y="120"/>
                    <a:pt x="96" y="120"/>
                    <a:pt x="96" y="120"/>
                  </a:cubicBezTo>
                  <a:cubicBezTo>
                    <a:pt x="95" y="121"/>
                    <a:pt x="95" y="121"/>
                    <a:pt x="95" y="121"/>
                  </a:cubicBezTo>
                  <a:cubicBezTo>
                    <a:pt x="96" y="121"/>
                    <a:pt x="98" y="121"/>
                    <a:pt x="99" y="121"/>
                  </a:cubicBezTo>
                  <a:cubicBezTo>
                    <a:pt x="100" y="121"/>
                    <a:pt x="101" y="123"/>
                    <a:pt x="100" y="125"/>
                  </a:cubicBezTo>
                  <a:cubicBezTo>
                    <a:pt x="98" y="129"/>
                    <a:pt x="98" y="129"/>
                    <a:pt x="98" y="129"/>
                  </a:cubicBezTo>
                  <a:cubicBezTo>
                    <a:pt x="98" y="130"/>
                    <a:pt x="98" y="131"/>
                    <a:pt x="98" y="131"/>
                  </a:cubicBezTo>
                  <a:cubicBezTo>
                    <a:pt x="98" y="131"/>
                    <a:pt x="98" y="131"/>
                    <a:pt x="98" y="131"/>
                  </a:cubicBezTo>
                  <a:close/>
                  <a:moveTo>
                    <a:pt x="109" y="130"/>
                  </a:moveTo>
                  <a:cubicBezTo>
                    <a:pt x="108" y="131"/>
                    <a:pt x="107" y="132"/>
                    <a:pt x="107" y="132"/>
                  </a:cubicBezTo>
                  <a:cubicBezTo>
                    <a:pt x="106" y="133"/>
                    <a:pt x="105" y="133"/>
                    <a:pt x="104" y="133"/>
                  </a:cubicBezTo>
                  <a:cubicBezTo>
                    <a:pt x="103" y="132"/>
                    <a:pt x="102" y="132"/>
                    <a:pt x="102" y="131"/>
                  </a:cubicBezTo>
                  <a:cubicBezTo>
                    <a:pt x="101" y="129"/>
                    <a:pt x="101" y="128"/>
                    <a:pt x="101" y="127"/>
                  </a:cubicBezTo>
                  <a:cubicBezTo>
                    <a:pt x="102" y="126"/>
                    <a:pt x="102" y="125"/>
                    <a:pt x="103" y="124"/>
                  </a:cubicBezTo>
                  <a:cubicBezTo>
                    <a:pt x="104" y="123"/>
                    <a:pt x="106" y="123"/>
                    <a:pt x="107" y="123"/>
                  </a:cubicBezTo>
                  <a:cubicBezTo>
                    <a:pt x="108" y="123"/>
                    <a:pt x="108" y="123"/>
                    <a:pt x="109" y="124"/>
                  </a:cubicBezTo>
                  <a:cubicBezTo>
                    <a:pt x="109" y="125"/>
                    <a:pt x="110" y="125"/>
                    <a:pt x="109" y="126"/>
                  </a:cubicBezTo>
                  <a:cubicBezTo>
                    <a:pt x="109" y="126"/>
                    <a:pt x="109" y="126"/>
                    <a:pt x="109" y="126"/>
                  </a:cubicBezTo>
                  <a:cubicBezTo>
                    <a:pt x="108" y="126"/>
                    <a:pt x="108" y="126"/>
                    <a:pt x="108" y="126"/>
                  </a:cubicBezTo>
                  <a:cubicBezTo>
                    <a:pt x="108" y="126"/>
                    <a:pt x="108" y="126"/>
                    <a:pt x="108" y="126"/>
                  </a:cubicBezTo>
                  <a:cubicBezTo>
                    <a:pt x="108" y="125"/>
                    <a:pt x="108" y="125"/>
                    <a:pt x="108" y="125"/>
                  </a:cubicBezTo>
                  <a:cubicBezTo>
                    <a:pt x="108" y="125"/>
                    <a:pt x="108" y="124"/>
                    <a:pt x="108" y="124"/>
                  </a:cubicBezTo>
                  <a:cubicBezTo>
                    <a:pt x="107" y="123"/>
                    <a:pt x="107" y="123"/>
                    <a:pt x="107" y="123"/>
                  </a:cubicBezTo>
                  <a:cubicBezTo>
                    <a:pt x="106" y="123"/>
                    <a:pt x="105" y="123"/>
                    <a:pt x="104" y="124"/>
                  </a:cubicBezTo>
                  <a:cubicBezTo>
                    <a:pt x="104" y="124"/>
                    <a:pt x="104" y="125"/>
                    <a:pt x="103" y="126"/>
                  </a:cubicBezTo>
                  <a:cubicBezTo>
                    <a:pt x="103" y="127"/>
                    <a:pt x="103" y="128"/>
                    <a:pt x="104" y="129"/>
                  </a:cubicBezTo>
                  <a:cubicBezTo>
                    <a:pt x="104" y="129"/>
                    <a:pt x="105" y="130"/>
                    <a:pt x="106" y="130"/>
                  </a:cubicBezTo>
                  <a:cubicBezTo>
                    <a:pt x="106" y="131"/>
                    <a:pt x="107" y="131"/>
                    <a:pt x="109" y="130"/>
                  </a:cubicBezTo>
                  <a:cubicBezTo>
                    <a:pt x="109" y="130"/>
                    <a:pt x="109" y="130"/>
                    <a:pt x="109" y="130"/>
                  </a:cubicBezTo>
                  <a:close/>
                  <a:moveTo>
                    <a:pt x="119" y="132"/>
                  </a:moveTo>
                  <a:cubicBezTo>
                    <a:pt x="118" y="133"/>
                    <a:pt x="118" y="133"/>
                    <a:pt x="117" y="134"/>
                  </a:cubicBezTo>
                  <a:cubicBezTo>
                    <a:pt x="116" y="134"/>
                    <a:pt x="115" y="135"/>
                    <a:pt x="114" y="134"/>
                  </a:cubicBezTo>
                  <a:cubicBezTo>
                    <a:pt x="113" y="134"/>
                    <a:pt x="112" y="133"/>
                    <a:pt x="112" y="133"/>
                  </a:cubicBezTo>
                  <a:cubicBezTo>
                    <a:pt x="111" y="131"/>
                    <a:pt x="111" y="130"/>
                    <a:pt x="111" y="129"/>
                  </a:cubicBezTo>
                  <a:cubicBezTo>
                    <a:pt x="112" y="128"/>
                    <a:pt x="112" y="127"/>
                    <a:pt x="113" y="126"/>
                  </a:cubicBezTo>
                  <a:cubicBezTo>
                    <a:pt x="114" y="125"/>
                    <a:pt x="115" y="125"/>
                    <a:pt x="116" y="125"/>
                  </a:cubicBezTo>
                  <a:cubicBezTo>
                    <a:pt x="118" y="125"/>
                    <a:pt x="118" y="126"/>
                    <a:pt x="119" y="127"/>
                  </a:cubicBezTo>
                  <a:cubicBezTo>
                    <a:pt x="119" y="127"/>
                    <a:pt x="120" y="128"/>
                    <a:pt x="119" y="129"/>
                  </a:cubicBezTo>
                  <a:cubicBezTo>
                    <a:pt x="113" y="128"/>
                    <a:pt x="113" y="128"/>
                    <a:pt x="113" y="128"/>
                  </a:cubicBezTo>
                  <a:cubicBezTo>
                    <a:pt x="112" y="129"/>
                    <a:pt x="113" y="131"/>
                    <a:pt x="113" y="131"/>
                  </a:cubicBezTo>
                  <a:cubicBezTo>
                    <a:pt x="114" y="132"/>
                    <a:pt x="114" y="133"/>
                    <a:pt x="115" y="133"/>
                  </a:cubicBezTo>
                  <a:cubicBezTo>
                    <a:pt x="116" y="133"/>
                    <a:pt x="116" y="133"/>
                    <a:pt x="117" y="133"/>
                  </a:cubicBezTo>
                  <a:cubicBezTo>
                    <a:pt x="118" y="133"/>
                    <a:pt x="118" y="132"/>
                    <a:pt x="119" y="132"/>
                  </a:cubicBezTo>
                  <a:cubicBezTo>
                    <a:pt x="119" y="132"/>
                    <a:pt x="119" y="132"/>
                    <a:pt x="119" y="132"/>
                  </a:cubicBezTo>
                  <a:close/>
                  <a:moveTo>
                    <a:pt x="117" y="129"/>
                  </a:moveTo>
                  <a:cubicBezTo>
                    <a:pt x="117" y="127"/>
                    <a:pt x="116" y="126"/>
                    <a:pt x="115" y="126"/>
                  </a:cubicBezTo>
                  <a:cubicBezTo>
                    <a:pt x="114" y="125"/>
                    <a:pt x="113" y="126"/>
                    <a:pt x="112" y="128"/>
                  </a:cubicBezTo>
                  <a:cubicBezTo>
                    <a:pt x="117" y="129"/>
                    <a:pt x="117" y="129"/>
                    <a:pt x="117" y="129"/>
                  </a:cubicBezTo>
                  <a:close/>
                  <a:moveTo>
                    <a:pt x="133" y="135"/>
                  </a:moveTo>
                  <a:cubicBezTo>
                    <a:pt x="132" y="136"/>
                    <a:pt x="132" y="136"/>
                    <a:pt x="132" y="136"/>
                  </a:cubicBezTo>
                  <a:cubicBezTo>
                    <a:pt x="132" y="137"/>
                    <a:pt x="131" y="137"/>
                    <a:pt x="131" y="137"/>
                  </a:cubicBezTo>
                  <a:cubicBezTo>
                    <a:pt x="130" y="137"/>
                    <a:pt x="130" y="136"/>
                    <a:pt x="130" y="135"/>
                  </a:cubicBezTo>
                  <a:cubicBezTo>
                    <a:pt x="130" y="135"/>
                    <a:pt x="129" y="136"/>
                    <a:pt x="128" y="136"/>
                  </a:cubicBezTo>
                  <a:cubicBezTo>
                    <a:pt x="128" y="136"/>
                    <a:pt x="127" y="136"/>
                    <a:pt x="127" y="136"/>
                  </a:cubicBezTo>
                  <a:cubicBezTo>
                    <a:pt x="126" y="136"/>
                    <a:pt x="126" y="136"/>
                    <a:pt x="125" y="135"/>
                  </a:cubicBezTo>
                  <a:cubicBezTo>
                    <a:pt x="125" y="135"/>
                    <a:pt x="125" y="135"/>
                    <a:pt x="125" y="134"/>
                  </a:cubicBezTo>
                  <a:cubicBezTo>
                    <a:pt x="125" y="133"/>
                    <a:pt x="126" y="132"/>
                    <a:pt x="127" y="131"/>
                  </a:cubicBezTo>
                  <a:cubicBezTo>
                    <a:pt x="128" y="131"/>
                    <a:pt x="129" y="130"/>
                    <a:pt x="130" y="130"/>
                  </a:cubicBezTo>
                  <a:cubicBezTo>
                    <a:pt x="130" y="129"/>
                    <a:pt x="130" y="129"/>
                    <a:pt x="130" y="129"/>
                  </a:cubicBezTo>
                  <a:cubicBezTo>
                    <a:pt x="130" y="128"/>
                    <a:pt x="130" y="127"/>
                    <a:pt x="129" y="127"/>
                  </a:cubicBezTo>
                  <a:cubicBezTo>
                    <a:pt x="128" y="127"/>
                    <a:pt x="128" y="127"/>
                    <a:pt x="128" y="128"/>
                  </a:cubicBezTo>
                  <a:cubicBezTo>
                    <a:pt x="128" y="128"/>
                    <a:pt x="128" y="128"/>
                    <a:pt x="128" y="128"/>
                  </a:cubicBezTo>
                  <a:cubicBezTo>
                    <a:pt x="128" y="129"/>
                    <a:pt x="128" y="129"/>
                    <a:pt x="128" y="129"/>
                  </a:cubicBezTo>
                  <a:cubicBezTo>
                    <a:pt x="128" y="129"/>
                    <a:pt x="128" y="129"/>
                    <a:pt x="127" y="129"/>
                  </a:cubicBezTo>
                  <a:cubicBezTo>
                    <a:pt x="127" y="130"/>
                    <a:pt x="127" y="130"/>
                    <a:pt x="126" y="130"/>
                  </a:cubicBezTo>
                  <a:cubicBezTo>
                    <a:pt x="126" y="130"/>
                    <a:pt x="126" y="130"/>
                    <a:pt x="126" y="129"/>
                  </a:cubicBezTo>
                  <a:cubicBezTo>
                    <a:pt x="125" y="129"/>
                    <a:pt x="125" y="129"/>
                    <a:pt x="126" y="129"/>
                  </a:cubicBezTo>
                  <a:cubicBezTo>
                    <a:pt x="126" y="128"/>
                    <a:pt x="126" y="128"/>
                    <a:pt x="127" y="127"/>
                  </a:cubicBezTo>
                  <a:cubicBezTo>
                    <a:pt x="128" y="127"/>
                    <a:pt x="128" y="127"/>
                    <a:pt x="129" y="127"/>
                  </a:cubicBezTo>
                  <a:cubicBezTo>
                    <a:pt x="130" y="127"/>
                    <a:pt x="131" y="127"/>
                    <a:pt x="132" y="128"/>
                  </a:cubicBezTo>
                  <a:cubicBezTo>
                    <a:pt x="132" y="128"/>
                    <a:pt x="132" y="129"/>
                    <a:pt x="132" y="130"/>
                  </a:cubicBezTo>
                  <a:cubicBezTo>
                    <a:pt x="132" y="135"/>
                    <a:pt x="132" y="135"/>
                    <a:pt x="132" y="135"/>
                  </a:cubicBezTo>
                  <a:cubicBezTo>
                    <a:pt x="132" y="135"/>
                    <a:pt x="132" y="135"/>
                    <a:pt x="132" y="135"/>
                  </a:cubicBezTo>
                  <a:cubicBezTo>
                    <a:pt x="132" y="135"/>
                    <a:pt x="132" y="135"/>
                    <a:pt x="133" y="135"/>
                  </a:cubicBezTo>
                  <a:cubicBezTo>
                    <a:pt x="133" y="135"/>
                    <a:pt x="133" y="135"/>
                    <a:pt x="133" y="135"/>
                  </a:cubicBezTo>
                  <a:close/>
                  <a:moveTo>
                    <a:pt x="130" y="134"/>
                  </a:moveTo>
                  <a:cubicBezTo>
                    <a:pt x="130" y="131"/>
                    <a:pt x="130" y="131"/>
                    <a:pt x="130" y="131"/>
                  </a:cubicBezTo>
                  <a:cubicBezTo>
                    <a:pt x="129" y="131"/>
                    <a:pt x="128" y="131"/>
                    <a:pt x="128" y="131"/>
                  </a:cubicBezTo>
                  <a:cubicBezTo>
                    <a:pt x="127" y="132"/>
                    <a:pt x="126" y="132"/>
                    <a:pt x="126" y="133"/>
                  </a:cubicBezTo>
                  <a:cubicBezTo>
                    <a:pt x="126" y="134"/>
                    <a:pt x="127" y="135"/>
                    <a:pt x="128" y="135"/>
                  </a:cubicBezTo>
                  <a:cubicBezTo>
                    <a:pt x="128" y="135"/>
                    <a:pt x="129" y="135"/>
                    <a:pt x="130" y="134"/>
                  </a:cubicBezTo>
                  <a:close/>
                  <a:moveTo>
                    <a:pt x="144" y="136"/>
                  </a:moveTo>
                  <a:cubicBezTo>
                    <a:pt x="140" y="136"/>
                    <a:pt x="140" y="136"/>
                    <a:pt x="140" y="136"/>
                  </a:cubicBezTo>
                  <a:cubicBezTo>
                    <a:pt x="140" y="136"/>
                    <a:pt x="140" y="136"/>
                    <a:pt x="140" y="136"/>
                  </a:cubicBezTo>
                  <a:cubicBezTo>
                    <a:pt x="140" y="136"/>
                    <a:pt x="141" y="135"/>
                    <a:pt x="141" y="135"/>
                  </a:cubicBezTo>
                  <a:cubicBezTo>
                    <a:pt x="141" y="129"/>
                    <a:pt x="141" y="129"/>
                    <a:pt x="141" y="129"/>
                  </a:cubicBezTo>
                  <a:cubicBezTo>
                    <a:pt x="141" y="129"/>
                    <a:pt x="141" y="129"/>
                    <a:pt x="140" y="128"/>
                  </a:cubicBezTo>
                  <a:cubicBezTo>
                    <a:pt x="140" y="128"/>
                    <a:pt x="140" y="128"/>
                    <a:pt x="139" y="128"/>
                  </a:cubicBezTo>
                  <a:cubicBezTo>
                    <a:pt x="138" y="128"/>
                    <a:pt x="138" y="128"/>
                    <a:pt x="137" y="129"/>
                  </a:cubicBezTo>
                  <a:cubicBezTo>
                    <a:pt x="137" y="135"/>
                    <a:pt x="137" y="135"/>
                    <a:pt x="137" y="135"/>
                  </a:cubicBezTo>
                  <a:cubicBezTo>
                    <a:pt x="137" y="135"/>
                    <a:pt x="137" y="136"/>
                    <a:pt x="138" y="136"/>
                  </a:cubicBezTo>
                  <a:cubicBezTo>
                    <a:pt x="138" y="136"/>
                    <a:pt x="138" y="136"/>
                    <a:pt x="138" y="136"/>
                  </a:cubicBezTo>
                  <a:cubicBezTo>
                    <a:pt x="134" y="136"/>
                    <a:pt x="134" y="136"/>
                    <a:pt x="134" y="136"/>
                  </a:cubicBezTo>
                  <a:cubicBezTo>
                    <a:pt x="134" y="136"/>
                    <a:pt x="134" y="136"/>
                    <a:pt x="134" y="136"/>
                  </a:cubicBezTo>
                  <a:cubicBezTo>
                    <a:pt x="134" y="136"/>
                    <a:pt x="135" y="135"/>
                    <a:pt x="135" y="135"/>
                  </a:cubicBezTo>
                  <a:cubicBezTo>
                    <a:pt x="135" y="129"/>
                    <a:pt x="135" y="129"/>
                    <a:pt x="135" y="129"/>
                  </a:cubicBezTo>
                  <a:cubicBezTo>
                    <a:pt x="135" y="129"/>
                    <a:pt x="135" y="128"/>
                    <a:pt x="134" y="128"/>
                  </a:cubicBezTo>
                  <a:cubicBezTo>
                    <a:pt x="134" y="128"/>
                    <a:pt x="134" y="128"/>
                    <a:pt x="133" y="128"/>
                  </a:cubicBezTo>
                  <a:cubicBezTo>
                    <a:pt x="133" y="128"/>
                    <a:pt x="133" y="128"/>
                    <a:pt x="133" y="128"/>
                  </a:cubicBezTo>
                  <a:cubicBezTo>
                    <a:pt x="136" y="127"/>
                    <a:pt x="136" y="127"/>
                    <a:pt x="136" y="127"/>
                  </a:cubicBezTo>
                  <a:cubicBezTo>
                    <a:pt x="136" y="128"/>
                    <a:pt x="136" y="128"/>
                    <a:pt x="136" y="128"/>
                  </a:cubicBezTo>
                  <a:cubicBezTo>
                    <a:pt x="137" y="127"/>
                    <a:pt x="138" y="127"/>
                    <a:pt x="140" y="127"/>
                  </a:cubicBezTo>
                  <a:cubicBezTo>
                    <a:pt x="141" y="127"/>
                    <a:pt x="142" y="127"/>
                    <a:pt x="142" y="130"/>
                  </a:cubicBezTo>
                  <a:cubicBezTo>
                    <a:pt x="142" y="135"/>
                    <a:pt x="142" y="135"/>
                    <a:pt x="142" y="135"/>
                  </a:cubicBezTo>
                  <a:cubicBezTo>
                    <a:pt x="143" y="135"/>
                    <a:pt x="143" y="136"/>
                    <a:pt x="144" y="136"/>
                  </a:cubicBezTo>
                  <a:cubicBezTo>
                    <a:pt x="144" y="136"/>
                    <a:pt x="144" y="136"/>
                    <a:pt x="144" y="136"/>
                  </a:cubicBezTo>
                  <a:close/>
                  <a:moveTo>
                    <a:pt x="155" y="134"/>
                  </a:moveTo>
                  <a:cubicBezTo>
                    <a:pt x="154" y="135"/>
                    <a:pt x="153" y="135"/>
                    <a:pt x="152" y="136"/>
                  </a:cubicBezTo>
                  <a:cubicBezTo>
                    <a:pt x="152" y="134"/>
                    <a:pt x="152" y="134"/>
                    <a:pt x="152" y="134"/>
                  </a:cubicBezTo>
                  <a:cubicBezTo>
                    <a:pt x="151" y="135"/>
                    <a:pt x="150" y="136"/>
                    <a:pt x="149" y="136"/>
                  </a:cubicBezTo>
                  <a:cubicBezTo>
                    <a:pt x="148" y="136"/>
                    <a:pt x="148" y="136"/>
                    <a:pt x="147" y="135"/>
                  </a:cubicBezTo>
                  <a:cubicBezTo>
                    <a:pt x="146" y="134"/>
                    <a:pt x="145" y="133"/>
                    <a:pt x="145" y="131"/>
                  </a:cubicBezTo>
                  <a:cubicBezTo>
                    <a:pt x="145" y="130"/>
                    <a:pt x="146" y="129"/>
                    <a:pt x="146" y="128"/>
                  </a:cubicBezTo>
                  <a:cubicBezTo>
                    <a:pt x="146" y="127"/>
                    <a:pt x="148" y="126"/>
                    <a:pt x="149" y="126"/>
                  </a:cubicBezTo>
                  <a:cubicBezTo>
                    <a:pt x="150" y="126"/>
                    <a:pt x="150" y="126"/>
                    <a:pt x="151" y="127"/>
                  </a:cubicBezTo>
                  <a:cubicBezTo>
                    <a:pt x="150" y="124"/>
                    <a:pt x="150" y="124"/>
                    <a:pt x="150" y="124"/>
                  </a:cubicBezTo>
                  <a:cubicBezTo>
                    <a:pt x="150" y="123"/>
                    <a:pt x="150" y="123"/>
                    <a:pt x="150" y="123"/>
                  </a:cubicBezTo>
                  <a:cubicBezTo>
                    <a:pt x="150" y="123"/>
                    <a:pt x="150" y="123"/>
                    <a:pt x="149" y="123"/>
                  </a:cubicBezTo>
                  <a:cubicBezTo>
                    <a:pt x="149" y="123"/>
                    <a:pt x="149" y="123"/>
                    <a:pt x="149" y="123"/>
                  </a:cubicBezTo>
                  <a:cubicBezTo>
                    <a:pt x="150" y="123"/>
                    <a:pt x="150" y="122"/>
                    <a:pt x="152" y="121"/>
                  </a:cubicBezTo>
                  <a:cubicBezTo>
                    <a:pt x="153" y="133"/>
                    <a:pt x="153" y="133"/>
                    <a:pt x="153" y="133"/>
                  </a:cubicBezTo>
                  <a:cubicBezTo>
                    <a:pt x="153" y="134"/>
                    <a:pt x="153" y="134"/>
                    <a:pt x="153" y="134"/>
                  </a:cubicBezTo>
                  <a:cubicBezTo>
                    <a:pt x="154" y="134"/>
                    <a:pt x="155" y="134"/>
                    <a:pt x="155" y="134"/>
                  </a:cubicBezTo>
                  <a:cubicBezTo>
                    <a:pt x="155" y="134"/>
                    <a:pt x="155" y="134"/>
                    <a:pt x="155" y="134"/>
                  </a:cubicBezTo>
                  <a:close/>
                  <a:moveTo>
                    <a:pt x="152" y="133"/>
                  </a:moveTo>
                  <a:cubicBezTo>
                    <a:pt x="152" y="129"/>
                    <a:pt x="152" y="129"/>
                    <a:pt x="152" y="129"/>
                  </a:cubicBezTo>
                  <a:cubicBezTo>
                    <a:pt x="152" y="128"/>
                    <a:pt x="151" y="128"/>
                    <a:pt x="151" y="127"/>
                  </a:cubicBezTo>
                  <a:cubicBezTo>
                    <a:pt x="150" y="127"/>
                    <a:pt x="150" y="127"/>
                    <a:pt x="149" y="127"/>
                  </a:cubicBezTo>
                  <a:cubicBezTo>
                    <a:pt x="148" y="127"/>
                    <a:pt x="148" y="127"/>
                    <a:pt x="147" y="128"/>
                  </a:cubicBezTo>
                  <a:cubicBezTo>
                    <a:pt x="147" y="129"/>
                    <a:pt x="147" y="130"/>
                    <a:pt x="147" y="131"/>
                  </a:cubicBezTo>
                  <a:cubicBezTo>
                    <a:pt x="147" y="132"/>
                    <a:pt x="147" y="133"/>
                    <a:pt x="148" y="134"/>
                  </a:cubicBezTo>
                  <a:cubicBezTo>
                    <a:pt x="148" y="135"/>
                    <a:pt x="149" y="135"/>
                    <a:pt x="150" y="135"/>
                  </a:cubicBezTo>
                  <a:cubicBezTo>
                    <a:pt x="150" y="135"/>
                    <a:pt x="150" y="135"/>
                    <a:pt x="151" y="135"/>
                  </a:cubicBezTo>
                  <a:cubicBezTo>
                    <a:pt x="152" y="134"/>
                    <a:pt x="152" y="134"/>
                    <a:pt x="152" y="133"/>
                  </a:cubicBezTo>
                  <a:close/>
                  <a:moveTo>
                    <a:pt x="170" y="122"/>
                  </a:moveTo>
                  <a:cubicBezTo>
                    <a:pt x="170" y="122"/>
                    <a:pt x="170" y="122"/>
                    <a:pt x="170" y="122"/>
                  </a:cubicBezTo>
                  <a:cubicBezTo>
                    <a:pt x="169" y="121"/>
                    <a:pt x="169" y="120"/>
                    <a:pt x="169" y="120"/>
                  </a:cubicBezTo>
                  <a:cubicBezTo>
                    <a:pt x="168" y="120"/>
                    <a:pt x="168" y="120"/>
                    <a:pt x="167" y="120"/>
                  </a:cubicBezTo>
                  <a:cubicBezTo>
                    <a:pt x="165" y="120"/>
                    <a:pt x="165" y="120"/>
                    <a:pt x="165" y="120"/>
                  </a:cubicBezTo>
                  <a:cubicBezTo>
                    <a:pt x="167" y="131"/>
                    <a:pt x="167" y="131"/>
                    <a:pt x="167" y="131"/>
                  </a:cubicBezTo>
                  <a:cubicBezTo>
                    <a:pt x="168" y="132"/>
                    <a:pt x="168" y="132"/>
                    <a:pt x="170" y="132"/>
                  </a:cubicBezTo>
                  <a:cubicBezTo>
                    <a:pt x="170" y="132"/>
                    <a:pt x="170" y="132"/>
                    <a:pt x="170" y="132"/>
                  </a:cubicBezTo>
                  <a:cubicBezTo>
                    <a:pt x="164" y="133"/>
                    <a:pt x="164" y="133"/>
                    <a:pt x="164" y="133"/>
                  </a:cubicBezTo>
                  <a:cubicBezTo>
                    <a:pt x="164" y="133"/>
                    <a:pt x="164" y="133"/>
                    <a:pt x="164" y="133"/>
                  </a:cubicBezTo>
                  <a:cubicBezTo>
                    <a:pt x="165" y="133"/>
                    <a:pt x="166" y="132"/>
                    <a:pt x="165" y="131"/>
                  </a:cubicBezTo>
                  <a:cubicBezTo>
                    <a:pt x="163" y="121"/>
                    <a:pt x="163" y="121"/>
                    <a:pt x="163" y="121"/>
                  </a:cubicBezTo>
                  <a:cubicBezTo>
                    <a:pt x="161" y="121"/>
                    <a:pt x="161" y="121"/>
                    <a:pt x="161" y="121"/>
                  </a:cubicBezTo>
                  <a:cubicBezTo>
                    <a:pt x="160" y="121"/>
                    <a:pt x="160" y="122"/>
                    <a:pt x="159" y="122"/>
                  </a:cubicBezTo>
                  <a:cubicBezTo>
                    <a:pt x="159" y="123"/>
                    <a:pt x="159" y="123"/>
                    <a:pt x="159" y="124"/>
                  </a:cubicBezTo>
                  <a:cubicBezTo>
                    <a:pt x="159" y="124"/>
                    <a:pt x="159" y="124"/>
                    <a:pt x="159" y="124"/>
                  </a:cubicBezTo>
                  <a:cubicBezTo>
                    <a:pt x="158" y="121"/>
                    <a:pt x="158" y="121"/>
                    <a:pt x="158" y="121"/>
                  </a:cubicBezTo>
                  <a:cubicBezTo>
                    <a:pt x="169" y="118"/>
                    <a:pt x="169" y="118"/>
                    <a:pt x="169" y="118"/>
                  </a:cubicBezTo>
                  <a:cubicBezTo>
                    <a:pt x="170" y="122"/>
                    <a:pt x="170" y="122"/>
                    <a:pt x="170" y="122"/>
                  </a:cubicBezTo>
                  <a:close/>
                  <a:moveTo>
                    <a:pt x="181" y="125"/>
                  </a:moveTo>
                  <a:cubicBezTo>
                    <a:pt x="181" y="126"/>
                    <a:pt x="181" y="127"/>
                    <a:pt x="180" y="128"/>
                  </a:cubicBezTo>
                  <a:cubicBezTo>
                    <a:pt x="180" y="129"/>
                    <a:pt x="179" y="130"/>
                    <a:pt x="178" y="130"/>
                  </a:cubicBezTo>
                  <a:cubicBezTo>
                    <a:pt x="177" y="131"/>
                    <a:pt x="176" y="131"/>
                    <a:pt x="176" y="130"/>
                  </a:cubicBezTo>
                  <a:cubicBezTo>
                    <a:pt x="174" y="129"/>
                    <a:pt x="174" y="128"/>
                    <a:pt x="173" y="127"/>
                  </a:cubicBezTo>
                  <a:cubicBezTo>
                    <a:pt x="173" y="126"/>
                    <a:pt x="173" y="125"/>
                    <a:pt x="173" y="123"/>
                  </a:cubicBezTo>
                  <a:cubicBezTo>
                    <a:pt x="174" y="122"/>
                    <a:pt x="174" y="121"/>
                    <a:pt x="176" y="121"/>
                  </a:cubicBezTo>
                  <a:cubicBezTo>
                    <a:pt x="177" y="121"/>
                    <a:pt x="178" y="121"/>
                    <a:pt x="178" y="121"/>
                  </a:cubicBezTo>
                  <a:cubicBezTo>
                    <a:pt x="179" y="121"/>
                    <a:pt x="180" y="122"/>
                    <a:pt x="180" y="123"/>
                  </a:cubicBezTo>
                  <a:cubicBezTo>
                    <a:pt x="174" y="125"/>
                    <a:pt x="174" y="125"/>
                    <a:pt x="174" y="125"/>
                  </a:cubicBezTo>
                  <a:cubicBezTo>
                    <a:pt x="175" y="126"/>
                    <a:pt x="176" y="127"/>
                    <a:pt x="176" y="128"/>
                  </a:cubicBezTo>
                  <a:cubicBezTo>
                    <a:pt x="177" y="129"/>
                    <a:pt x="178" y="129"/>
                    <a:pt x="179" y="128"/>
                  </a:cubicBezTo>
                  <a:cubicBezTo>
                    <a:pt x="180" y="128"/>
                    <a:pt x="180" y="127"/>
                    <a:pt x="181" y="127"/>
                  </a:cubicBezTo>
                  <a:cubicBezTo>
                    <a:pt x="180" y="127"/>
                    <a:pt x="181" y="126"/>
                    <a:pt x="181" y="125"/>
                  </a:cubicBezTo>
                  <a:cubicBezTo>
                    <a:pt x="181" y="125"/>
                    <a:pt x="181" y="125"/>
                    <a:pt x="181" y="125"/>
                  </a:cubicBezTo>
                  <a:close/>
                  <a:moveTo>
                    <a:pt x="178" y="123"/>
                  </a:moveTo>
                  <a:cubicBezTo>
                    <a:pt x="177" y="122"/>
                    <a:pt x="176" y="121"/>
                    <a:pt x="175" y="122"/>
                  </a:cubicBezTo>
                  <a:cubicBezTo>
                    <a:pt x="174" y="122"/>
                    <a:pt x="173" y="123"/>
                    <a:pt x="173" y="125"/>
                  </a:cubicBezTo>
                  <a:cubicBezTo>
                    <a:pt x="178" y="123"/>
                    <a:pt x="178" y="123"/>
                    <a:pt x="178" y="123"/>
                  </a:cubicBezTo>
                  <a:close/>
                  <a:moveTo>
                    <a:pt x="190" y="122"/>
                  </a:moveTo>
                  <a:cubicBezTo>
                    <a:pt x="190" y="123"/>
                    <a:pt x="190" y="124"/>
                    <a:pt x="190" y="125"/>
                  </a:cubicBezTo>
                  <a:cubicBezTo>
                    <a:pt x="189" y="126"/>
                    <a:pt x="188" y="127"/>
                    <a:pt x="188" y="127"/>
                  </a:cubicBezTo>
                  <a:cubicBezTo>
                    <a:pt x="186" y="127"/>
                    <a:pt x="186" y="127"/>
                    <a:pt x="184" y="127"/>
                  </a:cubicBezTo>
                  <a:cubicBezTo>
                    <a:pt x="183" y="127"/>
                    <a:pt x="182" y="125"/>
                    <a:pt x="182" y="124"/>
                  </a:cubicBezTo>
                  <a:cubicBezTo>
                    <a:pt x="182" y="123"/>
                    <a:pt x="182" y="122"/>
                    <a:pt x="182" y="121"/>
                  </a:cubicBezTo>
                  <a:cubicBezTo>
                    <a:pt x="182" y="119"/>
                    <a:pt x="183" y="119"/>
                    <a:pt x="185" y="118"/>
                  </a:cubicBezTo>
                  <a:cubicBezTo>
                    <a:pt x="186" y="118"/>
                    <a:pt x="186" y="118"/>
                    <a:pt x="187" y="118"/>
                  </a:cubicBezTo>
                  <a:cubicBezTo>
                    <a:pt x="188" y="118"/>
                    <a:pt x="188" y="118"/>
                    <a:pt x="188" y="119"/>
                  </a:cubicBezTo>
                  <a:cubicBezTo>
                    <a:pt x="188" y="119"/>
                    <a:pt x="188" y="119"/>
                    <a:pt x="188" y="119"/>
                  </a:cubicBezTo>
                  <a:cubicBezTo>
                    <a:pt x="188" y="120"/>
                    <a:pt x="188" y="120"/>
                    <a:pt x="188" y="120"/>
                  </a:cubicBezTo>
                  <a:cubicBezTo>
                    <a:pt x="188" y="120"/>
                    <a:pt x="188" y="120"/>
                    <a:pt x="187" y="120"/>
                  </a:cubicBezTo>
                  <a:cubicBezTo>
                    <a:pt x="187" y="120"/>
                    <a:pt x="187" y="119"/>
                    <a:pt x="187" y="119"/>
                  </a:cubicBezTo>
                  <a:cubicBezTo>
                    <a:pt x="187" y="119"/>
                    <a:pt x="186" y="119"/>
                    <a:pt x="186" y="119"/>
                  </a:cubicBezTo>
                  <a:cubicBezTo>
                    <a:pt x="186" y="119"/>
                    <a:pt x="185" y="119"/>
                    <a:pt x="185" y="119"/>
                  </a:cubicBezTo>
                  <a:cubicBezTo>
                    <a:pt x="184" y="119"/>
                    <a:pt x="183" y="120"/>
                    <a:pt x="183" y="121"/>
                  </a:cubicBezTo>
                  <a:cubicBezTo>
                    <a:pt x="183" y="121"/>
                    <a:pt x="183" y="122"/>
                    <a:pt x="184" y="123"/>
                  </a:cubicBezTo>
                  <a:cubicBezTo>
                    <a:pt x="184" y="124"/>
                    <a:pt x="185" y="125"/>
                    <a:pt x="186" y="125"/>
                  </a:cubicBezTo>
                  <a:cubicBezTo>
                    <a:pt x="186" y="126"/>
                    <a:pt x="187" y="126"/>
                    <a:pt x="188" y="126"/>
                  </a:cubicBezTo>
                  <a:cubicBezTo>
                    <a:pt x="189" y="125"/>
                    <a:pt x="190" y="124"/>
                    <a:pt x="190" y="122"/>
                  </a:cubicBezTo>
                  <a:cubicBezTo>
                    <a:pt x="190" y="122"/>
                    <a:pt x="190" y="122"/>
                    <a:pt x="190" y="122"/>
                  </a:cubicBezTo>
                  <a:close/>
                  <a:moveTo>
                    <a:pt x="202" y="120"/>
                  </a:moveTo>
                  <a:cubicBezTo>
                    <a:pt x="198" y="122"/>
                    <a:pt x="198" y="122"/>
                    <a:pt x="198" y="122"/>
                  </a:cubicBezTo>
                  <a:cubicBezTo>
                    <a:pt x="198" y="121"/>
                    <a:pt x="198" y="121"/>
                    <a:pt x="198" y="121"/>
                  </a:cubicBezTo>
                  <a:cubicBezTo>
                    <a:pt x="199" y="121"/>
                    <a:pt x="199" y="121"/>
                    <a:pt x="198" y="120"/>
                  </a:cubicBezTo>
                  <a:cubicBezTo>
                    <a:pt x="196" y="115"/>
                    <a:pt x="196" y="115"/>
                    <a:pt x="196" y="115"/>
                  </a:cubicBezTo>
                  <a:cubicBezTo>
                    <a:pt x="195" y="114"/>
                    <a:pt x="195" y="114"/>
                    <a:pt x="194" y="115"/>
                  </a:cubicBezTo>
                  <a:cubicBezTo>
                    <a:pt x="193" y="115"/>
                    <a:pt x="192" y="116"/>
                    <a:pt x="192" y="117"/>
                  </a:cubicBezTo>
                  <a:cubicBezTo>
                    <a:pt x="194" y="121"/>
                    <a:pt x="194" y="121"/>
                    <a:pt x="194" y="121"/>
                  </a:cubicBezTo>
                  <a:cubicBezTo>
                    <a:pt x="195" y="122"/>
                    <a:pt x="196" y="122"/>
                    <a:pt x="196" y="122"/>
                  </a:cubicBezTo>
                  <a:cubicBezTo>
                    <a:pt x="196" y="122"/>
                    <a:pt x="196" y="122"/>
                    <a:pt x="196" y="122"/>
                  </a:cubicBezTo>
                  <a:cubicBezTo>
                    <a:pt x="192" y="124"/>
                    <a:pt x="192" y="124"/>
                    <a:pt x="192" y="124"/>
                  </a:cubicBezTo>
                  <a:cubicBezTo>
                    <a:pt x="192" y="124"/>
                    <a:pt x="192" y="124"/>
                    <a:pt x="192" y="124"/>
                  </a:cubicBezTo>
                  <a:cubicBezTo>
                    <a:pt x="193" y="123"/>
                    <a:pt x="193" y="123"/>
                    <a:pt x="192" y="122"/>
                  </a:cubicBezTo>
                  <a:cubicBezTo>
                    <a:pt x="188" y="113"/>
                    <a:pt x="188" y="113"/>
                    <a:pt x="188" y="113"/>
                  </a:cubicBezTo>
                  <a:cubicBezTo>
                    <a:pt x="187" y="113"/>
                    <a:pt x="187" y="113"/>
                    <a:pt x="187" y="113"/>
                  </a:cubicBezTo>
                  <a:cubicBezTo>
                    <a:pt x="187" y="113"/>
                    <a:pt x="186" y="113"/>
                    <a:pt x="186" y="113"/>
                  </a:cubicBezTo>
                  <a:cubicBezTo>
                    <a:pt x="186" y="113"/>
                    <a:pt x="186" y="113"/>
                    <a:pt x="186" y="113"/>
                  </a:cubicBezTo>
                  <a:cubicBezTo>
                    <a:pt x="186" y="112"/>
                    <a:pt x="187" y="111"/>
                    <a:pt x="188" y="110"/>
                  </a:cubicBezTo>
                  <a:cubicBezTo>
                    <a:pt x="191" y="116"/>
                    <a:pt x="191" y="116"/>
                    <a:pt x="191" y="116"/>
                  </a:cubicBezTo>
                  <a:cubicBezTo>
                    <a:pt x="192" y="114"/>
                    <a:pt x="192" y="113"/>
                    <a:pt x="193" y="113"/>
                  </a:cubicBezTo>
                  <a:cubicBezTo>
                    <a:pt x="195" y="112"/>
                    <a:pt x="196" y="113"/>
                    <a:pt x="197" y="115"/>
                  </a:cubicBezTo>
                  <a:cubicBezTo>
                    <a:pt x="199" y="119"/>
                    <a:pt x="199" y="119"/>
                    <a:pt x="199" y="119"/>
                  </a:cubicBezTo>
                  <a:cubicBezTo>
                    <a:pt x="200" y="120"/>
                    <a:pt x="201" y="120"/>
                    <a:pt x="202" y="120"/>
                  </a:cubicBezTo>
                  <a:cubicBezTo>
                    <a:pt x="202" y="120"/>
                    <a:pt x="202" y="120"/>
                    <a:pt x="202" y="120"/>
                  </a:cubicBezTo>
                  <a:close/>
                  <a:moveTo>
                    <a:pt x="212" y="114"/>
                  </a:moveTo>
                  <a:cubicBezTo>
                    <a:pt x="208" y="116"/>
                    <a:pt x="208" y="116"/>
                    <a:pt x="208" y="116"/>
                  </a:cubicBezTo>
                  <a:cubicBezTo>
                    <a:pt x="208" y="116"/>
                    <a:pt x="208" y="116"/>
                    <a:pt x="208" y="116"/>
                  </a:cubicBezTo>
                  <a:cubicBezTo>
                    <a:pt x="209" y="115"/>
                    <a:pt x="209" y="115"/>
                    <a:pt x="209" y="114"/>
                  </a:cubicBezTo>
                  <a:cubicBezTo>
                    <a:pt x="206" y="110"/>
                    <a:pt x="206" y="110"/>
                    <a:pt x="206" y="110"/>
                  </a:cubicBezTo>
                  <a:cubicBezTo>
                    <a:pt x="206" y="109"/>
                    <a:pt x="206" y="109"/>
                    <a:pt x="206" y="109"/>
                  </a:cubicBezTo>
                  <a:cubicBezTo>
                    <a:pt x="205" y="109"/>
                    <a:pt x="205" y="109"/>
                    <a:pt x="204" y="109"/>
                  </a:cubicBezTo>
                  <a:cubicBezTo>
                    <a:pt x="203" y="110"/>
                    <a:pt x="202" y="111"/>
                    <a:pt x="202" y="111"/>
                  </a:cubicBezTo>
                  <a:cubicBezTo>
                    <a:pt x="205" y="116"/>
                    <a:pt x="205" y="116"/>
                    <a:pt x="205" y="116"/>
                  </a:cubicBezTo>
                  <a:cubicBezTo>
                    <a:pt x="206" y="117"/>
                    <a:pt x="206" y="117"/>
                    <a:pt x="207" y="117"/>
                  </a:cubicBezTo>
                  <a:cubicBezTo>
                    <a:pt x="207" y="117"/>
                    <a:pt x="207" y="117"/>
                    <a:pt x="207" y="117"/>
                  </a:cubicBezTo>
                  <a:cubicBezTo>
                    <a:pt x="203" y="119"/>
                    <a:pt x="203" y="119"/>
                    <a:pt x="203" y="119"/>
                  </a:cubicBezTo>
                  <a:cubicBezTo>
                    <a:pt x="203" y="119"/>
                    <a:pt x="203" y="119"/>
                    <a:pt x="203" y="119"/>
                  </a:cubicBezTo>
                  <a:cubicBezTo>
                    <a:pt x="204" y="119"/>
                    <a:pt x="204" y="118"/>
                    <a:pt x="204" y="117"/>
                  </a:cubicBezTo>
                  <a:cubicBezTo>
                    <a:pt x="201" y="113"/>
                    <a:pt x="201" y="113"/>
                    <a:pt x="201" y="113"/>
                  </a:cubicBezTo>
                  <a:cubicBezTo>
                    <a:pt x="200" y="112"/>
                    <a:pt x="200" y="112"/>
                    <a:pt x="200" y="112"/>
                  </a:cubicBezTo>
                  <a:cubicBezTo>
                    <a:pt x="200" y="112"/>
                    <a:pt x="200" y="112"/>
                    <a:pt x="199" y="113"/>
                  </a:cubicBezTo>
                  <a:cubicBezTo>
                    <a:pt x="199" y="112"/>
                    <a:pt x="199" y="112"/>
                    <a:pt x="199" y="112"/>
                  </a:cubicBezTo>
                  <a:cubicBezTo>
                    <a:pt x="201" y="110"/>
                    <a:pt x="201" y="110"/>
                    <a:pt x="201" y="110"/>
                  </a:cubicBezTo>
                  <a:cubicBezTo>
                    <a:pt x="202" y="111"/>
                    <a:pt x="202" y="111"/>
                    <a:pt x="202" y="111"/>
                  </a:cubicBezTo>
                  <a:cubicBezTo>
                    <a:pt x="202" y="110"/>
                    <a:pt x="203" y="109"/>
                    <a:pt x="204" y="108"/>
                  </a:cubicBezTo>
                  <a:cubicBezTo>
                    <a:pt x="205" y="107"/>
                    <a:pt x="206" y="108"/>
                    <a:pt x="208" y="110"/>
                  </a:cubicBezTo>
                  <a:cubicBezTo>
                    <a:pt x="210" y="114"/>
                    <a:pt x="210" y="114"/>
                    <a:pt x="210" y="114"/>
                  </a:cubicBezTo>
                  <a:cubicBezTo>
                    <a:pt x="210" y="114"/>
                    <a:pt x="211" y="115"/>
                    <a:pt x="212" y="114"/>
                  </a:cubicBezTo>
                  <a:cubicBezTo>
                    <a:pt x="212" y="114"/>
                    <a:pt x="212" y="114"/>
                    <a:pt x="212" y="114"/>
                  </a:cubicBezTo>
                  <a:close/>
                  <a:moveTo>
                    <a:pt x="218" y="104"/>
                  </a:moveTo>
                  <a:cubicBezTo>
                    <a:pt x="219" y="105"/>
                    <a:pt x="219" y="107"/>
                    <a:pt x="219" y="108"/>
                  </a:cubicBezTo>
                  <a:cubicBezTo>
                    <a:pt x="219" y="109"/>
                    <a:pt x="218" y="110"/>
                    <a:pt x="217" y="111"/>
                  </a:cubicBezTo>
                  <a:cubicBezTo>
                    <a:pt x="216" y="112"/>
                    <a:pt x="215" y="112"/>
                    <a:pt x="214" y="112"/>
                  </a:cubicBezTo>
                  <a:cubicBezTo>
                    <a:pt x="212" y="111"/>
                    <a:pt x="211" y="111"/>
                    <a:pt x="210" y="110"/>
                  </a:cubicBezTo>
                  <a:cubicBezTo>
                    <a:pt x="210" y="109"/>
                    <a:pt x="209" y="107"/>
                    <a:pt x="209" y="106"/>
                  </a:cubicBezTo>
                  <a:cubicBezTo>
                    <a:pt x="209" y="105"/>
                    <a:pt x="210" y="104"/>
                    <a:pt x="211" y="103"/>
                  </a:cubicBezTo>
                  <a:cubicBezTo>
                    <a:pt x="212" y="102"/>
                    <a:pt x="214" y="102"/>
                    <a:pt x="215" y="102"/>
                  </a:cubicBezTo>
                  <a:cubicBezTo>
                    <a:pt x="216" y="102"/>
                    <a:pt x="217" y="103"/>
                    <a:pt x="218" y="104"/>
                  </a:cubicBezTo>
                  <a:close/>
                  <a:moveTo>
                    <a:pt x="217" y="106"/>
                  </a:moveTo>
                  <a:cubicBezTo>
                    <a:pt x="216" y="105"/>
                    <a:pt x="215" y="104"/>
                    <a:pt x="214" y="103"/>
                  </a:cubicBezTo>
                  <a:cubicBezTo>
                    <a:pt x="213" y="103"/>
                    <a:pt x="212" y="103"/>
                    <a:pt x="212" y="103"/>
                  </a:cubicBezTo>
                  <a:cubicBezTo>
                    <a:pt x="211" y="104"/>
                    <a:pt x="211" y="105"/>
                    <a:pt x="211" y="105"/>
                  </a:cubicBezTo>
                  <a:cubicBezTo>
                    <a:pt x="211" y="106"/>
                    <a:pt x="211" y="107"/>
                    <a:pt x="212" y="108"/>
                  </a:cubicBezTo>
                  <a:cubicBezTo>
                    <a:pt x="212" y="109"/>
                    <a:pt x="213" y="110"/>
                    <a:pt x="214" y="110"/>
                  </a:cubicBezTo>
                  <a:cubicBezTo>
                    <a:pt x="215" y="111"/>
                    <a:pt x="216" y="111"/>
                    <a:pt x="217" y="110"/>
                  </a:cubicBezTo>
                  <a:cubicBezTo>
                    <a:pt x="218" y="110"/>
                    <a:pt x="218" y="109"/>
                    <a:pt x="218" y="108"/>
                  </a:cubicBezTo>
                  <a:cubicBezTo>
                    <a:pt x="218" y="107"/>
                    <a:pt x="217" y="107"/>
                    <a:pt x="217" y="106"/>
                  </a:cubicBezTo>
                  <a:close/>
                  <a:moveTo>
                    <a:pt x="226" y="103"/>
                  </a:moveTo>
                  <a:cubicBezTo>
                    <a:pt x="222" y="107"/>
                    <a:pt x="222" y="107"/>
                    <a:pt x="222" y="107"/>
                  </a:cubicBezTo>
                  <a:cubicBezTo>
                    <a:pt x="222" y="106"/>
                    <a:pt x="222" y="106"/>
                    <a:pt x="222" y="106"/>
                  </a:cubicBezTo>
                  <a:cubicBezTo>
                    <a:pt x="223" y="105"/>
                    <a:pt x="223" y="105"/>
                    <a:pt x="223" y="104"/>
                  </a:cubicBezTo>
                  <a:cubicBezTo>
                    <a:pt x="216" y="97"/>
                    <a:pt x="216" y="97"/>
                    <a:pt x="216" y="97"/>
                  </a:cubicBezTo>
                  <a:cubicBezTo>
                    <a:pt x="216" y="96"/>
                    <a:pt x="216" y="96"/>
                    <a:pt x="215" y="96"/>
                  </a:cubicBezTo>
                  <a:cubicBezTo>
                    <a:pt x="215" y="96"/>
                    <a:pt x="215" y="96"/>
                    <a:pt x="214" y="97"/>
                  </a:cubicBezTo>
                  <a:cubicBezTo>
                    <a:pt x="214" y="97"/>
                    <a:pt x="214" y="97"/>
                    <a:pt x="214" y="97"/>
                  </a:cubicBezTo>
                  <a:cubicBezTo>
                    <a:pt x="214" y="97"/>
                    <a:pt x="214" y="97"/>
                    <a:pt x="214" y="97"/>
                  </a:cubicBezTo>
                  <a:cubicBezTo>
                    <a:pt x="214" y="96"/>
                    <a:pt x="215" y="95"/>
                    <a:pt x="216" y="94"/>
                  </a:cubicBezTo>
                  <a:cubicBezTo>
                    <a:pt x="224" y="103"/>
                    <a:pt x="224" y="103"/>
                    <a:pt x="224" y="103"/>
                  </a:cubicBezTo>
                  <a:cubicBezTo>
                    <a:pt x="224" y="104"/>
                    <a:pt x="225" y="104"/>
                    <a:pt x="226" y="103"/>
                  </a:cubicBezTo>
                  <a:cubicBezTo>
                    <a:pt x="226" y="103"/>
                    <a:pt x="226" y="103"/>
                    <a:pt x="226" y="103"/>
                  </a:cubicBezTo>
                  <a:close/>
                  <a:moveTo>
                    <a:pt x="231" y="93"/>
                  </a:moveTo>
                  <a:cubicBezTo>
                    <a:pt x="232" y="94"/>
                    <a:pt x="232" y="95"/>
                    <a:pt x="232" y="96"/>
                  </a:cubicBezTo>
                  <a:cubicBezTo>
                    <a:pt x="232" y="97"/>
                    <a:pt x="232" y="99"/>
                    <a:pt x="230" y="99"/>
                  </a:cubicBezTo>
                  <a:cubicBezTo>
                    <a:pt x="230" y="100"/>
                    <a:pt x="228" y="101"/>
                    <a:pt x="227" y="101"/>
                  </a:cubicBezTo>
                  <a:cubicBezTo>
                    <a:pt x="226" y="101"/>
                    <a:pt x="225" y="100"/>
                    <a:pt x="224" y="99"/>
                  </a:cubicBezTo>
                  <a:cubicBezTo>
                    <a:pt x="223" y="98"/>
                    <a:pt x="222" y="97"/>
                    <a:pt x="222" y="96"/>
                  </a:cubicBezTo>
                  <a:cubicBezTo>
                    <a:pt x="222" y="95"/>
                    <a:pt x="223" y="93"/>
                    <a:pt x="224" y="93"/>
                  </a:cubicBezTo>
                  <a:cubicBezTo>
                    <a:pt x="225" y="92"/>
                    <a:pt x="226" y="91"/>
                    <a:pt x="227" y="91"/>
                  </a:cubicBezTo>
                  <a:cubicBezTo>
                    <a:pt x="229" y="91"/>
                    <a:pt x="230" y="91"/>
                    <a:pt x="231" y="93"/>
                  </a:cubicBezTo>
                  <a:close/>
                  <a:moveTo>
                    <a:pt x="230" y="95"/>
                  </a:moveTo>
                  <a:cubicBezTo>
                    <a:pt x="229" y="94"/>
                    <a:pt x="228" y="93"/>
                    <a:pt x="227" y="93"/>
                  </a:cubicBezTo>
                  <a:cubicBezTo>
                    <a:pt x="226" y="92"/>
                    <a:pt x="225" y="92"/>
                    <a:pt x="224" y="93"/>
                  </a:cubicBezTo>
                  <a:cubicBezTo>
                    <a:pt x="224" y="93"/>
                    <a:pt x="224" y="94"/>
                    <a:pt x="224" y="95"/>
                  </a:cubicBezTo>
                  <a:cubicBezTo>
                    <a:pt x="224" y="96"/>
                    <a:pt x="224" y="96"/>
                    <a:pt x="225" y="97"/>
                  </a:cubicBezTo>
                  <a:cubicBezTo>
                    <a:pt x="226" y="98"/>
                    <a:pt x="227" y="99"/>
                    <a:pt x="228" y="99"/>
                  </a:cubicBezTo>
                  <a:cubicBezTo>
                    <a:pt x="229" y="99"/>
                    <a:pt x="230" y="99"/>
                    <a:pt x="231" y="99"/>
                  </a:cubicBezTo>
                  <a:cubicBezTo>
                    <a:pt x="232" y="98"/>
                    <a:pt x="232" y="97"/>
                    <a:pt x="231" y="97"/>
                  </a:cubicBezTo>
                  <a:cubicBezTo>
                    <a:pt x="231" y="96"/>
                    <a:pt x="231" y="95"/>
                    <a:pt x="230" y="95"/>
                  </a:cubicBezTo>
                  <a:close/>
                  <a:moveTo>
                    <a:pt x="236" y="82"/>
                  </a:moveTo>
                  <a:cubicBezTo>
                    <a:pt x="234" y="83"/>
                    <a:pt x="234" y="83"/>
                    <a:pt x="234" y="83"/>
                  </a:cubicBezTo>
                  <a:cubicBezTo>
                    <a:pt x="235" y="83"/>
                    <a:pt x="236" y="84"/>
                    <a:pt x="236" y="84"/>
                  </a:cubicBezTo>
                  <a:cubicBezTo>
                    <a:pt x="237" y="85"/>
                    <a:pt x="237" y="85"/>
                    <a:pt x="237" y="87"/>
                  </a:cubicBezTo>
                  <a:cubicBezTo>
                    <a:pt x="237" y="87"/>
                    <a:pt x="237" y="88"/>
                    <a:pt x="236" y="89"/>
                  </a:cubicBezTo>
                  <a:cubicBezTo>
                    <a:pt x="236" y="89"/>
                    <a:pt x="236" y="89"/>
                    <a:pt x="236" y="90"/>
                  </a:cubicBezTo>
                  <a:cubicBezTo>
                    <a:pt x="236" y="91"/>
                    <a:pt x="236" y="91"/>
                    <a:pt x="236" y="91"/>
                  </a:cubicBezTo>
                  <a:cubicBezTo>
                    <a:pt x="236" y="92"/>
                    <a:pt x="237" y="91"/>
                    <a:pt x="238" y="90"/>
                  </a:cubicBezTo>
                  <a:cubicBezTo>
                    <a:pt x="239" y="89"/>
                    <a:pt x="240" y="88"/>
                    <a:pt x="240" y="87"/>
                  </a:cubicBezTo>
                  <a:cubicBezTo>
                    <a:pt x="241" y="87"/>
                    <a:pt x="242" y="87"/>
                    <a:pt x="242" y="88"/>
                  </a:cubicBezTo>
                  <a:cubicBezTo>
                    <a:pt x="243" y="88"/>
                    <a:pt x="243" y="89"/>
                    <a:pt x="243" y="91"/>
                  </a:cubicBezTo>
                  <a:cubicBezTo>
                    <a:pt x="243" y="92"/>
                    <a:pt x="242" y="93"/>
                    <a:pt x="242" y="94"/>
                  </a:cubicBezTo>
                  <a:cubicBezTo>
                    <a:pt x="241" y="95"/>
                    <a:pt x="240" y="95"/>
                    <a:pt x="239" y="96"/>
                  </a:cubicBezTo>
                  <a:cubicBezTo>
                    <a:pt x="238" y="96"/>
                    <a:pt x="238" y="96"/>
                    <a:pt x="238" y="95"/>
                  </a:cubicBezTo>
                  <a:cubicBezTo>
                    <a:pt x="237" y="95"/>
                    <a:pt x="237" y="95"/>
                    <a:pt x="237" y="94"/>
                  </a:cubicBezTo>
                  <a:cubicBezTo>
                    <a:pt x="237" y="94"/>
                    <a:pt x="237" y="93"/>
                    <a:pt x="237" y="93"/>
                  </a:cubicBezTo>
                  <a:cubicBezTo>
                    <a:pt x="237" y="93"/>
                    <a:pt x="237" y="93"/>
                    <a:pt x="236" y="93"/>
                  </a:cubicBezTo>
                  <a:cubicBezTo>
                    <a:pt x="236" y="93"/>
                    <a:pt x="236" y="93"/>
                    <a:pt x="236" y="93"/>
                  </a:cubicBezTo>
                  <a:cubicBezTo>
                    <a:pt x="235" y="93"/>
                    <a:pt x="235" y="92"/>
                    <a:pt x="235" y="92"/>
                  </a:cubicBezTo>
                  <a:cubicBezTo>
                    <a:pt x="235" y="91"/>
                    <a:pt x="235" y="91"/>
                    <a:pt x="235" y="90"/>
                  </a:cubicBezTo>
                  <a:cubicBezTo>
                    <a:pt x="234" y="91"/>
                    <a:pt x="233" y="91"/>
                    <a:pt x="232" y="90"/>
                  </a:cubicBezTo>
                  <a:cubicBezTo>
                    <a:pt x="231" y="89"/>
                    <a:pt x="230" y="89"/>
                    <a:pt x="230" y="87"/>
                  </a:cubicBezTo>
                  <a:cubicBezTo>
                    <a:pt x="230" y="87"/>
                    <a:pt x="231" y="85"/>
                    <a:pt x="232" y="85"/>
                  </a:cubicBezTo>
                  <a:cubicBezTo>
                    <a:pt x="232" y="84"/>
                    <a:pt x="232" y="84"/>
                    <a:pt x="233" y="83"/>
                  </a:cubicBezTo>
                  <a:cubicBezTo>
                    <a:pt x="234" y="83"/>
                    <a:pt x="234" y="83"/>
                    <a:pt x="234" y="83"/>
                  </a:cubicBezTo>
                  <a:cubicBezTo>
                    <a:pt x="235" y="81"/>
                    <a:pt x="235" y="81"/>
                    <a:pt x="235" y="81"/>
                  </a:cubicBezTo>
                  <a:cubicBezTo>
                    <a:pt x="236" y="82"/>
                    <a:pt x="236" y="82"/>
                    <a:pt x="236" y="82"/>
                  </a:cubicBezTo>
                  <a:close/>
                  <a:moveTo>
                    <a:pt x="236" y="86"/>
                  </a:moveTo>
                  <a:cubicBezTo>
                    <a:pt x="235" y="86"/>
                    <a:pt x="234" y="85"/>
                    <a:pt x="234" y="85"/>
                  </a:cubicBezTo>
                  <a:cubicBezTo>
                    <a:pt x="233" y="85"/>
                    <a:pt x="232" y="85"/>
                    <a:pt x="232" y="85"/>
                  </a:cubicBezTo>
                  <a:cubicBezTo>
                    <a:pt x="231" y="86"/>
                    <a:pt x="231" y="86"/>
                    <a:pt x="231" y="87"/>
                  </a:cubicBezTo>
                  <a:cubicBezTo>
                    <a:pt x="231" y="87"/>
                    <a:pt x="232" y="87"/>
                    <a:pt x="232" y="88"/>
                  </a:cubicBezTo>
                  <a:cubicBezTo>
                    <a:pt x="233" y="88"/>
                    <a:pt x="233" y="89"/>
                    <a:pt x="234" y="89"/>
                  </a:cubicBezTo>
                  <a:cubicBezTo>
                    <a:pt x="235" y="89"/>
                    <a:pt x="235" y="89"/>
                    <a:pt x="236" y="89"/>
                  </a:cubicBezTo>
                  <a:cubicBezTo>
                    <a:pt x="237" y="88"/>
                    <a:pt x="236" y="87"/>
                    <a:pt x="236" y="86"/>
                  </a:cubicBezTo>
                  <a:close/>
                  <a:moveTo>
                    <a:pt x="242" y="89"/>
                  </a:moveTo>
                  <a:cubicBezTo>
                    <a:pt x="242" y="89"/>
                    <a:pt x="241" y="89"/>
                    <a:pt x="240" y="89"/>
                  </a:cubicBezTo>
                  <a:cubicBezTo>
                    <a:pt x="240" y="90"/>
                    <a:pt x="240" y="90"/>
                    <a:pt x="239" y="91"/>
                  </a:cubicBezTo>
                  <a:cubicBezTo>
                    <a:pt x="238" y="92"/>
                    <a:pt x="238" y="92"/>
                    <a:pt x="237" y="93"/>
                  </a:cubicBezTo>
                  <a:cubicBezTo>
                    <a:pt x="237" y="93"/>
                    <a:pt x="238" y="94"/>
                    <a:pt x="238" y="95"/>
                  </a:cubicBezTo>
                  <a:cubicBezTo>
                    <a:pt x="239" y="95"/>
                    <a:pt x="240" y="95"/>
                    <a:pt x="241" y="93"/>
                  </a:cubicBezTo>
                  <a:cubicBezTo>
                    <a:pt x="242" y="93"/>
                    <a:pt x="242" y="91"/>
                    <a:pt x="243" y="91"/>
                  </a:cubicBezTo>
                  <a:cubicBezTo>
                    <a:pt x="243" y="90"/>
                    <a:pt x="242" y="89"/>
                    <a:pt x="242" y="89"/>
                  </a:cubicBezTo>
                  <a:close/>
                  <a:moveTo>
                    <a:pt x="242" y="73"/>
                  </a:moveTo>
                  <a:cubicBezTo>
                    <a:pt x="242" y="73"/>
                    <a:pt x="242" y="73"/>
                    <a:pt x="242" y="74"/>
                  </a:cubicBezTo>
                  <a:cubicBezTo>
                    <a:pt x="242" y="74"/>
                    <a:pt x="242" y="74"/>
                    <a:pt x="242" y="75"/>
                  </a:cubicBezTo>
                  <a:cubicBezTo>
                    <a:pt x="247" y="83"/>
                    <a:pt x="247" y="83"/>
                    <a:pt x="247" y="83"/>
                  </a:cubicBezTo>
                  <a:cubicBezTo>
                    <a:pt x="248" y="85"/>
                    <a:pt x="248" y="86"/>
                    <a:pt x="247" y="87"/>
                  </a:cubicBezTo>
                  <a:cubicBezTo>
                    <a:pt x="246" y="88"/>
                    <a:pt x="246" y="88"/>
                    <a:pt x="245" y="87"/>
                  </a:cubicBezTo>
                  <a:cubicBezTo>
                    <a:pt x="245" y="87"/>
                    <a:pt x="245" y="87"/>
                    <a:pt x="245" y="87"/>
                  </a:cubicBezTo>
                  <a:cubicBezTo>
                    <a:pt x="245" y="86"/>
                    <a:pt x="245" y="86"/>
                    <a:pt x="245" y="86"/>
                  </a:cubicBezTo>
                  <a:cubicBezTo>
                    <a:pt x="245" y="86"/>
                    <a:pt x="246" y="85"/>
                    <a:pt x="246" y="85"/>
                  </a:cubicBezTo>
                  <a:cubicBezTo>
                    <a:pt x="246" y="85"/>
                    <a:pt x="246" y="85"/>
                    <a:pt x="246" y="85"/>
                  </a:cubicBezTo>
                  <a:cubicBezTo>
                    <a:pt x="247" y="85"/>
                    <a:pt x="246" y="83"/>
                    <a:pt x="245" y="81"/>
                  </a:cubicBezTo>
                  <a:cubicBezTo>
                    <a:pt x="238" y="80"/>
                    <a:pt x="238" y="80"/>
                    <a:pt x="238" y="80"/>
                  </a:cubicBezTo>
                  <a:cubicBezTo>
                    <a:pt x="237" y="80"/>
                    <a:pt x="237" y="80"/>
                    <a:pt x="236" y="80"/>
                  </a:cubicBezTo>
                  <a:cubicBezTo>
                    <a:pt x="236" y="80"/>
                    <a:pt x="236" y="80"/>
                    <a:pt x="236" y="80"/>
                  </a:cubicBezTo>
                  <a:cubicBezTo>
                    <a:pt x="235" y="80"/>
                    <a:pt x="235" y="80"/>
                    <a:pt x="235" y="80"/>
                  </a:cubicBezTo>
                  <a:cubicBezTo>
                    <a:pt x="238" y="77"/>
                    <a:pt x="238" y="77"/>
                    <a:pt x="238" y="77"/>
                  </a:cubicBezTo>
                  <a:cubicBezTo>
                    <a:pt x="238" y="77"/>
                    <a:pt x="238" y="77"/>
                    <a:pt x="238" y="77"/>
                  </a:cubicBezTo>
                  <a:cubicBezTo>
                    <a:pt x="238" y="78"/>
                    <a:pt x="238" y="78"/>
                    <a:pt x="238" y="78"/>
                  </a:cubicBezTo>
                  <a:cubicBezTo>
                    <a:pt x="238" y="78"/>
                    <a:pt x="238" y="79"/>
                    <a:pt x="239" y="79"/>
                  </a:cubicBezTo>
                  <a:cubicBezTo>
                    <a:pt x="244" y="80"/>
                    <a:pt x="244" y="80"/>
                    <a:pt x="244" y="80"/>
                  </a:cubicBezTo>
                  <a:cubicBezTo>
                    <a:pt x="242" y="75"/>
                    <a:pt x="242" y="75"/>
                    <a:pt x="242" y="75"/>
                  </a:cubicBezTo>
                  <a:cubicBezTo>
                    <a:pt x="241" y="75"/>
                    <a:pt x="241" y="75"/>
                    <a:pt x="241" y="75"/>
                  </a:cubicBezTo>
                  <a:cubicBezTo>
                    <a:pt x="241" y="75"/>
                    <a:pt x="241" y="75"/>
                    <a:pt x="241" y="75"/>
                  </a:cubicBezTo>
                  <a:cubicBezTo>
                    <a:pt x="240" y="75"/>
                    <a:pt x="240" y="75"/>
                    <a:pt x="240" y="75"/>
                  </a:cubicBezTo>
                  <a:cubicBezTo>
                    <a:pt x="240" y="75"/>
                    <a:pt x="240" y="75"/>
                    <a:pt x="240" y="75"/>
                  </a:cubicBezTo>
                  <a:cubicBezTo>
                    <a:pt x="242" y="73"/>
                    <a:pt x="242" y="73"/>
                    <a:pt x="242" y="73"/>
                  </a:cubicBezTo>
                  <a:cubicBezTo>
                    <a:pt x="242" y="73"/>
                    <a:pt x="242" y="73"/>
                    <a:pt x="242" y="73"/>
                  </a:cubicBezTo>
                  <a:close/>
                  <a:moveTo>
                    <a:pt x="253" y="63"/>
                  </a:moveTo>
                  <a:cubicBezTo>
                    <a:pt x="254" y="64"/>
                    <a:pt x="255" y="65"/>
                    <a:pt x="255" y="66"/>
                  </a:cubicBezTo>
                  <a:cubicBezTo>
                    <a:pt x="256" y="67"/>
                    <a:pt x="256" y="68"/>
                    <a:pt x="255" y="69"/>
                  </a:cubicBezTo>
                  <a:cubicBezTo>
                    <a:pt x="254" y="71"/>
                    <a:pt x="253" y="71"/>
                    <a:pt x="252" y="71"/>
                  </a:cubicBezTo>
                  <a:cubicBezTo>
                    <a:pt x="251" y="72"/>
                    <a:pt x="250" y="71"/>
                    <a:pt x="248" y="71"/>
                  </a:cubicBezTo>
                  <a:cubicBezTo>
                    <a:pt x="247" y="70"/>
                    <a:pt x="246" y="69"/>
                    <a:pt x="246" y="68"/>
                  </a:cubicBezTo>
                  <a:cubicBezTo>
                    <a:pt x="246" y="67"/>
                    <a:pt x="246" y="66"/>
                    <a:pt x="246" y="65"/>
                  </a:cubicBezTo>
                  <a:cubicBezTo>
                    <a:pt x="247" y="63"/>
                    <a:pt x="248" y="63"/>
                    <a:pt x="249" y="62"/>
                  </a:cubicBezTo>
                  <a:cubicBezTo>
                    <a:pt x="250" y="62"/>
                    <a:pt x="252" y="62"/>
                    <a:pt x="253" y="63"/>
                  </a:cubicBezTo>
                  <a:close/>
                  <a:moveTo>
                    <a:pt x="252" y="65"/>
                  </a:moveTo>
                  <a:cubicBezTo>
                    <a:pt x="251" y="64"/>
                    <a:pt x="250" y="64"/>
                    <a:pt x="249" y="64"/>
                  </a:cubicBezTo>
                  <a:cubicBezTo>
                    <a:pt x="248" y="64"/>
                    <a:pt x="247" y="64"/>
                    <a:pt x="247" y="65"/>
                  </a:cubicBezTo>
                  <a:cubicBezTo>
                    <a:pt x="246" y="66"/>
                    <a:pt x="246" y="66"/>
                    <a:pt x="247" y="67"/>
                  </a:cubicBezTo>
                  <a:cubicBezTo>
                    <a:pt x="247" y="68"/>
                    <a:pt x="248" y="68"/>
                    <a:pt x="249" y="69"/>
                  </a:cubicBezTo>
                  <a:cubicBezTo>
                    <a:pt x="250" y="69"/>
                    <a:pt x="251" y="69"/>
                    <a:pt x="252" y="70"/>
                  </a:cubicBezTo>
                  <a:cubicBezTo>
                    <a:pt x="253" y="70"/>
                    <a:pt x="254" y="69"/>
                    <a:pt x="254" y="69"/>
                  </a:cubicBezTo>
                  <a:cubicBezTo>
                    <a:pt x="255" y="68"/>
                    <a:pt x="255" y="67"/>
                    <a:pt x="254" y="66"/>
                  </a:cubicBezTo>
                  <a:cubicBezTo>
                    <a:pt x="254" y="66"/>
                    <a:pt x="253" y="65"/>
                    <a:pt x="252" y="65"/>
                  </a:cubicBezTo>
                  <a:close/>
                  <a:moveTo>
                    <a:pt x="266" y="40"/>
                  </a:moveTo>
                  <a:cubicBezTo>
                    <a:pt x="267" y="42"/>
                    <a:pt x="267" y="44"/>
                    <a:pt x="266" y="46"/>
                  </a:cubicBezTo>
                  <a:cubicBezTo>
                    <a:pt x="265" y="48"/>
                    <a:pt x="264" y="49"/>
                    <a:pt x="262" y="50"/>
                  </a:cubicBezTo>
                  <a:cubicBezTo>
                    <a:pt x="261" y="51"/>
                    <a:pt x="259" y="51"/>
                    <a:pt x="257" y="50"/>
                  </a:cubicBezTo>
                  <a:cubicBezTo>
                    <a:pt x="255" y="49"/>
                    <a:pt x="254" y="48"/>
                    <a:pt x="253" y="47"/>
                  </a:cubicBezTo>
                  <a:cubicBezTo>
                    <a:pt x="252" y="45"/>
                    <a:pt x="252" y="43"/>
                    <a:pt x="253" y="41"/>
                  </a:cubicBezTo>
                  <a:cubicBezTo>
                    <a:pt x="254" y="41"/>
                    <a:pt x="254" y="40"/>
                    <a:pt x="254" y="39"/>
                  </a:cubicBezTo>
                  <a:cubicBezTo>
                    <a:pt x="255" y="39"/>
                    <a:pt x="255" y="38"/>
                    <a:pt x="255" y="38"/>
                  </a:cubicBezTo>
                  <a:cubicBezTo>
                    <a:pt x="255" y="38"/>
                    <a:pt x="255" y="37"/>
                    <a:pt x="255" y="37"/>
                  </a:cubicBezTo>
                  <a:cubicBezTo>
                    <a:pt x="255" y="37"/>
                    <a:pt x="255" y="37"/>
                    <a:pt x="255" y="37"/>
                  </a:cubicBezTo>
                  <a:cubicBezTo>
                    <a:pt x="259" y="38"/>
                    <a:pt x="259" y="38"/>
                    <a:pt x="259" y="38"/>
                  </a:cubicBezTo>
                  <a:cubicBezTo>
                    <a:pt x="259" y="39"/>
                    <a:pt x="259" y="39"/>
                    <a:pt x="259" y="39"/>
                  </a:cubicBezTo>
                  <a:cubicBezTo>
                    <a:pt x="258" y="39"/>
                    <a:pt x="257" y="39"/>
                    <a:pt x="256" y="39"/>
                  </a:cubicBezTo>
                  <a:cubicBezTo>
                    <a:pt x="255" y="39"/>
                    <a:pt x="254" y="40"/>
                    <a:pt x="254" y="41"/>
                  </a:cubicBezTo>
                  <a:cubicBezTo>
                    <a:pt x="254" y="43"/>
                    <a:pt x="254" y="44"/>
                    <a:pt x="254" y="45"/>
                  </a:cubicBezTo>
                  <a:cubicBezTo>
                    <a:pt x="255" y="47"/>
                    <a:pt x="256" y="47"/>
                    <a:pt x="258" y="48"/>
                  </a:cubicBezTo>
                  <a:cubicBezTo>
                    <a:pt x="260" y="49"/>
                    <a:pt x="261" y="49"/>
                    <a:pt x="263" y="49"/>
                  </a:cubicBezTo>
                  <a:cubicBezTo>
                    <a:pt x="264" y="48"/>
                    <a:pt x="265" y="47"/>
                    <a:pt x="266" y="46"/>
                  </a:cubicBezTo>
                  <a:cubicBezTo>
                    <a:pt x="266" y="45"/>
                    <a:pt x="266" y="43"/>
                    <a:pt x="266" y="42"/>
                  </a:cubicBezTo>
                  <a:cubicBezTo>
                    <a:pt x="266" y="42"/>
                    <a:pt x="266" y="41"/>
                    <a:pt x="266" y="40"/>
                  </a:cubicBezTo>
                  <a:cubicBezTo>
                    <a:pt x="266" y="40"/>
                    <a:pt x="266" y="40"/>
                    <a:pt x="266" y="40"/>
                  </a:cubicBezTo>
                  <a:close/>
                  <a:moveTo>
                    <a:pt x="270" y="30"/>
                  </a:moveTo>
                  <a:cubicBezTo>
                    <a:pt x="269" y="34"/>
                    <a:pt x="269" y="34"/>
                    <a:pt x="269" y="34"/>
                  </a:cubicBezTo>
                  <a:cubicBezTo>
                    <a:pt x="269" y="34"/>
                    <a:pt x="269" y="34"/>
                    <a:pt x="269" y="34"/>
                  </a:cubicBezTo>
                  <a:cubicBezTo>
                    <a:pt x="269" y="33"/>
                    <a:pt x="269" y="33"/>
                    <a:pt x="268" y="32"/>
                  </a:cubicBezTo>
                  <a:cubicBezTo>
                    <a:pt x="263" y="31"/>
                    <a:pt x="263" y="31"/>
                    <a:pt x="263" y="31"/>
                  </a:cubicBezTo>
                  <a:cubicBezTo>
                    <a:pt x="262" y="31"/>
                    <a:pt x="261" y="31"/>
                    <a:pt x="261" y="32"/>
                  </a:cubicBezTo>
                  <a:cubicBezTo>
                    <a:pt x="260" y="33"/>
                    <a:pt x="261" y="33"/>
                    <a:pt x="261" y="34"/>
                  </a:cubicBezTo>
                  <a:cubicBezTo>
                    <a:pt x="266" y="36"/>
                    <a:pt x="266" y="36"/>
                    <a:pt x="266" y="36"/>
                  </a:cubicBezTo>
                  <a:cubicBezTo>
                    <a:pt x="267" y="36"/>
                    <a:pt x="268" y="36"/>
                    <a:pt x="268" y="35"/>
                  </a:cubicBezTo>
                  <a:cubicBezTo>
                    <a:pt x="268" y="35"/>
                    <a:pt x="268" y="35"/>
                    <a:pt x="268" y="35"/>
                  </a:cubicBezTo>
                  <a:cubicBezTo>
                    <a:pt x="267" y="39"/>
                    <a:pt x="267" y="39"/>
                    <a:pt x="267" y="39"/>
                  </a:cubicBezTo>
                  <a:cubicBezTo>
                    <a:pt x="267" y="39"/>
                    <a:pt x="267" y="39"/>
                    <a:pt x="267" y="39"/>
                  </a:cubicBezTo>
                  <a:cubicBezTo>
                    <a:pt x="267" y="38"/>
                    <a:pt x="267" y="38"/>
                    <a:pt x="266" y="37"/>
                  </a:cubicBezTo>
                  <a:cubicBezTo>
                    <a:pt x="256" y="35"/>
                    <a:pt x="256" y="35"/>
                    <a:pt x="256" y="35"/>
                  </a:cubicBezTo>
                  <a:cubicBezTo>
                    <a:pt x="256" y="35"/>
                    <a:pt x="255" y="35"/>
                    <a:pt x="255" y="35"/>
                  </a:cubicBezTo>
                  <a:cubicBezTo>
                    <a:pt x="255" y="35"/>
                    <a:pt x="255" y="35"/>
                    <a:pt x="255" y="35"/>
                  </a:cubicBezTo>
                  <a:cubicBezTo>
                    <a:pt x="254" y="35"/>
                    <a:pt x="254" y="35"/>
                    <a:pt x="254" y="35"/>
                  </a:cubicBezTo>
                  <a:cubicBezTo>
                    <a:pt x="254" y="35"/>
                    <a:pt x="254" y="34"/>
                    <a:pt x="254" y="32"/>
                  </a:cubicBezTo>
                  <a:cubicBezTo>
                    <a:pt x="260" y="34"/>
                    <a:pt x="260" y="34"/>
                    <a:pt x="260" y="34"/>
                  </a:cubicBezTo>
                  <a:cubicBezTo>
                    <a:pt x="260" y="33"/>
                    <a:pt x="259" y="31"/>
                    <a:pt x="260" y="31"/>
                  </a:cubicBezTo>
                  <a:cubicBezTo>
                    <a:pt x="260" y="29"/>
                    <a:pt x="261" y="28"/>
                    <a:pt x="263" y="29"/>
                  </a:cubicBezTo>
                  <a:cubicBezTo>
                    <a:pt x="268" y="30"/>
                    <a:pt x="268" y="30"/>
                    <a:pt x="268" y="30"/>
                  </a:cubicBezTo>
                  <a:cubicBezTo>
                    <a:pt x="270" y="31"/>
                    <a:pt x="270" y="31"/>
                    <a:pt x="270" y="30"/>
                  </a:cubicBezTo>
                  <a:cubicBezTo>
                    <a:pt x="270" y="30"/>
                    <a:pt x="270" y="30"/>
                    <a:pt x="270" y="30"/>
                  </a:cubicBezTo>
                  <a:close/>
                  <a:moveTo>
                    <a:pt x="259" y="22"/>
                  </a:moveTo>
                  <a:cubicBezTo>
                    <a:pt x="259" y="22"/>
                    <a:pt x="259" y="22"/>
                    <a:pt x="260" y="23"/>
                  </a:cubicBezTo>
                  <a:cubicBezTo>
                    <a:pt x="260" y="23"/>
                    <a:pt x="260" y="23"/>
                    <a:pt x="260" y="23"/>
                  </a:cubicBezTo>
                  <a:cubicBezTo>
                    <a:pt x="259" y="24"/>
                    <a:pt x="260" y="24"/>
                    <a:pt x="259" y="24"/>
                  </a:cubicBezTo>
                  <a:cubicBezTo>
                    <a:pt x="259" y="24"/>
                    <a:pt x="259" y="25"/>
                    <a:pt x="258" y="24"/>
                  </a:cubicBezTo>
                  <a:cubicBezTo>
                    <a:pt x="258" y="24"/>
                    <a:pt x="258" y="24"/>
                    <a:pt x="258" y="24"/>
                  </a:cubicBezTo>
                  <a:cubicBezTo>
                    <a:pt x="258" y="23"/>
                    <a:pt x="257" y="23"/>
                    <a:pt x="258" y="23"/>
                  </a:cubicBezTo>
                  <a:cubicBezTo>
                    <a:pt x="258" y="23"/>
                    <a:pt x="258" y="23"/>
                    <a:pt x="258" y="22"/>
                  </a:cubicBezTo>
                  <a:cubicBezTo>
                    <a:pt x="258" y="22"/>
                    <a:pt x="258" y="22"/>
                    <a:pt x="259" y="22"/>
                  </a:cubicBezTo>
                  <a:close/>
                  <a:moveTo>
                    <a:pt x="272" y="23"/>
                  </a:moveTo>
                  <a:cubicBezTo>
                    <a:pt x="271" y="28"/>
                    <a:pt x="271" y="28"/>
                    <a:pt x="271" y="28"/>
                  </a:cubicBezTo>
                  <a:cubicBezTo>
                    <a:pt x="270" y="28"/>
                    <a:pt x="270" y="28"/>
                    <a:pt x="270" y="28"/>
                  </a:cubicBezTo>
                  <a:cubicBezTo>
                    <a:pt x="270" y="27"/>
                    <a:pt x="270" y="26"/>
                    <a:pt x="269" y="26"/>
                  </a:cubicBezTo>
                  <a:cubicBezTo>
                    <a:pt x="264" y="25"/>
                    <a:pt x="264" y="25"/>
                    <a:pt x="264" y="25"/>
                  </a:cubicBezTo>
                  <a:cubicBezTo>
                    <a:pt x="263" y="25"/>
                    <a:pt x="262" y="25"/>
                    <a:pt x="262" y="26"/>
                  </a:cubicBezTo>
                  <a:cubicBezTo>
                    <a:pt x="262" y="26"/>
                    <a:pt x="262" y="26"/>
                    <a:pt x="262" y="27"/>
                  </a:cubicBezTo>
                  <a:cubicBezTo>
                    <a:pt x="262" y="27"/>
                    <a:pt x="262" y="27"/>
                    <a:pt x="262" y="27"/>
                  </a:cubicBezTo>
                  <a:cubicBezTo>
                    <a:pt x="262" y="23"/>
                    <a:pt x="262" y="23"/>
                    <a:pt x="262" y="23"/>
                  </a:cubicBezTo>
                  <a:cubicBezTo>
                    <a:pt x="269" y="24"/>
                    <a:pt x="269" y="24"/>
                    <a:pt x="269" y="24"/>
                  </a:cubicBezTo>
                  <a:cubicBezTo>
                    <a:pt x="271" y="25"/>
                    <a:pt x="271" y="24"/>
                    <a:pt x="272" y="23"/>
                  </a:cubicBezTo>
                  <a:cubicBezTo>
                    <a:pt x="272" y="23"/>
                    <a:pt x="272" y="23"/>
                    <a:pt x="272" y="23"/>
                  </a:cubicBezTo>
                  <a:close/>
                  <a:moveTo>
                    <a:pt x="273" y="12"/>
                  </a:moveTo>
                  <a:cubicBezTo>
                    <a:pt x="273" y="16"/>
                    <a:pt x="273" y="16"/>
                    <a:pt x="273" y="16"/>
                  </a:cubicBezTo>
                  <a:cubicBezTo>
                    <a:pt x="272" y="16"/>
                    <a:pt x="272" y="16"/>
                    <a:pt x="272" y="16"/>
                  </a:cubicBezTo>
                  <a:cubicBezTo>
                    <a:pt x="272" y="15"/>
                    <a:pt x="272" y="15"/>
                    <a:pt x="271" y="15"/>
                  </a:cubicBezTo>
                  <a:cubicBezTo>
                    <a:pt x="266" y="14"/>
                    <a:pt x="266" y="14"/>
                    <a:pt x="266" y="14"/>
                  </a:cubicBezTo>
                  <a:cubicBezTo>
                    <a:pt x="266" y="14"/>
                    <a:pt x="266" y="14"/>
                    <a:pt x="265" y="14"/>
                  </a:cubicBezTo>
                  <a:cubicBezTo>
                    <a:pt x="265" y="15"/>
                    <a:pt x="265" y="15"/>
                    <a:pt x="265" y="15"/>
                  </a:cubicBezTo>
                  <a:cubicBezTo>
                    <a:pt x="265" y="16"/>
                    <a:pt x="265" y="17"/>
                    <a:pt x="266" y="18"/>
                  </a:cubicBezTo>
                  <a:cubicBezTo>
                    <a:pt x="271" y="19"/>
                    <a:pt x="271" y="19"/>
                    <a:pt x="271" y="19"/>
                  </a:cubicBezTo>
                  <a:cubicBezTo>
                    <a:pt x="272" y="19"/>
                    <a:pt x="272" y="18"/>
                    <a:pt x="273" y="17"/>
                  </a:cubicBezTo>
                  <a:cubicBezTo>
                    <a:pt x="273" y="17"/>
                    <a:pt x="273" y="17"/>
                    <a:pt x="273" y="17"/>
                  </a:cubicBezTo>
                  <a:cubicBezTo>
                    <a:pt x="273" y="22"/>
                    <a:pt x="273" y="22"/>
                    <a:pt x="273" y="22"/>
                  </a:cubicBezTo>
                  <a:cubicBezTo>
                    <a:pt x="272" y="22"/>
                    <a:pt x="272" y="22"/>
                    <a:pt x="272" y="22"/>
                  </a:cubicBezTo>
                  <a:cubicBezTo>
                    <a:pt x="272" y="21"/>
                    <a:pt x="272" y="21"/>
                    <a:pt x="271" y="20"/>
                  </a:cubicBezTo>
                  <a:cubicBezTo>
                    <a:pt x="265" y="19"/>
                    <a:pt x="265" y="19"/>
                    <a:pt x="265" y="19"/>
                  </a:cubicBezTo>
                  <a:cubicBezTo>
                    <a:pt x="265" y="19"/>
                    <a:pt x="264" y="19"/>
                    <a:pt x="264" y="19"/>
                  </a:cubicBezTo>
                  <a:cubicBezTo>
                    <a:pt x="264" y="19"/>
                    <a:pt x="264" y="20"/>
                    <a:pt x="264" y="21"/>
                  </a:cubicBezTo>
                  <a:cubicBezTo>
                    <a:pt x="264" y="21"/>
                    <a:pt x="264" y="21"/>
                    <a:pt x="264" y="21"/>
                  </a:cubicBezTo>
                  <a:cubicBezTo>
                    <a:pt x="263" y="17"/>
                    <a:pt x="263" y="17"/>
                    <a:pt x="263" y="17"/>
                  </a:cubicBezTo>
                  <a:cubicBezTo>
                    <a:pt x="265" y="18"/>
                    <a:pt x="265" y="18"/>
                    <a:pt x="265" y="18"/>
                  </a:cubicBezTo>
                  <a:cubicBezTo>
                    <a:pt x="264" y="17"/>
                    <a:pt x="263" y="16"/>
                    <a:pt x="264" y="15"/>
                  </a:cubicBezTo>
                  <a:cubicBezTo>
                    <a:pt x="264" y="13"/>
                    <a:pt x="265" y="12"/>
                    <a:pt x="267" y="13"/>
                  </a:cubicBezTo>
                  <a:cubicBezTo>
                    <a:pt x="272" y="13"/>
                    <a:pt x="272" y="13"/>
                    <a:pt x="272" y="13"/>
                  </a:cubicBezTo>
                  <a:cubicBezTo>
                    <a:pt x="272" y="13"/>
                    <a:pt x="273" y="13"/>
                    <a:pt x="273" y="12"/>
                  </a:cubicBezTo>
                  <a:cubicBezTo>
                    <a:pt x="273" y="12"/>
                    <a:pt x="273" y="12"/>
                    <a:pt x="273" y="12"/>
                  </a:cubicBezTo>
                  <a:close/>
                  <a:moveTo>
                    <a:pt x="273" y="1"/>
                  </a:moveTo>
                  <a:cubicBezTo>
                    <a:pt x="273" y="2"/>
                    <a:pt x="273" y="2"/>
                    <a:pt x="274" y="2"/>
                  </a:cubicBezTo>
                  <a:cubicBezTo>
                    <a:pt x="274" y="3"/>
                    <a:pt x="274" y="3"/>
                    <a:pt x="274" y="3"/>
                  </a:cubicBezTo>
                  <a:cubicBezTo>
                    <a:pt x="274" y="4"/>
                    <a:pt x="274" y="4"/>
                    <a:pt x="272" y="5"/>
                  </a:cubicBezTo>
                  <a:cubicBezTo>
                    <a:pt x="273" y="5"/>
                    <a:pt x="273" y="5"/>
                    <a:pt x="274" y="6"/>
                  </a:cubicBezTo>
                  <a:cubicBezTo>
                    <a:pt x="274" y="7"/>
                    <a:pt x="274" y="7"/>
                    <a:pt x="274" y="7"/>
                  </a:cubicBezTo>
                  <a:cubicBezTo>
                    <a:pt x="274" y="8"/>
                    <a:pt x="274" y="9"/>
                    <a:pt x="273" y="9"/>
                  </a:cubicBezTo>
                  <a:cubicBezTo>
                    <a:pt x="273" y="9"/>
                    <a:pt x="272" y="10"/>
                    <a:pt x="272" y="10"/>
                  </a:cubicBezTo>
                  <a:cubicBezTo>
                    <a:pt x="270" y="10"/>
                    <a:pt x="270" y="9"/>
                    <a:pt x="269" y="8"/>
                  </a:cubicBezTo>
                  <a:cubicBezTo>
                    <a:pt x="268" y="7"/>
                    <a:pt x="268" y="6"/>
                    <a:pt x="268" y="5"/>
                  </a:cubicBezTo>
                  <a:cubicBezTo>
                    <a:pt x="267" y="5"/>
                    <a:pt x="267" y="5"/>
                    <a:pt x="267" y="5"/>
                  </a:cubicBezTo>
                  <a:cubicBezTo>
                    <a:pt x="265" y="5"/>
                    <a:pt x="264" y="5"/>
                    <a:pt x="264" y="6"/>
                  </a:cubicBezTo>
                  <a:cubicBezTo>
                    <a:pt x="264" y="7"/>
                    <a:pt x="265" y="7"/>
                    <a:pt x="265" y="7"/>
                  </a:cubicBezTo>
                  <a:cubicBezTo>
                    <a:pt x="266" y="7"/>
                    <a:pt x="266" y="7"/>
                    <a:pt x="266" y="7"/>
                  </a:cubicBezTo>
                  <a:cubicBezTo>
                    <a:pt x="266" y="7"/>
                    <a:pt x="266" y="7"/>
                    <a:pt x="266" y="7"/>
                  </a:cubicBezTo>
                  <a:cubicBezTo>
                    <a:pt x="266" y="7"/>
                    <a:pt x="266" y="7"/>
                    <a:pt x="267" y="8"/>
                  </a:cubicBezTo>
                  <a:cubicBezTo>
                    <a:pt x="267" y="8"/>
                    <a:pt x="267" y="8"/>
                    <a:pt x="267" y="9"/>
                  </a:cubicBezTo>
                  <a:cubicBezTo>
                    <a:pt x="267" y="9"/>
                    <a:pt x="267" y="9"/>
                    <a:pt x="267" y="9"/>
                  </a:cubicBezTo>
                  <a:cubicBezTo>
                    <a:pt x="266" y="10"/>
                    <a:pt x="266" y="10"/>
                    <a:pt x="266" y="10"/>
                  </a:cubicBezTo>
                  <a:cubicBezTo>
                    <a:pt x="266" y="10"/>
                    <a:pt x="265" y="9"/>
                    <a:pt x="265" y="9"/>
                  </a:cubicBezTo>
                  <a:cubicBezTo>
                    <a:pt x="264" y="8"/>
                    <a:pt x="264" y="7"/>
                    <a:pt x="264" y="7"/>
                  </a:cubicBezTo>
                  <a:cubicBezTo>
                    <a:pt x="264" y="5"/>
                    <a:pt x="265" y="5"/>
                    <a:pt x="265" y="4"/>
                  </a:cubicBezTo>
                  <a:cubicBezTo>
                    <a:pt x="266" y="4"/>
                    <a:pt x="266" y="3"/>
                    <a:pt x="268" y="3"/>
                  </a:cubicBezTo>
                  <a:cubicBezTo>
                    <a:pt x="272" y="3"/>
                    <a:pt x="272" y="3"/>
                    <a:pt x="272" y="3"/>
                  </a:cubicBezTo>
                  <a:cubicBezTo>
                    <a:pt x="272" y="3"/>
                    <a:pt x="273" y="3"/>
                    <a:pt x="273" y="3"/>
                  </a:cubicBezTo>
                  <a:cubicBezTo>
                    <a:pt x="273" y="3"/>
                    <a:pt x="273" y="3"/>
                    <a:pt x="272" y="2"/>
                  </a:cubicBezTo>
                  <a:cubicBezTo>
                    <a:pt x="273" y="1"/>
                    <a:pt x="273" y="1"/>
                    <a:pt x="273" y="1"/>
                  </a:cubicBezTo>
                  <a:close/>
                  <a:moveTo>
                    <a:pt x="272" y="5"/>
                  </a:moveTo>
                  <a:cubicBezTo>
                    <a:pt x="268" y="5"/>
                    <a:pt x="268" y="5"/>
                    <a:pt x="268" y="5"/>
                  </a:cubicBezTo>
                  <a:cubicBezTo>
                    <a:pt x="269" y="6"/>
                    <a:pt x="269" y="7"/>
                    <a:pt x="269" y="7"/>
                  </a:cubicBezTo>
                  <a:cubicBezTo>
                    <a:pt x="270" y="8"/>
                    <a:pt x="270" y="8"/>
                    <a:pt x="271" y="8"/>
                  </a:cubicBezTo>
                  <a:cubicBezTo>
                    <a:pt x="272" y="8"/>
                    <a:pt x="272" y="8"/>
                    <a:pt x="272" y="7"/>
                  </a:cubicBezTo>
                  <a:cubicBezTo>
                    <a:pt x="273" y="6"/>
                    <a:pt x="272" y="5"/>
                    <a:pt x="272"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51" name="Freeform 41"/>
            <p:cNvSpPr/>
            <p:nvPr/>
          </p:nvSpPr>
          <p:spPr bwMode="auto">
            <a:xfrm>
              <a:off x="8913875" y="4712004"/>
              <a:ext cx="161925" cy="150813"/>
            </a:xfrm>
            <a:custGeom>
              <a:avLst/>
              <a:gdLst>
                <a:gd name="T0" fmla="*/ 86 w 108"/>
                <a:gd name="T1" fmla="*/ 99 h 100"/>
                <a:gd name="T2" fmla="*/ 46 w 108"/>
                <a:gd name="T3" fmla="*/ 0 h 100"/>
                <a:gd name="T4" fmla="*/ 56 w 108"/>
                <a:gd name="T5" fmla="*/ 58 h 100"/>
                <a:gd name="T6" fmla="*/ 0 w 108"/>
                <a:gd name="T7" fmla="*/ 100 h 100"/>
                <a:gd name="T8" fmla="*/ 57 w 108"/>
                <a:gd name="T9" fmla="*/ 59 h 100"/>
                <a:gd name="T10" fmla="*/ 65 w 108"/>
                <a:gd name="T11" fmla="*/ 18 h 100"/>
                <a:gd name="T12" fmla="*/ 41 w 108"/>
                <a:gd name="T13" fmla="*/ 97 h 100"/>
                <a:gd name="T14" fmla="*/ 64 w 108"/>
                <a:gd name="T15" fmla="*/ 14 h 100"/>
                <a:gd name="T16" fmla="*/ 65 w 108"/>
                <a:gd name="T17" fmla="*/ 98 h 100"/>
                <a:gd name="T18" fmla="*/ 62 w 108"/>
                <a:gd name="T19" fmla="*/ 9 h 100"/>
                <a:gd name="T20" fmla="*/ 86 w 108"/>
                <a:gd name="T21" fmla="*/ 99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8" h="100">
                  <a:moveTo>
                    <a:pt x="86" y="99"/>
                  </a:moveTo>
                  <a:cubicBezTo>
                    <a:pt x="108" y="48"/>
                    <a:pt x="88" y="16"/>
                    <a:pt x="46" y="0"/>
                  </a:cubicBezTo>
                  <a:cubicBezTo>
                    <a:pt x="71" y="10"/>
                    <a:pt x="66" y="42"/>
                    <a:pt x="56" y="58"/>
                  </a:cubicBezTo>
                  <a:cubicBezTo>
                    <a:pt x="45" y="74"/>
                    <a:pt x="28" y="87"/>
                    <a:pt x="0" y="100"/>
                  </a:cubicBezTo>
                  <a:cubicBezTo>
                    <a:pt x="30" y="88"/>
                    <a:pt x="48" y="73"/>
                    <a:pt x="57" y="59"/>
                  </a:cubicBezTo>
                  <a:cubicBezTo>
                    <a:pt x="65" y="44"/>
                    <a:pt x="67" y="32"/>
                    <a:pt x="65" y="18"/>
                  </a:cubicBezTo>
                  <a:cubicBezTo>
                    <a:pt x="78" y="47"/>
                    <a:pt x="67" y="72"/>
                    <a:pt x="41" y="97"/>
                  </a:cubicBezTo>
                  <a:cubicBezTo>
                    <a:pt x="71" y="71"/>
                    <a:pt x="81" y="43"/>
                    <a:pt x="64" y="14"/>
                  </a:cubicBezTo>
                  <a:cubicBezTo>
                    <a:pt x="89" y="42"/>
                    <a:pt x="82" y="72"/>
                    <a:pt x="65" y="98"/>
                  </a:cubicBezTo>
                  <a:cubicBezTo>
                    <a:pt x="86" y="68"/>
                    <a:pt x="90" y="36"/>
                    <a:pt x="62" y="9"/>
                  </a:cubicBezTo>
                  <a:cubicBezTo>
                    <a:pt x="96" y="30"/>
                    <a:pt x="101" y="59"/>
                    <a:pt x="86" y="9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52" name="Freeform 42"/>
            <p:cNvSpPr/>
            <p:nvPr/>
          </p:nvSpPr>
          <p:spPr bwMode="auto">
            <a:xfrm>
              <a:off x="8942450" y="4694541"/>
              <a:ext cx="49213" cy="20638"/>
            </a:xfrm>
            <a:custGeom>
              <a:avLst/>
              <a:gdLst>
                <a:gd name="T0" fmla="*/ 19 w 33"/>
                <a:gd name="T1" fmla="*/ 14 h 14"/>
                <a:gd name="T2" fmla="*/ 0 w 33"/>
                <a:gd name="T3" fmla="*/ 0 h 14"/>
                <a:gd name="T4" fmla="*/ 33 w 33"/>
                <a:gd name="T5" fmla="*/ 5 h 14"/>
                <a:gd name="T6" fmla="*/ 18 w 33"/>
                <a:gd name="T7" fmla="*/ 6 h 14"/>
                <a:gd name="T8" fmla="*/ 19 w 33"/>
                <a:gd name="T9" fmla="*/ 14 h 14"/>
              </a:gdLst>
              <a:ahLst/>
              <a:cxnLst>
                <a:cxn ang="0">
                  <a:pos x="T0" y="T1"/>
                </a:cxn>
                <a:cxn ang="0">
                  <a:pos x="T2" y="T3"/>
                </a:cxn>
                <a:cxn ang="0">
                  <a:pos x="T4" y="T5"/>
                </a:cxn>
                <a:cxn ang="0">
                  <a:pos x="T6" y="T7"/>
                </a:cxn>
                <a:cxn ang="0">
                  <a:pos x="T8" y="T9"/>
                </a:cxn>
              </a:cxnLst>
              <a:rect l="0" t="0" r="r" b="b"/>
              <a:pathLst>
                <a:path w="33" h="14">
                  <a:moveTo>
                    <a:pt x="19" y="14"/>
                  </a:moveTo>
                  <a:cubicBezTo>
                    <a:pt x="13" y="8"/>
                    <a:pt x="8" y="4"/>
                    <a:pt x="0" y="0"/>
                  </a:cubicBezTo>
                  <a:cubicBezTo>
                    <a:pt x="11" y="0"/>
                    <a:pt x="25" y="3"/>
                    <a:pt x="33" y="5"/>
                  </a:cubicBezTo>
                  <a:cubicBezTo>
                    <a:pt x="24" y="4"/>
                    <a:pt x="20" y="5"/>
                    <a:pt x="18" y="6"/>
                  </a:cubicBezTo>
                  <a:cubicBezTo>
                    <a:pt x="16" y="8"/>
                    <a:pt x="17" y="10"/>
                    <a:pt x="19"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53" name="Freeform 43"/>
            <p:cNvSpPr/>
            <p:nvPr/>
          </p:nvSpPr>
          <p:spPr bwMode="auto">
            <a:xfrm>
              <a:off x="8867838" y="4856466"/>
              <a:ext cx="195263" cy="30163"/>
            </a:xfrm>
            <a:custGeom>
              <a:avLst/>
              <a:gdLst>
                <a:gd name="T0" fmla="*/ 70 w 131"/>
                <a:gd name="T1" fmla="*/ 20 h 20"/>
                <a:gd name="T2" fmla="*/ 77 w 131"/>
                <a:gd name="T3" fmla="*/ 12 h 20"/>
                <a:gd name="T4" fmla="*/ 100 w 131"/>
                <a:gd name="T5" fmla="*/ 12 h 20"/>
                <a:gd name="T6" fmla="*/ 131 w 131"/>
                <a:gd name="T7" fmla="*/ 14 h 20"/>
                <a:gd name="T8" fmla="*/ 124 w 131"/>
                <a:gd name="T9" fmla="*/ 8 h 20"/>
                <a:gd name="T10" fmla="*/ 101 w 131"/>
                <a:gd name="T11" fmla="*/ 5 h 20"/>
                <a:gd name="T12" fmla="*/ 77 w 131"/>
                <a:gd name="T13" fmla="*/ 0 h 20"/>
                <a:gd name="T14" fmla="*/ 65 w 131"/>
                <a:gd name="T15" fmla="*/ 12 h 20"/>
                <a:gd name="T16" fmla="*/ 53 w 131"/>
                <a:gd name="T17" fmla="*/ 0 h 20"/>
                <a:gd name="T18" fmla="*/ 30 w 131"/>
                <a:gd name="T19" fmla="*/ 5 h 20"/>
                <a:gd name="T20" fmla="*/ 7 w 131"/>
                <a:gd name="T21" fmla="*/ 8 h 20"/>
                <a:gd name="T22" fmla="*/ 0 w 131"/>
                <a:gd name="T23" fmla="*/ 14 h 20"/>
                <a:gd name="T24" fmla="*/ 31 w 131"/>
                <a:gd name="T25" fmla="*/ 12 h 20"/>
                <a:gd name="T26" fmla="*/ 54 w 131"/>
                <a:gd name="T27" fmla="*/ 12 h 20"/>
                <a:gd name="T28" fmla="*/ 61 w 131"/>
                <a:gd name="T29" fmla="*/ 20 h 20"/>
                <a:gd name="T30" fmla="*/ 70 w 131"/>
                <a:gd name="T31"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31" h="20">
                  <a:moveTo>
                    <a:pt x="70" y="20"/>
                  </a:moveTo>
                  <a:cubicBezTo>
                    <a:pt x="70" y="16"/>
                    <a:pt x="71" y="14"/>
                    <a:pt x="77" y="12"/>
                  </a:cubicBezTo>
                  <a:cubicBezTo>
                    <a:pt x="83" y="10"/>
                    <a:pt x="89" y="11"/>
                    <a:pt x="100" y="12"/>
                  </a:cubicBezTo>
                  <a:cubicBezTo>
                    <a:pt x="111" y="14"/>
                    <a:pt x="120" y="15"/>
                    <a:pt x="131" y="14"/>
                  </a:cubicBezTo>
                  <a:cubicBezTo>
                    <a:pt x="127" y="12"/>
                    <a:pt x="126" y="10"/>
                    <a:pt x="124" y="8"/>
                  </a:cubicBezTo>
                  <a:cubicBezTo>
                    <a:pt x="115" y="8"/>
                    <a:pt x="109" y="7"/>
                    <a:pt x="101" y="5"/>
                  </a:cubicBezTo>
                  <a:cubicBezTo>
                    <a:pt x="93" y="2"/>
                    <a:pt x="83" y="0"/>
                    <a:pt x="77" y="0"/>
                  </a:cubicBezTo>
                  <a:cubicBezTo>
                    <a:pt x="71" y="1"/>
                    <a:pt x="67" y="4"/>
                    <a:pt x="65" y="12"/>
                  </a:cubicBezTo>
                  <a:cubicBezTo>
                    <a:pt x="63" y="4"/>
                    <a:pt x="59" y="1"/>
                    <a:pt x="53" y="0"/>
                  </a:cubicBezTo>
                  <a:cubicBezTo>
                    <a:pt x="47" y="0"/>
                    <a:pt x="38" y="2"/>
                    <a:pt x="30" y="5"/>
                  </a:cubicBezTo>
                  <a:cubicBezTo>
                    <a:pt x="22" y="7"/>
                    <a:pt x="16" y="8"/>
                    <a:pt x="7" y="8"/>
                  </a:cubicBezTo>
                  <a:cubicBezTo>
                    <a:pt x="5" y="10"/>
                    <a:pt x="4" y="12"/>
                    <a:pt x="0" y="14"/>
                  </a:cubicBezTo>
                  <a:cubicBezTo>
                    <a:pt x="11" y="15"/>
                    <a:pt x="20" y="14"/>
                    <a:pt x="31" y="12"/>
                  </a:cubicBezTo>
                  <a:cubicBezTo>
                    <a:pt x="41" y="11"/>
                    <a:pt x="48" y="10"/>
                    <a:pt x="54" y="12"/>
                  </a:cubicBezTo>
                  <a:cubicBezTo>
                    <a:pt x="60" y="14"/>
                    <a:pt x="61" y="16"/>
                    <a:pt x="61" y="20"/>
                  </a:cubicBezTo>
                  <a:cubicBezTo>
                    <a:pt x="70" y="20"/>
                    <a:pt x="70" y="20"/>
                    <a:pt x="70" y="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54" name="Freeform 44"/>
            <p:cNvSpPr>
              <a:spLocks noEditPoints="1"/>
            </p:cNvSpPr>
            <p:nvPr/>
          </p:nvSpPr>
          <p:spPr bwMode="auto">
            <a:xfrm>
              <a:off x="8840850" y="4681841"/>
              <a:ext cx="252413" cy="257175"/>
            </a:xfrm>
            <a:custGeom>
              <a:avLst/>
              <a:gdLst>
                <a:gd name="T0" fmla="*/ 85 w 170"/>
                <a:gd name="T1" fmla="*/ 0 h 171"/>
                <a:gd name="T2" fmla="*/ 0 w 170"/>
                <a:gd name="T3" fmla="*/ 86 h 171"/>
                <a:gd name="T4" fmla="*/ 85 w 170"/>
                <a:gd name="T5" fmla="*/ 171 h 171"/>
                <a:gd name="T6" fmla="*/ 170 w 170"/>
                <a:gd name="T7" fmla="*/ 86 h 171"/>
                <a:gd name="T8" fmla="*/ 85 w 170"/>
                <a:gd name="T9" fmla="*/ 0 h 171"/>
                <a:gd name="T10" fmla="*/ 85 w 170"/>
                <a:gd name="T11" fmla="*/ 168 h 171"/>
                <a:gd name="T12" fmla="*/ 2 w 170"/>
                <a:gd name="T13" fmla="*/ 85 h 171"/>
                <a:gd name="T14" fmla="*/ 85 w 170"/>
                <a:gd name="T15" fmla="*/ 3 h 171"/>
                <a:gd name="T16" fmla="*/ 167 w 170"/>
                <a:gd name="T17" fmla="*/ 85 h 171"/>
                <a:gd name="T18" fmla="*/ 85 w 170"/>
                <a:gd name="T19" fmla="*/ 168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0" h="171">
                  <a:moveTo>
                    <a:pt x="85" y="0"/>
                  </a:moveTo>
                  <a:cubicBezTo>
                    <a:pt x="38" y="0"/>
                    <a:pt x="0" y="38"/>
                    <a:pt x="0" y="86"/>
                  </a:cubicBezTo>
                  <a:cubicBezTo>
                    <a:pt x="0" y="132"/>
                    <a:pt x="38" y="171"/>
                    <a:pt x="85" y="171"/>
                  </a:cubicBezTo>
                  <a:cubicBezTo>
                    <a:pt x="132" y="171"/>
                    <a:pt x="170" y="133"/>
                    <a:pt x="170" y="86"/>
                  </a:cubicBezTo>
                  <a:cubicBezTo>
                    <a:pt x="170" y="38"/>
                    <a:pt x="132" y="0"/>
                    <a:pt x="85" y="0"/>
                  </a:cubicBezTo>
                  <a:close/>
                  <a:moveTo>
                    <a:pt x="85" y="168"/>
                  </a:moveTo>
                  <a:cubicBezTo>
                    <a:pt x="39" y="168"/>
                    <a:pt x="2" y="131"/>
                    <a:pt x="2" y="85"/>
                  </a:cubicBezTo>
                  <a:cubicBezTo>
                    <a:pt x="2" y="40"/>
                    <a:pt x="39" y="3"/>
                    <a:pt x="85" y="3"/>
                  </a:cubicBezTo>
                  <a:cubicBezTo>
                    <a:pt x="130" y="3"/>
                    <a:pt x="167" y="40"/>
                    <a:pt x="167" y="85"/>
                  </a:cubicBezTo>
                  <a:cubicBezTo>
                    <a:pt x="167" y="131"/>
                    <a:pt x="130" y="168"/>
                    <a:pt x="85" y="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55" name="Freeform 45"/>
            <p:cNvSpPr>
              <a:spLocks noEditPoints="1"/>
            </p:cNvSpPr>
            <p:nvPr/>
          </p:nvSpPr>
          <p:spPr bwMode="auto">
            <a:xfrm>
              <a:off x="9091675" y="4667554"/>
              <a:ext cx="39688" cy="36513"/>
            </a:xfrm>
            <a:custGeom>
              <a:avLst/>
              <a:gdLst>
                <a:gd name="T0" fmla="*/ 13 w 26"/>
                <a:gd name="T1" fmla="*/ 16 h 25"/>
                <a:gd name="T2" fmla="*/ 11 w 26"/>
                <a:gd name="T3" fmla="*/ 25 h 25"/>
                <a:gd name="T4" fmla="*/ 7 w 26"/>
                <a:gd name="T5" fmla="*/ 24 h 25"/>
                <a:gd name="T6" fmla="*/ 9 w 26"/>
                <a:gd name="T7" fmla="*/ 19 h 25"/>
                <a:gd name="T8" fmla="*/ 10 w 26"/>
                <a:gd name="T9" fmla="*/ 14 h 25"/>
                <a:gd name="T10" fmla="*/ 10 w 26"/>
                <a:gd name="T11" fmla="*/ 14 h 25"/>
                <a:gd name="T12" fmla="*/ 13 w 26"/>
                <a:gd name="T13" fmla="*/ 16 h 25"/>
                <a:gd name="T14" fmla="*/ 25 w 26"/>
                <a:gd name="T15" fmla="*/ 0 h 25"/>
                <a:gd name="T16" fmla="*/ 26 w 26"/>
                <a:gd name="T17" fmla="*/ 2 h 25"/>
                <a:gd name="T18" fmla="*/ 21 w 26"/>
                <a:gd name="T19" fmla="*/ 7 h 25"/>
                <a:gd name="T20" fmla="*/ 18 w 26"/>
                <a:gd name="T21" fmla="*/ 9 h 25"/>
                <a:gd name="T22" fmla="*/ 22 w 26"/>
                <a:gd name="T23" fmla="*/ 11 h 25"/>
                <a:gd name="T24" fmla="*/ 22 w 26"/>
                <a:gd name="T25" fmla="*/ 11 h 25"/>
                <a:gd name="T26" fmla="*/ 23 w 26"/>
                <a:gd name="T27" fmla="*/ 9 h 25"/>
                <a:gd name="T28" fmla="*/ 23 w 26"/>
                <a:gd name="T29" fmla="*/ 9 h 25"/>
                <a:gd name="T30" fmla="*/ 24 w 26"/>
                <a:gd name="T31" fmla="*/ 9 h 25"/>
                <a:gd name="T32" fmla="*/ 25 w 26"/>
                <a:gd name="T33" fmla="*/ 14 h 25"/>
                <a:gd name="T34" fmla="*/ 26 w 26"/>
                <a:gd name="T35" fmla="*/ 15 h 25"/>
                <a:gd name="T36" fmla="*/ 26 w 26"/>
                <a:gd name="T37" fmla="*/ 16 h 25"/>
                <a:gd name="T38" fmla="*/ 25 w 26"/>
                <a:gd name="T39" fmla="*/ 16 h 25"/>
                <a:gd name="T40" fmla="*/ 23 w 26"/>
                <a:gd name="T41" fmla="*/ 16 h 25"/>
                <a:gd name="T42" fmla="*/ 22 w 26"/>
                <a:gd name="T43" fmla="*/ 15 h 25"/>
                <a:gd name="T44" fmla="*/ 13 w 26"/>
                <a:gd name="T45" fmla="*/ 11 h 25"/>
                <a:gd name="T46" fmla="*/ 4 w 26"/>
                <a:gd name="T47" fmla="*/ 13 h 25"/>
                <a:gd name="T48" fmla="*/ 2 w 26"/>
                <a:gd name="T49" fmla="*/ 8 h 25"/>
                <a:gd name="T50" fmla="*/ 2 w 26"/>
                <a:gd name="T51" fmla="*/ 8 h 25"/>
                <a:gd name="T52" fmla="*/ 3 w 26"/>
                <a:gd name="T53" fmla="*/ 8 h 25"/>
                <a:gd name="T54" fmla="*/ 5 w 26"/>
                <a:gd name="T55" fmla="*/ 10 h 25"/>
                <a:gd name="T56" fmla="*/ 11 w 26"/>
                <a:gd name="T57" fmla="*/ 10 h 25"/>
                <a:gd name="T58" fmla="*/ 11 w 26"/>
                <a:gd name="T59" fmla="*/ 9 h 25"/>
                <a:gd name="T60" fmla="*/ 8 w 26"/>
                <a:gd name="T61" fmla="*/ 3 h 25"/>
                <a:gd name="T62" fmla="*/ 9 w 26"/>
                <a:gd name="T63" fmla="*/ 2 h 25"/>
                <a:gd name="T64" fmla="*/ 10 w 26"/>
                <a:gd name="T65" fmla="*/ 2 h 25"/>
                <a:gd name="T66" fmla="*/ 11 w 26"/>
                <a:gd name="T67" fmla="*/ 5 h 25"/>
                <a:gd name="T68" fmla="*/ 12 w 26"/>
                <a:gd name="T69" fmla="*/ 6 h 25"/>
                <a:gd name="T70" fmla="*/ 15 w 26"/>
                <a:gd name="T71" fmla="*/ 8 h 25"/>
                <a:gd name="T72" fmla="*/ 22 w 26"/>
                <a:gd name="T73" fmla="*/ 2 h 25"/>
                <a:gd name="T74" fmla="*/ 24 w 26"/>
                <a:gd name="T75" fmla="*/ 0 h 25"/>
                <a:gd name="T76" fmla="*/ 25 w 26"/>
                <a:gd name="T77"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6" h="25">
                  <a:moveTo>
                    <a:pt x="13" y="16"/>
                  </a:moveTo>
                  <a:cubicBezTo>
                    <a:pt x="14" y="18"/>
                    <a:pt x="13" y="24"/>
                    <a:pt x="11" y="25"/>
                  </a:cubicBezTo>
                  <a:cubicBezTo>
                    <a:pt x="10" y="25"/>
                    <a:pt x="7" y="25"/>
                    <a:pt x="7" y="24"/>
                  </a:cubicBezTo>
                  <a:cubicBezTo>
                    <a:pt x="7" y="22"/>
                    <a:pt x="8" y="21"/>
                    <a:pt x="9" y="19"/>
                  </a:cubicBezTo>
                  <a:cubicBezTo>
                    <a:pt x="10" y="18"/>
                    <a:pt x="9" y="16"/>
                    <a:pt x="10" y="14"/>
                  </a:cubicBezTo>
                  <a:cubicBezTo>
                    <a:pt x="10" y="14"/>
                    <a:pt x="10" y="14"/>
                    <a:pt x="10" y="14"/>
                  </a:cubicBezTo>
                  <a:cubicBezTo>
                    <a:pt x="11" y="15"/>
                    <a:pt x="12" y="15"/>
                    <a:pt x="13" y="16"/>
                  </a:cubicBezTo>
                  <a:close/>
                  <a:moveTo>
                    <a:pt x="25" y="0"/>
                  </a:moveTo>
                  <a:cubicBezTo>
                    <a:pt x="25" y="0"/>
                    <a:pt x="26" y="1"/>
                    <a:pt x="26" y="2"/>
                  </a:cubicBezTo>
                  <a:cubicBezTo>
                    <a:pt x="26" y="3"/>
                    <a:pt x="23" y="6"/>
                    <a:pt x="21" y="7"/>
                  </a:cubicBezTo>
                  <a:cubicBezTo>
                    <a:pt x="20" y="8"/>
                    <a:pt x="19" y="8"/>
                    <a:pt x="18" y="9"/>
                  </a:cubicBezTo>
                  <a:cubicBezTo>
                    <a:pt x="19" y="10"/>
                    <a:pt x="20" y="11"/>
                    <a:pt x="22" y="11"/>
                  </a:cubicBezTo>
                  <a:cubicBezTo>
                    <a:pt x="22" y="11"/>
                    <a:pt x="22" y="11"/>
                    <a:pt x="22" y="11"/>
                  </a:cubicBezTo>
                  <a:cubicBezTo>
                    <a:pt x="23" y="10"/>
                    <a:pt x="23" y="10"/>
                    <a:pt x="23" y="9"/>
                  </a:cubicBezTo>
                  <a:cubicBezTo>
                    <a:pt x="23" y="9"/>
                    <a:pt x="23" y="9"/>
                    <a:pt x="23" y="9"/>
                  </a:cubicBezTo>
                  <a:cubicBezTo>
                    <a:pt x="23" y="9"/>
                    <a:pt x="23" y="9"/>
                    <a:pt x="24" y="9"/>
                  </a:cubicBezTo>
                  <a:cubicBezTo>
                    <a:pt x="23" y="11"/>
                    <a:pt x="24" y="12"/>
                    <a:pt x="25" y="14"/>
                  </a:cubicBezTo>
                  <a:cubicBezTo>
                    <a:pt x="26" y="14"/>
                    <a:pt x="25" y="15"/>
                    <a:pt x="26" y="15"/>
                  </a:cubicBezTo>
                  <a:cubicBezTo>
                    <a:pt x="26" y="16"/>
                    <a:pt x="26" y="15"/>
                    <a:pt x="26" y="16"/>
                  </a:cubicBezTo>
                  <a:cubicBezTo>
                    <a:pt x="25" y="16"/>
                    <a:pt x="25" y="16"/>
                    <a:pt x="25" y="16"/>
                  </a:cubicBezTo>
                  <a:cubicBezTo>
                    <a:pt x="24" y="16"/>
                    <a:pt x="24" y="16"/>
                    <a:pt x="23" y="16"/>
                  </a:cubicBezTo>
                  <a:cubicBezTo>
                    <a:pt x="23" y="16"/>
                    <a:pt x="22" y="15"/>
                    <a:pt x="22" y="15"/>
                  </a:cubicBezTo>
                  <a:cubicBezTo>
                    <a:pt x="19" y="13"/>
                    <a:pt x="16" y="11"/>
                    <a:pt x="13" y="11"/>
                  </a:cubicBezTo>
                  <a:cubicBezTo>
                    <a:pt x="11" y="12"/>
                    <a:pt x="6" y="14"/>
                    <a:pt x="4" y="13"/>
                  </a:cubicBezTo>
                  <a:cubicBezTo>
                    <a:pt x="2" y="13"/>
                    <a:pt x="0" y="9"/>
                    <a:pt x="2" y="8"/>
                  </a:cubicBezTo>
                  <a:cubicBezTo>
                    <a:pt x="2" y="8"/>
                    <a:pt x="2" y="8"/>
                    <a:pt x="2" y="8"/>
                  </a:cubicBezTo>
                  <a:cubicBezTo>
                    <a:pt x="2" y="8"/>
                    <a:pt x="3" y="8"/>
                    <a:pt x="3" y="8"/>
                  </a:cubicBezTo>
                  <a:cubicBezTo>
                    <a:pt x="4" y="9"/>
                    <a:pt x="5" y="10"/>
                    <a:pt x="5" y="10"/>
                  </a:cubicBezTo>
                  <a:cubicBezTo>
                    <a:pt x="7" y="10"/>
                    <a:pt x="10" y="10"/>
                    <a:pt x="11" y="10"/>
                  </a:cubicBezTo>
                  <a:cubicBezTo>
                    <a:pt x="11" y="9"/>
                    <a:pt x="11" y="9"/>
                    <a:pt x="11" y="9"/>
                  </a:cubicBezTo>
                  <a:cubicBezTo>
                    <a:pt x="9" y="6"/>
                    <a:pt x="7" y="6"/>
                    <a:pt x="8" y="3"/>
                  </a:cubicBezTo>
                  <a:cubicBezTo>
                    <a:pt x="8" y="2"/>
                    <a:pt x="9" y="2"/>
                    <a:pt x="9" y="2"/>
                  </a:cubicBezTo>
                  <a:cubicBezTo>
                    <a:pt x="9" y="2"/>
                    <a:pt x="10" y="2"/>
                    <a:pt x="10" y="2"/>
                  </a:cubicBezTo>
                  <a:cubicBezTo>
                    <a:pt x="10" y="3"/>
                    <a:pt x="11" y="4"/>
                    <a:pt x="11" y="5"/>
                  </a:cubicBezTo>
                  <a:cubicBezTo>
                    <a:pt x="12" y="5"/>
                    <a:pt x="12" y="6"/>
                    <a:pt x="12" y="6"/>
                  </a:cubicBezTo>
                  <a:cubicBezTo>
                    <a:pt x="13" y="6"/>
                    <a:pt x="14" y="8"/>
                    <a:pt x="15" y="8"/>
                  </a:cubicBezTo>
                  <a:cubicBezTo>
                    <a:pt x="16" y="8"/>
                    <a:pt x="21" y="4"/>
                    <a:pt x="22" y="2"/>
                  </a:cubicBezTo>
                  <a:cubicBezTo>
                    <a:pt x="23" y="2"/>
                    <a:pt x="23" y="0"/>
                    <a:pt x="24" y="0"/>
                  </a:cubicBezTo>
                  <a:cubicBezTo>
                    <a:pt x="25" y="0"/>
                    <a:pt x="25" y="0"/>
                    <a:pt x="2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56" name="Freeform 46"/>
            <p:cNvSpPr>
              <a:spLocks noEditPoints="1"/>
            </p:cNvSpPr>
            <p:nvPr/>
          </p:nvSpPr>
          <p:spPr bwMode="auto">
            <a:xfrm>
              <a:off x="9120250" y="4715179"/>
              <a:ext cx="53975" cy="44450"/>
            </a:xfrm>
            <a:custGeom>
              <a:avLst/>
              <a:gdLst>
                <a:gd name="T0" fmla="*/ 32 w 36"/>
                <a:gd name="T1" fmla="*/ 11 h 30"/>
                <a:gd name="T2" fmla="*/ 36 w 36"/>
                <a:gd name="T3" fmla="*/ 16 h 30"/>
                <a:gd name="T4" fmla="*/ 30 w 36"/>
                <a:gd name="T5" fmla="*/ 16 h 30"/>
                <a:gd name="T6" fmla="*/ 26 w 36"/>
                <a:gd name="T7" fmla="*/ 13 h 30"/>
                <a:gd name="T8" fmla="*/ 27 w 36"/>
                <a:gd name="T9" fmla="*/ 16 h 30"/>
                <a:gd name="T10" fmla="*/ 23 w 36"/>
                <a:gd name="T11" fmla="*/ 22 h 30"/>
                <a:gd name="T12" fmla="*/ 14 w 36"/>
                <a:gd name="T13" fmla="*/ 21 h 30"/>
                <a:gd name="T14" fmla="*/ 14 w 36"/>
                <a:gd name="T15" fmla="*/ 24 h 30"/>
                <a:gd name="T16" fmla="*/ 14 w 36"/>
                <a:gd name="T17" fmla="*/ 30 h 30"/>
                <a:gd name="T18" fmla="*/ 10 w 36"/>
                <a:gd name="T19" fmla="*/ 24 h 30"/>
                <a:gd name="T20" fmla="*/ 1 w 36"/>
                <a:gd name="T21" fmla="*/ 18 h 30"/>
                <a:gd name="T22" fmla="*/ 3 w 36"/>
                <a:gd name="T23" fmla="*/ 19 h 30"/>
                <a:gd name="T24" fmla="*/ 9 w 36"/>
                <a:gd name="T25" fmla="*/ 24 h 30"/>
                <a:gd name="T26" fmla="*/ 9 w 36"/>
                <a:gd name="T27" fmla="*/ 23 h 30"/>
                <a:gd name="T28" fmla="*/ 6 w 36"/>
                <a:gd name="T29" fmla="*/ 20 h 30"/>
                <a:gd name="T30" fmla="*/ 4 w 36"/>
                <a:gd name="T31" fmla="*/ 12 h 30"/>
                <a:gd name="T32" fmla="*/ 8 w 36"/>
                <a:gd name="T33" fmla="*/ 18 h 30"/>
                <a:gd name="T34" fmla="*/ 12 w 36"/>
                <a:gd name="T35" fmla="*/ 20 h 30"/>
                <a:gd name="T36" fmla="*/ 17 w 36"/>
                <a:gd name="T37" fmla="*/ 19 h 30"/>
                <a:gd name="T38" fmla="*/ 14 w 36"/>
                <a:gd name="T39" fmla="*/ 16 h 30"/>
                <a:gd name="T40" fmla="*/ 21 w 36"/>
                <a:gd name="T41" fmla="*/ 20 h 30"/>
                <a:gd name="T42" fmla="*/ 24 w 36"/>
                <a:gd name="T43" fmla="*/ 18 h 30"/>
                <a:gd name="T44" fmla="*/ 14 w 36"/>
                <a:gd name="T45" fmla="*/ 12 h 30"/>
                <a:gd name="T46" fmla="*/ 10 w 36"/>
                <a:gd name="T47" fmla="*/ 14 h 30"/>
                <a:gd name="T48" fmla="*/ 10 w 36"/>
                <a:gd name="T49" fmla="*/ 12 h 30"/>
                <a:gd name="T50" fmla="*/ 14 w 36"/>
                <a:gd name="T51" fmla="*/ 6 h 30"/>
                <a:gd name="T52" fmla="*/ 21 w 36"/>
                <a:gd name="T53" fmla="*/ 10 h 30"/>
                <a:gd name="T54" fmla="*/ 32 w 36"/>
                <a:gd name="T55" fmla="*/ 14 h 30"/>
                <a:gd name="T56" fmla="*/ 32 w 36"/>
                <a:gd name="T57" fmla="*/ 14 h 30"/>
                <a:gd name="T58" fmla="*/ 29 w 36"/>
                <a:gd name="T59" fmla="*/ 6 h 30"/>
                <a:gd name="T60" fmla="*/ 32 w 36"/>
                <a:gd name="T61" fmla="*/ 6 h 30"/>
                <a:gd name="T62" fmla="*/ 34 w 36"/>
                <a:gd name="T63" fmla="*/ 0 h 30"/>
                <a:gd name="T64" fmla="*/ 29 w 36"/>
                <a:gd name="T65"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6" h="30">
                  <a:moveTo>
                    <a:pt x="32" y="6"/>
                  </a:moveTo>
                  <a:cubicBezTo>
                    <a:pt x="33" y="8"/>
                    <a:pt x="31" y="10"/>
                    <a:pt x="32" y="11"/>
                  </a:cubicBezTo>
                  <a:cubicBezTo>
                    <a:pt x="32" y="11"/>
                    <a:pt x="32" y="12"/>
                    <a:pt x="32" y="12"/>
                  </a:cubicBezTo>
                  <a:cubicBezTo>
                    <a:pt x="34" y="12"/>
                    <a:pt x="36" y="14"/>
                    <a:pt x="36" y="16"/>
                  </a:cubicBezTo>
                  <a:cubicBezTo>
                    <a:pt x="36" y="17"/>
                    <a:pt x="34" y="19"/>
                    <a:pt x="33" y="19"/>
                  </a:cubicBezTo>
                  <a:cubicBezTo>
                    <a:pt x="32" y="18"/>
                    <a:pt x="30" y="16"/>
                    <a:pt x="30" y="16"/>
                  </a:cubicBezTo>
                  <a:cubicBezTo>
                    <a:pt x="29" y="14"/>
                    <a:pt x="27" y="14"/>
                    <a:pt x="26" y="13"/>
                  </a:cubicBezTo>
                  <a:cubicBezTo>
                    <a:pt x="26" y="13"/>
                    <a:pt x="26" y="13"/>
                    <a:pt x="26" y="13"/>
                  </a:cubicBezTo>
                  <a:cubicBezTo>
                    <a:pt x="26" y="13"/>
                    <a:pt x="26" y="13"/>
                    <a:pt x="26" y="13"/>
                  </a:cubicBezTo>
                  <a:cubicBezTo>
                    <a:pt x="26" y="14"/>
                    <a:pt x="27" y="14"/>
                    <a:pt x="27" y="16"/>
                  </a:cubicBezTo>
                  <a:cubicBezTo>
                    <a:pt x="27" y="18"/>
                    <a:pt x="28" y="21"/>
                    <a:pt x="24" y="23"/>
                  </a:cubicBezTo>
                  <a:cubicBezTo>
                    <a:pt x="24" y="22"/>
                    <a:pt x="24" y="22"/>
                    <a:pt x="23" y="22"/>
                  </a:cubicBezTo>
                  <a:cubicBezTo>
                    <a:pt x="22" y="22"/>
                    <a:pt x="21" y="20"/>
                    <a:pt x="20" y="20"/>
                  </a:cubicBezTo>
                  <a:cubicBezTo>
                    <a:pt x="19" y="22"/>
                    <a:pt x="16" y="21"/>
                    <a:pt x="14" y="21"/>
                  </a:cubicBezTo>
                  <a:cubicBezTo>
                    <a:pt x="13" y="21"/>
                    <a:pt x="13" y="22"/>
                    <a:pt x="13" y="22"/>
                  </a:cubicBezTo>
                  <a:cubicBezTo>
                    <a:pt x="14" y="22"/>
                    <a:pt x="14" y="23"/>
                    <a:pt x="14" y="24"/>
                  </a:cubicBezTo>
                  <a:cubicBezTo>
                    <a:pt x="15" y="24"/>
                    <a:pt x="18" y="26"/>
                    <a:pt x="18" y="28"/>
                  </a:cubicBezTo>
                  <a:cubicBezTo>
                    <a:pt x="18" y="29"/>
                    <a:pt x="16" y="30"/>
                    <a:pt x="14" y="30"/>
                  </a:cubicBezTo>
                  <a:cubicBezTo>
                    <a:pt x="14" y="28"/>
                    <a:pt x="13" y="26"/>
                    <a:pt x="11" y="25"/>
                  </a:cubicBezTo>
                  <a:cubicBezTo>
                    <a:pt x="10" y="25"/>
                    <a:pt x="11" y="24"/>
                    <a:pt x="10" y="24"/>
                  </a:cubicBezTo>
                  <a:cubicBezTo>
                    <a:pt x="9" y="25"/>
                    <a:pt x="8" y="26"/>
                    <a:pt x="7" y="26"/>
                  </a:cubicBezTo>
                  <a:cubicBezTo>
                    <a:pt x="3" y="25"/>
                    <a:pt x="0" y="22"/>
                    <a:pt x="1" y="18"/>
                  </a:cubicBezTo>
                  <a:cubicBezTo>
                    <a:pt x="2" y="17"/>
                    <a:pt x="2" y="16"/>
                    <a:pt x="2" y="15"/>
                  </a:cubicBezTo>
                  <a:cubicBezTo>
                    <a:pt x="3" y="16"/>
                    <a:pt x="3" y="18"/>
                    <a:pt x="3" y="19"/>
                  </a:cubicBezTo>
                  <a:cubicBezTo>
                    <a:pt x="3" y="19"/>
                    <a:pt x="3" y="20"/>
                    <a:pt x="4" y="20"/>
                  </a:cubicBezTo>
                  <a:cubicBezTo>
                    <a:pt x="5" y="22"/>
                    <a:pt x="7" y="23"/>
                    <a:pt x="9" y="24"/>
                  </a:cubicBezTo>
                  <a:cubicBezTo>
                    <a:pt x="9" y="24"/>
                    <a:pt x="9" y="24"/>
                    <a:pt x="9" y="23"/>
                  </a:cubicBezTo>
                  <a:cubicBezTo>
                    <a:pt x="9" y="23"/>
                    <a:pt x="9" y="23"/>
                    <a:pt x="9" y="23"/>
                  </a:cubicBezTo>
                  <a:cubicBezTo>
                    <a:pt x="9" y="22"/>
                    <a:pt x="8" y="22"/>
                    <a:pt x="8" y="21"/>
                  </a:cubicBezTo>
                  <a:cubicBezTo>
                    <a:pt x="8" y="21"/>
                    <a:pt x="7" y="20"/>
                    <a:pt x="6" y="20"/>
                  </a:cubicBezTo>
                  <a:cubicBezTo>
                    <a:pt x="5" y="19"/>
                    <a:pt x="3" y="14"/>
                    <a:pt x="4" y="13"/>
                  </a:cubicBezTo>
                  <a:cubicBezTo>
                    <a:pt x="4" y="13"/>
                    <a:pt x="4" y="12"/>
                    <a:pt x="4" y="12"/>
                  </a:cubicBezTo>
                  <a:cubicBezTo>
                    <a:pt x="5" y="12"/>
                    <a:pt x="5" y="12"/>
                    <a:pt x="5" y="13"/>
                  </a:cubicBezTo>
                  <a:cubicBezTo>
                    <a:pt x="6" y="14"/>
                    <a:pt x="7" y="16"/>
                    <a:pt x="8" y="18"/>
                  </a:cubicBezTo>
                  <a:cubicBezTo>
                    <a:pt x="9" y="18"/>
                    <a:pt x="10" y="19"/>
                    <a:pt x="11" y="20"/>
                  </a:cubicBezTo>
                  <a:cubicBezTo>
                    <a:pt x="11" y="20"/>
                    <a:pt x="11" y="20"/>
                    <a:pt x="12" y="20"/>
                  </a:cubicBezTo>
                  <a:cubicBezTo>
                    <a:pt x="13" y="19"/>
                    <a:pt x="14" y="19"/>
                    <a:pt x="16" y="19"/>
                  </a:cubicBezTo>
                  <a:cubicBezTo>
                    <a:pt x="16" y="19"/>
                    <a:pt x="17" y="19"/>
                    <a:pt x="17" y="19"/>
                  </a:cubicBezTo>
                  <a:cubicBezTo>
                    <a:pt x="17" y="18"/>
                    <a:pt x="15" y="17"/>
                    <a:pt x="15" y="17"/>
                  </a:cubicBezTo>
                  <a:cubicBezTo>
                    <a:pt x="14" y="16"/>
                    <a:pt x="14" y="16"/>
                    <a:pt x="14" y="16"/>
                  </a:cubicBezTo>
                  <a:cubicBezTo>
                    <a:pt x="16" y="14"/>
                    <a:pt x="17" y="16"/>
                    <a:pt x="19" y="18"/>
                  </a:cubicBezTo>
                  <a:cubicBezTo>
                    <a:pt x="20" y="19"/>
                    <a:pt x="20" y="19"/>
                    <a:pt x="21" y="20"/>
                  </a:cubicBezTo>
                  <a:cubicBezTo>
                    <a:pt x="22" y="20"/>
                    <a:pt x="23" y="21"/>
                    <a:pt x="24" y="20"/>
                  </a:cubicBezTo>
                  <a:cubicBezTo>
                    <a:pt x="24" y="19"/>
                    <a:pt x="24" y="19"/>
                    <a:pt x="24" y="18"/>
                  </a:cubicBezTo>
                  <a:cubicBezTo>
                    <a:pt x="24" y="15"/>
                    <a:pt x="20" y="12"/>
                    <a:pt x="17" y="12"/>
                  </a:cubicBezTo>
                  <a:cubicBezTo>
                    <a:pt x="16" y="11"/>
                    <a:pt x="14" y="10"/>
                    <a:pt x="14" y="12"/>
                  </a:cubicBezTo>
                  <a:cubicBezTo>
                    <a:pt x="14" y="12"/>
                    <a:pt x="13" y="14"/>
                    <a:pt x="13" y="14"/>
                  </a:cubicBezTo>
                  <a:cubicBezTo>
                    <a:pt x="12" y="14"/>
                    <a:pt x="11" y="14"/>
                    <a:pt x="10" y="14"/>
                  </a:cubicBezTo>
                  <a:cubicBezTo>
                    <a:pt x="10" y="14"/>
                    <a:pt x="10" y="14"/>
                    <a:pt x="10" y="14"/>
                  </a:cubicBezTo>
                  <a:cubicBezTo>
                    <a:pt x="10" y="13"/>
                    <a:pt x="10" y="13"/>
                    <a:pt x="10" y="12"/>
                  </a:cubicBezTo>
                  <a:cubicBezTo>
                    <a:pt x="10" y="12"/>
                    <a:pt x="9" y="12"/>
                    <a:pt x="9" y="11"/>
                  </a:cubicBezTo>
                  <a:cubicBezTo>
                    <a:pt x="9" y="10"/>
                    <a:pt x="13" y="6"/>
                    <a:pt x="14" y="6"/>
                  </a:cubicBezTo>
                  <a:cubicBezTo>
                    <a:pt x="16" y="8"/>
                    <a:pt x="17" y="8"/>
                    <a:pt x="19" y="9"/>
                  </a:cubicBezTo>
                  <a:cubicBezTo>
                    <a:pt x="20" y="9"/>
                    <a:pt x="21" y="10"/>
                    <a:pt x="21" y="10"/>
                  </a:cubicBezTo>
                  <a:cubicBezTo>
                    <a:pt x="23" y="11"/>
                    <a:pt x="24" y="11"/>
                    <a:pt x="26" y="12"/>
                  </a:cubicBezTo>
                  <a:cubicBezTo>
                    <a:pt x="28" y="12"/>
                    <a:pt x="30" y="14"/>
                    <a:pt x="32" y="14"/>
                  </a:cubicBezTo>
                  <a:cubicBezTo>
                    <a:pt x="32" y="14"/>
                    <a:pt x="32" y="14"/>
                    <a:pt x="32" y="14"/>
                  </a:cubicBezTo>
                  <a:cubicBezTo>
                    <a:pt x="32" y="14"/>
                    <a:pt x="32" y="14"/>
                    <a:pt x="32" y="14"/>
                  </a:cubicBezTo>
                  <a:cubicBezTo>
                    <a:pt x="30" y="13"/>
                    <a:pt x="27" y="12"/>
                    <a:pt x="28" y="10"/>
                  </a:cubicBezTo>
                  <a:cubicBezTo>
                    <a:pt x="28" y="8"/>
                    <a:pt x="30" y="8"/>
                    <a:pt x="29" y="6"/>
                  </a:cubicBezTo>
                  <a:cubicBezTo>
                    <a:pt x="30" y="6"/>
                    <a:pt x="30" y="6"/>
                    <a:pt x="30" y="6"/>
                  </a:cubicBezTo>
                  <a:cubicBezTo>
                    <a:pt x="31" y="6"/>
                    <a:pt x="31" y="6"/>
                    <a:pt x="32" y="6"/>
                  </a:cubicBezTo>
                  <a:close/>
                  <a:moveTo>
                    <a:pt x="34" y="0"/>
                  </a:moveTo>
                  <a:cubicBezTo>
                    <a:pt x="34" y="0"/>
                    <a:pt x="34" y="0"/>
                    <a:pt x="34" y="0"/>
                  </a:cubicBezTo>
                  <a:cubicBezTo>
                    <a:pt x="33" y="2"/>
                    <a:pt x="29" y="6"/>
                    <a:pt x="26" y="6"/>
                  </a:cubicBezTo>
                  <a:cubicBezTo>
                    <a:pt x="25" y="4"/>
                    <a:pt x="27" y="2"/>
                    <a:pt x="29" y="0"/>
                  </a:cubicBezTo>
                  <a:cubicBezTo>
                    <a:pt x="30" y="1"/>
                    <a:pt x="32" y="0"/>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57" name="Freeform 47"/>
            <p:cNvSpPr>
              <a:spLocks noEditPoints="1"/>
            </p:cNvSpPr>
            <p:nvPr/>
          </p:nvSpPr>
          <p:spPr bwMode="auto">
            <a:xfrm>
              <a:off x="9037700" y="4621516"/>
              <a:ext cx="53975" cy="46038"/>
            </a:xfrm>
            <a:custGeom>
              <a:avLst/>
              <a:gdLst>
                <a:gd name="T0" fmla="*/ 13 w 36"/>
                <a:gd name="T1" fmla="*/ 14 h 30"/>
                <a:gd name="T2" fmla="*/ 10 w 36"/>
                <a:gd name="T3" fmla="*/ 17 h 30"/>
                <a:gd name="T4" fmla="*/ 10 w 36"/>
                <a:gd name="T5" fmla="*/ 17 h 30"/>
                <a:gd name="T6" fmla="*/ 13 w 36"/>
                <a:gd name="T7" fmla="*/ 14 h 30"/>
                <a:gd name="T8" fmla="*/ 13 w 36"/>
                <a:gd name="T9" fmla="*/ 14 h 30"/>
                <a:gd name="T10" fmla="*/ 26 w 36"/>
                <a:gd name="T11" fmla="*/ 1 h 30"/>
                <a:gd name="T12" fmla="*/ 27 w 36"/>
                <a:gd name="T13" fmla="*/ 1 h 30"/>
                <a:gd name="T14" fmla="*/ 25 w 36"/>
                <a:gd name="T15" fmla="*/ 7 h 30"/>
                <a:gd name="T16" fmla="*/ 22 w 36"/>
                <a:gd name="T17" fmla="*/ 10 h 30"/>
                <a:gd name="T18" fmla="*/ 22 w 36"/>
                <a:gd name="T19" fmla="*/ 11 h 30"/>
                <a:gd name="T20" fmla="*/ 25 w 36"/>
                <a:gd name="T21" fmla="*/ 11 h 30"/>
                <a:gd name="T22" fmla="*/ 26 w 36"/>
                <a:gd name="T23" fmla="*/ 10 h 30"/>
                <a:gd name="T24" fmla="*/ 29 w 36"/>
                <a:gd name="T25" fmla="*/ 13 h 30"/>
                <a:gd name="T26" fmla="*/ 28 w 36"/>
                <a:gd name="T27" fmla="*/ 14 h 30"/>
                <a:gd name="T28" fmla="*/ 21 w 36"/>
                <a:gd name="T29" fmla="*/ 14 h 30"/>
                <a:gd name="T30" fmla="*/ 19 w 36"/>
                <a:gd name="T31" fmla="*/ 13 h 30"/>
                <a:gd name="T32" fmla="*/ 16 w 36"/>
                <a:gd name="T33" fmla="*/ 18 h 30"/>
                <a:gd name="T34" fmla="*/ 16 w 36"/>
                <a:gd name="T35" fmla="*/ 18 h 30"/>
                <a:gd name="T36" fmla="*/ 21 w 36"/>
                <a:gd name="T37" fmla="*/ 20 h 30"/>
                <a:gd name="T38" fmla="*/ 20 w 36"/>
                <a:gd name="T39" fmla="*/ 24 h 30"/>
                <a:gd name="T40" fmla="*/ 20 w 36"/>
                <a:gd name="T41" fmla="*/ 27 h 30"/>
                <a:gd name="T42" fmla="*/ 14 w 36"/>
                <a:gd name="T43" fmla="*/ 27 h 30"/>
                <a:gd name="T44" fmla="*/ 15 w 36"/>
                <a:gd name="T45" fmla="*/ 21 h 30"/>
                <a:gd name="T46" fmla="*/ 14 w 36"/>
                <a:gd name="T47" fmla="*/ 21 h 30"/>
                <a:gd name="T48" fmla="*/ 9 w 36"/>
                <a:gd name="T49" fmla="*/ 28 h 30"/>
                <a:gd name="T50" fmla="*/ 9 w 36"/>
                <a:gd name="T51" fmla="*/ 28 h 30"/>
                <a:gd name="T52" fmla="*/ 9 w 36"/>
                <a:gd name="T53" fmla="*/ 22 h 30"/>
                <a:gd name="T54" fmla="*/ 11 w 36"/>
                <a:gd name="T55" fmla="*/ 20 h 30"/>
                <a:gd name="T56" fmla="*/ 8 w 36"/>
                <a:gd name="T57" fmla="*/ 20 h 30"/>
                <a:gd name="T58" fmla="*/ 6 w 36"/>
                <a:gd name="T59" fmla="*/ 21 h 30"/>
                <a:gd name="T60" fmla="*/ 1 w 36"/>
                <a:gd name="T61" fmla="*/ 23 h 30"/>
                <a:gd name="T62" fmla="*/ 0 w 36"/>
                <a:gd name="T63" fmla="*/ 22 h 30"/>
                <a:gd name="T64" fmla="*/ 1 w 36"/>
                <a:gd name="T65" fmla="*/ 19 h 30"/>
                <a:gd name="T66" fmla="*/ 3 w 36"/>
                <a:gd name="T67" fmla="*/ 15 h 30"/>
                <a:gd name="T68" fmla="*/ 13 w 36"/>
                <a:gd name="T69" fmla="*/ 13 h 30"/>
                <a:gd name="T70" fmla="*/ 16 w 36"/>
                <a:gd name="T71" fmla="*/ 14 h 30"/>
                <a:gd name="T72" fmla="*/ 16 w 36"/>
                <a:gd name="T73" fmla="*/ 14 h 30"/>
                <a:gd name="T74" fmla="*/ 16 w 36"/>
                <a:gd name="T75" fmla="*/ 13 h 30"/>
                <a:gd name="T76" fmla="*/ 15 w 36"/>
                <a:gd name="T77" fmla="*/ 13 h 30"/>
                <a:gd name="T78" fmla="*/ 13 w 36"/>
                <a:gd name="T79" fmla="*/ 8 h 30"/>
                <a:gd name="T80" fmla="*/ 13 w 36"/>
                <a:gd name="T81" fmla="*/ 8 h 30"/>
                <a:gd name="T82" fmla="*/ 18 w 36"/>
                <a:gd name="T83" fmla="*/ 11 h 30"/>
                <a:gd name="T84" fmla="*/ 20 w 36"/>
                <a:gd name="T85" fmla="*/ 9 h 30"/>
                <a:gd name="T86" fmla="*/ 21 w 36"/>
                <a:gd name="T87" fmla="*/ 7 h 30"/>
                <a:gd name="T88" fmla="*/ 24 w 36"/>
                <a:gd name="T89" fmla="*/ 4 h 30"/>
                <a:gd name="T90" fmla="*/ 26 w 36"/>
                <a:gd name="T91" fmla="*/ 1 h 30"/>
                <a:gd name="T92" fmla="*/ 26 w 36"/>
                <a:gd name="T93" fmla="*/ 1 h 30"/>
                <a:gd name="T94" fmla="*/ 31 w 36"/>
                <a:gd name="T95" fmla="*/ 3 h 30"/>
                <a:gd name="T96" fmla="*/ 35 w 36"/>
                <a:gd name="T97" fmla="*/ 7 h 30"/>
                <a:gd name="T98" fmla="*/ 36 w 36"/>
                <a:gd name="T99" fmla="*/ 9 h 30"/>
                <a:gd name="T100" fmla="*/ 31 w 36"/>
                <a:gd name="T101" fmla="*/ 10 h 30"/>
                <a:gd name="T102" fmla="*/ 31 w 36"/>
                <a:gd name="T103" fmla="*/ 8 h 30"/>
                <a:gd name="T104" fmla="*/ 30 w 36"/>
                <a:gd name="T105" fmla="*/ 8 h 30"/>
                <a:gd name="T106" fmla="*/ 31 w 36"/>
                <a:gd name="T107" fmla="*/ 3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6" h="30">
                  <a:moveTo>
                    <a:pt x="13" y="14"/>
                  </a:moveTo>
                  <a:cubicBezTo>
                    <a:pt x="13" y="14"/>
                    <a:pt x="10" y="16"/>
                    <a:pt x="10" y="17"/>
                  </a:cubicBezTo>
                  <a:cubicBezTo>
                    <a:pt x="10" y="17"/>
                    <a:pt x="10" y="17"/>
                    <a:pt x="10" y="17"/>
                  </a:cubicBezTo>
                  <a:cubicBezTo>
                    <a:pt x="13" y="19"/>
                    <a:pt x="14" y="17"/>
                    <a:pt x="13" y="14"/>
                  </a:cubicBezTo>
                  <a:cubicBezTo>
                    <a:pt x="13" y="14"/>
                    <a:pt x="13" y="14"/>
                    <a:pt x="13" y="14"/>
                  </a:cubicBezTo>
                  <a:close/>
                  <a:moveTo>
                    <a:pt x="26" y="1"/>
                  </a:moveTo>
                  <a:cubicBezTo>
                    <a:pt x="26" y="1"/>
                    <a:pt x="26" y="1"/>
                    <a:pt x="27" y="1"/>
                  </a:cubicBezTo>
                  <a:cubicBezTo>
                    <a:pt x="27" y="2"/>
                    <a:pt x="25" y="6"/>
                    <a:pt x="25" y="7"/>
                  </a:cubicBezTo>
                  <a:cubicBezTo>
                    <a:pt x="24" y="8"/>
                    <a:pt x="22" y="10"/>
                    <a:pt x="22" y="10"/>
                  </a:cubicBezTo>
                  <a:cubicBezTo>
                    <a:pt x="22" y="10"/>
                    <a:pt x="22" y="10"/>
                    <a:pt x="22" y="11"/>
                  </a:cubicBezTo>
                  <a:cubicBezTo>
                    <a:pt x="23" y="12"/>
                    <a:pt x="25" y="12"/>
                    <a:pt x="25" y="11"/>
                  </a:cubicBezTo>
                  <a:cubicBezTo>
                    <a:pt x="26" y="10"/>
                    <a:pt x="25" y="10"/>
                    <a:pt x="26" y="10"/>
                  </a:cubicBezTo>
                  <a:cubicBezTo>
                    <a:pt x="27" y="10"/>
                    <a:pt x="29" y="12"/>
                    <a:pt x="29" y="13"/>
                  </a:cubicBezTo>
                  <a:cubicBezTo>
                    <a:pt x="29" y="13"/>
                    <a:pt x="29" y="14"/>
                    <a:pt x="28" y="14"/>
                  </a:cubicBezTo>
                  <a:cubicBezTo>
                    <a:pt x="25" y="13"/>
                    <a:pt x="23" y="14"/>
                    <a:pt x="21" y="14"/>
                  </a:cubicBezTo>
                  <a:cubicBezTo>
                    <a:pt x="20" y="14"/>
                    <a:pt x="20" y="13"/>
                    <a:pt x="19" y="13"/>
                  </a:cubicBezTo>
                  <a:cubicBezTo>
                    <a:pt x="18" y="14"/>
                    <a:pt x="16" y="17"/>
                    <a:pt x="16" y="18"/>
                  </a:cubicBezTo>
                  <a:cubicBezTo>
                    <a:pt x="16" y="18"/>
                    <a:pt x="16" y="18"/>
                    <a:pt x="16" y="18"/>
                  </a:cubicBezTo>
                  <a:cubicBezTo>
                    <a:pt x="18" y="19"/>
                    <a:pt x="19" y="17"/>
                    <a:pt x="21" y="20"/>
                  </a:cubicBezTo>
                  <a:cubicBezTo>
                    <a:pt x="21" y="22"/>
                    <a:pt x="20" y="22"/>
                    <a:pt x="20" y="24"/>
                  </a:cubicBezTo>
                  <a:cubicBezTo>
                    <a:pt x="19" y="25"/>
                    <a:pt x="20" y="26"/>
                    <a:pt x="20" y="27"/>
                  </a:cubicBezTo>
                  <a:cubicBezTo>
                    <a:pt x="19" y="30"/>
                    <a:pt x="15" y="29"/>
                    <a:pt x="14" y="27"/>
                  </a:cubicBezTo>
                  <a:cubicBezTo>
                    <a:pt x="13" y="26"/>
                    <a:pt x="15" y="22"/>
                    <a:pt x="15" y="21"/>
                  </a:cubicBezTo>
                  <a:cubicBezTo>
                    <a:pt x="14" y="21"/>
                    <a:pt x="14" y="21"/>
                    <a:pt x="14" y="21"/>
                  </a:cubicBezTo>
                  <a:cubicBezTo>
                    <a:pt x="11" y="22"/>
                    <a:pt x="11" y="26"/>
                    <a:pt x="9" y="28"/>
                  </a:cubicBezTo>
                  <a:cubicBezTo>
                    <a:pt x="9" y="28"/>
                    <a:pt x="9" y="28"/>
                    <a:pt x="9" y="28"/>
                  </a:cubicBezTo>
                  <a:cubicBezTo>
                    <a:pt x="8" y="27"/>
                    <a:pt x="9" y="24"/>
                    <a:pt x="9" y="22"/>
                  </a:cubicBezTo>
                  <a:cubicBezTo>
                    <a:pt x="10" y="22"/>
                    <a:pt x="11" y="21"/>
                    <a:pt x="11" y="20"/>
                  </a:cubicBezTo>
                  <a:cubicBezTo>
                    <a:pt x="10" y="20"/>
                    <a:pt x="9" y="19"/>
                    <a:pt x="8" y="20"/>
                  </a:cubicBezTo>
                  <a:cubicBezTo>
                    <a:pt x="7" y="20"/>
                    <a:pt x="7" y="21"/>
                    <a:pt x="6" y="21"/>
                  </a:cubicBezTo>
                  <a:cubicBezTo>
                    <a:pt x="5" y="22"/>
                    <a:pt x="3" y="23"/>
                    <a:pt x="1" y="23"/>
                  </a:cubicBezTo>
                  <a:cubicBezTo>
                    <a:pt x="1" y="23"/>
                    <a:pt x="1" y="22"/>
                    <a:pt x="0" y="22"/>
                  </a:cubicBezTo>
                  <a:cubicBezTo>
                    <a:pt x="1" y="20"/>
                    <a:pt x="1" y="20"/>
                    <a:pt x="1" y="19"/>
                  </a:cubicBezTo>
                  <a:cubicBezTo>
                    <a:pt x="1" y="18"/>
                    <a:pt x="3" y="17"/>
                    <a:pt x="3" y="15"/>
                  </a:cubicBezTo>
                  <a:cubicBezTo>
                    <a:pt x="7" y="15"/>
                    <a:pt x="9" y="13"/>
                    <a:pt x="13" y="13"/>
                  </a:cubicBezTo>
                  <a:cubicBezTo>
                    <a:pt x="14" y="13"/>
                    <a:pt x="15" y="15"/>
                    <a:pt x="16" y="14"/>
                  </a:cubicBezTo>
                  <a:cubicBezTo>
                    <a:pt x="16" y="14"/>
                    <a:pt x="16" y="14"/>
                    <a:pt x="16" y="14"/>
                  </a:cubicBezTo>
                  <a:cubicBezTo>
                    <a:pt x="16" y="14"/>
                    <a:pt x="16" y="14"/>
                    <a:pt x="16" y="13"/>
                  </a:cubicBezTo>
                  <a:cubicBezTo>
                    <a:pt x="15" y="13"/>
                    <a:pt x="15" y="13"/>
                    <a:pt x="15" y="13"/>
                  </a:cubicBezTo>
                  <a:cubicBezTo>
                    <a:pt x="12" y="12"/>
                    <a:pt x="12" y="10"/>
                    <a:pt x="13" y="8"/>
                  </a:cubicBezTo>
                  <a:cubicBezTo>
                    <a:pt x="13" y="8"/>
                    <a:pt x="13" y="8"/>
                    <a:pt x="13" y="8"/>
                  </a:cubicBezTo>
                  <a:cubicBezTo>
                    <a:pt x="14" y="10"/>
                    <a:pt x="17" y="11"/>
                    <a:pt x="18" y="11"/>
                  </a:cubicBezTo>
                  <a:cubicBezTo>
                    <a:pt x="19" y="10"/>
                    <a:pt x="19" y="10"/>
                    <a:pt x="20" y="9"/>
                  </a:cubicBezTo>
                  <a:cubicBezTo>
                    <a:pt x="20" y="8"/>
                    <a:pt x="21" y="8"/>
                    <a:pt x="21" y="7"/>
                  </a:cubicBezTo>
                  <a:cubicBezTo>
                    <a:pt x="22" y="6"/>
                    <a:pt x="23" y="5"/>
                    <a:pt x="24" y="4"/>
                  </a:cubicBezTo>
                  <a:cubicBezTo>
                    <a:pt x="24" y="4"/>
                    <a:pt x="25" y="1"/>
                    <a:pt x="26" y="1"/>
                  </a:cubicBezTo>
                  <a:cubicBezTo>
                    <a:pt x="25" y="0"/>
                    <a:pt x="26" y="1"/>
                    <a:pt x="26" y="1"/>
                  </a:cubicBezTo>
                  <a:close/>
                  <a:moveTo>
                    <a:pt x="31" y="3"/>
                  </a:moveTo>
                  <a:cubicBezTo>
                    <a:pt x="32" y="4"/>
                    <a:pt x="34" y="5"/>
                    <a:pt x="35" y="7"/>
                  </a:cubicBezTo>
                  <a:cubicBezTo>
                    <a:pt x="35" y="8"/>
                    <a:pt x="36" y="9"/>
                    <a:pt x="36" y="9"/>
                  </a:cubicBezTo>
                  <a:cubicBezTo>
                    <a:pt x="35" y="12"/>
                    <a:pt x="32" y="12"/>
                    <a:pt x="31" y="10"/>
                  </a:cubicBezTo>
                  <a:cubicBezTo>
                    <a:pt x="31" y="10"/>
                    <a:pt x="31" y="9"/>
                    <a:pt x="31" y="8"/>
                  </a:cubicBezTo>
                  <a:cubicBezTo>
                    <a:pt x="30" y="8"/>
                    <a:pt x="30" y="8"/>
                    <a:pt x="30" y="8"/>
                  </a:cubicBezTo>
                  <a:cubicBezTo>
                    <a:pt x="31" y="6"/>
                    <a:pt x="29" y="4"/>
                    <a:pt x="3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58" name="Freeform 48"/>
            <p:cNvSpPr>
              <a:spLocks noEditPoints="1"/>
            </p:cNvSpPr>
            <p:nvPr/>
          </p:nvSpPr>
          <p:spPr bwMode="auto">
            <a:xfrm>
              <a:off x="8913875" y="4588179"/>
              <a:ext cx="36513" cy="52388"/>
            </a:xfrm>
            <a:custGeom>
              <a:avLst/>
              <a:gdLst>
                <a:gd name="T0" fmla="*/ 14 w 24"/>
                <a:gd name="T1" fmla="*/ 5 h 34"/>
                <a:gd name="T2" fmla="*/ 14 w 24"/>
                <a:gd name="T3" fmla="*/ 5 h 34"/>
                <a:gd name="T4" fmla="*/ 14 w 24"/>
                <a:gd name="T5" fmla="*/ 5 h 34"/>
                <a:gd name="T6" fmla="*/ 14 w 24"/>
                <a:gd name="T7" fmla="*/ 4 h 34"/>
                <a:gd name="T8" fmla="*/ 14 w 24"/>
                <a:gd name="T9" fmla="*/ 4 h 34"/>
                <a:gd name="T10" fmla="*/ 14 w 24"/>
                <a:gd name="T11" fmla="*/ 4 h 34"/>
                <a:gd name="T12" fmla="*/ 14 w 24"/>
                <a:gd name="T13" fmla="*/ 4 h 34"/>
                <a:gd name="T14" fmla="*/ 20 w 24"/>
                <a:gd name="T15" fmla="*/ 2 h 34"/>
                <a:gd name="T16" fmla="*/ 14 w 24"/>
                <a:gd name="T17" fmla="*/ 7 h 34"/>
                <a:gd name="T18" fmla="*/ 22 w 24"/>
                <a:gd name="T19" fmla="*/ 15 h 34"/>
                <a:gd name="T20" fmla="*/ 16 w 24"/>
                <a:gd name="T21" fmla="*/ 18 h 34"/>
                <a:gd name="T22" fmla="*/ 15 w 24"/>
                <a:gd name="T23" fmla="*/ 23 h 34"/>
                <a:gd name="T24" fmla="*/ 17 w 24"/>
                <a:gd name="T25" fmla="*/ 22 h 34"/>
                <a:gd name="T26" fmla="*/ 24 w 24"/>
                <a:gd name="T27" fmla="*/ 24 h 34"/>
                <a:gd name="T28" fmla="*/ 18 w 24"/>
                <a:gd name="T29" fmla="*/ 26 h 34"/>
                <a:gd name="T30" fmla="*/ 9 w 24"/>
                <a:gd name="T31" fmla="*/ 32 h 34"/>
                <a:gd name="T32" fmla="*/ 16 w 24"/>
                <a:gd name="T33" fmla="*/ 27 h 34"/>
                <a:gd name="T34" fmla="*/ 10 w 24"/>
                <a:gd name="T35" fmla="*/ 29 h 34"/>
                <a:gd name="T36" fmla="*/ 7 w 24"/>
                <a:gd name="T37" fmla="*/ 28 h 34"/>
                <a:gd name="T38" fmla="*/ 14 w 24"/>
                <a:gd name="T39" fmla="*/ 25 h 34"/>
                <a:gd name="T40" fmla="*/ 13 w 24"/>
                <a:gd name="T41" fmla="*/ 24 h 34"/>
                <a:gd name="T42" fmla="*/ 14 w 24"/>
                <a:gd name="T43" fmla="*/ 19 h 34"/>
                <a:gd name="T44" fmla="*/ 9 w 24"/>
                <a:gd name="T45" fmla="*/ 22 h 34"/>
                <a:gd name="T46" fmla="*/ 9 w 24"/>
                <a:gd name="T47" fmla="*/ 20 h 34"/>
                <a:gd name="T48" fmla="*/ 17 w 24"/>
                <a:gd name="T49" fmla="*/ 16 h 34"/>
                <a:gd name="T50" fmla="*/ 14 w 24"/>
                <a:gd name="T51" fmla="*/ 10 h 34"/>
                <a:gd name="T52" fmla="*/ 7 w 24"/>
                <a:gd name="T53" fmla="*/ 17 h 34"/>
                <a:gd name="T54" fmla="*/ 4 w 24"/>
                <a:gd name="T55" fmla="*/ 26 h 34"/>
                <a:gd name="T56" fmla="*/ 2 w 24"/>
                <a:gd name="T57" fmla="*/ 19 h 34"/>
                <a:gd name="T58" fmla="*/ 6 w 24"/>
                <a:gd name="T59" fmla="*/ 12 h 34"/>
                <a:gd name="T60" fmla="*/ 12 w 24"/>
                <a:gd name="T61" fmla="*/ 7 h 34"/>
                <a:gd name="T62" fmla="*/ 8 w 24"/>
                <a:gd name="T63" fmla="*/ 6 h 34"/>
                <a:gd name="T64" fmla="*/ 1 w 24"/>
                <a:gd name="T65" fmla="*/ 3 h 34"/>
                <a:gd name="T66" fmla="*/ 4 w 24"/>
                <a:gd name="T67" fmla="*/ 7 h 34"/>
                <a:gd name="T68" fmla="*/ 0 w 24"/>
                <a:gd name="T69" fmla="*/ 5 h 34"/>
                <a:gd name="T70" fmla="*/ 1 w 24"/>
                <a:gd name="T71" fmla="*/ 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4" h="34">
                  <a:moveTo>
                    <a:pt x="14" y="5"/>
                  </a:moveTo>
                  <a:cubicBezTo>
                    <a:pt x="14" y="5"/>
                    <a:pt x="14" y="5"/>
                    <a:pt x="14" y="5"/>
                  </a:cubicBezTo>
                  <a:cubicBezTo>
                    <a:pt x="14" y="5"/>
                    <a:pt x="14" y="5"/>
                    <a:pt x="14" y="5"/>
                  </a:cubicBezTo>
                  <a:cubicBezTo>
                    <a:pt x="14" y="5"/>
                    <a:pt x="14" y="5"/>
                    <a:pt x="14" y="5"/>
                  </a:cubicBezTo>
                  <a:cubicBezTo>
                    <a:pt x="14" y="5"/>
                    <a:pt x="14" y="5"/>
                    <a:pt x="14" y="5"/>
                  </a:cubicBezTo>
                  <a:cubicBezTo>
                    <a:pt x="14" y="5"/>
                    <a:pt x="14" y="5"/>
                    <a:pt x="14" y="5"/>
                  </a:cubicBezTo>
                  <a:cubicBezTo>
                    <a:pt x="14" y="5"/>
                    <a:pt x="14" y="5"/>
                    <a:pt x="14" y="5"/>
                  </a:cubicBezTo>
                  <a:close/>
                  <a:moveTo>
                    <a:pt x="14" y="4"/>
                  </a:moveTo>
                  <a:cubicBezTo>
                    <a:pt x="14" y="4"/>
                    <a:pt x="14" y="4"/>
                    <a:pt x="14" y="4"/>
                  </a:cubicBezTo>
                  <a:cubicBezTo>
                    <a:pt x="14" y="4"/>
                    <a:pt x="14" y="4"/>
                    <a:pt x="14" y="4"/>
                  </a:cubicBezTo>
                  <a:cubicBezTo>
                    <a:pt x="14" y="4"/>
                    <a:pt x="14" y="4"/>
                    <a:pt x="14" y="4"/>
                  </a:cubicBezTo>
                  <a:cubicBezTo>
                    <a:pt x="14" y="4"/>
                    <a:pt x="14" y="4"/>
                    <a:pt x="14" y="4"/>
                  </a:cubicBezTo>
                  <a:cubicBezTo>
                    <a:pt x="14" y="4"/>
                    <a:pt x="14" y="4"/>
                    <a:pt x="14" y="4"/>
                  </a:cubicBezTo>
                  <a:cubicBezTo>
                    <a:pt x="14" y="4"/>
                    <a:pt x="14" y="4"/>
                    <a:pt x="14" y="4"/>
                  </a:cubicBezTo>
                  <a:close/>
                  <a:moveTo>
                    <a:pt x="16" y="1"/>
                  </a:moveTo>
                  <a:cubicBezTo>
                    <a:pt x="17" y="0"/>
                    <a:pt x="19" y="1"/>
                    <a:pt x="20" y="2"/>
                  </a:cubicBezTo>
                  <a:cubicBezTo>
                    <a:pt x="20" y="2"/>
                    <a:pt x="21" y="2"/>
                    <a:pt x="20" y="2"/>
                  </a:cubicBezTo>
                  <a:cubicBezTo>
                    <a:pt x="20" y="4"/>
                    <a:pt x="16" y="5"/>
                    <a:pt x="14" y="7"/>
                  </a:cubicBezTo>
                  <a:cubicBezTo>
                    <a:pt x="15" y="8"/>
                    <a:pt x="16" y="7"/>
                    <a:pt x="18" y="8"/>
                  </a:cubicBezTo>
                  <a:cubicBezTo>
                    <a:pt x="20" y="8"/>
                    <a:pt x="24" y="12"/>
                    <a:pt x="22" y="15"/>
                  </a:cubicBezTo>
                  <a:cubicBezTo>
                    <a:pt x="21" y="16"/>
                    <a:pt x="20" y="16"/>
                    <a:pt x="19" y="16"/>
                  </a:cubicBezTo>
                  <a:cubicBezTo>
                    <a:pt x="18" y="17"/>
                    <a:pt x="17" y="16"/>
                    <a:pt x="16" y="18"/>
                  </a:cubicBezTo>
                  <a:cubicBezTo>
                    <a:pt x="16" y="18"/>
                    <a:pt x="16" y="19"/>
                    <a:pt x="17" y="20"/>
                  </a:cubicBezTo>
                  <a:cubicBezTo>
                    <a:pt x="16" y="21"/>
                    <a:pt x="16" y="22"/>
                    <a:pt x="15" y="23"/>
                  </a:cubicBezTo>
                  <a:cubicBezTo>
                    <a:pt x="16" y="24"/>
                    <a:pt x="16" y="24"/>
                    <a:pt x="17" y="24"/>
                  </a:cubicBezTo>
                  <a:cubicBezTo>
                    <a:pt x="17" y="23"/>
                    <a:pt x="17" y="23"/>
                    <a:pt x="17" y="22"/>
                  </a:cubicBezTo>
                  <a:cubicBezTo>
                    <a:pt x="18" y="22"/>
                    <a:pt x="21" y="22"/>
                    <a:pt x="22" y="22"/>
                  </a:cubicBezTo>
                  <a:cubicBezTo>
                    <a:pt x="23" y="22"/>
                    <a:pt x="23" y="24"/>
                    <a:pt x="24" y="24"/>
                  </a:cubicBezTo>
                  <a:cubicBezTo>
                    <a:pt x="23" y="25"/>
                    <a:pt x="23" y="25"/>
                    <a:pt x="23" y="26"/>
                  </a:cubicBezTo>
                  <a:cubicBezTo>
                    <a:pt x="21" y="27"/>
                    <a:pt x="20" y="24"/>
                    <a:pt x="18" y="26"/>
                  </a:cubicBezTo>
                  <a:cubicBezTo>
                    <a:pt x="17" y="27"/>
                    <a:pt x="19" y="29"/>
                    <a:pt x="19" y="31"/>
                  </a:cubicBezTo>
                  <a:cubicBezTo>
                    <a:pt x="18" y="34"/>
                    <a:pt x="11" y="34"/>
                    <a:pt x="9" y="32"/>
                  </a:cubicBezTo>
                  <a:cubicBezTo>
                    <a:pt x="9" y="32"/>
                    <a:pt x="9" y="32"/>
                    <a:pt x="9" y="32"/>
                  </a:cubicBezTo>
                  <a:cubicBezTo>
                    <a:pt x="12" y="30"/>
                    <a:pt x="16" y="30"/>
                    <a:pt x="16" y="27"/>
                  </a:cubicBezTo>
                  <a:cubicBezTo>
                    <a:pt x="16" y="27"/>
                    <a:pt x="16" y="27"/>
                    <a:pt x="16" y="27"/>
                  </a:cubicBezTo>
                  <a:cubicBezTo>
                    <a:pt x="14" y="27"/>
                    <a:pt x="12" y="29"/>
                    <a:pt x="10" y="29"/>
                  </a:cubicBezTo>
                  <a:cubicBezTo>
                    <a:pt x="10" y="29"/>
                    <a:pt x="8" y="29"/>
                    <a:pt x="8" y="29"/>
                  </a:cubicBezTo>
                  <a:cubicBezTo>
                    <a:pt x="8" y="28"/>
                    <a:pt x="7" y="28"/>
                    <a:pt x="7" y="28"/>
                  </a:cubicBezTo>
                  <a:cubicBezTo>
                    <a:pt x="7" y="28"/>
                    <a:pt x="7" y="28"/>
                    <a:pt x="7" y="28"/>
                  </a:cubicBezTo>
                  <a:cubicBezTo>
                    <a:pt x="9" y="27"/>
                    <a:pt x="14" y="26"/>
                    <a:pt x="14" y="25"/>
                  </a:cubicBezTo>
                  <a:cubicBezTo>
                    <a:pt x="14" y="24"/>
                    <a:pt x="14" y="24"/>
                    <a:pt x="14" y="24"/>
                  </a:cubicBezTo>
                  <a:cubicBezTo>
                    <a:pt x="14" y="24"/>
                    <a:pt x="13" y="24"/>
                    <a:pt x="13" y="24"/>
                  </a:cubicBezTo>
                  <a:cubicBezTo>
                    <a:pt x="13" y="23"/>
                    <a:pt x="13" y="22"/>
                    <a:pt x="13" y="22"/>
                  </a:cubicBezTo>
                  <a:cubicBezTo>
                    <a:pt x="13" y="21"/>
                    <a:pt x="14" y="20"/>
                    <a:pt x="14" y="19"/>
                  </a:cubicBezTo>
                  <a:cubicBezTo>
                    <a:pt x="14" y="19"/>
                    <a:pt x="14" y="19"/>
                    <a:pt x="13" y="19"/>
                  </a:cubicBezTo>
                  <a:cubicBezTo>
                    <a:pt x="12" y="18"/>
                    <a:pt x="10" y="21"/>
                    <a:pt x="9" y="22"/>
                  </a:cubicBezTo>
                  <a:cubicBezTo>
                    <a:pt x="9" y="22"/>
                    <a:pt x="9" y="22"/>
                    <a:pt x="9" y="22"/>
                  </a:cubicBezTo>
                  <a:cubicBezTo>
                    <a:pt x="9" y="22"/>
                    <a:pt x="9" y="21"/>
                    <a:pt x="9" y="20"/>
                  </a:cubicBezTo>
                  <a:cubicBezTo>
                    <a:pt x="9" y="18"/>
                    <a:pt x="12" y="16"/>
                    <a:pt x="14" y="17"/>
                  </a:cubicBezTo>
                  <a:cubicBezTo>
                    <a:pt x="15" y="17"/>
                    <a:pt x="16" y="16"/>
                    <a:pt x="17" y="16"/>
                  </a:cubicBezTo>
                  <a:cubicBezTo>
                    <a:pt x="17" y="15"/>
                    <a:pt x="18" y="14"/>
                    <a:pt x="18" y="14"/>
                  </a:cubicBezTo>
                  <a:cubicBezTo>
                    <a:pt x="19" y="11"/>
                    <a:pt x="16" y="10"/>
                    <a:pt x="14" y="10"/>
                  </a:cubicBezTo>
                  <a:cubicBezTo>
                    <a:pt x="12" y="10"/>
                    <a:pt x="10" y="12"/>
                    <a:pt x="10" y="13"/>
                  </a:cubicBezTo>
                  <a:cubicBezTo>
                    <a:pt x="9" y="14"/>
                    <a:pt x="8" y="16"/>
                    <a:pt x="7" y="17"/>
                  </a:cubicBezTo>
                  <a:cubicBezTo>
                    <a:pt x="6" y="18"/>
                    <a:pt x="6" y="19"/>
                    <a:pt x="5" y="20"/>
                  </a:cubicBezTo>
                  <a:cubicBezTo>
                    <a:pt x="4" y="22"/>
                    <a:pt x="5" y="24"/>
                    <a:pt x="4" y="26"/>
                  </a:cubicBezTo>
                  <a:cubicBezTo>
                    <a:pt x="1" y="26"/>
                    <a:pt x="0" y="24"/>
                    <a:pt x="0" y="21"/>
                  </a:cubicBezTo>
                  <a:cubicBezTo>
                    <a:pt x="0" y="21"/>
                    <a:pt x="1" y="20"/>
                    <a:pt x="2" y="19"/>
                  </a:cubicBezTo>
                  <a:cubicBezTo>
                    <a:pt x="2" y="18"/>
                    <a:pt x="3" y="17"/>
                    <a:pt x="3" y="16"/>
                  </a:cubicBezTo>
                  <a:cubicBezTo>
                    <a:pt x="4" y="15"/>
                    <a:pt x="5" y="14"/>
                    <a:pt x="6" y="12"/>
                  </a:cubicBezTo>
                  <a:cubicBezTo>
                    <a:pt x="8" y="11"/>
                    <a:pt x="11" y="9"/>
                    <a:pt x="12" y="7"/>
                  </a:cubicBezTo>
                  <a:cubicBezTo>
                    <a:pt x="12" y="7"/>
                    <a:pt x="12" y="7"/>
                    <a:pt x="12" y="7"/>
                  </a:cubicBezTo>
                  <a:cubicBezTo>
                    <a:pt x="10" y="7"/>
                    <a:pt x="8" y="7"/>
                    <a:pt x="8" y="6"/>
                  </a:cubicBezTo>
                  <a:cubicBezTo>
                    <a:pt x="8" y="6"/>
                    <a:pt x="8" y="6"/>
                    <a:pt x="8" y="6"/>
                  </a:cubicBezTo>
                  <a:cubicBezTo>
                    <a:pt x="12" y="4"/>
                    <a:pt x="14" y="2"/>
                    <a:pt x="16" y="1"/>
                  </a:cubicBezTo>
                  <a:close/>
                  <a:moveTo>
                    <a:pt x="1" y="3"/>
                  </a:moveTo>
                  <a:cubicBezTo>
                    <a:pt x="2" y="3"/>
                    <a:pt x="2" y="3"/>
                    <a:pt x="2" y="3"/>
                  </a:cubicBezTo>
                  <a:cubicBezTo>
                    <a:pt x="2" y="4"/>
                    <a:pt x="4" y="7"/>
                    <a:pt x="4" y="7"/>
                  </a:cubicBezTo>
                  <a:cubicBezTo>
                    <a:pt x="4" y="9"/>
                    <a:pt x="5" y="9"/>
                    <a:pt x="4" y="10"/>
                  </a:cubicBezTo>
                  <a:cubicBezTo>
                    <a:pt x="1" y="10"/>
                    <a:pt x="0" y="9"/>
                    <a:pt x="0" y="5"/>
                  </a:cubicBezTo>
                  <a:cubicBezTo>
                    <a:pt x="0" y="4"/>
                    <a:pt x="0" y="4"/>
                    <a:pt x="0" y="3"/>
                  </a:cubicBezTo>
                  <a:cubicBezTo>
                    <a:pt x="0" y="3"/>
                    <a:pt x="1" y="3"/>
                    <a:pt x="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59" name="Freeform 49"/>
            <p:cNvSpPr>
              <a:spLocks noEditPoints="1"/>
            </p:cNvSpPr>
            <p:nvPr/>
          </p:nvSpPr>
          <p:spPr bwMode="auto">
            <a:xfrm>
              <a:off x="8971025" y="4589766"/>
              <a:ext cx="50800" cy="52388"/>
            </a:xfrm>
            <a:custGeom>
              <a:avLst/>
              <a:gdLst>
                <a:gd name="T0" fmla="*/ 17 w 34"/>
                <a:gd name="T1" fmla="*/ 16 h 34"/>
                <a:gd name="T2" fmla="*/ 20 w 34"/>
                <a:gd name="T3" fmla="*/ 27 h 34"/>
                <a:gd name="T4" fmla="*/ 18 w 34"/>
                <a:gd name="T5" fmla="*/ 21 h 34"/>
                <a:gd name="T6" fmla="*/ 20 w 34"/>
                <a:gd name="T7" fmla="*/ 21 h 34"/>
                <a:gd name="T8" fmla="*/ 25 w 34"/>
                <a:gd name="T9" fmla="*/ 18 h 34"/>
                <a:gd name="T10" fmla="*/ 22 w 34"/>
                <a:gd name="T11" fmla="*/ 20 h 34"/>
                <a:gd name="T12" fmla="*/ 21 w 34"/>
                <a:gd name="T13" fmla="*/ 14 h 34"/>
                <a:gd name="T14" fmla="*/ 28 w 34"/>
                <a:gd name="T15" fmla="*/ 6 h 34"/>
                <a:gd name="T16" fmla="*/ 26 w 34"/>
                <a:gd name="T17" fmla="*/ 10 h 34"/>
                <a:gd name="T18" fmla="*/ 28 w 34"/>
                <a:gd name="T19" fmla="*/ 6 h 34"/>
                <a:gd name="T20" fmla="*/ 26 w 34"/>
                <a:gd name="T21" fmla="*/ 0 h 34"/>
                <a:gd name="T22" fmla="*/ 28 w 34"/>
                <a:gd name="T23" fmla="*/ 5 h 34"/>
                <a:gd name="T24" fmla="*/ 34 w 34"/>
                <a:gd name="T25" fmla="*/ 9 h 34"/>
                <a:gd name="T26" fmla="*/ 28 w 34"/>
                <a:gd name="T27" fmla="*/ 13 h 34"/>
                <a:gd name="T28" fmla="*/ 28 w 34"/>
                <a:gd name="T29" fmla="*/ 17 h 34"/>
                <a:gd name="T30" fmla="*/ 27 w 34"/>
                <a:gd name="T31" fmla="*/ 25 h 34"/>
                <a:gd name="T32" fmla="*/ 32 w 34"/>
                <a:gd name="T33" fmla="*/ 31 h 34"/>
                <a:gd name="T34" fmla="*/ 26 w 34"/>
                <a:gd name="T35" fmla="*/ 30 h 34"/>
                <a:gd name="T36" fmla="*/ 22 w 34"/>
                <a:gd name="T37" fmla="*/ 30 h 34"/>
                <a:gd name="T38" fmla="*/ 15 w 34"/>
                <a:gd name="T39" fmla="*/ 29 h 34"/>
                <a:gd name="T40" fmla="*/ 13 w 34"/>
                <a:gd name="T41" fmla="*/ 26 h 34"/>
                <a:gd name="T42" fmla="*/ 13 w 34"/>
                <a:gd name="T43" fmla="*/ 31 h 34"/>
                <a:gd name="T44" fmla="*/ 10 w 34"/>
                <a:gd name="T45" fmla="*/ 27 h 34"/>
                <a:gd name="T46" fmla="*/ 8 w 34"/>
                <a:gd name="T47" fmla="*/ 23 h 34"/>
                <a:gd name="T48" fmla="*/ 2 w 34"/>
                <a:gd name="T49" fmla="*/ 19 h 34"/>
                <a:gd name="T50" fmla="*/ 4 w 34"/>
                <a:gd name="T51" fmla="*/ 16 h 34"/>
                <a:gd name="T52" fmla="*/ 13 w 34"/>
                <a:gd name="T53" fmla="*/ 15 h 34"/>
                <a:gd name="T54" fmla="*/ 16 w 34"/>
                <a:gd name="T55" fmla="*/ 9 h 34"/>
                <a:gd name="T56" fmla="*/ 11 w 34"/>
                <a:gd name="T57" fmla="*/ 7 h 34"/>
                <a:gd name="T58" fmla="*/ 10 w 34"/>
                <a:gd name="T59" fmla="*/ 5 h 34"/>
                <a:gd name="T60" fmla="*/ 12 w 34"/>
                <a:gd name="T61" fmla="*/ 6 h 34"/>
                <a:gd name="T62" fmla="*/ 20 w 34"/>
                <a:gd name="T63" fmla="*/ 0 h 34"/>
                <a:gd name="T64" fmla="*/ 23 w 34"/>
                <a:gd name="T65" fmla="*/ 1 h 34"/>
                <a:gd name="T66" fmla="*/ 17 w 34"/>
                <a:gd name="T67" fmla="*/ 11 h 34"/>
                <a:gd name="T68" fmla="*/ 19 w 34"/>
                <a:gd name="T69" fmla="*/ 11 h 34"/>
                <a:gd name="T70" fmla="*/ 23 w 34"/>
                <a:gd name="T71" fmla="*/ 7 h 34"/>
                <a:gd name="T72" fmla="*/ 26 w 34"/>
                <a:gd name="T73"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4" h="34">
                  <a:moveTo>
                    <a:pt x="21" y="13"/>
                  </a:moveTo>
                  <a:cubicBezTo>
                    <a:pt x="19" y="14"/>
                    <a:pt x="18" y="15"/>
                    <a:pt x="17" y="16"/>
                  </a:cubicBezTo>
                  <a:cubicBezTo>
                    <a:pt x="16" y="18"/>
                    <a:pt x="12" y="21"/>
                    <a:pt x="14" y="24"/>
                  </a:cubicBezTo>
                  <a:cubicBezTo>
                    <a:pt x="15" y="26"/>
                    <a:pt x="17" y="28"/>
                    <a:pt x="20" y="27"/>
                  </a:cubicBezTo>
                  <a:cubicBezTo>
                    <a:pt x="20" y="27"/>
                    <a:pt x="20" y="27"/>
                    <a:pt x="21" y="27"/>
                  </a:cubicBezTo>
                  <a:cubicBezTo>
                    <a:pt x="20" y="25"/>
                    <a:pt x="19" y="22"/>
                    <a:pt x="18" y="21"/>
                  </a:cubicBezTo>
                  <a:cubicBezTo>
                    <a:pt x="18" y="21"/>
                    <a:pt x="18" y="21"/>
                    <a:pt x="18" y="21"/>
                  </a:cubicBezTo>
                  <a:cubicBezTo>
                    <a:pt x="19" y="21"/>
                    <a:pt x="20" y="21"/>
                    <a:pt x="20" y="21"/>
                  </a:cubicBezTo>
                  <a:cubicBezTo>
                    <a:pt x="21" y="22"/>
                    <a:pt x="24" y="24"/>
                    <a:pt x="24" y="23"/>
                  </a:cubicBezTo>
                  <a:cubicBezTo>
                    <a:pt x="25" y="22"/>
                    <a:pt x="26" y="19"/>
                    <a:pt x="25" y="18"/>
                  </a:cubicBezTo>
                  <a:cubicBezTo>
                    <a:pt x="25" y="18"/>
                    <a:pt x="25" y="18"/>
                    <a:pt x="24" y="18"/>
                  </a:cubicBezTo>
                  <a:cubicBezTo>
                    <a:pt x="24" y="18"/>
                    <a:pt x="23" y="19"/>
                    <a:pt x="22" y="20"/>
                  </a:cubicBezTo>
                  <a:cubicBezTo>
                    <a:pt x="22" y="20"/>
                    <a:pt x="22" y="19"/>
                    <a:pt x="21" y="19"/>
                  </a:cubicBezTo>
                  <a:cubicBezTo>
                    <a:pt x="21" y="17"/>
                    <a:pt x="21" y="16"/>
                    <a:pt x="21" y="14"/>
                  </a:cubicBezTo>
                  <a:cubicBezTo>
                    <a:pt x="22" y="13"/>
                    <a:pt x="21" y="13"/>
                    <a:pt x="21" y="13"/>
                  </a:cubicBezTo>
                  <a:close/>
                  <a:moveTo>
                    <a:pt x="28" y="6"/>
                  </a:moveTo>
                  <a:cubicBezTo>
                    <a:pt x="28" y="7"/>
                    <a:pt x="26" y="9"/>
                    <a:pt x="26" y="10"/>
                  </a:cubicBezTo>
                  <a:cubicBezTo>
                    <a:pt x="26" y="10"/>
                    <a:pt x="26" y="10"/>
                    <a:pt x="26" y="10"/>
                  </a:cubicBezTo>
                  <a:cubicBezTo>
                    <a:pt x="27" y="10"/>
                    <a:pt x="30" y="9"/>
                    <a:pt x="30" y="9"/>
                  </a:cubicBezTo>
                  <a:cubicBezTo>
                    <a:pt x="30" y="8"/>
                    <a:pt x="29" y="7"/>
                    <a:pt x="28" y="6"/>
                  </a:cubicBezTo>
                  <a:cubicBezTo>
                    <a:pt x="28" y="6"/>
                    <a:pt x="28" y="6"/>
                    <a:pt x="28" y="6"/>
                  </a:cubicBezTo>
                  <a:close/>
                  <a:moveTo>
                    <a:pt x="26" y="0"/>
                  </a:moveTo>
                  <a:cubicBezTo>
                    <a:pt x="28" y="1"/>
                    <a:pt x="29" y="1"/>
                    <a:pt x="29" y="3"/>
                  </a:cubicBezTo>
                  <a:cubicBezTo>
                    <a:pt x="29" y="3"/>
                    <a:pt x="28" y="4"/>
                    <a:pt x="28" y="5"/>
                  </a:cubicBezTo>
                  <a:cubicBezTo>
                    <a:pt x="29" y="7"/>
                    <a:pt x="32" y="7"/>
                    <a:pt x="34" y="8"/>
                  </a:cubicBezTo>
                  <a:cubicBezTo>
                    <a:pt x="34" y="9"/>
                    <a:pt x="34" y="9"/>
                    <a:pt x="34" y="9"/>
                  </a:cubicBezTo>
                  <a:cubicBezTo>
                    <a:pt x="32" y="11"/>
                    <a:pt x="30" y="11"/>
                    <a:pt x="29" y="11"/>
                  </a:cubicBezTo>
                  <a:cubicBezTo>
                    <a:pt x="28" y="12"/>
                    <a:pt x="28" y="12"/>
                    <a:pt x="28" y="13"/>
                  </a:cubicBezTo>
                  <a:cubicBezTo>
                    <a:pt x="26" y="13"/>
                    <a:pt x="25" y="13"/>
                    <a:pt x="24" y="15"/>
                  </a:cubicBezTo>
                  <a:cubicBezTo>
                    <a:pt x="25" y="16"/>
                    <a:pt x="28" y="16"/>
                    <a:pt x="28" y="17"/>
                  </a:cubicBezTo>
                  <a:cubicBezTo>
                    <a:pt x="28" y="18"/>
                    <a:pt x="28" y="21"/>
                    <a:pt x="28" y="22"/>
                  </a:cubicBezTo>
                  <a:cubicBezTo>
                    <a:pt x="27" y="23"/>
                    <a:pt x="26" y="24"/>
                    <a:pt x="27" y="25"/>
                  </a:cubicBezTo>
                  <a:cubicBezTo>
                    <a:pt x="27" y="26"/>
                    <a:pt x="29" y="26"/>
                    <a:pt x="30" y="27"/>
                  </a:cubicBezTo>
                  <a:cubicBezTo>
                    <a:pt x="31" y="28"/>
                    <a:pt x="32" y="29"/>
                    <a:pt x="32" y="31"/>
                  </a:cubicBezTo>
                  <a:cubicBezTo>
                    <a:pt x="32" y="32"/>
                    <a:pt x="30" y="34"/>
                    <a:pt x="28" y="33"/>
                  </a:cubicBezTo>
                  <a:cubicBezTo>
                    <a:pt x="27" y="33"/>
                    <a:pt x="26" y="31"/>
                    <a:pt x="26" y="30"/>
                  </a:cubicBezTo>
                  <a:cubicBezTo>
                    <a:pt x="25" y="30"/>
                    <a:pt x="25" y="30"/>
                    <a:pt x="24" y="29"/>
                  </a:cubicBezTo>
                  <a:cubicBezTo>
                    <a:pt x="24" y="29"/>
                    <a:pt x="22" y="30"/>
                    <a:pt x="22" y="30"/>
                  </a:cubicBezTo>
                  <a:cubicBezTo>
                    <a:pt x="21" y="30"/>
                    <a:pt x="21" y="30"/>
                    <a:pt x="20" y="30"/>
                  </a:cubicBezTo>
                  <a:cubicBezTo>
                    <a:pt x="19" y="30"/>
                    <a:pt x="17" y="30"/>
                    <a:pt x="15" y="29"/>
                  </a:cubicBezTo>
                  <a:cubicBezTo>
                    <a:pt x="15" y="28"/>
                    <a:pt x="14" y="27"/>
                    <a:pt x="14" y="26"/>
                  </a:cubicBezTo>
                  <a:cubicBezTo>
                    <a:pt x="14" y="26"/>
                    <a:pt x="14" y="26"/>
                    <a:pt x="13" y="26"/>
                  </a:cubicBezTo>
                  <a:cubicBezTo>
                    <a:pt x="13" y="26"/>
                    <a:pt x="13" y="26"/>
                    <a:pt x="13" y="26"/>
                  </a:cubicBezTo>
                  <a:cubicBezTo>
                    <a:pt x="13" y="27"/>
                    <a:pt x="14" y="31"/>
                    <a:pt x="13" y="31"/>
                  </a:cubicBezTo>
                  <a:cubicBezTo>
                    <a:pt x="12" y="31"/>
                    <a:pt x="12" y="30"/>
                    <a:pt x="11" y="30"/>
                  </a:cubicBezTo>
                  <a:cubicBezTo>
                    <a:pt x="10" y="29"/>
                    <a:pt x="11" y="28"/>
                    <a:pt x="10" y="27"/>
                  </a:cubicBezTo>
                  <a:cubicBezTo>
                    <a:pt x="10" y="26"/>
                    <a:pt x="9" y="25"/>
                    <a:pt x="9" y="25"/>
                  </a:cubicBezTo>
                  <a:cubicBezTo>
                    <a:pt x="8" y="24"/>
                    <a:pt x="9" y="23"/>
                    <a:pt x="8" y="23"/>
                  </a:cubicBezTo>
                  <a:cubicBezTo>
                    <a:pt x="8" y="23"/>
                    <a:pt x="4" y="24"/>
                    <a:pt x="3" y="23"/>
                  </a:cubicBezTo>
                  <a:cubicBezTo>
                    <a:pt x="2" y="23"/>
                    <a:pt x="0" y="21"/>
                    <a:pt x="2" y="19"/>
                  </a:cubicBezTo>
                  <a:cubicBezTo>
                    <a:pt x="2" y="19"/>
                    <a:pt x="3" y="19"/>
                    <a:pt x="3" y="18"/>
                  </a:cubicBezTo>
                  <a:cubicBezTo>
                    <a:pt x="4" y="18"/>
                    <a:pt x="3" y="17"/>
                    <a:pt x="4" y="16"/>
                  </a:cubicBezTo>
                  <a:cubicBezTo>
                    <a:pt x="4" y="16"/>
                    <a:pt x="6" y="17"/>
                    <a:pt x="6" y="17"/>
                  </a:cubicBezTo>
                  <a:cubicBezTo>
                    <a:pt x="8" y="17"/>
                    <a:pt x="12" y="16"/>
                    <a:pt x="13" y="15"/>
                  </a:cubicBezTo>
                  <a:cubicBezTo>
                    <a:pt x="13" y="14"/>
                    <a:pt x="14" y="12"/>
                    <a:pt x="14" y="11"/>
                  </a:cubicBezTo>
                  <a:cubicBezTo>
                    <a:pt x="14" y="10"/>
                    <a:pt x="15" y="10"/>
                    <a:pt x="16" y="9"/>
                  </a:cubicBezTo>
                  <a:cubicBezTo>
                    <a:pt x="16" y="9"/>
                    <a:pt x="16" y="9"/>
                    <a:pt x="15" y="8"/>
                  </a:cubicBezTo>
                  <a:cubicBezTo>
                    <a:pt x="14" y="8"/>
                    <a:pt x="13" y="8"/>
                    <a:pt x="11" y="7"/>
                  </a:cubicBezTo>
                  <a:cubicBezTo>
                    <a:pt x="11" y="7"/>
                    <a:pt x="11" y="7"/>
                    <a:pt x="10" y="6"/>
                  </a:cubicBezTo>
                  <a:cubicBezTo>
                    <a:pt x="10" y="6"/>
                    <a:pt x="10" y="6"/>
                    <a:pt x="10" y="5"/>
                  </a:cubicBezTo>
                  <a:cubicBezTo>
                    <a:pt x="10" y="5"/>
                    <a:pt x="10" y="5"/>
                    <a:pt x="11" y="5"/>
                  </a:cubicBezTo>
                  <a:cubicBezTo>
                    <a:pt x="12" y="5"/>
                    <a:pt x="12" y="6"/>
                    <a:pt x="12" y="6"/>
                  </a:cubicBezTo>
                  <a:cubicBezTo>
                    <a:pt x="13" y="6"/>
                    <a:pt x="17" y="5"/>
                    <a:pt x="17" y="4"/>
                  </a:cubicBezTo>
                  <a:cubicBezTo>
                    <a:pt x="18" y="3"/>
                    <a:pt x="18" y="1"/>
                    <a:pt x="20" y="0"/>
                  </a:cubicBezTo>
                  <a:cubicBezTo>
                    <a:pt x="21" y="0"/>
                    <a:pt x="22" y="0"/>
                    <a:pt x="23" y="1"/>
                  </a:cubicBezTo>
                  <a:cubicBezTo>
                    <a:pt x="23" y="1"/>
                    <a:pt x="23" y="1"/>
                    <a:pt x="23" y="1"/>
                  </a:cubicBezTo>
                  <a:cubicBezTo>
                    <a:pt x="22" y="3"/>
                    <a:pt x="21" y="3"/>
                    <a:pt x="20" y="5"/>
                  </a:cubicBezTo>
                  <a:cubicBezTo>
                    <a:pt x="18" y="6"/>
                    <a:pt x="18" y="9"/>
                    <a:pt x="17" y="11"/>
                  </a:cubicBezTo>
                  <a:cubicBezTo>
                    <a:pt x="17" y="11"/>
                    <a:pt x="16" y="12"/>
                    <a:pt x="16" y="13"/>
                  </a:cubicBezTo>
                  <a:cubicBezTo>
                    <a:pt x="18" y="13"/>
                    <a:pt x="18" y="11"/>
                    <a:pt x="19" y="11"/>
                  </a:cubicBezTo>
                  <a:cubicBezTo>
                    <a:pt x="20" y="11"/>
                    <a:pt x="22" y="11"/>
                    <a:pt x="22" y="10"/>
                  </a:cubicBezTo>
                  <a:cubicBezTo>
                    <a:pt x="23" y="9"/>
                    <a:pt x="22" y="8"/>
                    <a:pt x="23" y="7"/>
                  </a:cubicBezTo>
                  <a:cubicBezTo>
                    <a:pt x="24" y="6"/>
                    <a:pt x="24" y="4"/>
                    <a:pt x="25" y="3"/>
                  </a:cubicBezTo>
                  <a:cubicBezTo>
                    <a:pt x="26" y="2"/>
                    <a:pt x="25" y="1"/>
                    <a:pt x="2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60" name="Freeform 50"/>
            <p:cNvSpPr>
              <a:spLocks noEditPoints="1"/>
            </p:cNvSpPr>
            <p:nvPr/>
          </p:nvSpPr>
          <p:spPr bwMode="auto">
            <a:xfrm>
              <a:off x="8756713" y="4715179"/>
              <a:ext cx="52388" cy="44450"/>
            </a:xfrm>
            <a:custGeom>
              <a:avLst/>
              <a:gdLst>
                <a:gd name="T0" fmla="*/ 15 w 35"/>
                <a:gd name="T1" fmla="*/ 20 h 30"/>
                <a:gd name="T2" fmla="*/ 16 w 35"/>
                <a:gd name="T3" fmla="*/ 24 h 30"/>
                <a:gd name="T4" fmla="*/ 18 w 35"/>
                <a:gd name="T5" fmla="*/ 23 h 30"/>
                <a:gd name="T6" fmla="*/ 20 w 35"/>
                <a:gd name="T7" fmla="*/ 24 h 30"/>
                <a:gd name="T8" fmla="*/ 20 w 35"/>
                <a:gd name="T9" fmla="*/ 24 h 30"/>
                <a:gd name="T10" fmla="*/ 21 w 35"/>
                <a:gd name="T11" fmla="*/ 22 h 30"/>
                <a:gd name="T12" fmla="*/ 16 w 35"/>
                <a:gd name="T13" fmla="*/ 20 h 30"/>
                <a:gd name="T14" fmla="*/ 15 w 35"/>
                <a:gd name="T15" fmla="*/ 20 h 30"/>
                <a:gd name="T16" fmla="*/ 14 w 35"/>
                <a:gd name="T17" fmla="*/ 7 h 30"/>
                <a:gd name="T18" fmla="*/ 16 w 35"/>
                <a:gd name="T19" fmla="*/ 13 h 30"/>
                <a:gd name="T20" fmla="*/ 18 w 35"/>
                <a:gd name="T21" fmla="*/ 13 h 30"/>
                <a:gd name="T22" fmla="*/ 18 w 35"/>
                <a:gd name="T23" fmla="*/ 13 h 30"/>
                <a:gd name="T24" fmla="*/ 14 w 35"/>
                <a:gd name="T25" fmla="*/ 6 h 30"/>
                <a:gd name="T26" fmla="*/ 14 w 35"/>
                <a:gd name="T27" fmla="*/ 6 h 30"/>
                <a:gd name="T28" fmla="*/ 14 w 35"/>
                <a:gd name="T29" fmla="*/ 7 h 30"/>
                <a:gd name="T30" fmla="*/ 0 w 35"/>
                <a:gd name="T31" fmla="*/ 14 h 30"/>
                <a:gd name="T32" fmla="*/ 6 w 35"/>
                <a:gd name="T33" fmla="*/ 9 h 30"/>
                <a:gd name="T34" fmla="*/ 11 w 35"/>
                <a:gd name="T35" fmla="*/ 10 h 30"/>
                <a:gd name="T36" fmla="*/ 12 w 35"/>
                <a:gd name="T37" fmla="*/ 3 h 30"/>
                <a:gd name="T38" fmla="*/ 15 w 35"/>
                <a:gd name="T39" fmla="*/ 0 h 30"/>
                <a:gd name="T40" fmla="*/ 18 w 35"/>
                <a:gd name="T41" fmla="*/ 6 h 30"/>
                <a:gd name="T42" fmla="*/ 20 w 35"/>
                <a:gd name="T43" fmla="*/ 10 h 30"/>
                <a:gd name="T44" fmla="*/ 20 w 35"/>
                <a:gd name="T45" fmla="*/ 9 h 30"/>
                <a:gd name="T46" fmla="*/ 22 w 35"/>
                <a:gd name="T47" fmla="*/ 5 h 30"/>
                <a:gd name="T48" fmla="*/ 24 w 35"/>
                <a:gd name="T49" fmla="*/ 5 h 30"/>
                <a:gd name="T50" fmla="*/ 24 w 35"/>
                <a:gd name="T51" fmla="*/ 9 h 30"/>
                <a:gd name="T52" fmla="*/ 25 w 35"/>
                <a:gd name="T53" fmla="*/ 14 h 30"/>
                <a:gd name="T54" fmla="*/ 25 w 35"/>
                <a:gd name="T55" fmla="*/ 16 h 30"/>
                <a:gd name="T56" fmla="*/ 30 w 35"/>
                <a:gd name="T57" fmla="*/ 18 h 30"/>
                <a:gd name="T58" fmla="*/ 31 w 35"/>
                <a:gd name="T59" fmla="*/ 20 h 30"/>
                <a:gd name="T60" fmla="*/ 34 w 35"/>
                <a:gd name="T61" fmla="*/ 22 h 30"/>
                <a:gd name="T62" fmla="*/ 35 w 35"/>
                <a:gd name="T63" fmla="*/ 23 h 30"/>
                <a:gd name="T64" fmla="*/ 35 w 35"/>
                <a:gd name="T65" fmla="*/ 23 h 30"/>
                <a:gd name="T66" fmla="*/ 29 w 35"/>
                <a:gd name="T67" fmla="*/ 23 h 30"/>
                <a:gd name="T68" fmla="*/ 26 w 35"/>
                <a:gd name="T69" fmla="*/ 23 h 30"/>
                <a:gd name="T70" fmla="*/ 25 w 35"/>
                <a:gd name="T71" fmla="*/ 24 h 30"/>
                <a:gd name="T72" fmla="*/ 21 w 35"/>
                <a:gd name="T73" fmla="*/ 26 h 30"/>
                <a:gd name="T74" fmla="*/ 21 w 35"/>
                <a:gd name="T75" fmla="*/ 28 h 30"/>
                <a:gd name="T76" fmla="*/ 19 w 35"/>
                <a:gd name="T77" fmla="*/ 28 h 30"/>
                <a:gd name="T78" fmla="*/ 17 w 35"/>
                <a:gd name="T79" fmla="*/ 30 h 30"/>
                <a:gd name="T80" fmla="*/ 14 w 35"/>
                <a:gd name="T81" fmla="*/ 30 h 30"/>
                <a:gd name="T82" fmla="*/ 14 w 35"/>
                <a:gd name="T83" fmla="*/ 30 h 30"/>
                <a:gd name="T84" fmla="*/ 9 w 35"/>
                <a:gd name="T85" fmla="*/ 28 h 30"/>
                <a:gd name="T86" fmla="*/ 11 w 35"/>
                <a:gd name="T87" fmla="*/ 26 h 30"/>
                <a:gd name="T88" fmla="*/ 11 w 35"/>
                <a:gd name="T89" fmla="*/ 23 h 30"/>
                <a:gd name="T90" fmla="*/ 10 w 35"/>
                <a:gd name="T91" fmla="*/ 17 h 30"/>
                <a:gd name="T92" fmla="*/ 8 w 35"/>
                <a:gd name="T93" fmla="*/ 16 h 30"/>
                <a:gd name="T94" fmla="*/ 6 w 35"/>
                <a:gd name="T95" fmla="*/ 16 h 30"/>
                <a:gd name="T96" fmla="*/ 4 w 35"/>
                <a:gd name="T97" fmla="*/ 15 h 30"/>
                <a:gd name="T98" fmla="*/ 0 w 35"/>
                <a:gd name="T99" fmla="*/ 14 h 30"/>
                <a:gd name="T100" fmla="*/ 0 w 35"/>
                <a:gd name="T101" fmla="*/ 14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5" h="30">
                  <a:moveTo>
                    <a:pt x="15" y="20"/>
                  </a:moveTo>
                  <a:cubicBezTo>
                    <a:pt x="15" y="22"/>
                    <a:pt x="16" y="22"/>
                    <a:pt x="16" y="24"/>
                  </a:cubicBezTo>
                  <a:cubicBezTo>
                    <a:pt x="18" y="24"/>
                    <a:pt x="18" y="23"/>
                    <a:pt x="18" y="23"/>
                  </a:cubicBezTo>
                  <a:cubicBezTo>
                    <a:pt x="19" y="23"/>
                    <a:pt x="20" y="24"/>
                    <a:pt x="20" y="24"/>
                  </a:cubicBezTo>
                  <a:cubicBezTo>
                    <a:pt x="20" y="24"/>
                    <a:pt x="20" y="24"/>
                    <a:pt x="20" y="24"/>
                  </a:cubicBezTo>
                  <a:cubicBezTo>
                    <a:pt x="20" y="24"/>
                    <a:pt x="21" y="23"/>
                    <a:pt x="21" y="22"/>
                  </a:cubicBezTo>
                  <a:cubicBezTo>
                    <a:pt x="20" y="21"/>
                    <a:pt x="18" y="20"/>
                    <a:pt x="16" y="20"/>
                  </a:cubicBezTo>
                  <a:cubicBezTo>
                    <a:pt x="15" y="20"/>
                    <a:pt x="15" y="20"/>
                    <a:pt x="15" y="20"/>
                  </a:cubicBezTo>
                  <a:close/>
                  <a:moveTo>
                    <a:pt x="14" y="7"/>
                  </a:moveTo>
                  <a:cubicBezTo>
                    <a:pt x="14" y="10"/>
                    <a:pt x="12" y="12"/>
                    <a:pt x="16" y="13"/>
                  </a:cubicBezTo>
                  <a:cubicBezTo>
                    <a:pt x="17" y="13"/>
                    <a:pt x="17" y="13"/>
                    <a:pt x="18" y="13"/>
                  </a:cubicBezTo>
                  <a:cubicBezTo>
                    <a:pt x="18" y="13"/>
                    <a:pt x="18" y="13"/>
                    <a:pt x="18" y="13"/>
                  </a:cubicBezTo>
                  <a:cubicBezTo>
                    <a:pt x="16" y="11"/>
                    <a:pt x="16" y="8"/>
                    <a:pt x="14" y="6"/>
                  </a:cubicBezTo>
                  <a:cubicBezTo>
                    <a:pt x="14" y="6"/>
                    <a:pt x="14" y="6"/>
                    <a:pt x="14" y="6"/>
                  </a:cubicBezTo>
                  <a:cubicBezTo>
                    <a:pt x="14" y="6"/>
                    <a:pt x="14" y="6"/>
                    <a:pt x="14" y="7"/>
                  </a:cubicBezTo>
                  <a:close/>
                  <a:moveTo>
                    <a:pt x="0" y="14"/>
                  </a:moveTo>
                  <a:cubicBezTo>
                    <a:pt x="1" y="13"/>
                    <a:pt x="5" y="9"/>
                    <a:pt x="6" y="9"/>
                  </a:cubicBezTo>
                  <a:cubicBezTo>
                    <a:pt x="8" y="9"/>
                    <a:pt x="9" y="10"/>
                    <a:pt x="11" y="10"/>
                  </a:cubicBezTo>
                  <a:cubicBezTo>
                    <a:pt x="12" y="8"/>
                    <a:pt x="12" y="6"/>
                    <a:pt x="12" y="3"/>
                  </a:cubicBezTo>
                  <a:cubicBezTo>
                    <a:pt x="12" y="2"/>
                    <a:pt x="14" y="0"/>
                    <a:pt x="15" y="0"/>
                  </a:cubicBezTo>
                  <a:cubicBezTo>
                    <a:pt x="16" y="2"/>
                    <a:pt x="17" y="4"/>
                    <a:pt x="18" y="6"/>
                  </a:cubicBezTo>
                  <a:cubicBezTo>
                    <a:pt x="18" y="7"/>
                    <a:pt x="18" y="9"/>
                    <a:pt x="20" y="10"/>
                  </a:cubicBezTo>
                  <a:cubicBezTo>
                    <a:pt x="20" y="10"/>
                    <a:pt x="20" y="10"/>
                    <a:pt x="20" y="9"/>
                  </a:cubicBezTo>
                  <a:cubicBezTo>
                    <a:pt x="21" y="9"/>
                    <a:pt x="21" y="6"/>
                    <a:pt x="22" y="5"/>
                  </a:cubicBezTo>
                  <a:cubicBezTo>
                    <a:pt x="22" y="5"/>
                    <a:pt x="23" y="5"/>
                    <a:pt x="24" y="5"/>
                  </a:cubicBezTo>
                  <a:cubicBezTo>
                    <a:pt x="25" y="6"/>
                    <a:pt x="24" y="8"/>
                    <a:pt x="24" y="9"/>
                  </a:cubicBezTo>
                  <a:cubicBezTo>
                    <a:pt x="24" y="11"/>
                    <a:pt x="25" y="12"/>
                    <a:pt x="25" y="14"/>
                  </a:cubicBezTo>
                  <a:cubicBezTo>
                    <a:pt x="26" y="15"/>
                    <a:pt x="25" y="15"/>
                    <a:pt x="25" y="16"/>
                  </a:cubicBezTo>
                  <a:cubicBezTo>
                    <a:pt x="26" y="18"/>
                    <a:pt x="29" y="17"/>
                    <a:pt x="30" y="18"/>
                  </a:cubicBezTo>
                  <a:cubicBezTo>
                    <a:pt x="31" y="19"/>
                    <a:pt x="31" y="20"/>
                    <a:pt x="31" y="20"/>
                  </a:cubicBezTo>
                  <a:cubicBezTo>
                    <a:pt x="32" y="21"/>
                    <a:pt x="33" y="21"/>
                    <a:pt x="34" y="22"/>
                  </a:cubicBezTo>
                  <a:cubicBezTo>
                    <a:pt x="34" y="22"/>
                    <a:pt x="35" y="22"/>
                    <a:pt x="35" y="23"/>
                  </a:cubicBezTo>
                  <a:cubicBezTo>
                    <a:pt x="35" y="23"/>
                    <a:pt x="35" y="23"/>
                    <a:pt x="35" y="23"/>
                  </a:cubicBezTo>
                  <a:cubicBezTo>
                    <a:pt x="33" y="22"/>
                    <a:pt x="31" y="23"/>
                    <a:pt x="29" y="23"/>
                  </a:cubicBezTo>
                  <a:cubicBezTo>
                    <a:pt x="28" y="23"/>
                    <a:pt x="27" y="22"/>
                    <a:pt x="26" y="23"/>
                  </a:cubicBezTo>
                  <a:cubicBezTo>
                    <a:pt x="26" y="23"/>
                    <a:pt x="25" y="24"/>
                    <a:pt x="25" y="24"/>
                  </a:cubicBezTo>
                  <a:cubicBezTo>
                    <a:pt x="24" y="25"/>
                    <a:pt x="22" y="24"/>
                    <a:pt x="21" y="26"/>
                  </a:cubicBezTo>
                  <a:cubicBezTo>
                    <a:pt x="21" y="26"/>
                    <a:pt x="21" y="27"/>
                    <a:pt x="21" y="28"/>
                  </a:cubicBezTo>
                  <a:cubicBezTo>
                    <a:pt x="20" y="28"/>
                    <a:pt x="20" y="28"/>
                    <a:pt x="19" y="28"/>
                  </a:cubicBezTo>
                  <a:cubicBezTo>
                    <a:pt x="18" y="28"/>
                    <a:pt x="18" y="29"/>
                    <a:pt x="17" y="30"/>
                  </a:cubicBezTo>
                  <a:cubicBezTo>
                    <a:pt x="16" y="30"/>
                    <a:pt x="15" y="28"/>
                    <a:pt x="14" y="30"/>
                  </a:cubicBezTo>
                  <a:cubicBezTo>
                    <a:pt x="14" y="30"/>
                    <a:pt x="14" y="30"/>
                    <a:pt x="14" y="30"/>
                  </a:cubicBezTo>
                  <a:cubicBezTo>
                    <a:pt x="13" y="28"/>
                    <a:pt x="11" y="28"/>
                    <a:pt x="9" y="28"/>
                  </a:cubicBezTo>
                  <a:cubicBezTo>
                    <a:pt x="10" y="26"/>
                    <a:pt x="11" y="26"/>
                    <a:pt x="11" y="26"/>
                  </a:cubicBezTo>
                  <a:cubicBezTo>
                    <a:pt x="12" y="25"/>
                    <a:pt x="11" y="24"/>
                    <a:pt x="11" y="23"/>
                  </a:cubicBezTo>
                  <a:cubicBezTo>
                    <a:pt x="10" y="21"/>
                    <a:pt x="10" y="19"/>
                    <a:pt x="10" y="17"/>
                  </a:cubicBezTo>
                  <a:cubicBezTo>
                    <a:pt x="9" y="17"/>
                    <a:pt x="9" y="17"/>
                    <a:pt x="8" y="16"/>
                  </a:cubicBezTo>
                  <a:cubicBezTo>
                    <a:pt x="7" y="16"/>
                    <a:pt x="6" y="16"/>
                    <a:pt x="6" y="16"/>
                  </a:cubicBezTo>
                  <a:cubicBezTo>
                    <a:pt x="5" y="16"/>
                    <a:pt x="4" y="15"/>
                    <a:pt x="4" y="15"/>
                  </a:cubicBezTo>
                  <a:cubicBezTo>
                    <a:pt x="2" y="14"/>
                    <a:pt x="1" y="15"/>
                    <a:pt x="0" y="14"/>
                  </a:cubicBezTo>
                  <a:cubicBezTo>
                    <a:pt x="0" y="14"/>
                    <a:pt x="0" y="14"/>
                    <a:pt x="0"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61" name="Freeform 51"/>
            <p:cNvSpPr>
              <a:spLocks noEditPoints="1"/>
            </p:cNvSpPr>
            <p:nvPr/>
          </p:nvSpPr>
          <p:spPr bwMode="auto">
            <a:xfrm>
              <a:off x="8791638" y="4653266"/>
              <a:ext cx="50800" cy="55563"/>
            </a:xfrm>
            <a:custGeom>
              <a:avLst/>
              <a:gdLst>
                <a:gd name="T0" fmla="*/ 20 w 34"/>
                <a:gd name="T1" fmla="*/ 18 h 37"/>
                <a:gd name="T2" fmla="*/ 22 w 34"/>
                <a:gd name="T3" fmla="*/ 19 h 37"/>
                <a:gd name="T4" fmla="*/ 20 w 34"/>
                <a:gd name="T5" fmla="*/ 17 h 37"/>
                <a:gd name="T6" fmla="*/ 14 w 34"/>
                <a:gd name="T7" fmla="*/ 22 h 37"/>
                <a:gd name="T8" fmla="*/ 14 w 34"/>
                <a:gd name="T9" fmla="*/ 24 h 37"/>
                <a:gd name="T10" fmla="*/ 15 w 34"/>
                <a:gd name="T11" fmla="*/ 22 h 37"/>
                <a:gd name="T12" fmla="*/ 14 w 34"/>
                <a:gd name="T13" fmla="*/ 22 h 37"/>
                <a:gd name="T14" fmla="*/ 16 w 34"/>
                <a:gd name="T15" fmla="*/ 20 h 37"/>
                <a:gd name="T16" fmla="*/ 16 w 34"/>
                <a:gd name="T17" fmla="*/ 20 h 37"/>
                <a:gd name="T18" fmla="*/ 16 w 34"/>
                <a:gd name="T19" fmla="*/ 19 h 37"/>
                <a:gd name="T20" fmla="*/ 10 w 34"/>
                <a:gd name="T21" fmla="*/ 5 h 37"/>
                <a:gd name="T22" fmla="*/ 6 w 34"/>
                <a:gd name="T23" fmla="*/ 17 h 37"/>
                <a:gd name="T24" fmla="*/ 8 w 34"/>
                <a:gd name="T25" fmla="*/ 20 h 37"/>
                <a:gd name="T26" fmla="*/ 15 w 34"/>
                <a:gd name="T27" fmla="*/ 16 h 37"/>
                <a:gd name="T28" fmla="*/ 20 w 34"/>
                <a:gd name="T29" fmla="*/ 14 h 37"/>
                <a:gd name="T30" fmla="*/ 25 w 34"/>
                <a:gd name="T31" fmla="*/ 15 h 37"/>
                <a:gd name="T32" fmla="*/ 23 w 34"/>
                <a:gd name="T33" fmla="*/ 27 h 37"/>
                <a:gd name="T34" fmla="*/ 18 w 34"/>
                <a:gd name="T35" fmla="*/ 27 h 37"/>
                <a:gd name="T36" fmla="*/ 17 w 34"/>
                <a:gd name="T37" fmla="*/ 24 h 37"/>
                <a:gd name="T38" fmla="*/ 13 w 34"/>
                <a:gd name="T39" fmla="*/ 25 h 37"/>
                <a:gd name="T40" fmla="*/ 12 w 34"/>
                <a:gd name="T41" fmla="*/ 17 h 37"/>
                <a:gd name="T42" fmla="*/ 10 w 34"/>
                <a:gd name="T43" fmla="*/ 22 h 37"/>
                <a:gd name="T44" fmla="*/ 17 w 34"/>
                <a:gd name="T45" fmla="*/ 32 h 37"/>
                <a:gd name="T46" fmla="*/ 20 w 34"/>
                <a:gd name="T47" fmla="*/ 33 h 37"/>
                <a:gd name="T48" fmla="*/ 24 w 34"/>
                <a:gd name="T49" fmla="*/ 29 h 37"/>
                <a:gd name="T50" fmla="*/ 23 w 34"/>
                <a:gd name="T51" fmla="*/ 28 h 37"/>
                <a:gd name="T52" fmla="*/ 26 w 34"/>
                <a:gd name="T53" fmla="*/ 25 h 37"/>
                <a:gd name="T54" fmla="*/ 21 w 34"/>
                <a:gd name="T55" fmla="*/ 10 h 37"/>
                <a:gd name="T56" fmla="*/ 17 w 34"/>
                <a:gd name="T57" fmla="*/ 6 h 37"/>
                <a:gd name="T58" fmla="*/ 10 w 34"/>
                <a:gd name="T59" fmla="*/ 5 h 37"/>
                <a:gd name="T60" fmla="*/ 12 w 34"/>
                <a:gd name="T61" fmla="*/ 1 h 37"/>
                <a:gd name="T62" fmla="*/ 27 w 34"/>
                <a:gd name="T63" fmla="*/ 12 h 37"/>
                <a:gd name="T64" fmla="*/ 31 w 34"/>
                <a:gd name="T65" fmla="*/ 27 h 37"/>
                <a:gd name="T66" fmla="*/ 26 w 34"/>
                <a:gd name="T67" fmla="*/ 30 h 37"/>
                <a:gd name="T68" fmla="*/ 20 w 34"/>
                <a:gd name="T69" fmla="*/ 35 h 37"/>
                <a:gd name="T70" fmla="*/ 19 w 34"/>
                <a:gd name="T71" fmla="*/ 37 h 37"/>
                <a:gd name="T72" fmla="*/ 14 w 34"/>
                <a:gd name="T73" fmla="*/ 35 h 37"/>
                <a:gd name="T74" fmla="*/ 8 w 34"/>
                <a:gd name="T75" fmla="*/ 27 h 37"/>
                <a:gd name="T76" fmla="*/ 3 w 34"/>
                <a:gd name="T77" fmla="*/ 23 h 37"/>
                <a:gd name="T78" fmla="*/ 4 w 34"/>
                <a:gd name="T79" fmla="*/ 8 h 37"/>
                <a:gd name="T80" fmla="*/ 5 w 34"/>
                <a:gd name="T81" fmla="*/ 5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4" h="37">
                  <a:moveTo>
                    <a:pt x="20" y="17"/>
                  </a:moveTo>
                  <a:cubicBezTo>
                    <a:pt x="20" y="17"/>
                    <a:pt x="20" y="18"/>
                    <a:pt x="20" y="18"/>
                  </a:cubicBezTo>
                  <a:cubicBezTo>
                    <a:pt x="20" y="18"/>
                    <a:pt x="21" y="19"/>
                    <a:pt x="22" y="19"/>
                  </a:cubicBezTo>
                  <a:cubicBezTo>
                    <a:pt x="22" y="19"/>
                    <a:pt x="22" y="19"/>
                    <a:pt x="22" y="19"/>
                  </a:cubicBezTo>
                  <a:cubicBezTo>
                    <a:pt x="22" y="18"/>
                    <a:pt x="22" y="18"/>
                    <a:pt x="22" y="18"/>
                  </a:cubicBezTo>
                  <a:cubicBezTo>
                    <a:pt x="21" y="17"/>
                    <a:pt x="21" y="17"/>
                    <a:pt x="20" y="17"/>
                  </a:cubicBezTo>
                  <a:cubicBezTo>
                    <a:pt x="20" y="17"/>
                    <a:pt x="20" y="17"/>
                    <a:pt x="20" y="17"/>
                  </a:cubicBezTo>
                  <a:close/>
                  <a:moveTo>
                    <a:pt x="14" y="22"/>
                  </a:moveTo>
                  <a:cubicBezTo>
                    <a:pt x="14" y="23"/>
                    <a:pt x="14" y="23"/>
                    <a:pt x="14" y="24"/>
                  </a:cubicBezTo>
                  <a:cubicBezTo>
                    <a:pt x="14" y="24"/>
                    <a:pt x="14" y="24"/>
                    <a:pt x="14" y="24"/>
                  </a:cubicBezTo>
                  <a:cubicBezTo>
                    <a:pt x="14" y="24"/>
                    <a:pt x="14" y="24"/>
                    <a:pt x="14" y="24"/>
                  </a:cubicBezTo>
                  <a:cubicBezTo>
                    <a:pt x="15" y="23"/>
                    <a:pt x="14" y="23"/>
                    <a:pt x="15" y="22"/>
                  </a:cubicBezTo>
                  <a:cubicBezTo>
                    <a:pt x="15" y="22"/>
                    <a:pt x="14" y="22"/>
                    <a:pt x="14" y="22"/>
                  </a:cubicBezTo>
                  <a:cubicBezTo>
                    <a:pt x="14" y="22"/>
                    <a:pt x="14" y="22"/>
                    <a:pt x="14" y="22"/>
                  </a:cubicBezTo>
                  <a:close/>
                  <a:moveTo>
                    <a:pt x="16" y="19"/>
                  </a:moveTo>
                  <a:cubicBezTo>
                    <a:pt x="16" y="19"/>
                    <a:pt x="16" y="19"/>
                    <a:pt x="16" y="20"/>
                  </a:cubicBezTo>
                  <a:cubicBezTo>
                    <a:pt x="16" y="20"/>
                    <a:pt x="16" y="20"/>
                    <a:pt x="16" y="20"/>
                  </a:cubicBezTo>
                  <a:cubicBezTo>
                    <a:pt x="16" y="20"/>
                    <a:pt x="16" y="20"/>
                    <a:pt x="16" y="20"/>
                  </a:cubicBezTo>
                  <a:cubicBezTo>
                    <a:pt x="16" y="19"/>
                    <a:pt x="16" y="19"/>
                    <a:pt x="16" y="19"/>
                  </a:cubicBezTo>
                  <a:cubicBezTo>
                    <a:pt x="16" y="19"/>
                    <a:pt x="16" y="19"/>
                    <a:pt x="16" y="19"/>
                  </a:cubicBezTo>
                  <a:cubicBezTo>
                    <a:pt x="16" y="19"/>
                    <a:pt x="16" y="19"/>
                    <a:pt x="16" y="19"/>
                  </a:cubicBezTo>
                  <a:close/>
                  <a:moveTo>
                    <a:pt x="10" y="5"/>
                  </a:moveTo>
                  <a:cubicBezTo>
                    <a:pt x="9" y="6"/>
                    <a:pt x="8" y="7"/>
                    <a:pt x="7" y="8"/>
                  </a:cubicBezTo>
                  <a:cubicBezTo>
                    <a:pt x="5" y="11"/>
                    <a:pt x="6" y="14"/>
                    <a:pt x="6" y="17"/>
                  </a:cubicBezTo>
                  <a:cubicBezTo>
                    <a:pt x="6" y="18"/>
                    <a:pt x="7" y="20"/>
                    <a:pt x="8" y="20"/>
                  </a:cubicBezTo>
                  <a:cubicBezTo>
                    <a:pt x="8" y="20"/>
                    <a:pt x="8" y="20"/>
                    <a:pt x="8" y="20"/>
                  </a:cubicBezTo>
                  <a:cubicBezTo>
                    <a:pt x="9" y="19"/>
                    <a:pt x="8" y="12"/>
                    <a:pt x="12" y="12"/>
                  </a:cubicBezTo>
                  <a:cubicBezTo>
                    <a:pt x="13" y="12"/>
                    <a:pt x="14" y="15"/>
                    <a:pt x="15" y="16"/>
                  </a:cubicBezTo>
                  <a:cubicBezTo>
                    <a:pt x="16" y="16"/>
                    <a:pt x="18" y="16"/>
                    <a:pt x="19" y="15"/>
                  </a:cubicBezTo>
                  <a:cubicBezTo>
                    <a:pt x="19" y="15"/>
                    <a:pt x="19" y="15"/>
                    <a:pt x="20" y="14"/>
                  </a:cubicBezTo>
                  <a:cubicBezTo>
                    <a:pt x="21" y="14"/>
                    <a:pt x="22" y="13"/>
                    <a:pt x="24" y="13"/>
                  </a:cubicBezTo>
                  <a:cubicBezTo>
                    <a:pt x="24" y="14"/>
                    <a:pt x="24" y="14"/>
                    <a:pt x="25" y="15"/>
                  </a:cubicBezTo>
                  <a:cubicBezTo>
                    <a:pt x="25" y="16"/>
                    <a:pt x="24" y="17"/>
                    <a:pt x="24" y="18"/>
                  </a:cubicBezTo>
                  <a:cubicBezTo>
                    <a:pt x="24" y="21"/>
                    <a:pt x="24" y="24"/>
                    <a:pt x="23" y="27"/>
                  </a:cubicBezTo>
                  <a:cubicBezTo>
                    <a:pt x="22" y="27"/>
                    <a:pt x="22" y="28"/>
                    <a:pt x="21" y="29"/>
                  </a:cubicBezTo>
                  <a:cubicBezTo>
                    <a:pt x="20" y="28"/>
                    <a:pt x="19" y="28"/>
                    <a:pt x="18" y="27"/>
                  </a:cubicBezTo>
                  <a:cubicBezTo>
                    <a:pt x="18" y="26"/>
                    <a:pt x="18" y="25"/>
                    <a:pt x="18" y="25"/>
                  </a:cubicBezTo>
                  <a:cubicBezTo>
                    <a:pt x="18" y="25"/>
                    <a:pt x="17" y="25"/>
                    <a:pt x="17" y="24"/>
                  </a:cubicBezTo>
                  <a:cubicBezTo>
                    <a:pt x="17" y="24"/>
                    <a:pt x="17" y="25"/>
                    <a:pt x="16" y="25"/>
                  </a:cubicBezTo>
                  <a:cubicBezTo>
                    <a:pt x="15" y="25"/>
                    <a:pt x="14" y="26"/>
                    <a:pt x="13" y="25"/>
                  </a:cubicBezTo>
                  <a:cubicBezTo>
                    <a:pt x="13" y="25"/>
                    <a:pt x="12" y="24"/>
                    <a:pt x="12" y="24"/>
                  </a:cubicBezTo>
                  <a:cubicBezTo>
                    <a:pt x="12" y="23"/>
                    <a:pt x="15" y="17"/>
                    <a:pt x="12" y="17"/>
                  </a:cubicBezTo>
                  <a:cubicBezTo>
                    <a:pt x="12" y="17"/>
                    <a:pt x="12" y="17"/>
                    <a:pt x="12" y="17"/>
                  </a:cubicBezTo>
                  <a:cubicBezTo>
                    <a:pt x="12" y="18"/>
                    <a:pt x="10" y="21"/>
                    <a:pt x="10" y="22"/>
                  </a:cubicBezTo>
                  <a:cubicBezTo>
                    <a:pt x="10" y="23"/>
                    <a:pt x="11" y="23"/>
                    <a:pt x="11" y="25"/>
                  </a:cubicBezTo>
                  <a:cubicBezTo>
                    <a:pt x="12" y="27"/>
                    <a:pt x="15" y="30"/>
                    <a:pt x="17" y="32"/>
                  </a:cubicBezTo>
                  <a:cubicBezTo>
                    <a:pt x="18" y="33"/>
                    <a:pt x="18" y="33"/>
                    <a:pt x="18" y="33"/>
                  </a:cubicBezTo>
                  <a:cubicBezTo>
                    <a:pt x="19" y="33"/>
                    <a:pt x="20" y="33"/>
                    <a:pt x="20" y="33"/>
                  </a:cubicBezTo>
                  <a:cubicBezTo>
                    <a:pt x="21" y="33"/>
                    <a:pt x="23" y="29"/>
                    <a:pt x="24" y="29"/>
                  </a:cubicBezTo>
                  <a:cubicBezTo>
                    <a:pt x="24" y="29"/>
                    <a:pt x="24" y="29"/>
                    <a:pt x="24" y="29"/>
                  </a:cubicBezTo>
                  <a:cubicBezTo>
                    <a:pt x="24" y="29"/>
                    <a:pt x="24" y="29"/>
                    <a:pt x="23" y="28"/>
                  </a:cubicBezTo>
                  <a:cubicBezTo>
                    <a:pt x="23" y="28"/>
                    <a:pt x="23" y="28"/>
                    <a:pt x="23" y="28"/>
                  </a:cubicBezTo>
                  <a:cubicBezTo>
                    <a:pt x="24" y="27"/>
                    <a:pt x="25" y="28"/>
                    <a:pt x="26" y="27"/>
                  </a:cubicBezTo>
                  <a:cubicBezTo>
                    <a:pt x="26" y="26"/>
                    <a:pt x="26" y="25"/>
                    <a:pt x="26" y="25"/>
                  </a:cubicBezTo>
                  <a:cubicBezTo>
                    <a:pt x="27" y="24"/>
                    <a:pt x="29" y="24"/>
                    <a:pt x="30" y="23"/>
                  </a:cubicBezTo>
                  <a:cubicBezTo>
                    <a:pt x="31" y="19"/>
                    <a:pt x="25" y="12"/>
                    <a:pt x="21" y="10"/>
                  </a:cubicBezTo>
                  <a:cubicBezTo>
                    <a:pt x="21" y="9"/>
                    <a:pt x="20" y="8"/>
                    <a:pt x="19" y="7"/>
                  </a:cubicBezTo>
                  <a:cubicBezTo>
                    <a:pt x="18" y="7"/>
                    <a:pt x="18" y="7"/>
                    <a:pt x="17" y="6"/>
                  </a:cubicBezTo>
                  <a:cubicBezTo>
                    <a:pt x="15" y="5"/>
                    <a:pt x="14" y="3"/>
                    <a:pt x="12" y="3"/>
                  </a:cubicBezTo>
                  <a:cubicBezTo>
                    <a:pt x="11" y="3"/>
                    <a:pt x="10" y="4"/>
                    <a:pt x="10" y="5"/>
                  </a:cubicBezTo>
                  <a:close/>
                  <a:moveTo>
                    <a:pt x="7" y="5"/>
                  </a:moveTo>
                  <a:cubicBezTo>
                    <a:pt x="9" y="3"/>
                    <a:pt x="10" y="1"/>
                    <a:pt x="12" y="1"/>
                  </a:cubicBezTo>
                  <a:cubicBezTo>
                    <a:pt x="16" y="0"/>
                    <a:pt x="20" y="5"/>
                    <a:pt x="24" y="9"/>
                  </a:cubicBezTo>
                  <a:cubicBezTo>
                    <a:pt x="25" y="10"/>
                    <a:pt x="26" y="11"/>
                    <a:pt x="27" y="12"/>
                  </a:cubicBezTo>
                  <a:cubicBezTo>
                    <a:pt x="29" y="15"/>
                    <a:pt x="33" y="17"/>
                    <a:pt x="34" y="20"/>
                  </a:cubicBezTo>
                  <a:cubicBezTo>
                    <a:pt x="34" y="21"/>
                    <a:pt x="33" y="27"/>
                    <a:pt x="31" y="27"/>
                  </a:cubicBezTo>
                  <a:cubicBezTo>
                    <a:pt x="30" y="28"/>
                    <a:pt x="27" y="27"/>
                    <a:pt x="26" y="29"/>
                  </a:cubicBezTo>
                  <a:cubicBezTo>
                    <a:pt x="26" y="29"/>
                    <a:pt x="26" y="30"/>
                    <a:pt x="26" y="30"/>
                  </a:cubicBezTo>
                  <a:cubicBezTo>
                    <a:pt x="26" y="31"/>
                    <a:pt x="23" y="34"/>
                    <a:pt x="22" y="35"/>
                  </a:cubicBezTo>
                  <a:cubicBezTo>
                    <a:pt x="21" y="35"/>
                    <a:pt x="20" y="35"/>
                    <a:pt x="20" y="35"/>
                  </a:cubicBezTo>
                  <a:cubicBezTo>
                    <a:pt x="19" y="36"/>
                    <a:pt x="20" y="37"/>
                    <a:pt x="19" y="37"/>
                  </a:cubicBezTo>
                  <a:cubicBezTo>
                    <a:pt x="19" y="37"/>
                    <a:pt x="19" y="37"/>
                    <a:pt x="19" y="37"/>
                  </a:cubicBezTo>
                  <a:cubicBezTo>
                    <a:pt x="18" y="37"/>
                    <a:pt x="17" y="37"/>
                    <a:pt x="16" y="37"/>
                  </a:cubicBezTo>
                  <a:cubicBezTo>
                    <a:pt x="16" y="37"/>
                    <a:pt x="14" y="35"/>
                    <a:pt x="14" y="35"/>
                  </a:cubicBezTo>
                  <a:cubicBezTo>
                    <a:pt x="14" y="33"/>
                    <a:pt x="12" y="31"/>
                    <a:pt x="11" y="29"/>
                  </a:cubicBezTo>
                  <a:cubicBezTo>
                    <a:pt x="10" y="28"/>
                    <a:pt x="8" y="27"/>
                    <a:pt x="8" y="27"/>
                  </a:cubicBezTo>
                  <a:cubicBezTo>
                    <a:pt x="7" y="26"/>
                    <a:pt x="6" y="25"/>
                    <a:pt x="5" y="25"/>
                  </a:cubicBezTo>
                  <a:cubicBezTo>
                    <a:pt x="5" y="24"/>
                    <a:pt x="4" y="23"/>
                    <a:pt x="3" y="23"/>
                  </a:cubicBezTo>
                  <a:cubicBezTo>
                    <a:pt x="0" y="18"/>
                    <a:pt x="1" y="17"/>
                    <a:pt x="2" y="12"/>
                  </a:cubicBezTo>
                  <a:cubicBezTo>
                    <a:pt x="2" y="11"/>
                    <a:pt x="3" y="9"/>
                    <a:pt x="4" y="8"/>
                  </a:cubicBezTo>
                  <a:cubicBezTo>
                    <a:pt x="4" y="8"/>
                    <a:pt x="4" y="8"/>
                    <a:pt x="4" y="8"/>
                  </a:cubicBezTo>
                  <a:cubicBezTo>
                    <a:pt x="4" y="7"/>
                    <a:pt x="5" y="6"/>
                    <a:pt x="5" y="5"/>
                  </a:cubicBezTo>
                  <a:cubicBezTo>
                    <a:pt x="6" y="5"/>
                    <a:pt x="7" y="5"/>
                    <a:pt x="7"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62" name="Freeform 52"/>
            <p:cNvSpPr>
              <a:spLocks noEditPoints="1"/>
            </p:cNvSpPr>
            <p:nvPr/>
          </p:nvSpPr>
          <p:spPr bwMode="auto">
            <a:xfrm>
              <a:off x="8847200" y="4611991"/>
              <a:ext cx="46038" cy="58738"/>
            </a:xfrm>
            <a:custGeom>
              <a:avLst/>
              <a:gdLst>
                <a:gd name="T0" fmla="*/ 8 w 31"/>
                <a:gd name="T1" fmla="*/ 31 h 39"/>
                <a:gd name="T2" fmla="*/ 9 w 31"/>
                <a:gd name="T3" fmla="*/ 30 h 39"/>
                <a:gd name="T4" fmla="*/ 8 w 31"/>
                <a:gd name="T5" fmla="*/ 26 h 39"/>
                <a:gd name="T6" fmla="*/ 18 w 31"/>
                <a:gd name="T7" fmla="*/ 18 h 39"/>
                <a:gd name="T8" fmla="*/ 18 w 31"/>
                <a:gd name="T9" fmla="*/ 21 h 39"/>
                <a:gd name="T10" fmla="*/ 19 w 31"/>
                <a:gd name="T11" fmla="*/ 18 h 39"/>
                <a:gd name="T12" fmla="*/ 7 w 31"/>
                <a:gd name="T13" fmla="*/ 22 h 39"/>
                <a:gd name="T14" fmla="*/ 6 w 31"/>
                <a:gd name="T15" fmla="*/ 23 h 39"/>
                <a:gd name="T16" fmla="*/ 7 w 31"/>
                <a:gd name="T17" fmla="*/ 22 h 39"/>
                <a:gd name="T18" fmla="*/ 7 w 31"/>
                <a:gd name="T19" fmla="*/ 22 h 39"/>
                <a:gd name="T20" fmla="*/ 23 w 31"/>
                <a:gd name="T21" fmla="*/ 12 h 39"/>
                <a:gd name="T22" fmla="*/ 23 w 31"/>
                <a:gd name="T23" fmla="*/ 12 h 39"/>
                <a:gd name="T24" fmla="*/ 23 w 31"/>
                <a:gd name="T25" fmla="*/ 11 h 39"/>
                <a:gd name="T26" fmla="*/ 10 w 31"/>
                <a:gd name="T27" fmla="*/ 19 h 39"/>
                <a:gd name="T28" fmla="*/ 10 w 31"/>
                <a:gd name="T29" fmla="*/ 23 h 39"/>
                <a:gd name="T30" fmla="*/ 10 w 31"/>
                <a:gd name="T31" fmla="*/ 19 h 39"/>
                <a:gd name="T32" fmla="*/ 15 w 31"/>
                <a:gd name="T33" fmla="*/ 13 h 39"/>
                <a:gd name="T34" fmla="*/ 16 w 31"/>
                <a:gd name="T35" fmla="*/ 14 h 39"/>
                <a:gd name="T36" fmla="*/ 15 w 31"/>
                <a:gd name="T37" fmla="*/ 13 h 39"/>
                <a:gd name="T38" fmla="*/ 9 w 31"/>
                <a:gd name="T39" fmla="*/ 16 h 39"/>
                <a:gd name="T40" fmla="*/ 9 w 31"/>
                <a:gd name="T41" fmla="*/ 18 h 39"/>
                <a:gd name="T42" fmla="*/ 9 w 31"/>
                <a:gd name="T43" fmla="*/ 16 h 39"/>
                <a:gd name="T44" fmla="*/ 19 w 31"/>
                <a:gd name="T45" fmla="*/ 4 h 39"/>
                <a:gd name="T46" fmla="*/ 23 w 31"/>
                <a:gd name="T47" fmla="*/ 7 h 39"/>
                <a:gd name="T48" fmla="*/ 29 w 31"/>
                <a:gd name="T49" fmla="*/ 9 h 39"/>
                <a:gd name="T50" fmla="*/ 25 w 31"/>
                <a:gd name="T51" fmla="*/ 16 h 39"/>
                <a:gd name="T52" fmla="*/ 29 w 31"/>
                <a:gd name="T53" fmla="*/ 26 h 39"/>
                <a:gd name="T54" fmla="*/ 30 w 31"/>
                <a:gd name="T55" fmla="*/ 30 h 39"/>
                <a:gd name="T56" fmla="*/ 31 w 31"/>
                <a:gd name="T57" fmla="*/ 32 h 39"/>
                <a:gd name="T58" fmla="*/ 22 w 31"/>
                <a:gd name="T59" fmla="*/ 23 h 39"/>
                <a:gd name="T60" fmla="*/ 16 w 31"/>
                <a:gd name="T61" fmla="*/ 29 h 39"/>
                <a:gd name="T62" fmla="*/ 15 w 31"/>
                <a:gd name="T63" fmla="*/ 22 h 39"/>
                <a:gd name="T64" fmla="*/ 15 w 31"/>
                <a:gd name="T65" fmla="*/ 19 h 39"/>
                <a:gd name="T66" fmla="*/ 12 w 31"/>
                <a:gd name="T67" fmla="*/ 19 h 39"/>
                <a:gd name="T68" fmla="*/ 13 w 31"/>
                <a:gd name="T69" fmla="*/ 29 h 39"/>
                <a:gd name="T70" fmla="*/ 17 w 31"/>
                <a:gd name="T71" fmla="*/ 34 h 39"/>
                <a:gd name="T72" fmla="*/ 14 w 31"/>
                <a:gd name="T73" fmla="*/ 33 h 39"/>
                <a:gd name="T74" fmla="*/ 12 w 31"/>
                <a:gd name="T75" fmla="*/ 32 h 39"/>
                <a:gd name="T76" fmla="*/ 7 w 31"/>
                <a:gd name="T77" fmla="*/ 39 h 39"/>
                <a:gd name="T78" fmla="*/ 6 w 31"/>
                <a:gd name="T79" fmla="*/ 33 h 39"/>
                <a:gd name="T80" fmla="*/ 6 w 31"/>
                <a:gd name="T81" fmla="*/ 26 h 39"/>
                <a:gd name="T82" fmla="*/ 2 w 31"/>
                <a:gd name="T83" fmla="*/ 29 h 39"/>
                <a:gd name="T84" fmla="*/ 4 w 31"/>
                <a:gd name="T85" fmla="*/ 13 h 39"/>
                <a:gd name="T86" fmla="*/ 6 w 31"/>
                <a:gd name="T87" fmla="*/ 9 h 39"/>
                <a:gd name="T88" fmla="*/ 3 w 31"/>
                <a:gd name="T89" fmla="*/ 23 h 39"/>
                <a:gd name="T90" fmla="*/ 3 w 31"/>
                <a:gd name="T91" fmla="*/ 27 h 39"/>
                <a:gd name="T92" fmla="*/ 9 w 31"/>
                <a:gd name="T93" fmla="*/ 14 h 39"/>
                <a:gd name="T94" fmla="*/ 13 w 31"/>
                <a:gd name="T95" fmla="*/ 15 h 39"/>
                <a:gd name="T96" fmla="*/ 12 w 31"/>
                <a:gd name="T97" fmla="*/ 9 h 39"/>
                <a:gd name="T98" fmla="*/ 11 w 31"/>
                <a:gd name="T99" fmla="*/ 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1" h="39">
                  <a:moveTo>
                    <a:pt x="8" y="26"/>
                  </a:moveTo>
                  <a:cubicBezTo>
                    <a:pt x="8" y="27"/>
                    <a:pt x="8" y="30"/>
                    <a:pt x="8" y="31"/>
                  </a:cubicBezTo>
                  <a:cubicBezTo>
                    <a:pt x="8" y="31"/>
                    <a:pt x="8" y="31"/>
                    <a:pt x="8" y="31"/>
                  </a:cubicBezTo>
                  <a:cubicBezTo>
                    <a:pt x="8" y="31"/>
                    <a:pt x="9" y="31"/>
                    <a:pt x="9" y="30"/>
                  </a:cubicBezTo>
                  <a:cubicBezTo>
                    <a:pt x="9" y="29"/>
                    <a:pt x="11" y="27"/>
                    <a:pt x="9" y="26"/>
                  </a:cubicBezTo>
                  <a:cubicBezTo>
                    <a:pt x="9" y="26"/>
                    <a:pt x="9" y="26"/>
                    <a:pt x="8" y="26"/>
                  </a:cubicBezTo>
                  <a:cubicBezTo>
                    <a:pt x="9" y="26"/>
                    <a:pt x="8" y="26"/>
                    <a:pt x="8" y="26"/>
                  </a:cubicBezTo>
                  <a:close/>
                  <a:moveTo>
                    <a:pt x="18" y="18"/>
                  </a:moveTo>
                  <a:cubicBezTo>
                    <a:pt x="18" y="19"/>
                    <a:pt x="17" y="20"/>
                    <a:pt x="17" y="21"/>
                  </a:cubicBezTo>
                  <a:cubicBezTo>
                    <a:pt x="17" y="21"/>
                    <a:pt x="17" y="21"/>
                    <a:pt x="18" y="21"/>
                  </a:cubicBezTo>
                  <a:cubicBezTo>
                    <a:pt x="18" y="21"/>
                    <a:pt x="18" y="21"/>
                    <a:pt x="18" y="21"/>
                  </a:cubicBezTo>
                  <a:cubicBezTo>
                    <a:pt x="19" y="21"/>
                    <a:pt x="21" y="19"/>
                    <a:pt x="19" y="18"/>
                  </a:cubicBezTo>
                  <a:cubicBezTo>
                    <a:pt x="19" y="17"/>
                    <a:pt x="19" y="17"/>
                    <a:pt x="18" y="18"/>
                  </a:cubicBezTo>
                  <a:close/>
                  <a:moveTo>
                    <a:pt x="7" y="22"/>
                  </a:moveTo>
                  <a:cubicBezTo>
                    <a:pt x="7" y="22"/>
                    <a:pt x="7" y="23"/>
                    <a:pt x="6" y="23"/>
                  </a:cubicBezTo>
                  <a:cubicBezTo>
                    <a:pt x="6" y="23"/>
                    <a:pt x="6" y="23"/>
                    <a:pt x="6" y="23"/>
                  </a:cubicBezTo>
                  <a:cubicBezTo>
                    <a:pt x="7" y="23"/>
                    <a:pt x="7" y="23"/>
                    <a:pt x="7" y="23"/>
                  </a:cubicBezTo>
                  <a:cubicBezTo>
                    <a:pt x="7" y="22"/>
                    <a:pt x="7" y="22"/>
                    <a:pt x="7" y="22"/>
                  </a:cubicBezTo>
                  <a:cubicBezTo>
                    <a:pt x="7" y="22"/>
                    <a:pt x="7" y="22"/>
                    <a:pt x="7" y="22"/>
                  </a:cubicBezTo>
                  <a:cubicBezTo>
                    <a:pt x="7" y="22"/>
                    <a:pt x="7" y="22"/>
                    <a:pt x="7" y="22"/>
                  </a:cubicBezTo>
                  <a:close/>
                  <a:moveTo>
                    <a:pt x="23" y="11"/>
                  </a:moveTo>
                  <a:cubicBezTo>
                    <a:pt x="23" y="12"/>
                    <a:pt x="23" y="12"/>
                    <a:pt x="23" y="12"/>
                  </a:cubicBezTo>
                  <a:cubicBezTo>
                    <a:pt x="23" y="12"/>
                    <a:pt x="23" y="12"/>
                    <a:pt x="23" y="12"/>
                  </a:cubicBezTo>
                  <a:cubicBezTo>
                    <a:pt x="23" y="12"/>
                    <a:pt x="23" y="12"/>
                    <a:pt x="23" y="12"/>
                  </a:cubicBezTo>
                  <a:cubicBezTo>
                    <a:pt x="23" y="12"/>
                    <a:pt x="23" y="12"/>
                    <a:pt x="23" y="11"/>
                  </a:cubicBezTo>
                  <a:cubicBezTo>
                    <a:pt x="23" y="11"/>
                    <a:pt x="23" y="11"/>
                    <a:pt x="23" y="11"/>
                  </a:cubicBezTo>
                  <a:cubicBezTo>
                    <a:pt x="23" y="11"/>
                    <a:pt x="23" y="11"/>
                    <a:pt x="23" y="11"/>
                  </a:cubicBezTo>
                  <a:close/>
                  <a:moveTo>
                    <a:pt x="10" y="19"/>
                  </a:moveTo>
                  <a:cubicBezTo>
                    <a:pt x="9" y="20"/>
                    <a:pt x="9" y="23"/>
                    <a:pt x="10" y="23"/>
                  </a:cubicBezTo>
                  <a:cubicBezTo>
                    <a:pt x="10" y="23"/>
                    <a:pt x="10" y="23"/>
                    <a:pt x="10" y="23"/>
                  </a:cubicBezTo>
                  <a:cubicBezTo>
                    <a:pt x="11" y="22"/>
                    <a:pt x="11" y="20"/>
                    <a:pt x="11" y="19"/>
                  </a:cubicBezTo>
                  <a:cubicBezTo>
                    <a:pt x="11" y="19"/>
                    <a:pt x="10" y="19"/>
                    <a:pt x="10" y="19"/>
                  </a:cubicBezTo>
                  <a:close/>
                  <a:moveTo>
                    <a:pt x="15" y="13"/>
                  </a:moveTo>
                  <a:cubicBezTo>
                    <a:pt x="15" y="13"/>
                    <a:pt x="15" y="13"/>
                    <a:pt x="15" y="13"/>
                  </a:cubicBezTo>
                  <a:cubicBezTo>
                    <a:pt x="15" y="14"/>
                    <a:pt x="15" y="14"/>
                    <a:pt x="15" y="14"/>
                  </a:cubicBezTo>
                  <a:cubicBezTo>
                    <a:pt x="16" y="14"/>
                    <a:pt x="16" y="14"/>
                    <a:pt x="16" y="14"/>
                  </a:cubicBezTo>
                  <a:cubicBezTo>
                    <a:pt x="16" y="14"/>
                    <a:pt x="16" y="13"/>
                    <a:pt x="16" y="13"/>
                  </a:cubicBezTo>
                  <a:cubicBezTo>
                    <a:pt x="16" y="13"/>
                    <a:pt x="16" y="13"/>
                    <a:pt x="15" y="13"/>
                  </a:cubicBezTo>
                  <a:cubicBezTo>
                    <a:pt x="16" y="13"/>
                    <a:pt x="16" y="13"/>
                    <a:pt x="15" y="13"/>
                  </a:cubicBezTo>
                  <a:close/>
                  <a:moveTo>
                    <a:pt x="9" y="16"/>
                  </a:moveTo>
                  <a:cubicBezTo>
                    <a:pt x="8" y="17"/>
                    <a:pt x="8" y="18"/>
                    <a:pt x="9" y="18"/>
                  </a:cubicBezTo>
                  <a:cubicBezTo>
                    <a:pt x="9" y="18"/>
                    <a:pt x="9" y="18"/>
                    <a:pt x="9" y="18"/>
                  </a:cubicBezTo>
                  <a:cubicBezTo>
                    <a:pt x="9" y="17"/>
                    <a:pt x="9" y="17"/>
                    <a:pt x="9" y="16"/>
                  </a:cubicBezTo>
                  <a:cubicBezTo>
                    <a:pt x="9" y="15"/>
                    <a:pt x="9" y="16"/>
                    <a:pt x="9" y="16"/>
                  </a:cubicBezTo>
                  <a:close/>
                  <a:moveTo>
                    <a:pt x="11" y="1"/>
                  </a:moveTo>
                  <a:cubicBezTo>
                    <a:pt x="13" y="0"/>
                    <a:pt x="17" y="2"/>
                    <a:pt x="19" y="4"/>
                  </a:cubicBezTo>
                  <a:cubicBezTo>
                    <a:pt x="19" y="5"/>
                    <a:pt x="19" y="6"/>
                    <a:pt x="20" y="6"/>
                  </a:cubicBezTo>
                  <a:cubicBezTo>
                    <a:pt x="21" y="7"/>
                    <a:pt x="22" y="7"/>
                    <a:pt x="23" y="7"/>
                  </a:cubicBezTo>
                  <a:cubicBezTo>
                    <a:pt x="24" y="8"/>
                    <a:pt x="25" y="9"/>
                    <a:pt x="25" y="9"/>
                  </a:cubicBezTo>
                  <a:cubicBezTo>
                    <a:pt x="27" y="9"/>
                    <a:pt x="28" y="9"/>
                    <a:pt x="29" y="9"/>
                  </a:cubicBezTo>
                  <a:cubicBezTo>
                    <a:pt x="29" y="9"/>
                    <a:pt x="29" y="9"/>
                    <a:pt x="29" y="10"/>
                  </a:cubicBezTo>
                  <a:cubicBezTo>
                    <a:pt x="28" y="12"/>
                    <a:pt x="25" y="14"/>
                    <a:pt x="25" y="16"/>
                  </a:cubicBezTo>
                  <a:cubicBezTo>
                    <a:pt x="25" y="18"/>
                    <a:pt x="27" y="19"/>
                    <a:pt x="27" y="21"/>
                  </a:cubicBezTo>
                  <a:cubicBezTo>
                    <a:pt x="28" y="23"/>
                    <a:pt x="29" y="24"/>
                    <a:pt x="29" y="26"/>
                  </a:cubicBezTo>
                  <a:cubicBezTo>
                    <a:pt x="29" y="26"/>
                    <a:pt x="29" y="27"/>
                    <a:pt x="30" y="27"/>
                  </a:cubicBezTo>
                  <a:cubicBezTo>
                    <a:pt x="30" y="28"/>
                    <a:pt x="30" y="29"/>
                    <a:pt x="30" y="30"/>
                  </a:cubicBezTo>
                  <a:cubicBezTo>
                    <a:pt x="30" y="31"/>
                    <a:pt x="31" y="31"/>
                    <a:pt x="31" y="32"/>
                  </a:cubicBezTo>
                  <a:cubicBezTo>
                    <a:pt x="31" y="32"/>
                    <a:pt x="31" y="32"/>
                    <a:pt x="31" y="32"/>
                  </a:cubicBezTo>
                  <a:cubicBezTo>
                    <a:pt x="29" y="31"/>
                    <a:pt x="27" y="30"/>
                    <a:pt x="25" y="28"/>
                  </a:cubicBezTo>
                  <a:cubicBezTo>
                    <a:pt x="24" y="26"/>
                    <a:pt x="23" y="24"/>
                    <a:pt x="22" y="23"/>
                  </a:cubicBezTo>
                  <a:cubicBezTo>
                    <a:pt x="22" y="23"/>
                    <a:pt x="22" y="23"/>
                    <a:pt x="22" y="23"/>
                  </a:cubicBezTo>
                  <a:cubicBezTo>
                    <a:pt x="20" y="25"/>
                    <a:pt x="19" y="27"/>
                    <a:pt x="16" y="29"/>
                  </a:cubicBezTo>
                  <a:cubicBezTo>
                    <a:pt x="15" y="28"/>
                    <a:pt x="13" y="26"/>
                    <a:pt x="14" y="25"/>
                  </a:cubicBezTo>
                  <a:cubicBezTo>
                    <a:pt x="14" y="24"/>
                    <a:pt x="15" y="23"/>
                    <a:pt x="15" y="22"/>
                  </a:cubicBezTo>
                  <a:cubicBezTo>
                    <a:pt x="15" y="22"/>
                    <a:pt x="14" y="21"/>
                    <a:pt x="14" y="21"/>
                  </a:cubicBezTo>
                  <a:cubicBezTo>
                    <a:pt x="14" y="20"/>
                    <a:pt x="14" y="19"/>
                    <a:pt x="15" y="19"/>
                  </a:cubicBezTo>
                  <a:cubicBezTo>
                    <a:pt x="15" y="18"/>
                    <a:pt x="14" y="15"/>
                    <a:pt x="13" y="16"/>
                  </a:cubicBezTo>
                  <a:cubicBezTo>
                    <a:pt x="12" y="16"/>
                    <a:pt x="12" y="18"/>
                    <a:pt x="12" y="19"/>
                  </a:cubicBezTo>
                  <a:cubicBezTo>
                    <a:pt x="12" y="20"/>
                    <a:pt x="13" y="21"/>
                    <a:pt x="13" y="23"/>
                  </a:cubicBezTo>
                  <a:cubicBezTo>
                    <a:pt x="13" y="25"/>
                    <a:pt x="11" y="26"/>
                    <a:pt x="13" y="29"/>
                  </a:cubicBezTo>
                  <a:cubicBezTo>
                    <a:pt x="14" y="31"/>
                    <a:pt x="17" y="33"/>
                    <a:pt x="17" y="34"/>
                  </a:cubicBezTo>
                  <a:cubicBezTo>
                    <a:pt x="17" y="34"/>
                    <a:pt x="17" y="34"/>
                    <a:pt x="17" y="34"/>
                  </a:cubicBezTo>
                  <a:cubicBezTo>
                    <a:pt x="17" y="35"/>
                    <a:pt x="17" y="35"/>
                    <a:pt x="17" y="35"/>
                  </a:cubicBezTo>
                  <a:cubicBezTo>
                    <a:pt x="16" y="34"/>
                    <a:pt x="15" y="34"/>
                    <a:pt x="14" y="33"/>
                  </a:cubicBezTo>
                  <a:cubicBezTo>
                    <a:pt x="13" y="33"/>
                    <a:pt x="13" y="32"/>
                    <a:pt x="12" y="32"/>
                  </a:cubicBezTo>
                  <a:cubicBezTo>
                    <a:pt x="12" y="32"/>
                    <a:pt x="12" y="32"/>
                    <a:pt x="12" y="32"/>
                  </a:cubicBezTo>
                  <a:cubicBezTo>
                    <a:pt x="11" y="34"/>
                    <a:pt x="11" y="37"/>
                    <a:pt x="8" y="39"/>
                  </a:cubicBezTo>
                  <a:cubicBezTo>
                    <a:pt x="7" y="39"/>
                    <a:pt x="7" y="39"/>
                    <a:pt x="7" y="39"/>
                  </a:cubicBezTo>
                  <a:cubicBezTo>
                    <a:pt x="7" y="38"/>
                    <a:pt x="5" y="36"/>
                    <a:pt x="5" y="35"/>
                  </a:cubicBezTo>
                  <a:cubicBezTo>
                    <a:pt x="5" y="34"/>
                    <a:pt x="5" y="33"/>
                    <a:pt x="6" y="33"/>
                  </a:cubicBezTo>
                  <a:cubicBezTo>
                    <a:pt x="6" y="31"/>
                    <a:pt x="6" y="28"/>
                    <a:pt x="6" y="26"/>
                  </a:cubicBezTo>
                  <a:cubicBezTo>
                    <a:pt x="6" y="26"/>
                    <a:pt x="6" y="26"/>
                    <a:pt x="6" y="26"/>
                  </a:cubicBezTo>
                  <a:cubicBezTo>
                    <a:pt x="6" y="26"/>
                    <a:pt x="6" y="26"/>
                    <a:pt x="6" y="26"/>
                  </a:cubicBezTo>
                  <a:cubicBezTo>
                    <a:pt x="5" y="27"/>
                    <a:pt x="3" y="29"/>
                    <a:pt x="2" y="29"/>
                  </a:cubicBezTo>
                  <a:cubicBezTo>
                    <a:pt x="0" y="27"/>
                    <a:pt x="2" y="23"/>
                    <a:pt x="3" y="21"/>
                  </a:cubicBezTo>
                  <a:cubicBezTo>
                    <a:pt x="3" y="19"/>
                    <a:pt x="4" y="14"/>
                    <a:pt x="4" y="13"/>
                  </a:cubicBezTo>
                  <a:cubicBezTo>
                    <a:pt x="3" y="12"/>
                    <a:pt x="3" y="11"/>
                    <a:pt x="3" y="11"/>
                  </a:cubicBezTo>
                  <a:cubicBezTo>
                    <a:pt x="3" y="9"/>
                    <a:pt x="5" y="9"/>
                    <a:pt x="6" y="9"/>
                  </a:cubicBezTo>
                  <a:cubicBezTo>
                    <a:pt x="7" y="11"/>
                    <a:pt x="6" y="12"/>
                    <a:pt x="6" y="14"/>
                  </a:cubicBezTo>
                  <a:cubicBezTo>
                    <a:pt x="5" y="17"/>
                    <a:pt x="4" y="21"/>
                    <a:pt x="3" y="23"/>
                  </a:cubicBezTo>
                  <a:cubicBezTo>
                    <a:pt x="3" y="24"/>
                    <a:pt x="3" y="25"/>
                    <a:pt x="3" y="26"/>
                  </a:cubicBezTo>
                  <a:cubicBezTo>
                    <a:pt x="3" y="26"/>
                    <a:pt x="3" y="26"/>
                    <a:pt x="3" y="27"/>
                  </a:cubicBezTo>
                  <a:cubicBezTo>
                    <a:pt x="3" y="26"/>
                    <a:pt x="8" y="22"/>
                    <a:pt x="8" y="22"/>
                  </a:cubicBezTo>
                  <a:cubicBezTo>
                    <a:pt x="9" y="20"/>
                    <a:pt x="5" y="15"/>
                    <a:pt x="9" y="14"/>
                  </a:cubicBezTo>
                  <a:cubicBezTo>
                    <a:pt x="10" y="15"/>
                    <a:pt x="12" y="15"/>
                    <a:pt x="13" y="15"/>
                  </a:cubicBezTo>
                  <a:cubicBezTo>
                    <a:pt x="13" y="15"/>
                    <a:pt x="13" y="15"/>
                    <a:pt x="13" y="15"/>
                  </a:cubicBezTo>
                  <a:cubicBezTo>
                    <a:pt x="13" y="13"/>
                    <a:pt x="13" y="13"/>
                    <a:pt x="11" y="12"/>
                  </a:cubicBezTo>
                  <a:cubicBezTo>
                    <a:pt x="11" y="11"/>
                    <a:pt x="11" y="10"/>
                    <a:pt x="12" y="9"/>
                  </a:cubicBezTo>
                  <a:cubicBezTo>
                    <a:pt x="13" y="10"/>
                    <a:pt x="14" y="10"/>
                    <a:pt x="15" y="10"/>
                  </a:cubicBezTo>
                  <a:cubicBezTo>
                    <a:pt x="15" y="7"/>
                    <a:pt x="11" y="3"/>
                    <a:pt x="1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目录页">
    <p:bg>
      <p:bgPr>
        <a:solidFill>
          <a:schemeClr val="accent1"/>
        </a:solidFill>
        <a:effectLst/>
      </p:bgPr>
    </p:bg>
    <p:spTree>
      <p:nvGrpSpPr>
        <p:cNvPr id="1" name=""/>
        <p:cNvGrpSpPr/>
        <p:nvPr/>
      </p:nvGrpSpPr>
      <p:grpSpPr>
        <a:xfrm>
          <a:off x="0" y="0"/>
          <a:ext cx="0" cy="0"/>
          <a:chOff x="0" y="0"/>
          <a:chExt cx="0" cy="0"/>
        </a:xfrm>
      </p:grpSpPr>
      <p:sp>
        <p:nvSpPr>
          <p:cNvPr id="12" name="任意多边形 11"/>
          <p:cNvSpPr/>
          <p:nvPr/>
        </p:nvSpPr>
        <p:spPr>
          <a:xfrm>
            <a:off x="1" y="-3176"/>
            <a:ext cx="9116459" cy="6861175"/>
          </a:xfrm>
          <a:custGeom>
            <a:avLst/>
            <a:gdLst>
              <a:gd name="connsiteX0" fmla="*/ 0 w 9116459"/>
              <a:gd name="connsiteY0" fmla="*/ 0 h 6861175"/>
              <a:gd name="connsiteX1" fmla="*/ 9116459 w 9116459"/>
              <a:gd name="connsiteY1" fmla="*/ 0 h 6861175"/>
              <a:gd name="connsiteX2" fmla="*/ 9116459 w 9116459"/>
              <a:gd name="connsiteY2" fmla="*/ 6861175 h 6861175"/>
              <a:gd name="connsiteX3" fmla="*/ 0 w 9116459"/>
              <a:gd name="connsiteY3" fmla="*/ 6861175 h 6861175"/>
            </a:gdLst>
            <a:ahLst/>
            <a:cxnLst>
              <a:cxn ang="0">
                <a:pos x="connsiteX0" y="connsiteY0"/>
              </a:cxn>
              <a:cxn ang="0">
                <a:pos x="connsiteX1" y="connsiteY1"/>
              </a:cxn>
              <a:cxn ang="0">
                <a:pos x="connsiteX2" y="connsiteY2"/>
              </a:cxn>
              <a:cxn ang="0">
                <a:pos x="connsiteX3" y="connsiteY3"/>
              </a:cxn>
            </a:cxnLst>
            <a:rect l="l" t="t" r="r" b="b"/>
            <a:pathLst>
              <a:path w="9116459" h="6861175">
                <a:moveTo>
                  <a:pt x="0" y="0"/>
                </a:moveTo>
                <a:lnTo>
                  <a:pt x="9116459" y="0"/>
                </a:lnTo>
                <a:lnTo>
                  <a:pt x="9116459" y="6861175"/>
                </a:lnTo>
                <a:lnTo>
                  <a:pt x="0" y="6861175"/>
                </a:lnTo>
                <a:close/>
              </a:path>
            </a:pathLst>
          </a:custGeom>
          <a:blipFill dpi="0" rotWithShape="1">
            <a:blip r:embed="rId2">
              <a:alphaModFix amt="10000"/>
            </a:blip>
            <a:srcRect/>
            <a:stretch>
              <a:fillRect l="-66342" r="66342"/>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350"/>
          </a:p>
        </p:txBody>
      </p:sp>
      <p:sp>
        <p:nvSpPr>
          <p:cNvPr id="75" name="任意多边形 74"/>
          <p:cNvSpPr/>
          <p:nvPr/>
        </p:nvSpPr>
        <p:spPr>
          <a:xfrm>
            <a:off x="2228070" y="-7017"/>
            <a:ext cx="6818140" cy="6865015"/>
          </a:xfrm>
          <a:custGeom>
            <a:avLst/>
            <a:gdLst>
              <a:gd name="connsiteX0" fmla="*/ 9869717 w 9869717"/>
              <a:gd name="connsiteY0" fmla="*/ 0 h 6865015"/>
              <a:gd name="connsiteX1" fmla="*/ 9869717 w 9869717"/>
              <a:gd name="connsiteY1" fmla="*/ 6865015 h 6865015"/>
              <a:gd name="connsiteX2" fmla="*/ 0 w 9869717"/>
              <a:gd name="connsiteY2" fmla="*/ 6865015 h 6865015"/>
              <a:gd name="connsiteX3" fmla="*/ 736287 w 9869717"/>
              <a:gd name="connsiteY3" fmla="*/ 3840 h 6865015"/>
            </a:gdLst>
            <a:ahLst/>
            <a:cxnLst>
              <a:cxn ang="0">
                <a:pos x="connsiteX0" y="connsiteY0"/>
              </a:cxn>
              <a:cxn ang="0">
                <a:pos x="connsiteX1" y="connsiteY1"/>
              </a:cxn>
              <a:cxn ang="0">
                <a:pos x="connsiteX2" y="connsiteY2"/>
              </a:cxn>
              <a:cxn ang="0">
                <a:pos x="connsiteX3" y="connsiteY3"/>
              </a:cxn>
            </a:cxnLst>
            <a:rect l="l" t="t" r="r" b="b"/>
            <a:pathLst>
              <a:path w="9869717" h="6865015">
                <a:moveTo>
                  <a:pt x="9869717" y="0"/>
                </a:moveTo>
                <a:lnTo>
                  <a:pt x="9869717" y="6865015"/>
                </a:lnTo>
                <a:lnTo>
                  <a:pt x="0" y="6865015"/>
                </a:lnTo>
                <a:lnTo>
                  <a:pt x="736287" y="384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p>
        </p:txBody>
      </p:sp>
      <p:sp>
        <p:nvSpPr>
          <p:cNvPr id="74" name="任意多边形 73"/>
          <p:cNvSpPr/>
          <p:nvPr/>
        </p:nvSpPr>
        <p:spPr>
          <a:xfrm>
            <a:off x="2351081" y="-7017"/>
            <a:ext cx="6818140" cy="6865015"/>
          </a:xfrm>
          <a:custGeom>
            <a:avLst/>
            <a:gdLst>
              <a:gd name="connsiteX0" fmla="*/ 9869717 w 9869717"/>
              <a:gd name="connsiteY0" fmla="*/ 0 h 6865015"/>
              <a:gd name="connsiteX1" fmla="*/ 9869717 w 9869717"/>
              <a:gd name="connsiteY1" fmla="*/ 6865015 h 6865015"/>
              <a:gd name="connsiteX2" fmla="*/ 0 w 9869717"/>
              <a:gd name="connsiteY2" fmla="*/ 6865015 h 6865015"/>
              <a:gd name="connsiteX3" fmla="*/ 736287 w 9869717"/>
              <a:gd name="connsiteY3" fmla="*/ 3840 h 6865015"/>
            </a:gdLst>
            <a:ahLst/>
            <a:cxnLst>
              <a:cxn ang="0">
                <a:pos x="connsiteX0" y="connsiteY0"/>
              </a:cxn>
              <a:cxn ang="0">
                <a:pos x="connsiteX1" y="connsiteY1"/>
              </a:cxn>
              <a:cxn ang="0">
                <a:pos x="connsiteX2" y="connsiteY2"/>
              </a:cxn>
              <a:cxn ang="0">
                <a:pos x="connsiteX3" y="connsiteY3"/>
              </a:cxn>
            </a:cxnLst>
            <a:rect l="l" t="t" r="r" b="b"/>
            <a:pathLst>
              <a:path w="9869717" h="6865015">
                <a:moveTo>
                  <a:pt x="9869717" y="0"/>
                </a:moveTo>
                <a:lnTo>
                  <a:pt x="9869717" y="6865015"/>
                </a:lnTo>
                <a:lnTo>
                  <a:pt x="0" y="6865015"/>
                </a:lnTo>
                <a:lnTo>
                  <a:pt x="736287" y="384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p>
        </p:txBody>
      </p:sp>
      <p:sp>
        <p:nvSpPr>
          <p:cNvPr id="77" name="任意多边形 76"/>
          <p:cNvSpPr/>
          <p:nvPr/>
        </p:nvSpPr>
        <p:spPr>
          <a:xfrm>
            <a:off x="8403167" y="6163733"/>
            <a:ext cx="766052" cy="529167"/>
          </a:xfrm>
          <a:custGeom>
            <a:avLst/>
            <a:gdLst>
              <a:gd name="connsiteX0" fmla="*/ 60660 w 874872"/>
              <a:gd name="connsiteY0" fmla="*/ 0 h 662516"/>
              <a:gd name="connsiteX1" fmla="*/ 874872 w 874872"/>
              <a:gd name="connsiteY1" fmla="*/ 0 h 662516"/>
              <a:gd name="connsiteX2" fmla="*/ 874872 w 874872"/>
              <a:gd name="connsiteY2" fmla="*/ 464985 h 662516"/>
              <a:gd name="connsiteX3" fmla="*/ 856786 w 874872"/>
              <a:gd name="connsiteY3" fmla="*/ 662516 h 662516"/>
              <a:gd name="connsiteX4" fmla="*/ 0 w 874872"/>
              <a:gd name="connsiteY4" fmla="*/ 662516 h 6625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4872" h="662516">
                <a:moveTo>
                  <a:pt x="60660" y="0"/>
                </a:moveTo>
                <a:lnTo>
                  <a:pt x="874872" y="0"/>
                </a:lnTo>
                <a:lnTo>
                  <a:pt x="874872" y="464985"/>
                </a:lnTo>
                <a:lnTo>
                  <a:pt x="856786" y="662516"/>
                </a:lnTo>
                <a:lnTo>
                  <a:pt x="0" y="662516"/>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15" dirty="0"/>
              <a:t>          </a:t>
            </a:r>
            <a:endParaRPr lang="zh-CN" altLang="en-US" sz="1015" dirty="0"/>
          </a:p>
        </p:txBody>
      </p:sp>
      <p:sp>
        <p:nvSpPr>
          <p:cNvPr id="76" name="任意多边形 75"/>
          <p:cNvSpPr/>
          <p:nvPr/>
        </p:nvSpPr>
        <p:spPr>
          <a:xfrm>
            <a:off x="8501632" y="6115049"/>
            <a:ext cx="667589" cy="529167"/>
          </a:xfrm>
          <a:custGeom>
            <a:avLst/>
            <a:gdLst>
              <a:gd name="connsiteX0" fmla="*/ 60660 w 762423"/>
              <a:gd name="connsiteY0" fmla="*/ 0 h 662516"/>
              <a:gd name="connsiteX1" fmla="*/ 762423 w 762423"/>
              <a:gd name="connsiteY1" fmla="*/ 0 h 662516"/>
              <a:gd name="connsiteX2" fmla="*/ 762423 w 762423"/>
              <a:gd name="connsiteY2" fmla="*/ 662516 h 662516"/>
              <a:gd name="connsiteX3" fmla="*/ 0 w 762423"/>
              <a:gd name="connsiteY3" fmla="*/ 662516 h 662516"/>
            </a:gdLst>
            <a:ahLst/>
            <a:cxnLst>
              <a:cxn ang="0">
                <a:pos x="connsiteX0" y="connsiteY0"/>
              </a:cxn>
              <a:cxn ang="0">
                <a:pos x="connsiteX1" y="connsiteY1"/>
              </a:cxn>
              <a:cxn ang="0">
                <a:pos x="connsiteX2" y="connsiteY2"/>
              </a:cxn>
              <a:cxn ang="0">
                <a:pos x="connsiteX3" y="connsiteY3"/>
              </a:cxn>
            </a:cxnLst>
            <a:rect l="l" t="t" r="r" b="b"/>
            <a:pathLst>
              <a:path w="762423" h="662516">
                <a:moveTo>
                  <a:pt x="60660" y="0"/>
                </a:moveTo>
                <a:lnTo>
                  <a:pt x="762423" y="0"/>
                </a:lnTo>
                <a:lnTo>
                  <a:pt x="762423" y="662516"/>
                </a:lnTo>
                <a:lnTo>
                  <a:pt x="0" y="662516"/>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15" dirty="0"/>
              <a:t>          </a:t>
            </a:r>
            <a:endParaRPr lang="zh-CN" altLang="en-US" sz="1015" dirty="0"/>
          </a:p>
        </p:txBody>
      </p:sp>
      <p:sp>
        <p:nvSpPr>
          <p:cNvPr id="18" name="任意多边形 17"/>
          <p:cNvSpPr/>
          <p:nvPr/>
        </p:nvSpPr>
        <p:spPr>
          <a:xfrm>
            <a:off x="0" y="1479304"/>
            <a:ext cx="2351081" cy="1040377"/>
          </a:xfrm>
          <a:custGeom>
            <a:avLst/>
            <a:gdLst>
              <a:gd name="connsiteX0" fmla="*/ 0 w 2185431"/>
              <a:gd name="connsiteY0" fmla="*/ 0 h 1040377"/>
              <a:gd name="connsiteX1" fmla="*/ 2185431 w 2185431"/>
              <a:gd name="connsiteY1" fmla="*/ 0 h 1040377"/>
              <a:gd name="connsiteX2" fmla="*/ 2018089 w 2185431"/>
              <a:gd name="connsiteY2" fmla="*/ 1040377 h 1040377"/>
              <a:gd name="connsiteX3" fmla="*/ 0 w 2185431"/>
              <a:gd name="connsiteY3" fmla="*/ 1040377 h 1040377"/>
            </a:gdLst>
            <a:ahLst/>
            <a:cxnLst>
              <a:cxn ang="0">
                <a:pos x="connsiteX0" y="connsiteY0"/>
              </a:cxn>
              <a:cxn ang="0">
                <a:pos x="connsiteX1" y="connsiteY1"/>
              </a:cxn>
              <a:cxn ang="0">
                <a:pos x="connsiteX2" y="connsiteY2"/>
              </a:cxn>
              <a:cxn ang="0">
                <a:pos x="connsiteX3" y="connsiteY3"/>
              </a:cxn>
            </a:cxnLst>
            <a:rect l="l" t="t" r="r" b="b"/>
            <a:pathLst>
              <a:path w="2185431" h="1040377">
                <a:moveTo>
                  <a:pt x="0" y="0"/>
                </a:moveTo>
                <a:lnTo>
                  <a:pt x="2185431" y="0"/>
                </a:lnTo>
                <a:lnTo>
                  <a:pt x="2018089" y="1040377"/>
                </a:lnTo>
                <a:lnTo>
                  <a:pt x="0" y="104037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015" dirty="0"/>
              <a:t>        </a:t>
            </a:r>
            <a:endParaRPr lang="zh-CN" altLang="en-US" sz="1015" dirty="0"/>
          </a:p>
        </p:txBody>
      </p:sp>
      <p:sp>
        <p:nvSpPr>
          <p:cNvPr id="16" name="任意多边形 15"/>
          <p:cNvSpPr/>
          <p:nvPr/>
        </p:nvSpPr>
        <p:spPr>
          <a:xfrm>
            <a:off x="2" y="1376197"/>
            <a:ext cx="2157971" cy="1050059"/>
          </a:xfrm>
          <a:custGeom>
            <a:avLst/>
            <a:gdLst>
              <a:gd name="connsiteX0" fmla="*/ 0 w 2005927"/>
              <a:gd name="connsiteY0" fmla="*/ 0 h 1050059"/>
              <a:gd name="connsiteX1" fmla="*/ 2005927 w 2005927"/>
              <a:gd name="connsiteY1" fmla="*/ 0 h 1050059"/>
              <a:gd name="connsiteX2" fmla="*/ 1828373 w 2005927"/>
              <a:gd name="connsiteY2" fmla="*/ 1050059 h 1050059"/>
              <a:gd name="connsiteX3" fmla="*/ 0 w 2005927"/>
              <a:gd name="connsiteY3" fmla="*/ 1050059 h 1050059"/>
            </a:gdLst>
            <a:ahLst/>
            <a:cxnLst>
              <a:cxn ang="0">
                <a:pos x="connsiteX0" y="connsiteY0"/>
              </a:cxn>
              <a:cxn ang="0">
                <a:pos x="connsiteX1" y="connsiteY1"/>
              </a:cxn>
              <a:cxn ang="0">
                <a:pos x="connsiteX2" y="connsiteY2"/>
              </a:cxn>
              <a:cxn ang="0">
                <a:pos x="connsiteX3" y="connsiteY3"/>
              </a:cxn>
            </a:cxnLst>
            <a:rect l="l" t="t" r="r" b="b"/>
            <a:pathLst>
              <a:path w="2005927" h="1050059">
                <a:moveTo>
                  <a:pt x="0" y="0"/>
                </a:moveTo>
                <a:lnTo>
                  <a:pt x="2005927" y="0"/>
                </a:lnTo>
                <a:lnTo>
                  <a:pt x="1828373" y="1050059"/>
                </a:lnTo>
                <a:lnTo>
                  <a:pt x="0" y="1050059"/>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015" dirty="0"/>
              <a:t>        </a:t>
            </a:r>
            <a:endParaRPr lang="zh-CN" altLang="en-US" sz="1015" dirty="0"/>
          </a:p>
        </p:txBody>
      </p:sp>
      <p:sp>
        <p:nvSpPr>
          <p:cNvPr id="41" name="标题 1"/>
          <p:cNvSpPr>
            <a:spLocks noGrp="1"/>
          </p:cNvSpPr>
          <p:nvPr>
            <p:ph type="title" hasCustomPrompt="1"/>
          </p:nvPr>
        </p:nvSpPr>
        <p:spPr>
          <a:xfrm>
            <a:off x="-1" y="1376197"/>
            <a:ext cx="1964268" cy="1050059"/>
          </a:xfrm>
        </p:spPr>
        <p:txBody>
          <a:bodyPr anchor="ctr">
            <a:normAutofit/>
          </a:bodyPr>
          <a:lstStyle>
            <a:lvl1pPr algn="r">
              <a:defRPr sz="3200" b="1">
                <a:solidFill>
                  <a:schemeClr val="accent3"/>
                </a:solidFill>
              </a:defRPr>
            </a:lvl1pPr>
          </a:lstStyle>
          <a:p>
            <a:r>
              <a:rPr lang="zh-CN" altLang="en-US" dirty="0"/>
              <a:t>目录</a:t>
            </a:r>
            <a:endParaRPr lang="zh-CN" altLang="en-US" dirty="0"/>
          </a:p>
        </p:txBody>
      </p:sp>
      <p:sp>
        <p:nvSpPr>
          <p:cNvPr id="5" name="内容占位符 4"/>
          <p:cNvSpPr>
            <a:spLocks noGrp="1"/>
          </p:cNvSpPr>
          <p:nvPr>
            <p:ph sz="quarter" idx="13" hasCustomPrompt="1"/>
          </p:nvPr>
        </p:nvSpPr>
        <p:spPr>
          <a:xfrm>
            <a:off x="3558876" y="1487414"/>
            <a:ext cx="4954190" cy="4343400"/>
          </a:xfrm>
        </p:spPr>
        <p:txBody>
          <a:bodyPr>
            <a:normAutofit/>
          </a:bodyPr>
          <a:lstStyle>
            <a:lvl1pPr marL="428625" indent="-428625">
              <a:lnSpc>
                <a:spcPct val="120000"/>
              </a:lnSpc>
              <a:buClr>
                <a:schemeClr val="accent2"/>
              </a:buClr>
              <a:buSzPct val="75000"/>
              <a:buFont typeface="Wingdings" panose="05000000000000000000" pitchFamily="2" charset="2"/>
              <a:buChar char="n"/>
              <a:defRPr sz="3000"/>
            </a:lvl1pPr>
            <a:lvl2pPr>
              <a:defRPr sz="2400"/>
            </a:lvl2pPr>
          </a:lstStyle>
          <a:p>
            <a:pPr lvl="0"/>
            <a:r>
              <a:rPr lang="zh-CN" altLang="en-US"/>
              <a:t>编辑母版文本样式</a:t>
            </a:r>
            <a:endParaRPr lang="zh-CN" altLang="en-US"/>
          </a:p>
        </p:txBody>
      </p:sp>
      <p:sp>
        <p:nvSpPr>
          <p:cNvPr id="2" name="灯片编号占位符 1"/>
          <p:cNvSpPr>
            <a:spLocks noGrp="1"/>
          </p:cNvSpPr>
          <p:nvPr>
            <p:ph type="sldNum" sz="quarter" idx="14"/>
          </p:nvPr>
        </p:nvSpPr>
        <p:spPr/>
        <p:txBody>
          <a:bodyPr/>
          <a:lstStyle/>
          <a:p>
            <a:fld id="{5BFD90BE-674B-4941-8A47-F36542803188}"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1_标题幻灯片-多行">
    <p:bg>
      <p:bgPr>
        <a:solidFill>
          <a:schemeClr val="accent1"/>
        </a:solidFill>
        <a:effectLst/>
      </p:bgPr>
    </p:bg>
    <p:spTree>
      <p:nvGrpSpPr>
        <p:cNvPr id="1" name=""/>
        <p:cNvGrpSpPr/>
        <p:nvPr/>
      </p:nvGrpSpPr>
      <p:grpSpPr>
        <a:xfrm>
          <a:off x="0" y="0"/>
          <a:ext cx="0" cy="0"/>
          <a:chOff x="0" y="0"/>
          <a:chExt cx="0" cy="0"/>
        </a:xfrm>
      </p:grpSpPr>
      <p:sp>
        <p:nvSpPr>
          <p:cNvPr id="16" name="任意多边形 15"/>
          <p:cNvSpPr/>
          <p:nvPr/>
        </p:nvSpPr>
        <p:spPr>
          <a:xfrm>
            <a:off x="1" y="-3176"/>
            <a:ext cx="9116459" cy="6861175"/>
          </a:xfrm>
          <a:custGeom>
            <a:avLst/>
            <a:gdLst>
              <a:gd name="connsiteX0" fmla="*/ 0 w 9116459"/>
              <a:gd name="connsiteY0" fmla="*/ 0 h 6861175"/>
              <a:gd name="connsiteX1" fmla="*/ 9116459 w 9116459"/>
              <a:gd name="connsiteY1" fmla="*/ 0 h 6861175"/>
              <a:gd name="connsiteX2" fmla="*/ 9116459 w 9116459"/>
              <a:gd name="connsiteY2" fmla="*/ 6861175 h 6861175"/>
              <a:gd name="connsiteX3" fmla="*/ 0 w 9116459"/>
              <a:gd name="connsiteY3" fmla="*/ 6861175 h 6861175"/>
            </a:gdLst>
            <a:ahLst/>
            <a:cxnLst>
              <a:cxn ang="0">
                <a:pos x="connsiteX0" y="connsiteY0"/>
              </a:cxn>
              <a:cxn ang="0">
                <a:pos x="connsiteX1" y="connsiteY1"/>
              </a:cxn>
              <a:cxn ang="0">
                <a:pos x="connsiteX2" y="connsiteY2"/>
              </a:cxn>
              <a:cxn ang="0">
                <a:pos x="connsiteX3" y="connsiteY3"/>
              </a:cxn>
            </a:cxnLst>
            <a:rect l="l" t="t" r="r" b="b"/>
            <a:pathLst>
              <a:path w="9116459" h="6861175">
                <a:moveTo>
                  <a:pt x="0" y="0"/>
                </a:moveTo>
                <a:lnTo>
                  <a:pt x="9116459" y="0"/>
                </a:lnTo>
                <a:lnTo>
                  <a:pt x="9116459" y="6861175"/>
                </a:lnTo>
                <a:lnTo>
                  <a:pt x="0" y="6861175"/>
                </a:lnTo>
                <a:close/>
              </a:path>
            </a:pathLst>
          </a:custGeom>
          <a:blipFill dpi="0" rotWithShape="1">
            <a:blip r:embed="rId2">
              <a:alphaModFix amt="10000"/>
            </a:blip>
            <a:srcRect/>
            <a:stretch>
              <a:fillRect l="-70290" r="7029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350"/>
          </a:p>
        </p:txBody>
      </p:sp>
      <p:sp>
        <p:nvSpPr>
          <p:cNvPr id="75" name="任意多边形 74"/>
          <p:cNvSpPr/>
          <p:nvPr/>
        </p:nvSpPr>
        <p:spPr>
          <a:xfrm>
            <a:off x="1643922" y="-7017"/>
            <a:ext cx="7402288" cy="6865015"/>
          </a:xfrm>
          <a:custGeom>
            <a:avLst/>
            <a:gdLst>
              <a:gd name="connsiteX0" fmla="*/ 9869717 w 9869717"/>
              <a:gd name="connsiteY0" fmla="*/ 0 h 6865015"/>
              <a:gd name="connsiteX1" fmla="*/ 9869717 w 9869717"/>
              <a:gd name="connsiteY1" fmla="*/ 6865015 h 6865015"/>
              <a:gd name="connsiteX2" fmla="*/ 0 w 9869717"/>
              <a:gd name="connsiteY2" fmla="*/ 6865015 h 6865015"/>
              <a:gd name="connsiteX3" fmla="*/ 736287 w 9869717"/>
              <a:gd name="connsiteY3" fmla="*/ 3840 h 6865015"/>
            </a:gdLst>
            <a:ahLst/>
            <a:cxnLst>
              <a:cxn ang="0">
                <a:pos x="connsiteX0" y="connsiteY0"/>
              </a:cxn>
              <a:cxn ang="0">
                <a:pos x="connsiteX1" y="connsiteY1"/>
              </a:cxn>
              <a:cxn ang="0">
                <a:pos x="connsiteX2" y="connsiteY2"/>
              </a:cxn>
              <a:cxn ang="0">
                <a:pos x="connsiteX3" y="connsiteY3"/>
              </a:cxn>
            </a:cxnLst>
            <a:rect l="l" t="t" r="r" b="b"/>
            <a:pathLst>
              <a:path w="9869717" h="6865015">
                <a:moveTo>
                  <a:pt x="9869717" y="0"/>
                </a:moveTo>
                <a:lnTo>
                  <a:pt x="9869717" y="6865015"/>
                </a:lnTo>
                <a:lnTo>
                  <a:pt x="0" y="6865015"/>
                </a:lnTo>
                <a:lnTo>
                  <a:pt x="736287" y="384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p>
        </p:txBody>
      </p:sp>
      <p:sp>
        <p:nvSpPr>
          <p:cNvPr id="74" name="任意多边形 73"/>
          <p:cNvSpPr/>
          <p:nvPr/>
        </p:nvSpPr>
        <p:spPr>
          <a:xfrm>
            <a:off x="1766933" y="-7017"/>
            <a:ext cx="7402288" cy="6865015"/>
          </a:xfrm>
          <a:custGeom>
            <a:avLst/>
            <a:gdLst>
              <a:gd name="connsiteX0" fmla="*/ 9869717 w 9869717"/>
              <a:gd name="connsiteY0" fmla="*/ 0 h 6865015"/>
              <a:gd name="connsiteX1" fmla="*/ 9869717 w 9869717"/>
              <a:gd name="connsiteY1" fmla="*/ 6865015 h 6865015"/>
              <a:gd name="connsiteX2" fmla="*/ 0 w 9869717"/>
              <a:gd name="connsiteY2" fmla="*/ 6865015 h 6865015"/>
              <a:gd name="connsiteX3" fmla="*/ 736287 w 9869717"/>
              <a:gd name="connsiteY3" fmla="*/ 3840 h 6865015"/>
            </a:gdLst>
            <a:ahLst/>
            <a:cxnLst>
              <a:cxn ang="0">
                <a:pos x="connsiteX0" y="connsiteY0"/>
              </a:cxn>
              <a:cxn ang="0">
                <a:pos x="connsiteX1" y="connsiteY1"/>
              </a:cxn>
              <a:cxn ang="0">
                <a:pos x="connsiteX2" y="connsiteY2"/>
              </a:cxn>
              <a:cxn ang="0">
                <a:pos x="connsiteX3" y="connsiteY3"/>
              </a:cxn>
            </a:cxnLst>
            <a:rect l="l" t="t" r="r" b="b"/>
            <a:pathLst>
              <a:path w="9869717" h="6865015">
                <a:moveTo>
                  <a:pt x="9869717" y="0"/>
                </a:moveTo>
                <a:lnTo>
                  <a:pt x="9869717" y="6865015"/>
                </a:lnTo>
                <a:lnTo>
                  <a:pt x="0" y="6865015"/>
                </a:lnTo>
                <a:lnTo>
                  <a:pt x="736287" y="384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p>
        </p:txBody>
      </p:sp>
      <p:sp>
        <p:nvSpPr>
          <p:cNvPr id="72" name="任意多边形 71"/>
          <p:cNvSpPr/>
          <p:nvPr/>
        </p:nvSpPr>
        <p:spPr>
          <a:xfrm>
            <a:off x="0" y="1479304"/>
            <a:ext cx="1293151" cy="1253737"/>
          </a:xfrm>
          <a:custGeom>
            <a:avLst/>
            <a:gdLst>
              <a:gd name="connsiteX0" fmla="*/ 0 w 1724201"/>
              <a:gd name="connsiteY0" fmla="*/ 0 h 1253737"/>
              <a:gd name="connsiteX1" fmla="*/ 1724201 w 1724201"/>
              <a:gd name="connsiteY1" fmla="*/ 0 h 1253737"/>
              <a:gd name="connsiteX2" fmla="*/ 1609409 w 1724201"/>
              <a:gd name="connsiteY2" fmla="*/ 1253737 h 1253737"/>
              <a:gd name="connsiteX3" fmla="*/ 0 w 1724201"/>
              <a:gd name="connsiteY3" fmla="*/ 1253737 h 1253737"/>
            </a:gdLst>
            <a:ahLst/>
            <a:cxnLst>
              <a:cxn ang="0">
                <a:pos x="connsiteX0" y="connsiteY0"/>
              </a:cxn>
              <a:cxn ang="0">
                <a:pos x="connsiteX1" y="connsiteY1"/>
              </a:cxn>
              <a:cxn ang="0">
                <a:pos x="connsiteX2" y="connsiteY2"/>
              </a:cxn>
              <a:cxn ang="0">
                <a:pos x="connsiteX3" y="connsiteY3"/>
              </a:cxn>
            </a:cxnLst>
            <a:rect l="l" t="t" r="r" b="b"/>
            <a:pathLst>
              <a:path w="1724201" h="1253737">
                <a:moveTo>
                  <a:pt x="0" y="0"/>
                </a:moveTo>
                <a:lnTo>
                  <a:pt x="1724201" y="0"/>
                </a:lnTo>
                <a:lnTo>
                  <a:pt x="1609409" y="1253737"/>
                </a:lnTo>
                <a:lnTo>
                  <a:pt x="0" y="125373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15" dirty="0"/>
              <a:t>        </a:t>
            </a:r>
            <a:endParaRPr lang="zh-CN" altLang="en-US" sz="1015" dirty="0"/>
          </a:p>
        </p:txBody>
      </p:sp>
      <p:sp>
        <p:nvSpPr>
          <p:cNvPr id="46" name="任意多边形 45"/>
          <p:cNvSpPr/>
          <p:nvPr/>
        </p:nvSpPr>
        <p:spPr>
          <a:xfrm>
            <a:off x="0" y="1376196"/>
            <a:ext cx="1142261" cy="1265404"/>
          </a:xfrm>
          <a:custGeom>
            <a:avLst/>
            <a:gdLst>
              <a:gd name="connsiteX0" fmla="*/ 0 w 1523014"/>
              <a:gd name="connsiteY0" fmla="*/ 0 h 1265404"/>
              <a:gd name="connsiteX1" fmla="*/ 1523014 w 1523014"/>
              <a:gd name="connsiteY1" fmla="*/ 0 h 1265404"/>
              <a:gd name="connsiteX2" fmla="*/ 1407154 w 1523014"/>
              <a:gd name="connsiteY2" fmla="*/ 1265404 h 1265404"/>
              <a:gd name="connsiteX3" fmla="*/ 0 w 1523014"/>
              <a:gd name="connsiteY3" fmla="*/ 1265404 h 1265404"/>
            </a:gdLst>
            <a:ahLst/>
            <a:cxnLst>
              <a:cxn ang="0">
                <a:pos x="connsiteX0" y="connsiteY0"/>
              </a:cxn>
              <a:cxn ang="0">
                <a:pos x="connsiteX1" y="connsiteY1"/>
              </a:cxn>
              <a:cxn ang="0">
                <a:pos x="connsiteX2" y="connsiteY2"/>
              </a:cxn>
              <a:cxn ang="0">
                <a:pos x="connsiteX3" y="connsiteY3"/>
              </a:cxn>
            </a:cxnLst>
            <a:rect l="l" t="t" r="r" b="b"/>
            <a:pathLst>
              <a:path w="1523014" h="1265404">
                <a:moveTo>
                  <a:pt x="0" y="0"/>
                </a:moveTo>
                <a:lnTo>
                  <a:pt x="1523014" y="0"/>
                </a:lnTo>
                <a:lnTo>
                  <a:pt x="1407154" y="1265404"/>
                </a:lnTo>
                <a:lnTo>
                  <a:pt x="0" y="1265404"/>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15" dirty="0"/>
              <a:t>        </a:t>
            </a:r>
            <a:endParaRPr lang="zh-CN" altLang="en-US" sz="1015" dirty="0"/>
          </a:p>
        </p:txBody>
      </p:sp>
      <p:sp>
        <p:nvSpPr>
          <p:cNvPr id="41" name="标题 1"/>
          <p:cNvSpPr>
            <a:spLocks noGrp="1"/>
          </p:cNvSpPr>
          <p:nvPr>
            <p:ph type="title" hasCustomPrompt="1"/>
          </p:nvPr>
        </p:nvSpPr>
        <p:spPr>
          <a:xfrm>
            <a:off x="2570125" y="1206856"/>
            <a:ext cx="6211430" cy="1152806"/>
          </a:xfrm>
        </p:spPr>
        <p:txBody>
          <a:bodyPr anchor="b"/>
          <a:lstStyle>
            <a:lvl1pPr>
              <a:defRPr sz="4500" b="1"/>
            </a:lvl1pPr>
          </a:lstStyle>
          <a:p>
            <a:r>
              <a:rPr lang="zh-CN" altLang="en-US" dirty="0"/>
              <a:t>小节标题</a:t>
            </a:r>
            <a:endParaRPr lang="zh-CN" altLang="en-US" dirty="0"/>
          </a:p>
        </p:txBody>
      </p:sp>
      <p:sp>
        <p:nvSpPr>
          <p:cNvPr id="42" name="文本占位符 2"/>
          <p:cNvSpPr>
            <a:spLocks noGrp="1"/>
          </p:cNvSpPr>
          <p:nvPr>
            <p:ph type="body" idx="1" hasCustomPrompt="1"/>
          </p:nvPr>
        </p:nvSpPr>
        <p:spPr>
          <a:xfrm>
            <a:off x="2570125" y="2386651"/>
            <a:ext cx="6211430" cy="513778"/>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dirty="0"/>
              <a:t>小节副标题</a:t>
            </a:r>
            <a:endParaRPr lang="zh-CN" altLang="en-US" dirty="0"/>
          </a:p>
        </p:txBody>
      </p:sp>
      <p:sp>
        <p:nvSpPr>
          <p:cNvPr id="10" name="文本占位符 9"/>
          <p:cNvSpPr>
            <a:spLocks noGrp="1"/>
          </p:cNvSpPr>
          <p:nvPr>
            <p:ph type="body" sz="quarter" idx="13" hasCustomPrompt="1"/>
          </p:nvPr>
        </p:nvSpPr>
        <p:spPr>
          <a:xfrm>
            <a:off x="1" y="1479303"/>
            <a:ext cx="1004552" cy="1049700"/>
          </a:xfrm>
        </p:spPr>
        <p:txBody>
          <a:bodyPr anchor="ctr">
            <a:noAutofit/>
          </a:bodyPr>
          <a:lstStyle>
            <a:lvl1pPr marL="0" indent="0" algn="ctr">
              <a:buNone/>
              <a:defRPr sz="5400" b="1">
                <a:solidFill>
                  <a:schemeClr val="accent3"/>
                </a:solidFill>
                <a:latin typeface="+mj-lt"/>
              </a:defRPr>
            </a:lvl1pPr>
          </a:lstStyle>
          <a:p>
            <a:pPr lvl="0"/>
            <a:r>
              <a:rPr lang="en-US" altLang="zh-CN" dirty="0"/>
              <a:t>01</a:t>
            </a:r>
            <a:endParaRPr lang="zh-CN" altLang="en-US" dirty="0"/>
          </a:p>
        </p:txBody>
      </p:sp>
      <p:sp>
        <p:nvSpPr>
          <p:cNvPr id="13" name="任意多边形 12"/>
          <p:cNvSpPr/>
          <p:nvPr/>
        </p:nvSpPr>
        <p:spPr>
          <a:xfrm>
            <a:off x="8403167" y="6163733"/>
            <a:ext cx="766052" cy="529167"/>
          </a:xfrm>
          <a:custGeom>
            <a:avLst/>
            <a:gdLst>
              <a:gd name="connsiteX0" fmla="*/ 60660 w 874872"/>
              <a:gd name="connsiteY0" fmla="*/ 0 h 662516"/>
              <a:gd name="connsiteX1" fmla="*/ 874872 w 874872"/>
              <a:gd name="connsiteY1" fmla="*/ 0 h 662516"/>
              <a:gd name="connsiteX2" fmla="*/ 874872 w 874872"/>
              <a:gd name="connsiteY2" fmla="*/ 464985 h 662516"/>
              <a:gd name="connsiteX3" fmla="*/ 856786 w 874872"/>
              <a:gd name="connsiteY3" fmla="*/ 662516 h 662516"/>
              <a:gd name="connsiteX4" fmla="*/ 0 w 874872"/>
              <a:gd name="connsiteY4" fmla="*/ 662516 h 6625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4872" h="662516">
                <a:moveTo>
                  <a:pt x="60660" y="0"/>
                </a:moveTo>
                <a:lnTo>
                  <a:pt x="874872" y="0"/>
                </a:lnTo>
                <a:lnTo>
                  <a:pt x="874872" y="464985"/>
                </a:lnTo>
                <a:lnTo>
                  <a:pt x="856786" y="662516"/>
                </a:lnTo>
                <a:lnTo>
                  <a:pt x="0" y="662516"/>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15" dirty="0"/>
              <a:t>          </a:t>
            </a:r>
            <a:endParaRPr lang="zh-CN" altLang="en-US" sz="1015" dirty="0"/>
          </a:p>
        </p:txBody>
      </p:sp>
      <p:sp>
        <p:nvSpPr>
          <p:cNvPr id="14" name="任意多边形 13"/>
          <p:cNvSpPr/>
          <p:nvPr/>
        </p:nvSpPr>
        <p:spPr>
          <a:xfrm>
            <a:off x="8501632" y="6115049"/>
            <a:ext cx="667589" cy="529167"/>
          </a:xfrm>
          <a:custGeom>
            <a:avLst/>
            <a:gdLst>
              <a:gd name="connsiteX0" fmla="*/ 60660 w 762423"/>
              <a:gd name="connsiteY0" fmla="*/ 0 h 662516"/>
              <a:gd name="connsiteX1" fmla="*/ 762423 w 762423"/>
              <a:gd name="connsiteY1" fmla="*/ 0 h 662516"/>
              <a:gd name="connsiteX2" fmla="*/ 762423 w 762423"/>
              <a:gd name="connsiteY2" fmla="*/ 662516 h 662516"/>
              <a:gd name="connsiteX3" fmla="*/ 0 w 762423"/>
              <a:gd name="connsiteY3" fmla="*/ 662516 h 662516"/>
            </a:gdLst>
            <a:ahLst/>
            <a:cxnLst>
              <a:cxn ang="0">
                <a:pos x="connsiteX0" y="connsiteY0"/>
              </a:cxn>
              <a:cxn ang="0">
                <a:pos x="connsiteX1" y="connsiteY1"/>
              </a:cxn>
              <a:cxn ang="0">
                <a:pos x="connsiteX2" y="connsiteY2"/>
              </a:cxn>
              <a:cxn ang="0">
                <a:pos x="connsiteX3" y="connsiteY3"/>
              </a:cxn>
            </a:cxnLst>
            <a:rect l="l" t="t" r="r" b="b"/>
            <a:pathLst>
              <a:path w="762423" h="662516">
                <a:moveTo>
                  <a:pt x="60660" y="0"/>
                </a:moveTo>
                <a:lnTo>
                  <a:pt x="762423" y="0"/>
                </a:lnTo>
                <a:lnTo>
                  <a:pt x="762423" y="662516"/>
                </a:lnTo>
                <a:lnTo>
                  <a:pt x="0" y="662516"/>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15" dirty="0"/>
              <a:t>          </a:t>
            </a:r>
            <a:endParaRPr lang="zh-CN" altLang="en-US" sz="1015" dirty="0"/>
          </a:p>
        </p:txBody>
      </p:sp>
      <p:sp>
        <p:nvSpPr>
          <p:cNvPr id="15" name="灯片编号占位符 1"/>
          <p:cNvSpPr>
            <a:spLocks noGrp="1"/>
          </p:cNvSpPr>
          <p:nvPr>
            <p:ph type="sldNum" sz="quarter" idx="14"/>
          </p:nvPr>
        </p:nvSpPr>
        <p:spPr>
          <a:xfrm>
            <a:off x="8623298" y="6142411"/>
            <a:ext cx="460164" cy="461588"/>
          </a:xfrm>
        </p:spPr>
        <p:txBody>
          <a:bodyPr/>
          <a:lstStyle/>
          <a:p>
            <a:fld id="{5BFD90BE-674B-4941-8A47-F36542803188}"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6" name="任意多边形 25"/>
          <p:cNvSpPr/>
          <p:nvPr/>
        </p:nvSpPr>
        <p:spPr>
          <a:xfrm>
            <a:off x="1" y="6477000"/>
            <a:ext cx="7919911" cy="381000"/>
          </a:xfrm>
          <a:custGeom>
            <a:avLst/>
            <a:gdLst>
              <a:gd name="connsiteX0" fmla="*/ 0 w 10559881"/>
              <a:gd name="connsiteY0" fmla="*/ 0 h 381000"/>
              <a:gd name="connsiteX1" fmla="*/ 10559881 w 10559881"/>
              <a:gd name="connsiteY1" fmla="*/ 0 h 381000"/>
              <a:gd name="connsiteX2" fmla="*/ 10519784 w 10559881"/>
              <a:gd name="connsiteY2" fmla="*/ 381000 h 381000"/>
              <a:gd name="connsiteX3" fmla="*/ 0 w 10559881"/>
              <a:gd name="connsiteY3" fmla="*/ 381000 h 381000"/>
            </a:gdLst>
            <a:ahLst/>
            <a:cxnLst>
              <a:cxn ang="0">
                <a:pos x="connsiteX0" y="connsiteY0"/>
              </a:cxn>
              <a:cxn ang="0">
                <a:pos x="connsiteX1" y="connsiteY1"/>
              </a:cxn>
              <a:cxn ang="0">
                <a:pos x="connsiteX2" y="connsiteY2"/>
              </a:cxn>
              <a:cxn ang="0">
                <a:pos x="connsiteX3" y="connsiteY3"/>
              </a:cxn>
            </a:cxnLst>
            <a:rect l="l" t="t" r="r" b="b"/>
            <a:pathLst>
              <a:path w="10559881" h="381000">
                <a:moveTo>
                  <a:pt x="0" y="0"/>
                </a:moveTo>
                <a:lnTo>
                  <a:pt x="10559881" y="0"/>
                </a:lnTo>
                <a:lnTo>
                  <a:pt x="10519784" y="381000"/>
                </a:lnTo>
                <a:lnTo>
                  <a:pt x="0" y="38100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p>
        </p:txBody>
      </p:sp>
      <p:sp>
        <p:nvSpPr>
          <p:cNvPr id="2" name="标题 1"/>
          <p:cNvSpPr>
            <a:spLocks noGrp="1"/>
          </p:cNvSpPr>
          <p:nvPr>
            <p:ph type="title"/>
          </p:nvPr>
        </p:nvSpPr>
        <p:spPr>
          <a:xfrm>
            <a:off x="457200" y="264459"/>
            <a:ext cx="8058150" cy="665816"/>
          </a:xfrm>
        </p:spPr>
        <p:txBody>
          <a:bodyPr>
            <a:noAutofit/>
          </a:bodyPr>
          <a:lstStyle>
            <a:lvl1pPr>
              <a:defRPr sz="2700" b="1"/>
            </a:lvl1pPr>
          </a:lstStyle>
          <a:p>
            <a:r>
              <a:rPr lang="zh-CN" altLang="en-US"/>
              <a:t>单击此处编辑母版标题样式</a:t>
            </a:r>
            <a:endParaRPr lang="zh-CN" altLang="en-US" dirty="0"/>
          </a:p>
        </p:txBody>
      </p:sp>
      <p:sp>
        <p:nvSpPr>
          <p:cNvPr id="3" name="内容占位符 2"/>
          <p:cNvSpPr>
            <a:spLocks noGrp="1"/>
          </p:cNvSpPr>
          <p:nvPr>
            <p:ph idx="1" hasCustomPrompt="1"/>
          </p:nvPr>
        </p:nvSpPr>
        <p:spPr>
          <a:xfrm>
            <a:off x="457200" y="1227668"/>
            <a:ext cx="8055866" cy="4698999"/>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dirty="0"/>
          </a:p>
        </p:txBody>
      </p:sp>
      <p:sp>
        <p:nvSpPr>
          <p:cNvPr id="22" name="任意多边形 21"/>
          <p:cNvSpPr/>
          <p:nvPr/>
        </p:nvSpPr>
        <p:spPr>
          <a:xfrm>
            <a:off x="0" y="6336064"/>
            <a:ext cx="7791672" cy="521937"/>
          </a:xfrm>
          <a:custGeom>
            <a:avLst/>
            <a:gdLst>
              <a:gd name="connsiteX0" fmla="*/ 0 w 10388896"/>
              <a:gd name="connsiteY0" fmla="*/ 0 h 521937"/>
              <a:gd name="connsiteX1" fmla="*/ 10388896 w 10388896"/>
              <a:gd name="connsiteY1" fmla="*/ 0 h 521937"/>
              <a:gd name="connsiteX2" fmla="*/ 10333967 w 10388896"/>
              <a:gd name="connsiteY2" fmla="*/ 521937 h 521937"/>
              <a:gd name="connsiteX3" fmla="*/ 0 w 10388896"/>
              <a:gd name="connsiteY3" fmla="*/ 521937 h 521937"/>
            </a:gdLst>
            <a:ahLst/>
            <a:cxnLst>
              <a:cxn ang="0">
                <a:pos x="connsiteX0" y="connsiteY0"/>
              </a:cxn>
              <a:cxn ang="0">
                <a:pos x="connsiteX1" y="connsiteY1"/>
              </a:cxn>
              <a:cxn ang="0">
                <a:pos x="connsiteX2" y="connsiteY2"/>
              </a:cxn>
              <a:cxn ang="0">
                <a:pos x="connsiteX3" y="connsiteY3"/>
              </a:cxn>
            </a:cxnLst>
            <a:rect l="l" t="t" r="r" b="b"/>
            <a:pathLst>
              <a:path w="10388896" h="521937">
                <a:moveTo>
                  <a:pt x="0" y="0"/>
                </a:moveTo>
                <a:lnTo>
                  <a:pt x="10388896" y="0"/>
                </a:lnTo>
                <a:lnTo>
                  <a:pt x="10333967" y="521937"/>
                </a:lnTo>
                <a:lnTo>
                  <a:pt x="0" y="521937"/>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p>
        </p:txBody>
      </p:sp>
      <p:sp>
        <p:nvSpPr>
          <p:cNvPr id="50" name="任意多边形 49"/>
          <p:cNvSpPr/>
          <p:nvPr/>
        </p:nvSpPr>
        <p:spPr>
          <a:xfrm>
            <a:off x="8403167" y="6163733"/>
            <a:ext cx="766052" cy="529167"/>
          </a:xfrm>
          <a:custGeom>
            <a:avLst/>
            <a:gdLst>
              <a:gd name="connsiteX0" fmla="*/ 60660 w 874872"/>
              <a:gd name="connsiteY0" fmla="*/ 0 h 662516"/>
              <a:gd name="connsiteX1" fmla="*/ 874872 w 874872"/>
              <a:gd name="connsiteY1" fmla="*/ 0 h 662516"/>
              <a:gd name="connsiteX2" fmla="*/ 874872 w 874872"/>
              <a:gd name="connsiteY2" fmla="*/ 464985 h 662516"/>
              <a:gd name="connsiteX3" fmla="*/ 856786 w 874872"/>
              <a:gd name="connsiteY3" fmla="*/ 662516 h 662516"/>
              <a:gd name="connsiteX4" fmla="*/ 0 w 874872"/>
              <a:gd name="connsiteY4" fmla="*/ 662516 h 6625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4872" h="662516">
                <a:moveTo>
                  <a:pt x="60660" y="0"/>
                </a:moveTo>
                <a:lnTo>
                  <a:pt x="874872" y="0"/>
                </a:lnTo>
                <a:lnTo>
                  <a:pt x="874872" y="464985"/>
                </a:lnTo>
                <a:lnTo>
                  <a:pt x="856786" y="662516"/>
                </a:lnTo>
                <a:lnTo>
                  <a:pt x="0" y="662516"/>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15" dirty="0"/>
              <a:t>          </a:t>
            </a:r>
            <a:endParaRPr lang="zh-CN" altLang="en-US" sz="1015" dirty="0"/>
          </a:p>
        </p:txBody>
      </p:sp>
      <p:sp>
        <p:nvSpPr>
          <p:cNvPr id="51" name="任意多边形 50"/>
          <p:cNvSpPr/>
          <p:nvPr/>
        </p:nvSpPr>
        <p:spPr>
          <a:xfrm>
            <a:off x="8501632" y="6115049"/>
            <a:ext cx="667589" cy="529167"/>
          </a:xfrm>
          <a:custGeom>
            <a:avLst/>
            <a:gdLst>
              <a:gd name="connsiteX0" fmla="*/ 60660 w 762423"/>
              <a:gd name="connsiteY0" fmla="*/ 0 h 662516"/>
              <a:gd name="connsiteX1" fmla="*/ 762423 w 762423"/>
              <a:gd name="connsiteY1" fmla="*/ 0 h 662516"/>
              <a:gd name="connsiteX2" fmla="*/ 762423 w 762423"/>
              <a:gd name="connsiteY2" fmla="*/ 662516 h 662516"/>
              <a:gd name="connsiteX3" fmla="*/ 0 w 762423"/>
              <a:gd name="connsiteY3" fmla="*/ 662516 h 662516"/>
            </a:gdLst>
            <a:ahLst/>
            <a:cxnLst>
              <a:cxn ang="0">
                <a:pos x="connsiteX0" y="connsiteY0"/>
              </a:cxn>
              <a:cxn ang="0">
                <a:pos x="connsiteX1" y="connsiteY1"/>
              </a:cxn>
              <a:cxn ang="0">
                <a:pos x="connsiteX2" y="connsiteY2"/>
              </a:cxn>
              <a:cxn ang="0">
                <a:pos x="connsiteX3" y="connsiteY3"/>
              </a:cxn>
            </a:cxnLst>
            <a:rect l="l" t="t" r="r" b="b"/>
            <a:pathLst>
              <a:path w="762423" h="662516">
                <a:moveTo>
                  <a:pt x="60660" y="0"/>
                </a:moveTo>
                <a:lnTo>
                  <a:pt x="762423" y="0"/>
                </a:lnTo>
                <a:lnTo>
                  <a:pt x="762423" y="662516"/>
                </a:lnTo>
                <a:lnTo>
                  <a:pt x="0" y="662516"/>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15" dirty="0"/>
              <a:t>          </a:t>
            </a:r>
            <a:endParaRPr lang="zh-CN" altLang="en-US" sz="1015" dirty="0"/>
          </a:p>
        </p:txBody>
      </p:sp>
      <p:sp>
        <p:nvSpPr>
          <p:cNvPr id="52" name="灯片编号占位符 1"/>
          <p:cNvSpPr>
            <a:spLocks noGrp="1"/>
          </p:cNvSpPr>
          <p:nvPr>
            <p:ph type="sldNum" sz="quarter" idx="14"/>
          </p:nvPr>
        </p:nvSpPr>
        <p:spPr>
          <a:xfrm>
            <a:off x="8623298" y="6142411"/>
            <a:ext cx="460164" cy="461588"/>
          </a:xfrm>
        </p:spPr>
        <p:txBody>
          <a:bodyPr/>
          <a:lstStyle/>
          <a:p>
            <a:fld id="{5BFD90BE-674B-4941-8A47-F36542803188}" type="slidenum">
              <a:rPr lang="zh-CN" altLang="en-US" smtClean="0"/>
            </a:fld>
            <a:endParaRPr lang="zh-CN" altLang="en-US"/>
          </a:p>
        </p:txBody>
      </p:sp>
      <p:grpSp>
        <p:nvGrpSpPr>
          <p:cNvPr id="53" name="组合 52"/>
          <p:cNvGrpSpPr>
            <a:grpSpLocks noChangeAspect="1"/>
          </p:cNvGrpSpPr>
          <p:nvPr/>
        </p:nvGrpSpPr>
        <p:grpSpPr>
          <a:xfrm>
            <a:off x="137516" y="6473825"/>
            <a:ext cx="1683197" cy="284152"/>
            <a:chOff x="8729725" y="4570716"/>
            <a:chExt cx="2830513" cy="477838"/>
          </a:xfrm>
          <a:solidFill>
            <a:schemeClr val="accent4"/>
          </a:solidFill>
        </p:grpSpPr>
        <p:sp>
          <p:nvSpPr>
            <p:cNvPr id="54" name="Freeform 34"/>
            <p:cNvSpPr>
              <a:spLocks noEditPoints="1"/>
            </p:cNvSpPr>
            <p:nvPr/>
          </p:nvSpPr>
          <p:spPr bwMode="auto">
            <a:xfrm>
              <a:off x="9304400" y="4945366"/>
              <a:ext cx="1363663" cy="101600"/>
            </a:xfrm>
            <a:custGeom>
              <a:avLst/>
              <a:gdLst>
                <a:gd name="T0" fmla="*/ 15 w 915"/>
                <a:gd name="T1" fmla="*/ 51 h 68"/>
                <a:gd name="T2" fmla="*/ 14 w 915"/>
                <a:gd name="T3" fmla="*/ 11 h 68"/>
                <a:gd name="T4" fmla="*/ 35 w 915"/>
                <a:gd name="T5" fmla="*/ 4 h 68"/>
                <a:gd name="T6" fmla="*/ 77 w 915"/>
                <a:gd name="T7" fmla="*/ 51 h 68"/>
                <a:gd name="T8" fmla="*/ 74 w 915"/>
                <a:gd name="T9" fmla="*/ 51 h 68"/>
                <a:gd name="T10" fmla="*/ 57 w 915"/>
                <a:gd name="T11" fmla="*/ 21 h 68"/>
                <a:gd name="T12" fmla="*/ 108 w 915"/>
                <a:gd name="T13" fmla="*/ 0 h 68"/>
                <a:gd name="T14" fmla="*/ 104 w 915"/>
                <a:gd name="T15" fmla="*/ 32 h 68"/>
                <a:gd name="T16" fmla="*/ 134 w 915"/>
                <a:gd name="T17" fmla="*/ 21 h 68"/>
                <a:gd name="T18" fmla="*/ 155 w 915"/>
                <a:gd name="T19" fmla="*/ 21 h 68"/>
                <a:gd name="T20" fmla="*/ 187 w 915"/>
                <a:gd name="T21" fmla="*/ 46 h 68"/>
                <a:gd name="T22" fmla="*/ 169 w 915"/>
                <a:gd name="T23" fmla="*/ 29 h 68"/>
                <a:gd name="T24" fmla="*/ 221 w 915"/>
                <a:gd name="T25" fmla="*/ 24 h 68"/>
                <a:gd name="T26" fmla="*/ 198 w 915"/>
                <a:gd name="T27" fmla="*/ 52 h 68"/>
                <a:gd name="T28" fmla="*/ 209 w 915"/>
                <a:gd name="T29" fmla="*/ 18 h 68"/>
                <a:gd name="T30" fmla="*/ 247 w 915"/>
                <a:gd name="T31" fmla="*/ 51 h 68"/>
                <a:gd name="T32" fmla="*/ 244 w 915"/>
                <a:gd name="T33" fmla="*/ 42 h 68"/>
                <a:gd name="T34" fmla="*/ 271 w 915"/>
                <a:gd name="T35" fmla="*/ 1 h 68"/>
                <a:gd name="T36" fmla="*/ 276 w 915"/>
                <a:gd name="T37" fmla="*/ 51 h 68"/>
                <a:gd name="T38" fmla="*/ 259 w 915"/>
                <a:gd name="T39" fmla="*/ 22 h 68"/>
                <a:gd name="T40" fmla="*/ 301 w 915"/>
                <a:gd name="T41" fmla="*/ 46 h 68"/>
                <a:gd name="T42" fmla="*/ 292 w 915"/>
                <a:gd name="T43" fmla="*/ 7 h 68"/>
                <a:gd name="T44" fmla="*/ 333 w 915"/>
                <a:gd name="T45" fmla="*/ 20 h 68"/>
                <a:gd name="T46" fmla="*/ 309 w 915"/>
                <a:gd name="T47" fmla="*/ 67 h 68"/>
                <a:gd name="T48" fmla="*/ 305 w 915"/>
                <a:gd name="T49" fmla="*/ 19 h 68"/>
                <a:gd name="T50" fmla="*/ 379 w 915"/>
                <a:gd name="T51" fmla="*/ 18 h 68"/>
                <a:gd name="T52" fmla="*/ 415 w 915"/>
                <a:gd name="T53" fmla="*/ 44 h 68"/>
                <a:gd name="T54" fmla="*/ 403 w 915"/>
                <a:gd name="T55" fmla="*/ 21 h 68"/>
                <a:gd name="T56" fmla="*/ 425 w 915"/>
                <a:gd name="T57" fmla="*/ 5 h 68"/>
                <a:gd name="T58" fmla="*/ 475 w 915"/>
                <a:gd name="T59" fmla="*/ 19 h 68"/>
                <a:gd name="T60" fmla="*/ 465 w 915"/>
                <a:gd name="T61" fmla="*/ 54 h 68"/>
                <a:gd name="T62" fmla="*/ 471 w 915"/>
                <a:gd name="T63" fmla="*/ 48 h 68"/>
                <a:gd name="T64" fmla="*/ 474 w 915"/>
                <a:gd name="T65" fmla="*/ 4 h 68"/>
                <a:gd name="T66" fmla="*/ 516 w 915"/>
                <a:gd name="T67" fmla="*/ 28 h 68"/>
                <a:gd name="T68" fmla="*/ 517 w 915"/>
                <a:gd name="T69" fmla="*/ 40 h 68"/>
                <a:gd name="T70" fmla="*/ 537 w 915"/>
                <a:gd name="T71" fmla="*/ 49 h 68"/>
                <a:gd name="T72" fmla="*/ 528 w 915"/>
                <a:gd name="T73" fmla="*/ 23 h 68"/>
                <a:gd name="T74" fmla="*/ 565 w 915"/>
                <a:gd name="T75" fmla="*/ 53 h 68"/>
                <a:gd name="T76" fmla="*/ 563 w 915"/>
                <a:gd name="T77" fmla="*/ 21 h 68"/>
                <a:gd name="T78" fmla="*/ 620 w 915"/>
                <a:gd name="T79" fmla="*/ 52 h 68"/>
                <a:gd name="T80" fmla="*/ 596 w 915"/>
                <a:gd name="T81" fmla="*/ 49 h 68"/>
                <a:gd name="T82" fmla="*/ 587 w 915"/>
                <a:gd name="T83" fmla="*/ 22 h 68"/>
                <a:gd name="T84" fmla="*/ 642 w 915"/>
                <a:gd name="T85" fmla="*/ 17 h 68"/>
                <a:gd name="T86" fmla="*/ 643 w 915"/>
                <a:gd name="T87" fmla="*/ 48 h 68"/>
                <a:gd name="T88" fmla="*/ 667 w 915"/>
                <a:gd name="T89" fmla="*/ 49 h 68"/>
                <a:gd name="T90" fmla="*/ 671 w 915"/>
                <a:gd name="T91" fmla="*/ 23 h 68"/>
                <a:gd name="T92" fmla="*/ 726 w 915"/>
                <a:gd name="T93" fmla="*/ 20 h 68"/>
                <a:gd name="T94" fmla="*/ 739 w 915"/>
                <a:gd name="T95" fmla="*/ 29 h 68"/>
                <a:gd name="T96" fmla="*/ 731 w 915"/>
                <a:gd name="T97" fmla="*/ 33 h 68"/>
                <a:gd name="T98" fmla="*/ 778 w 915"/>
                <a:gd name="T99" fmla="*/ 45 h 68"/>
                <a:gd name="T100" fmla="*/ 771 w 915"/>
                <a:gd name="T101" fmla="*/ 24 h 68"/>
                <a:gd name="T102" fmla="*/ 753 w 915"/>
                <a:gd name="T103" fmla="*/ 45 h 68"/>
                <a:gd name="T104" fmla="*/ 803 w 915"/>
                <a:gd name="T105" fmla="*/ 54 h 68"/>
                <a:gd name="T106" fmla="*/ 816 w 915"/>
                <a:gd name="T107" fmla="*/ 0 h 68"/>
                <a:gd name="T108" fmla="*/ 812 w 915"/>
                <a:gd name="T109" fmla="*/ 29 h 68"/>
                <a:gd name="T110" fmla="*/ 881 w 915"/>
                <a:gd name="T111" fmla="*/ 10 h 68"/>
                <a:gd name="T112" fmla="*/ 859 w 915"/>
                <a:gd name="T113" fmla="*/ 49 h 68"/>
                <a:gd name="T114" fmla="*/ 903 w 915"/>
                <a:gd name="T115" fmla="*/ 48 h 68"/>
                <a:gd name="T116" fmla="*/ 891 w 915"/>
                <a:gd name="T117" fmla="*/ 31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915" h="68">
                  <a:moveTo>
                    <a:pt x="35" y="4"/>
                  </a:moveTo>
                  <a:cubicBezTo>
                    <a:pt x="35" y="3"/>
                    <a:pt x="35" y="3"/>
                    <a:pt x="35" y="3"/>
                  </a:cubicBezTo>
                  <a:cubicBezTo>
                    <a:pt x="53" y="3"/>
                    <a:pt x="53" y="3"/>
                    <a:pt x="53" y="3"/>
                  </a:cubicBezTo>
                  <a:cubicBezTo>
                    <a:pt x="53" y="4"/>
                    <a:pt x="53" y="4"/>
                    <a:pt x="53" y="4"/>
                  </a:cubicBezTo>
                  <a:cubicBezTo>
                    <a:pt x="51" y="4"/>
                    <a:pt x="51" y="4"/>
                    <a:pt x="51" y="4"/>
                  </a:cubicBezTo>
                  <a:cubicBezTo>
                    <a:pt x="49" y="4"/>
                    <a:pt x="47" y="5"/>
                    <a:pt x="46" y="6"/>
                  </a:cubicBezTo>
                  <a:cubicBezTo>
                    <a:pt x="46" y="7"/>
                    <a:pt x="45" y="9"/>
                    <a:pt x="45" y="11"/>
                  </a:cubicBezTo>
                  <a:cubicBezTo>
                    <a:pt x="45" y="32"/>
                    <a:pt x="45" y="32"/>
                    <a:pt x="45" y="32"/>
                  </a:cubicBezTo>
                  <a:cubicBezTo>
                    <a:pt x="45" y="37"/>
                    <a:pt x="45" y="41"/>
                    <a:pt x="44" y="43"/>
                  </a:cubicBezTo>
                  <a:cubicBezTo>
                    <a:pt x="43" y="46"/>
                    <a:pt x="41" y="49"/>
                    <a:pt x="38" y="51"/>
                  </a:cubicBezTo>
                  <a:cubicBezTo>
                    <a:pt x="35" y="53"/>
                    <a:pt x="31" y="53"/>
                    <a:pt x="27" y="53"/>
                  </a:cubicBezTo>
                  <a:cubicBezTo>
                    <a:pt x="21" y="53"/>
                    <a:pt x="17" y="53"/>
                    <a:pt x="15" y="51"/>
                  </a:cubicBezTo>
                  <a:cubicBezTo>
                    <a:pt x="12" y="49"/>
                    <a:pt x="10" y="46"/>
                    <a:pt x="9" y="43"/>
                  </a:cubicBezTo>
                  <a:cubicBezTo>
                    <a:pt x="8" y="41"/>
                    <a:pt x="7" y="37"/>
                    <a:pt x="7" y="31"/>
                  </a:cubicBezTo>
                  <a:cubicBezTo>
                    <a:pt x="7" y="11"/>
                    <a:pt x="7" y="11"/>
                    <a:pt x="7" y="11"/>
                  </a:cubicBezTo>
                  <a:cubicBezTo>
                    <a:pt x="7" y="8"/>
                    <a:pt x="7" y="6"/>
                    <a:pt x="6" y="5"/>
                  </a:cubicBezTo>
                  <a:cubicBezTo>
                    <a:pt x="5" y="4"/>
                    <a:pt x="4" y="3"/>
                    <a:pt x="2" y="3"/>
                  </a:cubicBezTo>
                  <a:cubicBezTo>
                    <a:pt x="0" y="3"/>
                    <a:pt x="0" y="3"/>
                    <a:pt x="0" y="3"/>
                  </a:cubicBezTo>
                  <a:cubicBezTo>
                    <a:pt x="0" y="2"/>
                    <a:pt x="0" y="2"/>
                    <a:pt x="0" y="2"/>
                  </a:cubicBezTo>
                  <a:cubicBezTo>
                    <a:pt x="21" y="2"/>
                    <a:pt x="21" y="2"/>
                    <a:pt x="21" y="2"/>
                  </a:cubicBezTo>
                  <a:cubicBezTo>
                    <a:pt x="21" y="3"/>
                    <a:pt x="21" y="3"/>
                    <a:pt x="21" y="3"/>
                  </a:cubicBezTo>
                  <a:cubicBezTo>
                    <a:pt x="19" y="3"/>
                    <a:pt x="19" y="3"/>
                    <a:pt x="19" y="3"/>
                  </a:cubicBezTo>
                  <a:cubicBezTo>
                    <a:pt x="17" y="3"/>
                    <a:pt x="15" y="4"/>
                    <a:pt x="15" y="5"/>
                  </a:cubicBezTo>
                  <a:cubicBezTo>
                    <a:pt x="14" y="6"/>
                    <a:pt x="14" y="8"/>
                    <a:pt x="14" y="11"/>
                  </a:cubicBezTo>
                  <a:cubicBezTo>
                    <a:pt x="14" y="33"/>
                    <a:pt x="14" y="33"/>
                    <a:pt x="14" y="33"/>
                  </a:cubicBezTo>
                  <a:cubicBezTo>
                    <a:pt x="14" y="35"/>
                    <a:pt x="14" y="37"/>
                    <a:pt x="14" y="40"/>
                  </a:cubicBezTo>
                  <a:cubicBezTo>
                    <a:pt x="15" y="43"/>
                    <a:pt x="15" y="45"/>
                    <a:pt x="16" y="46"/>
                  </a:cubicBezTo>
                  <a:cubicBezTo>
                    <a:pt x="17" y="48"/>
                    <a:pt x="19" y="49"/>
                    <a:pt x="20" y="50"/>
                  </a:cubicBezTo>
                  <a:cubicBezTo>
                    <a:pt x="22" y="51"/>
                    <a:pt x="24" y="51"/>
                    <a:pt x="27" y="51"/>
                  </a:cubicBezTo>
                  <a:cubicBezTo>
                    <a:pt x="30" y="51"/>
                    <a:pt x="33" y="50"/>
                    <a:pt x="35" y="49"/>
                  </a:cubicBezTo>
                  <a:cubicBezTo>
                    <a:pt x="37" y="47"/>
                    <a:pt x="39" y="46"/>
                    <a:pt x="40" y="43"/>
                  </a:cubicBezTo>
                  <a:cubicBezTo>
                    <a:pt x="41" y="41"/>
                    <a:pt x="41" y="37"/>
                    <a:pt x="41" y="32"/>
                  </a:cubicBezTo>
                  <a:cubicBezTo>
                    <a:pt x="41" y="12"/>
                    <a:pt x="41" y="12"/>
                    <a:pt x="41" y="12"/>
                  </a:cubicBezTo>
                  <a:cubicBezTo>
                    <a:pt x="41" y="9"/>
                    <a:pt x="41" y="7"/>
                    <a:pt x="40" y="6"/>
                  </a:cubicBezTo>
                  <a:cubicBezTo>
                    <a:pt x="39" y="5"/>
                    <a:pt x="38" y="4"/>
                    <a:pt x="36" y="4"/>
                  </a:cubicBezTo>
                  <a:cubicBezTo>
                    <a:pt x="35" y="4"/>
                    <a:pt x="35" y="4"/>
                    <a:pt x="35" y="4"/>
                  </a:cubicBezTo>
                  <a:close/>
                  <a:moveTo>
                    <a:pt x="69" y="25"/>
                  </a:moveTo>
                  <a:cubicBezTo>
                    <a:pt x="73" y="20"/>
                    <a:pt x="76" y="18"/>
                    <a:pt x="79" y="18"/>
                  </a:cubicBezTo>
                  <a:cubicBezTo>
                    <a:pt x="81" y="18"/>
                    <a:pt x="83" y="18"/>
                    <a:pt x="84" y="19"/>
                  </a:cubicBezTo>
                  <a:cubicBezTo>
                    <a:pt x="85" y="20"/>
                    <a:pt x="87" y="21"/>
                    <a:pt x="87" y="23"/>
                  </a:cubicBezTo>
                  <a:cubicBezTo>
                    <a:pt x="88" y="25"/>
                    <a:pt x="88" y="27"/>
                    <a:pt x="88" y="30"/>
                  </a:cubicBezTo>
                  <a:cubicBezTo>
                    <a:pt x="88" y="45"/>
                    <a:pt x="88" y="45"/>
                    <a:pt x="88" y="45"/>
                  </a:cubicBezTo>
                  <a:cubicBezTo>
                    <a:pt x="88" y="47"/>
                    <a:pt x="88" y="48"/>
                    <a:pt x="89" y="49"/>
                  </a:cubicBezTo>
                  <a:cubicBezTo>
                    <a:pt x="89" y="50"/>
                    <a:pt x="89" y="50"/>
                    <a:pt x="90" y="51"/>
                  </a:cubicBezTo>
                  <a:cubicBezTo>
                    <a:pt x="90" y="51"/>
                    <a:pt x="91" y="51"/>
                    <a:pt x="93" y="51"/>
                  </a:cubicBezTo>
                  <a:cubicBezTo>
                    <a:pt x="93" y="52"/>
                    <a:pt x="93" y="52"/>
                    <a:pt x="93" y="52"/>
                  </a:cubicBezTo>
                  <a:cubicBezTo>
                    <a:pt x="77" y="52"/>
                    <a:pt x="77" y="52"/>
                    <a:pt x="77" y="52"/>
                  </a:cubicBezTo>
                  <a:cubicBezTo>
                    <a:pt x="77" y="51"/>
                    <a:pt x="77" y="51"/>
                    <a:pt x="77" y="51"/>
                  </a:cubicBezTo>
                  <a:cubicBezTo>
                    <a:pt x="78" y="51"/>
                    <a:pt x="78" y="51"/>
                    <a:pt x="78" y="51"/>
                  </a:cubicBezTo>
                  <a:cubicBezTo>
                    <a:pt x="79" y="51"/>
                    <a:pt x="80" y="51"/>
                    <a:pt x="81" y="50"/>
                  </a:cubicBezTo>
                  <a:cubicBezTo>
                    <a:pt x="82" y="50"/>
                    <a:pt x="82" y="49"/>
                    <a:pt x="82" y="48"/>
                  </a:cubicBezTo>
                  <a:cubicBezTo>
                    <a:pt x="82" y="48"/>
                    <a:pt x="82" y="47"/>
                    <a:pt x="82" y="45"/>
                  </a:cubicBezTo>
                  <a:cubicBezTo>
                    <a:pt x="82" y="31"/>
                    <a:pt x="82" y="31"/>
                    <a:pt x="82" y="31"/>
                  </a:cubicBezTo>
                  <a:cubicBezTo>
                    <a:pt x="82" y="27"/>
                    <a:pt x="82" y="25"/>
                    <a:pt x="81" y="24"/>
                  </a:cubicBezTo>
                  <a:cubicBezTo>
                    <a:pt x="80" y="23"/>
                    <a:pt x="79" y="22"/>
                    <a:pt x="77" y="22"/>
                  </a:cubicBezTo>
                  <a:cubicBezTo>
                    <a:pt x="74" y="22"/>
                    <a:pt x="71" y="23"/>
                    <a:pt x="69" y="27"/>
                  </a:cubicBezTo>
                  <a:cubicBezTo>
                    <a:pt x="69" y="45"/>
                    <a:pt x="69" y="45"/>
                    <a:pt x="69" y="45"/>
                  </a:cubicBezTo>
                  <a:cubicBezTo>
                    <a:pt x="69" y="47"/>
                    <a:pt x="69" y="48"/>
                    <a:pt x="69" y="49"/>
                  </a:cubicBezTo>
                  <a:cubicBezTo>
                    <a:pt x="69" y="50"/>
                    <a:pt x="70" y="50"/>
                    <a:pt x="70" y="51"/>
                  </a:cubicBezTo>
                  <a:cubicBezTo>
                    <a:pt x="71" y="51"/>
                    <a:pt x="72" y="51"/>
                    <a:pt x="74" y="51"/>
                  </a:cubicBezTo>
                  <a:cubicBezTo>
                    <a:pt x="74" y="52"/>
                    <a:pt x="74" y="52"/>
                    <a:pt x="74" y="52"/>
                  </a:cubicBezTo>
                  <a:cubicBezTo>
                    <a:pt x="58" y="52"/>
                    <a:pt x="58" y="52"/>
                    <a:pt x="58" y="52"/>
                  </a:cubicBezTo>
                  <a:cubicBezTo>
                    <a:pt x="58" y="51"/>
                    <a:pt x="58" y="51"/>
                    <a:pt x="58" y="51"/>
                  </a:cubicBezTo>
                  <a:cubicBezTo>
                    <a:pt x="59" y="51"/>
                    <a:pt x="59" y="51"/>
                    <a:pt x="59" y="51"/>
                  </a:cubicBezTo>
                  <a:cubicBezTo>
                    <a:pt x="60" y="51"/>
                    <a:pt x="61" y="51"/>
                    <a:pt x="62" y="50"/>
                  </a:cubicBezTo>
                  <a:cubicBezTo>
                    <a:pt x="62" y="49"/>
                    <a:pt x="63" y="47"/>
                    <a:pt x="63" y="45"/>
                  </a:cubicBezTo>
                  <a:cubicBezTo>
                    <a:pt x="63" y="32"/>
                    <a:pt x="63" y="32"/>
                    <a:pt x="63" y="32"/>
                  </a:cubicBezTo>
                  <a:cubicBezTo>
                    <a:pt x="63" y="28"/>
                    <a:pt x="63" y="25"/>
                    <a:pt x="62" y="24"/>
                  </a:cubicBezTo>
                  <a:cubicBezTo>
                    <a:pt x="62" y="23"/>
                    <a:pt x="62" y="23"/>
                    <a:pt x="61" y="22"/>
                  </a:cubicBezTo>
                  <a:cubicBezTo>
                    <a:pt x="61" y="22"/>
                    <a:pt x="61" y="22"/>
                    <a:pt x="60" y="22"/>
                  </a:cubicBezTo>
                  <a:cubicBezTo>
                    <a:pt x="59" y="22"/>
                    <a:pt x="58" y="22"/>
                    <a:pt x="57" y="22"/>
                  </a:cubicBezTo>
                  <a:cubicBezTo>
                    <a:pt x="57" y="21"/>
                    <a:pt x="57" y="21"/>
                    <a:pt x="57" y="21"/>
                  </a:cubicBezTo>
                  <a:cubicBezTo>
                    <a:pt x="67" y="17"/>
                    <a:pt x="67" y="17"/>
                    <a:pt x="67" y="17"/>
                  </a:cubicBezTo>
                  <a:cubicBezTo>
                    <a:pt x="69" y="17"/>
                    <a:pt x="69" y="17"/>
                    <a:pt x="69" y="17"/>
                  </a:cubicBezTo>
                  <a:cubicBezTo>
                    <a:pt x="69" y="25"/>
                    <a:pt x="69" y="25"/>
                    <a:pt x="69" y="25"/>
                  </a:cubicBezTo>
                  <a:close/>
                  <a:moveTo>
                    <a:pt x="108" y="0"/>
                  </a:moveTo>
                  <a:cubicBezTo>
                    <a:pt x="109" y="0"/>
                    <a:pt x="110" y="0"/>
                    <a:pt x="110" y="1"/>
                  </a:cubicBezTo>
                  <a:cubicBezTo>
                    <a:pt x="111" y="2"/>
                    <a:pt x="111" y="3"/>
                    <a:pt x="111" y="4"/>
                  </a:cubicBezTo>
                  <a:cubicBezTo>
                    <a:pt x="111" y="5"/>
                    <a:pt x="111" y="6"/>
                    <a:pt x="110" y="7"/>
                  </a:cubicBezTo>
                  <a:cubicBezTo>
                    <a:pt x="109" y="7"/>
                    <a:pt x="109" y="8"/>
                    <a:pt x="108" y="8"/>
                  </a:cubicBezTo>
                  <a:cubicBezTo>
                    <a:pt x="107" y="8"/>
                    <a:pt x="106" y="7"/>
                    <a:pt x="105" y="7"/>
                  </a:cubicBezTo>
                  <a:cubicBezTo>
                    <a:pt x="105" y="6"/>
                    <a:pt x="104" y="5"/>
                    <a:pt x="104" y="4"/>
                  </a:cubicBezTo>
                  <a:cubicBezTo>
                    <a:pt x="104" y="3"/>
                    <a:pt x="105" y="2"/>
                    <a:pt x="105" y="1"/>
                  </a:cubicBezTo>
                  <a:cubicBezTo>
                    <a:pt x="106" y="0"/>
                    <a:pt x="107" y="0"/>
                    <a:pt x="108" y="0"/>
                  </a:cubicBezTo>
                  <a:close/>
                  <a:moveTo>
                    <a:pt x="111" y="18"/>
                  </a:moveTo>
                  <a:cubicBezTo>
                    <a:pt x="111" y="45"/>
                    <a:pt x="111" y="45"/>
                    <a:pt x="111" y="45"/>
                  </a:cubicBezTo>
                  <a:cubicBezTo>
                    <a:pt x="111" y="47"/>
                    <a:pt x="111" y="49"/>
                    <a:pt x="111" y="49"/>
                  </a:cubicBezTo>
                  <a:cubicBezTo>
                    <a:pt x="111" y="50"/>
                    <a:pt x="112" y="51"/>
                    <a:pt x="112" y="51"/>
                  </a:cubicBezTo>
                  <a:cubicBezTo>
                    <a:pt x="113" y="51"/>
                    <a:pt x="114" y="51"/>
                    <a:pt x="115" y="51"/>
                  </a:cubicBezTo>
                  <a:cubicBezTo>
                    <a:pt x="115" y="53"/>
                    <a:pt x="115" y="53"/>
                    <a:pt x="115" y="53"/>
                  </a:cubicBezTo>
                  <a:cubicBezTo>
                    <a:pt x="99" y="53"/>
                    <a:pt x="99" y="53"/>
                    <a:pt x="99" y="53"/>
                  </a:cubicBezTo>
                  <a:cubicBezTo>
                    <a:pt x="99" y="51"/>
                    <a:pt x="99" y="51"/>
                    <a:pt x="99" y="51"/>
                  </a:cubicBezTo>
                  <a:cubicBezTo>
                    <a:pt x="101" y="51"/>
                    <a:pt x="102" y="51"/>
                    <a:pt x="103" y="51"/>
                  </a:cubicBezTo>
                  <a:cubicBezTo>
                    <a:pt x="103" y="51"/>
                    <a:pt x="103" y="50"/>
                    <a:pt x="104" y="49"/>
                  </a:cubicBezTo>
                  <a:cubicBezTo>
                    <a:pt x="104" y="49"/>
                    <a:pt x="104" y="47"/>
                    <a:pt x="104" y="45"/>
                  </a:cubicBezTo>
                  <a:cubicBezTo>
                    <a:pt x="104" y="32"/>
                    <a:pt x="104" y="32"/>
                    <a:pt x="104" y="32"/>
                  </a:cubicBezTo>
                  <a:cubicBezTo>
                    <a:pt x="104" y="28"/>
                    <a:pt x="104" y="26"/>
                    <a:pt x="104" y="25"/>
                  </a:cubicBezTo>
                  <a:cubicBezTo>
                    <a:pt x="104" y="24"/>
                    <a:pt x="103" y="23"/>
                    <a:pt x="103" y="23"/>
                  </a:cubicBezTo>
                  <a:cubicBezTo>
                    <a:pt x="103" y="23"/>
                    <a:pt x="102" y="23"/>
                    <a:pt x="101" y="23"/>
                  </a:cubicBezTo>
                  <a:cubicBezTo>
                    <a:pt x="101" y="23"/>
                    <a:pt x="100" y="23"/>
                    <a:pt x="99" y="23"/>
                  </a:cubicBezTo>
                  <a:cubicBezTo>
                    <a:pt x="99" y="22"/>
                    <a:pt x="99" y="22"/>
                    <a:pt x="99" y="22"/>
                  </a:cubicBezTo>
                  <a:cubicBezTo>
                    <a:pt x="109" y="18"/>
                    <a:pt x="109" y="18"/>
                    <a:pt x="109" y="18"/>
                  </a:cubicBezTo>
                  <a:cubicBezTo>
                    <a:pt x="111" y="18"/>
                    <a:pt x="111" y="18"/>
                    <a:pt x="111" y="18"/>
                  </a:cubicBezTo>
                  <a:close/>
                  <a:moveTo>
                    <a:pt x="122" y="19"/>
                  </a:moveTo>
                  <a:cubicBezTo>
                    <a:pt x="137" y="19"/>
                    <a:pt x="137" y="19"/>
                    <a:pt x="137" y="19"/>
                  </a:cubicBezTo>
                  <a:cubicBezTo>
                    <a:pt x="137" y="20"/>
                    <a:pt x="137" y="20"/>
                    <a:pt x="137" y="20"/>
                  </a:cubicBezTo>
                  <a:cubicBezTo>
                    <a:pt x="136" y="20"/>
                    <a:pt x="136" y="20"/>
                    <a:pt x="136" y="20"/>
                  </a:cubicBezTo>
                  <a:cubicBezTo>
                    <a:pt x="135" y="20"/>
                    <a:pt x="134" y="20"/>
                    <a:pt x="134" y="21"/>
                  </a:cubicBezTo>
                  <a:cubicBezTo>
                    <a:pt x="133" y="21"/>
                    <a:pt x="133" y="22"/>
                    <a:pt x="133" y="23"/>
                  </a:cubicBezTo>
                  <a:cubicBezTo>
                    <a:pt x="133" y="23"/>
                    <a:pt x="133" y="25"/>
                    <a:pt x="134" y="26"/>
                  </a:cubicBezTo>
                  <a:cubicBezTo>
                    <a:pt x="141" y="45"/>
                    <a:pt x="141" y="45"/>
                    <a:pt x="141" y="45"/>
                  </a:cubicBezTo>
                  <a:cubicBezTo>
                    <a:pt x="149" y="25"/>
                    <a:pt x="149" y="25"/>
                    <a:pt x="149" y="25"/>
                  </a:cubicBezTo>
                  <a:cubicBezTo>
                    <a:pt x="149" y="24"/>
                    <a:pt x="150" y="23"/>
                    <a:pt x="150" y="22"/>
                  </a:cubicBezTo>
                  <a:cubicBezTo>
                    <a:pt x="150" y="21"/>
                    <a:pt x="150" y="21"/>
                    <a:pt x="149" y="21"/>
                  </a:cubicBezTo>
                  <a:cubicBezTo>
                    <a:pt x="149" y="21"/>
                    <a:pt x="149" y="20"/>
                    <a:pt x="149" y="20"/>
                  </a:cubicBezTo>
                  <a:cubicBezTo>
                    <a:pt x="148" y="20"/>
                    <a:pt x="147" y="20"/>
                    <a:pt x="146" y="20"/>
                  </a:cubicBezTo>
                  <a:cubicBezTo>
                    <a:pt x="146" y="19"/>
                    <a:pt x="146" y="19"/>
                    <a:pt x="146" y="19"/>
                  </a:cubicBezTo>
                  <a:cubicBezTo>
                    <a:pt x="157" y="19"/>
                    <a:pt x="157" y="19"/>
                    <a:pt x="157" y="19"/>
                  </a:cubicBezTo>
                  <a:cubicBezTo>
                    <a:pt x="157" y="20"/>
                    <a:pt x="157" y="20"/>
                    <a:pt x="157" y="20"/>
                  </a:cubicBezTo>
                  <a:cubicBezTo>
                    <a:pt x="156" y="20"/>
                    <a:pt x="155" y="20"/>
                    <a:pt x="155" y="21"/>
                  </a:cubicBezTo>
                  <a:cubicBezTo>
                    <a:pt x="154" y="21"/>
                    <a:pt x="153" y="23"/>
                    <a:pt x="152" y="24"/>
                  </a:cubicBezTo>
                  <a:cubicBezTo>
                    <a:pt x="141" y="53"/>
                    <a:pt x="141" y="53"/>
                    <a:pt x="141" y="53"/>
                  </a:cubicBezTo>
                  <a:cubicBezTo>
                    <a:pt x="139" y="53"/>
                    <a:pt x="139" y="53"/>
                    <a:pt x="139" y="53"/>
                  </a:cubicBezTo>
                  <a:cubicBezTo>
                    <a:pt x="127" y="25"/>
                    <a:pt x="127" y="25"/>
                    <a:pt x="127" y="25"/>
                  </a:cubicBezTo>
                  <a:cubicBezTo>
                    <a:pt x="127" y="23"/>
                    <a:pt x="126" y="22"/>
                    <a:pt x="126" y="22"/>
                  </a:cubicBezTo>
                  <a:cubicBezTo>
                    <a:pt x="125" y="21"/>
                    <a:pt x="125" y="21"/>
                    <a:pt x="124" y="20"/>
                  </a:cubicBezTo>
                  <a:cubicBezTo>
                    <a:pt x="123" y="20"/>
                    <a:pt x="123" y="20"/>
                    <a:pt x="121" y="19"/>
                  </a:cubicBezTo>
                  <a:cubicBezTo>
                    <a:pt x="122" y="19"/>
                    <a:pt x="122" y="19"/>
                    <a:pt x="122" y="19"/>
                  </a:cubicBezTo>
                  <a:close/>
                  <a:moveTo>
                    <a:pt x="169" y="31"/>
                  </a:moveTo>
                  <a:cubicBezTo>
                    <a:pt x="169" y="37"/>
                    <a:pt x="170" y="40"/>
                    <a:pt x="173" y="43"/>
                  </a:cubicBezTo>
                  <a:cubicBezTo>
                    <a:pt x="175" y="46"/>
                    <a:pt x="178" y="48"/>
                    <a:pt x="181" y="48"/>
                  </a:cubicBezTo>
                  <a:cubicBezTo>
                    <a:pt x="183" y="48"/>
                    <a:pt x="185" y="47"/>
                    <a:pt x="187" y="46"/>
                  </a:cubicBezTo>
                  <a:cubicBezTo>
                    <a:pt x="188" y="45"/>
                    <a:pt x="189" y="43"/>
                    <a:pt x="191" y="39"/>
                  </a:cubicBezTo>
                  <a:cubicBezTo>
                    <a:pt x="192" y="40"/>
                    <a:pt x="192" y="40"/>
                    <a:pt x="192" y="40"/>
                  </a:cubicBezTo>
                  <a:cubicBezTo>
                    <a:pt x="191" y="43"/>
                    <a:pt x="190" y="47"/>
                    <a:pt x="187" y="49"/>
                  </a:cubicBezTo>
                  <a:cubicBezTo>
                    <a:pt x="185" y="52"/>
                    <a:pt x="182" y="53"/>
                    <a:pt x="178" y="53"/>
                  </a:cubicBezTo>
                  <a:cubicBezTo>
                    <a:pt x="174" y="53"/>
                    <a:pt x="171" y="52"/>
                    <a:pt x="168" y="49"/>
                  </a:cubicBezTo>
                  <a:cubicBezTo>
                    <a:pt x="165" y="45"/>
                    <a:pt x="164" y="41"/>
                    <a:pt x="164" y="36"/>
                  </a:cubicBezTo>
                  <a:cubicBezTo>
                    <a:pt x="164" y="30"/>
                    <a:pt x="166" y="25"/>
                    <a:pt x="169" y="22"/>
                  </a:cubicBezTo>
                  <a:cubicBezTo>
                    <a:pt x="171" y="19"/>
                    <a:pt x="175" y="17"/>
                    <a:pt x="179" y="17"/>
                  </a:cubicBezTo>
                  <a:cubicBezTo>
                    <a:pt x="183" y="17"/>
                    <a:pt x="186" y="19"/>
                    <a:pt x="189" y="21"/>
                  </a:cubicBezTo>
                  <a:cubicBezTo>
                    <a:pt x="191" y="23"/>
                    <a:pt x="192" y="27"/>
                    <a:pt x="192" y="31"/>
                  </a:cubicBezTo>
                  <a:cubicBezTo>
                    <a:pt x="169" y="31"/>
                    <a:pt x="169" y="31"/>
                    <a:pt x="169" y="31"/>
                  </a:cubicBezTo>
                  <a:close/>
                  <a:moveTo>
                    <a:pt x="169" y="29"/>
                  </a:moveTo>
                  <a:cubicBezTo>
                    <a:pt x="184" y="29"/>
                    <a:pt x="184" y="29"/>
                    <a:pt x="184" y="29"/>
                  </a:cubicBezTo>
                  <a:cubicBezTo>
                    <a:pt x="184" y="27"/>
                    <a:pt x="184" y="26"/>
                    <a:pt x="183" y="25"/>
                  </a:cubicBezTo>
                  <a:cubicBezTo>
                    <a:pt x="183" y="24"/>
                    <a:pt x="182" y="23"/>
                    <a:pt x="181" y="22"/>
                  </a:cubicBezTo>
                  <a:cubicBezTo>
                    <a:pt x="179" y="21"/>
                    <a:pt x="178" y="21"/>
                    <a:pt x="177" y="21"/>
                  </a:cubicBezTo>
                  <a:cubicBezTo>
                    <a:pt x="175" y="21"/>
                    <a:pt x="173" y="21"/>
                    <a:pt x="172" y="23"/>
                  </a:cubicBezTo>
                  <a:cubicBezTo>
                    <a:pt x="170" y="24"/>
                    <a:pt x="169" y="27"/>
                    <a:pt x="169" y="29"/>
                  </a:cubicBezTo>
                  <a:close/>
                  <a:moveTo>
                    <a:pt x="209" y="18"/>
                  </a:moveTo>
                  <a:cubicBezTo>
                    <a:pt x="209" y="25"/>
                    <a:pt x="209" y="25"/>
                    <a:pt x="209" y="25"/>
                  </a:cubicBezTo>
                  <a:cubicBezTo>
                    <a:pt x="212" y="20"/>
                    <a:pt x="215" y="18"/>
                    <a:pt x="218" y="18"/>
                  </a:cubicBezTo>
                  <a:cubicBezTo>
                    <a:pt x="219" y="18"/>
                    <a:pt x="220" y="18"/>
                    <a:pt x="221" y="19"/>
                  </a:cubicBezTo>
                  <a:cubicBezTo>
                    <a:pt x="222" y="20"/>
                    <a:pt x="222" y="21"/>
                    <a:pt x="222" y="22"/>
                  </a:cubicBezTo>
                  <a:cubicBezTo>
                    <a:pt x="222" y="23"/>
                    <a:pt x="222" y="23"/>
                    <a:pt x="221" y="24"/>
                  </a:cubicBezTo>
                  <a:cubicBezTo>
                    <a:pt x="221" y="25"/>
                    <a:pt x="220" y="25"/>
                    <a:pt x="219" y="25"/>
                  </a:cubicBezTo>
                  <a:cubicBezTo>
                    <a:pt x="218" y="25"/>
                    <a:pt x="217" y="25"/>
                    <a:pt x="216" y="24"/>
                  </a:cubicBezTo>
                  <a:cubicBezTo>
                    <a:pt x="215" y="23"/>
                    <a:pt x="214" y="23"/>
                    <a:pt x="214" y="23"/>
                  </a:cubicBezTo>
                  <a:cubicBezTo>
                    <a:pt x="213" y="23"/>
                    <a:pt x="213" y="23"/>
                    <a:pt x="213" y="24"/>
                  </a:cubicBezTo>
                  <a:cubicBezTo>
                    <a:pt x="211" y="25"/>
                    <a:pt x="211" y="27"/>
                    <a:pt x="209" y="29"/>
                  </a:cubicBezTo>
                  <a:cubicBezTo>
                    <a:pt x="209" y="45"/>
                    <a:pt x="209" y="45"/>
                    <a:pt x="209" y="45"/>
                  </a:cubicBezTo>
                  <a:cubicBezTo>
                    <a:pt x="209" y="47"/>
                    <a:pt x="210" y="49"/>
                    <a:pt x="210" y="50"/>
                  </a:cubicBezTo>
                  <a:cubicBezTo>
                    <a:pt x="211" y="51"/>
                    <a:pt x="211" y="51"/>
                    <a:pt x="212" y="51"/>
                  </a:cubicBezTo>
                  <a:cubicBezTo>
                    <a:pt x="213" y="52"/>
                    <a:pt x="214" y="52"/>
                    <a:pt x="215" y="52"/>
                  </a:cubicBezTo>
                  <a:cubicBezTo>
                    <a:pt x="215" y="53"/>
                    <a:pt x="215" y="53"/>
                    <a:pt x="215" y="53"/>
                  </a:cubicBezTo>
                  <a:cubicBezTo>
                    <a:pt x="198" y="53"/>
                    <a:pt x="198" y="53"/>
                    <a:pt x="198" y="53"/>
                  </a:cubicBezTo>
                  <a:cubicBezTo>
                    <a:pt x="198" y="52"/>
                    <a:pt x="198" y="52"/>
                    <a:pt x="198" y="52"/>
                  </a:cubicBezTo>
                  <a:cubicBezTo>
                    <a:pt x="200" y="52"/>
                    <a:pt x="201" y="52"/>
                    <a:pt x="202" y="51"/>
                  </a:cubicBezTo>
                  <a:cubicBezTo>
                    <a:pt x="202" y="51"/>
                    <a:pt x="203" y="50"/>
                    <a:pt x="203" y="49"/>
                  </a:cubicBezTo>
                  <a:cubicBezTo>
                    <a:pt x="203" y="49"/>
                    <a:pt x="203" y="48"/>
                    <a:pt x="203" y="46"/>
                  </a:cubicBezTo>
                  <a:cubicBezTo>
                    <a:pt x="203" y="33"/>
                    <a:pt x="203" y="33"/>
                    <a:pt x="203" y="33"/>
                  </a:cubicBezTo>
                  <a:cubicBezTo>
                    <a:pt x="203" y="29"/>
                    <a:pt x="203" y="26"/>
                    <a:pt x="203" y="25"/>
                  </a:cubicBezTo>
                  <a:cubicBezTo>
                    <a:pt x="203" y="25"/>
                    <a:pt x="202" y="24"/>
                    <a:pt x="202" y="24"/>
                  </a:cubicBezTo>
                  <a:cubicBezTo>
                    <a:pt x="201" y="23"/>
                    <a:pt x="201" y="23"/>
                    <a:pt x="200" y="23"/>
                  </a:cubicBezTo>
                  <a:cubicBezTo>
                    <a:pt x="199" y="23"/>
                    <a:pt x="199" y="23"/>
                    <a:pt x="198" y="24"/>
                  </a:cubicBezTo>
                  <a:cubicBezTo>
                    <a:pt x="197" y="23"/>
                    <a:pt x="197" y="23"/>
                    <a:pt x="197" y="23"/>
                  </a:cubicBezTo>
                  <a:cubicBezTo>
                    <a:pt x="207" y="19"/>
                    <a:pt x="207" y="19"/>
                    <a:pt x="207" y="19"/>
                  </a:cubicBezTo>
                  <a:cubicBezTo>
                    <a:pt x="209" y="19"/>
                    <a:pt x="209" y="19"/>
                    <a:pt x="209" y="19"/>
                  </a:cubicBezTo>
                  <a:cubicBezTo>
                    <a:pt x="209" y="18"/>
                    <a:pt x="209" y="18"/>
                    <a:pt x="209" y="18"/>
                  </a:cubicBezTo>
                  <a:close/>
                  <a:moveTo>
                    <a:pt x="249" y="18"/>
                  </a:moveTo>
                  <a:cubicBezTo>
                    <a:pt x="249" y="29"/>
                    <a:pt x="249" y="29"/>
                    <a:pt x="249" y="29"/>
                  </a:cubicBezTo>
                  <a:cubicBezTo>
                    <a:pt x="247" y="29"/>
                    <a:pt x="247" y="29"/>
                    <a:pt x="247" y="29"/>
                  </a:cubicBezTo>
                  <a:cubicBezTo>
                    <a:pt x="247" y="26"/>
                    <a:pt x="245" y="23"/>
                    <a:pt x="244" y="22"/>
                  </a:cubicBezTo>
                  <a:cubicBezTo>
                    <a:pt x="242" y="21"/>
                    <a:pt x="241" y="20"/>
                    <a:pt x="238" y="20"/>
                  </a:cubicBezTo>
                  <a:cubicBezTo>
                    <a:pt x="237" y="20"/>
                    <a:pt x="235" y="20"/>
                    <a:pt x="234" y="21"/>
                  </a:cubicBezTo>
                  <a:cubicBezTo>
                    <a:pt x="233" y="22"/>
                    <a:pt x="233" y="23"/>
                    <a:pt x="233" y="24"/>
                  </a:cubicBezTo>
                  <a:cubicBezTo>
                    <a:pt x="233" y="25"/>
                    <a:pt x="233" y="27"/>
                    <a:pt x="234" y="28"/>
                  </a:cubicBezTo>
                  <a:cubicBezTo>
                    <a:pt x="235" y="29"/>
                    <a:pt x="236" y="30"/>
                    <a:pt x="238" y="31"/>
                  </a:cubicBezTo>
                  <a:cubicBezTo>
                    <a:pt x="243" y="34"/>
                    <a:pt x="243" y="34"/>
                    <a:pt x="243" y="34"/>
                  </a:cubicBezTo>
                  <a:cubicBezTo>
                    <a:pt x="248" y="36"/>
                    <a:pt x="251" y="39"/>
                    <a:pt x="251" y="43"/>
                  </a:cubicBezTo>
                  <a:cubicBezTo>
                    <a:pt x="251" y="47"/>
                    <a:pt x="249" y="49"/>
                    <a:pt x="247" y="51"/>
                  </a:cubicBezTo>
                  <a:cubicBezTo>
                    <a:pt x="245" y="53"/>
                    <a:pt x="243" y="54"/>
                    <a:pt x="240" y="54"/>
                  </a:cubicBezTo>
                  <a:cubicBezTo>
                    <a:pt x="238" y="54"/>
                    <a:pt x="235" y="53"/>
                    <a:pt x="233" y="53"/>
                  </a:cubicBezTo>
                  <a:cubicBezTo>
                    <a:pt x="232" y="52"/>
                    <a:pt x="231" y="52"/>
                    <a:pt x="231" y="52"/>
                  </a:cubicBezTo>
                  <a:cubicBezTo>
                    <a:pt x="231" y="52"/>
                    <a:pt x="230" y="53"/>
                    <a:pt x="230" y="53"/>
                  </a:cubicBezTo>
                  <a:cubicBezTo>
                    <a:pt x="229" y="53"/>
                    <a:pt x="229" y="53"/>
                    <a:pt x="229" y="53"/>
                  </a:cubicBezTo>
                  <a:cubicBezTo>
                    <a:pt x="229" y="41"/>
                    <a:pt x="229" y="41"/>
                    <a:pt x="229" y="41"/>
                  </a:cubicBezTo>
                  <a:cubicBezTo>
                    <a:pt x="230" y="41"/>
                    <a:pt x="230" y="41"/>
                    <a:pt x="230" y="41"/>
                  </a:cubicBezTo>
                  <a:cubicBezTo>
                    <a:pt x="231" y="45"/>
                    <a:pt x="232" y="47"/>
                    <a:pt x="234" y="49"/>
                  </a:cubicBezTo>
                  <a:cubicBezTo>
                    <a:pt x="236" y="51"/>
                    <a:pt x="238" y="52"/>
                    <a:pt x="240" y="52"/>
                  </a:cubicBezTo>
                  <a:cubicBezTo>
                    <a:pt x="242" y="52"/>
                    <a:pt x="243" y="51"/>
                    <a:pt x="244" y="50"/>
                  </a:cubicBezTo>
                  <a:cubicBezTo>
                    <a:pt x="245" y="49"/>
                    <a:pt x="246" y="48"/>
                    <a:pt x="246" y="47"/>
                  </a:cubicBezTo>
                  <a:cubicBezTo>
                    <a:pt x="246" y="45"/>
                    <a:pt x="245" y="43"/>
                    <a:pt x="244" y="42"/>
                  </a:cubicBezTo>
                  <a:cubicBezTo>
                    <a:pt x="243" y="41"/>
                    <a:pt x="241" y="39"/>
                    <a:pt x="237" y="38"/>
                  </a:cubicBezTo>
                  <a:cubicBezTo>
                    <a:pt x="234" y="36"/>
                    <a:pt x="232" y="35"/>
                    <a:pt x="231" y="33"/>
                  </a:cubicBezTo>
                  <a:cubicBezTo>
                    <a:pt x="229" y="31"/>
                    <a:pt x="229" y="30"/>
                    <a:pt x="229" y="28"/>
                  </a:cubicBezTo>
                  <a:cubicBezTo>
                    <a:pt x="229" y="25"/>
                    <a:pt x="230" y="23"/>
                    <a:pt x="232" y="21"/>
                  </a:cubicBezTo>
                  <a:cubicBezTo>
                    <a:pt x="234" y="19"/>
                    <a:pt x="236" y="18"/>
                    <a:pt x="239" y="18"/>
                  </a:cubicBezTo>
                  <a:cubicBezTo>
                    <a:pt x="240" y="18"/>
                    <a:pt x="242" y="18"/>
                    <a:pt x="244" y="19"/>
                  </a:cubicBezTo>
                  <a:cubicBezTo>
                    <a:pt x="245" y="19"/>
                    <a:pt x="246" y="19"/>
                    <a:pt x="246" y="19"/>
                  </a:cubicBezTo>
                  <a:cubicBezTo>
                    <a:pt x="247" y="19"/>
                    <a:pt x="247" y="19"/>
                    <a:pt x="247" y="19"/>
                  </a:cubicBezTo>
                  <a:cubicBezTo>
                    <a:pt x="247" y="19"/>
                    <a:pt x="247" y="18"/>
                    <a:pt x="248" y="17"/>
                  </a:cubicBezTo>
                  <a:cubicBezTo>
                    <a:pt x="249" y="18"/>
                    <a:pt x="249" y="18"/>
                    <a:pt x="249" y="18"/>
                  </a:cubicBezTo>
                  <a:close/>
                  <a:moveTo>
                    <a:pt x="268" y="0"/>
                  </a:moveTo>
                  <a:cubicBezTo>
                    <a:pt x="269" y="0"/>
                    <a:pt x="270" y="0"/>
                    <a:pt x="271" y="1"/>
                  </a:cubicBezTo>
                  <a:cubicBezTo>
                    <a:pt x="271" y="2"/>
                    <a:pt x="272" y="3"/>
                    <a:pt x="272" y="4"/>
                  </a:cubicBezTo>
                  <a:cubicBezTo>
                    <a:pt x="272" y="5"/>
                    <a:pt x="271" y="6"/>
                    <a:pt x="271" y="7"/>
                  </a:cubicBezTo>
                  <a:cubicBezTo>
                    <a:pt x="270" y="7"/>
                    <a:pt x="269" y="8"/>
                    <a:pt x="268" y="8"/>
                  </a:cubicBezTo>
                  <a:cubicBezTo>
                    <a:pt x="267" y="8"/>
                    <a:pt x="266" y="7"/>
                    <a:pt x="266" y="7"/>
                  </a:cubicBezTo>
                  <a:cubicBezTo>
                    <a:pt x="265" y="6"/>
                    <a:pt x="265" y="5"/>
                    <a:pt x="265" y="4"/>
                  </a:cubicBezTo>
                  <a:cubicBezTo>
                    <a:pt x="265" y="3"/>
                    <a:pt x="265" y="2"/>
                    <a:pt x="266" y="1"/>
                  </a:cubicBezTo>
                  <a:cubicBezTo>
                    <a:pt x="266" y="0"/>
                    <a:pt x="267" y="0"/>
                    <a:pt x="268" y="0"/>
                  </a:cubicBezTo>
                  <a:close/>
                  <a:moveTo>
                    <a:pt x="271" y="18"/>
                  </a:moveTo>
                  <a:cubicBezTo>
                    <a:pt x="271" y="45"/>
                    <a:pt x="271" y="45"/>
                    <a:pt x="271" y="45"/>
                  </a:cubicBezTo>
                  <a:cubicBezTo>
                    <a:pt x="271" y="47"/>
                    <a:pt x="271" y="49"/>
                    <a:pt x="271" y="49"/>
                  </a:cubicBezTo>
                  <a:cubicBezTo>
                    <a:pt x="272" y="50"/>
                    <a:pt x="272" y="51"/>
                    <a:pt x="273" y="51"/>
                  </a:cubicBezTo>
                  <a:cubicBezTo>
                    <a:pt x="273" y="51"/>
                    <a:pt x="274" y="51"/>
                    <a:pt x="276" y="51"/>
                  </a:cubicBezTo>
                  <a:cubicBezTo>
                    <a:pt x="276" y="53"/>
                    <a:pt x="276" y="53"/>
                    <a:pt x="276" y="53"/>
                  </a:cubicBezTo>
                  <a:cubicBezTo>
                    <a:pt x="260" y="53"/>
                    <a:pt x="260" y="53"/>
                    <a:pt x="260" y="53"/>
                  </a:cubicBezTo>
                  <a:cubicBezTo>
                    <a:pt x="260" y="51"/>
                    <a:pt x="260" y="51"/>
                    <a:pt x="260" y="51"/>
                  </a:cubicBezTo>
                  <a:cubicBezTo>
                    <a:pt x="261" y="51"/>
                    <a:pt x="263" y="51"/>
                    <a:pt x="263" y="51"/>
                  </a:cubicBezTo>
                  <a:cubicBezTo>
                    <a:pt x="263" y="51"/>
                    <a:pt x="264" y="50"/>
                    <a:pt x="264" y="49"/>
                  </a:cubicBezTo>
                  <a:cubicBezTo>
                    <a:pt x="265" y="49"/>
                    <a:pt x="265" y="47"/>
                    <a:pt x="265" y="45"/>
                  </a:cubicBezTo>
                  <a:cubicBezTo>
                    <a:pt x="265" y="32"/>
                    <a:pt x="265" y="32"/>
                    <a:pt x="265" y="32"/>
                  </a:cubicBezTo>
                  <a:cubicBezTo>
                    <a:pt x="265" y="28"/>
                    <a:pt x="265" y="26"/>
                    <a:pt x="264" y="25"/>
                  </a:cubicBezTo>
                  <a:cubicBezTo>
                    <a:pt x="264" y="24"/>
                    <a:pt x="264" y="23"/>
                    <a:pt x="263" y="23"/>
                  </a:cubicBezTo>
                  <a:cubicBezTo>
                    <a:pt x="263" y="23"/>
                    <a:pt x="263" y="23"/>
                    <a:pt x="262" y="23"/>
                  </a:cubicBezTo>
                  <a:cubicBezTo>
                    <a:pt x="261" y="23"/>
                    <a:pt x="260" y="23"/>
                    <a:pt x="259" y="23"/>
                  </a:cubicBezTo>
                  <a:cubicBezTo>
                    <a:pt x="259" y="22"/>
                    <a:pt x="259" y="22"/>
                    <a:pt x="259" y="22"/>
                  </a:cubicBezTo>
                  <a:cubicBezTo>
                    <a:pt x="269" y="18"/>
                    <a:pt x="269" y="18"/>
                    <a:pt x="269" y="18"/>
                  </a:cubicBezTo>
                  <a:cubicBezTo>
                    <a:pt x="271" y="18"/>
                    <a:pt x="271" y="18"/>
                    <a:pt x="271" y="18"/>
                  </a:cubicBezTo>
                  <a:close/>
                  <a:moveTo>
                    <a:pt x="293" y="7"/>
                  </a:moveTo>
                  <a:cubicBezTo>
                    <a:pt x="293" y="19"/>
                    <a:pt x="293" y="19"/>
                    <a:pt x="293" y="19"/>
                  </a:cubicBezTo>
                  <a:cubicBezTo>
                    <a:pt x="301" y="19"/>
                    <a:pt x="301" y="19"/>
                    <a:pt x="301" y="19"/>
                  </a:cubicBezTo>
                  <a:cubicBezTo>
                    <a:pt x="301" y="21"/>
                    <a:pt x="301" y="21"/>
                    <a:pt x="301" y="21"/>
                  </a:cubicBezTo>
                  <a:cubicBezTo>
                    <a:pt x="293" y="21"/>
                    <a:pt x="293" y="21"/>
                    <a:pt x="293" y="21"/>
                  </a:cubicBezTo>
                  <a:cubicBezTo>
                    <a:pt x="293" y="43"/>
                    <a:pt x="293" y="43"/>
                    <a:pt x="293" y="43"/>
                  </a:cubicBezTo>
                  <a:cubicBezTo>
                    <a:pt x="293" y="45"/>
                    <a:pt x="294" y="47"/>
                    <a:pt x="294" y="48"/>
                  </a:cubicBezTo>
                  <a:cubicBezTo>
                    <a:pt x="295" y="49"/>
                    <a:pt x="295" y="49"/>
                    <a:pt x="297" y="49"/>
                  </a:cubicBezTo>
                  <a:cubicBezTo>
                    <a:pt x="297" y="49"/>
                    <a:pt x="298" y="49"/>
                    <a:pt x="299" y="48"/>
                  </a:cubicBezTo>
                  <a:cubicBezTo>
                    <a:pt x="300" y="48"/>
                    <a:pt x="300" y="47"/>
                    <a:pt x="301" y="46"/>
                  </a:cubicBezTo>
                  <a:cubicBezTo>
                    <a:pt x="302" y="46"/>
                    <a:pt x="302" y="46"/>
                    <a:pt x="302" y="46"/>
                  </a:cubicBezTo>
                  <a:cubicBezTo>
                    <a:pt x="301" y="48"/>
                    <a:pt x="300" y="50"/>
                    <a:pt x="298" y="51"/>
                  </a:cubicBezTo>
                  <a:cubicBezTo>
                    <a:pt x="297" y="53"/>
                    <a:pt x="295" y="53"/>
                    <a:pt x="293" y="53"/>
                  </a:cubicBezTo>
                  <a:cubicBezTo>
                    <a:pt x="292" y="53"/>
                    <a:pt x="291" y="53"/>
                    <a:pt x="290" y="53"/>
                  </a:cubicBezTo>
                  <a:cubicBezTo>
                    <a:pt x="289" y="52"/>
                    <a:pt x="288" y="51"/>
                    <a:pt x="288" y="50"/>
                  </a:cubicBezTo>
                  <a:cubicBezTo>
                    <a:pt x="287" y="49"/>
                    <a:pt x="287" y="47"/>
                    <a:pt x="287" y="44"/>
                  </a:cubicBezTo>
                  <a:cubicBezTo>
                    <a:pt x="287" y="21"/>
                    <a:pt x="287" y="21"/>
                    <a:pt x="287" y="21"/>
                  </a:cubicBezTo>
                  <a:cubicBezTo>
                    <a:pt x="282" y="21"/>
                    <a:pt x="282" y="21"/>
                    <a:pt x="282" y="21"/>
                  </a:cubicBezTo>
                  <a:cubicBezTo>
                    <a:pt x="282" y="20"/>
                    <a:pt x="282" y="20"/>
                    <a:pt x="282" y="20"/>
                  </a:cubicBezTo>
                  <a:cubicBezTo>
                    <a:pt x="283" y="20"/>
                    <a:pt x="285" y="19"/>
                    <a:pt x="286" y="17"/>
                  </a:cubicBezTo>
                  <a:cubicBezTo>
                    <a:pt x="287" y="16"/>
                    <a:pt x="288" y="15"/>
                    <a:pt x="289" y="13"/>
                  </a:cubicBezTo>
                  <a:cubicBezTo>
                    <a:pt x="290" y="12"/>
                    <a:pt x="291" y="10"/>
                    <a:pt x="292" y="7"/>
                  </a:cubicBezTo>
                  <a:cubicBezTo>
                    <a:pt x="293" y="7"/>
                    <a:pt x="293" y="7"/>
                    <a:pt x="293" y="7"/>
                  </a:cubicBezTo>
                  <a:close/>
                  <a:moveTo>
                    <a:pt x="306" y="19"/>
                  </a:moveTo>
                  <a:cubicBezTo>
                    <a:pt x="321" y="19"/>
                    <a:pt x="321" y="19"/>
                    <a:pt x="321" y="19"/>
                  </a:cubicBezTo>
                  <a:cubicBezTo>
                    <a:pt x="321" y="20"/>
                    <a:pt x="321" y="20"/>
                    <a:pt x="321" y="20"/>
                  </a:cubicBezTo>
                  <a:cubicBezTo>
                    <a:pt x="320" y="20"/>
                    <a:pt x="320" y="20"/>
                    <a:pt x="320" y="20"/>
                  </a:cubicBezTo>
                  <a:cubicBezTo>
                    <a:pt x="319" y="20"/>
                    <a:pt x="318" y="20"/>
                    <a:pt x="318" y="21"/>
                  </a:cubicBezTo>
                  <a:cubicBezTo>
                    <a:pt x="317" y="21"/>
                    <a:pt x="317" y="22"/>
                    <a:pt x="317" y="22"/>
                  </a:cubicBezTo>
                  <a:cubicBezTo>
                    <a:pt x="317" y="23"/>
                    <a:pt x="317" y="25"/>
                    <a:pt x="318" y="26"/>
                  </a:cubicBezTo>
                  <a:cubicBezTo>
                    <a:pt x="326" y="43"/>
                    <a:pt x="326" y="43"/>
                    <a:pt x="326" y="43"/>
                  </a:cubicBezTo>
                  <a:cubicBezTo>
                    <a:pt x="333" y="25"/>
                    <a:pt x="333" y="25"/>
                    <a:pt x="333" y="25"/>
                  </a:cubicBezTo>
                  <a:cubicBezTo>
                    <a:pt x="334" y="23"/>
                    <a:pt x="334" y="23"/>
                    <a:pt x="334" y="21"/>
                  </a:cubicBezTo>
                  <a:cubicBezTo>
                    <a:pt x="334" y="21"/>
                    <a:pt x="334" y="21"/>
                    <a:pt x="333" y="20"/>
                  </a:cubicBezTo>
                  <a:cubicBezTo>
                    <a:pt x="333" y="20"/>
                    <a:pt x="333" y="20"/>
                    <a:pt x="333" y="19"/>
                  </a:cubicBezTo>
                  <a:cubicBezTo>
                    <a:pt x="332" y="19"/>
                    <a:pt x="331" y="19"/>
                    <a:pt x="331" y="19"/>
                  </a:cubicBezTo>
                  <a:cubicBezTo>
                    <a:pt x="331" y="18"/>
                    <a:pt x="331" y="18"/>
                    <a:pt x="331" y="18"/>
                  </a:cubicBezTo>
                  <a:cubicBezTo>
                    <a:pt x="341" y="18"/>
                    <a:pt x="341" y="18"/>
                    <a:pt x="341" y="18"/>
                  </a:cubicBezTo>
                  <a:cubicBezTo>
                    <a:pt x="341" y="19"/>
                    <a:pt x="341" y="19"/>
                    <a:pt x="341" y="19"/>
                  </a:cubicBezTo>
                  <a:cubicBezTo>
                    <a:pt x="341" y="19"/>
                    <a:pt x="340" y="19"/>
                    <a:pt x="339" y="19"/>
                  </a:cubicBezTo>
                  <a:cubicBezTo>
                    <a:pt x="339" y="20"/>
                    <a:pt x="338" y="20"/>
                    <a:pt x="338" y="21"/>
                  </a:cubicBezTo>
                  <a:cubicBezTo>
                    <a:pt x="337" y="21"/>
                    <a:pt x="337" y="22"/>
                    <a:pt x="337" y="24"/>
                  </a:cubicBezTo>
                  <a:cubicBezTo>
                    <a:pt x="323" y="58"/>
                    <a:pt x="323" y="58"/>
                    <a:pt x="323" y="58"/>
                  </a:cubicBezTo>
                  <a:cubicBezTo>
                    <a:pt x="322" y="61"/>
                    <a:pt x="321" y="63"/>
                    <a:pt x="318" y="65"/>
                  </a:cubicBezTo>
                  <a:cubicBezTo>
                    <a:pt x="316" y="67"/>
                    <a:pt x="314" y="68"/>
                    <a:pt x="312" y="68"/>
                  </a:cubicBezTo>
                  <a:cubicBezTo>
                    <a:pt x="311" y="68"/>
                    <a:pt x="310" y="67"/>
                    <a:pt x="309" y="67"/>
                  </a:cubicBezTo>
                  <a:cubicBezTo>
                    <a:pt x="308" y="66"/>
                    <a:pt x="307" y="65"/>
                    <a:pt x="307" y="64"/>
                  </a:cubicBezTo>
                  <a:cubicBezTo>
                    <a:pt x="307" y="63"/>
                    <a:pt x="308" y="62"/>
                    <a:pt x="308" y="61"/>
                  </a:cubicBezTo>
                  <a:cubicBezTo>
                    <a:pt x="309" y="61"/>
                    <a:pt x="310" y="61"/>
                    <a:pt x="311" y="61"/>
                  </a:cubicBezTo>
                  <a:cubicBezTo>
                    <a:pt x="312" y="61"/>
                    <a:pt x="313" y="61"/>
                    <a:pt x="314" y="61"/>
                  </a:cubicBezTo>
                  <a:cubicBezTo>
                    <a:pt x="315" y="62"/>
                    <a:pt x="316" y="62"/>
                    <a:pt x="316" y="62"/>
                  </a:cubicBezTo>
                  <a:cubicBezTo>
                    <a:pt x="317" y="62"/>
                    <a:pt x="317" y="61"/>
                    <a:pt x="318" y="61"/>
                  </a:cubicBezTo>
                  <a:cubicBezTo>
                    <a:pt x="319" y="60"/>
                    <a:pt x="320" y="58"/>
                    <a:pt x="321" y="56"/>
                  </a:cubicBezTo>
                  <a:cubicBezTo>
                    <a:pt x="323" y="50"/>
                    <a:pt x="323" y="50"/>
                    <a:pt x="323" y="50"/>
                  </a:cubicBezTo>
                  <a:cubicBezTo>
                    <a:pt x="311" y="25"/>
                    <a:pt x="311" y="25"/>
                    <a:pt x="311" y="25"/>
                  </a:cubicBezTo>
                  <a:cubicBezTo>
                    <a:pt x="311" y="24"/>
                    <a:pt x="311" y="23"/>
                    <a:pt x="310" y="22"/>
                  </a:cubicBezTo>
                  <a:cubicBezTo>
                    <a:pt x="309" y="21"/>
                    <a:pt x="309" y="20"/>
                    <a:pt x="308" y="20"/>
                  </a:cubicBezTo>
                  <a:cubicBezTo>
                    <a:pt x="308" y="20"/>
                    <a:pt x="307" y="19"/>
                    <a:pt x="305" y="19"/>
                  </a:cubicBezTo>
                  <a:cubicBezTo>
                    <a:pt x="306" y="19"/>
                    <a:pt x="306" y="19"/>
                    <a:pt x="306" y="19"/>
                  </a:cubicBezTo>
                  <a:close/>
                  <a:moveTo>
                    <a:pt x="379" y="18"/>
                  </a:moveTo>
                  <a:cubicBezTo>
                    <a:pt x="383" y="18"/>
                    <a:pt x="387" y="20"/>
                    <a:pt x="391" y="24"/>
                  </a:cubicBezTo>
                  <a:cubicBezTo>
                    <a:pt x="393" y="27"/>
                    <a:pt x="395" y="31"/>
                    <a:pt x="395" y="35"/>
                  </a:cubicBezTo>
                  <a:cubicBezTo>
                    <a:pt x="395" y="39"/>
                    <a:pt x="394" y="41"/>
                    <a:pt x="393" y="45"/>
                  </a:cubicBezTo>
                  <a:cubicBezTo>
                    <a:pt x="391" y="48"/>
                    <a:pt x="389" y="50"/>
                    <a:pt x="387" y="52"/>
                  </a:cubicBezTo>
                  <a:cubicBezTo>
                    <a:pt x="385" y="53"/>
                    <a:pt x="382" y="54"/>
                    <a:pt x="379" y="54"/>
                  </a:cubicBezTo>
                  <a:cubicBezTo>
                    <a:pt x="374" y="54"/>
                    <a:pt x="370" y="52"/>
                    <a:pt x="367" y="48"/>
                  </a:cubicBezTo>
                  <a:cubicBezTo>
                    <a:pt x="365" y="45"/>
                    <a:pt x="363" y="41"/>
                    <a:pt x="363" y="37"/>
                  </a:cubicBezTo>
                  <a:cubicBezTo>
                    <a:pt x="363" y="33"/>
                    <a:pt x="364" y="30"/>
                    <a:pt x="366" y="27"/>
                  </a:cubicBezTo>
                  <a:cubicBezTo>
                    <a:pt x="367" y="24"/>
                    <a:pt x="369" y="22"/>
                    <a:pt x="372" y="21"/>
                  </a:cubicBezTo>
                  <a:cubicBezTo>
                    <a:pt x="373" y="19"/>
                    <a:pt x="376" y="18"/>
                    <a:pt x="379" y="18"/>
                  </a:cubicBezTo>
                  <a:close/>
                  <a:moveTo>
                    <a:pt x="377" y="20"/>
                  </a:moveTo>
                  <a:cubicBezTo>
                    <a:pt x="376" y="20"/>
                    <a:pt x="375" y="21"/>
                    <a:pt x="373" y="21"/>
                  </a:cubicBezTo>
                  <a:cubicBezTo>
                    <a:pt x="372" y="22"/>
                    <a:pt x="371" y="23"/>
                    <a:pt x="370" y="25"/>
                  </a:cubicBezTo>
                  <a:cubicBezTo>
                    <a:pt x="369" y="27"/>
                    <a:pt x="369" y="30"/>
                    <a:pt x="369" y="33"/>
                  </a:cubicBezTo>
                  <a:cubicBezTo>
                    <a:pt x="369" y="38"/>
                    <a:pt x="370" y="42"/>
                    <a:pt x="372" y="46"/>
                  </a:cubicBezTo>
                  <a:cubicBezTo>
                    <a:pt x="374" y="49"/>
                    <a:pt x="376" y="51"/>
                    <a:pt x="379" y="51"/>
                  </a:cubicBezTo>
                  <a:cubicBezTo>
                    <a:pt x="382" y="51"/>
                    <a:pt x="384" y="50"/>
                    <a:pt x="385" y="48"/>
                  </a:cubicBezTo>
                  <a:cubicBezTo>
                    <a:pt x="387" y="46"/>
                    <a:pt x="387" y="43"/>
                    <a:pt x="387" y="38"/>
                  </a:cubicBezTo>
                  <a:cubicBezTo>
                    <a:pt x="387" y="32"/>
                    <a:pt x="386" y="27"/>
                    <a:pt x="384" y="24"/>
                  </a:cubicBezTo>
                  <a:cubicBezTo>
                    <a:pt x="382" y="21"/>
                    <a:pt x="380" y="20"/>
                    <a:pt x="377" y="20"/>
                  </a:cubicBezTo>
                  <a:close/>
                  <a:moveTo>
                    <a:pt x="415" y="21"/>
                  </a:moveTo>
                  <a:cubicBezTo>
                    <a:pt x="415" y="44"/>
                    <a:pt x="415" y="44"/>
                    <a:pt x="415" y="44"/>
                  </a:cubicBezTo>
                  <a:cubicBezTo>
                    <a:pt x="415" y="47"/>
                    <a:pt x="416" y="49"/>
                    <a:pt x="416" y="50"/>
                  </a:cubicBezTo>
                  <a:cubicBezTo>
                    <a:pt x="417" y="51"/>
                    <a:pt x="418" y="51"/>
                    <a:pt x="420" y="51"/>
                  </a:cubicBezTo>
                  <a:cubicBezTo>
                    <a:pt x="423" y="51"/>
                    <a:pt x="423" y="51"/>
                    <a:pt x="423" y="51"/>
                  </a:cubicBezTo>
                  <a:cubicBezTo>
                    <a:pt x="423" y="53"/>
                    <a:pt x="423" y="53"/>
                    <a:pt x="423" y="53"/>
                  </a:cubicBezTo>
                  <a:cubicBezTo>
                    <a:pt x="403" y="53"/>
                    <a:pt x="403" y="53"/>
                    <a:pt x="403" y="53"/>
                  </a:cubicBezTo>
                  <a:cubicBezTo>
                    <a:pt x="403" y="51"/>
                    <a:pt x="403" y="51"/>
                    <a:pt x="403" y="51"/>
                  </a:cubicBezTo>
                  <a:cubicBezTo>
                    <a:pt x="405" y="51"/>
                    <a:pt x="405" y="51"/>
                    <a:pt x="405" y="51"/>
                  </a:cubicBezTo>
                  <a:cubicBezTo>
                    <a:pt x="406" y="51"/>
                    <a:pt x="407" y="51"/>
                    <a:pt x="408" y="51"/>
                  </a:cubicBezTo>
                  <a:cubicBezTo>
                    <a:pt x="409" y="50"/>
                    <a:pt x="409" y="49"/>
                    <a:pt x="409" y="49"/>
                  </a:cubicBezTo>
                  <a:cubicBezTo>
                    <a:pt x="410" y="48"/>
                    <a:pt x="410" y="46"/>
                    <a:pt x="410" y="44"/>
                  </a:cubicBezTo>
                  <a:cubicBezTo>
                    <a:pt x="410" y="21"/>
                    <a:pt x="410" y="21"/>
                    <a:pt x="410" y="21"/>
                  </a:cubicBezTo>
                  <a:cubicBezTo>
                    <a:pt x="403" y="21"/>
                    <a:pt x="403" y="21"/>
                    <a:pt x="403" y="21"/>
                  </a:cubicBezTo>
                  <a:cubicBezTo>
                    <a:pt x="403" y="19"/>
                    <a:pt x="403" y="19"/>
                    <a:pt x="403" y="19"/>
                  </a:cubicBezTo>
                  <a:cubicBezTo>
                    <a:pt x="410" y="19"/>
                    <a:pt x="410" y="19"/>
                    <a:pt x="410" y="19"/>
                  </a:cubicBezTo>
                  <a:cubicBezTo>
                    <a:pt x="410" y="16"/>
                    <a:pt x="410" y="16"/>
                    <a:pt x="410" y="16"/>
                  </a:cubicBezTo>
                  <a:cubicBezTo>
                    <a:pt x="410" y="13"/>
                    <a:pt x="410" y="10"/>
                    <a:pt x="411" y="7"/>
                  </a:cubicBezTo>
                  <a:cubicBezTo>
                    <a:pt x="413" y="5"/>
                    <a:pt x="414" y="3"/>
                    <a:pt x="416" y="2"/>
                  </a:cubicBezTo>
                  <a:cubicBezTo>
                    <a:pt x="418" y="0"/>
                    <a:pt x="421" y="0"/>
                    <a:pt x="423" y="0"/>
                  </a:cubicBezTo>
                  <a:cubicBezTo>
                    <a:pt x="426" y="0"/>
                    <a:pt x="428" y="1"/>
                    <a:pt x="430" y="2"/>
                  </a:cubicBezTo>
                  <a:cubicBezTo>
                    <a:pt x="431" y="3"/>
                    <a:pt x="432" y="5"/>
                    <a:pt x="432" y="6"/>
                  </a:cubicBezTo>
                  <a:cubicBezTo>
                    <a:pt x="432" y="7"/>
                    <a:pt x="432" y="7"/>
                    <a:pt x="431" y="8"/>
                  </a:cubicBezTo>
                  <a:cubicBezTo>
                    <a:pt x="431" y="9"/>
                    <a:pt x="430" y="9"/>
                    <a:pt x="429" y="9"/>
                  </a:cubicBezTo>
                  <a:cubicBezTo>
                    <a:pt x="429" y="9"/>
                    <a:pt x="428" y="8"/>
                    <a:pt x="428" y="8"/>
                  </a:cubicBezTo>
                  <a:cubicBezTo>
                    <a:pt x="427" y="7"/>
                    <a:pt x="427" y="7"/>
                    <a:pt x="425" y="5"/>
                  </a:cubicBezTo>
                  <a:cubicBezTo>
                    <a:pt x="425" y="4"/>
                    <a:pt x="424" y="3"/>
                    <a:pt x="423" y="2"/>
                  </a:cubicBezTo>
                  <a:cubicBezTo>
                    <a:pt x="422" y="2"/>
                    <a:pt x="421" y="1"/>
                    <a:pt x="421" y="1"/>
                  </a:cubicBezTo>
                  <a:cubicBezTo>
                    <a:pt x="419" y="1"/>
                    <a:pt x="419" y="2"/>
                    <a:pt x="418" y="2"/>
                  </a:cubicBezTo>
                  <a:cubicBezTo>
                    <a:pt x="417" y="3"/>
                    <a:pt x="417" y="4"/>
                    <a:pt x="416" y="5"/>
                  </a:cubicBezTo>
                  <a:cubicBezTo>
                    <a:pt x="416" y="6"/>
                    <a:pt x="416" y="9"/>
                    <a:pt x="416" y="15"/>
                  </a:cubicBezTo>
                  <a:cubicBezTo>
                    <a:pt x="416" y="17"/>
                    <a:pt x="416" y="17"/>
                    <a:pt x="416" y="17"/>
                  </a:cubicBezTo>
                  <a:cubicBezTo>
                    <a:pt x="424" y="17"/>
                    <a:pt x="424" y="17"/>
                    <a:pt x="424" y="17"/>
                  </a:cubicBezTo>
                  <a:cubicBezTo>
                    <a:pt x="424" y="21"/>
                    <a:pt x="424" y="21"/>
                    <a:pt x="424" y="21"/>
                  </a:cubicBezTo>
                  <a:cubicBezTo>
                    <a:pt x="415" y="21"/>
                    <a:pt x="415" y="21"/>
                    <a:pt x="415" y="21"/>
                  </a:cubicBezTo>
                  <a:close/>
                  <a:moveTo>
                    <a:pt x="477" y="1"/>
                  </a:moveTo>
                  <a:cubicBezTo>
                    <a:pt x="477" y="19"/>
                    <a:pt x="477" y="19"/>
                    <a:pt x="477" y="19"/>
                  </a:cubicBezTo>
                  <a:cubicBezTo>
                    <a:pt x="475" y="19"/>
                    <a:pt x="475" y="19"/>
                    <a:pt x="475" y="19"/>
                  </a:cubicBezTo>
                  <a:cubicBezTo>
                    <a:pt x="475" y="15"/>
                    <a:pt x="474" y="13"/>
                    <a:pt x="473" y="11"/>
                  </a:cubicBezTo>
                  <a:cubicBezTo>
                    <a:pt x="472" y="9"/>
                    <a:pt x="470" y="7"/>
                    <a:pt x="468" y="6"/>
                  </a:cubicBezTo>
                  <a:cubicBezTo>
                    <a:pt x="466" y="5"/>
                    <a:pt x="464" y="4"/>
                    <a:pt x="462" y="4"/>
                  </a:cubicBezTo>
                  <a:cubicBezTo>
                    <a:pt x="459" y="4"/>
                    <a:pt x="457" y="5"/>
                    <a:pt x="456" y="7"/>
                  </a:cubicBezTo>
                  <a:cubicBezTo>
                    <a:pt x="454" y="8"/>
                    <a:pt x="453" y="10"/>
                    <a:pt x="453" y="12"/>
                  </a:cubicBezTo>
                  <a:cubicBezTo>
                    <a:pt x="453" y="13"/>
                    <a:pt x="454" y="15"/>
                    <a:pt x="455" y="16"/>
                  </a:cubicBezTo>
                  <a:cubicBezTo>
                    <a:pt x="457" y="18"/>
                    <a:pt x="460" y="20"/>
                    <a:pt x="465" y="23"/>
                  </a:cubicBezTo>
                  <a:cubicBezTo>
                    <a:pt x="470" y="26"/>
                    <a:pt x="473" y="28"/>
                    <a:pt x="475" y="29"/>
                  </a:cubicBezTo>
                  <a:cubicBezTo>
                    <a:pt x="476" y="31"/>
                    <a:pt x="477" y="32"/>
                    <a:pt x="479" y="34"/>
                  </a:cubicBezTo>
                  <a:cubicBezTo>
                    <a:pt x="479" y="36"/>
                    <a:pt x="480" y="38"/>
                    <a:pt x="480" y="40"/>
                  </a:cubicBezTo>
                  <a:cubicBezTo>
                    <a:pt x="480" y="44"/>
                    <a:pt x="478" y="47"/>
                    <a:pt x="475" y="50"/>
                  </a:cubicBezTo>
                  <a:cubicBezTo>
                    <a:pt x="473" y="53"/>
                    <a:pt x="469" y="54"/>
                    <a:pt x="465" y="54"/>
                  </a:cubicBezTo>
                  <a:cubicBezTo>
                    <a:pt x="463" y="54"/>
                    <a:pt x="462" y="54"/>
                    <a:pt x="461" y="53"/>
                  </a:cubicBezTo>
                  <a:cubicBezTo>
                    <a:pt x="460" y="53"/>
                    <a:pt x="458" y="53"/>
                    <a:pt x="456" y="52"/>
                  </a:cubicBezTo>
                  <a:cubicBezTo>
                    <a:pt x="454" y="51"/>
                    <a:pt x="453" y="51"/>
                    <a:pt x="452" y="51"/>
                  </a:cubicBezTo>
                  <a:cubicBezTo>
                    <a:pt x="451" y="51"/>
                    <a:pt x="451" y="51"/>
                    <a:pt x="450" y="51"/>
                  </a:cubicBezTo>
                  <a:cubicBezTo>
                    <a:pt x="450" y="52"/>
                    <a:pt x="450" y="53"/>
                    <a:pt x="449" y="54"/>
                  </a:cubicBezTo>
                  <a:cubicBezTo>
                    <a:pt x="448" y="54"/>
                    <a:pt x="448" y="54"/>
                    <a:pt x="448" y="54"/>
                  </a:cubicBezTo>
                  <a:cubicBezTo>
                    <a:pt x="448" y="37"/>
                    <a:pt x="448" y="37"/>
                    <a:pt x="448" y="37"/>
                  </a:cubicBezTo>
                  <a:cubicBezTo>
                    <a:pt x="449" y="37"/>
                    <a:pt x="449" y="37"/>
                    <a:pt x="449" y="37"/>
                  </a:cubicBezTo>
                  <a:cubicBezTo>
                    <a:pt x="450" y="40"/>
                    <a:pt x="451" y="43"/>
                    <a:pt x="452" y="45"/>
                  </a:cubicBezTo>
                  <a:cubicBezTo>
                    <a:pt x="453" y="46"/>
                    <a:pt x="455" y="48"/>
                    <a:pt x="457" y="49"/>
                  </a:cubicBezTo>
                  <a:cubicBezTo>
                    <a:pt x="459" y="50"/>
                    <a:pt x="461" y="51"/>
                    <a:pt x="464" y="51"/>
                  </a:cubicBezTo>
                  <a:cubicBezTo>
                    <a:pt x="467" y="51"/>
                    <a:pt x="469" y="50"/>
                    <a:pt x="471" y="48"/>
                  </a:cubicBezTo>
                  <a:cubicBezTo>
                    <a:pt x="473" y="47"/>
                    <a:pt x="473" y="45"/>
                    <a:pt x="473" y="43"/>
                  </a:cubicBezTo>
                  <a:cubicBezTo>
                    <a:pt x="473" y="41"/>
                    <a:pt x="473" y="40"/>
                    <a:pt x="473" y="39"/>
                  </a:cubicBezTo>
                  <a:cubicBezTo>
                    <a:pt x="472" y="38"/>
                    <a:pt x="471" y="37"/>
                    <a:pt x="469" y="35"/>
                  </a:cubicBezTo>
                  <a:cubicBezTo>
                    <a:pt x="469" y="35"/>
                    <a:pt x="466" y="33"/>
                    <a:pt x="462" y="31"/>
                  </a:cubicBezTo>
                  <a:cubicBezTo>
                    <a:pt x="458" y="28"/>
                    <a:pt x="455" y="26"/>
                    <a:pt x="453" y="25"/>
                  </a:cubicBezTo>
                  <a:cubicBezTo>
                    <a:pt x="451" y="23"/>
                    <a:pt x="450" y="22"/>
                    <a:pt x="449" y="20"/>
                  </a:cubicBezTo>
                  <a:cubicBezTo>
                    <a:pt x="448" y="19"/>
                    <a:pt x="448" y="17"/>
                    <a:pt x="448" y="15"/>
                  </a:cubicBezTo>
                  <a:cubicBezTo>
                    <a:pt x="448" y="11"/>
                    <a:pt x="449" y="8"/>
                    <a:pt x="452" y="5"/>
                  </a:cubicBezTo>
                  <a:cubicBezTo>
                    <a:pt x="455" y="3"/>
                    <a:pt x="458" y="1"/>
                    <a:pt x="462" y="1"/>
                  </a:cubicBezTo>
                  <a:cubicBezTo>
                    <a:pt x="464" y="1"/>
                    <a:pt x="467" y="2"/>
                    <a:pt x="470" y="3"/>
                  </a:cubicBezTo>
                  <a:cubicBezTo>
                    <a:pt x="471" y="4"/>
                    <a:pt x="472" y="4"/>
                    <a:pt x="473" y="4"/>
                  </a:cubicBezTo>
                  <a:cubicBezTo>
                    <a:pt x="473" y="4"/>
                    <a:pt x="474" y="4"/>
                    <a:pt x="474" y="4"/>
                  </a:cubicBezTo>
                  <a:cubicBezTo>
                    <a:pt x="475" y="3"/>
                    <a:pt x="475" y="3"/>
                    <a:pt x="475" y="1"/>
                  </a:cubicBezTo>
                  <a:cubicBezTo>
                    <a:pt x="477" y="1"/>
                    <a:pt x="477" y="1"/>
                    <a:pt x="477" y="1"/>
                  </a:cubicBezTo>
                  <a:close/>
                  <a:moveTo>
                    <a:pt x="517" y="40"/>
                  </a:moveTo>
                  <a:cubicBezTo>
                    <a:pt x="517" y="44"/>
                    <a:pt x="515" y="48"/>
                    <a:pt x="512" y="50"/>
                  </a:cubicBezTo>
                  <a:cubicBezTo>
                    <a:pt x="510" y="53"/>
                    <a:pt x="507" y="54"/>
                    <a:pt x="504" y="54"/>
                  </a:cubicBezTo>
                  <a:cubicBezTo>
                    <a:pt x="500" y="54"/>
                    <a:pt x="497" y="52"/>
                    <a:pt x="494" y="49"/>
                  </a:cubicBezTo>
                  <a:cubicBezTo>
                    <a:pt x="491" y="46"/>
                    <a:pt x="490" y="41"/>
                    <a:pt x="490" y="36"/>
                  </a:cubicBezTo>
                  <a:cubicBezTo>
                    <a:pt x="490" y="31"/>
                    <a:pt x="492" y="26"/>
                    <a:pt x="495" y="23"/>
                  </a:cubicBezTo>
                  <a:cubicBezTo>
                    <a:pt x="498" y="19"/>
                    <a:pt x="501" y="17"/>
                    <a:pt x="506" y="17"/>
                  </a:cubicBezTo>
                  <a:cubicBezTo>
                    <a:pt x="509" y="17"/>
                    <a:pt x="512" y="18"/>
                    <a:pt x="514" y="20"/>
                  </a:cubicBezTo>
                  <a:cubicBezTo>
                    <a:pt x="516" y="22"/>
                    <a:pt x="517" y="24"/>
                    <a:pt x="517" y="26"/>
                  </a:cubicBezTo>
                  <a:cubicBezTo>
                    <a:pt x="517" y="27"/>
                    <a:pt x="517" y="27"/>
                    <a:pt x="516" y="28"/>
                  </a:cubicBezTo>
                  <a:cubicBezTo>
                    <a:pt x="516" y="29"/>
                    <a:pt x="515" y="29"/>
                    <a:pt x="514" y="29"/>
                  </a:cubicBezTo>
                  <a:cubicBezTo>
                    <a:pt x="512" y="29"/>
                    <a:pt x="511" y="29"/>
                    <a:pt x="511" y="27"/>
                  </a:cubicBezTo>
                  <a:cubicBezTo>
                    <a:pt x="510" y="27"/>
                    <a:pt x="510" y="26"/>
                    <a:pt x="510" y="25"/>
                  </a:cubicBezTo>
                  <a:cubicBezTo>
                    <a:pt x="510" y="23"/>
                    <a:pt x="509" y="22"/>
                    <a:pt x="508" y="21"/>
                  </a:cubicBezTo>
                  <a:cubicBezTo>
                    <a:pt x="507" y="21"/>
                    <a:pt x="506" y="20"/>
                    <a:pt x="505" y="20"/>
                  </a:cubicBezTo>
                  <a:cubicBezTo>
                    <a:pt x="502" y="20"/>
                    <a:pt x="500" y="21"/>
                    <a:pt x="499" y="23"/>
                  </a:cubicBezTo>
                  <a:cubicBezTo>
                    <a:pt x="497" y="25"/>
                    <a:pt x="496" y="29"/>
                    <a:pt x="496" y="33"/>
                  </a:cubicBezTo>
                  <a:cubicBezTo>
                    <a:pt x="496" y="37"/>
                    <a:pt x="497" y="40"/>
                    <a:pt x="499" y="43"/>
                  </a:cubicBezTo>
                  <a:cubicBezTo>
                    <a:pt x="501" y="47"/>
                    <a:pt x="503" y="48"/>
                    <a:pt x="507" y="48"/>
                  </a:cubicBezTo>
                  <a:cubicBezTo>
                    <a:pt x="509" y="48"/>
                    <a:pt x="511" y="47"/>
                    <a:pt x="513" y="46"/>
                  </a:cubicBezTo>
                  <a:cubicBezTo>
                    <a:pt x="514" y="45"/>
                    <a:pt x="515" y="43"/>
                    <a:pt x="517" y="40"/>
                  </a:cubicBezTo>
                  <a:cubicBezTo>
                    <a:pt x="517" y="40"/>
                    <a:pt x="517" y="40"/>
                    <a:pt x="517" y="40"/>
                  </a:cubicBezTo>
                  <a:close/>
                  <a:moveTo>
                    <a:pt x="534" y="0"/>
                  </a:moveTo>
                  <a:cubicBezTo>
                    <a:pt x="535" y="0"/>
                    <a:pt x="536" y="0"/>
                    <a:pt x="537" y="1"/>
                  </a:cubicBezTo>
                  <a:cubicBezTo>
                    <a:pt x="537" y="2"/>
                    <a:pt x="538" y="3"/>
                    <a:pt x="538" y="4"/>
                  </a:cubicBezTo>
                  <a:cubicBezTo>
                    <a:pt x="538" y="5"/>
                    <a:pt x="537" y="6"/>
                    <a:pt x="537" y="7"/>
                  </a:cubicBezTo>
                  <a:cubicBezTo>
                    <a:pt x="536" y="7"/>
                    <a:pt x="535" y="8"/>
                    <a:pt x="534" y="8"/>
                  </a:cubicBezTo>
                  <a:cubicBezTo>
                    <a:pt x="533" y="8"/>
                    <a:pt x="532" y="7"/>
                    <a:pt x="532" y="7"/>
                  </a:cubicBezTo>
                  <a:cubicBezTo>
                    <a:pt x="531" y="6"/>
                    <a:pt x="531" y="5"/>
                    <a:pt x="531" y="4"/>
                  </a:cubicBezTo>
                  <a:cubicBezTo>
                    <a:pt x="531" y="3"/>
                    <a:pt x="531" y="2"/>
                    <a:pt x="532" y="1"/>
                  </a:cubicBezTo>
                  <a:cubicBezTo>
                    <a:pt x="532" y="0"/>
                    <a:pt x="533" y="0"/>
                    <a:pt x="534" y="0"/>
                  </a:cubicBezTo>
                  <a:close/>
                  <a:moveTo>
                    <a:pt x="537" y="18"/>
                  </a:moveTo>
                  <a:cubicBezTo>
                    <a:pt x="537" y="45"/>
                    <a:pt x="537" y="45"/>
                    <a:pt x="537" y="45"/>
                  </a:cubicBezTo>
                  <a:cubicBezTo>
                    <a:pt x="537" y="47"/>
                    <a:pt x="537" y="49"/>
                    <a:pt x="537" y="49"/>
                  </a:cubicBezTo>
                  <a:cubicBezTo>
                    <a:pt x="538" y="50"/>
                    <a:pt x="538" y="51"/>
                    <a:pt x="539" y="51"/>
                  </a:cubicBezTo>
                  <a:cubicBezTo>
                    <a:pt x="539" y="51"/>
                    <a:pt x="540" y="51"/>
                    <a:pt x="542" y="51"/>
                  </a:cubicBezTo>
                  <a:cubicBezTo>
                    <a:pt x="542" y="53"/>
                    <a:pt x="542" y="53"/>
                    <a:pt x="542" y="53"/>
                  </a:cubicBezTo>
                  <a:cubicBezTo>
                    <a:pt x="526" y="53"/>
                    <a:pt x="526" y="53"/>
                    <a:pt x="526" y="53"/>
                  </a:cubicBezTo>
                  <a:cubicBezTo>
                    <a:pt x="526" y="51"/>
                    <a:pt x="526" y="51"/>
                    <a:pt x="526" y="51"/>
                  </a:cubicBezTo>
                  <a:cubicBezTo>
                    <a:pt x="527" y="51"/>
                    <a:pt x="529" y="51"/>
                    <a:pt x="529" y="51"/>
                  </a:cubicBezTo>
                  <a:cubicBezTo>
                    <a:pt x="529" y="51"/>
                    <a:pt x="530" y="50"/>
                    <a:pt x="530" y="49"/>
                  </a:cubicBezTo>
                  <a:cubicBezTo>
                    <a:pt x="531" y="49"/>
                    <a:pt x="531" y="47"/>
                    <a:pt x="531" y="45"/>
                  </a:cubicBezTo>
                  <a:cubicBezTo>
                    <a:pt x="531" y="32"/>
                    <a:pt x="531" y="32"/>
                    <a:pt x="531" y="32"/>
                  </a:cubicBezTo>
                  <a:cubicBezTo>
                    <a:pt x="531" y="28"/>
                    <a:pt x="531" y="26"/>
                    <a:pt x="530" y="25"/>
                  </a:cubicBezTo>
                  <a:cubicBezTo>
                    <a:pt x="530" y="24"/>
                    <a:pt x="530" y="23"/>
                    <a:pt x="529" y="23"/>
                  </a:cubicBezTo>
                  <a:cubicBezTo>
                    <a:pt x="529" y="23"/>
                    <a:pt x="529" y="23"/>
                    <a:pt x="528" y="23"/>
                  </a:cubicBezTo>
                  <a:cubicBezTo>
                    <a:pt x="527" y="23"/>
                    <a:pt x="526" y="23"/>
                    <a:pt x="525" y="23"/>
                  </a:cubicBezTo>
                  <a:cubicBezTo>
                    <a:pt x="525" y="22"/>
                    <a:pt x="525" y="22"/>
                    <a:pt x="525" y="22"/>
                  </a:cubicBezTo>
                  <a:cubicBezTo>
                    <a:pt x="535" y="18"/>
                    <a:pt x="535" y="18"/>
                    <a:pt x="535" y="18"/>
                  </a:cubicBezTo>
                  <a:cubicBezTo>
                    <a:pt x="537" y="18"/>
                    <a:pt x="537" y="18"/>
                    <a:pt x="537" y="18"/>
                  </a:cubicBezTo>
                  <a:close/>
                  <a:moveTo>
                    <a:pt x="555" y="31"/>
                  </a:moveTo>
                  <a:cubicBezTo>
                    <a:pt x="555" y="37"/>
                    <a:pt x="557" y="40"/>
                    <a:pt x="559" y="43"/>
                  </a:cubicBezTo>
                  <a:cubicBezTo>
                    <a:pt x="561" y="46"/>
                    <a:pt x="564" y="48"/>
                    <a:pt x="567" y="48"/>
                  </a:cubicBezTo>
                  <a:cubicBezTo>
                    <a:pt x="569" y="48"/>
                    <a:pt x="571" y="47"/>
                    <a:pt x="573" y="46"/>
                  </a:cubicBezTo>
                  <a:cubicBezTo>
                    <a:pt x="575" y="45"/>
                    <a:pt x="576" y="43"/>
                    <a:pt x="577" y="39"/>
                  </a:cubicBezTo>
                  <a:cubicBezTo>
                    <a:pt x="578" y="40"/>
                    <a:pt x="578" y="40"/>
                    <a:pt x="578" y="40"/>
                  </a:cubicBezTo>
                  <a:cubicBezTo>
                    <a:pt x="578" y="43"/>
                    <a:pt x="576" y="47"/>
                    <a:pt x="574" y="49"/>
                  </a:cubicBezTo>
                  <a:cubicBezTo>
                    <a:pt x="571" y="52"/>
                    <a:pt x="568" y="53"/>
                    <a:pt x="565" y="53"/>
                  </a:cubicBezTo>
                  <a:cubicBezTo>
                    <a:pt x="561" y="53"/>
                    <a:pt x="557" y="52"/>
                    <a:pt x="555" y="49"/>
                  </a:cubicBezTo>
                  <a:cubicBezTo>
                    <a:pt x="552" y="45"/>
                    <a:pt x="551" y="41"/>
                    <a:pt x="551" y="36"/>
                  </a:cubicBezTo>
                  <a:cubicBezTo>
                    <a:pt x="551" y="30"/>
                    <a:pt x="552" y="25"/>
                    <a:pt x="555" y="22"/>
                  </a:cubicBezTo>
                  <a:cubicBezTo>
                    <a:pt x="558" y="19"/>
                    <a:pt x="561" y="17"/>
                    <a:pt x="566" y="17"/>
                  </a:cubicBezTo>
                  <a:cubicBezTo>
                    <a:pt x="569" y="17"/>
                    <a:pt x="573" y="19"/>
                    <a:pt x="575" y="21"/>
                  </a:cubicBezTo>
                  <a:cubicBezTo>
                    <a:pt x="577" y="23"/>
                    <a:pt x="579" y="27"/>
                    <a:pt x="579" y="31"/>
                  </a:cubicBezTo>
                  <a:cubicBezTo>
                    <a:pt x="555" y="31"/>
                    <a:pt x="555" y="31"/>
                    <a:pt x="555" y="31"/>
                  </a:cubicBezTo>
                  <a:close/>
                  <a:moveTo>
                    <a:pt x="555" y="29"/>
                  </a:moveTo>
                  <a:cubicBezTo>
                    <a:pt x="571" y="29"/>
                    <a:pt x="571" y="29"/>
                    <a:pt x="571" y="29"/>
                  </a:cubicBezTo>
                  <a:cubicBezTo>
                    <a:pt x="571" y="27"/>
                    <a:pt x="570" y="26"/>
                    <a:pt x="570" y="25"/>
                  </a:cubicBezTo>
                  <a:cubicBezTo>
                    <a:pt x="569" y="24"/>
                    <a:pt x="568" y="23"/>
                    <a:pt x="567" y="22"/>
                  </a:cubicBezTo>
                  <a:cubicBezTo>
                    <a:pt x="566" y="21"/>
                    <a:pt x="565" y="21"/>
                    <a:pt x="563" y="21"/>
                  </a:cubicBezTo>
                  <a:cubicBezTo>
                    <a:pt x="561" y="21"/>
                    <a:pt x="560" y="21"/>
                    <a:pt x="558" y="23"/>
                  </a:cubicBezTo>
                  <a:cubicBezTo>
                    <a:pt x="557" y="24"/>
                    <a:pt x="555" y="27"/>
                    <a:pt x="555" y="29"/>
                  </a:cubicBezTo>
                  <a:close/>
                  <a:moveTo>
                    <a:pt x="595" y="25"/>
                  </a:moveTo>
                  <a:cubicBezTo>
                    <a:pt x="599" y="20"/>
                    <a:pt x="603" y="18"/>
                    <a:pt x="606" y="18"/>
                  </a:cubicBezTo>
                  <a:cubicBezTo>
                    <a:pt x="608" y="18"/>
                    <a:pt x="609" y="18"/>
                    <a:pt x="611" y="19"/>
                  </a:cubicBezTo>
                  <a:cubicBezTo>
                    <a:pt x="612" y="20"/>
                    <a:pt x="613" y="21"/>
                    <a:pt x="614" y="23"/>
                  </a:cubicBezTo>
                  <a:cubicBezTo>
                    <a:pt x="615" y="25"/>
                    <a:pt x="615" y="27"/>
                    <a:pt x="615" y="30"/>
                  </a:cubicBezTo>
                  <a:cubicBezTo>
                    <a:pt x="615" y="45"/>
                    <a:pt x="615" y="45"/>
                    <a:pt x="615" y="45"/>
                  </a:cubicBezTo>
                  <a:cubicBezTo>
                    <a:pt x="615" y="47"/>
                    <a:pt x="615" y="48"/>
                    <a:pt x="615" y="49"/>
                  </a:cubicBezTo>
                  <a:cubicBezTo>
                    <a:pt x="616" y="50"/>
                    <a:pt x="616" y="50"/>
                    <a:pt x="617" y="51"/>
                  </a:cubicBezTo>
                  <a:cubicBezTo>
                    <a:pt x="617" y="51"/>
                    <a:pt x="618" y="51"/>
                    <a:pt x="620" y="51"/>
                  </a:cubicBezTo>
                  <a:cubicBezTo>
                    <a:pt x="620" y="52"/>
                    <a:pt x="620" y="52"/>
                    <a:pt x="620" y="52"/>
                  </a:cubicBezTo>
                  <a:cubicBezTo>
                    <a:pt x="604" y="52"/>
                    <a:pt x="604" y="52"/>
                    <a:pt x="604" y="52"/>
                  </a:cubicBezTo>
                  <a:cubicBezTo>
                    <a:pt x="604" y="51"/>
                    <a:pt x="604" y="51"/>
                    <a:pt x="604" y="51"/>
                  </a:cubicBezTo>
                  <a:cubicBezTo>
                    <a:pt x="605" y="51"/>
                    <a:pt x="605" y="51"/>
                    <a:pt x="605" y="51"/>
                  </a:cubicBezTo>
                  <a:cubicBezTo>
                    <a:pt x="606" y="51"/>
                    <a:pt x="607" y="51"/>
                    <a:pt x="608" y="50"/>
                  </a:cubicBezTo>
                  <a:cubicBezTo>
                    <a:pt x="609" y="50"/>
                    <a:pt x="609" y="49"/>
                    <a:pt x="609" y="48"/>
                  </a:cubicBezTo>
                  <a:cubicBezTo>
                    <a:pt x="609" y="48"/>
                    <a:pt x="609" y="47"/>
                    <a:pt x="609" y="45"/>
                  </a:cubicBezTo>
                  <a:cubicBezTo>
                    <a:pt x="609" y="31"/>
                    <a:pt x="609" y="31"/>
                    <a:pt x="609" y="31"/>
                  </a:cubicBezTo>
                  <a:cubicBezTo>
                    <a:pt x="609" y="27"/>
                    <a:pt x="609" y="25"/>
                    <a:pt x="608" y="24"/>
                  </a:cubicBezTo>
                  <a:cubicBezTo>
                    <a:pt x="607" y="23"/>
                    <a:pt x="606" y="22"/>
                    <a:pt x="604" y="22"/>
                  </a:cubicBezTo>
                  <a:cubicBezTo>
                    <a:pt x="601" y="22"/>
                    <a:pt x="598" y="23"/>
                    <a:pt x="595" y="27"/>
                  </a:cubicBezTo>
                  <a:cubicBezTo>
                    <a:pt x="595" y="45"/>
                    <a:pt x="595" y="45"/>
                    <a:pt x="595" y="45"/>
                  </a:cubicBezTo>
                  <a:cubicBezTo>
                    <a:pt x="595" y="47"/>
                    <a:pt x="595" y="48"/>
                    <a:pt x="596" y="49"/>
                  </a:cubicBezTo>
                  <a:cubicBezTo>
                    <a:pt x="596" y="50"/>
                    <a:pt x="597" y="50"/>
                    <a:pt x="597" y="51"/>
                  </a:cubicBezTo>
                  <a:cubicBezTo>
                    <a:pt x="597" y="51"/>
                    <a:pt x="599" y="51"/>
                    <a:pt x="601" y="51"/>
                  </a:cubicBezTo>
                  <a:cubicBezTo>
                    <a:pt x="601" y="52"/>
                    <a:pt x="601" y="52"/>
                    <a:pt x="601" y="52"/>
                  </a:cubicBezTo>
                  <a:cubicBezTo>
                    <a:pt x="585" y="52"/>
                    <a:pt x="585" y="52"/>
                    <a:pt x="585" y="52"/>
                  </a:cubicBezTo>
                  <a:cubicBezTo>
                    <a:pt x="585" y="51"/>
                    <a:pt x="585" y="51"/>
                    <a:pt x="585" y="51"/>
                  </a:cubicBezTo>
                  <a:cubicBezTo>
                    <a:pt x="585" y="51"/>
                    <a:pt x="585" y="51"/>
                    <a:pt x="585" y="51"/>
                  </a:cubicBezTo>
                  <a:cubicBezTo>
                    <a:pt x="587" y="51"/>
                    <a:pt x="588" y="51"/>
                    <a:pt x="589" y="50"/>
                  </a:cubicBezTo>
                  <a:cubicBezTo>
                    <a:pt x="589" y="49"/>
                    <a:pt x="589" y="47"/>
                    <a:pt x="589" y="45"/>
                  </a:cubicBezTo>
                  <a:cubicBezTo>
                    <a:pt x="589" y="32"/>
                    <a:pt x="589" y="32"/>
                    <a:pt x="589" y="32"/>
                  </a:cubicBezTo>
                  <a:cubicBezTo>
                    <a:pt x="589" y="28"/>
                    <a:pt x="589" y="25"/>
                    <a:pt x="589" y="24"/>
                  </a:cubicBezTo>
                  <a:cubicBezTo>
                    <a:pt x="589" y="23"/>
                    <a:pt x="589" y="23"/>
                    <a:pt x="588" y="22"/>
                  </a:cubicBezTo>
                  <a:cubicBezTo>
                    <a:pt x="588" y="22"/>
                    <a:pt x="587" y="22"/>
                    <a:pt x="587" y="22"/>
                  </a:cubicBezTo>
                  <a:cubicBezTo>
                    <a:pt x="586" y="22"/>
                    <a:pt x="585" y="22"/>
                    <a:pt x="584" y="22"/>
                  </a:cubicBezTo>
                  <a:cubicBezTo>
                    <a:pt x="584" y="21"/>
                    <a:pt x="584" y="21"/>
                    <a:pt x="584" y="21"/>
                  </a:cubicBezTo>
                  <a:cubicBezTo>
                    <a:pt x="594" y="17"/>
                    <a:pt x="594" y="17"/>
                    <a:pt x="594" y="17"/>
                  </a:cubicBezTo>
                  <a:cubicBezTo>
                    <a:pt x="595" y="17"/>
                    <a:pt x="595" y="17"/>
                    <a:pt x="595" y="17"/>
                  </a:cubicBezTo>
                  <a:cubicBezTo>
                    <a:pt x="595" y="25"/>
                    <a:pt x="595" y="25"/>
                    <a:pt x="595" y="25"/>
                  </a:cubicBezTo>
                  <a:close/>
                  <a:moveTo>
                    <a:pt x="654" y="40"/>
                  </a:moveTo>
                  <a:cubicBezTo>
                    <a:pt x="653" y="44"/>
                    <a:pt x="651" y="48"/>
                    <a:pt x="649" y="50"/>
                  </a:cubicBezTo>
                  <a:cubicBezTo>
                    <a:pt x="646" y="53"/>
                    <a:pt x="643" y="54"/>
                    <a:pt x="640" y="54"/>
                  </a:cubicBezTo>
                  <a:cubicBezTo>
                    <a:pt x="637" y="54"/>
                    <a:pt x="633" y="52"/>
                    <a:pt x="631" y="49"/>
                  </a:cubicBezTo>
                  <a:cubicBezTo>
                    <a:pt x="628" y="46"/>
                    <a:pt x="627" y="41"/>
                    <a:pt x="627" y="36"/>
                  </a:cubicBezTo>
                  <a:cubicBezTo>
                    <a:pt x="627" y="31"/>
                    <a:pt x="628" y="26"/>
                    <a:pt x="631" y="23"/>
                  </a:cubicBezTo>
                  <a:cubicBezTo>
                    <a:pt x="634" y="19"/>
                    <a:pt x="638" y="17"/>
                    <a:pt x="642" y="17"/>
                  </a:cubicBezTo>
                  <a:cubicBezTo>
                    <a:pt x="645" y="17"/>
                    <a:pt x="648" y="18"/>
                    <a:pt x="650" y="20"/>
                  </a:cubicBezTo>
                  <a:cubicBezTo>
                    <a:pt x="652" y="22"/>
                    <a:pt x="653" y="24"/>
                    <a:pt x="653" y="26"/>
                  </a:cubicBezTo>
                  <a:cubicBezTo>
                    <a:pt x="653" y="27"/>
                    <a:pt x="653" y="27"/>
                    <a:pt x="653" y="28"/>
                  </a:cubicBezTo>
                  <a:cubicBezTo>
                    <a:pt x="652" y="29"/>
                    <a:pt x="651" y="29"/>
                    <a:pt x="650" y="29"/>
                  </a:cubicBezTo>
                  <a:cubicBezTo>
                    <a:pt x="649" y="29"/>
                    <a:pt x="648" y="29"/>
                    <a:pt x="647" y="27"/>
                  </a:cubicBezTo>
                  <a:cubicBezTo>
                    <a:pt x="647" y="27"/>
                    <a:pt x="646" y="26"/>
                    <a:pt x="646" y="25"/>
                  </a:cubicBezTo>
                  <a:cubicBezTo>
                    <a:pt x="646" y="23"/>
                    <a:pt x="645" y="22"/>
                    <a:pt x="645" y="21"/>
                  </a:cubicBezTo>
                  <a:cubicBezTo>
                    <a:pt x="644" y="21"/>
                    <a:pt x="643" y="20"/>
                    <a:pt x="641" y="20"/>
                  </a:cubicBezTo>
                  <a:cubicBezTo>
                    <a:pt x="639" y="20"/>
                    <a:pt x="637" y="21"/>
                    <a:pt x="635" y="23"/>
                  </a:cubicBezTo>
                  <a:cubicBezTo>
                    <a:pt x="633" y="25"/>
                    <a:pt x="633" y="29"/>
                    <a:pt x="633" y="33"/>
                  </a:cubicBezTo>
                  <a:cubicBezTo>
                    <a:pt x="633" y="37"/>
                    <a:pt x="633" y="40"/>
                    <a:pt x="635" y="43"/>
                  </a:cubicBezTo>
                  <a:cubicBezTo>
                    <a:pt x="637" y="47"/>
                    <a:pt x="640" y="48"/>
                    <a:pt x="643" y="48"/>
                  </a:cubicBezTo>
                  <a:cubicBezTo>
                    <a:pt x="645" y="48"/>
                    <a:pt x="647" y="47"/>
                    <a:pt x="649" y="46"/>
                  </a:cubicBezTo>
                  <a:cubicBezTo>
                    <a:pt x="651" y="45"/>
                    <a:pt x="652" y="43"/>
                    <a:pt x="654" y="40"/>
                  </a:cubicBezTo>
                  <a:cubicBezTo>
                    <a:pt x="654" y="40"/>
                    <a:pt x="654" y="40"/>
                    <a:pt x="654" y="40"/>
                  </a:cubicBezTo>
                  <a:close/>
                  <a:moveTo>
                    <a:pt x="668" y="31"/>
                  </a:moveTo>
                  <a:cubicBezTo>
                    <a:pt x="668" y="37"/>
                    <a:pt x="669" y="40"/>
                    <a:pt x="671" y="43"/>
                  </a:cubicBezTo>
                  <a:cubicBezTo>
                    <a:pt x="674" y="46"/>
                    <a:pt x="677" y="48"/>
                    <a:pt x="680" y="48"/>
                  </a:cubicBezTo>
                  <a:cubicBezTo>
                    <a:pt x="682" y="48"/>
                    <a:pt x="684" y="47"/>
                    <a:pt x="685" y="46"/>
                  </a:cubicBezTo>
                  <a:cubicBezTo>
                    <a:pt x="687" y="45"/>
                    <a:pt x="688" y="43"/>
                    <a:pt x="689" y="39"/>
                  </a:cubicBezTo>
                  <a:cubicBezTo>
                    <a:pt x="691" y="40"/>
                    <a:pt x="691" y="40"/>
                    <a:pt x="691" y="40"/>
                  </a:cubicBezTo>
                  <a:cubicBezTo>
                    <a:pt x="690" y="43"/>
                    <a:pt x="689" y="47"/>
                    <a:pt x="686" y="49"/>
                  </a:cubicBezTo>
                  <a:cubicBezTo>
                    <a:pt x="684" y="52"/>
                    <a:pt x="681" y="53"/>
                    <a:pt x="677" y="53"/>
                  </a:cubicBezTo>
                  <a:cubicBezTo>
                    <a:pt x="673" y="53"/>
                    <a:pt x="670" y="52"/>
                    <a:pt x="667" y="49"/>
                  </a:cubicBezTo>
                  <a:cubicBezTo>
                    <a:pt x="664" y="45"/>
                    <a:pt x="663" y="41"/>
                    <a:pt x="663" y="36"/>
                  </a:cubicBezTo>
                  <a:cubicBezTo>
                    <a:pt x="663" y="30"/>
                    <a:pt x="665" y="25"/>
                    <a:pt x="667" y="22"/>
                  </a:cubicBezTo>
                  <a:cubicBezTo>
                    <a:pt x="670" y="19"/>
                    <a:pt x="674" y="17"/>
                    <a:pt x="678" y="17"/>
                  </a:cubicBezTo>
                  <a:cubicBezTo>
                    <a:pt x="682" y="17"/>
                    <a:pt x="685" y="19"/>
                    <a:pt x="687" y="21"/>
                  </a:cubicBezTo>
                  <a:cubicBezTo>
                    <a:pt x="690" y="23"/>
                    <a:pt x="691" y="27"/>
                    <a:pt x="691" y="31"/>
                  </a:cubicBezTo>
                  <a:cubicBezTo>
                    <a:pt x="668" y="31"/>
                    <a:pt x="668" y="31"/>
                    <a:pt x="668" y="31"/>
                  </a:cubicBezTo>
                  <a:close/>
                  <a:moveTo>
                    <a:pt x="668" y="29"/>
                  </a:moveTo>
                  <a:cubicBezTo>
                    <a:pt x="683" y="29"/>
                    <a:pt x="683" y="29"/>
                    <a:pt x="683" y="29"/>
                  </a:cubicBezTo>
                  <a:cubicBezTo>
                    <a:pt x="683" y="27"/>
                    <a:pt x="683" y="26"/>
                    <a:pt x="682" y="25"/>
                  </a:cubicBezTo>
                  <a:cubicBezTo>
                    <a:pt x="682" y="24"/>
                    <a:pt x="681" y="23"/>
                    <a:pt x="679" y="22"/>
                  </a:cubicBezTo>
                  <a:cubicBezTo>
                    <a:pt x="678" y="21"/>
                    <a:pt x="677" y="21"/>
                    <a:pt x="676" y="21"/>
                  </a:cubicBezTo>
                  <a:cubicBezTo>
                    <a:pt x="674" y="21"/>
                    <a:pt x="672" y="21"/>
                    <a:pt x="671" y="23"/>
                  </a:cubicBezTo>
                  <a:cubicBezTo>
                    <a:pt x="669" y="24"/>
                    <a:pt x="668" y="27"/>
                    <a:pt x="668" y="29"/>
                  </a:cubicBezTo>
                  <a:close/>
                  <a:moveTo>
                    <a:pt x="731" y="48"/>
                  </a:moveTo>
                  <a:cubicBezTo>
                    <a:pt x="728" y="51"/>
                    <a:pt x="726" y="52"/>
                    <a:pt x="725" y="53"/>
                  </a:cubicBezTo>
                  <a:cubicBezTo>
                    <a:pt x="724" y="53"/>
                    <a:pt x="722" y="53"/>
                    <a:pt x="721" y="53"/>
                  </a:cubicBezTo>
                  <a:cubicBezTo>
                    <a:pt x="719" y="53"/>
                    <a:pt x="717" y="53"/>
                    <a:pt x="715" y="51"/>
                  </a:cubicBezTo>
                  <a:cubicBezTo>
                    <a:pt x="714" y="49"/>
                    <a:pt x="713" y="47"/>
                    <a:pt x="713" y="45"/>
                  </a:cubicBezTo>
                  <a:cubicBezTo>
                    <a:pt x="713" y="43"/>
                    <a:pt x="714" y="41"/>
                    <a:pt x="715" y="40"/>
                  </a:cubicBezTo>
                  <a:cubicBezTo>
                    <a:pt x="715" y="39"/>
                    <a:pt x="717" y="37"/>
                    <a:pt x="720" y="35"/>
                  </a:cubicBezTo>
                  <a:cubicBezTo>
                    <a:pt x="722" y="34"/>
                    <a:pt x="726" y="32"/>
                    <a:pt x="732" y="30"/>
                  </a:cubicBezTo>
                  <a:cubicBezTo>
                    <a:pt x="732" y="29"/>
                    <a:pt x="732" y="29"/>
                    <a:pt x="732" y="29"/>
                  </a:cubicBezTo>
                  <a:cubicBezTo>
                    <a:pt x="732" y="25"/>
                    <a:pt x="731" y="23"/>
                    <a:pt x="730" y="22"/>
                  </a:cubicBezTo>
                  <a:cubicBezTo>
                    <a:pt x="729" y="21"/>
                    <a:pt x="728" y="20"/>
                    <a:pt x="726" y="20"/>
                  </a:cubicBezTo>
                  <a:cubicBezTo>
                    <a:pt x="724" y="20"/>
                    <a:pt x="723" y="20"/>
                    <a:pt x="722" y="21"/>
                  </a:cubicBezTo>
                  <a:cubicBezTo>
                    <a:pt x="721" y="22"/>
                    <a:pt x="721" y="23"/>
                    <a:pt x="721" y="24"/>
                  </a:cubicBezTo>
                  <a:cubicBezTo>
                    <a:pt x="721" y="26"/>
                    <a:pt x="721" y="26"/>
                    <a:pt x="721" y="26"/>
                  </a:cubicBezTo>
                  <a:cubicBezTo>
                    <a:pt x="721" y="27"/>
                    <a:pt x="721" y="28"/>
                    <a:pt x="720" y="29"/>
                  </a:cubicBezTo>
                  <a:cubicBezTo>
                    <a:pt x="720" y="29"/>
                    <a:pt x="719" y="29"/>
                    <a:pt x="718" y="29"/>
                  </a:cubicBezTo>
                  <a:cubicBezTo>
                    <a:pt x="717" y="29"/>
                    <a:pt x="717" y="29"/>
                    <a:pt x="716" y="29"/>
                  </a:cubicBezTo>
                  <a:cubicBezTo>
                    <a:pt x="716" y="28"/>
                    <a:pt x="715" y="27"/>
                    <a:pt x="715" y="26"/>
                  </a:cubicBezTo>
                  <a:cubicBezTo>
                    <a:pt x="715" y="24"/>
                    <a:pt x="717" y="22"/>
                    <a:pt x="719" y="20"/>
                  </a:cubicBezTo>
                  <a:cubicBezTo>
                    <a:pt x="721" y="18"/>
                    <a:pt x="724" y="17"/>
                    <a:pt x="727" y="17"/>
                  </a:cubicBezTo>
                  <a:cubicBezTo>
                    <a:pt x="730" y="17"/>
                    <a:pt x="733" y="17"/>
                    <a:pt x="735" y="19"/>
                  </a:cubicBezTo>
                  <a:cubicBezTo>
                    <a:pt x="736" y="19"/>
                    <a:pt x="737" y="21"/>
                    <a:pt x="738" y="22"/>
                  </a:cubicBezTo>
                  <a:cubicBezTo>
                    <a:pt x="738" y="23"/>
                    <a:pt x="739" y="25"/>
                    <a:pt x="739" y="29"/>
                  </a:cubicBezTo>
                  <a:cubicBezTo>
                    <a:pt x="739" y="40"/>
                    <a:pt x="739" y="40"/>
                    <a:pt x="739" y="40"/>
                  </a:cubicBezTo>
                  <a:cubicBezTo>
                    <a:pt x="739" y="43"/>
                    <a:pt x="739" y="45"/>
                    <a:pt x="739" y="46"/>
                  </a:cubicBezTo>
                  <a:cubicBezTo>
                    <a:pt x="739" y="47"/>
                    <a:pt x="739" y="47"/>
                    <a:pt x="739" y="48"/>
                  </a:cubicBezTo>
                  <a:cubicBezTo>
                    <a:pt x="739" y="48"/>
                    <a:pt x="739" y="48"/>
                    <a:pt x="740" y="48"/>
                  </a:cubicBezTo>
                  <a:cubicBezTo>
                    <a:pt x="740" y="48"/>
                    <a:pt x="741" y="48"/>
                    <a:pt x="741" y="48"/>
                  </a:cubicBezTo>
                  <a:cubicBezTo>
                    <a:pt x="741" y="47"/>
                    <a:pt x="743" y="47"/>
                    <a:pt x="744" y="45"/>
                  </a:cubicBezTo>
                  <a:cubicBezTo>
                    <a:pt x="744" y="47"/>
                    <a:pt x="744" y="47"/>
                    <a:pt x="744" y="47"/>
                  </a:cubicBezTo>
                  <a:cubicBezTo>
                    <a:pt x="741" y="51"/>
                    <a:pt x="739" y="53"/>
                    <a:pt x="736" y="53"/>
                  </a:cubicBezTo>
                  <a:cubicBezTo>
                    <a:pt x="735" y="53"/>
                    <a:pt x="734" y="52"/>
                    <a:pt x="733" y="51"/>
                  </a:cubicBezTo>
                  <a:cubicBezTo>
                    <a:pt x="732" y="51"/>
                    <a:pt x="731" y="50"/>
                    <a:pt x="731" y="48"/>
                  </a:cubicBezTo>
                  <a:close/>
                  <a:moveTo>
                    <a:pt x="731" y="45"/>
                  </a:moveTo>
                  <a:cubicBezTo>
                    <a:pt x="731" y="33"/>
                    <a:pt x="731" y="33"/>
                    <a:pt x="731" y="33"/>
                  </a:cubicBezTo>
                  <a:cubicBezTo>
                    <a:pt x="728" y="34"/>
                    <a:pt x="725" y="35"/>
                    <a:pt x="725" y="36"/>
                  </a:cubicBezTo>
                  <a:cubicBezTo>
                    <a:pt x="723" y="37"/>
                    <a:pt x="721" y="38"/>
                    <a:pt x="721" y="39"/>
                  </a:cubicBezTo>
                  <a:cubicBezTo>
                    <a:pt x="720" y="41"/>
                    <a:pt x="719" y="42"/>
                    <a:pt x="719" y="43"/>
                  </a:cubicBezTo>
                  <a:cubicBezTo>
                    <a:pt x="719" y="45"/>
                    <a:pt x="720" y="47"/>
                    <a:pt x="721" y="48"/>
                  </a:cubicBezTo>
                  <a:cubicBezTo>
                    <a:pt x="722" y="49"/>
                    <a:pt x="723" y="49"/>
                    <a:pt x="725" y="49"/>
                  </a:cubicBezTo>
                  <a:cubicBezTo>
                    <a:pt x="726" y="49"/>
                    <a:pt x="729" y="48"/>
                    <a:pt x="731" y="45"/>
                  </a:cubicBezTo>
                  <a:close/>
                  <a:moveTo>
                    <a:pt x="759" y="25"/>
                  </a:moveTo>
                  <a:cubicBezTo>
                    <a:pt x="763" y="20"/>
                    <a:pt x="766" y="18"/>
                    <a:pt x="769" y="18"/>
                  </a:cubicBezTo>
                  <a:cubicBezTo>
                    <a:pt x="771" y="18"/>
                    <a:pt x="773" y="18"/>
                    <a:pt x="774" y="19"/>
                  </a:cubicBezTo>
                  <a:cubicBezTo>
                    <a:pt x="775" y="20"/>
                    <a:pt x="777" y="21"/>
                    <a:pt x="777" y="23"/>
                  </a:cubicBezTo>
                  <a:cubicBezTo>
                    <a:pt x="778" y="25"/>
                    <a:pt x="778" y="27"/>
                    <a:pt x="778" y="30"/>
                  </a:cubicBezTo>
                  <a:cubicBezTo>
                    <a:pt x="778" y="45"/>
                    <a:pt x="778" y="45"/>
                    <a:pt x="778" y="45"/>
                  </a:cubicBezTo>
                  <a:cubicBezTo>
                    <a:pt x="778" y="47"/>
                    <a:pt x="778" y="48"/>
                    <a:pt x="779" y="49"/>
                  </a:cubicBezTo>
                  <a:cubicBezTo>
                    <a:pt x="779" y="50"/>
                    <a:pt x="779" y="50"/>
                    <a:pt x="780" y="51"/>
                  </a:cubicBezTo>
                  <a:cubicBezTo>
                    <a:pt x="780" y="51"/>
                    <a:pt x="781" y="51"/>
                    <a:pt x="783" y="51"/>
                  </a:cubicBezTo>
                  <a:cubicBezTo>
                    <a:pt x="783" y="52"/>
                    <a:pt x="783" y="52"/>
                    <a:pt x="783" y="52"/>
                  </a:cubicBezTo>
                  <a:cubicBezTo>
                    <a:pt x="767" y="52"/>
                    <a:pt x="767" y="52"/>
                    <a:pt x="767" y="52"/>
                  </a:cubicBezTo>
                  <a:cubicBezTo>
                    <a:pt x="767" y="51"/>
                    <a:pt x="767" y="51"/>
                    <a:pt x="767" y="51"/>
                  </a:cubicBezTo>
                  <a:cubicBezTo>
                    <a:pt x="768" y="51"/>
                    <a:pt x="768" y="51"/>
                    <a:pt x="768" y="51"/>
                  </a:cubicBezTo>
                  <a:cubicBezTo>
                    <a:pt x="769" y="51"/>
                    <a:pt x="770" y="51"/>
                    <a:pt x="771" y="50"/>
                  </a:cubicBezTo>
                  <a:cubicBezTo>
                    <a:pt x="772" y="50"/>
                    <a:pt x="772" y="49"/>
                    <a:pt x="772" y="48"/>
                  </a:cubicBezTo>
                  <a:cubicBezTo>
                    <a:pt x="772" y="48"/>
                    <a:pt x="772" y="47"/>
                    <a:pt x="772" y="45"/>
                  </a:cubicBezTo>
                  <a:cubicBezTo>
                    <a:pt x="772" y="31"/>
                    <a:pt x="772" y="31"/>
                    <a:pt x="772" y="31"/>
                  </a:cubicBezTo>
                  <a:cubicBezTo>
                    <a:pt x="772" y="27"/>
                    <a:pt x="772" y="25"/>
                    <a:pt x="771" y="24"/>
                  </a:cubicBezTo>
                  <a:cubicBezTo>
                    <a:pt x="770" y="23"/>
                    <a:pt x="769" y="22"/>
                    <a:pt x="767" y="22"/>
                  </a:cubicBezTo>
                  <a:cubicBezTo>
                    <a:pt x="764" y="22"/>
                    <a:pt x="761" y="23"/>
                    <a:pt x="759" y="27"/>
                  </a:cubicBezTo>
                  <a:cubicBezTo>
                    <a:pt x="759" y="45"/>
                    <a:pt x="759" y="45"/>
                    <a:pt x="759" y="45"/>
                  </a:cubicBezTo>
                  <a:cubicBezTo>
                    <a:pt x="759" y="47"/>
                    <a:pt x="759" y="48"/>
                    <a:pt x="759" y="49"/>
                  </a:cubicBezTo>
                  <a:cubicBezTo>
                    <a:pt x="759" y="50"/>
                    <a:pt x="760" y="50"/>
                    <a:pt x="760" y="51"/>
                  </a:cubicBezTo>
                  <a:cubicBezTo>
                    <a:pt x="761" y="51"/>
                    <a:pt x="762" y="51"/>
                    <a:pt x="764" y="51"/>
                  </a:cubicBezTo>
                  <a:cubicBezTo>
                    <a:pt x="764" y="52"/>
                    <a:pt x="764" y="52"/>
                    <a:pt x="764" y="52"/>
                  </a:cubicBezTo>
                  <a:cubicBezTo>
                    <a:pt x="748" y="52"/>
                    <a:pt x="748" y="52"/>
                    <a:pt x="748" y="52"/>
                  </a:cubicBezTo>
                  <a:cubicBezTo>
                    <a:pt x="748" y="51"/>
                    <a:pt x="748" y="51"/>
                    <a:pt x="748" y="51"/>
                  </a:cubicBezTo>
                  <a:cubicBezTo>
                    <a:pt x="749" y="51"/>
                    <a:pt x="749" y="51"/>
                    <a:pt x="749" y="51"/>
                  </a:cubicBezTo>
                  <a:cubicBezTo>
                    <a:pt x="750" y="51"/>
                    <a:pt x="751" y="51"/>
                    <a:pt x="752" y="50"/>
                  </a:cubicBezTo>
                  <a:cubicBezTo>
                    <a:pt x="752" y="49"/>
                    <a:pt x="753" y="47"/>
                    <a:pt x="753" y="45"/>
                  </a:cubicBezTo>
                  <a:cubicBezTo>
                    <a:pt x="753" y="32"/>
                    <a:pt x="753" y="32"/>
                    <a:pt x="753" y="32"/>
                  </a:cubicBezTo>
                  <a:cubicBezTo>
                    <a:pt x="753" y="28"/>
                    <a:pt x="753" y="25"/>
                    <a:pt x="752" y="24"/>
                  </a:cubicBezTo>
                  <a:cubicBezTo>
                    <a:pt x="752" y="23"/>
                    <a:pt x="752" y="23"/>
                    <a:pt x="751" y="22"/>
                  </a:cubicBezTo>
                  <a:cubicBezTo>
                    <a:pt x="751" y="22"/>
                    <a:pt x="751" y="22"/>
                    <a:pt x="750" y="22"/>
                  </a:cubicBezTo>
                  <a:cubicBezTo>
                    <a:pt x="749" y="22"/>
                    <a:pt x="748" y="22"/>
                    <a:pt x="747" y="22"/>
                  </a:cubicBezTo>
                  <a:cubicBezTo>
                    <a:pt x="747" y="21"/>
                    <a:pt x="747" y="21"/>
                    <a:pt x="747" y="21"/>
                  </a:cubicBezTo>
                  <a:cubicBezTo>
                    <a:pt x="757" y="17"/>
                    <a:pt x="757" y="17"/>
                    <a:pt x="757" y="17"/>
                  </a:cubicBezTo>
                  <a:cubicBezTo>
                    <a:pt x="759" y="17"/>
                    <a:pt x="759" y="17"/>
                    <a:pt x="759" y="17"/>
                  </a:cubicBezTo>
                  <a:cubicBezTo>
                    <a:pt x="759" y="25"/>
                    <a:pt x="759" y="25"/>
                    <a:pt x="759" y="25"/>
                  </a:cubicBezTo>
                  <a:close/>
                  <a:moveTo>
                    <a:pt x="812" y="49"/>
                  </a:moveTo>
                  <a:cubicBezTo>
                    <a:pt x="811" y="51"/>
                    <a:pt x="809" y="52"/>
                    <a:pt x="807" y="53"/>
                  </a:cubicBezTo>
                  <a:cubicBezTo>
                    <a:pt x="806" y="53"/>
                    <a:pt x="804" y="54"/>
                    <a:pt x="803" y="54"/>
                  </a:cubicBezTo>
                  <a:cubicBezTo>
                    <a:pt x="799" y="54"/>
                    <a:pt x="796" y="52"/>
                    <a:pt x="793" y="49"/>
                  </a:cubicBezTo>
                  <a:cubicBezTo>
                    <a:pt x="791" y="46"/>
                    <a:pt x="789" y="42"/>
                    <a:pt x="789" y="37"/>
                  </a:cubicBezTo>
                  <a:cubicBezTo>
                    <a:pt x="789" y="32"/>
                    <a:pt x="791" y="28"/>
                    <a:pt x="794" y="24"/>
                  </a:cubicBezTo>
                  <a:cubicBezTo>
                    <a:pt x="797" y="20"/>
                    <a:pt x="801" y="18"/>
                    <a:pt x="805" y="18"/>
                  </a:cubicBezTo>
                  <a:cubicBezTo>
                    <a:pt x="808" y="18"/>
                    <a:pt x="810" y="19"/>
                    <a:pt x="812" y="21"/>
                  </a:cubicBezTo>
                  <a:cubicBezTo>
                    <a:pt x="812" y="14"/>
                    <a:pt x="812" y="14"/>
                    <a:pt x="812" y="14"/>
                  </a:cubicBezTo>
                  <a:cubicBezTo>
                    <a:pt x="812" y="10"/>
                    <a:pt x="812" y="8"/>
                    <a:pt x="812" y="7"/>
                  </a:cubicBezTo>
                  <a:cubicBezTo>
                    <a:pt x="812" y="6"/>
                    <a:pt x="811" y="5"/>
                    <a:pt x="811" y="5"/>
                  </a:cubicBezTo>
                  <a:cubicBezTo>
                    <a:pt x="811" y="5"/>
                    <a:pt x="810" y="5"/>
                    <a:pt x="809" y="5"/>
                  </a:cubicBezTo>
                  <a:cubicBezTo>
                    <a:pt x="809" y="5"/>
                    <a:pt x="808" y="5"/>
                    <a:pt x="807" y="5"/>
                  </a:cubicBezTo>
                  <a:cubicBezTo>
                    <a:pt x="807" y="4"/>
                    <a:pt x="807" y="4"/>
                    <a:pt x="807" y="4"/>
                  </a:cubicBezTo>
                  <a:cubicBezTo>
                    <a:pt x="816" y="0"/>
                    <a:pt x="816" y="0"/>
                    <a:pt x="816" y="0"/>
                  </a:cubicBezTo>
                  <a:cubicBezTo>
                    <a:pt x="818" y="0"/>
                    <a:pt x="818" y="0"/>
                    <a:pt x="818" y="0"/>
                  </a:cubicBezTo>
                  <a:cubicBezTo>
                    <a:pt x="818" y="39"/>
                    <a:pt x="818" y="39"/>
                    <a:pt x="818" y="39"/>
                  </a:cubicBezTo>
                  <a:cubicBezTo>
                    <a:pt x="818" y="43"/>
                    <a:pt x="818" y="45"/>
                    <a:pt x="818" y="46"/>
                  </a:cubicBezTo>
                  <a:cubicBezTo>
                    <a:pt x="818" y="47"/>
                    <a:pt x="819" y="48"/>
                    <a:pt x="819" y="48"/>
                  </a:cubicBezTo>
                  <a:cubicBezTo>
                    <a:pt x="819" y="49"/>
                    <a:pt x="820" y="49"/>
                    <a:pt x="820" y="49"/>
                  </a:cubicBezTo>
                  <a:cubicBezTo>
                    <a:pt x="821" y="49"/>
                    <a:pt x="822" y="48"/>
                    <a:pt x="823" y="48"/>
                  </a:cubicBezTo>
                  <a:cubicBezTo>
                    <a:pt x="823" y="49"/>
                    <a:pt x="823" y="49"/>
                    <a:pt x="823" y="49"/>
                  </a:cubicBezTo>
                  <a:cubicBezTo>
                    <a:pt x="813" y="53"/>
                    <a:pt x="813" y="53"/>
                    <a:pt x="813" y="53"/>
                  </a:cubicBezTo>
                  <a:cubicBezTo>
                    <a:pt x="812" y="53"/>
                    <a:pt x="812" y="53"/>
                    <a:pt x="812" y="53"/>
                  </a:cubicBezTo>
                  <a:cubicBezTo>
                    <a:pt x="812" y="49"/>
                    <a:pt x="812" y="49"/>
                    <a:pt x="812" y="49"/>
                  </a:cubicBezTo>
                  <a:close/>
                  <a:moveTo>
                    <a:pt x="812" y="46"/>
                  </a:moveTo>
                  <a:cubicBezTo>
                    <a:pt x="812" y="29"/>
                    <a:pt x="812" y="29"/>
                    <a:pt x="812" y="29"/>
                  </a:cubicBezTo>
                  <a:cubicBezTo>
                    <a:pt x="812" y="27"/>
                    <a:pt x="812" y="25"/>
                    <a:pt x="811" y="24"/>
                  </a:cubicBezTo>
                  <a:cubicBezTo>
                    <a:pt x="810" y="23"/>
                    <a:pt x="809" y="22"/>
                    <a:pt x="808" y="21"/>
                  </a:cubicBezTo>
                  <a:cubicBezTo>
                    <a:pt x="807" y="20"/>
                    <a:pt x="806" y="20"/>
                    <a:pt x="805" y="20"/>
                  </a:cubicBezTo>
                  <a:cubicBezTo>
                    <a:pt x="803" y="20"/>
                    <a:pt x="801" y="21"/>
                    <a:pt x="799" y="23"/>
                  </a:cubicBezTo>
                  <a:cubicBezTo>
                    <a:pt x="797" y="25"/>
                    <a:pt x="796" y="29"/>
                    <a:pt x="796" y="34"/>
                  </a:cubicBezTo>
                  <a:cubicBezTo>
                    <a:pt x="796" y="39"/>
                    <a:pt x="797" y="43"/>
                    <a:pt x="799" y="45"/>
                  </a:cubicBezTo>
                  <a:cubicBezTo>
                    <a:pt x="801" y="48"/>
                    <a:pt x="803" y="49"/>
                    <a:pt x="806" y="49"/>
                  </a:cubicBezTo>
                  <a:cubicBezTo>
                    <a:pt x="808" y="50"/>
                    <a:pt x="810" y="49"/>
                    <a:pt x="812" y="46"/>
                  </a:cubicBezTo>
                  <a:close/>
                  <a:moveTo>
                    <a:pt x="883" y="3"/>
                  </a:moveTo>
                  <a:cubicBezTo>
                    <a:pt x="883" y="14"/>
                    <a:pt x="883" y="14"/>
                    <a:pt x="883" y="14"/>
                  </a:cubicBezTo>
                  <a:cubicBezTo>
                    <a:pt x="882" y="14"/>
                    <a:pt x="882" y="14"/>
                    <a:pt x="882" y="14"/>
                  </a:cubicBezTo>
                  <a:cubicBezTo>
                    <a:pt x="882" y="12"/>
                    <a:pt x="881" y="11"/>
                    <a:pt x="881" y="10"/>
                  </a:cubicBezTo>
                  <a:cubicBezTo>
                    <a:pt x="880" y="8"/>
                    <a:pt x="879" y="7"/>
                    <a:pt x="878" y="7"/>
                  </a:cubicBezTo>
                  <a:cubicBezTo>
                    <a:pt x="877" y="6"/>
                    <a:pt x="875" y="5"/>
                    <a:pt x="873" y="5"/>
                  </a:cubicBezTo>
                  <a:cubicBezTo>
                    <a:pt x="867" y="5"/>
                    <a:pt x="867" y="5"/>
                    <a:pt x="867" y="5"/>
                  </a:cubicBezTo>
                  <a:cubicBezTo>
                    <a:pt x="867" y="44"/>
                    <a:pt x="867" y="44"/>
                    <a:pt x="867" y="44"/>
                  </a:cubicBezTo>
                  <a:cubicBezTo>
                    <a:pt x="867" y="47"/>
                    <a:pt x="867" y="49"/>
                    <a:pt x="867" y="49"/>
                  </a:cubicBezTo>
                  <a:cubicBezTo>
                    <a:pt x="868" y="51"/>
                    <a:pt x="870" y="51"/>
                    <a:pt x="871" y="51"/>
                  </a:cubicBezTo>
                  <a:cubicBezTo>
                    <a:pt x="873" y="51"/>
                    <a:pt x="873" y="51"/>
                    <a:pt x="873" y="51"/>
                  </a:cubicBezTo>
                  <a:cubicBezTo>
                    <a:pt x="873" y="52"/>
                    <a:pt x="873" y="52"/>
                    <a:pt x="873" y="52"/>
                  </a:cubicBezTo>
                  <a:cubicBezTo>
                    <a:pt x="853" y="52"/>
                    <a:pt x="853" y="52"/>
                    <a:pt x="853" y="52"/>
                  </a:cubicBezTo>
                  <a:cubicBezTo>
                    <a:pt x="853" y="51"/>
                    <a:pt x="853" y="51"/>
                    <a:pt x="853" y="51"/>
                  </a:cubicBezTo>
                  <a:cubicBezTo>
                    <a:pt x="854" y="51"/>
                    <a:pt x="854" y="51"/>
                    <a:pt x="854" y="51"/>
                  </a:cubicBezTo>
                  <a:cubicBezTo>
                    <a:pt x="856" y="51"/>
                    <a:pt x="858" y="50"/>
                    <a:pt x="859" y="49"/>
                  </a:cubicBezTo>
                  <a:cubicBezTo>
                    <a:pt x="859" y="48"/>
                    <a:pt x="859" y="47"/>
                    <a:pt x="859" y="43"/>
                  </a:cubicBezTo>
                  <a:cubicBezTo>
                    <a:pt x="859" y="5"/>
                    <a:pt x="859" y="5"/>
                    <a:pt x="859" y="5"/>
                  </a:cubicBezTo>
                  <a:cubicBezTo>
                    <a:pt x="853" y="5"/>
                    <a:pt x="853" y="5"/>
                    <a:pt x="853" y="5"/>
                  </a:cubicBezTo>
                  <a:cubicBezTo>
                    <a:pt x="851" y="5"/>
                    <a:pt x="849" y="5"/>
                    <a:pt x="849" y="6"/>
                  </a:cubicBezTo>
                  <a:cubicBezTo>
                    <a:pt x="847" y="6"/>
                    <a:pt x="846" y="7"/>
                    <a:pt x="845" y="9"/>
                  </a:cubicBezTo>
                  <a:cubicBezTo>
                    <a:pt x="845" y="10"/>
                    <a:pt x="844" y="12"/>
                    <a:pt x="844" y="14"/>
                  </a:cubicBezTo>
                  <a:cubicBezTo>
                    <a:pt x="843" y="14"/>
                    <a:pt x="843" y="14"/>
                    <a:pt x="843" y="14"/>
                  </a:cubicBezTo>
                  <a:cubicBezTo>
                    <a:pt x="843" y="3"/>
                    <a:pt x="843" y="3"/>
                    <a:pt x="843" y="3"/>
                  </a:cubicBezTo>
                  <a:cubicBezTo>
                    <a:pt x="883" y="3"/>
                    <a:pt x="883" y="3"/>
                    <a:pt x="883" y="3"/>
                  </a:cubicBezTo>
                  <a:close/>
                  <a:moveTo>
                    <a:pt x="891" y="31"/>
                  </a:moveTo>
                  <a:cubicBezTo>
                    <a:pt x="891" y="37"/>
                    <a:pt x="893" y="40"/>
                    <a:pt x="895" y="43"/>
                  </a:cubicBezTo>
                  <a:cubicBezTo>
                    <a:pt x="897" y="46"/>
                    <a:pt x="900" y="48"/>
                    <a:pt x="903" y="48"/>
                  </a:cubicBezTo>
                  <a:cubicBezTo>
                    <a:pt x="905" y="48"/>
                    <a:pt x="907" y="47"/>
                    <a:pt x="909" y="46"/>
                  </a:cubicBezTo>
                  <a:cubicBezTo>
                    <a:pt x="911" y="45"/>
                    <a:pt x="912" y="43"/>
                    <a:pt x="913" y="39"/>
                  </a:cubicBezTo>
                  <a:cubicBezTo>
                    <a:pt x="914" y="40"/>
                    <a:pt x="914" y="40"/>
                    <a:pt x="914" y="40"/>
                  </a:cubicBezTo>
                  <a:cubicBezTo>
                    <a:pt x="914" y="43"/>
                    <a:pt x="912" y="47"/>
                    <a:pt x="910" y="49"/>
                  </a:cubicBezTo>
                  <a:cubicBezTo>
                    <a:pt x="907" y="52"/>
                    <a:pt x="904" y="53"/>
                    <a:pt x="901" y="53"/>
                  </a:cubicBezTo>
                  <a:cubicBezTo>
                    <a:pt x="897" y="53"/>
                    <a:pt x="893" y="52"/>
                    <a:pt x="891" y="49"/>
                  </a:cubicBezTo>
                  <a:cubicBezTo>
                    <a:pt x="888" y="45"/>
                    <a:pt x="887" y="41"/>
                    <a:pt x="887" y="36"/>
                  </a:cubicBezTo>
                  <a:cubicBezTo>
                    <a:pt x="887" y="30"/>
                    <a:pt x="888" y="25"/>
                    <a:pt x="891" y="22"/>
                  </a:cubicBezTo>
                  <a:cubicBezTo>
                    <a:pt x="894" y="19"/>
                    <a:pt x="897" y="17"/>
                    <a:pt x="902" y="17"/>
                  </a:cubicBezTo>
                  <a:cubicBezTo>
                    <a:pt x="905" y="17"/>
                    <a:pt x="909" y="19"/>
                    <a:pt x="911" y="21"/>
                  </a:cubicBezTo>
                  <a:cubicBezTo>
                    <a:pt x="913" y="23"/>
                    <a:pt x="915" y="27"/>
                    <a:pt x="915" y="31"/>
                  </a:cubicBezTo>
                  <a:cubicBezTo>
                    <a:pt x="891" y="31"/>
                    <a:pt x="891" y="31"/>
                    <a:pt x="891" y="31"/>
                  </a:cubicBezTo>
                  <a:close/>
                  <a:moveTo>
                    <a:pt x="891" y="29"/>
                  </a:moveTo>
                  <a:cubicBezTo>
                    <a:pt x="907" y="29"/>
                    <a:pt x="907" y="29"/>
                    <a:pt x="907" y="29"/>
                  </a:cubicBezTo>
                  <a:cubicBezTo>
                    <a:pt x="907" y="27"/>
                    <a:pt x="906" y="26"/>
                    <a:pt x="906" y="25"/>
                  </a:cubicBezTo>
                  <a:cubicBezTo>
                    <a:pt x="905" y="24"/>
                    <a:pt x="904" y="23"/>
                    <a:pt x="903" y="22"/>
                  </a:cubicBezTo>
                  <a:cubicBezTo>
                    <a:pt x="902" y="21"/>
                    <a:pt x="901" y="21"/>
                    <a:pt x="899" y="21"/>
                  </a:cubicBezTo>
                  <a:cubicBezTo>
                    <a:pt x="897" y="21"/>
                    <a:pt x="896" y="21"/>
                    <a:pt x="894" y="23"/>
                  </a:cubicBezTo>
                  <a:cubicBezTo>
                    <a:pt x="893" y="24"/>
                    <a:pt x="892" y="27"/>
                    <a:pt x="891"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55" name="Freeform 35"/>
            <p:cNvSpPr>
              <a:spLocks noEditPoints="1"/>
            </p:cNvSpPr>
            <p:nvPr/>
          </p:nvSpPr>
          <p:spPr bwMode="auto">
            <a:xfrm>
              <a:off x="10679175" y="4943779"/>
              <a:ext cx="873125" cy="103188"/>
            </a:xfrm>
            <a:custGeom>
              <a:avLst/>
              <a:gdLst>
                <a:gd name="T0" fmla="*/ 23 w 586"/>
                <a:gd name="T1" fmla="*/ 21 h 69"/>
                <a:gd name="T2" fmla="*/ 8 w 586"/>
                <a:gd name="T3" fmla="*/ 24 h 69"/>
                <a:gd name="T4" fmla="*/ 45 w 586"/>
                <a:gd name="T5" fmla="*/ 26 h 69"/>
                <a:gd name="T6" fmla="*/ 66 w 586"/>
                <a:gd name="T7" fmla="*/ 52 h 69"/>
                <a:gd name="T8" fmla="*/ 58 w 586"/>
                <a:gd name="T9" fmla="*/ 46 h 69"/>
                <a:gd name="T10" fmla="*/ 46 w 586"/>
                <a:gd name="T11" fmla="*/ 50 h 69"/>
                <a:gd name="T12" fmla="*/ 40 w 586"/>
                <a:gd name="T13" fmla="*/ 46 h 69"/>
                <a:gd name="T14" fmla="*/ 45 w 586"/>
                <a:gd name="T15" fmla="*/ 1 h 69"/>
                <a:gd name="T16" fmla="*/ 106 w 586"/>
                <a:gd name="T17" fmla="*/ 52 h 69"/>
                <a:gd name="T18" fmla="*/ 98 w 586"/>
                <a:gd name="T19" fmla="*/ 46 h 69"/>
                <a:gd name="T20" fmla="*/ 90 w 586"/>
                <a:gd name="T21" fmla="*/ 52 h 69"/>
                <a:gd name="T22" fmla="*/ 78 w 586"/>
                <a:gd name="T23" fmla="*/ 25 h 69"/>
                <a:gd name="T24" fmla="*/ 132 w 586"/>
                <a:gd name="T25" fmla="*/ 19 h 69"/>
                <a:gd name="T26" fmla="*/ 118 w 586"/>
                <a:gd name="T27" fmla="*/ 28 h 69"/>
                <a:gd name="T28" fmla="*/ 133 w 586"/>
                <a:gd name="T29" fmla="*/ 52 h 69"/>
                <a:gd name="T30" fmla="*/ 169 w 586"/>
                <a:gd name="T31" fmla="*/ 52 h 69"/>
                <a:gd name="T32" fmla="*/ 161 w 586"/>
                <a:gd name="T33" fmla="*/ 15 h 69"/>
                <a:gd name="T34" fmla="*/ 167 w 586"/>
                <a:gd name="T35" fmla="*/ 1 h 69"/>
                <a:gd name="T36" fmla="*/ 181 w 586"/>
                <a:gd name="T37" fmla="*/ 38 h 69"/>
                <a:gd name="T38" fmla="*/ 189 w 586"/>
                <a:gd name="T39" fmla="*/ 47 h 69"/>
                <a:gd name="T40" fmla="*/ 222 w 586"/>
                <a:gd name="T41" fmla="*/ 31 h 69"/>
                <a:gd name="T42" fmla="*/ 252 w 586"/>
                <a:gd name="T43" fmla="*/ 24 h 69"/>
                <a:gd name="T44" fmla="*/ 228 w 586"/>
                <a:gd name="T45" fmla="*/ 44 h 69"/>
                <a:gd name="T46" fmla="*/ 249 w 586"/>
                <a:gd name="T47" fmla="*/ 64 h 69"/>
                <a:gd name="T48" fmla="*/ 223 w 586"/>
                <a:gd name="T49" fmla="*/ 48 h 69"/>
                <a:gd name="T50" fmla="*/ 240 w 586"/>
                <a:gd name="T51" fmla="*/ 39 h 69"/>
                <a:gd name="T52" fmla="*/ 238 w 586"/>
                <a:gd name="T53" fmla="*/ 66 h 69"/>
                <a:gd name="T54" fmla="*/ 274 w 586"/>
                <a:gd name="T55" fmla="*/ 21 h 69"/>
                <a:gd name="T56" fmla="*/ 286 w 586"/>
                <a:gd name="T57" fmla="*/ 21 h 69"/>
                <a:gd name="T58" fmla="*/ 290 w 586"/>
                <a:gd name="T59" fmla="*/ 25 h 69"/>
                <a:gd name="T60" fmla="*/ 267 w 586"/>
                <a:gd name="T61" fmla="*/ 62 h 69"/>
                <a:gd name="T62" fmla="*/ 258 w 586"/>
                <a:gd name="T63" fmla="*/ 20 h 69"/>
                <a:gd name="T64" fmla="*/ 319 w 586"/>
                <a:gd name="T65" fmla="*/ 49 h 69"/>
                <a:gd name="T66" fmla="*/ 322 w 586"/>
                <a:gd name="T67" fmla="*/ 34 h 69"/>
                <a:gd name="T68" fmla="*/ 368 w 586"/>
                <a:gd name="T69" fmla="*/ 45 h 69"/>
                <a:gd name="T70" fmla="*/ 360 w 586"/>
                <a:gd name="T71" fmla="*/ 52 h 69"/>
                <a:gd name="T72" fmla="*/ 364 w 586"/>
                <a:gd name="T73" fmla="*/ 8 h 69"/>
                <a:gd name="T74" fmla="*/ 378 w 586"/>
                <a:gd name="T75" fmla="*/ 6 h 69"/>
                <a:gd name="T76" fmla="*/ 377 w 586"/>
                <a:gd name="T77" fmla="*/ 22 h 69"/>
                <a:gd name="T78" fmla="*/ 408 w 586"/>
                <a:gd name="T79" fmla="*/ 16 h 69"/>
                <a:gd name="T80" fmla="*/ 433 w 586"/>
                <a:gd name="T81" fmla="*/ 52 h 69"/>
                <a:gd name="T82" fmla="*/ 435 w 586"/>
                <a:gd name="T83" fmla="*/ 6 h 69"/>
                <a:gd name="T84" fmla="*/ 476 w 586"/>
                <a:gd name="T85" fmla="*/ 20 h 69"/>
                <a:gd name="T86" fmla="*/ 468 w 586"/>
                <a:gd name="T87" fmla="*/ 54 h 69"/>
                <a:gd name="T88" fmla="*/ 472 w 586"/>
                <a:gd name="T89" fmla="*/ 24 h 69"/>
                <a:gd name="T90" fmla="*/ 466 w 586"/>
                <a:gd name="T91" fmla="*/ 54 h 69"/>
                <a:gd name="T92" fmla="*/ 454 w 586"/>
                <a:gd name="T93" fmla="*/ 6 h 69"/>
                <a:gd name="T94" fmla="*/ 502 w 586"/>
                <a:gd name="T95" fmla="*/ 5 h 69"/>
                <a:gd name="T96" fmla="*/ 502 w 586"/>
                <a:gd name="T97" fmla="*/ 46 h 69"/>
                <a:gd name="T98" fmla="*/ 495 w 586"/>
                <a:gd name="T99" fmla="*/ 50 h 69"/>
                <a:gd name="T100" fmla="*/ 500 w 586"/>
                <a:gd name="T101" fmla="*/ 19 h 69"/>
                <a:gd name="T102" fmla="*/ 544 w 586"/>
                <a:gd name="T103" fmla="*/ 50 h 69"/>
                <a:gd name="T104" fmla="*/ 538 w 586"/>
                <a:gd name="T105" fmla="*/ 49 h 69"/>
                <a:gd name="T106" fmla="*/ 526 w 586"/>
                <a:gd name="T107" fmla="*/ 52 h 69"/>
                <a:gd name="T108" fmla="*/ 518 w 586"/>
                <a:gd name="T109" fmla="*/ 33 h 69"/>
                <a:gd name="T110" fmla="*/ 524 w 586"/>
                <a:gd name="T111" fmla="*/ 26 h 69"/>
                <a:gd name="T112" fmla="*/ 574 w 586"/>
                <a:gd name="T113" fmla="*/ 31 h 69"/>
                <a:gd name="T114" fmla="*/ 560 w 586"/>
                <a:gd name="T115" fmla="*/ 30 h 69"/>
                <a:gd name="T116" fmla="*/ 580 w 586"/>
                <a:gd name="T117" fmla="*/ 41 h 69"/>
                <a:gd name="T118" fmla="*/ 575 w 586"/>
                <a:gd name="T119" fmla="*/ 52 h 69"/>
                <a:gd name="T120" fmla="*/ 566 w 586"/>
                <a:gd name="T121" fmla="*/ 5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86" h="69">
                  <a:moveTo>
                    <a:pt x="27" y="41"/>
                  </a:moveTo>
                  <a:cubicBezTo>
                    <a:pt x="26" y="45"/>
                    <a:pt x="24" y="49"/>
                    <a:pt x="22" y="51"/>
                  </a:cubicBezTo>
                  <a:cubicBezTo>
                    <a:pt x="19" y="54"/>
                    <a:pt x="16" y="55"/>
                    <a:pt x="13" y="55"/>
                  </a:cubicBezTo>
                  <a:cubicBezTo>
                    <a:pt x="10" y="55"/>
                    <a:pt x="6" y="53"/>
                    <a:pt x="4" y="50"/>
                  </a:cubicBezTo>
                  <a:cubicBezTo>
                    <a:pt x="1" y="47"/>
                    <a:pt x="0" y="42"/>
                    <a:pt x="0" y="37"/>
                  </a:cubicBezTo>
                  <a:cubicBezTo>
                    <a:pt x="0" y="32"/>
                    <a:pt x="1" y="27"/>
                    <a:pt x="4" y="24"/>
                  </a:cubicBezTo>
                  <a:cubicBezTo>
                    <a:pt x="7" y="20"/>
                    <a:pt x="11" y="18"/>
                    <a:pt x="15" y="18"/>
                  </a:cubicBezTo>
                  <a:cubicBezTo>
                    <a:pt x="18" y="18"/>
                    <a:pt x="21" y="19"/>
                    <a:pt x="23" y="21"/>
                  </a:cubicBezTo>
                  <a:cubicBezTo>
                    <a:pt x="25" y="23"/>
                    <a:pt x="26" y="25"/>
                    <a:pt x="26" y="27"/>
                  </a:cubicBezTo>
                  <a:cubicBezTo>
                    <a:pt x="26" y="28"/>
                    <a:pt x="26" y="28"/>
                    <a:pt x="26" y="29"/>
                  </a:cubicBezTo>
                  <a:cubicBezTo>
                    <a:pt x="25" y="30"/>
                    <a:pt x="24" y="30"/>
                    <a:pt x="23" y="30"/>
                  </a:cubicBezTo>
                  <a:cubicBezTo>
                    <a:pt x="22" y="30"/>
                    <a:pt x="21" y="30"/>
                    <a:pt x="20" y="28"/>
                  </a:cubicBezTo>
                  <a:cubicBezTo>
                    <a:pt x="20" y="28"/>
                    <a:pt x="19" y="27"/>
                    <a:pt x="19" y="26"/>
                  </a:cubicBezTo>
                  <a:cubicBezTo>
                    <a:pt x="19" y="24"/>
                    <a:pt x="18" y="23"/>
                    <a:pt x="18" y="22"/>
                  </a:cubicBezTo>
                  <a:cubicBezTo>
                    <a:pt x="17" y="22"/>
                    <a:pt x="16" y="21"/>
                    <a:pt x="14" y="21"/>
                  </a:cubicBezTo>
                  <a:cubicBezTo>
                    <a:pt x="12" y="21"/>
                    <a:pt x="10" y="22"/>
                    <a:pt x="8" y="24"/>
                  </a:cubicBezTo>
                  <a:cubicBezTo>
                    <a:pt x="6" y="26"/>
                    <a:pt x="6" y="30"/>
                    <a:pt x="6" y="34"/>
                  </a:cubicBezTo>
                  <a:cubicBezTo>
                    <a:pt x="6" y="38"/>
                    <a:pt x="6" y="41"/>
                    <a:pt x="8" y="44"/>
                  </a:cubicBezTo>
                  <a:cubicBezTo>
                    <a:pt x="10" y="48"/>
                    <a:pt x="13" y="49"/>
                    <a:pt x="16" y="49"/>
                  </a:cubicBezTo>
                  <a:cubicBezTo>
                    <a:pt x="18" y="49"/>
                    <a:pt x="20" y="48"/>
                    <a:pt x="22" y="47"/>
                  </a:cubicBezTo>
                  <a:cubicBezTo>
                    <a:pt x="24" y="46"/>
                    <a:pt x="25" y="44"/>
                    <a:pt x="27" y="41"/>
                  </a:cubicBezTo>
                  <a:cubicBezTo>
                    <a:pt x="27" y="41"/>
                    <a:pt x="27" y="41"/>
                    <a:pt x="27" y="41"/>
                  </a:cubicBezTo>
                  <a:close/>
                  <a:moveTo>
                    <a:pt x="45" y="1"/>
                  </a:moveTo>
                  <a:cubicBezTo>
                    <a:pt x="45" y="26"/>
                    <a:pt x="45" y="26"/>
                    <a:pt x="45" y="26"/>
                  </a:cubicBezTo>
                  <a:cubicBezTo>
                    <a:pt x="48" y="22"/>
                    <a:pt x="50" y="21"/>
                    <a:pt x="51" y="20"/>
                  </a:cubicBezTo>
                  <a:cubicBezTo>
                    <a:pt x="53" y="19"/>
                    <a:pt x="54" y="18"/>
                    <a:pt x="56" y="18"/>
                  </a:cubicBezTo>
                  <a:cubicBezTo>
                    <a:pt x="58" y="18"/>
                    <a:pt x="60" y="19"/>
                    <a:pt x="61" y="20"/>
                  </a:cubicBezTo>
                  <a:cubicBezTo>
                    <a:pt x="62" y="21"/>
                    <a:pt x="63" y="23"/>
                    <a:pt x="64" y="25"/>
                  </a:cubicBezTo>
                  <a:cubicBezTo>
                    <a:pt x="64" y="27"/>
                    <a:pt x="64" y="30"/>
                    <a:pt x="64" y="34"/>
                  </a:cubicBezTo>
                  <a:cubicBezTo>
                    <a:pt x="64" y="46"/>
                    <a:pt x="64" y="46"/>
                    <a:pt x="64" y="46"/>
                  </a:cubicBezTo>
                  <a:cubicBezTo>
                    <a:pt x="64" y="48"/>
                    <a:pt x="64" y="50"/>
                    <a:pt x="65" y="50"/>
                  </a:cubicBezTo>
                  <a:cubicBezTo>
                    <a:pt x="65" y="51"/>
                    <a:pt x="66" y="52"/>
                    <a:pt x="66" y="52"/>
                  </a:cubicBezTo>
                  <a:cubicBezTo>
                    <a:pt x="66" y="52"/>
                    <a:pt x="68" y="52"/>
                    <a:pt x="69" y="52"/>
                  </a:cubicBezTo>
                  <a:cubicBezTo>
                    <a:pt x="69" y="54"/>
                    <a:pt x="69" y="54"/>
                    <a:pt x="69" y="54"/>
                  </a:cubicBezTo>
                  <a:cubicBezTo>
                    <a:pt x="53" y="54"/>
                    <a:pt x="53" y="54"/>
                    <a:pt x="53" y="54"/>
                  </a:cubicBezTo>
                  <a:cubicBezTo>
                    <a:pt x="53" y="52"/>
                    <a:pt x="53" y="52"/>
                    <a:pt x="53" y="52"/>
                  </a:cubicBezTo>
                  <a:cubicBezTo>
                    <a:pt x="54" y="52"/>
                    <a:pt x="54" y="52"/>
                    <a:pt x="54" y="52"/>
                  </a:cubicBezTo>
                  <a:cubicBezTo>
                    <a:pt x="56" y="52"/>
                    <a:pt x="56" y="52"/>
                    <a:pt x="57" y="52"/>
                  </a:cubicBezTo>
                  <a:cubicBezTo>
                    <a:pt x="58" y="51"/>
                    <a:pt x="58" y="50"/>
                    <a:pt x="58" y="50"/>
                  </a:cubicBezTo>
                  <a:cubicBezTo>
                    <a:pt x="58" y="49"/>
                    <a:pt x="58" y="48"/>
                    <a:pt x="58" y="46"/>
                  </a:cubicBezTo>
                  <a:cubicBezTo>
                    <a:pt x="58" y="34"/>
                    <a:pt x="58" y="34"/>
                    <a:pt x="58" y="34"/>
                  </a:cubicBezTo>
                  <a:cubicBezTo>
                    <a:pt x="58" y="30"/>
                    <a:pt x="58" y="28"/>
                    <a:pt x="58" y="27"/>
                  </a:cubicBezTo>
                  <a:cubicBezTo>
                    <a:pt x="58" y="26"/>
                    <a:pt x="57" y="25"/>
                    <a:pt x="56" y="24"/>
                  </a:cubicBezTo>
                  <a:cubicBezTo>
                    <a:pt x="56" y="24"/>
                    <a:pt x="55" y="23"/>
                    <a:pt x="54" y="23"/>
                  </a:cubicBezTo>
                  <a:cubicBezTo>
                    <a:pt x="52" y="23"/>
                    <a:pt x="51" y="24"/>
                    <a:pt x="50" y="24"/>
                  </a:cubicBezTo>
                  <a:cubicBezTo>
                    <a:pt x="49" y="25"/>
                    <a:pt x="47" y="26"/>
                    <a:pt x="46" y="28"/>
                  </a:cubicBezTo>
                  <a:cubicBezTo>
                    <a:pt x="46" y="46"/>
                    <a:pt x="46" y="46"/>
                    <a:pt x="46" y="46"/>
                  </a:cubicBezTo>
                  <a:cubicBezTo>
                    <a:pt x="46" y="48"/>
                    <a:pt x="46" y="50"/>
                    <a:pt x="46" y="50"/>
                  </a:cubicBezTo>
                  <a:cubicBezTo>
                    <a:pt x="46" y="51"/>
                    <a:pt x="47" y="52"/>
                    <a:pt x="47" y="52"/>
                  </a:cubicBezTo>
                  <a:cubicBezTo>
                    <a:pt x="48" y="52"/>
                    <a:pt x="49" y="52"/>
                    <a:pt x="51" y="52"/>
                  </a:cubicBezTo>
                  <a:cubicBezTo>
                    <a:pt x="51" y="54"/>
                    <a:pt x="51" y="54"/>
                    <a:pt x="51" y="54"/>
                  </a:cubicBezTo>
                  <a:cubicBezTo>
                    <a:pt x="34" y="54"/>
                    <a:pt x="34" y="54"/>
                    <a:pt x="34" y="54"/>
                  </a:cubicBezTo>
                  <a:cubicBezTo>
                    <a:pt x="34" y="52"/>
                    <a:pt x="34" y="52"/>
                    <a:pt x="34" y="52"/>
                  </a:cubicBezTo>
                  <a:cubicBezTo>
                    <a:pt x="36" y="52"/>
                    <a:pt x="37" y="52"/>
                    <a:pt x="38" y="52"/>
                  </a:cubicBezTo>
                  <a:cubicBezTo>
                    <a:pt x="38" y="51"/>
                    <a:pt x="39" y="51"/>
                    <a:pt x="39" y="50"/>
                  </a:cubicBezTo>
                  <a:cubicBezTo>
                    <a:pt x="40" y="49"/>
                    <a:pt x="40" y="48"/>
                    <a:pt x="40" y="46"/>
                  </a:cubicBezTo>
                  <a:cubicBezTo>
                    <a:pt x="40" y="15"/>
                    <a:pt x="40" y="15"/>
                    <a:pt x="40" y="15"/>
                  </a:cubicBezTo>
                  <a:cubicBezTo>
                    <a:pt x="40" y="11"/>
                    <a:pt x="40" y="8"/>
                    <a:pt x="39" y="8"/>
                  </a:cubicBezTo>
                  <a:cubicBezTo>
                    <a:pt x="39" y="7"/>
                    <a:pt x="39" y="6"/>
                    <a:pt x="38" y="6"/>
                  </a:cubicBezTo>
                  <a:cubicBezTo>
                    <a:pt x="38" y="5"/>
                    <a:pt x="38" y="5"/>
                    <a:pt x="37" y="5"/>
                  </a:cubicBezTo>
                  <a:cubicBezTo>
                    <a:pt x="36" y="5"/>
                    <a:pt x="36" y="5"/>
                    <a:pt x="34" y="6"/>
                  </a:cubicBezTo>
                  <a:cubicBezTo>
                    <a:pt x="34" y="4"/>
                    <a:pt x="34" y="4"/>
                    <a:pt x="34" y="4"/>
                  </a:cubicBezTo>
                  <a:cubicBezTo>
                    <a:pt x="44" y="0"/>
                    <a:pt x="44" y="0"/>
                    <a:pt x="44" y="0"/>
                  </a:cubicBezTo>
                  <a:cubicBezTo>
                    <a:pt x="45" y="1"/>
                    <a:pt x="45" y="1"/>
                    <a:pt x="45" y="1"/>
                  </a:cubicBezTo>
                  <a:close/>
                  <a:moveTo>
                    <a:pt x="85" y="26"/>
                  </a:moveTo>
                  <a:cubicBezTo>
                    <a:pt x="89" y="21"/>
                    <a:pt x="92" y="19"/>
                    <a:pt x="96" y="19"/>
                  </a:cubicBezTo>
                  <a:cubicBezTo>
                    <a:pt x="97" y="19"/>
                    <a:pt x="99" y="19"/>
                    <a:pt x="100" y="20"/>
                  </a:cubicBezTo>
                  <a:cubicBezTo>
                    <a:pt x="102" y="21"/>
                    <a:pt x="103" y="22"/>
                    <a:pt x="104" y="24"/>
                  </a:cubicBezTo>
                  <a:cubicBezTo>
                    <a:pt x="104" y="26"/>
                    <a:pt x="104" y="28"/>
                    <a:pt x="104" y="31"/>
                  </a:cubicBezTo>
                  <a:cubicBezTo>
                    <a:pt x="104" y="46"/>
                    <a:pt x="104" y="46"/>
                    <a:pt x="104" y="46"/>
                  </a:cubicBezTo>
                  <a:cubicBezTo>
                    <a:pt x="104" y="48"/>
                    <a:pt x="104" y="49"/>
                    <a:pt x="105" y="50"/>
                  </a:cubicBezTo>
                  <a:cubicBezTo>
                    <a:pt x="105" y="51"/>
                    <a:pt x="106" y="51"/>
                    <a:pt x="106" y="52"/>
                  </a:cubicBezTo>
                  <a:cubicBezTo>
                    <a:pt x="106" y="52"/>
                    <a:pt x="108" y="52"/>
                    <a:pt x="109" y="52"/>
                  </a:cubicBezTo>
                  <a:cubicBezTo>
                    <a:pt x="109" y="53"/>
                    <a:pt x="109" y="53"/>
                    <a:pt x="109" y="53"/>
                  </a:cubicBezTo>
                  <a:cubicBezTo>
                    <a:pt x="93" y="53"/>
                    <a:pt x="93" y="53"/>
                    <a:pt x="93" y="53"/>
                  </a:cubicBezTo>
                  <a:cubicBezTo>
                    <a:pt x="93" y="52"/>
                    <a:pt x="93" y="52"/>
                    <a:pt x="93" y="52"/>
                  </a:cubicBezTo>
                  <a:cubicBezTo>
                    <a:pt x="94" y="52"/>
                    <a:pt x="94" y="52"/>
                    <a:pt x="94" y="52"/>
                  </a:cubicBezTo>
                  <a:cubicBezTo>
                    <a:pt x="96" y="52"/>
                    <a:pt x="96" y="52"/>
                    <a:pt x="97" y="51"/>
                  </a:cubicBezTo>
                  <a:cubicBezTo>
                    <a:pt x="98" y="51"/>
                    <a:pt x="98" y="50"/>
                    <a:pt x="98" y="49"/>
                  </a:cubicBezTo>
                  <a:cubicBezTo>
                    <a:pt x="98" y="49"/>
                    <a:pt x="98" y="48"/>
                    <a:pt x="98" y="46"/>
                  </a:cubicBezTo>
                  <a:cubicBezTo>
                    <a:pt x="98" y="32"/>
                    <a:pt x="98" y="32"/>
                    <a:pt x="98" y="32"/>
                  </a:cubicBezTo>
                  <a:cubicBezTo>
                    <a:pt x="98" y="28"/>
                    <a:pt x="98" y="26"/>
                    <a:pt x="97" y="25"/>
                  </a:cubicBezTo>
                  <a:cubicBezTo>
                    <a:pt x="96" y="24"/>
                    <a:pt x="95" y="23"/>
                    <a:pt x="93" y="23"/>
                  </a:cubicBezTo>
                  <a:cubicBezTo>
                    <a:pt x="90" y="23"/>
                    <a:pt x="88" y="24"/>
                    <a:pt x="85" y="28"/>
                  </a:cubicBezTo>
                  <a:cubicBezTo>
                    <a:pt x="85" y="46"/>
                    <a:pt x="85" y="46"/>
                    <a:pt x="85" y="46"/>
                  </a:cubicBezTo>
                  <a:cubicBezTo>
                    <a:pt x="85" y="48"/>
                    <a:pt x="85" y="49"/>
                    <a:pt x="85" y="50"/>
                  </a:cubicBezTo>
                  <a:cubicBezTo>
                    <a:pt x="86" y="51"/>
                    <a:pt x="86" y="51"/>
                    <a:pt x="86" y="52"/>
                  </a:cubicBezTo>
                  <a:cubicBezTo>
                    <a:pt x="87" y="52"/>
                    <a:pt x="88" y="52"/>
                    <a:pt x="90" y="52"/>
                  </a:cubicBezTo>
                  <a:cubicBezTo>
                    <a:pt x="90" y="53"/>
                    <a:pt x="90" y="53"/>
                    <a:pt x="90" y="53"/>
                  </a:cubicBezTo>
                  <a:cubicBezTo>
                    <a:pt x="74" y="53"/>
                    <a:pt x="74" y="53"/>
                    <a:pt x="74" y="53"/>
                  </a:cubicBezTo>
                  <a:cubicBezTo>
                    <a:pt x="74" y="52"/>
                    <a:pt x="74" y="52"/>
                    <a:pt x="74" y="52"/>
                  </a:cubicBezTo>
                  <a:cubicBezTo>
                    <a:pt x="75" y="52"/>
                    <a:pt x="75" y="52"/>
                    <a:pt x="75" y="52"/>
                  </a:cubicBezTo>
                  <a:cubicBezTo>
                    <a:pt x="76" y="52"/>
                    <a:pt x="78" y="52"/>
                    <a:pt x="78" y="51"/>
                  </a:cubicBezTo>
                  <a:cubicBezTo>
                    <a:pt x="78" y="50"/>
                    <a:pt x="79" y="48"/>
                    <a:pt x="79" y="46"/>
                  </a:cubicBezTo>
                  <a:cubicBezTo>
                    <a:pt x="79" y="33"/>
                    <a:pt x="79" y="33"/>
                    <a:pt x="79" y="33"/>
                  </a:cubicBezTo>
                  <a:cubicBezTo>
                    <a:pt x="79" y="29"/>
                    <a:pt x="79" y="26"/>
                    <a:pt x="78" y="25"/>
                  </a:cubicBezTo>
                  <a:cubicBezTo>
                    <a:pt x="78" y="24"/>
                    <a:pt x="78" y="24"/>
                    <a:pt x="78" y="23"/>
                  </a:cubicBezTo>
                  <a:cubicBezTo>
                    <a:pt x="77" y="23"/>
                    <a:pt x="77" y="23"/>
                    <a:pt x="76" y="23"/>
                  </a:cubicBezTo>
                  <a:cubicBezTo>
                    <a:pt x="75" y="23"/>
                    <a:pt x="74" y="23"/>
                    <a:pt x="74" y="23"/>
                  </a:cubicBezTo>
                  <a:cubicBezTo>
                    <a:pt x="73" y="22"/>
                    <a:pt x="73" y="22"/>
                    <a:pt x="73" y="22"/>
                  </a:cubicBezTo>
                  <a:cubicBezTo>
                    <a:pt x="83" y="18"/>
                    <a:pt x="83" y="18"/>
                    <a:pt x="83" y="18"/>
                  </a:cubicBezTo>
                  <a:cubicBezTo>
                    <a:pt x="85" y="18"/>
                    <a:pt x="85" y="18"/>
                    <a:pt x="85" y="18"/>
                  </a:cubicBezTo>
                  <a:cubicBezTo>
                    <a:pt x="85" y="26"/>
                    <a:pt x="85" y="26"/>
                    <a:pt x="85" y="26"/>
                  </a:cubicBezTo>
                  <a:close/>
                  <a:moveTo>
                    <a:pt x="132" y="19"/>
                  </a:moveTo>
                  <a:cubicBezTo>
                    <a:pt x="136" y="19"/>
                    <a:pt x="140" y="21"/>
                    <a:pt x="144" y="25"/>
                  </a:cubicBezTo>
                  <a:cubicBezTo>
                    <a:pt x="146" y="28"/>
                    <a:pt x="148" y="32"/>
                    <a:pt x="148" y="36"/>
                  </a:cubicBezTo>
                  <a:cubicBezTo>
                    <a:pt x="148" y="40"/>
                    <a:pt x="147" y="42"/>
                    <a:pt x="146" y="46"/>
                  </a:cubicBezTo>
                  <a:cubicBezTo>
                    <a:pt x="144" y="49"/>
                    <a:pt x="142" y="51"/>
                    <a:pt x="140" y="53"/>
                  </a:cubicBezTo>
                  <a:cubicBezTo>
                    <a:pt x="137" y="54"/>
                    <a:pt x="134" y="55"/>
                    <a:pt x="131" y="55"/>
                  </a:cubicBezTo>
                  <a:cubicBezTo>
                    <a:pt x="126" y="55"/>
                    <a:pt x="122" y="53"/>
                    <a:pt x="120" y="49"/>
                  </a:cubicBezTo>
                  <a:cubicBezTo>
                    <a:pt x="117" y="46"/>
                    <a:pt x="116" y="42"/>
                    <a:pt x="116" y="38"/>
                  </a:cubicBezTo>
                  <a:cubicBezTo>
                    <a:pt x="116" y="34"/>
                    <a:pt x="117" y="31"/>
                    <a:pt x="118" y="28"/>
                  </a:cubicBezTo>
                  <a:cubicBezTo>
                    <a:pt x="120" y="26"/>
                    <a:pt x="122" y="23"/>
                    <a:pt x="124" y="22"/>
                  </a:cubicBezTo>
                  <a:cubicBezTo>
                    <a:pt x="126" y="20"/>
                    <a:pt x="129" y="19"/>
                    <a:pt x="132" y="19"/>
                  </a:cubicBezTo>
                  <a:close/>
                  <a:moveTo>
                    <a:pt x="130" y="21"/>
                  </a:moveTo>
                  <a:cubicBezTo>
                    <a:pt x="129" y="21"/>
                    <a:pt x="128" y="22"/>
                    <a:pt x="127" y="22"/>
                  </a:cubicBezTo>
                  <a:cubicBezTo>
                    <a:pt x="126" y="23"/>
                    <a:pt x="124" y="24"/>
                    <a:pt x="124" y="26"/>
                  </a:cubicBezTo>
                  <a:cubicBezTo>
                    <a:pt x="123" y="28"/>
                    <a:pt x="122" y="31"/>
                    <a:pt x="122" y="34"/>
                  </a:cubicBezTo>
                  <a:cubicBezTo>
                    <a:pt x="122" y="39"/>
                    <a:pt x="123" y="43"/>
                    <a:pt x="125" y="47"/>
                  </a:cubicBezTo>
                  <a:cubicBezTo>
                    <a:pt x="127" y="50"/>
                    <a:pt x="130" y="52"/>
                    <a:pt x="133" y="52"/>
                  </a:cubicBezTo>
                  <a:cubicBezTo>
                    <a:pt x="135" y="52"/>
                    <a:pt x="137" y="51"/>
                    <a:pt x="138" y="49"/>
                  </a:cubicBezTo>
                  <a:cubicBezTo>
                    <a:pt x="140" y="47"/>
                    <a:pt x="141" y="44"/>
                    <a:pt x="141" y="39"/>
                  </a:cubicBezTo>
                  <a:cubicBezTo>
                    <a:pt x="141" y="33"/>
                    <a:pt x="140" y="28"/>
                    <a:pt x="137" y="25"/>
                  </a:cubicBezTo>
                  <a:cubicBezTo>
                    <a:pt x="135" y="22"/>
                    <a:pt x="133" y="21"/>
                    <a:pt x="130" y="21"/>
                  </a:cubicBezTo>
                  <a:close/>
                  <a:moveTo>
                    <a:pt x="167" y="1"/>
                  </a:moveTo>
                  <a:cubicBezTo>
                    <a:pt x="167" y="46"/>
                    <a:pt x="167" y="46"/>
                    <a:pt x="167" y="46"/>
                  </a:cubicBezTo>
                  <a:cubicBezTo>
                    <a:pt x="167" y="48"/>
                    <a:pt x="167" y="50"/>
                    <a:pt x="168" y="50"/>
                  </a:cubicBezTo>
                  <a:cubicBezTo>
                    <a:pt x="168" y="51"/>
                    <a:pt x="168" y="52"/>
                    <a:pt x="169" y="52"/>
                  </a:cubicBezTo>
                  <a:cubicBezTo>
                    <a:pt x="170" y="52"/>
                    <a:pt x="170" y="52"/>
                    <a:pt x="172" y="52"/>
                  </a:cubicBezTo>
                  <a:cubicBezTo>
                    <a:pt x="172" y="54"/>
                    <a:pt x="172" y="54"/>
                    <a:pt x="172" y="54"/>
                  </a:cubicBezTo>
                  <a:cubicBezTo>
                    <a:pt x="156" y="54"/>
                    <a:pt x="156" y="54"/>
                    <a:pt x="156" y="54"/>
                  </a:cubicBezTo>
                  <a:cubicBezTo>
                    <a:pt x="156" y="52"/>
                    <a:pt x="156" y="52"/>
                    <a:pt x="156" y="52"/>
                  </a:cubicBezTo>
                  <a:cubicBezTo>
                    <a:pt x="158" y="52"/>
                    <a:pt x="159" y="52"/>
                    <a:pt x="160" y="52"/>
                  </a:cubicBezTo>
                  <a:cubicBezTo>
                    <a:pt x="160" y="52"/>
                    <a:pt x="160" y="51"/>
                    <a:pt x="161" y="50"/>
                  </a:cubicBezTo>
                  <a:cubicBezTo>
                    <a:pt x="161" y="50"/>
                    <a:pt x="161" y="48"/>
                    <a:pt x="161" y="46"/>
                  </a:cubicBezTo>
                  <a:cubicBezTo>
                    <a:pt x="161" y="15"/>
                    <a:pt x="161" y="15"/>
                    <a:pt x="161" y="15"/>
                  </a:cubicBezTo>
                  <a:cubicBezTo>
                    <a:pt x="161" y="11"/>
                    <a:pt x="161" y="9"/>
                    <a:pt x="161" y="8"/>
                  </a:cubicBezTo>
                  <a:cubicBezTo>
                    <a:pt x="161" y="7"/>
                    <a:pt x="160" y="6"/>
                    <a:pt x="160" y="6"/>
                  </a:cubicBezTo>
                  <a:cubicBezTo>
                    <a:pt x="160" y="6"/>
                    <a:pt x="159" y="6"/>
                    <a:pt x="158" y="6"/>
                  </a:cubicBezTo>
                  <a:cubicBezTo>
                    <a:pt x="158" y="6"/>
                    <a:pt x="157" y="6"/>
                    <a:pt x="156" y="6"/>
                  </a:cubicBezTo>
                  <a:cubicBezTo>
                    <a:pt x="155" y="5"/>
                    <a:pt x="155" y="5"/>
                    <a:pt x="155" y="5"/>
                  </a:cubicBezTo>
                  <a:cubicBezTo>
                    <a:pt x="165" y="1"/>
                    <a:pt x="165" y="1"/>
                    <a:pt x="165" y="1"/>
                  </a:cubicBezTo>
                  <a:cubicBezTo>
                    <a:pt x="167" y="1"/>
                    <a:pt x="167" y="1"/>
                    <a:pt x="167" y="1"/>
                  </a:cubicBezTo>
                  <a:cubicBezTo>
                    <a:pt x="167" y="1"/>
                    <a:pt x="167" y="1"/>
                    <a:pt x="167" y="1"/>
                  </a:cubicBezTo>
                  <a:close/>
                  <a:moveTo>
                    <a:pt x="196" y="19"/>
                  </a:moveTo>
                  <a:cubicBezTo>
                    <a:pt x="201" y="19"/>
                    <a:pt x="205" y="21"/>
                    <a:pt x="208" y="25"/>
                  </a:cubicBezTo>
                  <a:cubicBezTo>
                    <a:pt x="210" y="28"/>
                    <a:pt x="212" y="32"/>
                    <a:pt x="212" y="36"/>
                  </a:cubicBezTo>
                  <a:cubicBezTo>
                    <a:pt x="212" y="40"/>
                    <a:pt x="211" y="42"/>
                    <a:pt x="210" y="46"/>
                  </a:cubicBezTo>
                  <a:cubicBezTo>
                    <a:pt x="209" y="49"/>
                    <a:pt x="207" y="51"/>
                    <a:pt x="204" y="53"/>
                  </a:cubicBezTo>
                  <a:cubicBezTo>
                    <a:pt x="202" y="54"/>
                    <a:pt x="199" y="55"/>
                    <a:pt x="196" y="55"/>
                  </a:cubicBezTo>
                  <a:cubicBezTo>
                    <a:pt x="191" y="55"/>
                    <a:pt x="187" y="53"/>
                    <a:pt x="184" y="49"/>
                  </a:cubicBezTo>
                  <a:cubicBezTo>
                    <a:pt x="182" y="46"/>
                    <a:pt x="181" y="42"/>
                    <a:pt x="181" y="38"/>
                  </a:cubicBezTo>
                  <a:cubicBezTo>
                    <a:pt x="181" y="34"/>
                    <a:pt x="182" y="31"/>
                    <a:pt x="183" y="28"/>
                  </a:cubicBezTo>
                  <a:cubicBezTo>
                    <a:pt x="185" y="26"/>
                    <a:pt x="187" y="23"/>
                    <a:pt x="189" y="22"/>
                  </a:cubicBezTo>
                  <a:cubicBezTo>
                    <a:pt x="190" y="20"/>
                    <a:pt x="193" y="19"/>
                    <a:pt x="196" y="19"/>
                  </a:cubicBezTo>
                  <a:close/>
                  <a:moveTo>
                    <a:pt x="195" y="21"/>
                  </a:moveTo>
                  <a:cubicBezTo>
                    <a:pt x="194" y="21"/>
                    <a:pt x="192" y="22"/>
                    <a:pt x="191" y="22"/>
                  </a:cubicBezTo>
                  <a:cubicBezTo>
                    <a:pt x="190" y="23"/>
                    <a:pt x="188" y="24"/>
                    <a:pt x="188" y="26"/>
                  </a:cubicBezTo>
                  <a:cubicBezTo>
                    <a:pt x="187" y="28"/>
                    <a:pt x="186" y="31"/>
                    <a:pt x="186" y="34"/>
                  </a:cubicBezTo>
                  <a:cubicBezTo>
                    <a:pt x="186" y="39"/>
                    <a:pt x="187" y="43"/>
                    <a:pt x="189" y="47"/>
                  </a:cubicBezTo>
                  <a:cubicBezTo>
                    <a:pt x="191" y="50"/>
                    <a:pt x="194" y="52"/>
                    <a:pt x="197" y="52"/>
                  </a:cubicBezTo>
                  <a:cubicBezTo>
                    <a:pt x="199" y="52"/>
                    <a:pt x="201" y="51"/>
                    <a:pt x="202" y="49"/>
                  </a:cubicBezTo>
                  <a:cubicBezTo>
                    <a:pt x="204" y="47"/>
                    <a:pt x="205" y="44"/>
                    <a:pt x="205" y="39"/>
                  </a:cubicBezTo>
                  <a:cubicBezTo>
                    <a:pt x="205" y="33"/>
                    <a:pt x="204" y="28"/>
                    <a:pt x="201" y="25"/>
                  </a:cubicBezTo>
                  <a:cubicBezTo>
                    <a:pt x="200" y="22"/>
                    <a:pt x="197" y="21"/>
                    <a:pt x="195" y="21"/>
                  </a:cubicBezTo>
                  <a:close/>
                  <a:moveTo>
                    <a:pt x="229" y="41"/>
                  </a:moveTo>
                  <a:cubicBezTo>
                    <a:pt x="227" y="40"/>
                    <a:pt x="225" y="39"/>
                    <a:pt x="224" y="37"/>
                  </a:cubicBezTo>
                  <a:cubicBezTo>
                    <a:pt x="223" y="35"/>
                    <a:pt x="222" y="33"/>
                    <a:pt x="222" y="31"/>
                  </a:cubicBezTo>
                  <a:cubicBezTo>
                    <a:pt x="222" y="28"/>
                    <a:pt x="224" y="24"/>
                    <a:pt x="226" y="22"/>
                  </a:cubicBezTo>
                  <a:cubicBezTo>
                    <a:pt x="228" y="20"/>
                    <a:pt x="232" y="18"/>
                    <a:pt x="235" y="18"/>
                  </a:cubicBezTo>
                  <a:cubicBezTo>
                    <a:pt x="238" y="18"/>
                    <a:pt x="241" y="19"/>
                    <a:pt x="243" y="21"/>
                  </a:cubicBezTo>
                  <a:cubicBezTo>
                    <a:pt x="250" y="21"/>
                    <a:pt x="250" y="21"/>
                    <a:pt x="250" y="21"/>
                  </a:cubicBezTo>
                  <a:cubicBezTo>
                    <a:pt x="251" y="21"/>
                    <a:pt x="252" y="21"/>
                    <a:pt x="252" y="21"/>
                  </a:cubicBezTo>
                  <a:cubicBezTo>
                    <a:pt x="252" y="21"/>
                    <a:pt x="252" y="21"/>
                    <a:pt x="252" y="21"/>
                  </a:cubicBezTo>
                  <a:cubicBezTo>
                    <a:pt x="252" y="22"/>
                    <a:pt x="252" y="22"/>
                    <a:pt x="252" y="22"/>
                  </a:cubicBezTo>
                  <a:cubicBezTo>
                    <a:pt x="252" y="23"/>
                    <a:pt x="252" y="24"/>
                    <a:pt x="252" y="24"/>
                  </a:cubicBezTo>
                  <a:cubicBezTo>
                    <a:pt x="252" y="24"/>
                    <a:pt x="252" y="24"/>
                    <a:pt x="252" y="24"/>
                  </a:cubicBezTo>
                  <a:cubicBezTo>
                    <a:pt x="252" y="24"/>
                    <a:pt x="251" y="24"/>
                    <a:pt x="250" y="24"/>
                  </a:cubicBezTo>
                  <a:cubicBezTo>
                    <a:pt x="246" y="24"/>
                    <a:pt x="246" y="24"/>
                    <a:pt x="246" y="24"/>
                  </a:cubicBezTo>
                  <a:cubicBezTo>
                    <a:pt x="247" y="26"/>
                    <a:pt x="248" y="28"/>
                    <a:pt x="248" y="31"/>
                  </a:cubicBezTo>
                  <a:cubicBezTo>
                    <a:pt x="248" y="34"/>
                    <a:pt x="246" y="37"/>
                    <a:pt x="244" y="39"/>
                  </a:cubicBezTo>
                  <a:cubicBezTo>
                    <a:pt x="242" y="41"/>
                    <a:pt x="238" y="42"/>
                    <a:pt x="235" y="42"/>
                  </a:cubicBezTo>
                  <a:cubicBezTo>
                    <a:pt x="233" y="42"/>
                    <a:pt x="232" y="42"/>
                    <a:pt x="230" y="41"/>
                  </a:cubicBezTo>
                  <a:cubicBezTo>
                    <a:pt x="229" y="42"/>
                    <a:pt x="228" y="43"/>
                    <a:pt x="228" y="44"/>
                  </a:cubicBezTo>
                  <a:cubicBezTo>
                    <a:pt x="228" y="44"/>
                    <a:pt x="228" y="45"/>
                    <a:pt x="228" y="45"/>
                  </a:cubicBezTo>
                  <a:cubicBezTo>
                    <a:pt x="228" y="46"/>
                    <a:pt x="228" y="46"/>
                    <a:pt x="228" y="46"/>
                  </a:cubicBezTo>
                  <a:cubicBezTo>
                    <a:pt x="228" y="47"/>
                    <a:pt x="229" y="47"/>
                    <a:pt x="230" y="47"/>
                  </a:cubicBezTo>
                  <a:cubicBezTo>
                    <a:pt x="231" y="47"/>
                    <a:pt x="233" y="47"/>
                    <a:pt x="236" y="48"/>
                  </a:cubicBezTo>
                  <a:cubicBezTo>
                    <a:pt x="240" y="48"/>
                    <a:pt x="244" y="48"/>
                    <a:pt x="245" y="48"/>
                  </a:cubicBezTo>
                  <a:cubicBezTo>
                    <a:pt x="248" y="48"/>
                    <a:pt x="249" y="49"/>
                    <a:pt x="250" y="50"/>
                  </a:cubicBezTo>
                  <a:cubicBezTo>
                    <a:pt x="252" y="52"/>
                    <a:pt x="252" y="54"/>
                    <a:pt x="252" y="56"/>
                  </a:cubicBezTo>
                  <a:cubicBezTo>
                    <a:pt x="252" y="58"/>
                    <a:pt x="251" y="61"/>
                    <a:pt x="249" y="64"/>
                  </a:cubicBezTo>
                  <a:cubicBezTo>
                    <a:pt x="245" y="67"/>
                    <a:pt x="240" y="69"/>
                    <a:pt x="234" y="69"/>
                  </a:cubicBezTo>
                  <a:cubicBezTo>
                    <a:pt x="230" y="69"/>
                    <a:pt x="226" y="68"/>
                    <a:pt x="223" y="66"/>
                  </a:cubicBezTo>
                  <a:cubicBezTo>
                    <a:pt x="221" y="65"/>
                    <a:pt x="220" y="64"/>
                    <a:pt x="220" y="62"/>
                  </a:cubicBezTo>
                  <a:cubicBezTo>
                    <a:pt x="220" y="62"/>
                    <a:pt x="220" y="61"/>
                    <a:pt x="220" y="60"/>
                  </a:cubicBezTo>
                  <a:cubicBezTo>
                    <a:pt x="221" y="60"/>
                    <a:pt x="222" y="58"/>
                    <a:pt x="223" y="56"/>
                  </a:cubicBezTo>
                  <a:cubicBezTo>
                    <a:pt x="223" y="56"/>
                    <a:pt x="224" y="55"/>
                    <a:pt x="226" y="52"/>
                  </a:cubicBezTo>
                  <a:cubicBezTo>
                    <a:pt x="225" y="52"/>
                    <a:pt x="224" y="51"/>
                    <a:pt x="224" y="50"/>
                  </a:cubicBezTo>
                  <a:cubicBezTo>
                    <a:pt x="223" y="50"/>
                    <a:pt x="223" y="49"/>
                    <a:pt x="223" y="48"/>
                  </a:cubicBezTo>
                  <a:cubicBezTo>
                    <a:pt x="223" y="48"/>
                    <a:pt x="223" y="46"/>
                    <a:pt x="224" y="45"/>
                  </a:cubicBezTo>
                  <a:cubicBezTo>
                    <a:pt x="225" y="45"/>
                    <a:pt x="226" y="44"/>
                    <a:pt x="229" y="41"/>
                  </a:cubicBezTo>
                  <a:close/>
                  <a:moveTo>
                    <a:pt x="235" y="20"/>
                  </a:moveTo>
                  <a:cubicBezTo>
                    <a:pt x="233" y="20"/>
                    <a:pt x="232" y="21"/>
                    <a:pt x="230" y="22"/>
                  </a:cubicBezTo>
                  <a:cubicBezTo>
                    <a:pt x="229" y="24"/>
                    <a:pt x="229" y="26"/>
                    <a:pt x="229" y="29"/>
                  </a:cubicBezTo>
                  <a:cubicBezTo>
                    <a:pt x="229" y="33"/>
                    <a:pt x="230" y="36"/>
                    <a:pt x="231" y="38"/>
                  </a:cubicBezTo>
                  <a:cubicBezTo>
                    <a:pt x="232" y="40"/>
                    <a:pt x="234" y="41"/>
                    <a:pt x="236" y="41"/>
                  </a:cubicBezTo>
                  <a:cubicBezTo>
                    <a:pt x="238" y="41"/>
                    <a:pt x="239" y="40"/>
                    <a:pt x="240" y="39"/>
                  </a:cubicBezTo>
                  <a:cubicBezTo>
                    <a:pt x="242" y="37"/>
                    <a:pt x="242" y="35"/>
                    <a:pt x="242" y="32"/>
                  </a:cubicBezTo>
                  <a:cubicBezTo>
                    <a:pt x="242" y="28"/>
                    <a:pt x="241" y="25"/>
                    <a:pt x="240" y="23"/>
                  </a:cubicBezTo>
                  <a:cubicBezTo>
                    <a:pt x="238" y="21"/>
                    <a:pt x="237" y="20"/>
                    <a:pt x="235" y="20"/>
                  </a:cubicBezTo>
                  <a:close/>
                  <a:moveTo>
                    <a:pt x="228" y="54"/>
                  </a:moveTo>
                  <a:cubicBezTo>
                    <a:pt x="227" y="55"/>
                    <a:pt x="226" y="56"/>
                    <a:pt x="226" y="57"/>
                  </a:cubicBezTo>
                  <a:cubicBezTo>
                    <a:pt x="226" y="58"/>
                    <a:pt x="225" y="59"/>
                    <a:pt x="225" y="60"/>
                  </a:cubicBezTo>
                  <a:cubicBezTo>
                    <a:pt x="225" y="62"/>
                    <a:pt x="226" y="63"/>
                    <a:pt x="227" y="64"/>
                  </a:cubicBezTo>
                  <a:cubicBezTo>
                    <a:pt x="230" y="65"/>
                    <a:pt x="233" y="66"/>
                    <a:pt x="238" y="66"/>
                  </a:cubicBezTo>
                  <a:cubicBezTo>
                    <a:pt x="242" y="66"/>
                    <a:pt x="245" y="65"/>
                    <a:pt x="247" y="64"/>
                  </a:cubicBezTo>
                  <a:cubicBezTo>
                    <a:pt x="249" y="62"/>
                    <a:pt x="250" y="60"/>
                    <a:pt x="250" y="58"/>
                  </a:cubicBezTo>
                  <a:cubicBezTo>
                    <a:pt x="250" y="57"/>
                    <a:pt x="250" y="56"/>
                    <a:pt x="248" y="56"/>
                  </a:cubicBezTo>
                  <a:cubicBezTo>
                    <a:pt x="247" y="55"/>
                    <a:pt x="245" y="55"/>
                    <a:pt x="241" y="55"/>
                  </a:cubicBezTo>
                  <a:cubicBezTo>
                    <a:pt x="236" y="54"/>
                    <a:pt x="231" y="54"/>
                    <a:pt x="228" y="54"/>
                  </a:cubicBezTo>
                  <a:close/>
                  <a:moveTo>
                    <a:pt x="258" y="20"/>
                  </a:moveTo>
                  <a:cubicBezTo>
                    <a:pt x="274" y="20"/>
                    <a:pt x="274" y="20"/>
                    <a:pt x="274" y="20"/>
                  </a:cubicBezTo>
                  <a:cubicBezTo>
                    <a:pt x="274" y="21"/>
                    <a:pt x="274" y="21"/>
                    <a:pt x="274" y="21"/>
                  </a:cubicBezTo>
                  <a:cubicBezTo>
                    <a:pt x="273" y="21"/>
                    <a:pt x="273" y="21"/>
                    <a:pt x="273" y="21"/>
                  </a:cubicBezTo>
                  <a:cubicBezTo>
                    <a:pt x="272" y="21"/>
                    <a:pt x="271" y="21"/>
                    <a:pt x="270" y="22"/>
                  </a:cubicBezTo>
                  <a:cubicBezTo>
                    <a:pt x="270" y="22"/>
                    <a:pt x="270" y="23"/>
                    <a:pt x="270" y="23"/>
                  </a:cubicBezTo>
                  <a:cubicBezTo>
                    <a:pt x="270" y="24"/>
                    <a:pt x="270" y="26"/>
                    <a:pt x="271" y="27"/>
                  </a:cubicBezTo>
                  <a:cubicBezTo>
                    <a:pt x="279" y="44"/>
                    <a:pt x="279" y="44"/>
                    <a:pt x="279" y="44"/>
                  </a:cubicBezTo>
                  <a:cubicBezTo>
                    <a:pt x="286" y="26"/>
                    <a:pt x="286" y="26"/>
                    <a:pt x="286" y="26"/>
                  </a:cubicBezTo>
                  <a:cubicBezTo>
                    <a:pt x="286" y="24"/>
                    <a:pt x="287" y="24"/>
                    <a:pt x="287" y="22"/>
                  </a:cubicBezTo>
                  <a:cubicBezTo>
                    <a:pt x="287" y="22"/>
                    <a:pt x="287" y="22"/>
                    <a:pt x="286" y="21"/>
                  </a:cubicBezTo>
                  <a:cubicBezTo>
                    <a:pt x="286" y="21"/>
                    <a:pt x="286" y="21"/>
                    <a:pt x="286" y="20"/>
                  </a:cubicBezTo>
                  <a:cubicBezTo>
                    <a:pt x="285" y="20"/>
                    <a:pt x="284" y="20"/>
                    <a:pt x="284" y="20"/>
                  </a:cubicBezTo>
                  <a:cubicBezTo>
                    <a:pt x="284" y="19"/>
                    <a:pt x="284" y="19"/>
                    <a:pt x="284" y="19"/>
                  </a:cubicBezTo>
                  <a:cubicBezTo>
                    <a:pt x="294" y="19"/>
                    <a:pt x="294" y="19"/>
                    <a:pt x="294" y="19"/>
                  </a:cubicBezTo>
                  <a:cubicBezTo>
                    <a:pt x="294" y="20"/>
                    <a:pt x="294" y="20"/>
                    <a:pt x="294" y="20"/>
                  </a:cubicBezTo>
                  <a:cubicBezTo>
                    <a:pt x="294" y="20"/>
                    <a:pt x="293" y="20"/>
                    <a:pt x="292" y="20"/>
                  </a:cubicBezTo>
                  <a:cubicBezTo>
                    <a:pt x="292" y="21"/>
                    <a:pt x="292" y="21"/>
                    <a:pt x="291" y="22"/>
                  </a:cubicBezTo>
                  <a:cubicBezTo>
                    <a:pt x="290" y="22"/>
                    <a:pt x="290" y="23"/>
                    <a:pt x="290" y="25"/>
                  </a:cubicBezTo>
                  <a:cubicBezTo>
                    <a:pt x="276" y="59"/>
                    <a:pt x="276" y="59"/>
                    <a:pt x="276" y="59"/>
                  </a:cubicBezTo>
                  <a:cubicBezTo>
                    <a:pt x="275" y="62"/>
                    <a:pt x="274" y="64"/>
                    <a:pt x="271" y="66"/>
                  </a:cubicBezTo>
                  <a:cubicBezTo>
                    <a:pt x="269" y="68"/>
                    <a:pt x="267" y="69"/>
                    <a:pt x="265" y="69"/>
                  </a:cubicBezTo>
                  <a:cubicBezTo>
                    <a:pt x="264" y="69"/>
                    <a:pt x="263" y="68"/>
                    <a:pt x="262" y="68"/>
                  </a:cubicBezTo>
                  <a:cubicBezTo>
                    <a:pt x="261" y="67"/>
                    <a:pt x="260" y="66"/>
                    <a:pt x="260" y="65"/>
                  </a:cubicBezTo>
                  <a:cubicBezTo>
                    <a:pt x="260" y="64"/>
                    <a:pt x="261" y="63"/>
                    <a:pt x="261" y="62"/>
                  </a:cubicBezTo>
                  <a:cubicBezTo>
                    <a:pt x="262" y="62"/>
                    <a:pt x="263" y="62"/>
                    <a:pt x="264" y="62"/>
                  </a:cubicBezTo>
                  <a:cubicBezTo>
                    <a:pt x="265" y="62"/>
                    <a:pt x="266" y="62"/>
                    <a:pt x="267" y="62"/>
                  </a:cubicBezTo>
                  <a:cubicBezTo>
                    <a:pt x="268" y="63"/>
                    <a:pt x="269" y="63"/>
                    <a:pt x="269" y="63"/>
                  </a:cubicBezTo>
                  <a:cubicBezTo>
                    <a:pt x="270" y="63"/>
                    <a:pt x="270" y="62"/>
                    <a:pt x="271" y="62"/>
                  </a:cubicBezTo>
                  <a:cubicBezTo>
                    <a:pt x="272" y="61"/>
                    <a:pt x="273" y="59"/>
                    <a:pt x="274" y="57"/>
                  </a:cubicBezTo>
                  <a:cubicBezTo>
                    <a:pt x="276" y="51"/>
                    <a:pt x="276" y="51"/>
                    <a:pt x="276" y="51"/>
                  </a:cubicBezTo>
                  <a:cubicBezTo>
                    <a:pt x="264" y="26"/>
                    <a:pt x="264" y="26"/>
                    <a:pt x="264" y="26"/>
                  </a:cubicBezTo>
                  <a:cubicBezTo>
                    <a:pt x="264" y="25"/>
                    <a:pt x="264" y="24"/>
                    <a:pt x="263" y="23"/>
                  </a:cubicBezTo>
                  <a:cubicBezTo>
                    <a:pt x="262" y="22"/>
                    <a:pt x="262" y="21"/>
                    <a:pt x="261" y="21"/>
                  </a:cubicBezTo>
                  <a:cubicBezTo>
                    <a:pt x="261" y="21"/>
                    <a:pt x="260" y="20"/>
                    <a:pt x="258" y="20"/>
                  </a:cubicBezTo>
                  <a:cubicBezTo>
                    <a:pt x="258" y="20"/>
                    <a:pt x="258" y="20"/>
                    <a:pt x="258" y="20"/>
                  </a:cubicBezTo>
                  <a:close/>
                  <a:moveTo>
                    <a:pt x="331" y="19"/>
                  </a:moveTo>
                  <a:cubicBezTo>
                    <a:pt x="336" y="19"/>
                    <a:pt x="340" y="21"/>
                    <a:pt x="343" y="25"/>
                  </a:cubicBezTo>
                  <a:cubicBezTo>
                    <a:pt x="346" y="28"/>
                    <a:pt x="347" y="32"/>
                    <a:pt x="347" y="36"/>
                  </a:cubicBezTo>
                  <a:cubicBezTo>
                    <a:pt x="347" y="40"/>
                    <a:pt x="346" y="42"/>
                    <a:pt x="345" y="46"/>
                  </a:cubicBezTo>
                  <a:cubicBezTo>
                    <a:pt x="344" y="49"/>
                    <a:pt x="342" y="51"/>
                    <a:pt x="339" y="53"/>
                  </a:cubicBezTo>
                  <a:cubicBezTo>
                    <a:pt x="336" y="54"/>
                    <a:pt x="334" y="55"/>
                    <a:pt x="331" y="55"/>
                  </a:cubicBezTo>
                  <a:cubicBezTo>
                    <a:pt x="326" y="55"/>
                    <a:pt x="322" y="53"/>
                    <a:pt x="319" y="49"/>
                  </a:cubicBezTo>
                  <a:cubicBezTo>
                    <a:pt x="317" y="46"/>
                    <a:pt x="316" y="42"/>
                    <a:pt x="316" y="38"/>
                  </a:cubicBezTo>
                  <a:cubicBezTo>
                    <a:pt x="316" y="34"/>
                    <a:pt x="316" y="31"/>
                    <a:pt x="318" y="28"/>
                  </a:cubicBezTo>
                  <a:cubicBezTo>
                    <a:pt x="320" y="26"/>
                    <a:pt x="322" y="23"/>
                    <a:pt x="324" y="22"/>
                  </a:cubicBezTo>
                  <a:cubicBezTo>
                    <a:pt x="326" y="20"/>
                    <a:pt x="328" y="19"/>
                    <a:pt x="331" y="19"/>
                  </a:cubicBezTo>
                  <a:close/>
                  <a:moveTo>
                    <a:pt x="330" y="21"/>
                  </a:moveTo>
                  <a:cubicBezTo>
                    <a:pt x="329" y="21"/>
                    <a:pt x="328" y="22"/>
                    <a:pt x="326" y="22"/>
                  </a:cubicBezTo>
                  <a:cubicBezTo>
                    <a:pt x="325" y="23"/>
                    <a:pt x="324" y="24"/>
                    <a:pt x="323" y="26"/>
                  </a:cubicBezTo>
                  <a:cubicBezTo>
                    <a:pt x="322" y="28"/>
                    <a:pt x="322" y="31"/>
                    <a:pt x="322" y="34"/>
                  </a:cubicBezTo>
                  <a:cubicBezTo>
                    <a:pt x="322" y="39"/>
                    <a:pt x="323" y="43"/>
                    <a:pt x="325" y="47"/>
                  </a:cubicBezTo>
                  <a:cubicBezTo>
                    <a:pt x="327" y="50"/>
                    <a:pt x="329" y="52"/>
                    <a:pt x="332" y="52"/>
                  </a:cubicBezTo>
                  <a:cubicBezTo>
                    <a:pt x="335" y="52"/>
                    <a:pt x="337" y="51"/>
                    <a:pt x="338" y="49"/>
                  </a:cubicBezTo>
                  <a:cubicBezTo>
                    <a:pt x="340" y="47"/>
                    <a:pt x="340" y="44"/>
                    <a:pt x="340" y="39"/>
                  </a:cubicBezTo>
                  <a:cubicBezTo>
                    <a:pt x="340" y="33"/>
                    <a:pt x="339" y="28"/>
                    <a:pt x="337" y="25"/>
                  </a:cubicBezTo>
                  <a:cubicBezTo>
                    <a:pt x="335" y="22"/>
                    <a:pt x="332" y="21"/>
                    <a:pt x="330" y="21"/>
                  </a:cubicBezTo>
                  <a:close/>
                  <a:moveTo>
                    <a:pt x="368" y="22"/>
                  </a:moveTo>
                  <a:cubicBezTo>
                    <a:pt x="368" y="45"/>
                    <a:pt x="368" y="45"/>
                    <a:pt x="368" y="45"/>
                  </a:cubicBezTo>
                  <a:cubicBezTo>
                    <a:pt x="368" y="48"/>
                    <a:pt x="368" y="50"/>
                    <a:pt x="369" y="51"/>
                  </a:cubicBezTo>
                  <a:cubicBezTo>
                    <a:pt x="370" y="52"/>
                    <a:pt x="371" y="52"/>
                    <a:pt x="373" y="52"/>
                  </a:cubicBezTo>
                  <a:cubicBezTo>
                    <a:pt x="376" y="52"/>
                    <a:pt x="376" y="52"/>
                    <a:pt x="376" y="52"/>
                  </a:cubicBezTo>
                  <a:cubicBezTo>
                    <a:pt x="376" y="54"/>
                    <a:pt x="376" y="54"/>
                    <a:pt x="376" y="54"/>
                  </a:cubicBezTo>
                  <a:cubicBezTo>
                    <a:pt x="356" y="54"/>
                    <a:pt x="356" y="54"/>
                    <a:pt x="356" y="54"/>
                  </a:cubicBezTo>
                  <a:cubicBezTo>
                    <a:pt x="356" y="52"/>
                    <a:pt x="356" y="52"/>
                    <a:pt x="356" y="52"/>
                  </a:cubicBezTo>
                  <a:cubicBezTo>
                    <a:pt x="358" y="52"/>
                    <a:pt x="358" y="52"/>
                    <a:pt x="358" y="52"/>
                  </a:cubicBezTo>
                  <a:cubicBezTo>
                    <a:pt x="358" y="52"/>
                    <a:pt x="360" y="52"/>
                    <a:pt x="360" y="52"/>
                  </a:cubicBezTo>
                  <a:cubicBezTo>
                    <a:pt x="361" y="51"/>
                    <a:pt x="362" y="50"/>
                    <a:pt x="362" y="50"/>
                  </a:cubicBezTo>
                  <a:cubicBezTo>
                    <a:pt x="362" y="49"/>
                    <a:pt x="362" y="47"/>
                    <a:pt x="362" y="45"/>
                  </a:cubicBezTo>
                  <a:cubicBezTo>
                    <a:pt x="362" y="22"/>
                    <a:pt x="362" y="22"/>
                    <a:pt x="362" y="22"/>
                  </a:cubicBezTo>
                  <a:cubicBezTo>
                    <a:pt x="356" y="22"/>
                    <a:pt x="356" y="22"/>
                    <a:pt x="356" y="22"/>
                  </a:cubicBezTo>
                  <a:cubicBezTo>
                    <a:pt x="356" y="20"/>
                    <a:pt x="356" y="20"/>
                    <a:pt x="356" y="20"/>
                  </a:cubicBezTo>
                  <a:cubicBezTo>
                    <a:pt x="362" y="20"/>
                    <a:pt x="362" y="20"/>
                    <a:pt x="362" y="20"/>
                  </a:cubicBezTo>
                  <a:cubicBezTo>
                    <a:pt x="362" y="17"/>
                    <a:pt x="362" y="17"/>
                    <a:pt x="362" y="17"/>
                  </a:cubicBezTo>
                  <a:cubicBezTo>
                    <a:pt x="362" y="14"/>
                    <a:pt x="363" y="11"/>
                    <a:pt x="364" y="8"/>
                  </a:cubicBezTo>
                  <a:cubicBezTo>
                    <a:pt x="365" y="6"/>
                    <a:pt x="367" y="4"/>
                    <a:pt x="369" y="3"/>
                  </a:cubicBezTo>
                  <a:cubicBezTo>
                    <a:pt x="371" y="2"/>
                    <a:pt x="373" y="1"/>
                    <a:pt x="376" y="1"/>
                  </a:cubicBezTo>
                  <a:cubicBezTo>
                    <a:pt x="378" y="1"/>
                    <a:pt x="381" y="2"/>
                    <a:pt x="383" y="3"/>
                  </a:cubicBezTo>
                  <a:cubicBezTo>
                    <a:pt x="384" y="4"/>
                    <a:pt x="385" y="6"/>
                    <a:pt x="385" y="7"/>
                  </a:cubicBezTo>
                  <a:cubicBezTo>
                    <a:pt x="385" y="8"/>
                    <a:pt x="384" y="8"/>
                    <a:pt x="384" y="9"/>
                  </a:cubicBezTo>
                  <a:cubicBezTo>
                    <a:pt x="383" y="10"/>
                    <a:pt x="383" y="10"/>
                    <a:pt x="382" y="10"/>
                  </a:cubicBezTo>
                  <a:cubicBezTo>
                    <a:pt x="382" y="10"/>
                    <a:pt x="381" y="9"/>
                    <a:pt x="380" y="9"/>
                  </a:cubicBezTo>
                  <a:cubicBezTo>
                    <a:pt x="380" y="8"/>
                    <a:pt x="379" y="8"/>
                    <a:pt x="378" y="6"/>
                  </a:cubicBezTo>
                  <a:cubicBezTo>
                    <a:pt x="377" y="5"/>
                    <a:pt x="376" y="4"/>
                    <a:pt x="376" y="3"/>
                  </a:cubicBezTo>
                  <a:cubicBezTo>
                    <a:pt x="375" y="3"/>
                    <a:pt x="374" y="2"/>
                    <a:pt x="373" y="2"/>
                  </a:cubicBezTo>
                  <a:cubicBezTo>
                    <a:pt x="372" y="2"/>
                    <a:pt x="371" y="3"/>
                    <a:pt x="370" y="3"/>
                  </a:cubicBezTo>
                  <a:cubicBezTo>
                    <a:pt x="370" y="4"/>
                    <a:pt x="369" y="5"/>
                    <a:pt x="369" y="6"/>
                  </a:cubicBezTo>
                  <a:cubicBezTo>
                    <a:pt x="368" y="7"/>
                    <a:pt x="368" y="10"/>
                    <a:pt x="368" y="16"/>
                  </a:cubicBezTo>
                  <a:cubicBezTo>
                    <a:pt x="368" y="18"/>
                    <a:pt x="368" y="18"/>
                    <a:pt x="368" y="18"/>
                  </a:cubicBezTo>
                  <a:cubicBezTo>
                    <a:pt x="377" y="18"/>
                    <a:pt x="377" y="18"/>
                    <a:pt x="377" y="18"/>
                  </a:cubicBezTo>
                  <a:cubicBezTo>
                    <a:pt x="377" y="22"/>
                    <a:pt x="377" y="22"/>
                    <a:pt x="377" y="22"/>
                  </a:cubicBezTo>
                  <a:cubicBezTo>
                    <a:pt x="368" y="22"/>
                    <a:pt x="368" y="22"/>
                    <a:pt x="368" y="22"/>
                  </a:cubicBezTo>
                  <a:close/>
                  <a:moveTo>
                    <a:pt x="440" y="2"/>
                  </a:moveTo>
                  <a:cubicBezTo>
                    <a:pt x="441" y="20"/>
                    <a:pt x="441" y="20"/>
                    <a:pt x="441" y="20"/>
                  </a:cubicBezTo>
                  <a:cubicBezTo>
                    <a:pt x="440" y="20"/>
                    <a:pt x="440" y="20"/>
                    <a:pt x="440" y="20"/>
                  </a:cubicBezTo>
                  <a:cubicBezTo>
                    <a:pt x="438" y="14"/>
                    <a:pt x="436" y="11"/>
                    <a:pt x="433" y="8"/>
                  </a:cubicBezTo>
                  <a:cubicBezTo>
                    <a:pt x="430" y="6"/>
                    <a:pt x="427" y="5"/>
                    <a:pt x="423" y="5"/>
                  </a:cubicBezTo>
                  <a:cubicBezTo>
                    <a:pt x="420" y="5"/>
                    <a:pt x="417" y="6"/>
                    <a:pt x="414" y="8"/>
                  </a:cubicBezTo>
                  <a:cubicBezTo>
                    <a:pt x="412" y="9"/>
                    <a:pt x="410" y="12"/>
                    <a:pt x="408" y="16"/>
                  </a:cubicBezTo>
                  <a:cubicBezTo>
                    <a:pt x="407" y="19"/>
                    <a:pt x="406" y="24"/>
                    <a:pt x="406" y="30"/>
                  </a:cubicBezTo>
                  <a:cubicBezTo>
                    <a:pt x="406" y="34"/>
                    <a:pt x="407" y="38"/>
                    <a:pt x="408" y="42"/>
                  </a:cubicBezTo>
                  <a:cubicBezTo>
                    <a:pt x="409" y="45"/>
                    <a:pt x="412" y="48"/>
                    <a:pt x="414" y="49"/>
                  </a:cubicBezTo>
                  <a:cubicBezTo>
                    <a:pt x="417" y="51"/>
                    <a:pt x="420" y="52"/>
                    <a:pt x="424" y="52"/>
                  </a:cubicBezTo>
                  <a:cubicBezTo>
                    <a:pt x="427" y="52"/>
                    <a:pt x="430" y="51"/>
                    <a:pt x="432" y="50"/>
                  </a:cubicBezTo>
                  <a:cubicBezTo>
                    <a:pt x="435" y="49"/>
                    <a:pt x="438" y="46"/>
                    <a:pt x="440" y="42"/>
                  </a:cubicBezTo>
                  <a:cubicBezTo>
                    <a:pt x="442" y="42"/>
                    <a:pt x="442" y="42"/>
                    <a:pt x="442" y="42"/>
                  </a:cubicBezTo>
                  <a:cubicBezTo>
                    <a:pt x="439" y="47"/>
                    <a:pt x="436" y="50"/>
                    <a:pt x="433" y="52"/>
                  </a:cubicBezTo>
                  <a:cubicBezTo>
                    <a:pt x="430" y="54"/>
                    <a:pt x="426" y="56"/>
                    <a:pt x="422" y="56"/>
                  </a:cubicBezTo>
                  <a:cubicBezTo>
                    <a:pt x="414" y="56"/>
                    <a:pt x="407" y="52"/>
                    <a:pt x="403" y="46"/>
                  </a:cubicBezTo>
                  <a:cubicBezTo>
                    <a:pt x="400" y="42"/>
                    <a:pt x="398" y="36"/>
                    <a:pt x="398" y="30"/>
                  </a:cubicBezTo>
                  <a:cubicBezTo>
                    <a:pt x="398" y="25"/>
                    <a:pt x="399" y="20"/>
                    <a:pt x="401" y="16"/>
                  </a:cubicBezTo>
                  <a:cubicBezTo>
                    <a:pt x="403" y="12"/>
                    <a:pt x="406" y="8"/>
                    <a:pt x="410" y="6"/>
                  </a:cubicBezTo>
                  <a:cubicBezTo>
                    <a:pt x="414" y="4"/>
                    <a:pt x="418" y="3"/>
                    <a:pt x="422" y="3"/>
                  </a:cubicBezTo>
                  <a:cubicBezTo>
                    <a:pt x="426" y="3"/>
                    <a:pt x="429" y="4"/>
                    <a:pt x="433" y="6"/>
                  </a:cubicBezTo>
                  <a:cubicBezTo>
                    <a:pt x="434" y="6"/>
                    <a:pt x="434" y="6"/>
                    <a:pt x="435" y="6"/>
                  </a:cubicBezTo>
                  <a:cubicBezTo>
                    <a:pt x="436" y="6"/>
                    <a:pt x="436" y="6"/>
                    <a:pt x="436" y="6"/>
                  </a:cubicBezTo>
                  <a:cubicBezTo>
                    <a:pt x="437" y="5"/>
                    <a:pt x="438" y="4"/>
                    <a:pt x="438" y="3"/>
                  </a:cubicBezTo>
                  <a:cubicBezTo>
                    <a:pt x="440" y="2"/>
                    <a:pt x="440" y="2"/>
                    <a:pt x="440" y="2"/>
                  </a:cubicBezTo>
                  <a:close/>
                  <a:moveTo>
                    <a:pt x="460" y="1"/>
                  </a:moveTo>
                  <a:cubicBezTo>
                    <a:pt x="460" y="26"/>
                    <a:pt x="460" y="26"/>
                    <a:pt x="460" y="26"/>
                  </a:cubicBezTo>
                  <a:cubicBezTo>
                    <a:pt x="463" y="22"/>
                    <a:pt x="465" y="21"/>
                    <a:pt x="466" y="20"/>
                  </a:cubicBezTo>
                  <a:cubicBezTo>
                    <a:pt x="468" y="19"/>
                    <a:pt x="470" y="18"/>
                    <a:pt x="471" y="18"/>
                  </a:cubicBezTo>
                  <a:cubicBezTo>
                    <a:pt x="473" y="18"/>
                    <a:pt x="475" y="19"/>
                    <a:pt x="476" y="20"/>
                  </a:cubicBezTo>
                  <a:cubicBezTo>
                    <a:pt x="477" y="21"/>
                    <a:pt x="478" y="23"/>
                    <a:pt x="479" y="25"/>
                  </a:cubicBezTo>
                  <a:cubicBezTo>
                    <a:pt x="479" y="27"/>
                    <a:pt x="480" y="30"/>
                    <a:pt x="480" y="34"/>
                  </a:cubicBezTo>
                  <a:cubicBezTo>
                    <a:pt x="480" y="46"/>
                    <a:pt x="480" y="46"/>
                    <a:pt x="480" y="46"/>
                  </a:cubicBezTo>
                  <a:cubicBezTo>
                    <a:pt x="480" y="48"/>
                    <a:pt x="480" y="50"/>
                    <a:pt x="480" y="50"/>
                  </a:cubicBezTo>
                  <a:cubicBezTo>
                    <a:pt x="480" y="51"/>
                    <a:pt x="481" y="52"/>
                    <a:pt x="481" y="52"/>
                  </a:cubicBezTo>
                  <a:cubicBezTo>
                    <a:pt x="482" y="52"/>
                    <a:pt x="483" y="52"/>
                    <a:pt x="484" y="52"/>
                  </a:cubicBezTo>
                  <a:cubicBezTo>
                    <a:pt x="484" y="54"/>
                    <a:pt x="484" y="54"/>
                    <a:pt x="484" y="54"/>
                  </a:cubicBezTo>
                  <a:cubicBezTo>
                    <a:pt x="468" y="54"/>
                    <a:pt x="468" y="54"/>
                    <a:pt x="468" y="54"/>
                  </a:cubicBezTo>
                  <a:cubicBezTo>
                    <a:pt x="468" y="52"/>
                    <a:pt x="468" y="52"/>
                    <a:pt x="468" y="52"/>
                  </a:cubicBezTo>
                  <a:cubicBezTo>
                    <a:pt x="469" y="52"/>
                    <a:pt x="469" y="52"/>
                    <a:pt x="469" y="52"/>
                  </a:cubicBezTo>
                  <a:cubicBezTo>
                    <a:pt x="471" y="52"/>
                    <a:pt x="472" y="52"/>
                    <a:pt x="472" y="52"/>
                  </a:cubicBezTo>
                  <a:cubicBezTo>
                    <a:pt x="473" y="51"/>
                    <a:pt x="474" y="50"/>
                    <a:pt x="474" y="50"/>
                  </a:cubicBezTo>
                  <a:cubicBezTo>
                    <a:pt x="474" y="49"/>
                    <a:pt x="474" y="48"/>
                    <a:pt x="474" y="46"/>
                  </a:cubicBezTo>
                  <a:cubicBezTo>
                    <a:pt x="474" y="34"/>
                    <a:pt x="474" y="34"/>
                    <a:pt x="474" y="34"/>
                  </a:cubicBezTo>
                  <a:cubicBezTo>
                    <a:pt x="474" y="30"/>
                    <a:pt x="474" y="28"/>
                    <a:pt x="473" y="27"/>
                  </a:cubicBezTo>
                  <a:cubicBezTo>
                    <a:pt x="473" y="26"/>
                    <a:pt x="472" y="25"/>
                    <a:pt x="472" y="24"/>
                  </a:cubicBezTo>
                  <a:cubicBezTo>
                    <a:pt x="471" y="24"/>
                    <a:pt x="470" y="23"/>
                    <a:pt x="469" y="23"/>
                  </a:cubicBezTo>
                  <a:cubicBezTo>
                    <a:pt x="468" y="23"/>
                    <a:pt x="466" y="24"/>
                    <a:pt x="465" y="24"/>
                  </a:cubicBezTo>
                  <a:cubicBezTo>
                    <a:pt x="464" y="25"/>
                    <a:pt x="462" y="26"/>
                    <a:pt x="461" y="28"/>
                  </a:cubicBezTo>
                  <a:cubicBezTo>
                    <a:pt x="461" y="46"/>
                    <a:pt x="461" y="46"/>
                    <a:pt x="461" y="46"/>
                  </a:cubicBezTo>
                  <a:cubicBezTo>
                    <a:pt x="461" y="48"/>
                    <a:pt x="461" y="50"/>
                    <a:pt x="461" y="50"/>
                  </a:cubicBezTo>
                  <a:cubicBezTo>
                    <a:pt x="462" y="51"/>
                    <a:pt x="462" y="52"/>
                    <a:pt x="462" y="52"/>
                  </a:cubicBezTo>
                  <a:cubicBezTo>
                    <a:pt x="463" y="52"/>
                    <a:pt x="464" y="52"/>
                    <a:pt x="466" y="52"/>
                  </a:cubicBezTo>
                  <a:cubicBezTo>
                    <a:pt x="466" y="54"/>
                    <a:pt x="466" y="54"/>
                    <a:pt x="466" y="54"/>
                  </a:cubicBezTo>
                  <a:cubicBezTo>
                    <a:pt x="450" y="54"/>
                    <a:pt x="450" y="54"/>
                    <a:pt x="450" y="54"/>
                  </a:cubicBezTo>
                  <a:cubicBezTo>
                    <a:pt x="450" y="52"/>
                    <a:pt x="450" y="52"/>
                    <a:pt x="450" y="52"/>
                  </a:cubicBezTo>
                  <a:cubicBezTo>
                    <a:pt x="451" y="52"/>
                    <a:pt x="452" y="52"/>
                    <a:pt x="453" y="52"/>
                  </a:cubicBezTo>
                  <a:cubicBezTo>
                    <a:pt x="454" y="51"/>
                    <a:pt x="454" y="51"/>
                    <a:pt x="454" y="50"/>
                  </a:cubicBezTo>
                  <a:cubicBezTo>
                    <a:pt x="455" y="49"/>
                    <a:pt x="455" y="48"/>
                    <a:pt x="455" y="46"/>
                  </a:cubicBezTo>
                  <a:cubicBezTo>
                    <a:pt x="455" y="15"/>
                    <a:pt x="455" y="15"/>
                    <a:pt x="455" y="15"/>
                  </a:cubicBezTo>
                  <a:cubicBezTo>
                    <a:pt x="455" y="11"/>
                    <a:pt x="455" y="8"/>
                    <a:pt x="454" y="8"/>
                  </a:cubicBezTo>
                  <a:cubicBezTo>
                    <a:pt x="454" y="7"/>
                    <a:pt x="454" y="6"/>
                    <a:pt x="454" y="6"/>
                  </a:cubicBezTo>
                  <a:cubicBezTo>
                    <a:pt x="453" y="5"/>
                    <a:pt x="453" y="5"/>
                    <a:pt x="452" y="5"/>
                  </a:cubicBezTo>
                  <a:cubicBezTo>
                    <a:pt x="452" y="5"/>
                    <a:pt x="451" y="5"/>
                    <a:pt x="450" y="6"/>
                  </a:cubicBezTo>
                  <a:cubicBezTo>
                    <a:pt x="449" y="4"/>
                    <a:pt x="449" y="4"/>
                    <a:pt x="449" y="4"/>
                  </a:cubicBezTo>
                  <a:cubicBezTo>
                    <a:pt x="459" y="0"/>
                    <a:pt x="459" y="0"/>
                    <a:pt x="459" y="0"/>
                  </a:cubicBezTo>
                  <a:cubicBezTo>
                    <a:pt x="460" y="1"/>
                    <a:pt x="460" y="1"/>
                    <a:pt x="460" y="1"/>
                  </a:cubicBezTo>
                  <a:close/>
                  <a:moveTo>
                    <a:pt x="499" y="1"/>
                  </a:moveTo>
                  <a:cubicBezTo>
                    <a:pt x="500" y="1"/>
                    <a:pt x="501" y="1"/>
                    <a:pt x="501" y="2"/>
                  </a:cubicBezTo>
                  <a:cubicBezTo>
                    <a:pt x="502" y="3"/>
                    <a:pt x="502" y="4"/>
                    <a:pt x="502" y="5"/>
                  </a:cubicBezTo>
                  <a:cubicBezTo>
                    <a:pt x="502" y="6"/>
                    <a:pt x="502" y="7"/>
                    <a:pt x="501" y="8"/>
                  </a:cubicBezTo>
                  <a:cubicBezTo>
                    <a:pt x="500" y="8"/>
                    <a:pt x="500" y="9"/>
                    <a:pt x="499" y="9"/>
                  </a:cubicBezTo>
                  <a:cubicBezTo>
                    <a:pt x="498" y="9"/>
                    <a:pt x="497" y="8"/>
                    <a:pt x="496" y="8"/>
                  </a:cubicBezTo>
                  <a:cubicBezTo>
                    <a:pt x="496" y="7"/>
                    <a:pt x="495" y="6"/>
                    <a:pt x="495" y="5"/>
                  </a:cubicBezTo>
                  <a:cubicBezTo>
                    <a:pt x="495" y="4"/>
                    <a:pt x="496" y="3"/>
                    <a:pt x="496" y="2"/>
                  </a:cubicBezTo>
                  <a:cubicBezTo>
                    <a:pt x="497" y="1"/>
                    <a:pt x="498" y="1"/>
                    <a:pt x="499" y="1"/>
                  </a:cubicBezTo>
                  <a:close/>
                  <a:moveTo>
                    <a:pt x="502" y="19"/>
                  </a:moveTo>
                  <a:cubicBezTo>
                    <a:pt x="502" y="46"/>
                    <a:pt x="502" y="46"/>
                    <a:pt x="502" y="46"/>
                  </a:cubicBezTo>
                  <a:cubicBezTo>
                    <a:pt x="502" y="48"/>
                    <a:pt x="502" y="50"/>
                    <a:pt x="502" y="50"/>
                  </a:cubicBezTo>
                  <a:cubicBezTo>
                    <a:pt x="503" y="51"/>
                    <a:pt x="503" y="52"/>
                    <a:pt x="504" y="52"/>
                  </a:cubicBezTo>
                  <a:cubicBezTo>
                    <a:pt x="504" y="52"/>
                    <a:pt x="505" y="52"/>
                    <a:pt x="507" y="52"/>
                  </a:cubicBezTo>
                  <a:cubicBezTo>
                    <a:pt x="507" y="54"/>
                    <a:pt x="507" y="54"/>
                    <a:pt x="507" y="54"/>
                  </a:cubicBezTo>
                  <a:cubicBezTo>
                    <a:pt x="491" y="54"/>
                    <a:pt x="491" y="54"/>
                    <a:pt x="491" y="54"/>
                  </a:cubicBezTo>
                  <a:cubicBezTo>
                    <a:pt x="491" y="52"/>
                    <a:pt x="491" y="52"/>
                    <a:pt x="491" y="52"/>
                  </a:cubicBezTo>
                  <a:cubicBezTo>
                    <a:pt x="492" y="52"/>
                    <a:pt x="494" y="52"/>
                    <a:pt x="494" y="52"/>
                  </a:cubicBezTo>
                  <a:cubicBezTo>
                    <a:pt x="494" y="52"/>
                    <a:pt x="495" y="51"/>
                    <a:pt x="495" y="50"/>
                  </a:cubicBezTo>
                  <a:cubicBezTo>
                    <a:pt x="496" y="50"/>
                    <a:pt x="496" y="48"/>
                    <a:pt x="496" y="46"/>
                  </a:cubicBezTo>
                  <a:cubicBezTo>
                    <a:pt x="496" y="33"/>
                    <a:pt x="496" y="33"/>
                    <a:pt x="496" y="33"/>
                  </a:cubicBezTo>
                  <a:cubicBezTo>
                    <a:pt x="496" y="29"/>
                    <a:pt x="496" y="27"/>
                    <a:pt x="495" y="26"/>
                  </a:cubicBezTo>
                  <a:cubicBezTo>
                    <a:pt x="495" y="25"/>
                    <a:pt x="495" y="24"/>
                    <a:pt x="494" y="24"/>
                  </a:cubicBezTo>
                  <a:cubicBezTo>
                    <a:pt x="494" y="24"/>
                    <a:pt x="494" y="24"/>
                    <a:pt x="493" y="24"/>
                  </a:cubicBezTo>
                  <a:cubicBezTo>
                    <a:pt x="492" y="24"/>
                    <a:pt x="491" y="24"/>
                    <a:pt x="490" y="24"/>
                  </a:cubicBezTo>
                  <a:cubicBezTo>
                    <a:pt x="490" y="23"/>
                    <a:pt x="490" y="23"/>
                    <a:pt x="490" y="23"/>
                  </a:cubicBezTo>
                  <a:cubicBezTo>
                    <a:pt x="500" y="19"/>
                    <a:pt x="500" y="19"/>
                    <a:pt x="500" y="19"/>
                  </a:cubicBezTo>
                  <a:cubicBezTo>
                    <a:pt x="502" y="19"/>
                    <a:pt x="502" y="19"/>
                    <a:pt x="502" y="19"/>
                  </a:cubicBezTo>
                  <a:close/>
                  <a:moveTo>
                    <a:pt x="524" y="26"/>
                  </a:moveTo>
                  <a:cubicBezTo>
                    <a:pt x="528" y="21"/>
                    <a:pt x="532" y="19"/>
                    <a:pt x="535" y="19"/>
                  </a:cubicBezTo>
                  <a:cubicBezTo>
                    <a:pt x="536" y="19"/>
                    <a:pt x="538" y="19"/>
                    <a:pt x="540" y="20"/>
                  </a:cubicBezTo>
                  <a:cubicBezTo>
                    <a:pt x="541" y="21"/>
                    <a:pt x="542" y="22"/>
                    <a:pt x="543" y="24"/>
                  </a:cubicBezTo>
                  <a:cubicBezTo>
                    <a:pt x="543" y="26"/>
                    <a:pt x="544" y="28"/>
                    <a:pt x="544" y="31"/>
                  </a:cubicBezTo>
                  <a:cubicBezTo>
                    <a:pt x="544" y="46"/>
                    <a:pt x="544" y="46"/>
                    <a:pt x="544" y="46"/>
                  </a:cubicBezTo>
                  <a:cubicBezTo>
                    <a:pt x="544" y="48"/>
                    <a:pt x="544" y="49"/>
                    <a:pt x="544" y="50"/>
                  </a:cubicBezTo>
                  <a:cubicBezTo>
                    <a:pt x="544" y="51"/>
                    <a:pt x="545" y="51"/>
                    <a:pt x="545" y="52"/>
                  </a:cubicBezTo>
                  <a:cubicBezTo>
                    <a:pt x="546" y="52"/>
                    <a:pt x="547" y="52"/>
                    <a:pt x="548" y="52"/>
                  </a:cubicBezTo>
                  <a:cubicBezTo>
                    <a:pt x="548" y="53"/>
                    <a:pt x="548" y="53"/>
                    <a:pt x="548" y="53"/>
                  </a:cubicBezTo>
                  <a:cubicBezTo>
                    <a:pt x="532" y="53"/>
                    <a:pt x="532" y="53"/>
                    <a:pt x="532" y="53"/>
                  </a:cubicBezTo>
                  <a:cubicBezTo>
                    <a:pt x="532" y="52"/>
                    <a:pt x="532" y="52"/>
                    <a:pt x="532" y="52"/>
                  </a:cubicBezTo>
                  <a:cubicBezTo>
                    <a:pt x="533" y="52"/>
                    <a:pt x="533" y="52"/>
                    <a:pt x="533" y="52"/>
                  </a:cubicBezTo>
                  <a:cubicBezTo>
                    <a:pt x="535" y="52"/>
                    <a:pt x="536" y="52"/>
                    <a:pt x="536" y="51"/>
                  </a:cubicBezTo>
                  <a:cubicBezTo>
                    <a:pt x="537" y="51"/>
                    <a:pt x="538" y="50"/>
                    <a:pt x="538" y="49"/>
                  </a:cubicBezTo>
                  <a:cubicBezTo>
                    <a:pt x="538" y="49"/>
                    <a:pt x="538" y="48"/>
                    <a:pt x="538" y="46"/>
                  </a:cubicBezTo>
                  <a:cubicBezTo>
                    <a:pt x="538" y="32"/>
                    <a:pt x="538" y="32"/>
                    <a:pt x="538" y="32"/>
                  </a:cubicBezTo>
                  <a:cubicBezTo>
                    <a:pt x="538" y="28"/>
                    <a:pt x="537" y="26"/>
                    <a:pt x="536" y="25"/>
                  </a:cubicBezTo>
                  <a:cubicBezTo>
                    <a:pt x="536" y="24"/>
                    <a:pt x="534" y="23"/>
                    <a:pt x="532" y="23"/>
                  </a:cubicBezTo>
                  <a:cubicBezTo>
                    <a:pt x="530" y="23"/>
                    <a:pt x="527" y="24"/>
                    <a:pt x="524" y="28"/>
                  </a:cubicBezTo>
                  <a:cubicBezTo>
                    <a:pt x="524" y="46"/>
                    <a:pt x="524" y="46"/>
                    <a:pt x="524" y="46"/>
                  </a:cubicBezTo>
                  <a:cubicBezTo>
                    <a:pt x="524" y="48"/>
                    <a:pt x="524" y="49"/>
                    <a:pt x="524" y="50"/>
                  </a:cubicBezTo>
                  <a:cubicBezTo>
                    <a:pt x="525" y="51"/>
                    <a:pt x="525" y="51"/>
                    <a:pt x="526" y="52"/>
                  </a:cubicBezTo>
                  <a:cubicBezTo>
                    <a:pt x="526" y="52"/>
                    <a:pt x="527" y="52"/>
                    <a:pt x="529" y="52"/>
                  </a:cubicBezTo>
                  <a:cubicBezTo>
                    <a:pt x="529" y="53"/>
                    <a:pt x="529" y="53"/>
                    <a:pt x="529" y="53"/>
                  </a:cubicBezTo>
                  <a:cubicBezTo>
                    <a:pt x="513" y="53"/>
                    <a:pt x="513" y="53"/>
                    <a:pt x="513" y="53"/>
                  </a:cubicBezTo>
                  <a:cubicBezTo>
                    <a:pt x="513" y="52"/>
                    <a:pt x="513" y="52"/>
                    <a:pt x="513" y="52"/>
                  </a:cubicBezTo>
                  <a:cubicBezTo>
                    <a:pt x="514" y="52"/>
                    <a:pt x="514" y="52"/>
                    <a:pt x="514" y="52"/>
                  </a:cubicBezTo>
                  <a:cubicBezTo>
                    <a:pt x="516" y="52"/>
                    <a:pt x="517" y="52"/>
                    <a:pt x="517" y="51"/>
                  </a:cubicBezTo>
                  <a:cubicBezTo>
                    <a:pt x="518" y="50"/>
                    <a:pt x="518" y="48"/>
                    <a:pt x="518" y="46"/>
                  </a:cubicBezTo>
                  <a:cubicBezTo>
                    <a:pt x="518" y="33"/>
                    <a:pt x="518" y="33"/>
                    <a:pt x="518" y="33"/>
                  </a:cubicBezTo>
                  <a:cubicBezTo>
                    <a:pt x="518" y="29"/>
                    <a:pt x="518" y="26"/>
                    <a:pt x="518" y="25"/>
                  </a:cubicBezTo>
                  <a:cubicBezTo>
                    <a:pt x="518" y="24"/>
                    <a:pt x="517" y="24"/>
                    <a:pt x="517" y="23"/>
                  </a:cubicBezTo>
                  <a:cubicBezTo>
                    <a:pt x="516" y="23"/>
                    <a:pt x="516" y="23"/>
                    <a:pt x="515" y="23"/>
                  </a:cubicBezTo>
                  <a:cubicBezTo>
                    <a:pt x="514" y="23"/>
                    <a:pt x="514" y="23"/>
                    <a:pt x="513" y="23"/>
                  </a:cubicBezTo>
                  <a:cubicBezTo>
                    <a:pt x="512" y="22"/>
                    <a:pt x="512" y="22"/>
                    <a:pt x="512" y="22"/>
                  </a:cubicBezTo>
                  <a:cubicBezTo>
                    <a:pt x="522" y="18"/>
                    <a:pt x="522" y="18"/>
                    <a:pt x="522" y="18"/>
                  </a:cubicBezTo>
                  <a:cubicBezTo>
                    <a:pt x="524" y="18"/>
                    <a:pt x="524" y="18"/>
                    <a:pt x="524" y="18"/>
                  </a:cubicBezTo>
                  <a:cubicBezTo>
                    <a:pt x="524" y="26"/>
                    <a:pt x="524" y="26"/>
                    <a:pt x="524" y="26"/>
                  </a:cubicBezTo>
                  <a:close/>
                  <a:moveTo>
                    <a:pt x="573" y="49"/>
                  </a:moveTo>
                  <a:cubicBezTo>
                    <a:pt x="570" y="52"/>
                    <a:pt x="568" y="53"/>
                    <a:pt x="567" y="54"/>
                  </a:cubicBezTo>
                  <a:cubicBezTo>
                    <a:pt x="566" y="54"/>
                    <a:pt x="564" y="54"/>
                    <a:pt x="563" y="54"/>
                  </a:cubicBezTo>
                  <a:cubicBezTo>
                    <a:pt x="560" y="54"/>
                    <a:pt x="559" y="54"/>
                    <a:pt x="557" y="52"/>
                  </a:cubicBezTo>
                  <a:cubicBezTo>
                    <a:pt x="556" y="50"/>
                    <a:pt x="555" y="48"/>
                    <a:pt x="555" y="46"/>
                  </a:cubicBezTo>
                  <a:cubicBezTo>
                    <a:pt x="555" y="44"/>
                    <a:pt x="556" y="42"/>
                    <a:pt x="556" y="41"/>
                  </a:cubicBezTo>
                  <a:cubicBezTo>
                    <a:pt x="557" y="40"/>
                    <a:pt x="559" y="38"/>
                    <a:pt x="562" y="36"/>
                  </a:cubicBezTo>
                  <a:cubicBezTo>
                    <a:pt x="564" y="35"/>
                    <a:pt x="568" y="33"/>
                    <a:pt x="574" y="31"/>
                  </a:cubicBezTo>
                  <a:cubicBezTo>
                    <a:pt x="574" y="30"/>
                    <a:pt x="574" y="30"/>
                    <a:pt x="574" y="30"/>
                  </a:cubicBezTo>
                  <a:cubicBezTo>
                    <a:pt x="574" y="26"/>
                    <a:pt x="573" y="24"/>
                    <a:pt x="572" y="23"/>
                  </a:cubicBezTo>
                  <a:cubicBezTo>
                    <a:pt x="571" y="22"/>
                    <a:pt x="570" y="21"/>
                    <a:pt x="568" y="21"/>
                  </a:cubicBezTo>
                  <a:cubicBezTo>
                    <a:pt x="566" y="21"/>
                    <a:pt x="565" y="21"/>
                    <a:pt x="564" y="22"/>
                  </a:cubicBezTo>
                  <a:cubicBezTo>
                    <a:pt x="563" y="23"/>
                    <a:pt x="563" y="24"/>
                    <a:pt x="563" y="25"/>
                  </a:cubicBezTo>
                  <a:cubicBezTo>
                    <a:pt x="563" y="27"/>
                    <a:pt x="563" y="27"/>
                    <a:pt x="563" y="27"/>
                  </a:cubicBezTo>
                  <a:cubicBezTo>
                    <a:pt x="563" y="28"/>
                    <a:pt x="562" y="29"/>
                    <a:pt x="562" y="30"/>
                  </a:cubicBezTo>
                  <a:cubicBezTo>
                    <a:pt x="562" y="30"/>
                    <a:pt x="561" y="30"/>
                    <a:pt x="560" y="30"/>
                  </a:cubicBezTo>
                  <a:cubicBezTo>
                    <a:pt x="559" y="30"/>
                    <a:pt x="558" y="30"/>
                    <a:pt x="558" y="30"/>
                  </a:cubicBezTo>
                  <a:cubicBezTo>
                    <a:pt x="558" y="29"/>
                    <a:pt x="557" y="28"/>
                    <a:pt x="557" y="27"/>
                  </a:cubicBezTo>
                  <a:cubicBezTo>
                    <a:pt x="557" y="25"/>
                    <a:pt x="558" y="23"/>
                    <a:pt x="560" y="21"/>
                  </a:cubicBezTo>
                  <a:cubicBezTo>
                    <a:pt x="562" y="19"/>
                    <a:pt x="566" y="18"/>
                    <a:pt x="569" y="18"/>
                  </a:cubicBezTo>
                  <a:cubicBezTo>
                    <a:pt x="572" y="18"/>
                    <a:pt x="574" y="18"/>
                    <a:pt x="576" y="20"/>
                  </a:cubicBezTo>
                  <a:cubicBezTo>
                    <a:pt x="578" y="20"/>
                    <a:pt x="579" y="22"/>
                    <a:pt x="580" y="23"/>
                  </a:cubicBezTo>
                  <a:cubicBezTo>
                    <a:pt x="580" y="24"/>
                    <a:pt x="580" y="26"/>
                    <a:pt x="580" y="30"/>
                  </a:cubicBezTo>
                  <a:cubicBezTo>
                    <a:pt x="580" y="41"/>
                    <a:pt x="580" y="41"/>
                    <a:pt x="580" y="41"/>
                  </a:cubicBezTo>
                  <a:cubicBezTo>
                    <a:pt x="580" y="44"/>
                    <a:pt x="580" y="46"/>
                    <a:pt x="580" y="47"/>
                  </a:cubicBezTo>
                  <a:cubicBezTo>
                    <a:pt x="580" y="48"/>
                    <a:pt x="581" y="48"/>
                    <a:pt x="581" y="49"/>
                  </a:cubicBezTo>
                  <a:cubicBezTo>
                    <a:pt x="581" y="49"/>
                    <a:pt x="581" y="49"/>
                    <a:pt x="582" y="49"/>
                  </a:cubicBezTo>
                  <a:cubicBezTo>
                    <a:pt x="582" y="49"/>
                    <a:pt x="582" y="49"/>
                    <a:pt x="583" y="49"/>
                  </a:cubicBezTo>
                  <a:cubicBezTo>
                    <a:pt x="583" y="48"/>
                    <a:pt x="584" y="48"/>
                    <a:pt x="586" y="46"/>
                  </a:cubicBezTo>
                  <a:cubicBezTo>
                    <a:pt x="586" y="48"/>
                    <a:pt x="586" y="48"/>
                    <a:pt x="586" y="48"/>
                  </a:cubicBezTo>
                  <a:cubicBezTo>
                    <a:pt x="583" y="52"/>
                    <a:pt x="580" y="54"/>
                    <a:pt x="578" y="54"/>
                  </a:cubicBezTo>
                  <a:cubicBezTo>
                    <a:pt x="577" y="54"/>
                    <a:pt x="576" y="53"/>
                    <a:pt x="575" y="52"/>
                  </a:cubicBezTo>
                  <a:cubicBezTo>
                    <a:pt x="574" y="52"/>
                    <a:pt x="573" y="51"/>
                    <a:pt x="573" y="49"/>
                  </a:cubicBezTo>
                  <a:close/>
                  <a:moveTo>
                    <a:pt x="573" y="46"/>
                  </a:moveTo>
                  <a:cubicBezTo>
                    <a:pt x="573" y="34"/>
                    <a:pt x="573" y="34"/>
                    <a:pt x="573" y="34"/>
                  </a:cubicBezTo>
                  <a:cubicBezTo>
                    <a:pt x="570" y="35"/>
                    <a:pt x="567" y="36"/>
                    <a:pt x="566" y="37"/>
                  </a:cubicBezTo>
                  <a:cubicBezTo>
                    <a:pt x="564" y="38"/>
                    <a:pt x="563" y="39"/>
                    <a:pt x="562" y="40"/>
                  </a:cubicBezTo>
                  <a:cubicBezTo>
                    <a:pt x="562" y="42"/>
                    <a:pt x="561" y="43"/>
                    <a:pt x="561" y="44"/>
                  </a:cubicBezTo>
                  <a:cubicBezTo>
                    <a:pt x="561" y="46"/>
                    <a:pt x="562" y="48"/>
                    <a:pt x="563" y="49"/>
                  </a:cubicBezTo>
                  <a:cubicBezTo>
                    <a:pt x="564" y="50"/>
                    <a:pt x="565" y="50"/>
                    <a:pt x="566" y="50"/>
                  </a:cubicBezTo>
                  <a:cubicBezTo>
                    <a:pt x="568" y="50"/>
                    <a:pt x="570" y="49"/>
                    <a:pt x="573" y="4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56" name="Freeform 36"/>
            <p:cNvSpPr>
              <a:spLocks noEditPoints="1"/>
            </p:cNvSpPr>
            <p:nvPr/>
          </p:nvSpPr>
          <p:spPr bwMode="auto">
            <a:xfrm>
              <a:off x="9304400" y="4596116"/>
              <a:ext cx="2255838" cy="300038"/>
            </a:xfrm>
            <a:custGeom>
              <a:avLst/>
              <a:gdLst>
                <a:gd name="T0" fmla="*/ 1465 w 1513"/>
                <a:gd name="T1" fmla="*/ 107 h 200"/>
                <a:gd name="T2" fmla="*/ 1416 w 1513"/>
                <a:gd name="T3" fmla="*/ 130 h 200"/>
                <a:gd name="T4" fmla="*/ 1450 w 1513"/>
                <a:gd name="T5" fmla="*/ 47 h 200"/>
                <a:gd name="T6" fmla="*/ 1458 w 1513"/>
                <a:gd name="T7" fmla="*/ 70 h 200"/>
                <a:gd name="T8" fmla="*/ 1467 w 1513"/>
                <a:gd name="T9" fmla="*/ 146 h 200"/>
                <a:gd name="T10" fmla="*/ 1410 w 1513"/>
                <a:gd name="T11" fmla="*/ 171 h 200"/>
                <a:gd name="T12" fmla="*/ 1408 w 1513"/>
                <a:gd name="T13" fmla="*/ 153 h 200"/>
                <a:gd name="T14" fmla="*/ 1272 w 1513"/>
                <a:gd name="T15" fmla="*/ 125 h 200"/>
                <a:gd name="T16" fmla="*/ 1257 w 1513"/>
                <a:gd name="T17" fmla="*/ 79 h 200"/>
                <a:gd name="T18" fmla="*/ 1298 w 1513"/>
                <a:gd name="T19" fmla="*/ 59 h 200"/>
                <a:gd name="T20" fmla="*/ 1220 w 1513"/>
                <a:gd name="T21" fmla="*/ 139 h 200"/>
                <a:gd name="T22" fmla="*/ 1112 w 1513"/>
                <a:gd name="T23" fmla="*/ 16 h 200"/>
                <a:gd name="T24" fmla="*/ 1064 w 1513"/>
                <a:gd name="T25" fmla="*/ 107 h 200"/>
                <a:gd name="T26" fmla="*/ 1074 w 1513"/>
                <a:gd name="T27" fmla="*/ 95 h 200"/>
                <a:gd name="T28" fmla="*/ 1096 w 1513"/>
                <a:gd name="T29" fmla="*/ 49 h 200"/>
                <a:gd name="T30" fmla="*/ 1098 w 1513"/>
                <a:gd name="T31" fmla="*/ 84 h 200"/>
                <a:gd name="T32" fmla="*/ 1101 w 1513"/>
                <a:gd name="T33" fmla="*/ 154 h 200"/>
                <a:gd name="T34" fmla="*/ 1038 w 1513"/>
                <a:gd name="T35" fmla="*/ 172 h 200"/>
                <a:gd name="T36" fmla="*/ 862 w 1513"/>
                <a:gd name="T37" fmla="*/ 136 h 200"/>
                <a:gd name="T38" fmla="*/ 895 w 1513"/>
                <a:gd name="T39" fmla="*/ 103 h 200"/>
                <a:gd name="T40" fmla="*/ 856 w 1513"/>
                <a:gd name="T41" fmla="*/ 83 h 200"/>
                <a:gd name="T42" fmla="*/ 873 w 1513"/>
                <a:gd name="T43" fmla="*/ 80 h 200"/>
                <a:gd name="T44" fmla="*/ 905 w 1513"/>
                <a:gd name="T45" fmla="*/ 38 h 200"/>
                <a:gd name="T46" fmla="*/ 908 w 1513"/>
                <a:gd name="T47" fmla="*/ 83 h 200"/>
                <a:gd name="T48" fmla="*/ 874 w 1513"/>
                <a:gd name="T49" fmla="*/ 168 h 200"/>
                <a:gd name="T50" fmla="*/ 809 w 1513"/>
                <a:gd name="T51" fmla="*/ 149 h 200"/>
                <a:gd name="T52" fmla="*/ 704 w 1513"/>
                <a:gd name="T53" fmla="*/ 45 h 200"/>
                <a:gd name="T54" fmla="*/ 658 w 1513"/>
                <a:gd name="T55" fmla="*/ 45 h 200"/>
                <a:gd name="T56" fmla="*/ 694 w 1513"/>
                <a:gd name="T57" fmla="*/ 50 h 200"/>
                <a:gd name="T58" fmla="*/ 705 w 1513"/>
                <a:gd name="T59" fmla="*/ 55 h 200"/>
                <a:gd name="T60" fmla="*/ 697 w 1513"/>
                <a:gd name="T61" fmla="*/ 139 h 200"/>
                <a:gd name="T62" fmla="*/ 662 w 1513"/>
                <a:gd name="T63" fmla="*/ 179 h 200"/>
                <a:gd name="T64" fmla="*/ 686 w 1513"/>
                <a:gd name="T65" fmla="*/ 141 h 200"/>
                <a:gd name="T66" fmla="*/ 720 w 1513"/>
                <a:gd name="T67" fmla="*/ 90 h 200"/>
                <a:gd name="T68" fmla="*/ 540 w 1513"/>
                <a:gd name="T69" fmla="*/ 92 h 200"/>
                <a:gd name="T70" fmla="*/ 491 w 1513"/>
                <a:gd name="T71" fmla="*/ 115 h 200"/>
                <a:gd name="T72" fmla="*/ 466 w 1513"/>
                <a:gd name="T73" fmla="*/ 70 h 200"/>
                <a:gd name="T74" fmla="*/ 444 w 1513"/>
                <a:gd name="T75" fmla="*/ 90 h 200"/>
                <a:gd name="T76" fmla="*/ 426 w 1513"/>
                <a:gd name="T77" fmla="*/ 96 h 200"/>
                <a:gd name="T78" fmla="*/ 414 w 1513"/>
                <a:gd name="T79" fmla="*/ 90 h 200"/>
                <a:gd name="T80" fmla="*/ 502 w 1513"/>
                <a:gd name="T81" fmla="*/ 43 h 200"/>
                <a:gd name="T82" fmla="*/ 560 w 1513"/>
                <a:gd name="T83" fmla="*/ 85 h 200"/>
                <a:gd name="T84" fmla="*/ 520 w 1513"/>
                <a:gd name="T85" fmla="*/ 187 h 200"/>
                <a:gd name="T86" fmla="*/ 465 w 1513"/>
                <a:gd name="T87" fmla="*/ 119 h 200"/>
                <a:gd name="T88" fmla="*/ 442 w 1513"/>
                <a:gd name="T89" fmla="*/ 153 h 200"/>
                <a:gd name="T90" fmla="*/ 282 w 1513"/>
                <a:gd name="T91" fmla="*/ 98 h 200"/>
                <a:gd name="T92" fmla="*/ 259 w 1513"/>
                <a:gd name="T93" fmla="*/ 93 h 200"/>
                <a:gd name="T94" fmla="*/ 226 w 1513"/>
                <a:gd name="T95" fmla="*/ 158 h 200"/>
                <a:gd name="T96" fmla="*/ 307 w 1513"/>
                <a:gd name="T97" fmla="*/ 43 h 200"/>
                <a:gd name="T98" fmla="*/ 290 w 1513"/>
                <a:gd name="T99" fmla="*/ 120 h 200"/>
                <a:gd name="T100" fmla="*/ 234 w 1513"/>
                <a:gd name="T101" fmla="*/ 93 h 200"/>
                <a:gd name="T102" fmla="*/ 205 w 1513"/>
                <a:gd name="T103" fmla="*/ 107 h 200"/>
                <a:gd name="T104" fmla="*/ 226 w 1513"/>
                <a:gd name="T105" fmla="*/ 171 h 200"/>
                <a:gd name="T106" fmla="*/ 101 w 1513"/>
                <a:gd name="T107" fmla="*/ 63 h 200"/>
                <a:gd name="T108" fmla="*/ 32 w 1513"/>
                <a:gd name="T109" fmla="*/ 94 h 200"/>
                <a:gd name="T110" fmla="*/ 58 w 1513"/>
                <a:gd name="T111" fmla="*/ 7 h 200"/>
                <a:gd name="T112" fmla="*/ 104 w 1513"/>
                <a:gd name="T113" fmla="*/ 90 h 200"/>
                <a:gd name="T114" fmla="*/ 48 w 1513"/>
                <a:gd name="T115" fmla="*/ 152 h 200"/>
                <a:gd name="T116" fmla="*/ 3 w 1513"/>
                <a:gd name="T117" fmla="*/ 66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513" h="200">
                  <a:moveTo>
                    <a:pt x="1410" y="31"/>
                  </a:moveTo>
                  <a:cubicBezTo>
                    <a:pt x="1410" y="28"/>
                    <a:pt x="1410" y="26"/>
                    <a:pt x="1410" y="23"/>
                  </a:cubicBezTo>
                  <a:cubicBezTo>
                    <a:pt x="1418" y="21"/>
                    <a:pt x="1413" y="3"/>
                    <a:pt x="1421" y="0"/>
                  </a:cubicBezTo>
                  <a:cubicBezTo>
                    <a:pt x="1424" y="0"/>
                    <a:pt x="1424" y="0"/>
                    <a:pt x="1424" y="0"/>
                  </a:cubicBezTo>
                  <a:cubicBezTo>
                    <a:pt x="1425" y="3"/>
                    <a:pt x="1427" y="7"/>
                    <a:pt x="1428" y="11"/>
                  </a:cubicBezTo>
                  <a:cubicBezTo>
                    <a:pt x="1428" y="13"/>
                    <a:pt x="1428" y="15"/>
                    <a:pt x="1428" y="17"/>
                  </a:cubicBezTo>
                  <a:cubicBezTo>
                    <a:pt x="1431" y="30"/>
                    <a:pt x="1429" y="36"/>
                    <a:pt x="1427" y="47"/>
                  </a:cubicBezTo>
                  <a:cubicBezTo>
                    <a:pt x="1414" y="49"/>
                    <a:pt x="1415" y="38"/>
                    <a:pt x="1410" y="31"/>
                  </a:cubicBezTo>
                  <a:close/>
                  <a:moveTo>
                    <a:pt x="1442" y="122"/>
                  </a:moveTo>
                  <a:cubicBezTo>
                    <a:pt x="1442" y="107"/>
                    <a:pt x="1454" y="110"/>
                    <a:pt x="1465" y="107"/>
                  </a:cubicBezTo>
                  <a:cubicBezTo>
                    <a:pt x="1470" y="105"/>
                    <a:pt x="1478" y="101"/>
                    <a:pt x="1482" y="97"/>
                  </a:cubicBezTo>
                  <a:cubicBezTo>
                    <a:pt x="1484" y="95"/>
                    <a:pt x="1484" y="93"/>
                    <a:pt x="1486" y="91"/>
                  </a:cubicBezTo>
                  <a:cubicBezTo>
                    <a:pt x="1485" y="90"/>
                    <a:pt x="1485" y="88"/>
                    <a:pt x="1484" y="87"/>
                  </a:cubicBezTo>
                  <a:cubicBezTo>
                    <a:pt x="1482" y="86"/>
                    <a:pt x="1479" y="83"/>
                    <a:pt x="1477" y="83"/>
                  </a:cubicBezTo>
                  <a:cubicBezTo>
                    <a:pt x="1474" y="81"/>
                    <a:pt x="1470" y="82"/>
                    <a:pt x="1468" y="81"/>
                  </a:cubicBezTo>
                  <a:cubicBezTo>
                    <a:pt x="1452" y="83"/>
                    <a:pt x="1429" y="95"/>
                    <a:pt x="1424" y="105"/>
                  </a:cubicBezTo>
                  <a:cubicBezTo>
                    <a:pt x="1424" y="108"/>
                    <a:pt x="1424" y="111"/>
                    <a:pt x="1424" y="113"/>
                  </a:cubicBezTo>
                  <a:cubicBezTo>
                    <a:pt x="1426" y="115"/>
                    <a:pt x="1428" y="117"/>
                    <a:pt x="1430" y="119"/>
                  </a:cubicBezTo>
                  <a:cubicBezTo>
                    <a:pt x="1430" y="126"/>
                    <a:pt x="1430" y="134"/>
                    <a:pt x="1422" y="135"/>
                  </a:cubicBezTo>
                  <a:cubicBezTo>
                    <a:pt x="1420" y="133"/>
                    <a:pt x="1418" y="132"/>
                    <a:pt x="1416" y="130"/>
                  </a:cubicBezTo>
                  <a:cubicBezTo>
                    <a:pt x="1414" y="132"/>
                    <a:pt x="1413" y="133"/>
                    <a:pt x="1409" y="132"/>
                  </a:cubicBezTo>
                  <a:cubicBezTo>
                    <a:pt x="1407" y="128"/>
                    <a:pt x="1397" y="105"/>
                    <a:pt x="1398" y="102"/>
                  </a:cubicBezTo>
                  <a:cubicBezTo>
                    <a:pt x="1399" y="99"/>
                    <a:pt x="1405" y="97"/>
                    <a:pt x="1408" y="96"/>
                  </a:cubicBezTo>
                  <a:cubicBezTo>
                    <a:pt x="1414" y="93"/>
                    <a:pt x="1418" y="86"/>
                    <a:pt x="1423" y="82"/>
                  </a:cubicBezTo>
                  <a:cubicBezTo>
                    <a:pt x="1426" y="80"/>
                    <a:pt x="1430" y="80"/>
                    <a:pt x="1433" y="79"/>
                  </a:cubicBezTo>
                  <a:cubicBezTo>
                    <a:pt x="1441" y="75"/>
                    <a:pt x="1447" y="65"/>
                    <a:pt x="1454" y="59"/>
                  </a:cubicBezTo>
                  <a:cubicBezTo>
                    <a:pt x="1462" y="51"/>
                    <a:pt x="1472" y="50"/>
                    <a:pt x="1478" y="41"/>
                  </a:cubicBezTo>
                  <a:cubicBezTo>
                    <a:pt x="1478" y="41"/>
                    <a:pt x="1478" y="41"/>
                    <a:pt x="1478" y="40"/>
                  </a:cubicBezTo>
                  <a:cubicBezTo>
                    <a:pt x="1477" y="40"/>
                    <a:pt x="1477" y="40"/>
                    <a:pt x="1477" y="40"/>
                  </a:cubicBezTo>
                  <a:cubicBezTo>
                    <a:pt x="1472" y="45"/>
                    <a:pt x="1459" y="54"/>
                    <a:pt x="1450" y="47"/>
                  </a:cubicBezTo>
                  <a:cubicBezTo>
                    <a:pt x="1446" y="45"/>
                    <a:pt x="1447" y="40"/>
                    <a:pt x="1444" y="37"/>
                  </a:cubicBezTo>
                  <a:cubicBezTo>
                    <a:pt x="1443" y="35"/>
                    <a:pt x="1440" y="34"/>
                    <a:pt x="1440" y="31"/>
                  </a:cubicBezTo>
                  <a:cubicBezTo>
                    <a:pt x="1440" y="29"/>
                    <a:pt x="1441" y="28"/>
                    <a:pt x="1441" y="27"/>
                  </a:cubicBezTo>
                  <a:cubicBezTo>
                    <a:pt x="1447" y="27"/>
                    <a:pt x="1459" y="35"/>
                    <a:pt x="1462" y="38"/>
                  </a:cubicBezTo>
                  <a:cubicBezTo>
                    <a:pt x="1471" y="35"/>
                    <a:pt x="1480" y="33"/>
                    <a:pt x="1488" y="28"/>
                  </a:cubicBezTo>
                  <a:cubicBezTo>
                    <a:pt x="1491" y="26"/>
                    <a:pt x="1496" y="30"/>
                    <a:pt x="1498" y="29"/>
                  </a:cubicBezTo>
                  <a:cubicBezTo>
                    <a:pt x="1502" y="32"/>
                    <a:pt x="1508" y="48"/>
                    <a:pt x="1500" y="52"/>
                  </a:cubicBezTo>
                  <a:cubicBezTo>
                    <a:pt x="1496" y="53"/>
                    <a:pt x="1490" y="53"/>
                    <a:pt x="1486" y="54"/>
                  </a:cubicBezTo>
                  <a:cubicBezTo>
                    <a:pt x="1476" y="56"/>
                    <a:pt x="1464" y="63"/>
                    <a:pt x="1457" y="69"/>
                  </a:cubicBezTo>
                  <a:cubicBezTo>
                    <a:pt x="1457" y="69"/>
                    <a:pt x="1458" y="69"/>
                    <a:pt x="1458" y="70"/>
                  </a:cubicBezTo>
                  <a:cubicBezTo>
                    <a:pt x="1458" y="70"/>
                    <a:pt x="1458" y="70"/>
                    <a:pt x="1458" y="70"/>
                  </a:cubicBezTo>
                  <a:cubicBezTo>
                    <a:pt x="1462" y="71"/>
                    <a:pt x="1469" y="68"/>
                    <a:pt x="1474" y="71"/>
                  </a:cubicBezTo>
                  <a:cubicBezTo>
                    <a:pt x="1485" y="76"/>
                    <a:pt x="1500" y="81"/>
                    <a:pt x="1500" y="99"/>
                  </a:cubicBezTo>
                  <a:cubicBezTo>
                    <a:pt x="1497" y="100"/>
                    <a:pt x="1496" y="102"/>
                    <a:pt x="1494" y="103"/>
                  </a:cubicBezTo>
                  <a:cubicBezTo>
                    <a:pt x="1488" y="105"/>
                    <a:pt x="1482" y="105"/>
                    <a:pt x="1477" y="108"/>
                  </a:cubicBezTo>
                  <a:cubicBezTo>
                    <a:pt x="1477" y="109"/>
                    <a:pt x="1477" y="109"/>
                    <a:pt x="1477" y="110"/>
                  </a:cubicBezTo>
                  <a:cubicBezTo>
                    <a:pt x="1478" y="112"/>
                    <a:pt x="1479" y="113"/>
                    <a:pt x="1479" y="118"/>
                  </a:cubicBezTo>
                  <a:cubicBezTo>
                    <a:pt x="1477" y="119"/>
                    <a:pt x="1478" y="122"/>
                    <a:pt x="1476" y="123"/>
                  </a:cubicBezTo>
                  <a:cubicBezTo>
                    <a:pt x="1472" y="130"/>
                    <a:pt x="1465" y="135"/>
                    <a:pt x="1463" y="142"/>
                  </a:cubicBezTo>
                  <a:cubicBezTo>
                    <a:pt x="1464" y="143"/>
                    <a:pt x="1466" y="145"/>
                    <a:pt x="1467" y="146"/>
                  </a:cubicBezTo>
                  <a:cubicBezTo>
                    <a:pt x="1476" y="149"/>
                    <a:pt x="1513" y="129"/>
                    <a:pt x="1508" y="151"/>
                  </a:cubicBezTo>
                  <a:cubicBezTo>
                    <a:pt x="1507" y="154"/>
                    <a:pt x="1505" y="156"/>
                    <a:pt x="1504" y="158"/>
                  </a:cubicBezTo>
                  <a:cubicBezTo>
                    <a:pt x="1500" y="158"/>
                    <a:pt x="1498" y="157"/>
                    <a:pt x="1495" y="157"/>
                  </a:cubicBezTo>
                  <a:cubicBezTo>
                    <a:pt x="1490" y="155"/>
                    <a:pt x="1472" y="161"/>
                    <a:pt x="1469" y="163"/>
                  </a:cubicBezTo>
                  <a:cubicBezTo>
                    <a:pt x="1470" y="169"/>
                    <a:pt x="1471" y="175"/>
                    <a:pt x="1471" y="182"/>
                  </a:cubicBezTo>
                  <a:cubicBezTo>
                    <a:pt x="1469" y="183"/>
                    <a:pt x="1469" y="185"/>
                    <a:pt x="1468" y="186"/>
                  </a:cubicBezTo>
                  <a:cubicBezTo>
                    <a:pt x="1465" y="188"/>
                    <a:pt x="1462" y="187"/>
                    <a:pt x="1458" y="189"/>
                  </a:cubicBezTo>
                  <a:cubicBezTo>
                    <a:pt x="1456" y="190"/>
                    <a:pt x="1453" y="193"/>
                    <a:pt x="1450" y="193"/>
                  </a:cubicBezTo>
                  <a:cubicBezTo>
                    <a:pt x="1432" y="200"/>
                    <a:pt x="1414" y="183"/>
                    <a:pt x="1410" y="171"/>
                  </a:cubicBezTo>
                  <a:cubicBezTo>
                    <a:pt x="1410" y="171"/>
                    <a:pt x="1410" y="171"/>
                    <a:pt x="1410" y="171"/>
                  </a:cubicBezTo>
                  <a:cubicBezTo>
                    <a:pt x="1416" y="171"/>
                    <a:pt x="1423" y="177"/>
                    <a:pt x="1428" y="179"/>
                  </a:cubicBezTo>
                  <a:cubicBezTo>
                    <a:pt x="1430" y="179"/>
                    <a:pt x="1433" y="179"/>
                    <a:pt x="1435" y="179"/>
                  </a:cubicBezTo>
                  <a:cubicBezTo>
                    <a:pt x="1449" y="179"/>
                    <a:pt x="1457" y="174"/>
                    <a:pt x="1463" y="165"/>
                  </a:cubicBezTo>
                  <a:cubicBezTo>
                    <a:pt x="1463" y="164"/>
                    <a:pt x="1463" y="163"/>
                    <a:pt x="1463" y="162"/>
                  </a:cubicBezTo>
                  <a:cubicBezTo>
                    <a:pt x="1462" y="162"/>
                    <a:pt x="1461" y="161"/>
                    <a:pt x="1460" y="161"/>
                  </a:cubicBezTo>
                  <a:cubicBezTo>
                    <a:pt x="1453" y="158"/>
                    <a:pt x="1440" y="165"/>
                    <a:pt x="1434" y="166"/>
                  </a:cubicBezTo>
                  <a:cubicBezTo>
                    <a:pt x="1428" y="167"/>
                    <a:pt x="1413" y="167"/>
                    <a:pt x="1408" y="164"/>
                  </a:cubicBezTo>
                  <a:cubicBezTo>
                    <a:pt x="1406" y="163"/>
                    <a:pt x="1405" y="161"/>
                    <a:pt x="1404" y="160"/>
                  </a:cubicBezTo>
                  <a:cubicBezTo>
                    <a:pt x="1404" y="159"/>
                    <a:pt x="1404" y="157"/>
                    <a:pt x="1404" y="156"/>
                  </a:cubicBezTo>
                  <a:cubicBezTo>
                    <a:pt x="1406" y="155"/>
                    <a:pt x="1407" y="154"/>
                    <a:pt x="1408" y="153"/>
                  </a:cubicBezTo>
                  <a:cubicBezTo>
                    <a:pt x="1418" y="153"/>
                    <a:pt x="1426" y="153"/>
                    <a:pt x="1436" y="153"/>
                  </a:cubicBezTo>
                  <a:cubicBezTo>
                    <a:pt x="1438" y="152"/>
                    <a:pt x="1442" y="149"/>
                    <a:pt x="1444" y="149"/>
                  </a:cubicBezTo>
                  <a:cubicBezTo>
                    <a:pt x="1448" y="147"/>
                    <a:pt x="1452" y="148"/>
                    <a:pt x="1455" y="147"/>
                  </a:cubicBezTo>
                  <a:cubicBezTo>
                    <a:pt x="1456" y="146"/>
                    <a:pt x="1456" y="146"/>
                    <a:pt x="1457" y="145"/>
                  </a:cubicBezTo>
                  <a:cubicBezTo>
                    <a:pt x="1456" y="143"/>
                    <a:pt x="1454" y="139"/>
                    <a:pt x="1456" y="136"/>
                  </a:cubicBezTo>
                  <a:cubicBezTo>
                    <a:pt x="1458" y="129"/>
                    <a:pt x="1460" y="125"/>
                    <a:pt x="1464" y="118"/>
                  </a:cubicBezTo>
                  <a:cubicBezTo>
                    <a:pt x="1463" y="117"/>
                    <a:pt x="1462" y="117"/>
                    <a:pt x="1461" y="117"/>
                  </a:cubicBezTo>
                  <a:cubicBezTo>
                    <a:pt x="1455" y="118"/>
                    <a:pt x="1451" y="121"/>
                    <a:pt x="1442" y="122"/>
                  </a:cubicBezTo>
                  <a:close/>
                  <a:moveTo>
                    <a:pt x="1272" y="127"/>
                  </a:moveTo>
                  <a:cubicBezTo>
                    <a:pt x="1272" y="125"/>
                    <a:pt x="1271" y="126"/>
                    <a:pt x="1272" y="125"/>
                  </a:cubicBezTo>
                  <a:cubicBezTo>
                    <a:pt x="1274" y="119"/>
                    <a:pt x="1285" y="115"/>
                    <a:pt x="1292" y="119"/>
                  </a:cubicBezTo>
                  <a:cubicBezTo>
                    <a:pt x="1301" y="125"/>
                    <a:pt x="1318" y="137"/>
                    <a:pt x="1316" y="154"/>
                  </a:cubicBezTo>
                  <a:cubicBezTo>
                    <a:pt x="1310" y="157"/>
                    <a:pt x="1309" y="164"/>
                    <a:pt x="1298" y="164"/>
                  </a:cubicBezTo>
                  <a:cubicBezTo>
                    <a:pt x="1298" y="161"/>
                    <a:pt x="1294" y="159"/>
                    <a:pt x="1293" y="157"/>
                  </a:cubicBezTo>
                  <a:cubicBezTo>
                    <a:pt x="1292" y="155"/>
                    <a:pt x="1292" y="152"/>
                    <a:pt x="1291" y="149"/>
                  </a:cubicBezTo>
                  <a:cubicBezTo>
                    <a:pt x="1288" y="143"/>
                    <a:pt x="1279" y="128"/>
                    <a:pt x="1272" y="127"/>
                  </a:cubicBezTo>
                  <a:close/>
                  <a:moveTo>
                    <a:pt x="1216" y="87"/>
                  </a:moveTo>
                  <a:cubicBezTo>
                    <a:pt x="1216" y="86"/>
                    <a:pt x="1217" y="85"/>
                    <a:pt x="1217" y="84"/>
                  </a:cubicBezTo>
                  <a:cubicBezTo>
                    <a:pt x="1222" y="85"/>
                    <a:pt x="1227" y="86"/>
                    <a:pt x="1232" y="87"/>
                  </a:cubicBezTo>
                  <a:cubicBezTo>
                    <a:pt x="1237" y="89"/>
                    <a:pt x="1256" y="82"/>
                    <a:pt x="1257" y="79"/>
                  </a:cubicBezTo>
                  <a:cubicBezTo>
                    <a:pt x="1260" y="74"/>
                    <a:pt x="1260" y="41"/>
                    <a:pt x="1257" y="36"/>
                  </a:cubicBezTo>
                  <a:cubicBezTo>
                    <a:pt x="1255" y="31"/>
                    <a:pt x="1252" y="30"/>
                    <a:pt x="1252" y="23"/>
                  </a:cubicBezTo>
                  <a:cubicBezTo>
                    <a:pt x="1256" y="21"/>
                    <a:pt x="1256" y="20"/>
                    <a:pt x="1264" y="20"/>
                  </a:cubicBezTo>
                  <a:cubicBezTo>
                    <a:pt x="1272" y="26"/>
                    <a:pt x="1273" y="39"/>
                    <a:pt x="1273" y="54"/>
                  </a:cubicBezTo>
                  <a:cubicBezTo>
                    <a:pt x="1273" y="59"/>
                    <a:pt x="1271" y="74"/>
                    <a:pt x="1272" y="74"/>
                  </a:cubicBezTo>
                  <a:cubicBezTo>
                    <a:pt x="1276" y="75"/>
                    <a:pt x="1290" y="70"/>
                    <a:pt x="1293" y="68"/>
                  </a:cubicBezTo>
                  <a:cubicBezTo>
                    <a:pt x="1293" y="63"/>
                    <a:pt x="1292" y="61"/>
                    <a:pt x="1288" y="58"/>
                  </a:cubicBezTo>
                  <a:cubicBezTo>
                    <a:pt x="1288" y="57"/>
                    <a:pt x="1288" y="55"/>
                    <a:pt x="1288" y="53"/>
                  </a:cubicBezTo>
                  <a:cubicBezTo>
                    <a:pt x="1289" y="53"/>
                    <a:pt x="1290" y="54"/>
                    <a:pt x="1290" y="54"/>
                  </a:cubicBezTo>
                  <a:cubicBezTo>
                    <a:pt x="1293" y="55"/>
                    <a:pt x="1295" y="59"/>
                    <a:pt x="1298" y="59"/>
                  </a:cubicBezTo>
                  <a:cubicBezTo>
                    <a:pt x="1306" y="62"/>
                    <a:pt x="1314" y="60"/>
                    <a:pt x="1321" y="63"/>
                  </a:cubicBezTo>
                  <a:cubicBezTo>
                    <a:pt x="1322" y="64"/>
                    <a:pt x="1322" y="63"/>
                    <a:pt x="1322" y="65"/>
                  </a:cubicBezTo>
                  <a:cubicBezTo>
                    <a:pt x="1322" y="67"/>
                    <a:pt x="1322" y="69"/>
                    <a:pt x="1322" y="71"/>
                  </a:cubicBezTo>
                  <a:cubicBezTo>
                    <a:pt x="1321" y="71"/>
                    <a:pt x="1320" y="74"/>
                    <a:pt x="1319" y="75"/>
                  </a:cubicBezTo>
                  <a:cubicBezTo>
                    <a:pt x="1317" y="76"/>
                    <a:pt x="1310" y="75"/>
                    <a:pt x="1308" y="76"/>
                  </a:cubicBezTo>
                  <a:cubicBezTo>
                    <a:pt x="1301" y="79"/>
                    <a:pt x="1273" y="90"/>
                    <a:pt x="1268" y="95"/>
                  </a:cubicBezTo>
                  <a:cubicBezTo>
                    <a:pt x="1264" y="99"/>
                    <a:pt x="1266" y="105"/>
                    <a:pt x="1264" y="110"/>
                  </a:cubicBezTo>
                  <a:cubicBezTo>
                    <a:pt x="1260" y="123"/>
                    <a:pt x="1250" y="153"/>
                    <a:pt x="1232" y="145"/>
                  </a:cubicBezTo>
                  <a:cubicBezTo>
                    <a:pt x="1230" y="145"/>
                    <a:pt x="1229" y="145"/>
                    <a:pt x="1228" y="145"/>
                  </a:cubicBezTo>
                  <a:cubicBezTo>
                    <a:pt x="1225" y="143"/>
                    <a:pt x="1223" y="141"/>
                    <a:pt x="1220" y="139"/>
                  </a:cubicBezTo>
                  <a:cubicBezTo>
                    <a:pt x="1220" y="138"/>
                    <a:pt x="1220" y="137"/>
                    <a:pt x="1220" y="135"/>
                  </a:cubicBezTo>
                  <a:cubicBezTo>
                    <a:pt x="1222" y="135"/>
                    <a:pt x="1225" y="131"/>
                    <a:pt x="1227" y="130"/>
                  </a:cubicBezTo>
                  <a:cubicBezTo>
                    <a:pt x="1232" y="128"/>
                    <a:pt x="1236" y="129"/>
                    <a:pt x="1240" y="127"/>
                  </a:cubicBezTo>
                  <a:cubicBezTo>
                    <a:pt x="1246" y="125"/>
                    <a:pt x="1256" y="107"/>
                    <a:pt x="1254" y="101"/>
                  </a:cubicBezTo>
                  <a:cubicBezTo>
                    <a:pt x="1246" y="100"/>
                    <a:pt x="1236" y="101"/>
                    <a:pt x="1228" y="101"/>
                  </a:cubicBezTo>
                  <a:cubicBezTo>
                    <a:pt x="1225" y="98"/>
                    <a:pt x="1222" y="96"/>
                    <a:pt x="1219" y="93"/>
                  </a:cubicBezTo>
                  <a:cubicBezTo>
                    <a:pt x="1217" y="91"/>
                    <a:pt x="1217" y="88"/>
                    <a:pt x="1216" y="87"/>
                  </a:cubicBezTo>
                  <a:close/>
                  <a:moveTo>
                    <a:pt x="1110" y="21"/>
                  </a:moveTo>
                  <a:cubicBezTo>
                    <a:pt x="1110" y="20"/>
                    <a:pt x="1110" y="19"/>
                    <a:pt x="1110" y="17"/>
                  </a:cubicBezTo>
                  <a:cubicBezTo>
                    <a:pt x="1110" y="17"/>
                    <a:pt x="1111" y="16"/>
                    <a:pt x="1112" y="16"/>
                  </a:cubicBezTo>
                  <a:cubicBezTo>
                    <a:pt x="1124" y="17"/>
                    <a:pt x="1148" y="19"/>
                    <a:pt x="1147" y="35"/>
                  </a:cubicBezTo>
                  <a:cubicBezTo>
                    <a:pt x="1142" y="43"/>
                    <a:pt x="1140" y="49"/>
                    <a:pt x="1128" y="45"/>
                  </a:cubicBezTo>
                  <a:cubicBezTo>
                    <a:pt x="1127" y="43"/>
                    <a:pt x="1126" y="41"/>
                    <a:pt x="1124" y="39"/>
                  </a:cubicBezTo>
                  <a:cubicBezTo>
                    <a:pt x="1123" y="38"/>
                    <a:pt x="1121" y="38"/>
                    <a:pt x="1119" y="37"/>
                  </a:cubicBezTo>
                  <a:cubicBezTo>
                    <a:pt x="1119" y="31"/>
                    <a:pt x="1113" y="23"/>
                    <a:pt x="1110" y="21"/>
                  </a:cubicBezTo>
                  <a:close/>
                  <a:moveTo>
                    <a:pt x="1055" y="126"/>
                  </a:moveTo>
                  <a:cubicBezTo>
                    <a:pt x="1058" y="127"/>
                    <a:pt x="1062" y="127"/>
                    <a:pt x="1064" y="125"/>
                  </a:cubicBezTo>
                  <a:cubicBezTo>
                    <a:pt x="1066" y="124"/>
                    <a:pt x="1068" y="125"/>
                    <a:pt x="1070" y="123"/>
                  </a:cubicBezTo>
                  <a:cubicBezTo>
                    <a:pt x="1074" y="119"/>
                    <a:pt x="1070" y="109"/>
                    <a:pt x="1066" y="107"/>
                  </a:cubicBezTo>
                  <a:cubicBezTo>
                    <a:pt x="1066" y="107"/>
                    <a:pt x="1064" y="107"/>
                    <a:pt x="1064" y="107"/>
                  </a:cubicBezTo>
                  <a:cubicBezTo>
                    <a:pt x="1056" y="125"/>
                    <a:pt x="1056" y="125"/>
                    <a:pt x="1056" y="125"/>
                  </a:cubicBezTo>
                  <a:cubicBezTo>
                    <a:pt x="1056" y="125"/>
                    <a:pt x="1056" y="126"/>
                    <a:pt x="1055" y="126"/>
                  </a:cubicBezTo>
                  <a:close/>
                  <a:moveTo>
                    <a:pt x="1021" y="158"/>
                  </a:moveTo>
                  <a:cubicBezTo>
                    <a:pt x="1021" y="153"/>
                    <a:pt x="1024" y="148"/>
                    <a:pt x="1024" y="143"/>
                  </a:cubicBezTo>
                  <a:cubicBezTo>
                    <a:pt x="1025" y="140"/>
                    <a:pt x="1023" y="136"/>
                    <a:pt x="1024" y="133"/>
                  </a:cubicBezTo>
                  <a:cubicBezTo>
                    <a:pt x="1031" y="132"/>
                    <a:pt x="1042" y="114"/>
                    <a:pt x="1048" y="108"/>
                  </a:cubicBezTo>
                  <a:cubicBezTo>
                    <a:pt x="1051" y="106"/>
                    <a:pt x="1056" y="103"/>
                    <a:pt x="1059" y="102"/>
                  </a:cubicBezTo>
                  <a:cubicBezTo>
                    <a:pt x="1060" y="102"/>
                    <a:pt x="1062" y="102"/>
                    <a:pt x="1063" y="103"/>
                  </a:cubicBezTo>
                  <a:cubicBezTo>
                    <a:pt x="1068" y="104"/>
                    <a:pt x="1072" y="102"/>
                    <a:pt x="1075" y="101"/>
                  </a:cubicBezTo>
                  <a:cubicBezTo>
                    <a:pt x="1075" y="99"/>
                    <a:pt x="1075" y="97"/>
                    <a:pt x="1074" y="95"/>
                  </a:cubicBezTo>
                  <a:cubicBezTo>
                    <a:pt x="1074" y="95"/>
                    <a:pt x="1072" y="92"/>
                    <a:pt x="1072" y="93"/>
                  </a:cubicBezTo>
                  <a:cubicBezTo>
                    <a:pt x="1069" y="93"/>
                    <a:pt x="1067" y="96"/>
                    <a:pt x="1065" y="97"/>
                  </a:cubicBezTo>
                  <a:cubicBezTo>
                    <a:pt x="1064" y="97"/>
                    <a:pt x="1062" y="97"/>
                    <a:pt x="1060" y="97"/>
                  </a:cubicBezTo>
                  <a:cubicBezTo>
                    <a:pt x="1051" y="97"/>
                    <a:pt x="1045" y="88"/>
                    <a:pt x="1047" y="79"/>
                  </a:cubicBezTo>
                  <a:cubicBezTo>
                    <a:pt x="1056" y="81"/>
                    <a:pt x="1069" y="81"/>
                    <a:pt x="1076" y="76"/>
                  </a:cubicBezTo>
                  <a:cubicBezTo>
                    <a:pt x="1078" y="64"/>
                    <a:pt x="1079" y="47"/>
                    <a:pt x="1083" y="37"/>
                  </a:cubicBezTo>
                  <a:cubicBezTo>
                    <a:pt x="1085" y="34"/>
                    <a:pt x="1081" y="25"/>
                    <a:pt x="1084" y="18"/>
                  </a:cubicBezTo>
                  <a:cubicBezTo>
                    <a:pt x="1085" y="18"/>
                    <a:pt x="1087" y="18"/>
                    <a:pt x="1089" y="18"/>
                  </a:cubicBezTo>
                  <a:cubicBezTo>
                    <a:pt x="1090" y="19"/>
                    <a:pt x="1091" y="21"/>
                    <a:pt x="1092" y="22"/>
                  </a:cubicBezTo>
                  <a:cubicBezTo>
                    <a:pt x="1092" y="24"/>
                    <a:pt x="1097" y="47"/>
                    <a:pt x="1096" y="49"/>
                  </a:cubicBezTo>
                  <a:cubicBezTo>
                    <a:pt x="1095" y="53"/>
                    <a:pt x="1090" y="67"/>
                    <a:pt x="1092" y="70"/>
                  </a:cubicBezTo>
                  <a:cubicBezTo>
                    <a:pt x="1092" y="71"/>
                    <a:pt x="1092" y="71"/>
                    <a:pt x="1093" y="71"/>
                  </a:cubicBezTo>
                  <a:cubicBezTo>
                    <a:pt x="1099" y="71"/>
                    <a:pt x="1107" y="67"/>
                    <a:pt x="1109" y="62"/>
                  </a:cubicBezTo>
                  <a:cubicBezTo>
                    <a:pt x="1110" y="58"/>
                    <a:pt x="1107" y="56"/>
                    <a:pt x="1108" y="54"/>
                  </a:cubicBezTo>
                  <a:cubicBezTo>
                    <a:pt x="1108" y="54"/>
                    <a:pt x="1109" y="54"/>
                    <a:pt x="1109" y="54"/>
                  </a:cubicBezTo>
                  <a:cubicBezTo>
                    <a:pt x="1113" y="56"/>
                    <a:pt x="1126" y="58"/>
                    <a:pt x="1132" y="59"/>
                  </a:cubicBezTo>
                  <a:cubicBezTo>
                    <a:pt x="1132" y="61"/>
                    <a:pt x="1132" y="63"/>
                    <a:pt x="1132" y="65"/>
                  </a:cubicBezTo>
                  <a:cubicBezTo>
                    <a:pt x="1131" y="65"/>
                    <a:pt x="1130" y="66"/>
                    <a:pt x="1130" y="66"/>
                  </a:cubicBezTo>
                  <a:cubicBezTo>
                    <a:pt x="1129" y="66"/>
                    <a:pt x="1129" y="65"/>
                    <a:pt x="1129" y="65"/>
                  </a:cubicBezTo>
                  <a:cubicBezTo>
                    <a:pt x="1120" y="68"/>
                    <a:pt x="1100" y="77"/>
                    <a:pt x="1098" y="84"/>
                  </a:cubicBezTo>
                  <a:cubicBezTo>
                    <a:pt x="1096" y="84"/>
                    <a:pt x="1093" y="83"/>
                    <a:pt x="1092" y="85"/>
                  </a:cubicBezTo>
                  <a:cubicBezTo>
                    <a:pt x="1085" y="89"/>
                    <a:pt x="1090" y="98"/>
                    <a:pt x="1088" y="106"/>
                  </a:cubicBezTo>
                  <a:cubicBezTo>
                    <a:pt x="1087" y="109"/>
                    <a:pt x="1086" y="112"/>
                    <a:pt x="1087" y="115"/>
                  </a:cubicBezTo>
                  <a:cubicBezTo>
                    <a:pt x="1088" y="115"/>
                    <a:pt x="1089" y="116"/>
                    <a:pt x="1090" y="116"/>
                  </a:cubicBezTo>
                  <a:cubicBezTo>
                    <a:pt x="1095" y="108"/>
                    <a:pt x="1106" y="105"/>
                    <a:pt x="1114" y="111"/>
                  </a:cubicBezTo>
                  <a:cubicBezTo>
                    <a:pt x="1122" y="117"/>
                    <a:pt x="1116" y="123"/>
                    <a:pt x="1119" y="131"/>
                  </a:cubicBezTo>
                  <a:cubicBezTo>
                    <a:pt x="1120" y="136"/>
                    <a:pt x="1126" y="139"/>
                    <a:pt x="1128" y="145"/>
                  </a:cubicBezTo>
                  <a:cubicBezTo>
                    <a:pt x="1128" y="145"/>
                    <a:pt x="1128" y="147"/>
                    <a:pt x="1129" y="146"/>
                  </a:cubicBezTo>
                  <a:cubicBezTo>
                    <a:pt x="1134" y="161"/>
                    <a:pt x="1113" y="161"/>
                    <a:pt x="1105" y="160"/>
                  </a:cubicBezTo>
                  <a:cubicBezTo>
                    <a:pt x="1104" y="158"/>
                    <a:pt x="1102" y="156"/>
                    <a:pt x="1101" y="154"/>
                  </a:cubicBezTo>
                  <a:cubicBezTo>
                    <a:pt x="1098" y="145"/>
                    <a:pt x="1098" y="133"/>
                    <a:pt x="1090" y="130"/>
                  </a:cubicBezTo>
                  <a:cubicBezTo>
                    <a:pt x="1076" y="139"/>
                    <a:pt x="1092" y="160"/>
                    <a:pt x="1085" y="177"/>
                  </a:cubicBezTo>
                  <a:cubicBezTo>
                    <a:pt x="1085" y="177"/>
                    <a:pt x="1085" y="177"/>
                    <a:pt x="1085" y="177"/>
                  </a:cubicBezTo>
                  <a:cubicBezTo>
                    <a:pt x="1083" y="175"/>
                    <a:pt x="1080" y="175"/>
                    <a:pt x="1079" y="173"/>
                  </a:cubicBezTo>
                  <a:cubicBezTo>
                    <a:pt x="1075" y="170"/>
                    <a:pt x="1072" y="163"/>
                    <a:pt x="1070" y="156"/>
                  </a:cubicBezTo>
                  <a:cubicBezTo>
                    <a:pt x="1068" y="149"/>
                    <a:pt x="1074" y="143"/>
                    <a:pt x="1072" y="139"/>
                  </a:cubicBezTo>
                  <a:cubicBezTo>
                    <a:pt x="1071" y="139"/>
                    <a:pt x="1071" y="138"/>
                    <a:pt x="1070" y="137"/>
                  </a:cubicBezTo>
                  <a:cubicBezTo>
                    <a:pt x="1065" y="137"/>
                    <a:pt x="1056" y="139"/>
                    <a:pt x="1054" y="144"/>
                  </a:cubicBezTo>
                  <a:cubicBezTo>
                    <a:pt x="1053" y="147"/>
                    <a:pt x="1054" y="149"/>
                    <a:pt x="1053" y="151"/>
                  </a:cubicBezTo>
                  <a:cubicBezTo>
                    <a:pt x="1050" y="156"/>
                    <a:pt x="1042" y="170"/>
                    <a:pt x="1038" y="172"/>
                  </a:cubicBezTo>
                  <a:cubicBezTo>
                    <a:pt x="1034" y="173"/>
                    <a:pt x="1030" y="171"/>
                    <a:pt x="1027" y="169"/>
                  </a:cubicBezTo>
                  <a:cubicBezTo>
                    <a:pt x="1028" y="163"/>
                    <a:pt x="1024" y="158"/>
                    <a:pt x="1021" y="158"/>
                  </a:cubicBezTo>
                  <a:close/>
                  <a:moveTo>
                    <a:pt x="913" y="65"/>
                  </a:moveTo>
                  <a:cubicBezTo>
                    <a:pt x="914" y="65"/>
                    <a:pt x="913" y="65"/>
                    <a:pt x="915" y="65"/>
                  </a:cubicBezTo>
                  <a:cubicBezTo>
                    <a:pt x="919" y="64"/>
                    <a:pt x="929" y="61"/>
                    <a:pt x="931" y="58"/>
                  </a:cubicBezTo>
                  <a:cubicBezTo>
                    <a:pt x="931" y="57"/>
                    <a:pt x="931" y="55"/>
                    <a:pt x="931" y="54"/>
                  </a:cubicBezTo>
                  <a:cubicBezTo>
                    <a:pt x="929" y="49"/>
                    <a:pt x="924" y="45"/>
                    <a:pt x="920" y="43"/>
                  </a:cubicBezTo>
                  <a:cubicBezTo>
                    <a:pt x="920" y="43"/>
                    <a:pt x="920" y="43"/>
                    <a:pt x="919" y="43"/>
                  </a:cubicBezTo>
                  <a:cubicBezTo>
                    <a:pt x="917" y="47"/>
                    <a:pt x="913" y="58"/>
                    <a:pt x="913" y="65"/>
                  </a:cubicBezTo>
                  <a:close/>
                  <a:moveTo>
                    <a:pt x="862" y="136"/>
                  </a:moveTo>
                  <a:cubicBezTo>
                    <a:pt x="863" y="139"/>
                    <a:pt x="864" y="143"/>
                    <a:pt x="865" y="147"/>
                  </a:cubicBezTo>
                  <a:cubicBezTo>
                    <a:pt x="870" y="155"/>
                    <a:pt x="887" y="161"/>
                    <a:pt x="898" y="154"/>
                  </a:cubicBezTo>
                  <a:cubicBezTo>
                    <a:pt x="900" y="149"/>
                    <a:pt x="886" y="129"/>
                    <a:pt x="882" y="126"/>
                  </a:cubicBezTo>
                  <a:cubicBezTo>
                    <a:pt x="886" y="126"/>
                    <a:pt x="890" y="126"/>
                    <a:pt x="894" y="126"/>
                  </a:cubicBezTo>
                  <a:cubicBezTo>
                    <a:pt x="896" y="127"/>
                    <a:pt x="913" y="133"/>
                    <a:pt x="914" y="132"/>
                  </a:cubicBezTo>
                  <a:cubicBezTo>
                    <a:pt x="918" y="129"/>
                    <a:pt x="918" y="106"/>
                    <a:pt x="916" y="105"/>
                  </a:cubicBezTo>
                  <a:cubicBezTo>
                    <a:pt x="914" y="104"/>
                    <a:pt x="913" y="104"/>
                    <a:pt x="912" y="104"/>
                  </a:cubicBezTo>
                  <a:cubicBezTo>
                    <a:pt x="910" y="107"/>
                    <a:pt x="907" y="113"/>
                    <a:pt x="904" y="116"/>
                  </a:cubicBezTo>
                  <a:cubicBezTo>
                    <a:pt x="903" y="116"/>
                    <a:pt x="902" y="116"/>
                    <a:pt x="902" y="116"/>
                  </a:cubicBezTo>
                  <a:cubicBezTo>
                    <a:pt x="900" y="112"/>
                    <a:pt x="897" y="108"/>
                    <a:pt x="895" y="103"/>
                  </a:cubicBezTo>
                  <a:cubicBezTo>
                    <a:pt x="893" y="99"/>
                    <a:pt x="896" y="91"/>
                    <a:pt x="894" y="87"/>
                  </a:cubicBezTo>
                  <a:cubicBezTo>
                    <a:pt x="881" y="85"/>
                    <a:pt x="881" y="95"/>
                    <a:pt x="876" y="101"/>
                  </a:cubicBezTo>
                  <a:cubicBezTo>
                    <a:pt x="869" y="111"/>
                    <a:pt x="862" y="119"/>
                    <a:pt x="862" y="136"/>
                  </a:cubicBezTo>
                  <a:close/>
                  <a:moveTo>
                    <a:pt x="801" y="141"/>
                  </a:moveTo>
                  <a:cubicBezTo>
                    <a:pt x="801" y="139"/>
                    <a:pt x="801" y="137"/>
                    <a:pt x="801" y="134"/>
                  </a:cubicBezTo>
                  <a:cubicBezTo>
                    <a:pt x="804" y="132"/>
                    <a:pt x="806" y="128"/>
                    <a:pt x="810" y="126"/>
                  </a:cubicBezTo>
                  <a:cubicBezTo>
                    <a:pt x="808" y="123"/>
                    <a:pt x="808" y="120"/>
                    <a:pt x="808" y="116"/>
                  </a:cubicBezTo>
                  <a:cubicBezTo>
                    <a:pt x="811" y="116"/>
                    <a:pt x="820" y="118"/>
                    <a:pt x="825" y="116"/>
                  </a:cubicBezTo>
                  <a:cubicBezTo>
                    <a:pt x="830" y="115"/>
                    <a:pt x="851" y="107"/>
                    <a:pt x="854" y="104"/>
                  </a:cubicBezTo>
                  <a:cubicBezTo>
                    <a:pt x="856" y="100"/>
                    <a:pt x="854" y="87"/>
                    <a:pt x="856" y="83"/>
                  </a:cubicBezTo>
                  <a:cubicBezTo>
                    <a:pt x="857" y="81"/>
                    <a:pt x="863" y="72"/>
                    <a:pt x="861" y="69"/>
                  </a:cubicBezTo>
                  <a:cubicBezTo>
                    <a:pt x="856" y="62"/>
                    <a:pt x="835" y="75"/>
                    <a:pt x="835" y="59"/>
                  </a:cubicBezTo>
                  <a:cubicBezTo>
                    <a:pt x="836" y="59"/>
                    <a:pt x="836" y="59"/>
                    <a:pt x="837" y="58"/>
                  </a:cubicBezTo>
                  <a:cubicBezTo>
                    <a:pt x="840" y="58"/>
                    <a:pt x="843" y="59"/>
                    <a:pt x="845" y="60"/>
                  </a:cubicBezTo>
                  <a:cubicBezTo>
                    <a:pt x="850" y="57"/>
                    <a:pt x="865" y="52"/>
                    <a:pt x="868" y="47"/>
                  </a:cubicBezTo>
                  <a:cubicBezTo>
                    <a:pt x="873" y="39"/>
                    <a:pt x="871" y="30"/>
                    <a:pt x="878" y="23"/>
                  </a:cubicBezTo>
                  <a:cubicBezTo>
                    <a:pt x="884" y="23"/>
                    <a:pt x="888" y="24"/>
                    <a:pt x="893" y="26"/>
                  </a:cubicBezTo>
                  <a:cubicBezTo>
                    <a:pt x="890" y="36"/>
                    <a:pt x="882" y="41"/>
                    <a:pt x="878" y="49"/>
                  </a:cubicBezTo>
                  <a:cubicBezTo>
                    <a:pt x="875" y="56"/>
                    <a:pt x="874" y="68"/>
                    <a:pt x="873" y="74"/>
                  </a:cubicBezTo>
                  <a:cubicBezTo>
                    <a:pt x="873" y="76"/>
                    <a:pt x="873" y="78"/>
                    <a:pt x="873" y="80"/>
                  </a:cubicBezTo>
                  <a:cubicBezTo>
                    <a:pt x="872" y="80"/>
                    <a:pt x="870" y="88"/>
                    <a:pt x="870" y="90"/>
                  </a:cubicBezTo>
                  <a:cubicBezTo>
                    <a:pt x="871" y="90"/>
                    <a:pt x="871" y="91"/>
                    <a:pt x="871" y="91"/>
                  </a:cubicBezTo>
                  <a:cubicBezTo>
                    <a:pt x="872" y="91"/>
                    <a:pt x="872" y="90"/>
                    <a:pt x="873" y="90"/>
                  </a:cubicBezTo>
                  <a:cubicBezTo>
                    <a:pt x="873" y="90"/>
                    <a:pt x="873" y="90"/>
                    <a:pt x="874" y="90"/>
                  </a:cubicBezTo>
                  <a:cubicBezTo>
                    <a:pt x="875" y="89"/>
                    <a:pt x="877" y="87"/>
                    <a:pt x="877" y="85"/>
                  </a:cubicBezTo>
                  <a:cubicBezTo>
                    <a:pt x="877" y="84"/>
                    <a:pt x="877" y="83"/>
                    <a:pt x="877" y="82"/>
                  </a:cubicBezTo>
                  <a:cubicBezTo>
                    <a:pt x="878" y="80"/>
                    <a:pt x="880" y="79"/>
                    <a:pt x="881" y="77"/>
                  </a:cubicBezTo>
                  <a:cubicBezTo>
                    <a:pt x="887" y="77"/>
                    <a:pt x="895" y="75"/>
                    <a:pt x="897" y="72"/>
                  </a:cubicBezTo>
                  <a:cubicBezTo>
                    <a:pt x="899" y="67"/>
                    <a:pt x="897" y="58"/>
                    <a:pt x="899" y="55"/>
                  </a:cubicBezTo>
                  <a:cubicBezTo>
                    <a:pt x="901" y="51"/>
                    <a:pt x="904" y="42"/>
                    <a:pt x="905" y="38"/>
                  </a:cubicBezTo>
                  <a:cubicBezTo>
                    <a:pt x="907" y="29"/>
                    <a:pt x="898" y="22"/>
                    <a:pt x="903" y="17"/>
                  </a:cubicBezTo>
                  <a:cubicBezTo>
                    <a:pt x="907" y="13"/>
                    <a:pt x="915" y="19"/>
                    <a:pt x="917" y="21"/>
                  </a:cubicBezTo>
                  <a:cubicBezTo>
                    <a:pt x="921" y="25"/>
                    <a:pt x="916" y="31"/>
                    <a:pt x="918" y="36"/>
                  </a:cubicBezTo>
                  <a:cubicBezTo>
                    <a:pt x="920" y="41"/>
                    <a:pt x="930" y="45"/>
                    <a:pt x="934" y="47"/>
                  </a:cubicBezTo>
                  <a:cubicBezTo>
                    <a:pt x="938" y="48"/>
                    <a:pt x="943" y="48"/>
                    <a:pt x="948" y="49"/>
                  </a:cubicBezTo>
                  <a:cubicBezTo>
                    <a:pt x="948" y="49"/>
                    <a:pt x="949" y="50"/>
                    <a:pt x="949" y="50"/>
                  </a:cubicBezTo>
                  <a:cubicBezTo>
                    <a:pt x="949" y="51"/>
                    <a:pt x="948" y="53"/>
                    <a:pt x="948" y="54"/>
                  </a:cubicBezTo>
                  <a:cubicBezTo>
                    <a:pt x="945" y="60"/>
                    <a:pt x="935" y="64"/>
                    <a:pt x="930" y="67"/>
                  </a:cubicBezTo>
                  <a:cubicBezTo>
                    <a:pt x="926" y="70"/>
                    <a:pt x="924" y="75"/>
                    <a:pt x="921" y="77"/>
                  </a:cubicBezTo>
                  <a:cubicBezTo>
                    <a:pt x="916" y="80"/>
                    <a:pt x="910" y="79"/>
                    <a:pt x="908" y="83"/>
                  </a:cubicBezTo>
                  <a:cubicBezTo>
                    <a:pt x="908" y="85"/>
                    <a:pt x="907" y="85"/>
                    <a:pt x="907" y="87"/>
                  </a:cubicBezTo>
                  <a:cubicBezTo>
                    <a:pt x="905" y="86"/>
                    <a:pt x="906" y="90"/>
                    <a:pt x="906" y="91"/>
                  </a:cubicBezTo>
                  <a:cubicBezTo>
                    <a:pt x="910" y="93"/>
                    <a:pt x="924" y="95"/>
                    <a:pt x="926" y="99"/>
                  </a:cubicBezTo>
                  <a:cubicBezTo>
                    <a:pt x="930" y="105"/>
                    <a:pt x="930" y="119"/>
                    <a:pt x="928" y="129"/>
                  </a:cubicBezTo>
                  <a:cubicBezTo>
                    <a:pt x="927" y="131"/>
                    <a:pt x="926" y="134"/>
                    <a:pt x="927" y="138"/>
                  </a:cubicBezTo>
                  <a:cubicBezTo>
                    <a:pt x="944" y="144"/>
                    <a:pt x="968" y="157"/>
                    <a:pt x="946" y="175"/>
                  </a:cubicBezTo>
                  <a:cubicBezTo>
                    <a:pt x="930" y="175"/>
                    <a:pt x="930" y="166"/>
                    <a:pt x="917" y="161"/>
                  </a:cubicBezTo>
                  <a:cubicBezTo>
                    <a:pt x="915" y="161"/>
                    <a:pt x="906" y="165"/>
                    <a:pt x="905" y="165"/>
                  </a:cubicBezTo>
                  <a:cubicBezTo>
                    <a:pt x="903" y="165"/>
                    <a:pt x="901" y="165"/>
                    <a:pt x="899" y="165"/>
                  </a:cubicBezTo>
                  <a:cubicBezTo>
                    <a:pt x="892" y="168"/>
                    <a:pt x="882" y="170"/>
                    <a:pt x="874" y="168"/>
                  </a:cubicBezTo>
                  <a:cubicBezTo>
                    <a:pt x="872" y="163"/>
                    <a:pt x="867" y="157"/>
                    <a:pt x="863" y="153"/>
                  </a:cubicBezTo>
                  <a:cubicBezTo>
                    <a:pt x="863" y="153"/>
                    <a:pt x="863" y="153"/>
                    <a:pt x="863" y="153"/>
                  </a:cubicBezTo>
                  <a:cubicBezTo>
                    <a:pt x="862" y="154"/>
                    <a:pt x="862" y="154"/>
                    <a:pt x="862" y="154"/>
                  </a:cubicBezTo>
                  <a:cubicBezTo>
                    <a:pt x="862" y="162"/>
                    <a:pt x="869" y="172"/>
                    <a:pt x="864" y="179"/>
                  </a:cubicBezTo>
                  <a:cubicBezTo>
                    <a:pt x="863" y="179"/>
                    <a:pt x="861" y="179"/>
                    <a:pt x="859" y="178"/>
                  </a:cubicBezTo>
                  <a:cubicBezTo>
                    <a:pt x="855" y="176"/>
                    <a:pt x="854" y="171"/>
                    <a:pt x="851" y="167"/>
                  </a:cubicBezTo>
                  <a:cubicBezTo>
                    <a:pt x="850" y="165"/>
                    <a:pt x="850" y="163"/>
                    <a:pt x="849" y="161"/>
                  </a:cubicBezTo>
                  <a:cubicBezTo>
                    <a:pt x="846" y="159"/>
                    <a:pt x="844" y="156"/>
                    <a:pt x="841" y="153"/>
                  </a:cubicBezTo>
                  <a:cubicBezTo>
                    <a:pt x="839" y="151"/>
                    <a:pt x="840" y="146"/>
                    <a:pt x="837" y="144"/>
                  </a:cubicBezTo>
                  <a:cubicBezTo>
                    <a:pt x="834" y="141"/>
                    <a:pt x="817" y="153"/>
                    <a:pt x="809" y="149"/>
                  </a:cubicBezTo>
                  <a:cubicBezTo>
                    <a:pt x="806" y="147"/>
                    <a:pt x="803" y="144"/>
                    <a:pt x="801" y="141"/>
                  </a:cubicBezTo>
                  <a:close/>
                  <a:moveTo>
                    <a:pt x="704" y="44"/>
                  </a:moveTo>
                  <a:cubicBezTo>
                    <a:pt x="705" y="43"/>
                    <a:pt x="706" y="43"/>
                    <a:pt x="707" y="42"/>
                  </a:cubicBezTo>
                  <a:cubicBezTo>
                    <a:pt x="707" y="41"/>
                    <a:pt x="707" y="41"/>
                    <a:pt x="706" y="40"/>
                  </a:cubicBezTo>
                  <a:cubicBezTo>
                    <a:pt x="706" y="40"/>
                    <a:pt x="706" y="40"/>
                    <a:pt x="706" y="40"/>
                  </a:cubicBezTo>
                  <a:cubicBezTo>
                    <a:pt x="706" y="40"/>
                    <a:pt x="706" y="40"/>
                    <a:pt x="705" y="40"/>
                  </a:cubicBezTo>
                  <a:cubicBezTo>
                    <a:pt x="705" y="41"/>
                    <a:pt x="705" y="43"/>
                    <a:pt x="704" y="44"/>
                  </a:cubicBezTo>
                  <a:close/>
                  <a:moveTo>
                    <a:pt x="702" y="45"/>
                  </a:moveTo>
                  <a:cubicBezTo>
                    <a:pt x="702" y="46"/>
                    <a:pt x="703" y="46"/>
                    <a:pt x="703" y="46"/>
                  </a:cubicBezTo>
                  <a:cubicBezTo>
                    <a:pt x="704" y="46"/>
                    <a:pt x="704" y="46"/>
                    <a:pt x="704" y="45"/>
                  </a:cubicBezTo>
                  <a:cubicBezTo>
                    <a:pt x="704" y="45"/>
                    <a:pt x="704" y="45"/>
                    <a:pt x="704" y="45"/>
                  </a:cubicBezTo>
                  <a:cubicBezTo>
                    <a:pt x="704" y="45"/>
                    <a:pt x="704" y="44"/>
                    <a:pt x="704" y="44"/>
                  </a:cubicBezTo>
                  <a:cubicBezTo>
                    <a:pt x="704" y="44"/>
                    <a:pt x="703" y="43"/>
                    <a:pt x="703" y="43"/>
                  </a:cubicBezTo>
                  <a:cubicBezTo>
                    <a:pt x="703" y="43"/>
                    <a:pt x="703" y="44"/>
                    <a:pt x="702" y="44"/>
                  </a:cubicBezTo>
                  <a:cubicBezTo>
                    <a:pt x="702" y="45"/>
                    <a:pt x="702" y="45"/>
                    <a:pt x="702" y="45"/>
                  </a:cubicBezTo>
                  <a:close/>
                  <a:moveTo>
                    <a:pt x="637" y="47"/>
                  </a:moveTo>
                  <a:cubicBezTo>
                    <a:pt x="637" y="41"/>
                    <a:pt x="637" y="35"/>
                    <a:pt x="639" y="30"/>
                  </a:cubicBezTo>
                  <a:cubicBezTo>
                    <a:pt x="639" y="27"/>
                    <a:pt x="639" y="25"/>
                    <a:pt x="638" y="23"/>
                  </a:cubicBezTo>
                  <a:cubicBezTo>
                    <a:pt x="640" y="23"/>
                    <a:pt x="647" y="21"/>
                    <a:pt x="647" y="21"/>
                  </a:cubicBezTo>
                  <a:cubicBezTo>
                    <a:pt x="652" y="29"/>
                    <a:pt x="651" y="39"/>
                    <a:pt x="658" y="45"/>
                  </a:cubicBezTo>
                  <a:cubicBezTo>
                    <a:pt x="658" y="48"/>
                    <a:pt x="658" y="51"/>
                    <a:pt x="658" y="55"/>
                  </a:cubicBezTo>
                  <a:cubicBezTo>
                    <a:pt x="656" y="55"/>
                    <a:pt x="654" y="58"/>
                    <a:pt x="653" y="59"/>
                  </a:cubicBezTo>
                  <a:cubicBezTo>
                    <a:pt x="643" y="59"/>
                    <a:pt x="640" y="53"/>
                    <a:pt x="637" y="47"/>
                  </a:cubicBezTo>
                  <a:close/>
                  <a:moveTo>
                    <a:pt x="621" y="118"/>
                  </a:moveTo>
                  <a:cubicBezTo>
                    <a:pt x="621" y="113"/>
                    <a:pt x="621" y="109"/>
                    <a:pt x="621" y="105"/>
                  </a:cubicBezTo>
                  <a:cubicBezTo>
                    <a:pt x="628" y="104"/>
                    <a:pt x="632" y="97"/>
                    <a:pt x="636" y="92"/>
                  </a:cubicBezTo>
                  <a:cubicBezTo>
                    <a:pt x="640" y="85"/>
                    <a:pt x="652" y="76"/>
                    <a:pt x="660" y="71"/>
                  </a:cubicBezTo>
                  <a:cubicBezTo>
                    <a:pt x="663" y="70"/>
                    <a:pt x="678" y="62"/>
                    <a:pt x="677" y="61"/>
                  </a:cubicBezTo>
                  <a:cubicBezTo>
                    <a:pt x="680" y="60"/>
                    <a:pt x="693" y="54"/>
                    <a:pt x="694" y="51"/>
                  </a:cubicBezTo>
                  <a:cubicBezTo>
                    <a:pt x="694" y="50"/>
                    <a:pt x="694" y="50"/>
                    <a:pt x="694" y="50"/>
                  </a:cubicBezTo>
                  <a:cubicBezTo>
                    <a:pt x="692" y="49"/>
                    <a:pt x="681" y="45"/>
                    <a:pt x="680" y="44"/>
                  </a:cubicBezTo>
                  <a:cubicBezTo>
                    <a:pt x="678" y="43"/>
                    <a:pt x="676" y="39"/>
                    <a:pt x="675" y="39"/>
                  </a:cubicBezTo>
                  <a:cubicBezTo>
                    <a:pt x="675" y="38"/>
                    <a:pt x="675" y="37"/>
                    <a:pt x="675" y="37"/>
                  </a:cubicBezTo>
                  <a:cubicBezTo>
                    <a:pt x="684" y="39"/>
                    <a:pt x="702" y="36"/>
                    <a:pt x="707" y="33"/>
                  </a:cubicBezTo>
                  <a:cubicBezTo>
                    <a:pt x="709" y="31"/>
                    <a:pt x="712" y="28"/>
                    <a:pt x="716" y="27"/>
                  </a:cubicBezTo>
                  <a:cubicBezTo>
                    <a:pt x="721" y="26"/>
                    <a:pt x="736" y="34"/>
                    <a:pt x="739" y="36"/>
                  </a:cubicBezTo>
                  <a:cubicBezTo>
                    <a:pt x="739" y="38"/>
                    <a:pt x="738" y="39"/>
                    <a:pt x="738" y="41"/>
                  </a:cubicBezTo>
                  <a:cubicBezTo>
                    <a:pt x="736" y="42"/>
                    <a:pt x="734" y="44"/>
                    <a:pt x="732" y="45"/>
                  </a:cubicBezTo>
                  <a:cubicBezTo>
                    <a:pt x="731" y="45"/>
                    <a:pt x="730" y="45"/>
                    <a:pt x="730" y="45"/>
                  </a:cubicBezTo>
                  <a:cubicBezTo>
                    <a:pt x="724" y="47"/>
                    <a:pt x="709" y="51"/>
                    <a:pt x="705" y="55"/>
                  </a:cubicBezTo>
                  <a:cubicBezTo>
                    <a:pt x="706" y="56"/>
                    <a:pt x="706" y="57"/>
                    <a:pt x="706" y="58"/>
                  </a:cubicBezTo>
                  <a:cubicBezTo>
                    <a:pt x="708" y="59"/>
                    <a:pt x="710" y="60"/>
                    <a:pt x="712" y="61"/>
                  </a:cubicBezTo>
                  <a:cubicBezTo>
                    <a:pt x="713" y="61"/>
                    <a:pt x="715" y="61"/>
                    <a:pt x="717" y="61"/>
                  </a:cubicBezTo>
                  <a:cubicBezTo>
                    <a:pt x="724" y="65"/>
                    <a:pt x="744" y="92"/>
                    <a:pt x="730" y="103"/>
                  </a:cubicBezTo>
                  <a:cubicBezTo>
                    <a:pt x="728" y="104"/>
                    <a:pt x="716" y="108"/>
                    <a:pt x="717" y="108"/>
                  </a:cubicBezTo>
                  <a:cubicBezTo>
                    <a:pt x="711" y="111"/>
                    <a:pt x="705" y="106"/>
                    <a:pt x="702" y="111"/>
                  </a:cubicBezTo>
                  <a:cubicBezTo>
                    <a:pt x="702" y="114"/>
                    <a:pt x="702" y="117"/>
                    <a:pt x="702" y="120"/>
                  </a:cubicBezTo>
                  <a:cubicBezTo>
                    <a:pt x="699" y="125"/>
                    <a:pt x="694" y="130"/>
                    <a:pt x="690" y="134"/>
                  </a:cubicBezTo>
                  <a:cubicBezTo>
                    <a:pt x="690" y="136"/>
                    <a:pt x="690" y="137"/>
                    <a:pt x="691" y="137"/>
                  </a:cubicBezTo>
                  <a:cubicBezTo>
                    <a:pt x="692" y="139"/>
                    <a:pt x="695" y="139"/>
                    <a:pt x="697" y="139"/>
                  </a:cubicBezTo>
                  <a:cubicBezTo>
                    <a:pt x="698" y="138"/>
                    <a:pt x="699" y="137"/>
                    <a:pt x="700" y="134"/>
                  </a:cubicBezTo>
                  <a:cubicBezTo>
                    <a:pt x="711" y="134"/>
                    <a:pt x="716" y="138"/>
                    <a:pt x="726" y="140"/>
                  </a:cubicBezTo>
                  <a:cubicBezTo>
                    <a:pt x="727" y="143"/>
                    <a:pt x="730" y="149"/>
                    <a:pt x="729" y="151"/>
                  </a:cubicBezTo>
                  <a:cubicBezTo>
                    <a:pt x="728" y="152"/>
                    <a:pt x="727" y="154"/>
                    <a:pt x="725" y="155"/>
                  </a:cubicBezTo>
                  <a:cubicBezTo>
                    <a:pt x="716" y="158"/>
                    <a:pt x="712" y="149"/>
                    <a:pt x="705" y="150"/>
                  </a:cubicBezTo>
                  <a:cubicBezTo>
                    <a:pt x="704" y="149"/>
                    <a:pt x="700" y="153"/>
                    <a:pt x="699" y="155"/>
                  </a:cubicBezTo>
                  <a:cubicBezTo>
                    <a:pt x="698" y="157"/>
                    <a:pt x="700" y="159"/>
                    <a:pt x="700" y="160"/>
                  </a:cubicBezTo>
                  <a:cubicBezTo>
                    <a:pt x="700" y="162"/>
                    <a:pt x="700" y="164"/>
                    <a:pt x="700" y="166"/>
                  </a:cubicBezTo>
                  <a:cubicBezTo>
                    <a:pt x="702" y="174"/>
                    <a:pt x="698" y="180"/>
                    <a:pt x="692" y="183"/>
                  </a:cubicBezTo>
                  <a:cubicBezTo>
                    <a:pt x="685" y="187"/>
                    <a:pt x="666" y="181"/>
                    <a:pt x="662" y="179"/>
                  </a:cubicBezTo>
                  <a:cubicBezTo>
                    <a:pt x="662" y="177"/>
                    <a:pt x="653" y="173"/>
                    <a:pt x="651" y="173"/>
                  </a:cubicBezTo>
                  <a:cubicBezTo>
                    <a:pt x="651" y="172"/>
                    <a:pt x="652" y="172"/>
                    <a:pt x="652" y="172"/>
                  </a:cubicBezTo>
                  <a:cubicBezTo>
                    <a:pt x="660" y="170"/>
                    <a:pt x="676" y="168"/>
                    <a:pt x="683" y="163"/>
                  </a:cubicBezTo>
                  <a:cubicBezTo>
                    <a:pt x="685" y="162"/>
                    <a:pt x="692" y="157"/>
                    <a:pt x="689" y="155"/>
                  </a:cubicBezTo>
                  <a:cubicBezTo>
                    <a:pt x="685" y="154"/>
                    <a:pt x="675" y="155"/>
                    <a:pt x="672" y="157"/>
                  </a:cubicBezTo>
                  <a:cubicBezTo>
                    <a:pt x="668" y="159"/>
                    <a:pt x="653" y="154"/>
                    <a:pt x="652" y="153"/>
                  </a:cubicBezTo>
                  <a:cubicBezTo>
                    <a:pt x="650" y="152"/>
                    <a:pt x="650" y="151"/>
                    <a:pt x="649" y="149"/>
                  </a:cubicBezTo>
                  <a:cubicBezTo>
                    <a:pt x="649" y="148"/>
                    <a:pt x="649" y="148"/>
                    <a:pt x="650" y="147"/>
                  </a:cubicBezTo>
                  <a:cubicBezTo>
                    <a:pt x="660" y="147"/>
                    <a:pt x="674" y="146"/>
                    <a:pt x="684" y="144"/>
                  </a:cubicBezTo>
                  <a:cubicBezTo>
                    <a:pt x="685" y="143"/>
                    <a:pt x="685" y="142"/>
                    <a:pt x="686" y="141"/>
                  </a:cubicBezTo>
                  <a:cubicBezTo>
                    <a:pt x="686" y="141"/>
                    <a:pt x="686" y="141"/>
                    <a:pt x="686" y="140"/>
                  </a:cubicBezTo>
                  <a:cubicBezTo>
                    <a:pt x="684" y="139"/>
                    <a:pt x="684" y="138"/>
                    <a:pt x="682" y="137"/>
                  </a:cubicBezTo>
                  <a:cubicBezTo>
                    <a:pt x="682" y="133"/>
                    <a:pt x="681" y="129"/>
                    <a:pt x="683" y="125"/>
                  </a:cubicBezTo>
                  <a:cubicBezTo>
                    <a:pt x="685" y="122"/>
                    <a:pt x="691" y="115"/>
                    <a:pt x="690" y="111"/>
                  </a:cubicBezTo>
                  <a:cubicBezTo>
                    <a:pt x="690" y="109"/>
                    <a:pt x="689" y="109"/>
                    <a:pt x="688" y="109"/>
                  </a:cubicBezTo>
                  <a:cubicBezTo>
                    <a:pt x="680" y="105"/>
                    <a:pt x="670" y="123"/>
                    <a:pt x="665" y="118"/>
                  </a:cubicBezTo>
                  <a:cubicBezTo>
                    <a:pt x="666" y="112"/>
                    <a:pt x="667" y="106"/>
                    <a:pt x="670" y="102"/>
                  </a:cubicBezTo>
                  <a:cubicBezTo>
                    <a:pt x="675" y="96"/>
                    <a:pt x="690" y="97"/>
                    <a:pt x="695" y="102"/>
                  </a:cubicBezTo>
                  <a:cubicBezTo>
                    <a:pt x="701" y="102"/>
                    <a:pt x="703" y="100"/>
                    <a:pt x="707" y="98"/>
                  </a:cubicBezTo>
                  <a:cubicBezTo>
                    <a:pt x="711" y="95"/>
                    <a:pt x="717" y="94"/>
                    <a:pt x="720" y="90"/>
                  </a:cubicBezTo>
                  <a:cubicBezTo>
                    <a:pt x="720" y="89"/>
                    <a:pt x="720" y="88"/>
                    <a:pt x="720" y="89"/>
                  </a:cubicBezTo>
                  <a:cubicBezTo>
                    <a:pt x="726" y="78"/>
                    <a:pt x="710" y="68"/>
                    <a:pt x="705" y="66"/>
                  </a:cubicBezTo>
                  <a:cubicBezTo>
                    <a:pt x="694" y="63"/>
                    <a:pt x="681" y="76"/>
                    <a:pt x="678" y="81"/>
                  </a:cubicBezTo>
                  <a:cubicBezTo>
                    <a:pt x="670" y="91"/>
                    <a:pt x="657" y="97"/>
                    <a:pt x="649" y="107"/>
                  </a:cubicBezTo>
                  <a:cubicBezTo>
                    <a:pt x="645" y="112"/>
                    <a:pt x="646" y="118"/>
                    <a:pt x="644" y="123"/>
                  </a:cubicBezTo>
                  <a:cubicBezTo>
                    <a:pt x="643" y="127"/>
                    <a:pt x="640" y="131"/>
                    <a:pt x="639" y="133"/>
                  </a:cubicBezTo>
                  <a:cubicBezTo>
                    <a:pt x="632" y="134"/>
                    <a:pt x="625" y="130"/>
                    <a:pt x="623" y="125"/>
                  </a:cubicBezTo>
                  <a:cubicBezTo>
                    <a:pt x="621" y="123"/>
                    <a:pt x="623" y="120"/>
                    <a:pt x="621" y="118"/>
                  </a:cubicBezTo>
                  <a:close/>
                  <a:moveTo>
                    <a:pt x="537" y="94"/>
                  </a:moveTo>
                  <a:cubicBezTo>
                    <a:pt x="538" y="94"/>
                    <a:pt x="540" y="93"/>
                    <a:pt x="540" y="92"/>
                  </a:cubicBezTo>
                  <a:cubicBezTo>
                    <a:pt x="541" y="91"/>
                    <a:pt x="540" y="90"/>
                    <a:pt x="540" y="89"/>
                  </a:cubicBezTo>
                  <a:cubicBezTo>
                    <a:pt x="539" y="90"/>
                    <a:pt x="539" y="90"/>
                    <a:pt x="539" y="90"/>
                  </a:cubicBezTo>
                  <a:cubicBezTo>
                    <a:pt x="538" y="91"/>
                    <a:pt x="538" y="93"/>
                    <a:pt x="537" y="94"/>
                  </a:cubicBezTo>
                  <a:close/>
                  <a:moveTo>
                    <a:pt x="503" y="79"/>
                  </a:moveTo>
                  <a:cubicBezTo>
                    <a:pt x="504" y="80"/>
                    <a:pt x="505" y="81"/>
                    <a:pt x="507" y="79"/>
                  </a:cubicBezTo>
                  <a:cubicBezTo>
                    <a:pt x="507" y="77"/>
                    <a:pt x="508" y="77"/>
                    <a:pt x="508" y="75"/>
                  </a:cubicBezTo>
                  <a:cubicBezTo>
                    <a:pt x="508" y="75"/>
                    <a:pt x="507" y="75"/>
                    <a:pt x="507" y="74"/>
                  </a:cubicBezTo>
                  <a:cubicBezTo>
                    <a:pt x="506" y="75"/>
                    <a:pt x="505" y="75"/>
                    <a:pt x="504" y="75"/>
                  </a:cubicBezTo>
                  <a:cubicBezTo>
                    <a:pt x="504" y="77"/>
                    <a:pt x="504" y="77"/>
                    <a:pt x="503" y="79"/>
                  </a:cubicBezTo>
                  <a:close/>
                  <a:moveTo>
                    <a:pt x="491" y="115"/>
                  </a:moveTo>
                  <a:cubicBezTo>
                    <a:pt x="496" y="117"/>
                    <a:pt x="504" y="111"/>
                    <a:pt x="507" y="108"/>
                  </a:cubicBezTo>
                  <a:cubicBezTo>
                    <a:pt x="506" y="107"/>
                    <a:pt x="506" y="105"/>
                    <a:pt x="506" y="104"/>
                  </a:cubicBezTo>
                  <a:cubicBezTo>
                    <a:pt x="505" y="104"/>
                    <a:pt x="505" y="103"/>
                    <a:pt x="504" y="103"/>
                  </a:cubicBezTo>
                  <a:cubicBezTo>
                    <a:pt x="501" y="105"/>
                    <a:pt x="494" y="109"/>
                    <a:pt x="491" y="113"/>
                  </a:cubicBezTo>
                  <a:cubicBezTo>
                    <a:pt x="491" y="113"/>
                    <a:pt x="491" y="114"/>
                    <a:pt x="491" y="115"/>
                  </a:cubicBezTo>
                  <a:close/>
                  <a:moveTo>
                    <a:pt x="460" y="78"/>
                  </a:moveTo>
                  <a:cubicBezTo>
                    <a:pt x="461" y="79"/>
                    <a:pt x="462" y="79"/>
                    <a:pt x="463" y="79"/>
                  </a:cubicBezTo>
                  <a:cubicBezTo>
                    <a:pt x="466" y="77"/>
                    <a:pt x="468" y="75"/>
                    <a:pt x="470" y="73"/>
                  </a:cubicBezTo>
                  <a:cubicBezTo>
                    <a:pt x="470" y="71"/>
                    <a:pt x="470" y="71"/>
                    <a:pt x="470" y="69"/>
                  </a:cubicBezTo>
                  <a:cubicBezTo>
                    <a:pt x="468" y="69"/>
                    <a:pt x="467" y="70"/>
                    <a:pt x="466" y="70"/>
                  </a:cubicBezTo>
                  <a:cubicBezTo>
                    <a:pt x="464" y="71"/>
                    <a:pt x="461" y="74"/>
                    <a:pt x="460" y="78"/>
                  </a:cubicBezTo>
                  <a:close/>
                  <a:moveTo>
                    <a:pt x="453" y="106"/>
                  </a:moveTo>
                  <a:cubicBezTo>
                    <a:pt x="454" y="106"/>
                    <a:pt x="454" y="106"/>
                    <a:pt x="455" y="106"/>
                  </a:cubicBezTo>
                  <a:cubicBezTo>
                    <a:pt x="457" y="103"/>
                    <a:pt x="473" y="90"/>
                    <a:pt x="469" y="87"/>
                  </a:cubicBezTo>
                  <a:cubicBezTo>
                    <a:pt x="458" y="82"/>
                    <a:pt x="453" y="96"/>
                    <a:pt x="453" y="106"/>
                  </a:cubicBezTo>
                  <a:close/>
                  <a:moveTo>
                    <a:pt x="438" y="93"/>
                  </a:moveTo>
                  <a:cubicBezTo>
                    <a:pt x="439" y="93"/>
                    <a:pt x="440" y="94"/>
                    <a:pt x="440" y="95"/>
                  </a:cubicBezTo>
                  <a:cubicBezTo>
                    <a:pt x="442" y="95"/>
                    <a:pt x="443" y="95"/>
                    <a:pt x="444" y="95"/>
                  </a:cubicBezTo>
                  <a:cubicBezTo>
                    <a:pt x="445" y="94"/>
                    <a:pt x="446" y="93"/>
                    <a:pt x="446" y="92"/>
                  </a:cubicBezTo>
                  <a:cubicBezTo>
                    <a:pt x="445" y="91"/>
                    <a:pt x="444" y="91"/>
                    <a:pt x="444" y="90"/>
                  </a:cubicBezTo>
                  <a:cubicBezTo>
                    <a:pt x="444" y="91"/>
                    <a:pt x="439" y="91"/>
                    <a:pt x="438" y="92"/>
                  </a:cubicBezTo>
                  <a:cubicBezTo>
                    <a:pt x="438" y="92"/>
                    <a:pt x="438" y="92"/>
                    <a:pt x="438" y="93"/>
                  </a:cubicBezTo>
                  <a:close/>
                  <a:moveTo>
                    <a:pt x="425" y="130"/>
                  </a:moveTo>
                  <a:cubicBezTo>
                    <a:pt x="429" y="129"/>
                    <a:pt x="448" y="117"/>
                    <a:pt x="439" y="112"/>
                  </a:cubicBezTo>
                  <a:cubicBezTo>
                    <a:pt x="438" y="112"/>
                    <a:pt x="438" y="112"/>
                    <a:pt x="437" y="112"/>
                  </a:cubicBezTo>
                  <a:cubicBezTo>
                    <a:pt x="435" y="119"/>
                    <a:pt x="428" y="123"/>
                    <a:pt x="425" y="130"/>
                  </a:cubicBezTo>
                  <a:close/>
                  <a:moveTo>
                    <a:pt x="398" y="150"/>
                  </a:moveTo>
                  <a:cubicBezTo>
                    <a:pt x="398" y="144"/>
                    <a:pt x="399" y="138"/>
                    <a:pt x="399" y="133"/>
                  </a:cubicBezTo>
                  <a:cubicBezTo>
                    <a:pt x="403" y="131"/>
                    <a:pt x="426" y="102"/>
                    <a:pt x="429" y="97"/>
                  </a:cubicBezTo>
                  <a:cubicBezTo>
                    <a:pt x="428" y="96"/>
                    <a:pt x="428" y="96"/>
                    <a:pt x="426" y="96"/>
                  </a:cubicBezTo>
                  <a:cubicBezTo>
                    <a:pt x="424" y="97"/>
                    <a:pt x="405" y="104"/>
                    <a:pt x="401" y="101"/>
                  </a:cubicBezTo>
                  <a:cubicBezTo>
                    <a:pt x="400" y="100"/>
                    <a:pt x="400" y="100"/>
                    <a:pt x="400" y="100"/>
                  </a:cubicBezTo>
                  <a:cubicBezTo>
                    <a:pt x="400" y="86"/>
                    <a:pt x="411" y="79"/>
                    <a:pt x="418" y="74"/>
                  </a:cubicBezTo>
                  <a:cubicBezTo>
                    <a:pt x="424" y="70"/>
                    <a:pt x="428" y="65"/>
                    <a:pt x="432" y="60"/>
                  </a:cubicBezTo>
                  <a:cubicBezTo>
                    <a:pt x="437" y="54"/>
                    <a:pt x="450" y="45"/>
                    <a:pt x="453" y="38"/>
                  </a:cubicBezTo>
                  <a:cubicBezTo>
                    <a:pt x="454" y="34"/>
                    <a:pt x="454" y="29"/>
                    <a:pt x="454" y="25"/>
                  </a:cubicBezTo>
                  <a:cubicBezTo>
                    <a:pt x="462" y="22"/>
                    <a:pt x="468" y="24"/>
                    <a:pt x="473" y="28"/>
                  </a:cubicBezTo>
                  <a:cubicBezTo>
                    <a:pt x="468" y="46"/>
                    <a:pt x="437" y="68"/>
                    <a:pt x="423" y="81"/>
                  </a:cubicBezTo>
                  <a:cubicBezTo>
                    <a:pt x="420" y="84"/>
                    <a:pt x="416" y="86"/>
                    <a:pt x="413" y="89"/>
                  </a:cubicBezTo>
                  <a:cubicBezTo>
                    <a:pt x="413" y="90"/>
                    <a:pt x="413" y="90"/>
                    <a:pt x="414" y="90"/>
                  </a:cubicBezTo>
                  <a:cubicBezTo>
                    <a:pt x="419" y="90"/>
                    <a:pt x="426" y="88"/>
                    <a:pt x="430" y="86"/>
                  </a:cubicBezTo>
                  <a:cubicBezTo>
                    <a:pt x="436" y="85"/>
                    <a:pt x="441" y="85"/>
                    <a:pt x="447" y="84"/>
                  </a:cubicBezTo>
                  <a:cubicBezTo>
                    <a:pt x="451" y="81"/>
                    <a:pt x="451" y="77"/>
                    <a:pt x="453" y="73"/>
                  </a:cubicBezTo>
                  <a:cubicBezTo>
                    <a:pt x="457" y="67"/>
                    <a:pt x="460" y="60"/>
                    <a:pt x="466" y="55"/>
                  </a:cubicBezTo>
                  <a:cubicBezTo>
                    <a:pt x="469" y="55"/>
                    <a:pt x="472" y="55"/>
                    <a:pt x="474" y="55"/>
                  </a:cubicBezTo>
                  <a:cubicBezTo>
                    <a:pt x="475" y="57"/>
                    <a:pt x="477" y="58"/>
                    <a:pt x="478" y="59"/>
                  </a:cubicBezTo>
                  <a:cubicBezTo>
                    <a:pt x="481" y="63"/>
                    <a:pt x="483" y="67"/>
                    <a:pt x="485" y="71"/>
                  </a:cubicBezTo>
                  <a:cubicBezTo>
                    <a:pt x="488" y="69"/>
                    <a:pt x="495" y="62"/>
                    <a:pt x="492" y="57"/>
                  </a:cubicBezTo>
                  <a:cubicBezTo>
                    <a:pt x="491" y="54"/>
                    <a:pt x="488" y="53"/>
                    <a:pt x="490" y="49"/>
                  </a:cubicBezTo>
                  <a:cubicBezTo>
                    <a:pt x="490" y="46"/>
                    <a:pt x="498" y="42"/>
                    <a:pt x="502" y="43"/>
                  </a:cubicBezTo>
                  <a:cubicBezTo>
                    <a:pt x="502" y="47"/>
                    <a:pt x="506" y="51"/>
                    <a:pt x="508" y="53"/>
                  </a:cubicBezTo>
                  <a:cubicBezTo>
                    <a:pt x="515" y="55"/>
                    <a:pt x="513" y="47"/>
                    <a:pt x="514" y="43"/>
                  </a:cubicBezTo>
                  <a:cubicBezTo>
                    <a:pt x="517" y="34"/>
                    <a:pt x="512" y="13"/>
                    <a:pt x="524" y="13"/>
                  </a:cubicBezTo>
                  <a:cubicBezTo>
                    <a:pt x="525" y="15"/>
                    <a:pt x="530" y="19"/>
                    <a:pt x="532" y="21"/>
                  </a:cubicBezTo>
                  <a:cubicBezTo>
                    <a:pt x="532" y="21"/>
                    <a:pt x="532" y="21"/>
                    <a:pt x="533" y="21"/>
                  </a:cubicBezTo>
                  <a:cubicBezTo>
                    <a:pt x="535" y="25"/>
                    <a:pt x="536" y="27"/>
                    <a:pt x="539" y="30"/>
                  </a:cubicBezTo>
                  <a:cubicBezTo>
                    <a:pt x="541" y="34"/>
                    <a:pt x="544" y="42"/>
                    <a:pt x="545" y="47"/>
                  </a:cubicBezTo>
                  <a:cubicBezTo>
                    <a:pt x="546" y="51"/>
                    <a:pt x="542" y="54"/>
                    <a:pt x="543" y="59"/>
                  </a:cubicBezTo>
                  <a:cubicBezTo>
                    <a:pt x="546" y="65"/>
                    <a:pt x="553" y="69"/>
                    <a:pt x="556" y="75"/>
                  </a:cubicBezTo>
                  <a:cubicBezTo>
                    <a:pt x="558" y="79"/>
                    <a:pt x="558" y="83"/>
                    <a:pt x="560" y="85"/>
                  </a:cubicBezTo>
                  <a:cubicBezTo>
                    <a:pt x="564" y="89"/>
                    <a:pt x="570" y="91"/>
                    <a:pt x="574" y="95"/>
                  </a:cubicBezTo>
                  <a:cubicBezTo>
                    <a:pt x="574" y="97"/>
                    <a:pt x="574" y="98"/>
                    <a:pt x="574" y="99"/>
                  </a:cubicBezTo>
                  <a:cubicBezTo>
                    <a:pt x="572" y="100"/>
                    <a:pt x="570" y="102"/>
                    <a:pt x="568" y="103"/>
                  </a:cubicBezTo>
                  <a:cubicBezTo>
                    <a:pt x="565" y="105"/>
                    <a:pt x="561" y="104"/>
                    <a:pt x="559" y="105"/>
                  </a:cubicBezTo>
                  <a:cubicBezTo>
                    <a:pt x="552" y="106"/>
                    <a:pt x="543" y="109"/>
                    <a:pt x="539" y="114"/>
                  </a:cubicBezTo>
                  <a:cubicBezTo>
                    <a:pt x="536" y="117"/>
                    <a:pt x="536" y="135"/>
                    <a:pt x="535" y="141"/>
                  </a:cubicBezTo>
                  <a:cubicBezTo>
                    <a:pt x="535" y="143"/>
                    <a:pt x="534" y="145"/>
                    <a:pt x="534" y="148"/>
                  </a:cubicBezTo>
                  <a:cubicBezTo>
                    <a:pt x="532" y="152"/>
                    <a:pt x="531" y="158"/>
                    <a:pt x="530" y="163"/>
                  </a:cubicBezTo>
                  <a:cubicBezTo>
                    <a:pt x="530" y="164"/>
                    <a:pt x="530" y="165"/>
                    <a:pt x="530" y="166"/>
                  </a:cubicBezTo>
                  <a:cubicBezTo>
                    <a:pt x="526" y="174"/>
                    <a:pt x="524" y="181"/>
                    <a:pt x="520" y="187"/>
                  </a:cubicBezTo>
                  <a:cubicBezTo>
                    <a:pt x="520" y="190"/>
                    <a:pt x="520" y="193"/>
                    <a:pt x="520" y="195"/>
                  </a:cubicBezTo>
                  <a:cubicBezTo>
                    <a:pt x="519" y="195"/>
                    <a:pt x="519" y="195"/>
                    <a:pt x="519" y="195"/>
                  </a:cubicBezTo>
                  <a:cubicBezTo>
                    <a:pt x="518" y="193"/>
                    <a:pt x="515" y="191"/>
                    <a:pt x="514" y="189"/>
                  </a:cubicBezTo>
                  <a:cubicBezTo>
                    <a:pt x="511" y="185"/>
                    <a:pt x="511" y="181"/>
                    <a:pt x="509" y="177"/>
                  </a:cubicBezTo>
                  <a:cubicBezTo>
                    <a:pt x="509" y="175"/>
                    <a:pt x="509" y="173"/>
                    <a:pt x="509" y="171"/>
                  </a:cubicBezTo>
                  <a:cubicBezTo>
                    <a:pt x="507" y="163"/>
                    <a:pt x="509" y="147"/>
                    <a:pt x="508" y="135"/>
                  </a:cubicBezTo>
                  <a:cubicBezTo>
                    <a:pt x="507" y="135"/>
                    <a:pt x="506" y="135"/>
                    <a:pt x="507" y="134"/>
                  </a:cubicBezTo>
                  <a:cubicBezTo>
                    <a:pt x="497" y="136"/>
                    <a:pt x="489" y="139"/>
                    <a:pt x="481" y="142"/>
                  </a:cubicBezTo>
                  <a:cubicBezTo>
                    <a:pt x="476" y="142"/>
                    <a:pt x="472" y="143"/>
                    <a:pt x="467" y="143"/>
                  </a:cubicBezTo>
                  <a:cubicBezTo>
                    <a:pt x="462" y="138"/>
                    <a:pt x="463" y="125"/>
                    <a:pt x="465" y="119"/>
                  </a:cubicBezTo>
                  <a:cubicBezTo>
                    <a:pt x="470" y="117"/>
                    <a:pt x="476" y="112"/>
                    <a:pt x="478" y="108"/>
                  </a:cubicBezTo>
                  <a:cubicBezTo>
                    <a:pt x="478" y="107"/>
                    <a:pt x="478" y="105"/>
                    <a:pt x="478" y="104"/>
                  </a:cubicBezTo>
                  <a:cubicBezTo>
                    <a:pt x="484" y="97"/>
                    <a:pt x="492" y="90"/>
                    <a:pt x="488" y="77"/>
                  </a:cubicBezTo>
                  <a:cubicBezTo>
                    <a:pt x="488" y="77"/>
                    <a:pt x="488" y="77"/>
                    <a:pt x="487" y="77"/>
                  </a:cubicBezTo>
                  <a:cubicBezTo>
                    <a:pt x="473" y="87"/>
                    <a:pt x="476" y="96"/>
                    <a:pt x="467" y="109"/>
                  </a:cubicBezTo>
                  <a:cubicBezTo>
                    <a:pt x="461" y="117"/>
                    <a:pt x="456" y="117"/>
                    <a:pt x="452" y="129"/>
                  </a:cubicBezTo>
                  <a:cubicBezTo>
                    <a:pt x="448" y="140"/>
                    <a:pt x="457" y="156"/>
                    <a:pt x="457" y="165"/>
                  </a:cubicBezTo>
                  <a:cubicBezTo>
                    <a:pt x="455" y="165"/>
                    <a:pt x="455" y="167"/>
                    <a:pt x="454" y="167"/>
                  </a:cubicBezTo>
                  <a:cubicBezTo>
                    <a:pt x="452" y="167"/>
                    <a:pt x="452" y="167"/>
                    <a:pt x="450" y="167"/>
                  </a:cubicBezTo>
                  <a:cubicBezTo>
                    <a:pt x="447" y="163"/>
                    <a:pt x="444" y="159"/>
                    <a:pt x="442" y="153"/>
                  </a:cubicBezTo>
                  <a:cubicBezTo>
                    <a:pt x="440" y="149"/>
                    <a:pt x="441" y="145"/>
                    <a:pt x="439" y="141"/>
                  </a:cubicBezTo>
                  <a:cubicBezTo>
                    <a:pt x="438" y="141"/>
                    <a:pt x="438" y="141"/>
                    <a:pt x="437" y="141"/>
                  </a:cubicBezTo>
                  <a:cubicBezTo>
                    <a:pt x="431" y="151"/>
                    <a:pt x="418" y="157"/>
                    <a:pt x="402" y="157"/>
                  </a:cubicBezTo>
                  <a:cubicBezTo>
                    <a:pt x="402" y="156"/>
                    <a:pt x="400" y="155"/>
                    <a:pt x="400" y="155"/>
                  </a:cubicBezTo>
                  <a:cubicBezTo>
                    <a:pt x="398" y="153"/>
                    <a:pt x="398" y="151"/>
                    <a:pt x="398" y="150"/>
                  </a:cubicBezTo>
                  <a:close/>
                  <a:moveTo>
                    <a:pt x="278" y="104"/>
                  </a:moveTo>
                  <a:cubicBezTo>
                    <a:pt x="279" y="106"/>
                    <a:pt x="280" y="109"/>
                    <a:pt x="281" y="111"/>
                  </a:cubicBezTo>
                  <a:cubicBezTo>
                    <a:pt x="282" y="111"/>
                    <a:pt x="282" y="111"/>
                    <a:pt x="282" y="111"/>
                  </a:cubicBezTo>
                  <a:cubicBezTo>
                    <a:pt x="283" y="108"/>
                    <a:pt x="286" y="101"/>
                    <a:pt x="283" y="99"/>
                  </a:cubicBezTo>
                  <a:cubicBezTo>
                    <a:pt x="283" y="99"/>
                    <a:pt x="282" y="99"/>
                    <a:pt x="282" y="98"/>
                  </a:cubicBezTo>
                  <a:cubicBezTo>
                    <a:pt x="281" y="98"/>
                    <a:pt x="280" y="98"/>
                    <a:pt x="279" y="99"/>
                  </a:cubicBezTo>
                  <a:cubicBezTo>
                    <a:pt x="279" y="102"/>
                    <a:pt x="278" y="101"/>
                    <a:pt x="278" y="104"/>
                  </a:cubicBezTo>
                  <a:close/>
                  <a:moveTo>
                    <a:pt x="257" y="97"/>
                  </a:moveTo>
                  <a:cubicBezTo>
                    <a:pt x="257" y="97"/>
                    <a:pt x="257" y="98"/>
                    <a:pt x="257" y="99"/>
                  </a:cubicBezTo>
                  <a:cubicBezTo>
                    <a:pt x="258" y="99"/>
                    <a:pt x="258" y="99"/>
                    <a:pt x="258" y="99"/>
                  </a:cubicBezTo>
                  <a:cubicBezTo>
                    <a:pt x="258" y="99"/>
                    <a:pt x="259" y="99"/>
                    <a:pt x="259" y="99"/>
                  </a:cubicBezTo>
                  <a:cubicBezTo>
                    <a:pt x="260" y="98"/>
                    <a:pt x="260" y="97"/>
                    <a:pt x="261" y="97"/>
                  </a:cubicBezTo>
                  <a:cubicBezTo>
                    <a:pt x="261" y="95"/>
                    <a:pt x="261" y="95"/>
                    <a:pt x="260" y="93"/>
                  </a:cubicBezTo>
                  <a:cubicBezTo>
                    <a:pt x="260" y="93"/>
                    <a:pt x="260" y="93"/>
                    <a:pt x="260" y="93"/>
                  </a:cubicBezTo>
                  <a:cubicBezTo>
                    <a:pt x="259" y="93"/>
                    <a:pt x="259" y="93"/>
                    <a:pt x="259" y="93"/>
                  </a:cubicBezTo>
                  <a:cubicBezTo>
                    <a:pt x="258" y="94"/>
                    <a:pt x="258" y="95"/>
                    <a:pt x="257" y="97"/>
                  </a:cubicBezTo>
                  <a:close/>
                  <a:moveTo>
                    <a:pt x="236" y="104"/>
                  </a:moveTo>
                  <a:cubicBezTo>
                    <a:pt x="236" y="105"/>
                    <a:pt x="237" y="105"/>
                    <a:pt x="238" y="105"/>
                  </a:cubicBezTo>
                  <a:cubicBezTo>
                    <a:pt x="241" y="104"/>
                    <a:pt x="242" y="102"/>
                    <a:pt x="245" y="100"/>
                  </a:cubicBezTo>
                  <a:cubicBezTo>
                    <a:pt x="245" y="99"/>
                    <a:pt x="245" y="98"/>
                    <a:pt x="245" y="97"/>
                  </a:cubicBezTo>
                  <a:cubicBezTo>
                    <a:pt x="244" y="97"/>
                    <a:pt x="244" y="97"/>
                    <a:pt x="244" y="97"/>
                  </a:cubicBezTo>
                  <a:cubicBezTo>
                    <a:pt x="244" y="97"/>
                    <a:pt x="243" y="97"/>
                    <a:pt x="242" y="97"/>
                  </a:cubicBezTo>
                  <a:cubicBezTo>
                    <a:pt x="240" y="99"/>
                    <a:pt x="238" y="101"/>
                    <a:pt x="236" y="104"/>
                  </a:cubicBezTo>
                  <a:close/>
                  <a:moveTo>
                    <a:pt x="216" y="151"/>
                  </a:moveTo>
                  <a:cubicBezTo>
                    <a:pt x="217" y="152"/>
                    <a:pt x="225" y="157"/>
                    <a:pt x="226" y="158"/>
                  </a:cubicBezTo>
                  <a:cubicBezTo>
                    <a:pt x="230" y="159"/>
                    <a:pt x="253" y="155"/>
                    <a:pt x="254" y="154"/>
                  </a:cubicBezTo>
                  <a:cubicBezTo>
                    <a:pt x="254" y="153"/>
                    <a:pt x="253" y="151"/>
                    <a:pt x="252" y="149"/>
                  </a:cubicBezTo>
                  <a:cubicBezTo>
                    <a:pt x="253" y="149"/>
                    <a:pt x="253" y="149"/>
                    <a:pt x="253" y="149"/>
                  </a:cubicBezTo>
                  <a:cubicBezTo>
                    <a:pt x="259" y="147"/>
                    <a:pt x="266" y="162"/>
                    <a:pt x="274" y="147"/>
                  </a:cubicBezTo>
                  <a:cubicBezTo>
                    <a:pt x="280" y="149"/>
                    <a:pt x="289" y="157"/>
                    <a:pt x="296" y="153"/>
                  </a:cubicBezTo>
                  <a:cubicBezTo>
                    <a:pt x="309" y="147"/>
                    <a:pt x="312" y="126"/>
                    <a:pt x="312" y="104"/>
                  </a:cubicBezTo>
                  <a:cubicBezTo>
                    <a:pt x="312" y="97"/>
                    <a:pt x="313" y="86"/>
                    <a:pt x="310" y="81"/>
                  </a:cubicBezTo>
                  <a:cubicBezTo>
                    <a:pt x="310" y="78"/>
                    <a:pt x="310" y="75"/>
                    <a:pt x="310" y="73"/>
                  </a:cubicBezTo>
                  <a:cubicBezTo>
                    <a:pt x="310" y="67"/>
                    <a:pt x="310" y="56"/>
                    <a:pt x="308" y="51"/>
                  </a:cubicBezTo>
                  <a:cubicBezTo>
                    <a:pt x="308" y="49"/>
                    <a:pt x="307" y="45"/>
                    <a:pt x="307" y="43"/>
                  </a:cubicBezTo>
                  <a:cubicBezTo>
                    <a:pt x="305" y="35"/>
                    <a:pt x="304" y="27"/>
                    <a:pt x="301" y="21"/>
                  </a:cubicBezTo>
                  <a:cubicBezTo>
                    <a:pt x="270" y="17"/>
                    <a:pt x="248" y="27"/>
                    <a:pt x="235" y="46"/>
                  </a:cubicBezTo>
                  <a:cubicBezTo>
                    <a:pt x="232" y="50"/>
                    <a:pt x="222" y="63"/>
                    <a:pt x="225" y="70"/>
                  </a:cubicBezTo>
                  <a:cubicBezTo>
                    <a:pt x="233" y="70"/>
                    <a:pt x="243" y="58"/>
                    <a:pt x="249" y="54"/>
                  </a:cubicBezTo>
                  <a:cubicBezTo>
                    <a:pt x="250" y="54"/>
                    <a:pt x="254" y="53"/>
                    <a:pt x="254" y="53"/>
                  </a:cubicBezTo>
                  <a:cubicBezTo>
                    <a:pt x="280" y="51"/>
                    <a:pt x="264" y="71"/>
                    <a:pt x="264" y="83"/>
                  </a:cubicBezTo>
                  <a:cubicBezTo>
                    <a:pt x="268" y="85"/>
                    <a:pt x="278" y="95"/>
                    <a:pt x="284" y="92"/>
                  </a:cubicBezTo>
                  <a:cubicBezTo>
                    <a:pt x="284" y="91"/>
                    <a:pt x="285" y="90"/>
                    <a:pt x="286" y="90"/>
                  </a:cubicBezTo>
                  <a:cubicBezTo>
                    <a:pt x="293" y="90"/>
                    <a:pt x="311" y="103"/>
                    <a:pt x="302" y="112"/>
                  </a:cubicBezTo>
                  <a:cubicBezTo>
                    <a:pt x="299" y="115"/>
                    <a:pt x="294" y="117"/>
                    <a:pt x="290" y="120"/>
                  </a:cubicBezTo>
                  <a:cubicBezTo>
                    <a:pt x="285" y="123"/>
                    <a:pt x="280" y="129"/>
                    <a:pt x="274" y="133"/>
                  </a:cubicBezTo>
                  <a:cubicBezTo>
                    <a:pt x="274" y="133"/>
                    <a:pt x="272" y="133"/>
                    <a:pt x="273" y="134"/>
                  </a:cubicBezTo>
                  <a:cubicBezTo>
                    <a:pt x="268" y="137"/>
                    <a:pt x="260" y="139"/>
                    <a:pt x="254" y="143"/>
                  </a:cubicBezTo>
                  <a:cubicBezTo>
                    <a:pt x="251" y="145"/>
                    <a:pt x="243" y="143"/>
                    <a:pt x="240" y="143"/>
                  </a:cubicBezTo>
                  <a:cubicBezTo>
                    <a:pt x="238" y="140"/>
                    <a:pt x="232" y="133"/>
                    <a:pt x="236" y="127"/>
                  </a:cubicBezTo>
                  <a:cubicBezTo>
                    <a:pt x="237" y="124"/>
                    <a:pt x="242" y="120"/>
                    <a:pt x="244" y="119"/>
                  </a:cubicBezTo>
                  <a:cubicBezTo>
                    <a:pt x="244" y="116"/>
                    <a:pt x="243" y="116"/>
                    <a:pt x="241" y="116"/>
                  </a:cubicBezTo>
                  <a:cubicBezTo>
                    <a:pt x="238" y="121"/>
                    <a:pt x="227" y="110"/>
                    <a:pt x="226" y="108"/>
                  </a:cubicBezTo>
                  <a:cubicBezTo>
                    <a:pt x="226" y="105"/>
                    <a:pt x="226" y="102"/>
                    <a:pt x="226" y="99"/>
                  </a:cubicBezTo>
                  <a:cubicBezTo>
                    <a:pt x="229" y="98"/>
                    <a:pt x="231" y="95"/>
                    <a:pt x="234" y="93"/>
                  </a:cubicBezTo>
                  <a:cubicBezTo>
                    <a:pt x="242" y="89"/>
                    <a:pt x="256" y="87"/>
                    <a:pt x="252" y="74"/>
                  </a:cubicBezTo>
                  <a:cubicBezTo>
                    <a:pt x="252" y="74"/>
                    <a:pt x="251" y="74"/>
                    <a:pt x="250" y="74"/>
                  </a:cubicBezTo>
                  <a:cubicBezTo>
                    <a:pt x="246" y="78"/>
                    <a:pt x="227" y="77"/>
                    <a:pt x="223" y="83"/>
                  </a:cubicBezTo>
                  <a:cubicBezTo>
                    <a:pt x="220" y="86"/>
                    <a:pt x="223" y="93"/>
                    <a:pt x="221" y="97"/>
                  </a:cubicBezTo>
                  <a:cubicBezTo>
                    <a:pt x="219" y="97"/>
                    <a:pt x="220" y="103"/>
                    <a:pt x="218" y="105"/>
                  </a:cubicBezTo>
                  <a:cubicBezTo>
                    <a:pt x="214" y="114"/>
                    <a:pt x="219" y="132"/>
                    <a:pt x="217" y="141"/>
                  </a:cubicBezTo>
                  <a:cubicBezTo>
                    <a:pt x="217" y="144"/>
                    <a:pt x="216" y="149"/>
                    <a:pt x="216" y="151"/>
                  </a:cubicBezTo>
                  <a:close/>
                  <a:moveTo>
                    <a:pt x="197" y="154"/>
                  </a:moveTo>
                  <a:cubicBezTo>
                    <a:pt x="197" y="141"/>
                    <a:pt x="202" y="127"/>
                    <a:pt x="205" y="115"/>
                  </a:cubicBezTo>
                  <a:cubicBezTo>
                    <a:pt x="205" y="113"/>
                    <a:pt x="205" y="110"/>
                    <a:pt x="205" y="107"/>
                  </a:cubicBezTo>
                  <a:cubicBezTo>
                    <a:pt x="205" y="93"/>
                    <a:pt x="199" y="79"/>
                    <a:pt x="201" y="66"/>
                  </a:cubicBezTo>
                  <a:cubicBezTo>
                    <a:pt x="205" y="39"/>
                    <a:pt x="229" y="25"/>
                    <a:pt x="252" y="17"/>
                  </a:cubicBezTo>
                  <a:cubicBezTo>
                    <a:pt x="261" y="15"/>
                    <a:pt x="289" y="6"/>
                    <a:pt x="300" y="13"/>
                  </a:cubicBezTo>
                  <a:cubicBezTo>
                    <a:pt x="302" y="13"/>
                    <a:pt x="306" y="13"/>
                    <a:pt x="308" y="15"/>
                  </a:cubicBezTo>
                  <a:cubicBezTo>
                    <a:pt x="330" y="29"/>
                    <a:pt x="324" y="79"/>
                    <a:pt x="325" y="113"/>
                  </a:cubicBezTo>
                  <a:cubicBezTo>
                    <a:pt x="325" y="129"/>
                    <a:pt x="328" y="154"/>
                    <a:pt x="320" y="163"/>
                  </a:cubicBezTo>
                  <a:cubicBezTo>
                    <a:pt x="318" y="166"/>
                    <a:pt x="294" y="183"/>
                    <a:pt x="287" y="179"/>
                  </a:cubicBezTo>
                  <a:cubicBezTo>
                    <a:pt x="280" y="175"/>
                    <a:pt x="274" y="165"/>
                    <a:pt x="264" y="164"/>
                  </a:cubicBezTo>
                  <a:cubicBezTo>
                    <a:pt x="261" y="163"/>
                    <a:pt x="257" y="167"/>
                    <a:pt x="254" y="168"/>
                  </a:cubicBezTo>
                  <a:cubicBezTo>
                    <a:pt x="252" y="169"/>
                    <a:pt x="230" y="173"/>
                    <a:pt x="226" y="171"/>
                  </a:cubicBezTo>
                  <a:cubicBezTo>
                    <a:pt x="221" y="170"/>
                    <a:pt x="220" y="167"/>
                    <a:pt x="216" y="164"/>
                  </a:cubicBezTo>
                  <a:cubicBezTo>
                    <a:pt x="216" y="164"/>
                    <a:pt x="216" y="164"/>
                    <a:pt x="216" y="164"/>
                  </a:cubicBezTo>
                  <a:cubicBezTo>
                    <a:pt x="213" y="166"/>
                    <a:pt x="211" y="170"/>
                    <a:pt x="206" y="170"/>
                  </a:cubicBezTo>
                  <a:cubicBezTo>
                    <a:pt x="204" y="168"/>
                    <a:pt x="202" y="166"/>
                    <a:pt x="201" y="164"/>
                  </a:cubicBezTo>
                  <a:cubicBezTo>
                    <a:pt x="199" y="161"/>
                    <a:pt x="199" y="158"/>
                    <a:pt x="197" y="154"/>
                  </a:cubicBezTo>
                  <a:close/>
                  <a:moveTo>
                    <a:pt x="83" y="79"/>
                  </a:moveTo>
                  <a:cubicBezTo>
                    <a:pt x="84" y="83"/>
                    <a:pt x="84" y="85"/>
                    <a:pt x="85" y="87"/>
                  </a:cubicBezTo>
                  <a:cubicBezTo>
                    <a:pt x="92" y="84"/>
                    <a:pt x="115" y="69"/>
                    <a:pt x="116" y="62"/>
                  </a:cubicBezTo>
                  <a:cubicBezTo>
                    <a:pt x="116" y="62"/>
                    <a:pt x="116" y="62"/>
                    <a:pt x="115" y="62"/>
                  </a:cubicBezTo>
                  <a:cubicBezTo>
                    <a:pt x="111" y="60"/>
                    <a:pt x="105" y="62"/>
                    <a:pt x="101" y="63"/>
                  </a:cubicBezTo>
                  <a:cubicBezTo>
                    <a:pt x="98" y="63"/>
                    <a:pt x="96" y="63"/>
                    <a:pt x="93" y="63"/>
                  </a:cubicBezTo>
                  <a:cubicBezTo>
                    <a:pt x="84" y="65"/>
                    <a:pt x="82" y="70"/>
                    <a:pt x="83" y="79"/>
                  </a:cubicBezTo>
                  <a:close/>
                  <a:moveTo>
                    <a:pt x="32" y="97"/>
                  </a:moveTo>
                  <a:cubicBezTo>
                    <a:pt x="36" y="101"/>
                    <a:pt x="36" y="104"/>
                    <a:pt x="36" y="112"/>
                  </a:cubicBezTo>
                  <a:cubicBezTo>
                    <a:pt x="38" y="113"/>
                    <a:pt x="38" y="113"/>
                    <a:pt x="38" y="114"/>
                  </a:cubicBezTo>
                  <a:cubicBezTo>
                    <a:pt x="41" y="114"/>
                    <a:pt x="44" y="114"/>
                    <a:pt x="46" y="113"/>
                  </a:cubicBezTo>
                  <a:cubicBezTo>
                    <a:pt x="47" y="111"/>
                    <a:pt x="50" y="108"/>
                    <a:pt x="50" y="106"/>
                  </a:cubicBezTo>
                  <a:cubicBezTo>
                    <a:pt x="52" y="100"/>
                    <a:pt x="53" y="86"/>
                    <a:pt x="49" y="83"/>
                  </a:cubicBezTo>
                  <a:cubicBezTo>
                    <a:pt x="49" y="83"/>
                    <a:pt x="49" y="82"/>
                    <a:pt x="48" y="82"/>
                  </a:cubicBezTo>
                  <a:cubicBezTo>
                    <a:pt x="42" y="82"/>
                    <a:pt x="34" y="89"/>
                    <a:pt x="32" y="94"/>
                  </a:cubicBezTo>
                  <a:cubicBezTo>
                    <a:pt x="32" y="95"/>
                    <a:pt x="32" y="96"/>
                    <a:pt x="32" y="97"/>
                  </a:cubicBezTo>
                  <a:close/>
                  <a:moveTo>
                    <a:pt x="3" y="66"/>
                  </a:moveTo>
                  <a:cubicBezTo>
                    <a:pt x="9" y="66"/>
                    <a:pt x="12" y="70"/>
                    <a:pt x="14" y="73"/>
                  </a:cubicBezTo>
                  <a:cubicBezTo>
                    <a:pt x="16" y="73"/>
                    <a:pt x="18" y="73"/>
                    <a:pt x="19" y="73"/>
                  </a:cubicBezTo>
                  <a:cubicBezTo>
                    <a:pt x="22" y="71"/>
                    <a:pt x="24" y="69"/>
                    <a:pt x="26" y="67"/>
                  </a:cubicBezTo>
                  <a:cubicBezTo>
                    <a:pt x="31" y="64"/>
                    <a:pt x="38" y="63"/>
                    <a:pt x="44" y="60"/>
                  </a:cubicBezTo>
                  <a:cubicBezTo>
                    <a:pt x="48" y="57"/>
                    <a:pt x="51" y="59"/>
                    <a:pt x="54" y="55"/>
                  </a:cubicBezTo>
                  <a:cubicBezTo>
                    <a:pt x="57" y="47"/>
                    <a:pt x="51" y="40"/>
                    <a:pt x="54" y="31"/>
                  </a:cubicBezTo>
                  <a:cubicBezTo>
                    <a:pt x="55" y="26"/>
                    <a:pt x="56" y="23"/>
                    <a:pt x="57" y="17"/>
                  </a:cubicBezTo>
                  <a:cubicBezTo>
                    <a:pt x="57" y="17"/>
                    <a:pt x="56" y="5"/>
                    <a:pt x="58" y="7"/>
                  </a:cubicBezTo>
                  <a:cubicBezTo>
                    <a:pt x="58" y="6"/>
                    <a:pt x="58" y="6"/>
                    <a:pt x="59" y="6"/>
                  </a:cubicBezTo>
                  <a:cubicBezTo>
                    <a:pt x="69" y="5"/>
                    <a:pt x="83" y="21"/>
                    <a:pt x="92" y="27"/>
                  </a:cubicBezTo>
                  <a:cubicBezTo>
                    <a:pt x="92" y="35"/>
                    <a:pt x="89" y="43"/>
                    <a:pt x="90" y="51"/>
                  </a:cubicBezTo>
                  <a:cubicBezTo>
                    <a:pt x="100" y="55"/>
                    <a:pt x="115" y="50"/>
                    <a:pt x="126" y="48"/>
                  </a:cubicBezTo>
                  <a:cubicBezTo>
                    <a:pt x="130" y="48"/>
                    <a:pt x="134" y="48"/>
                    <a:pt x="138" y="49"/>
                  </a:cubicBezTo>
                  <a:cubicBezTo>
                    <a:pt x="140" y="50"/>
                    <a:pt x="142" y="53"/>
                    <a:pt x="144" y="53"/>
                  </a:cubicBezTo>
                  <a:cubicBezTo>
                    <a:pt x="144" y="53"/>
                    <a:pt x="144" y="55"/>
                    <a:pt x="144" y="55"/>
                  </a:cubicBezTo>
                  <a:cubicBezTo>
                    <a:pt x="140" y="59"/>
                    <a:pt x="136" y="64"/>
                    <a:pt x="133" y="68"/>
                  </a:cubicBezTo>
                  <a:cubicBezTo>
                    <a:pt x="130" y="71"/>
                    <a:pt x="120" y="76"/>
                    <a:pt x="114" y="79"/>
                  </a:cubicBezTo>
                  <a:cubicBezTo>
                    <a:pt x="110" y="82"/>
                    <a:pt x="104" y="83"/>
                    <a:pt x="104" y="90"/>
                  </a:cubicBezTo>
                  <a:cubicBezTo>
                    <a:pt x="105" y="91"/>
                    <a:pt x="106" y="91"/>
                    <a:pt x="106" y="92"/>
                  </a:cubicBezTo>
                  <a:cubicBezTo>
                    <a:pt x="114" y="95"/>
                    <a:pt x="125" y="91"/>
                    <a:pt x="128" y="99"/>
                  </a:cubicBezTo>
                  <a:cubicBezTo>
                    <a:pt x="129" y="101"/>
                    <a:pt x="130" y="103"/>
                    <a:pt x="129" y="105"/>
                  </a:cubicBezTo>
                  <a:cubicBezTo>
                    <a:pt x="124" y="112"/>
                    <a:pt x="112" y="106"/>
                    <a:pt x="105" y="111"/>
                  </a:cubicBezTo>
                  <a:cubicBezTo>
                    <a:pt x="99" y="115"/>
                    <a:pt x="94" y="120"/>
                    <a:pt x="89" y="124"/>
                  </a:cubicBezTo>
                  <a:cubicBezTo>
                    <a:pt x="84" y="127"/>
                    <a:pt x="79" y="125"/>
                    <a:pt x="76" y="130"/>
                  </a:cubicBezTo>
                  <a:cubicBezTo>
                    <a:pt x="72" y="136"/>
                    <a:pt x="76" y="147"/>
                    <a:pt x="74" y="153"/>
                  </a:cubicBezTo>
                  <a:cubicBezTo>
                    <a:pt x="74" y="155"/>
                    <a:pt x="73" y="156"/>
                    <a:pt x="73" y="157"/>
                  </a:cubicBezTo>
                  <a:cubicBezTo>
                    <a:pt x="64" y="159"/>
                    <a:pt x="66" y="177"/>
                    <a:pt x="59" y="183"/>
                  </a:cubicBezTo>
                  <a:cubicBezTo>
                    <a:pt x="57" y="172"/>
                    <a:pt x="50" y="162"/>
                    <a:pt x="48" y="152"/>
                  </a:cubicBezTo>
                  <a:cubicBezTo>
                    <a:pt x="48" y="147"/>
                    <a:pt x="50" y="142"/>
                    <a:pt x="46" y="139"/>
                  </a:cubicBezTo>
                  <a:cubicBezTo>
                    <a:pt x="44" y="138"/>
                    <a:pt x="40" y="139"/>
                    <a:pt x="38" y="138"/>
                  </a:cubicBezTo>
                  <a:cubicBezTo>
                    <a:pt x="36" y="132"/>
                    <a:pt x="34" y="123"/>
                    <a:pt x="26" y="121"/>
                  </a:cubicBezTo>
                  <a:cubicBezTo>
                    <a:pt x="23" y="120"/>
                    <a:pt x="22" y="122"/>
                    <a:pt x="17" y="122"/>
                  </a:cubicBezTo>
                  <a:cubicBezTo>
                    <a:pt x="16" y="120"/>
                    <a:pt x="15" y="116"/>
                    <a:pt x="14" y="114"/>
                  </a:cubicBezTo>
                  <a:cubicBezTo>
                    <a:pt x="12" y="111"/>
                    <a:pt x="7" y="110"/>
                    <a:pt x="5" y="107"/>
                  </a:cubicBezTo>
                  <a:cubicBezTo>
                    <a:pt x="5" y="107"/>
                    <a:pt x="5" y="107"/>
                    <a:pt x="5" y="107"/>
                  </a:cubicBezTo>
                  <a:cubicBezTo>
                    <a:pt x="3" y="102"/>
                    <a:pt x="5" y="99"/>
                    <a:pt x="4" y="96"/>
                  </a:cubicBezTo>
                  <a:cubicBezTo>
                    <a:pt x="4" y="94"/>
                    <a:pt x="1" y="93"/>
                    <a:pt x="0" y="90"/>
                  </a:cubicBezTo>
                  <a:cubicBezTo>
                    <a:pt x="4" y="85"/>
                    <a:pt x="3" y="76"/>
                    <a:pt x="3" y="6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57" name="Freeform 37"/>
            <p:cNvSpPr>
              <a:spLocks noEditPoints="1"/>
            </p:cNvSpPr>
            <p:nvPr/>
          </p:nvSpPr>
          <p:spPr bwMode="auto">
            <a:xfrm>
              <a:off x="8797988" y="4643741"/>
              <a:ext cx="334963" cy="325438"/>
            </a:xfrm>
            <a:custGeom>
              <a:avLst/>
              <a:gdLst>
                <a:gd name="T0" fmla="*/ 218 w 225"/>
                <a:gd name="T1" fmla="*/ 76 h 216"/>
                <a:gd name="T2" fmla="*/ 170 w 225"/>
                <a:gd name="T3" fmla="*/ 32 h 216"/>
                <a:gd name="T4" fmla="*/ 113 w 225"/>
                <a:gd name="T5" fmla="*/ 0 h 216"/>
                <a:gd name="T6" fmla="*/ 56 w 225"/>
                <a:gd name="T7" fmla="*/ 32 h 216"/>
                <a:gd name="T8" fmla="*/ 8 w 225"/>
                <a:gd name="T9" fmla="*/ 76 h 216"/>
                <a:gd name="T10" fmla="*/ 21 w 225"/>
                <a:gd name="T11" fmla="*/ 140 h 216"/>
                <a:gd name="T12" fmla="*/ 48 w 225"/>
                <a:gd name="T13" fmla="*/ 200 h 216"/>
                <a:gd name="T14" fmla="*/ 112 w 225"/>
                <a:gd name="T15" fmla="*/ 207 h 216"/>
                <a:gd name="T16" fmla="*/ 177 w 225"/>
                <a:gd name="T17" fmla="*/ 200 h 216"/>
                <a:gd name="T18" fmla="*/ 204 w 225"/>
                <a:gd name="T19" fmla="*/ 140 h 216"/>
                <a:gd name="T20" fmla="*/ 218 w 225"/>
                <a:gd name="T21" fmla="*/ 76 h 216"/>
                <a:gd name="T22" fmla="*/ 113 w 225"/>
                <a:gd name="T23" fmla="*/ 201 h 216"/>
                <a:gd name="T24" fmla="*/ 22 w 225"/>
                <a:gd name="T25" fmla="*/ 110 h 216"/>
                <a:gd name="T26" fmla="*/ 113 w 225"/>
                <a:gd name="T27" fmla="*/ 20 h 216"/>
                <a:gd name="T28" fmla="*/ 204 w 225"/>
                <a:gd name="T29" fmla="*/ 111 h 216"/>
                <a:gd name="T30" fmla="*/ 113 w 225"/>
                <a:gd name="T31" fmla="*/ 201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5" h="216">
                  <a:moveTo>
                    <a:pt x="218" y="76"/>
                  </a:moveTo>
                  <a:cubicBezTo>
                    <a:pt x="210" y="53"/>
                    <a:pt x="191" y="37"/>
                    <a:pt x="170" y="32"/>
                  </a:cubicBezTo>
                  <a:cubicBezTo>
                    <a:pt x="158" y="13"/>
                    <a:pt x="137" y="0"/>
                    <a:pt x="113" y="0"/>
                  </a:cubicBezTo>
                  <a:cubicBezTo>
                    <a:pt x="89" y="0"/>
                    <a:pt x="68" y="13"/>
                    <a:pt x="56" y="32"/>
                  </a:cubicBezTo>
                  <a:cubicBezTo>
                    <a:pt x="34" y="37"/>
                    <a:pt x="15" y="53"/>
                    <a:pt x="8" y="76"/>
                  </a:cubicBezTo>
                  <a:cubicBezTo>
                    <a:pt x="0" y="99"/>
                    <a:pt x="6" y="123"/>
                    <a:pt x="21" y="140"/>
                  </a:cubicBezTo>
                  <a:cubicBezTo>
                    <a:pt x="18" y="163"/>
                    <a:pt x="28" y="185"/>
                    <a:pt x="48" y="200"/>
                  </a:cubicBezTo>
                  <a:cubicBezTo>
                    <a:pt x="67" y="214"/>
                    <a:pt x="92" y="216"/>
                    <a:pt x="112" y="207"/>
                  </a:cubicBezTo>
                  <a:cubicBezTo>
                    <a:pt x="133" y="216"/>
                    <a:pt x="158" y="214"/>
                    <a:pt x="177" y="200"/>
                  </a:cubicBezTo>
                  <a:cubicBezTo>
                    <a:pt x="197" y="186"/>
                    <a:pt x="206" y="163"/>
                    <a:pt x="204" y="140"/>
                  </a:cubicBezTo>
                  <a:cubicBezTo>
                    <a:pt x="220" y="123"/>
                    <a:pt x="225" y="99"/>
                    <a:pt x="218" y="76"/>
                  </a:cubicBezTo>
                  <a:close/>
                  <a:moveTo>
                    <a:pt x="113" y="201"/>
                  </a:moveTo>
                  <a:cubicBezTo>
                    <a:pt x="63" y="201"/>
                    <a:pt x="22" y="160"/>
                    <a:pt x="22" y="110"/>
                  </a:cubicBezTo>
                  <a:cubicBezTo>
                    <a:pt x="22" y="60"/>
                    <a:pt x="62" y="20"/>
                    <a:pt x="113" y="20"/>
                  </a:cubicBezTo>
                  <a:cubicBezTo>
                    <a:pt x="163" y="20"/>
                    <a:pt x="204" y="61"/>
                    <a:pt x="204" y="111"/>
                  </a:cubicBezTo>
                  <a:cubicBezTo>
                    <a:pt x="204" y="161"/>
                    <a:pt x="163" y="201"/>
                    <a:pt x="113" y="20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58" name="Freeform 38"/>
            <p:cNvSpPr>
              <a:spLocks noEditPoints="1"/>
            </p:cNvSpPr>
            <p:nvPr/>
          </p:nvSpPr>
          <p:spPr bwMode="auto">
            <a:xfrm>
              <a:off x="8872600" y="4775504"/>
              <a:ext cx="84138" cy="26988"/>
            </a:xfrm>
            <a:custGeom>
              <a:avLst/>
              <a:gdLst>
                <a:gd name="T0" fmla="*/ 4 w 56"/>
                <a:gd name="T1" fmla="*/ 17 h 18"/>
                <a:gd name="T2" fmla="*/ 0 w 56"/>
                <a:gd name="T3" fmla="*/ 7 h 18"/>
                <a:gd name="T4" fmla="*/ 3 w 56"/>
                <a:gd name="T5" fmla="*/ 2 h 18"/>
                <a:gd name="T6" fmla="*/ 8 w 56"/>
                <a:gd name="T7" fmla="*/ 0 h 18"/>
                <a:gd name="T8" fmla="*/ 15 w 56"/>
                <a:gd name="T9" fmla="*/ 13 h 18"/>
                <a:gd name="T10" fmla="*/ 19 w 56"/>
                <a:gd name="T11" fmla="*/ 14 h 18"/>
                <a:gd name="T12" fmla="*/ 22 w 56"/>
                <a:gd name="T13" fmla="*/ 14 h 18"/>
                <a:gd name="T14" fmla="*/ 20 w 56"/>
                <a:gd name="T15" fmla="*/ 12 h 18"/>
                <a:gd name="T16" fmla="*/ 14 w 56"/>
                <a:gd name="T17" fmla="*/ 6 h 18"/>
                <a:gd name="T18" fmla="*/ 20 w 56"/>
                <a:gd name="T19" fmla="*/ 0 h 18"/>
                <a:gd name="T20" fmla="*/ 26 w 56"/>
                <a:gd name="T21" fmla="*/ 8 h 18"/>
                <a:gd name="T22" fmla="*/ 19 w 56"/>
                <a:gd name="T23" fmla="*/ 18 h 18"/>
                <a:gd name="T24" fmla="*/ 15 w 56"/>
                <a:gd name="T25" fmla="*/ 13 h 18"/>
                <a:gd name="T26" fmla="*/ 22 w 56"/>
                <a:gd name="T27" fmla="*/ 3 h 18"/>
                <a:gd name="T28" fmla="*/ 18 w 56"/>
                <a:gd name="T29" fmla="*/ 3 h 18"/>
                <a:gd name="T30" fmla="*/ 18 w 56"/>
                <a:gd name="T31" fmla="*/ 8 h 18"/>
                <a:gd name="T32" fmla="*/ 22 w 56"/>
                <a:gd name="T33" fmla="*/ 8 h 18"/>
                <a:gd name="T34" fmla="*/ 30 w 56"/>
                <a:gd name="T35" fmla="*/ 13 h 18"/>
                <a:gd name="T36" fmla="*/ 34 w 56"/>
                <a:gd name="T37" fmla="*/ 14 h 18"/>
                <a:gd name="T38" fmla="*/ 38 w 56"/>
                <a:gd name="T39" fmla="*/ 14 h 18"/>
                <a:gd name="T40" fmla="*/ 38 w 56"/>
                <a:gd name="T41" fmla="*/ 9 h 18"/>
                <a:gd name="T42" fmla="*/ 33 w 56"/>
                <a:gd name="T43" fmla="*/ 10 h 18"/>
                <a:gd name="T44" fmla="*/ 32 w 56"/>
                <a:gd name="T45" fmla="*/ 0 h 18"/>
                <a:gd name="T46" fmla="*/ 41 w 56"/>
                <a:gd name="T47" fmla="*/ 3 h 18"/>
                <a:gd name="T48" fmla="*/ 34 w 56"/>
                <a:gd name="T49" fmla="*/ 6 h 18"/>
                <a:gd name="T50" fmla="*/ 41 w 56"/>
                <a:gd name="T51" fmla="*/ 8 h 18"/>
                <a:gd name="T52" fmla="*/ 41 w 56"/>
                <a:gd name="T53" fmla="*/ 16 h 18"/>
                <a:gd name="T54" fmla="*/ 32 w 56"/>
                <a:gd name="T55" fmla="*/ 17 h 18"/>
                <a:gd name="T56" fmla="*/ 48 w 56"/>
                <a:gd name="T57" fmla="*/ 8 h 18"/>
                <a:gd name="T58" fmla="*/ 45 w 56"/>
                <a:gd name="T59" fmla="*/ 4 h 18"/>
                <a:gd name="T60" fmla="*/ 50 w 56"/>
                <a:gd name="T61" fmla="*/ 0 h 18"/>
                <a:gd name="T62" fmla="*/ 56 w 56"/>
                <a:gd name="T63" fmla="*/ 4 h 18"/>
                <a:gd name="T64" fmla="*/ 53 w 56"/>
                <a:gd name="T65" fmla="*/ 8 h 18"/>
                <a:gd name="T66" fmla="*/ 56 w 56"/>
                <a:gd name="T67" fmla="*/ 12 h 18"/>
                <a:gd name="T68" fmla="*/ 50 w 56"/>
                <a:gd name="T69" fmla="*/ 18 h 18"/>
                <a:gd name="T70" fmla="*/ 44 w 56"/>
                <a:gd name="T71" fmla="*/ 13 h 18"/>
                <a:gd name="T72" fmla="*/ 48 w 56"/>
                <a:gd name="T73" fmla="*/ 8 h 18"/>
                <a:gd name="T74" fmla="*/ 49 w 56"/>
                <a:gd name="T75" fmla="*/ 6 h 18"/>
                <a:gd name="T76" fmla="*/ 52 w 56"/>
                <a:gd name="T77" fmla="*/ 6 h 18"/>
                <a:gd name="T78" fmla="*/ 52 w 56"/>
                <a:gd name="T79" fmla="*/ 3 h 18"/>
                <a:gd name="T80" fmla="*/ 49 w 56"/>
                <a:gd name="T81" fmla="*/ 3 h 18"/>
                <a:gd name="T82" fmla="*/ 48 w 56"/>
                <a:gd name="T83" fmla="*/ 12 h 18"/>
                <a:gd name="T84" fmla="*/ 51 w 56"/>
                <a:gd name="T85" fmla="*/ 15 h 18"/>
                <a:gd name="T86" fmla="*/ 54 w 56"/>
                <a:gd name="T87" fmla="*/ 12 h 18"/>
                <a:gd name="T88" fmla="*/ 51 w 56"/>
                <a:gd name="T89" fmla="*/ 9 h 18"/>
                <a:gd name="T90" fmla="*/ 48 w 56"/>
                <a:gd name="T91" fmla="*/ 12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6" h="18">
                  <a:moveTo>
                    <a:pt x="8" y="17"/>
                  </a:moveTo>
                  <a:cubicBezTo>
                    <a:pt x="4" y="17"/>
                    <a:pt x="4" y="17"/>
                    <a:pt x="4" y="17"/>
                  </a:cubicBezTo>
                  <a:cubicBezTo>
                    <a:pt x="4" y="4"/>
                    <a:pt x="4" y="4"/>
                    <a:pt x="4" y="4"/>
                  </a:cubicBezTo>
                  <a:cubicBezTo>
                    <a:pt x="3" y="6"/>
                    <a:pt x="2" y="6"/>
                    <a:pt x="0" y="7"/>
                  </a:cubicBezTo>
                  <a:cubicBezTo>
                    <a:pt x="0" y="4"/>
                    <a:pt x="0" y="4"/>
                    <a:pt x="0" y="4"/>
                  </a:cubicBezTo>
                  <a:cubicBezTo>
                    <a:pt x="1" y="4"/>
                    <a:pt x="2" y="3"/>
                    <a:pt x="3" y="2"/>
                  </a:cubicBezTo>
                  <a:cubicBezTo>
                    <a:pt x="4" y="2"/>
                    <a:pt x="4" y="1"/>
                    <a:pt x="5" y="0"/>
                  </a:cubicBezTo>
                  <a:cubicBezTo>
                    <a:pt x="8" y="0"/>
                    <a:pt x="8" y="0"/>
                    <a:pt x="8" y="0"/>
                  </a:cubicBezTo>
                  <a:cubicBezTo>
                    <a:pt x="8" y="17"/>
                    <a:pt x="8" y="17"/>
                    <a:pt x="8" y="17"/>
                  </a:cubicBezTo>
                  <a:close/>
                  <a:moveTo>
                    <a:pt x="15" y="13"/>
                  </a:moveTo>
                  <a:cubicBezTo>
                    <a:pt x="18" y="13"/>
                    <a:pt x="18" y="13"/>
                    <a:pt x="18" y="13"/>
                  </a:cubicBezTo>
                  <a:cubicBezTo>
                    <a:pt x="18" y="14"/>
                    <a:pt x="18" y="14"/>
                    <a:pt x="19" y="14"/>
                  </a:cubicBezTo>
                  <a:cubicBezTo>
                    <a:pt x="19" y="15"/>
                    <a:pt x="20" y="15"/>
                    <a:pt x="20" y="15"/>
                  </a:cubicBezTo>
                  <a:cubicBezTo>
                    <a:pt x="21" y="15"/>
                    <a:pt x="21" y="14"/>
                    <a:pt x="22" y="14"/>
                  </a:cubicBezTo>
                  <a:cubicBezTo>
                    <a:pt x="22" y="13"/>
                    <a:pt x="23" y="12"/>
                    <a:pt x="23" y="10"/>
                  </a:cubicBezTo>
                  <a:cubicBezTo>
                    <a:pt x="22" y="11"/>
                    <a:pt x="21" y="12"/>
                    <a:pt x="20" y="12"/>
                  </a:cubicBezTo>
                  <a:cubicBezTo>
                    <a:pt x="18" y="12"/>
                    <a:pt x="17" y="11"/>
                    <a:pt x="16" y="10"/>
                  </a:cubicBezTo>
                  <a:cubicBezTo>
                    <a:pt x="15" y="9"/>
                    <a:pt x="14" y="8"/>
                    <a:pt x="14" y="6"/>
                  </a:cubicBezTo>
                  <a:cubicBezTo>
                    <a:pt x="14" y="4"/>
                    <a:pt x="15" y="2"/>
                    <a:pt x="16" y="1"/>
                  </a:cubicBezTo>
                  <a:cubicBezTo>
                    <a:pt x="17" y="0"/>
                    <a:pt x="18" y="0"/>
                    <a:pt x="20" y="0"/>
                  </a:cubicBezTo>
                  <a:cubicBezTo>
                    <a:pt x="22" y="0"/>
                    <a:pt x="23" y="0"/>
                    <a:pt x="24" y="2"/>
                  </a:cubicBezTo>
                  <a:cubicBezTo>
                    <a:pt x="26" y="3"/>
                    <a:pt x="26" y="5"/>
                    <a:pt x="26" y="8"/>
                  </a:cubicBezTo>
                  <a:cubicBezTo>
                    <a:pt x="26" y="12"/>
                    <a:pt x="25" y="14"/>
                    <a:pt x="24" y="16"/>
                  </a:cubicBezTo>
                  <a:cubicBezTo>
                    <a:pt x="23" y="17"/>
                    <a:pt x="21" y="18"/>
                    <a:pt x="19" y="18"/>
                  </a:cubicBezTo>
                  <a:cubicBezTo>
                    <a:pt x="18" y="18"/>
                    <a:pt x="17" y="17"/>
                    <a:pt x="16" y="16"/>
                  </a:cubicBezTo>
                  <a:cubicBezTo>
                    <a:pt x="16" y="16"/>
                    <a:pt x="15" y="15"/>
                    <a:pt x="15" y="13"/>
                  </a:cubicBezTo>
                  <a:close/>
                  <a:moveTo>
                    <a:pt x="22" y="6"/>
                  </a:moveTo>
                  <a:cubicBezTo>
                    <a:pt x="22" y="4"/>
                    <a:pt x="22" y="4"/>
                    <a:pt x="22" y="3"/>
                  </a:cubicBezTo>
                  <a:cubicBezTo>
                    <a:pt x="21" y="2"/>
                    <a:pt x="21" y="2"/>
                    <a:pt x="20" y="2"/>
                  </a:cubicBezTo>
                  <a:cubicBezTo>
                    <a:pt x="19" y="2"/>
                    <a:pt x="19" y="3"/>
                    <a:pt x="18" y="3"/>
                  </a:cubicBezTo>
                  <a:cubicBezTo>
                    <a:pt x="18" y="4"/>
                    <a:pt x="18" y="4"/>
                    <a:pt x="18" y="6"/>
                  </a:cubicBezTo>
                  <a:cubicBezTo>
                    <a:pt x="18" y="7"/>
                    <a:pt x="18" y="8"/>
                    <a:pt x="18" y="8"/>
                  </a:cubicBezTo>
                  <a:cubicBezTo>
                    <a:pt x="19" y="8"/>
                    <a:pt x="20" y="9"/>
                    <a:pt x="20" y="9"/>
                  </a:cubicBezTo>
                  <a:cubicBezTo>
                    <a:pt x="21" y="9"/>
                    <a:pt x="21" y="8"/>
                    <a:pt x="22" y="8"/>
                  </a:cubicBezTo>
                  <a:cubicBezTo>
                    <a:pt x="22" y="8"/>
                    <a:pt x="22" y="7"/>
                    <a:pt x="22" y="6"/>
                  </a:cubicBezTo>
                  <a:close/>
                  <a:moveTo>
                    <a:pt x="30" y="13"/>
                  </a:moveTo>
                  <a:cubicBezTo>
                    <a:pt x="34" y="12"/>
                    <a:pt x="34" y="12"/>
                    <a:pt x="34" y="12"/>
                  </a:cubicBezTo>
                  <a:cubicBezTo>
                    <a:pt x="34" y="13"/>
                    <a:pt x="34" y="14"/>
                    <a:pt x="34" y="14"/>
                  </a:cubicBezTo>
                  <a:cubicBezTo>
                    <a:pt x="35" y="15"/>
                    <a:pt x="36" y="15"/>
                    <a:pt x="36" y="15"/>
                  </a:cubicBezTo>
                  <a:cubicBezTo>
                    <a:pt x="37" y="15"/>
                    <a:pt x="37" y="15"/>
                    <a:pt x="38" y="14"/>
                  </a:cubicBezTo>
                  <a:cubicBezTo>
                    <a:pt x="38" y="14"/>
                    <a:pt x="39" y="13"/>
                    <a:pt x="39" y="12"/>
                  </a:cubicBezTo>
                  <a:cubicBezTo>
                    <a:pt x="39" y="10"/>
                    <a:pt x="38" y="10"/>
                    <a:pt x="38" y="9"/>
                  </a:cubicBezTo>
                  <a:cubicBezTo>
                    <a:pt x="38" y="9"/>
                    <a:pt x="37" y="8"/>
                    <a:pt x="36" y="8"/>
                  </a:cubicBezTo>
                  <a:cubicBezTo>
                    <a:pt x="35" y="8"/>
                    <a:pt x="34" y="9"/>
                    <a:pt x="33" y="10"/>
                  </a:cubicBezTo>
                  <a:cubicBezTo>
                    <a:pt x="30" y="9"/>
                    <a:pt x="30" y="9"/>
                    <a:pt x="30" y="9"/>
                  </a:cubicBezTo>
                  <a:cubicBezTo>
                    <a:pt x="32" y="0"/>
                    <a:pt x="32" y="0"/>
                    <a:pt x="32" y="0"/>
                  </a:cubicBezTo>
                  <a:cubicBezTo>
                    <a:pt x="41" y="0"/>
                    <a:pt x="41" y="0"/>
                    <a:pt x="41" y="0"/>
                  </a:cubicBezTo>
                  <a:cubicBezTo>
                    <a:pt x="41" y="3"/>
                    <a:pt x="41" y="3"/>
                    <a:pt x="41" y="3"/>
                  </a:cubicBezTo>
                  <a:cubicBezTo>
                    <a:pt x="35" y="3"/>
                    <a:pt x="35" y="3"/>
                    <a:pt x="35" y="3"/>
                  </a:cubicBezTo>
                  <a:cubicBezTo>
                    <a:pt x="34" y="6"/>
                    <a:pt x="34" y="6"/>
                    <a:pt x="34" y="6"/>
                  </a:cubicBezTo>
                  <a:cubicBezTo>
                    <a:pt x="35" y="6"/>
                    <a:pt x="36" y="6"/>
                    <a:pt x="37" y="6"/>
                  </a:cubicBezTo>
                  <a:cubicBezTo>
                    <a:pt x="38" y="6"/>
                    <a:pt x="40" y="6"/>
                    <a:pt x="41" y="8"/>
                  </a:cubicBezTo>
                  <a:cubicBezTo>
                    <a:pt x="42" y="9"/>
                    <a:pt x="42" y="10"/>
                    <a:pt x="42" y="12"/>
                  </a:cubicBezTo>
                  <a:cubicBezTo>
                    <a:pt x="42" y="14"/>
                    <a:pt x="42" y="15"/>
                    <a:pt x="41" y="16"/>
                  </a:cubicBezTo>
                  <a:cubicBezTo>
                    <a:pt x="40" y="18"/>
                    <a:pt x="38" y="18"/>
                    <a:pt x="36" y="18"/>
                  </a:cubicBezTo>
                  <a:cubicBezTo>
                    <a:pt x="35" y="18"/>
                    <a:pt x="33" y="18"/>
                    <a:pt x="32" y="17"/>
                  </a:cubicBezTo>
                  <a:cubicBezTo>
                    <a:pt x="31" y="16"/>
                    <a:pt x="30" y="14"/>
                    <a:pt x="30" y="13"/>
                  </a:cubicBezTo>
                  <a:close/>
                  <a:moveTo>
                    <a:pt x="48" y="8"/>
                  </a:moveTo>
                  <a:cubicBezTo>
                    <a:pt x="47" y="7"/>
                    <a:pt x="46" y="7"/>
                    <a:pt x="46" y="6"/>
                  </a:cubicBezTo>
                  <a:cubicBezTo>
                    <a:pt x="46" y="5"/>
                    <a:pt x="45" y="5"/>
                    <a:pt x="45" y="4"/>
                  </a:cubicBezTo>
                  <a:cubicBezTo>
                    <a:pt x="45" y="3"/>
                    <a:pt x="46" y="2"/>
                    <a:pt x="46" y="1"/>
                  </a:cubicBezTo>
                  <a:cubicBezTo>
                    <a:pt x="47" y="0"/>
                    <a:pt x="49" y="0"/>
                    <a:pt x="50" y="0"/>
                  </a:cubicBezTo>
                  <a:cubicBezTo>
                    <a:pt x="52" y="0"/>
                    <a:pt x="54" y="0"/>
                    <a:pt x="54" y="1"/>
                  </a:cubicBezTo>
                  <a:cubicBezTo>
                    <a:pt x="55" y="2"/>
                    <a:pt x="56" y="3"/>
                    <a:pt x="56" y="4"/>
                  </a:cubicBezTo>
                  <a:cubicBezTo>
                    <a:pt x="56" y="5"/>
                    <a:pt x="56" y="6"/>
                    <a:pt x="55" y="6"/>
                  </a:cubicBezTo>
                  <a:cubicBezTo>
                    <a:pt x="55" y="7"/>
                    <a:pt x="54" y="8"/>
                    <a:pt x="53" y="8"/>
                  </a:cubicBezTo>
                  <a:cubicBezTo>
                    <a:pt x="54" y="8"/>
                    <a:pt x="55" y="9"/>
                    <a:pt x="56" y="10"/>
                  </a:cubicBezTo>
                  <a:cubicBezTo>
                    <a:pt x="56" y="10"/>
                    <a:pt x="56" y="11"/>
                    <a:pt x="56" y="12"/>
                  </a:cubicBezTo>
                  <a:cubicBezTo>
                    <a:pt x="56" y="14"/>
                    <a:pt x="56" y="15"/>
                    <a:pt x="55" y="16"/>
                  </a:cubicBezTo>
                  <a:cubicBezTo>
                    <a:pt x="54" y="18"/>
                    <a:pt x="52" y="18"/>
                    <a:pt x="50" y="18"/>
                  </a:cubicBezTo>
                  <a:cubicBezTo>
                    <a:pt x="49" y="18"/>
                    <a:pt x="48" y="18"/>
                    <a:pt x="46" y="17"/>
                  </a:cubicBezTo>
                  <a:cubicBezTo>
                    <a:pt x="45" y="16"/>
                    <a:pt x="44" y="14"/>
                    <a:pt x="44" y="13"/>
                  </a:cubicBezTo>
                  <a:cubicBezTo>
                    <a:pt x="44" y="12"/>
                    <a:pt x="45" y="11"/>
                    <a:pt x="45" y="10"/>
                  </a:cubicBezTo>
                  <a:cubicBezTo>
                    <a:pt x="46" y="9"/>
                    <a:pt x="47" y="8"/>
                    <a:pt x="48" y="8"/>
                  </a:cubicBezTo>
                  <a:close/>
                  <a:moveTo>
                    <a:pt x="49" y="4"/>
                  </a:moveTo>
                  <a:cubicBezTo>
                    <a:pt x="49" y="5"/>
                    <a:pt x="49" y="6"/>
                    <a:pt x="49" y="6"/>
                  </a:cubicBezTo>
                  <a:cubicBezTo>
                    <a:pt x="50" y="6"/>
                    <a:pt x="50" y="6"/>
                    <a:pt x="51" y="6"/>
                  </a:cubicBezTo>
                  <a:cubicBezTo>
                    <a:pt x="52" y="6"/>
                    <a:pt x="52" y="6"/>
                    <a:pt x="52" y="6"/>
                  </a:cubicBezTo>
                  <a:cubicBezTo>
                    <a:pt x="53" y="6"/>
                    <a:pt x="53" y="5"/>
                    <a:pt x="53" y="4"/>
                  </a:cubicBezTo>
                  <a:cubicBezTo>
                    <a:pt x="53" y="4"/>
                    <a:pt x="53" y="3"/>
                    <a:pt x="52" y="3"/>
                  </a:cubicBezTo>
                  <a:cubicBezTo>
                    <a:pt x="52" y="2"/>
                    <a:pt x="52" y="2"/>
                    <a:pt x="51" y="2"/>
                  </a:cubicBezTo>
                  <a:cubicBezTo>
                    <a:pt x="50" y="2"/>
                    <a:pt x="50" y="2"/>
                    <a:pt x="49" y="3"/>
                  </a:cubicBezTo>
                  <a:cubicBezTo>
                    <a:pt x="49" y="3"/>
                    <a:pt x="49" y="4"/>
                    <a:pt x="49" y="4"/>
                  </a:cubicBezTo>
                  <a:close/>
                  <a:moveTo>
                    <a:pt x="48" y="12"/>
                  </a:moveTo>
                  <a:cubicBezTo>
                    <a:pt x="48" y="13"/>
                    <a:pt x="49" y="14"/>
                    <a:pt x="49" y="14"/>
                  </a:cubicBezTo>
                  <a:cubicBezTo>
                    <a:pt x="50" y="15"/>
                    <a:pt x="50" y="15"/>
                    <a:pt x="51" y="15"/>
                  </a:cubicBezTo>
                  <a:cubicBezTo>
                    <a:pt x="52" y="15"/>
                    <a:pt x="52" y="15"/>
                    <a:pt x="53" y="14"/>
                  </a:cubicBezTo>
                  <a:cubicBezTo>
                    <a:pt x="53" y="14"/>
                    <a:pt x="54" y="13"/>
                    <a:pt x="54" y="12"/>
                  </a:cubicBezTo>
                  <a:cubicBezTo>
                    <a:pt x="54" y="11"/>
                    <a:pt x="53" y="10"/>
                    <a:pt x="53" y="10"/>
                  </a:cubicBezTo>
                  <a:cubicBezTo>
                    <a:pt x="52" y="10"/>
                    <a:pt x="52" y="9"/>
                    <a:pt x="51" y="9"/>
                  </a:cubicBezTo>
                  <a:cubicBezTo>
                    <a:pt x="50" y="9"/>
                    <a:pt x="50" y="10"/>
                    <a:pt x="49" y="10"/>
                  </a:cubicBezTo>
                  <a:cubicBezTo>
                    <a:pt x="49" y="11"/>
                    <a:pt x="48" y="11"/>
                    <a:pt x="48"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59" name="Freeform 39"/>
            <p:cNvSpPr>
              <a:spLocks noEditPoints="1"/>
            </p:cNvSpPr>
            <p:nvPr/>
          </p:nvSpPr>
          <p:spPr bwMode="auto">
            <a:xfrm>
              <a:off x="8729725" y="4570716"/>
              <a:ext cx="474663" cy="477838"/>
            </a:xfrm>
            <a:custGeom>
              <a:avLst/>
              <a:gdLst>
                <a:gd name="T0" fmla="*/ 159 w 318"/>
                <a:gd name="T1" fmla="*/ 0 h 318"/>
                <a:gd name="T2" fmla="*/ 0 w 318"/>
                <a:gd name="T3" fmla="*/ 159 h 318"/>
                <a:gd name="T4" fmla="*/ 159 w 318"/>
                <a:gd name="T5" fmla="*/ 318 h 318"/>
                <a:gd name="T6" fmla="*/ 318 w 318"/>
                <a:gd name="T7" fmla="*/ 159 h 318"/>
                <a:gd name="T8" fmla="*/ 159 w 318"/>
                <a:gd name="T9" fmla="*/ 0 h 318"/>
                <a:gd name="T10" fmla="*/ 159 w 318"/>
                <a:gd name="T11" fmla="*/ 312 h 318"/>
                <a:gd name="T12" fmla="*/ 6 w 318"/>
                <a:gd name="T13" fmla="*/ 159 h 318"/>
                <a:gd name="T14" fmla="*/ 159 w 318"/>
                <a:gd name="T15" fmla="*/ 6 h 318"/>
                <a:gd name="T16" fmla="*/ 312 w 318"/>
                <a:gd name="T17" fmla="*/ 160 h 318"/>
                <a:gd name="T18" fmla="*/ 159 w 318"/>
                <a:gd name="T19" fmla="*/ 31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18" h="318">
                  <a:moveTo>
                    <a:pt x="159" y="0"/>
                  </a:moveTo>
                  <a:cubicBezTo>
                    <a:pt x="71" y="0"/>
                    <a:pt x="0" y="72"/>
                    <a:pt x="0" y="159"/>
                  </a:cubicBezTo>
                  <a:cubicBezTo>
                    <a:pt x="0" y="247"/>
                    <a:pt x="71" y="318"/>
                    <a:pt x="159" y="318"/>
                  </a:cubicBezTo>
                  <a:cubicBezTo>
                    <a:pt x="246" y="318"/>
                    <a:pt x="318" y="247"/>
                    <a:pt x="318" y="159"/>
                  </a:cubicBezTo>
                  <a:cubicBezTo>
                    <a:pt x="317" y="72"/>
                    <a:pt x="246" y="0"/>
                    <a:pt x="159" y="0"/>
                  </a:cubicBezTo>
                  <a:close/>
                  <a:moveTo>
                    <a:pt x="159" y="312"/>
                  </a:moveTo>
                  <a:cubicBezTo>
                    <a:pt x="74" y="312"/>
                    <a:pt x="6" y="244"/>
                    <a:pt x="6" y="159"/>
                  </a:cubicBezTo>
                  <a:cubicBezTo>
                    <a:pt x="6" y="75"/>
                    <a:pt x="74" y="6"/>
                    <a:pt x="159" y="6"/>
                  </a:cubicBezTo>
                  <a:cubicBezTo>
                    <a:pt x="243" y="6"/>
                    <a:pt x="312" y="75"/>
                    <a:pt x="312" y="160"/>
                  </a:cubicBezTo>
                  <a:cubicBezTo>
                    <a:pt x="312" y="244"/>
                    <a:pt x="243" y="312"/>
                    <a:pt x="159" y="3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60" name="Freeform 40"/>
            <p:cNvSpPr>
              <a:spLocks noEditPoints="1"/>
            </p:cNvSpPr>
            <p:nvPr/>
          </p:nvSpPr>
          <p:spPr bwMode="auto">
            <a:xfrm>
              <a:off x="8763063" y="4810429"/>
              <a:ext cx="407988" cy="204788"/>
            </a:xfrm>
            <a:custGeom>
              <a:avLst/>
              <a:gdLst>
                <a:gd name="T0" fmla="*/ 258 w 274"/>
                <a:gd name="T1" fmla="*/ 63 h 137"/>
                <a:gd name="T2" fmla="*/ 1 w 274"/>
                <a:gd name="T3" fmla="*/ 12 h 137"/>
                <a:gd name="T4" fmla="*/ 14 w 274"/>
                <a:gd name="T5" fmla="*/ 9 h 137"/>
                <a:gd name="T6" fmla="*/ 1 w 274"/>
                <a:gd name="T7" fmla="*/ 17 h 137"/>
                <a:gd name="T8" fmla="*/ 16 w 274"/>
                <a:gd name="T9" fmla="*/ 29 h 137"/>
                <a:gd name="T10" fmla="*/ 11 w 274"/>
                <a:gd name="T11" fmla="*/ 27 h 137"/>
                <a:gd name="T12" fmla="*/ 14 w 274"/>
                <a:gd name="T13" fmla="*/ 36 h 137"/>
                <a:gd name="T14" fmla="*/ 18 w 274"/>
                <a:gd name="T15" fmla="*/ 47 h 137"/>
                <a:gd name="T16" fmla="*/ 21 w 274"/>
                <a:gd name="T17" fmla="*/ 57 h 137"/>
                <a:gd name="T18" fmla="*/ 21 w 274"/>
                <a:gd name="T19" fmla="*/ 55 h 137"/>
                <a:gd name="T20" fmla="*/ 19 w 274"/>
                <a:gd name="T21" fmla="*/ 66 h 137"/>
                <a:gd name="T22" fmla="*/ 22 w 274"/>
                <a:gd name="T23" fmla="*/ 62 h 137"/>
                <a:gd name="T24" fmla="*/ 22 w 274"/>
                <a:gd name="T25" fmla="*/ 71 h 137"/>
                <a:gd name="T26" fmla="*/ 30 w 274"/>
                <a:gd name="T27" fmla="*/ 71 h 137"/>
                <a:gd name="T28" fmla="*/ 30 w 274"/>
                <a:gd name="T29" fmla="*/ 86 h 137"/>
                <a:gd name="T30" fmla="*/ 36 w 274"/>
                <a:gd name="T31" fmla="*/ 79 h 137"/>
                <a:gd name="T32" fmla="*/ 47 w 274"/>
                <a:gd name="T33" fmla="*/ 90 h 137"/>
                <a:gd name="T34" fmla="*/ 58 w 274"/>
                <a:gd name="T35" fmla="*/ 96 h 137"/>
                <a:gd name="T36" fmla="*/ 51 w 274"/>
                <a:gd name="T37" fmla="*/ 95 h 137"/>
                <a:gd name="T38" fmla="*/ 58 w 274"/>
                <a:gd name="T39" fmla="*/ 105 h 137"/>
                <a:gd name="T40" fmla="*/ 67 w 274"/>
                <a:gd name="T41" fmla="*/ 106 h 137"/>
                <a:gd name="T42" fmla="*/ 76 w 274"/>
                <a:gd name="T43" fmla="*/ 112 h 137"/>
                <a:gd name="T44" fmla="*/ 82 w 274"/>
                <a:gd name="T45" fmla="*/ 111 h 137"/>
                <a:gd name="T46" fmla="*/ 78 w 274"/>
                <a:gd name="T47" fmla="*/ 113 h 137"/>
                <a:gd name="T48" fmla="*/ 83 w 274"/>
                <a:gd name="T49" fmla="*/ 123 h 137"/>
                <a:gd name="T50" fmla="*/ 97 w 274"/>
                <a:gd name="T51" fmla="*/ 121 h 137"/>
                <a:gd name="T52" fmla="*/ 100 w 274"/>
                <a:gd name="T53" fmla="*/ 125 h 137"/>
                <a:gd name="T54" fmla="*/ 108 w 274"/>
                <a:gd name="T55" fmla="*/ 126 h 137"/>
                <a:gd name="T56" fmla="*/ 113 w 274"/>
                <a:gd name="T57" fmla="*/ 126 h 137"/>
                <a:gd name="T58" fmla="*/ 132 w 274"/>
                <a:gd name="T59" fmla="*/ 136 h 137"/>
                <a:gd name="T60" fmla="*/ 126 w 274"/>
                <a:gd name="T61" fmla="*/ 130 h 137"/>
                <a:gd name="T62" fmla="*/ 128 w 274"/>
                <a:gd name="T63" fmla="*/ 135 h 137"/>
                <a:gd name="T64" fmla="*/ 135 w 274"/>
                <a:gd name="T65" fmla="*/ 135 h 137"/>
                <a:gd name="T66" fmla="*/ 149 w 274"/>
                <a:gd name="T67" fmla="*/ 136 h 137"/>
                <a:gd name="T68" fmla="*/ 152 w 274"/>
                <a:gd name="T69" fmla="*/ 133 h 137"/>
                <a:gd name="T70" fmla="*/ 167 w 274"/>
                <a:gd name="T71" fmla="*/ 131 h 137"/>
                <a:gd name="T72" fmla="*/ 180 w 274"/>
                <a:gd name="T73" fmla="*/ 128 h 137"/>
                <a:gd name="T74" fmla="*/ 175 w 274"/>
                <a:gd name="T75" fmla="*/ 122 h 137"/>
                <a:gd name="T76" fmla="*/ 187 w 274"/>
                <a:gd name="T77" fmla="*/ 119 h 137"/>
                <a:gd name="T78" fmla="*/ 192 w 274"/>
                <a:gd name="T79" fmla="*/ 117 h 137"/>
                <a:gd name="T80" fmla="*/ 199 w 274"/>
                <a:gd name="T81" fmla="*/ 119 h 137"/>
                <a:gd name="T82" fmla="*/ 203 w 274"/>
                <a:gd name="T83" fmla="*/ 119 h 137"/>
                <a:gd name="T84" fmla="*/ 217 w 274"/>
                <a:gd name="T85" fmla="*/ 111 h 137"/>
                <a:gd name="T86" fmla="*/ 217 w 274"/>
                <a:gd name="T87" fmla="*/ 106 h 137"/>
                <a:gd name="T88" fmla="*/ 232 w 274"/>
                <a:gd name="T89" fmla="*/ 96 h 137"/>
                <a:gd name="T90" fmla="*/ 231 w 274"/>
                <a:gd name="T91" fmla="*/ 97 h 137"/>
                <a:gd name="T92" fmla="*/ 238 w 274"/>
                <a:gd name="T93" fmla="*/ 95 h 137"/>
                <a:gd name="T94" fmla="*/ 234 w 274"/>
                <a:gd name="T95" fmla="*/ 85 h 137"/>
                <a:gd name="T96" fmla="*/ 242 w 274"/>
                <a:gd name="T97" fmla="*/ 73 h 137"/>
                <a:gd name="T98" fmla="*/ 238 w 274"/>
                <a:gd name="T99" fmla="*/ 77 h 137"/>
                <a:gd name="T100" fmla="*/ 252 w 274"/>
                <a:gd name="T101" fmla="*/ 71 h 137"/>
                <a:gd name="T102" fmla="*/ 266 w 274"/>
                <a:gd name="T103" fmla="*/ 40 h 137"/>
                <a:gd name="T104" fmla="*/ 258 w 274"/>
                <a:gd name="T105" fmla="*/ 48 h 137"/>
                <a:gd name="T106" fmla="*/ 268 w 274"/>
                <a:gd name="T107" fmla="*/ 35 h 137"/>
                <a:gd name="T108" fmla="*/ 259 w 274"/>
                <a:gd name="T109" fmla="*/ 22 h 137"/>
                <a:gd name="T110" fmla="*/ 262 w 274"/>
                <a:gd name="T111" fmla="*/ 27 h 137"/>
                <a:gd name="T112" fmla="*/ 273 w 274"/>
                <a:gd name="T113" fmla="*/ 17 h 137"/>
                <a:gd name="T114" fmla="*/ 273 w 274"/>
                <a:gd name="T115" fmla="*/ 12 h 137"/>
                <a:gd name="T116" fmla="*/ 266 w 274"/>
                <a:gd name="T117" fmla="*/ 7 h 137"/>
                <a:gd name="T118" fmla="*/ 269 w 274"/>
                <a:gd name="T119" fmla="*/ 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74" h="137">
                  <a:moveTo>
                    <a:pt x="250" y="51"/>
                  </a:moveTo>
                  <a:cubicBezTo>
                    <a:pt x="250" y="51"/>
                    <a:pt x="250" y="51"/>
                    <a:pt x="250" y="51"/>
                  </a:cubicBezTo>
                  <a:cubicBezTo>
                    <a:pt x="250" y="52"/>
                    <a:pt x="250" y="52"/>
                    <a:pt x="250" y="52"/>
                  </a:cubicBezTo>
                  <a:cubicBezTo>
                    <a:pt x="250" y="53"/>
                    <a:pt x="250" y="53"/>
                    <a:pt x="249" y="53"/>
                  </a:cubicBezTo>
                  <a:cubicBezTo>
                    <a:pt x="249" y="53"/>
                    <a:pt x="248" y="53"/>
                    <a:pt x="248" y="53"/>
                  </a:cubicBezTo>
                  <a:cubicBezTo>
                    <a:pt x="248" y="53"/>
                    <a:pt x="248" y="53"/>
                    <a:pt x="248" y="53"/>
                  </a:cubicBezTo>
                  <a:cubicBezTo>
                    <a:pt x="248" y="54"/>
                    <a:pt x="248" y="54"/>
                    <a:pt x="249" y="55"/>
                  </a:cubicBezTo>
                  <a:cubicBezTo>
                    <a:pt x="251" y="56"/>
                    <a:pt x="251" y="56"/>
                    <a:pt x="251" y="56"/>
                  </a:cubicBezTo>
                  <a:cubicBezTo>
                    <a:pt x="252" y="53"/>
                    <a:pt x="252" y="53"/>
                    <a:pt x="252" y="53"/>
                  </a:cubicBezTo>
                  <a:cubicBezTo>
                    <a:pt x="253" y="54"/>
                    <a:pt x="253" y="54"/>
                    <a:pt x="253" y="54"/>
                  </a:cubicBezTo>
                  <a:cubicBezTo>
                    <a:pt x="252" y="56"/>
                    <a:pt x="252" y="56"/>
                    <a:pt x="252" y="56"/>
                  </a:cubicBezTo>
                  <a:cubicBezTo>
                    <a:pt x="258" y="59"/>
                    <a:pt x="258" y="59"/>
                    <a:pt x="258" y="59"/>
                  </a:cubicBezTo>
                  <a:cubicBezTo>
                    <a:pt x="258" y="60"/>
                    <a:pt x="259" y="59"/>
                    <a:pt x="260" y="58"/>
                  </a:cubicBezTo>
                  <a:cubicBezTo>
                    <a:pt x="260" y="58"/>
                    <a:pt x="260" y="58"/>
                    <a:pt x="260" y="58"/>
                  </a:cubicBezTo>
                  <a:cubicBezTo>
                    <a:pt x="258" y="63"/>
                    <a:pt x="258" y="63"/>
                    <a:pt x="258" y="63"/>
                  </a:cubicBezTo>
                  <a:cubicBezTo>
                    <a:pt x="257" y="63"/>
                    <a:pt x="257" y="63"/>
                    <a:pt x="257" y="63"/>
                  </a:cubicBezTo>
                  <a:cubicBezTo>
                    <a:pt x="258" y="62"/>
                    <a:pt x="258" y="62"/>
                    <a:pt x="257" y="61"/>
                  </a:cubicBezTo>
                  <a:cubicBezTo>
                    <a:pt x="251" y="58"/>
                    <a:pt x="251" y="58"/>
                    <a:pt x="251" y="58"/>
                  </a:cubicBezTo>
                  <a:cubicBezTo>
                    <a:pt x="250" y="60"/>
                    <a:pt x="250" y="60"/>
                    <a:pt x="250" y="60"/>
                  </a:cubicBezTo>
                  <a:cubicBezTo>
                    <a:pt x="250" y="59"/>
                    <a:pt x="250" y="59"/>
                    <a:pt x="250" y="59"/>
                  </a:cubicBezTo>
                  <a:cubicBezTo>
                    <a:pt x="250" y="58"/>
                    <a:pt x="250" y="58"/>
                    <a:pt x="250" y="58"/>
                  </a:cubicBezTo>
                  <a:cubicBezTo>
                    <a:pt x="250" y="57"/>
                    <a:pt x="250" y="57"/>
                    <a:pt x="250" y="57"/>
                  </a:cubicBezTo>
                  <a:cubicBezTo>
                    <a:pt x="249" y="57"/>
                    <a:pt x="248" y="56"/>
                    <a:pt x="248" y="55"/>
                  </a:cubicBezTo>
                  <a:cubicBezTo>
                    <a:pt x="247" y="54"/>
                    <a:pt x="247" y="53"/>
                    <a:pt x="248" y="52"/>
                  </a:cubicBezTo>
                  <a:cubicBezTo>
                    <a:pt x="248" y="52"/>
                    <a:pt x="249" y="51"/>
                    <a:pt x="250" y="51"/>
                  </a:cubicBezTo>
                  <a:cubicBezTo>
                    <a:pt x="250" y="51"/>
                    <a:pt x="250" y="51"/>
                    <a:pt x="250" y="51"/>
                  </a:cubicBezTo>
                  <a:close/>
                  <a:moveTo>
                    <a:pt x="14" y="15"/>
                  </a:moveTo>
                  <a:cubicBezTo>
                    <a:pt x="14" y="14"/>
                    <a:pt x="14" y="13"/>
                    <a:pt x="12" y="13"/>
                  </a:cubicBezTo>
                  <a:cubicBezTo>
                    <a:pt x="5" y="13"/>
                    <a:pt x="5" y="13"/>
                    <a:pt x="5" y="13"/>
                  </a:cubicBezTo>
                  <a:cubicBezTo>
                    <a:pt x="4" y="13"/>
                    <a:pt x="2" y="13"/>
                    <a:pt x="1" y="12"/>
                  </a:cubicBezTo>
                  <a:cubicBezTo>
                    <a:pt x="0" y="11"/>
                    <a:pt x="0" y="10"/>
                    <a:pt x="0" y="8"/>
                  </a:cubicBezTo>
                  <a:cubicBezTo>
                    <a:pt x="0" y="7"/>
                    <a:pt x="0" y="5"/>
                    <a:pt x="1" y="5"/>
                  </a:cubicBezTo>
                  <a:cubicBezTo>
                    <a:pt x="2" y="3"/>
                    <a:pt x="3" y="3"/>
                    <a:pt x="5" y="3"/>
                  </a:cubicBezTo>
                  <a:cubicBezTo>
                    <a:pt x="12" y="2"/>
                    <a:pt x="12" y="2"/>
                    <a:pt x="12" y="2"/>
                  </a:cubicBezTo>
                  <a:cubicBezTo>
                    <a:pt x="13" y="2"/>
                    <a:pt x="13" y="1"/>
                    <a:pt x="13" y="0"/>
                  </a:cubicBezTo>
                  <a:cubicBezTo>
                    <a:pt x="14" y="0"/>
                    <a:pt x="14" y="0"/>
                    <a:pt x="14" y="0"/>
                  </a:cubicBezTo>
                  <a:cubicBezTo>
                    <a:pt x="14" y="6"/>
                    <a:pt x="14" y="6"/>
                    <a:pt x="14" y="6"/>
                  </a:cubicBezTo>
                  <a:cubicBezTo>
                    <a:pt x="14" y="6"/>
                    <a:pt x="14" y="6"/>
                    <a:pt x="14" y="6"/>
                  </a:cubicBezTo>
                  <a:cubicBezTo>
                    <a:pt x="14" y="5"/>
                    <a:pt x="13" y="4"/>
                    <a:pt x="12" y="4"/>
                  </a:cubicBezTo>
                  <a:cubicBezTo>
                    <a:pt x="5" y="5"/>
                    <a:pt x="5" y="5"/>
                    <a:pt x="5" y="5"/>
                  </a:cubicBezTo>
                  <a:cubicBezTo>
                    <a:pt x="4" y="5"/>
                    <a:pt x="3" y="5"/>
                    <a:pt x="2" y="5"/>
                  </a:cubicBezTo>
                  <a:cubicBezTo>
                    <a:pt x="1" y="6"/>
                    <a:pt x="1" y="7"/>
                    <a:pt x="1" y="8"/>
                  </a:cubicBezTo>
                  <a:cubicBezTo>
                    <a:pt x="1" y="11"/>
                    <a:pt x="3" y="12"/>
                    <a:pt x="6" y="12"/>
                  </a:cubicBezTo>
                  <a:cubicBezTo>
                    <a:pt x="13" y="11"/>
                    <a:pt x="13" y="11"/>
                    <a:pt x="13" y="11"/>
                  </a:cubicBezTo>
                  <a:cubicBezTo>
                    <a:pt x="14" y="11"/>
                    <a:pt x="14" y="11"/>
                    <a:pt x="14" y="9"/>
                  </a:cubicBezTo>
                  <a:cubicBezTo>
                    <a:pt x="14" y="9"/>
                    <a:pt x="14" y="9"/>
                    <a:pt x="14" y="9"/>
                  </a:cubicBezTo>
                  <a:cubicBezTo>
                    <a:pt x="14" y="15"/>
                    <a:pt x="14" y="15"/>
                    <a:pt x="14" y="15"/>
                  </a:cubicBezTo>
                  <a:cubicBezTo>
                    <a:pt x="14" y="15"/>
                    <a:pt x="14" y="15"/>
                    <a:pt x="14" y="15"/>
                  </a:cubicBezTo>
                  <a:close/>
                  <a:moveTo>
                    <a:pt x="3" y="27"/>
                  </a:moveTo>
                  <a:cubicBezTo>
                    <a:pt x="2" y="23"/>
                    <a:pt x="2" y="23"/>
                    <a:pt x="2" y="23"/>
                  </a:cubicBezTo>
                  <a:cubicBezTo>
                    <a:pt x="2" y="23"/>
                    <a:pt x="2" y="23"/>
                    <a:pt x="2" y="23"/>
                  </a:cubicBezTo>
                  <a:cubicBezTo>
                    <a:pt x="2" y="23"/>
                    <a:pt x="3" y="24"/>
                    <a:pt x="4" y="24"/>
                  </a:cubicBezTo>
                  <a:cubicBezTo>
                    <a:pt x="9" y="23"/>
                    <a:pt x="9" y="23"/>
                    <a:pt x="9" y="23"/>
                  </a:cubicBezTo>
                  <a:cubicBezTo>
                    <a:pt x="10" y="23"/>
                    <a:pt x="10" y="23"/>
                    <a:pt x="10" y="22"/>
                  </a:cubicBezTo>
                  <a:cubicBezTo>
                    <a:pt x="11" y="22"/>
                    <a:pt x="11" y="21"/>
                    <a:pt x="10" y="21"/>
                  </a:cubicBezTo>
                  <a:cubicBezTo>
                    <a:pt x="10" y="20"/>
                    <a:pt x="10" y="19"/>
                    <a:pt x="9" y="19"/>
                  </a:cubicBezTo>
                  <a:cubicBezTo>
                    <a:pt x="3" y="20"/>
                    <a:pt x="3" y="20"/>
                    <a:pt x="3" y="20"/>
                  </a:cubicBezTo>
                  <a:cubicBezTo>
                    <a:pt x="2" y="20"/>
                    <a:pt x="2" y="21"/>
                    <a:pt x="2" y="21"/>
                  </a:cubicBezTo>
                  <a:cubicBezTo>
                    <a:pt x="2" y="21"/>
                    <a:pt x="2" y="21"/>
                    <a:pt x="2" y="21"/>
                  </a:cubicBezTo>
                  <a:cubicBezTo>
                    <a:pt x="1" y="17"/>
                    <a:pt x="1" y="17"/>
                    <a:pt x="1" y="17"/>
                  </a:cubicBezTo>
                  <a:cubicBezTo>
                    <a:pt x="1" y="17"/>
                    <a:pt x="1" y="17"/>
                    <a:pt x="1" y="17"/>
                  </a:cubicBezTo>
                  <a:cubicBezTo>
                    <a:pt x="1" y="18"/>
                    <a:pt x="2" y="18"/>
                    <a:pt x="3" y="18"/>
                  </a:cubicBezTo>
                  <a:cubicBezTo>
                    <a:pt x="8" y="17"/>
                    <a:pt x="8" y="17"/>
                    <a:pt x="8" y="17"/>
                  </a:cubicBezTo>
                  <a:cubicBezTo>
                    <a:pt x="9" y="17"/>
                    <a:pt x="9" y="17"/>
                    <a:pt x="9" y="17"/>
                  </a:cubicBezTo>
                  <a:cubicBezTo>
                    <a:pt x="9" y="17"/>
                    <a:pt x="9" y="17"/>
                    <a:pt x="9" y="16"/>
                  </a:cubicBezTo>
                  <a:cubicBezTo>
                    <a:pt x="10" y="16"/>
                    <a:pt x="10" y="16"/>
                    <a:pt x="10" y="16"/>
                  </a:cubicBezTo>
                  <a:cubicBezTo>
                    <a:pt x="11" y="19"/>
                    <a:pt x="11" y="19"/>
                    <a:pt x="11" y="19"/>
                  </a:cubicBezTo>
                  <a:cubicBezTo>
                    <a:pt x="10" y="19"/>
                    <a:pt x="10" y="19"/>
                    <a:pt x="10" y="19"/>
                  </a:cubicBezTo>
                  <a:cubicBezTo>
                    <a:pt x="11" y="20"/>
                    <a:pt x="12" y="21"/>
                    <a:pt x="12" y="22"/>
                  </a:cubicBezTo>
                  <a:cubicBezTo>
                    <a:pt x="12" y="23"/>
                    <a:pt x="11" y="24"/>
                    <a:pt x="9" y="25"/>
                  </a:cubicBezTo>
                  <a:cubicBezTo>
                    <a:pt x="4" y="25"/>
                    <a:pt x="4" y="25"/>
                    <a:pt x="4" y="25"/>
                  </a:cubicBezTo>
                  <a:cubicBezTo>
                    <a:pt x="3" y="26"/>
                    <a:pt x="3" y="26"/>
                    <a:pt x="3" y="27"/>
                  </a:cubicBezTo>
                  <a:cubicBezTo>
                    <a:pt x="3" y="27"/>
                    <a:pt x="3" y="27"/>
                    <a:pt x="3" y="27"/>
                  </a:cubicBezTo>
                  <a:close/>
                  <a:moveTo>
                    <a:pt x="16" y="29"/>
                  </a:moveTo>
                  <a:cubicBezTo>
                    <a:pt x="16" y="29"/>
                    <a:pt x="16" y="29"/>
                    <a:pt x="16" y="29"/>
                  </a:cubicBezTo>
                  <a:cubicBezTo>
                    <a:pt x="15" y="29"/>
                    <a:pt x="15" y="29"/>
                    <a:pt x="15" y="29"/>
                  </a:cubicBezTo>
                  <a:cubicBezTo>
                    <a:pt x="15" y="28"/>
                    <a:pt x="15" y="28"/>
                    <a:pt x="15" y="28"/>
                  </a:cubicBezTo>
                  <a:cubicBezTo>
                    <a:pt x="15" y="27"/>
                    <a:pt x="16" y="27"/>
                    <a:pt x="16" y="27"/>
                  </a:cubicBezTo>
                  <a:cubicBezTo>
                    <a:pt x="16" y="27"/>
                    <a:pt x="16" y="27"/>
                    <a:pt x="17" y="27"/>
                  </a:cubicBezTo>
                  <a:cubicBezTo>
                    <a:pt x="17" y="27"/>
                    <a:pt x="17" y="28"/>
                    <a:pt x="17" y="28"/>
                  </a:cubicBezTo>
                  <a:cubicBezTo>
                    <a:pt x="17" y="29"/>
                    <a:pt x="17" y="29"/>
                    <a:pt x="17" y="29"/>
                  </a:cubicBezTo>
                  <a:cubicBezTo>
                    <a:pt x="17" y="29"/>
                    <a:pt x="17" y="29"/>
                    <a:pt x="16" y="29"/>
                  </a:cubicBezTo>
                  <a:close/>
                  <a:moveTo>
                    <a:pt x="4" y="33"/>
                  </a:moveTo>
                  <a:cubicBezTo>
                    <a:pt x="3" y="29"/>
                    <a:pt x="3" y="29"/>
                    <a:pt x="3" y="29"/>
                  </a:cubicBezTo>
                  <a:cubicBezTo>
                    <a:pt x="4" y="29"/>
                    <a:pt x="4" y="29"/>
                    <a:pt x="4" y="29"/>
                  </a:cubicBezTo>
                  <a:cubicBezTo>
                    <a:pt x="4" y="30"/>
                    <a:pt x="4" y="30"/>
                    <a:pt x="5" y="30"/>
                  </a:cubicBezTo>
                  <a:cubicBezTo>
                    <a:pt x="10" y="29"/>
                    <a:pt x="10" y="29"/>
                    <a:pt x="10" y="29"/>
                  </a:cubicBezTo>
                  <a:cubicBezTo>
                    <a:pt x="11" y="29"/>
                    <a:pt x="11" y="28"/>
                    <a:pt x="11" y="28"/>
                  </a:cubicBezTo>
                  <a:cubicBezTo>
                    <a:pt x="11" y="27"/>
                    <a:pt x="11" y="27"/>
                    <a:pt x="11" y="27"/>
                  </a:cubicBezTo>
                  <a:cubicBezTo>
                    <a:pt x="11" y="27"/>
                    <a:pt x="11" y="27"/>
                    <a:pt x="11" y="27"/>
                  </a:cubicBezTo>
                  <a:cubicBezTo>
                    <a:pt x="13" y="30"/>
                    <a:pt x="13" y="30"/>
                    <a:pt x="13" y="30"/>
                  </a:cubicBezTo>
                  <a:cubicBezTo>
                    <a:pt x="5" y="32"/>
                    <a:pt x="5" y="32"/>
                    <a:pt x="5" y="32"/>
                  </a:cubicBezTo>
                  <a:cubicBezTo>
                    <a:pt x="5" y="32"/>
                    <a:pt x="4" y="33"/>
                    <a:pt x="4" y="33"/>
                  </a:cubicBezTo>
                  <a:cubicBezTo>
                    <a:pt x="4" y="33"/>
                    <a:pt x="4" y="33"/>
                    <a:pt x="4" y="33"/>
                  </a:cubicBezTo>
                  <a:close/>
                  <a:moveTo>
                    <a:pt x="16" y="42"/>
                  </a:moveTo>
                  <a:cubicBezTo>
                    <a:pt x="16" y="41"/>
                    <a:pt x="15" y="41"/>
                    <a:pt x="14" y="41"/>
                  </a:cubicBezTo>
                  <a:cubicBezTo>
                    <a:pt x="6" y="40"/>
                    <a:pt x="6" y="40"/>
                    <a:pt x="6" y="40"/>
                  </a:cubicBezTo>
                  <a:cubicBezTo>
                    <a:pt x="6" y="40"/>
                    <a:pt x="6" y="40"/>
                    <a:pt x="6" y="40"/>
                  </a:cubicBezTo>
                  <a:cubicBezTo>
                    <a:pt x="6" y="40"/>
                    <a:pt x="6" y="40"/>
                    <a:pt x="6" y="40"/>
                  </a:cubicBezTo>
                  <a:cubicBezTo>
                    <a:pt x="13" y="35"/>
                    <a:pt x="13" y="35"/>
                    <a:pt x="13" y="35"/>
                  </a:cubicBezTo>
                  <a:cubicBezTo>
                    <a:pt x="14" y="34"/>
                    <a:pt x="14" y="33"/>
                    <a:pt x="14" y="33"/>
                  </a:cubicBezTo>
                  <a:cubicBezTo>
                    <a:pt x="14" y="33"/>
                    <a:pt x="14" y="33"/>
                    <a:pt x="14" y="33"/>
                  </a:cubicBezTo>
                  <a:cubicBezTo>
                    <a:pt x="15" y="37"/>
                    <a:pt x="15" y="37"/>
                    <a:pt x="15" y="37"/>
                  </a:cubicBezTo>
                  <a:cubicBezTo>
                    <a:pt x="15" y="37"/>
                    <a:pt x="15" y="37"/>
                    <a:pt x="15" y="37"/>
                  </a:cubicBezTo>
                  <a:cubicBezTo>
                    <a:pt x="15" y="37"/>
                    <a:pt x="14" y="36"/>
                    <a:pt x="14" y="36"/>
                  </a:cubicBezTo>
                  <a:cubicBezTo>
                    <a:pt x="14" y="36"/>
                    <a:pt x="14" y="36"/>
                    <a:pt x="13" y="37"/>
                  </a:cubicBezTo>
                  <a:cubicBezTo>
                    <a:pt x="9" y="40"/>
                    <a:pt x="9" y="40"/>
                    <a:pt x="9" y="40"/>
                  </a:cubicBezTo>
                  <a:cubicBezTo>
                    <a:pt x="14" y="40"/>
                    <a:pt x="14" y="40"/>
                    <a:pt x="14" y="40"/>
                  </a:cubicBezTo>
                  <a:cubicBezTo>
                    <a:pt x="14" y="40"/>
                    <a:pt x="15" y="40"/>
                    <a:pt x="15" y="40"/>
                  </a:cubicBezTo>
                  <a:cubicBezTo>
                    <a:pt x="16" y="40"/>
                    <a:pt x="16" y="40"/>
                    <a:pt x="16" y="39"/>
                  </a:cubicBezTo>
                  <a:cubicBezTo>
                    <a:pt x="16" y="39"/>
                    <a:pt x="16" y="39"/>
                    <a:pt x="16" y="39"/>
                  </a:cubicBezTo>
                  <a:cubicBezTo>
                    <a:pt x="16" y="42"/>
                    <a:pt x="16" y="42"/>
                    <a:pt x="16" y="42"/>
                  </a:cubicBezTo>
                  <a:cubicBezTo>
                    <a:pt x="16" y="42"/>
                    <a:pt x="16" y="42"/>
                    <a:pt x="16" y="42"/>
                  </a:cubicBezTo>
                  <a:close/>
                  <a:moveTo>
                    <a:pt x="14" y="53"/>
                  </a:moveTo>
                  <a:cubicBezTo>
                    <a:pt x="13" y="53"/>
                    <a:pt x="12" y="53"/>
                    <a:pt x="11" y="52"/>
                  </a:cubicBezTo>
                  <a:cubicBezTo>
                    <a:pt x="10" y="51"/>
                    <a:pt x="10" y="51"/>
                    <a:pt x="9" y="50"/>
                  </a:cubicBezTo>
                  <a:cubicBezTo>
                    <a:pt x="9" y="49"/>
                    <a:pt x="9" y="48"/>
                    <a:pt x="9" y="47"/>
                  </a:cubicBezTo>
                  <a:cubicBezTo>
                    <a:pt x="10" y="46"/>
                    <a:pt x="11" y="45"/>
                    <a:pt x="12" y="45"/>
                  </a:cubicBezTo>
                  <a:cubicBezTo>
                    <a:pt x="13" y="44"/>
                    <a:pt x="14" y="44"/>
                    <a:pt x="16" y="45"/>
                  </a:cubicBezTo>
                  <a:cubicBezTo>
                    <a:pt x="17" y="45"/>
                    <a:pt x="18" y="46"/>
                    <a:pt x="18" y="47"/>
                  </a:cubicBezTo>
                  <a:cubicBezTo>
                    <a:pt x="18" y="48"/>
                    <a:pt x="18" y="49"/>
                    <a:pt x="18" y="50"/>
                  </a:cubicBezTo>
                  <a:cubicBezTo>
                    <a:pt x="18" y="51"/>
                    <a:pt x="17" y="51"/>
                    <a:pt x="16" y="52"/>
                  </a:cubicBezTo>
                  <a:cubicBezTo>
                    <a:pt x="14" y="46"/>
                    <a:pt x="14" y="46"/>
                    <a:pt x="14" y="46"/>
                  </a:cubicBezTo>
                  <a:cubicBezTo>
                    <a:pt x="12" y="46"/>
                    <a:pt x="12" y="47"/>
                    <a:pt x="11" y="48"/>
                  </a:cubicBezTo>
                  <a:cubicBezTo>
                    <a:pt x="10" y="49"/>
                    <a:pt x="10" y="49"/>
                    <a:pt x="10" y="51"/>
                  </a:cubicBezTo>
                  <a:cubicBezTo>
                    <a:pt x="11" y="51"/>
                    <a:pt x="11" y="52"/>
                    <a:pt x="12" y="52"/>
                  </a:cubicBezTo>
                  <a:cubicBezTo>
                    <a:pt x="13" y="52"/>
                    <a:pt x="14" y="52"/>
                    <a:pt x="14" y="53"/>
                  </a:cubicBezTo>
                  <a:cubicBezTo>
                    <a:pt x="14" y="53"/>
                    <a:pt x="14" y="53"/>
                    <a:pt x="14" y="53"/>
                  </a:cubicBezTo>
                  <a:close/>
                  <a:moveTo>
                    <a:pt x="16" y="49"/>
                  </a:moveTo>
                  <a:cubicBezTo>
                    <a:pt x="18" y="49"/>
                    <a:pt x="18" y="48"/>
                    <a:pt x="18" y="47"/>
                  </a:cubicBezTo>
                  <a:cubicBezTo>
                    <a:pt x="17" y="45"/>
                    <a:pt x="16" y="45"/>
                    <a:pt x="14" y="45"/>
                  </a:cubicBezTo>
                  <a:cubicBezTo>
                    <a:pt x="16" y="49"/>
                    <a:pt x="16" y="49"/>
                    <a:pt x="16" y="49"/>
                  </a:cubicBezTo>
                  <a:close/>
                  <a:moveTo>
                    <a:pt x="22" y="58"/>
                  </a:moveTo>
                  <a:cubicBezTo>
                    <a:pt x="22" y="58"/>
                    <a:pt x="21" y="58"/>
                    <a:pt x="21" y="57"/>
                  </a:cubicBezTo>
                  <a:cubicBezTo>
                    <a:pt x="21" y="57"/>
                    <a:pt x="21" y="57"/>
                    <a:pt x="21" y="57"/>
                  </a:cubicBezTo>
                  <a:cubicBezTo>
                    <a:pt x="21" y="56"/>
                    <a:pt x="21" y="56"/>
                    <a:pt x="21" y="56"/>
                  </a:cubicBezTo>
                  <a:cubicBezTo>
                    <a:pt x="21" y="55"/>
                    <a:pt x="21" y="55"/>
                    <a:pt x="20" y="55"/>
                  </a:cubicBezTo>
                  <a:cubicBezTo>
                    <a:pt x="20" y="55"/>
                    <a:pt x="20" y="55"/>
                    <a:pt x="19" y="55"/>
                  </a:cubicBezTo>
                  <a:cubicBezTo>
                    <a:pt x="15" y="57"/>
                    <a:pt x="15" y="57"/>
                    <a:pt x="15" y="57"/>
                  </a:cubicBezTo>
                  <a:cubicBezTo>
                    <a:pt x="14" y="58"/>
                    <a:pt x="14" y="59"/>
                    <a:pt x="14" y="59"/>
                  </a:cubicBezTo>
                  <a:cubicBezTo>
                    <a:pt x="14" y="59"/>
                    <a:pt x="14" y="59"/>
                    <a:pt x="14" y="59"/>
                  </a:cubicBezTo>
                  <a:cubicBezTo>
                    <a:pt x="12" y="55"/>
                    <a:pt x="12" y="55"/>
                    <a:pt x="12" y="55"/>
                  </a:cubicBezTo>
                  <a:cubicBezTo>
                    <a:pt x="12" y="55"/>
                    <a:pt x="12" y="55"/>
                    <a:pt x="12" y="55"/>
                  </a:cubicBezTo>
                  <a:cubicBezTo>
                    <a:pt x="13" y="56"/>
                    <a:pt x="14" y="56"/>
                    <a:pt x="14" y="56"/>
                  </a:cubicBezTo>
                  <a:cubicBezTo>
                    <a:pt x="19" y="54"/>
                    <a:pt x="19" y="54"/>
                    <a:pt x="19" y="54"/>
                  </a:cubicBezTo>
                  <a:cubicBezTo>
                    <a:pt x="20" y="53"/>
                    <a:pt x="20" y="53"/>
                    <a:pt x="20" y="53"/>
                  </a:cubicBezTo>
                  <a:cubicBezTo>
                    <a:pt x="20" y="53"/>
                    <a:pt x="20" y="52"/>
                    <a:pt x="20" y="52"/>
                  </a:cubicBezTo>
                  <a:cubicBezTo>
                    <a:pt x="20" y="52"/>
                    <a:pt x="20" y="52"/>
                    <a:pt x="20" y="52"/>
                  </a:cubicBezTo>
                  <a:cubicBezTo>
                    <a:pt x="22" y="54"/>
                    <a:pt x="22" y="54"/>
                    <a:pt x="22" y="54"/>
                  </a:cubicBezTo>
                  <a:cubicBezTo>
                    <a:pt x="21" y="55"/>
                    <a:pt x="21" y="55"/>
                    <a:pt x="21" y="55"/>
                  </a:cubicBezTo>
                  <a:cubicBezTo>
                    <a:pt x="22" y="55"/>
                    <a:pt x="23" y="56"/>
                    <a:pt x="24" y="57"/>
                  </a:cubicBezTo>
                  <a:cubicBezTo>
                    <a:pt x="24" y="57"/>
                    <a:pt x="24" y="57"/>
                    <a:pt x="24" y="57"/>
                  </a:cubicBezTo>
                  <a:cubicBezTo>
                    <a:pt x="23" y="58"/>
                    <a:pt x="22" y="58"/>
                    <a:pt x="22" y="58"/>
                  </a:cubicBezTo>
                  <a:close/>
                  <a:moveTo>
                    <a:pt x="21" y="67"/>
                  </a:moveTo>
                  <a:cubicBezTo>
                    <a:pt x="20" y="68"/>
                    <a:pt x="19" y="68"/>
                    <a:pt x="18" y="67"/>
                  </a:cubicBezTo>
                  <a:cubicBezTo>
                    <a:pt x="18" y="67"/>
                    <a:pt x="17" y="67"/>
                    <a:pt x="17" y="66"/>
                  </a:cubicBezTo>
                  <a:cubicBezTo>
                    <a:pt x="17" y="65"/>
                    <a:pt x="16" y="65"/>
                    <a:pt x="16" y="65"/>
                  </a:cubicBezTo>
                  <a:cubicBezTo>
                    <a:pt x="16" y="64"/>
                    <a:pt x="16" y="64"/>
                    <a:pt x="16" y="63"/>
                  </a:cubicBezTo>
                  <a:cubicBezTo>
                    <a:pt x="16" y="63"/>
                    <a:pt x="16" y="63"/>
                    <a:pt x="16" y="63"/>
                  </a:cubicBezTo>
                  <a:cubicBezTo>
                    <a:pt x="16" y="63"/>
                    <a:pt x="16" y="63"/>
                    <a:pt x="16" y="63"/>
                  </a:cubicBezTo>
                  <a:cubicBezTo>
                    <a:pt x="18" y="61"/>
                    <a:pt x="18" y="61"/>
                    <a:pt x="18" y="61"/>
                  </a:cubicBezTo>
                  <a:cubicBezTo>
                    <a:pt x="18" y="61"/>
                    <a:pt x="18" y="61"/>
                    <a:pt x="18" y="61"/>
                  </a:cubicBezTo>
                  <a:cubicBezTo>
                    <a:pt x="17" y="63"/>
                    <a:pt x="16" y="64"/>
                    <a:pt x="17" y="65"/>
                  </a:cubicBezTo>
                  <a:cubicBezTo>
                    <a:pt x="18" y="65"/>
                    <a:pt x="18" y="66"/>
                    <a:pt x="18" y="66"/>
                  </a:cubicBezTo>
                  <a:cubicBezTo>
                    <a:pt x="18" y="66"/>
                    <a:pt x="19" y="66"/>
                    <a:pt x="19" y="66"/>
                  </a:cubicBezTo>
                  <a:cubicBezTo>
                    <a:pt x="20" y="65"/>
                    <a:pt x="20" y="65"/>
                    <a:pt x="20" y="63"/>
                  </a:cubicBezTo>
                  <a:cubicBezTo>
                    <a:pt x="20" y="62"/>
                    <a:pt x="20" y="62"/>
                    <a:pt x="20" y="62"/>
                  </a:cubicBezTo>
                  <a:cubicBezTo>
                    <a:pt x="20" y="61"/>
                    <a:pt x="20" y="60"/>
                    <a:pt x="21" y="59"/>
                  </a:cubicBezTo>
                  <a:cubicBezTo>
                    <a:pt x="22" y="59"/>
                    <a:pt x="22" y="59"/>
                    <a:pt x="23" y="59"/>
                  </a:cubicBezTo>
                  <a:cubicBezTo>
                    <a:pt x="24" y="59"/>
                    <a:pt x="24" y="60"/>
                    <a:pt x="25" y="61"/>
                  </a:cubicBezTo>
                  <a:cubicBezTo>
                    <a:pt x="25" y="61"/>
                    <a:pt x="25" y="61"/>
                    <a:pt x="25" y="62"/>
                  </a:cubicBezTo>
                  <a:cubicBezTo>
                    <a:pt x="25" y="62"/>
                    <a:pt x="25" y="63"/>
                    <a:pt x="26" y="63"/>
                  </a:cubicBezTo>
                  <a:cubicBezTo>
                    <a:pt x="26" y="63"/>
                    <a:pt x="26" y="63"/>
                    <a:pt x="26" y="63"/>
                  </a:cubicBezTo>
                  <a:cubicBezTo>
                    <a:pt x="26" y="63"/>
                    <a:pt x="26" y="63"/>
                    <a:pt x="26" y="63"/>
                  </a:cubicBezTo>
                  <a:cubicBezTo>
                    <a:pt x="24" y="64"/>
                    <a:pt x="24" y="64"/>
                    <a:pt x="24" y="64"/>
                  </a:cubicBezTo>
                  <a:cubicBezTo>
                    <a:pt x="24" y="64"/>
                    <a:pt x="24" y="64"/>
                    <a:pt x="24" y="64"/>
                  </a:cubicBezTo>
                  <a:cubicBezTo>
                    <a:pt x="25" y="63"/>
                    <a:pt x="25" y="61"/>
                    <a:pt x="25" y="61"/>
                  </a:cubicBezTo>
                  <a:cubicBezTo>
                    <a:pt x="25" y="60"/>
                    <a:pt x="24" y="60"/>
                    <a:pt x="24" y="60"/>
                  </a:cubicBezTo>
                  <a:cubicBezTo>
                    <a:pt x="24" y="60"/>
                    <a:pt x="23" y="60"/>
                    <a:pt x="23" y="60"/>
                  </a:cubicBezTo>
                  <a:cubicBezTo>
                    <a:pt x="22" y="60"/>
                    <a:pt x="22" y="61"/>
                    <a:pt x="22" y="62"/>
                  </a:cubicBezTo>
                  <a:cubicBezTo>
                    <a:pt x="22" y="64"/>
                    <a:pt x="22" y="64"/>
                    <a:pt x="22" y="64"/>
                  </a:cubicBezTo>
                  <a:cubicBezTo>
                    <a:pt x="22" y="66"/>
                    <a:pt x="22" y="67"/>
                    <a:pt x="21" y="67"/>
                  </a:cubicBezTo>
                  <a:close/>
                  <a:moveTo>
                    <a:pt x="33" y="67"/>
                  </a:moveTo>
                  <a:cubicBezTo>
                    <a:pt x="32" y="67"/>
                    <a:pt x="32" y="67"/>
                    <a:pt x="32" y="67"/>
                  </a:cubicBezTo>
                  <a:cubicBezTo>
                    <a:pt x="32" y="67"/>
                    <a:pt x="32" y="66"/>
                    <a:pt x="31" y="66"/>
                  </a:cubicBezTo>
                  <a:cubicBezTo>
                    <a:pt x="31" y="66"/>
                    <a:pt x="31" y="66"/>
                    <a:pt x="31" y="65"/>
                  </a:cubicBezTo>
                  <a:cubicBezTo>
                    <a:pt x="31" y="65"/>
                    <a:pt x="32" y="65"/>
                    <a:pt x="32" y="65"/>
                  </a:cubicBezTo>
                  <a:cubicBezTo>
                    <a:pt x="32" y="65"/>
                    <a:pt x="32" y="64"/>
                    <a:pt x="32" y="65"/>
                  </a:cubicBezTo>
                  <a:cubicBezTo>
                    <a:pt x="33" y="65"/>
                    <a:pt x="33" y="65"/>
                    <a:pt x="33" y="65"/>
                  </a:cubicBezTo>
                  <a:cubicBezTo>
                    <a:pt x="33" y="65"/>
                    <a:pt x="34" y="65"/>
                    <a:pt x="33" y="66"/>
                  </a:cubicBezTo>
                  <a:cubicBezTo>
                    <a:pt x="33" y="66"/>
                    <a:pt x="33" y="66"/>
                    <a:pt x="33" y="67"/>
                  </a:cubicBezTo>
                  <a:close/>
                  <a:moveTo>
                    <a:pt x="22" y="75"/>
                  </a:moveTo>
                  <a:cubicBezTo>
                    <a:pt x="20" y="71"/>
                    <a:pt x="20" y="71"/>
                    <a:pt x="20" y="71"/>
                  </a:cubicBezTo>
                  <a:cubicBezTo>
                    <a:pt x="20" y="71"/>
                    <a:pt x="20" y="71"/>
                    <a:pt x="20" y="71"/>
                  </a:cubicBezTo>
                  <a:cubicBezTo>
                    <a:pt x="21" y="71"/>
                    <a:pt x="22" y="72"/>
                    <a:pt x="22" y="71"/>
                  </a:cubicBezTo>
                  <a:cubicBezTo>
                    <a:pt x="27" y="69"/>
                    <a:pt x="27" y="69"/>
                    <a:pt x="27" y="69"/>
                  </a:cubicBezTo>
                  <a:cubicBezTo>
                    <a:pt x="28" y="68"/>
                    <a:pt x="28" y="68"/>
                    <a:pt x="28" y="67"/>
                  </a:cubicBezTo>
                  <a:cubicBezTo>
                    <a:pt x="27" y="67"/>
                    <a:pt x="27" y="67"/>
                    <a:pt x="27" y="67"/>
                  </a:cubicBezTo>
                  <a:cubicBezTo>
                    <a:pt x="28" y="67"/>
                    <a:pt x="28" y="67"/>
                    <a:pt x="28" y="67"/>
                  </a:cubicBezTo>
                  <a:cubicBezTo>
                    <a:pt x="30" y="69"/>
                    <a:pt x="30" y="69"/>
                    <a:pt x="30" y="69"/>
                  </a:cubicBezTo>
                  <a:cubicBezTo>
                    <a:pt x="24" y="73"/>
                    <a:pt x="24" y="73"/>
                    <a:pt x="24" y="73"/>
                  </a:cubicBezTo>
                  <a:cubicBezTo>
                    <a:pt x="22" y="73"/>
                    <a:pt x="22" y="73"/>
                    <a:pt x="22" y="75"/>
                  </a:cubicBezTo>
                  <a:cubicBezTo>
                    <a:pt x="22" y="75"/>
                    <a:pt x="22" y="75"/>
                    <a:pt x="22" y="75"/>
                  </a:cubicBezTo>
                  <a:close/>
                  <a:moveTo>
                    <a:pt x="28" y="80"/>
                  </a:moveTo>
                  <a:cubicBezTo>
                    <a:pt x="27" y="80"/>
                    <a:pt x="26" y="80"/>
                    <a:pt x="26" y="79"/>
                  </a:cubicBezTo>
                  <a:cubicBezTo>
                    <a:pt x="26" y="79"/>
                    <a:pt x="25" y="79"/>
                    <a:pt x="25" y="79"/>
                  </a:cubicBezTo>
                  <a:cubicBezTo>
                    <a:pt x="24" y="78"/>
                    <a:pt x="24" y="77"/>
                    <a:pt x="26" y="76"/>
                  </a:cubicBezTo>
                  <a:cubicBezTo>
                    <a:pt x="31" y="73"/>
                    <a:pt x="31" y="73"/>
                    <a:pt x="31" y="73"/>
                  </a:cubicBezTo>
                  <a:cubicBezTo>
                    <a:pt x="30" y="71"/>
                    <a:pt x="30" y="71"/>
                    <a:pt x="30" y="71"/>
                  </a:cubicBezTo>
                  <a:cubicBezTo>
                    <a:pt x="30" y="71"/>
                    <a:pt x="30" y="71"/>
                    <a:pt x="30" y="71"/>
                  </a:cubicBezTo>
                  <a:cubicBezTo>
                    <a:pt x="30" y="71"/>
                    <a:pt x="30" y="71"/>
                    <a:pt x="30" y="71"/>
                  </a:cubicBezTo>
                  <a:cubicBezTo>
                    <a:pt x="31" y="72"/>
                    <a:pt x="32" y="72"/>
                    <a:pt x="34" y="72"/>
                  </a:cubicBezTo>
                  <a:cubicBezTo>
                    <a:pt x="34" y="72"/>
                    <a:pt x="34" y="72"/>
                    <a:pt x="34" y="72"/>
                  </a:cubicBezTo>
                  <a:cubicBezTo>
                    <a:pt x="32" y="73"/>
                    <a:pt x="32" y="73"/>
                    <a:pt x="32" y="73"/>
                  </a:cubicBezTo>
                  <a:cubicBezTo>
                    <a:pt x="33" y="75"/>
                    <a:pt x="33" y="75"/>
                    <a:pt x="33" y="75"/>
                  </a:cubicBezTo>
                  <a:cubicBezTo>
                    <a:pt x="33" y="75"/>
                    <a:pt x="33" y="75"/>
                    <a:pt x="33" y="75"/>
                  </a:cubicBezTo>
                  <a:cubicBezTo>
                    <a:pt x="32" y="74"/>
                    <a:pt x="32" y="74"/>
                    <a:pt x="32" y="74"/>
                  </a:cubicBezTo>
                  <a:cubicBezTo>
                    <a:pt x="27" y="77"/>
                    <a:pt x="27" y="77"/>
                    <a:pt x="27" y="77"/>
                  </a:cubicBezTo>
                  <a:cubicBezTo>
                    <a:pt x="26" y="78"/>
                    <a:pt x="26" y="79"/>
                    <a:pt x="26" y="79"/>
                  </a:cubicBezTo>
                  <a:cubicBezTo>
                    <a:pt x="27" y="79"/>
                    <a:pt x="27" y="79"/>
                    <a:pt x="28" y="80"/>
                  </a:cubicBezTo>
                  <a:cubicBezTo>
                    <a:pt x="28" y="80"/>
                    <a:pt x="28" y="80"/>
                    <a:pt x="28" y="80"/>
                  </a:cubicBezTo>
                  <a:close/>
                  <a:moveTo>
                    <a:pt x="40" y="84"/>
                  </a:moveTo>
                  <a:cubicBezTo>
                    <a:pt x="40" y="84"/>
                    <a:pt x="40" y="83"/>
                    <a:pt x="40" y="83"/>
                  </a:cubicBezTo>
                  <a:cubicBezTo>
                    <a:pt x="39" y="83"/>
                    <a:pt x="39" y="83"/>
                    <a:pt x="39" y="83"/>
                  </a:cubicBezTo>
                  <a:cubicBezTo>
                    <a:pt x="30" y="86"/>
                    <a:pt x="30" y="86"/>
                    <a:pt x="30" y="86"/>
                  </a:cubicBezTo>
                  <a:cubicBezTo>
                    <a:pt x="28" y="87"/>
                    <a:pt x="26" y="87"/>
                    <a:pt x="25" y="86"/>
                  </a:cubicBezTo>
                  <a:cubicBezTo>
                    <a:pt x="24" y="85"/>
                    <a:pt x="25" y="84"/>
                    <a:pt x="25" y="84"/>
                  </a:cubicBezTo>
                  <a:cubicBezTo>
                    <a:pt x="25" y="84"/>
                    <a:pt x="26" y="84"/>
                    <a:pt x="26" y="84"/>
                  </a:cubicBezTo>
                  <a:cubicBezTo>
                    <a:pt x="26" y="84"/>
                    <a:pt x="26" y="84"/>
                    <a:pt x="26" y="84"/>
                  </a:cubicBezTo>
                  <a:cubicBezTo>
                    <a:pt x="26" y="84"/>
                    <a:pt x="27" y="85"/>
                    <a:pt x="27" y="85"/>
                  </a:cubicBezTo>
                  <a:cubicBezTo>
                    <a:pt x="27" y="85"/>
                    <a:pt x="27" y="85"/>
                    <a:pt x="27" y="85"/>
                  </a:cubicBezTo>
                  <a:cubicBezTo>
                    <a:pt x="28" y="86"/>
                    <a:pt x="29" y="86"/>
                    <a:pt x="31" y="85"/>
                  </a:cubicBezTo>
                  <a:cubicBezTo>
                    <a:pt x="34" y="78"/>
                    <a:pt x="34" y="78"/>
                    <a:pt x="34" y="78"/>
                  </a:cubicBezTo>
                  <a:cubicBezTo>
                    <a:pt x="35" y="77"/>
                    <a:pt x="35" y="77"/>
                    <a:pt x="35" y="77"/>
                  </a:cubicBezTo>
                  <a:cubicBezTo>
                    <a:pt x="35" y="77"/>
                    <a:pt x="35" y="77"/>
                    <a:pt x="34" y="76"/>
                  </a:cubicBezTo>
                  <a:cubicBezTo>
                    <a:pt x="35" y="76"/>
                    <a:pt x="35" y="76"/>
                    <a:pt x="35" y="76"/>
                  </a:cubicBezTo>
                  <a:cubicBezTo>
                    <a:pt x="38" y="79"/>
                    <a:pt x="38" y="79"/>
                    <a:pt x="38" y="79"/>
                  </a:cubicBezTo>
                  <a:cubicBezTo>
                    <a:pt x="37" y="79"/>
                    <a:pt x="37" y="79"/>
                    <a:pt x="37" y="79"/>
                  </a:cubicBezTo>
                  <a:cubicBezTo>
                    <a:pt x="37" y="79"/>
                    <a:pt x="36" y="79"/>
                    <a:pt x="36" y="79"/>
                  </a:cubicBezTo>
                  <a:cubicBezTo>
                    <a:pt x="36" y="79"/>
                    <a:pt x="36" y="79"/>
                    <a:pt x="36" y="79"/>
                  </a:cubicBezTo>
                  <a:cubicBezTo>
                    <a:pt x="33" y="84"/>
                    <a:pt x="33" y="84"/>
                    <a:pt x="33" y="84"/>
                  </a:cubicBezTo>
                  <a:cubicBezTo>
                    <a:pt x="38" y="83"/>
                    <a:pt x="38" y="83"/>
                    <a:pt x="38" y="83"/>
                  </a:cubicBezTo>
                  <a:cubicBezTo>
                    <a:pt x="38" y="83"/>
                    <a:pt x="39" y="82"/>
                    <a:pt x="39" y="82"/>
                  </a:cubicBezTo>
                  <a:cubicBezTo>
                    <a:pt x="39" y="82"/>
                    <a:pt x="39" y="82"/>
                    <a:pt x="39" y="82"/>
                  </a:cubicBezTo>
                  <a:cubicBezTo>
                    <a:pt x="39" y="81"/>
                    <a:pt x="39" y="81"/>
                    <a:pt x="38" y="81"/>
                  </a:cubicBezTo>
                  <a:cubicBezTo>
                    <a:pt x="39" y="81"/>
                    <a:pt x="39" y="81"/>
                    <a:pt x="39" y="81"/>
                  </a:cubicBezTo>
                  <a:cubicBezTo>
                    <a:pt x="40" y="84"/>
                    <a:pt x="40" y="84"/>
                    <a:pt x="40" y="84"/>
                  </a:cubicBezTo>
                  <a:cubicBezTo>
                    <a:pt x="40" y="84"/>
                    <a:pt x="40" y="84"/>
                    <a:pt x="40" y="84"/>
                  </a:cubicBezTo>
                  <a:close/>
                  <a:moveTo>
                    <a:pt x="47" y="97"/>
                  </a:moveTo>
                  <a:cubicBezTo>
                    <a:pt x="46" y="97"/>
                    <a:pt x="45" y="98"/>
                    <a:pt x="44" y="98"/>
                  </a:cubicBezTo>
                  <a:cubicBezTo>
                    <a:pt x="42" y="98"/>
                    <a:pt x="41" y="98"/>
                    <a:pt x="40" y="97"/>
                  </a:cubicBezTo>
                  <a:cubicBezTo>
                    <a:pt x="40" y="96"/>
                    <a:pt x="39" y="95"/>
                    <a:pt x="39" y="94"/>
                  </a:cubicBezTo>
                  <a:cubicBezTo>
                    <a:pt x="39" y="93"/>
                    <a:pt x="40" y="91"/>
                    <a:pt x="41" y="91"/>
                  </a:cubicBezTo>
                  <a:cubicBezTo>
                    <a:pt x="42" y="90"/>
                    <a:pt x="43" y="89"/>
                    <a:pt x="44" y="89"/>
                  </a:cubicBezTo>
                  <a:cubicBezTo>
                    <a:pt x="45" y="89"/>
                    <a:pt x="46" y="89"/>
                    <a:pt x="47" y="90"/>
                  </a:cubicBezTo>
                  <a:cubicBezTo>
                    <a:pt x="48" y="91"/>
                    <a:pt x="49" y="92"/>
                    <a:pt x="49" y="93"/>
                  </a:cubicBezTo>
                  <a:cubicBezTo>
                    <a:pt x="49" y="95"/>
                    <a:pt x="48" y="95"/>
                    <a:pt x="47" y="97"/>
                  </a:cubicBezTo>
                  <a:close/>
                  <a:moveTo>
                    <a:pt x="45" y="96"/>
                  </a:moveTo>
                  <a:cubicBezTo>
                    <a:pt x="46" y="95"/>
                    <a:pt x="47" y="94"/>
                    <a:pt x="47" y="93"/>
                  </a:cubicBezTo>
                  <a:cubicBezTo>
                    <a:pt x="48" y="92"/>
                    <a:pt x="47" y="91"/>
                    <a:pt x="47" y="90"/>
                  </a:cubicBezTo>
                  <a:cubicBezTo>
                    <a:pt x="46" y="90"/>
                    <a:pt x="46" y="89"/>
                    <a:pt x="45" y="90"/>
                  </a:cubicBezTo>
                  <a:cubicBezTo>
                    <a:pt x="44" y="90"/>
                    <a:pt x="44" y="91"/>
                    <a:pt x="43" y="91"/>
                  </a:cubicBezTo>
                  <a:cubicBezTo>
                    <a:pt x="42" y="92"/>
                    <a:pt x="41" y="93"/>
                    <a:pt x="41" y="94"/>
                  </a:cubicBezTo>
                  <a:cubicBezTo>
                    <a:pt x="40" y="95"/>
                    <a:pt x="40" y="96"/>
                    <a:pt x="41" y="97"/>
                  </a:cubicBezTo>
                  <a:cubicBezTo>
                    <a:pt x="42" y="97"/>
                    <a:pt x="42" y="97"/>
                    <a:pt x="43" y="97"/>
                  </a:cubicBezTo>
                  <a:cubicBezTo>
                    <a:pt x="44" y="97"/>
                    <a:pt x="44" y="97"/>
                    <a:pt x="45" y="96"/>
                  </a:cubicBezTo>
                  <a:close/>
                  <a:moveTo>
                    <a:pt x="60" y="97"/>
                  </a:moveTo>
                  <a:cubicBezTo>
                    <a:pt x="59" y="97"/>
                    <a:pt x="59" y="97"/>
                    <a:pt x="59" y="97"/>
                  </a:cubicBezTo>
                  <a:cubicBezTo>
                    <a:pt x="59" y="97"/>
                    <a:pt x="59" y="97"/>
                    <a:pt x="59" y="97"/>
                  </a:cubicBezTo>
                  <a:cubicBezTo>
                    <a:pt x="58" y="97"/>
                    <a:pt x="58" y="97"/>
                    <a:pt x="58" y="96"/>
                  </a:cubicBezTo>
                  <a:cubicBezTo>
                    <a:pt x="58" y="96"/>
                    <a:pt x="58" y="95"/>
                    <a:pt x="58" y="95"/>
                  </a:cubicBezTo>
                  <a:cubicBezTo>
                    <a:pt x="58" y="95"/>
                    <a:pt x="58" y="95"/>
                    <a:pt x="58" y="95"/>
                  </a:cubicBezTo>
                  <a:cubicBezTo>
                    <a:pt x="58" y="94"/>
                    <a:pt x="57" y="94"/>
                    <a:pt x="56" y="95"/>
                  </a:cubicBezTo>
                  <a:cubicBezTo>
                    <a:pt x="54" y="97"/>
                    <a:pt x="54" y="97"/>
                    <a:pt x="54" y="97"/>
                  </a:cubicBezTo>
                  <a:cubicBezTo>
                    <a:pt x="56" y="99"/>
                    <a:pt x="56" y="99"/>
                    <a:pt x="56" y="99"/>
                  </a:cubicBezTo>
                  <a:cubicBezTo>
                    <a:pt x="56" y="99"/>
                    <a:pt x="56" y="99"/>
                    <a:pt x="56" y="99"/>
                  </a:cubicBezTo>
                  <a:cubicBezTo>
                    <a:pt x="54" y="97"/>
                    <a:pt x="54" y="97"/>
                    <a:pt x="54" y="97"/>
                  </a:cubicBezTo>
                  <a:cubicBezTo>
                    <a:pt x="50" y="103"/>
                    <a:pt x="50" y="103"/>
                    <a:pt x="50" y="103"/>
                  </a:cubicBezTo>
                  <a:cubicBezTo>
                    <a:pt x="49" y="103"/>
                    <a:pt x="49" y="104"/>
                    <a:pt x="50" y="105"/>
                  </a:cubicBezTo>
                  <a:cubicBezTo>
                    <a:pt x="50" y="105"/>
                    <a:pt x="50" y="105"/>
                    <a:pt x="50" y="105"/>
                  </a:cubicBezTo>
                  <a:cubicBezTo>
                    <a:pt x="46" y="102"/>
                    <a:pt x="46" y="102"/>
                    <a:pt x="46" y="102"/>
                  </a:cubicBezTo>
                  <a:cubicBezTo>
                    <a:pt x="46" y="101"/>
                    <a:pt x="46" y="101"/>
                    <a:pt x="46" y="101"/>
                  </a:cubicBezTo>
                  <a:cubicBezTo>
                    <a:pt x="47" y="102"/>
                    <a:pt x="48" y="102"/>
                    <a:pt x="48" y="101"/>
                  </a:cubicBezTo>
                  <a:cubicBezTo>
                    <a:pt x="52" y="96"/>
                    <a:pt x="52" y="96"/>
                    <a:pt x="52" y="96"/>
                  </a:cubicBezTo>
                  <a:cubicBezTo>
                    <a:pt x="51" y="95"/>
                    <a:pt x="51" y="95"/>
                    <a:pt x="51" y="95"/>
                  </a:cubicBezTo>
                  <a:cubicBezTo>
                    <a:pt x="52" y="95"/>
                    <a:pt x="52" y="95"/>
                    <a:pt x="52" y="95"/>
                  </a:cubicBezTo>
                  <a:cubicBezTo>
                    <a:pt x="53" y="96"/>
                    <a:pt x="53" y="96"/>
                    <a:pt x="53" y="96"/>
                  </a:cubicBezTo>
                  <a:cubicBezTo>
                    <a:pt x="53" y="95"/>
                    <a:pt x="53" y="95"/>
                    <a:pt x="53" y="95"/>
                  </a:cubicBezTo>
                  <a:cubicBezTo>
                    <a:pt x="54" y="95"/>
                    <a:pt x="55" y="94"/>
                    <a:pt x="56" y="94"/>
                  </a:cubicBezTo>
                  <a:cubicBezTo>
                    <a:pt x="57" y="94"/>
                    <a:pt x="58" y="94"/>
                    <a:pt x="59" y="95"/>
                  </a:cubicBezTo>
                  <a:cubicBezTo>
                    <a:pt x="59" y="95"/>
                    <a:pt x="60" y="95"/>
                    <a:pt x="60" y="96"/>
                  </a:cubicBezTo>
                  <a:cubicBezTo>
                    <a:pt x="60" y="96"/>
                    <a:pt x="60" y="96"/>
                    <a:pt x="60" y="97"/>
                  </a:cubicBezTo>
                  <a:close/>
                  <a:moveTo>
                    <a:pt x="65" y="111"/>
                  </a:moveTo>
                  <a:cubicBezTo>
                    <a:pt x="64" y="113"/>
                    <a:pt x="63" y="113"/>
                    <a:pt x="62" y="113"/>
                  </a:cubicBezTo>
                  <a:cubicBezTo>
                    <a:pt x="61" y="113"/>
                    <a:pt x="60" y="113"/>
                    <a:pt x="59" y="112"/>
                  </a:cubicBezTo>
                  <a:cubicBezTo>
                    <a:pt x="58" y="112"/>
                    <a:pt x="58" y="111"/>
                    <a:pt x="58" y="111"/>
                  </a:cubicBezTo>
                  <a:cubicBezTo>
                    <a:pt x="57" y="111"/>
                    <a:pt x="57" y="110"/>
                    <a:pt x="57" y="110"/>
                  </a:cubicBezTo>
                  <a:cubicBezTo>
                    <a:pt x="56" y="109"/>
                    <a:pt x="56" y="110"/>
                    <a:pt x="56" y="110"/>
                  </a:cubicBezTo>
                  <a:cubicBezTo>
                    <a:pt x="56" y="109"/>
                    <a:pt x="56" y="109"/>
                    <a:pt x="56" y="109"/>
                  </a:cubicBezTo>
                  <a:cubicBezTo>
                    <a:pt x="58" y="105"/>
                    <a:pt x="58" y="105"/>
                    <a:pt x="58" y="105"/>
                  </a:cubicBezTo>
                  <a:cubicBezTo>
                    <a:pt x="58" y="106"/>
                    <a:pt x="58" y="106"/>
                    <a:pt x="58" y="106"/>
                  </a:cubicBezTo>
                  <a:cubicBezTo>
                    <a:pt x="57" y="108"/>
                    <a:pt x="58" y="110"/>
                    <a:pt x="59" y="111"/>
                  </a:cubicBezTo>
                  <a:cubicBezTo>
                    <a:pt x="60" y="112"/>
                    <a:pt x="60" y="112"/>
                    <a:pt x="61" y="112"/>
                  </a:cubicBezTo>
                  <a:cubicBezTo>
                    <a:pt x="62" y="112"/>
                    <a:pt x="62" y="111"/>
                    <a:pt x="62" y="111"/>
                  </a:cubicBezTo>
                  <a:cubicBezTo>
                    <a:pt x="63" y="110"/>
                    <a:pt x="63" y="109"/>
                    <a:pt x="62" y="107"/>
                  </a:cubicBezTo>
                  <a:cubicBezTo>
                    <a:pt x="62" y="105"/>
                    <a:pt x="62" y="105"/>
                    <a:pt x="62" y="105"/>
                  </a:cubicBezTo>
                  <a:cubicBezTo>
                    <a:pt x="61" y="104"/>
                    <a:pt x="61" y="102"/>
                    <a:pt x="62" y="101"/>
                  </a:cubicBezTo>
                  <a:cubicBezTo>
                    <a:pt x="62" y="100"/>
                    <a:pt x="63" y="100"/>
                    <a:pt x="64" y="99"/>
                  </a:cubicBezTo>
                  <a:cubicBezTo>
                    <a:pt x="65" y="99"/>
                    <a:pt x="66" y="99"/>
                    <a:pt x="67" y="100"/>
                  </a:cubicBezTo>
                  <a:cubicBezTo>
                    <a:pt x="67" y="101"/>
                    <a:pt x="68" y="101"/>
                    <a:pt x="68" y="101"/>
                  </a:cubicBezTo>
                  <a:cubicBezTo>
                    <a:pt x="68" y="102"/>
                    <a:pt x="68" y="102"/>
                    <a:pt x="69" y="102"/>
                  </a:cubicBezTo>
                  <a:cubicBezTo>
                    <a:pt x="69" y="102"/>
                    <a:pt x="69" y="102"/>
                    <a:pt x="70" y="102"/>
                  </a:cubicBezTo>
                  <a:cubicBezTo>
                    <a:pt x="70" y="103"/>
                    <a:pt x="70" y="103"/>
                    <a:pt x="70" y="103"/>
                  </a:cubicBezTo>
                  <a:cubicBezTo>
                    <a:pt x="68" y="107"/>
                    <a:pt x="68" y="107"/>
                    <a:pt x="68" y="107"/>
                  </a:cubicBezTo>
                  <a:cubicBezTo>
                    <a:pt x="67" y="106"/>
                    <a:pt x="67" y="106"/>
                    <a:pt x="67" y="106"/>
                  </a:cubicBezTo>
                  <a:cubicBezTo>
                    <a:pt x="68" y="104"/>
                    <a:pt x="68" y="102"/>
                    <a:pt x="66" y="101"/>
                  </a:cubicBezTo>
                  <a:cubicBezTo>
                    <a:pt x="66" y="101"/>
                    <a:pt x="65" y="101"/>
                    <a:pt x="64" y="101"/>
                  </a:cubicBezTo>
                  <a:cubicBezTo>
                    <a:pt x="64" y="101"/>
                    <a:pt x="64" y="101"/>
                    <a:pt x="63" y="101"/>
                  </a:cubicBezTo>
                  <a:cubicBezTo>
                    <a:pt x="63" y="102"/>
                    <a:pt x="63" y="102"/>
                    <a:pt x="63" y="103"/>
                  </a:cubicBezTo>
                  <a:cubicBezTo>
                    <a:pt x="63" y="103"/>
                    <a:pt x="63" y="104"/>
                    <a:pt x="64" y="105"/>
                  </a:cubicBezTo>
                  <a:cubicBezTo>
                    <a:pt x="64" y="107"/>
                    <a:pt x="64" y="107"/>
                    <a:pt x="64" y="107"/>
                  </a:cubicBezTo>
                  <a:cubicBezTo>
                    <a:pt x="66" y="109"/>
                    <a:pt x="66" y="111"/>
                    <a:pt x="65" y="111"/>
                  </a:cubicBezTo>
                  <a:close/>
                  <a:moveTo>
                    <a:pt x="74" y="117"/>
                  </a:moveTo>
                  <a:cubicBezTo>
                    <a:pt x="73" y="118"/>
                    <a:pt x="72" y="119"/>
                    <a:pt x="71" y="119"/>
                  </a:cubicBezTo>
                  <a:cubicBezTo>
                    <a:pt x="70" y="119"/>
                    <a:pt x="69" y="119"/>
                    <a:pt x="68" y="118"/>
                  </a:cubicBezTo>
                  <a:cubicBezTo>
                    <a:pt x="68" y="118"/>
                    <a:pt x="67" y="117"/>
                    <a:pt x="67" y="116"/>
                  </a:cubicBezTo>
                  <a:cubicBezTo>
                    <a:pt x="66" y="115"/>
                    <a:pt x="67" y="113"/>
                    <a:pt x="68" y="112"/>
                  </a:cubicBezTo>
                  <a:cubicBezTo>
                    <a:pt x="68" y="111"/>
                    <a:pt x="69" y="110"/>
                    <a:pt x="70" y="110"/>
                  </a:cubicBezTo>
                  <a:cubicBezTo>
                    <a:pt x="72" y="109"/>
                    <a:pt x="73" y="109"/>
                    <a:pt x="74" y="110"/>
                  </a:cubicBezTo>
                  <a:cubicBezTo>
                    <a:pt x="75" y="111"/>
                    <a:pt x="75" y="111"/>
                    <a:pt x="76" y="112"/>
                  </a:cubicBezTo>
                  <a:cubicBezTo>
                    <a:pt x="76" y="113"/>
                    <a:pt x="76" y="113"/>
                    <a:pt x="76" y="113"/>
                  </a:cubicBezTo>
                  <a:cubicBezTo>
                    <a:pt x="76" y="114"/>
                    <a:pt x="75" y="114"/>
                    <a:pt x="75" y="114"/>
                  </a:cubicBezTo>
                  <a:cubicBezTo>
                    <a:pt x="75" y="114"/>
                    <a:pt x="75" y="114"/>
                    <a:pt x="74" y="114"/>
                  </a:cubicBezTo>
                  <a:cubicBezTo>
                    <a:pt x="74" y="114"/>
                    <a:pt x="74" y="113"/>
                    <a:pt x="74" y="113"/>
                  </a:cubicBezTo>
                  <a:cubicBezTo>
                    <a:pt x="74" y="113"/>
                    <a:pt x="74" y="113"/>
                    <a:pt x="74" y="113"/>
                  </a:cubicBezTo>
                  <a:cubicBezTo>
                    <a:pt x="74" y="112"/>
                    <a:pt x="74" y="112"/>
                    <a:pt x="74" y="111"/>
                  </a:cubicBezTo>
                  <a:cubicBezTo>
                    <a:pt x="74" y="111"/>
                    <a:pt x="74" y="111"/>
                    <a:pt x="73" y="111"/>
                  </a:cubicBezTo>
                  <a:cubicBezTo>
                    <a:pt x="72" y="110"/>
                    <a:pt x="72" y="110"/>
                    <a:pt x="70" y="111"/>
                  </a:cubicBezTo>
                  <a:cubicBezTo>
                    <a:pt x="70" y="111"/>
                    <a:pt x="69" y="111"/>
                    <a:pt x="69" y="112"/>
                  </a:cubicBezTo>
                  <a:cubicBezTo>
                    <a:pt x="68" y="113"/>
                    <a:pt x="68" y="114"/>
                    <a:pt x="68" y="115"/>
                  </a:cubicBezTo>
                  <a:cubicBezTo>
                    <a:pt x="68" y="116"/>
                    <a:pt x="68" y="117"/>
                    <a:pt x="69" y="117"/>
                  </a:cubicBezTo>
                  <a:cubicBezTo>
                    <a:pt x="71" y="118"/>
                    <a:pt x="72" y="118"/>
                    <a:pt x="74" y="117"/>
                  </a:cubicBezTo>
                  <a:cubicBezTo>
                    <a:pt x="74" y="117"/>
                    <a:pt x="74" y="117"/>
                    <a:pt x="74" y="117"/>
                  </a:cubicBezTo>
                  <a:close/>
                  <a:moveTo>
                    <a:pt x="83" y="111"/>
                  </a:moveTo>
                  <a:cubicBezTo>
                    <a:pt x="83" y="111"/>
                    <a:pt x="82" y="111"/>
                    <a:pt x="82" y="111"/>
                  </a:cubicBezTo>
                  <a:cubicBezTo>
                    <a:pt x="82" y="111"/>
                    <a:pt x="82" y="111"/>
                    <a:pt x="81" y="111"/>
                  </a:cubicBezTo>
                  <a:cubicBezTo>
                    <a:pt x="81" y="111"/>
                    <a:pt x="81" y="111"/>
                    <a:pt x="81" y="111"/>
                  </a:cubicBezTo>
                  <a:cubicBezTo>
                    <a:pt x="81" y="110"/>
                    <a:pt x="81" y="110"/>
                    <a:pt x="81" y="110"/>
                  </a:cubicBezTo>
                  <a:cubicBezTo>
                    <a:pt x="81" y="109"/>
                    <a:pt x="81" y="109"/>
                    <a:pt x="82" y="109"/>
                  </a:cubicBezTo>
                  <a:cubicBezTo>
                    <a:pt x="82" y="109"/>
                    <a:pt x="82" y="109"/>
                    <a:pt x="82" y="109"/>
                  </a:cubicBezTo>
                  <a:cubicBezTo>
                    <a:pt x="83" y="109"/>
                    <a:pt x="83" y="110"/>
                    <a:pt x="83" y="110"/>
                  </a:cubicBezTo>
                  <a:cubicBezTo>
                    <a:pt x="83" y="111"/>
                    <a:pt x="83" y="111"/>
                    <a:pt x="83" y="111"/>
                  </a:cubicBezTo>
                  <a:close/>
                  <a:moveTo>
                    <a:pt x="78" y="123"/>
                  </a:moveTo>
                  <a:cubicBezTo>
                    <a:pt x="74" y="121"/>
                    <a:pt x="74" y="121"/>
                    <a:pt x="74" y="121"/>
                  </a:cubicBezTo>
                  <a:cubicBezTo>
                    <a:pt x="74" y="121"/>
                    <a:pt x="74" y="121"/>
                    <a:pt x="74" y="121"/>
                  </a:cubicBezTo>
                  <a:cubicBezTo>
                    <a:pt x="75" y="121"/>
                    <a:pt x="76" y="121"/>
                    <a:pt x="76" y="120"/>
                  </a:cubicBezTo>
                  <a:cubicBezTo>
                    <a:pt x="78" y="115"/>
                    <a:pt x="78" y="115"/>
                    <a:pt x="78" y="115"/>
                  </a:cubicBezTo>
                  <a:cubicBezTo>
                    <a:pt x="79" y="115"/>
                    <a:pt x="79" y="114"/>
                    <a:pt x="78" y="114"/>
                  </a:cubicBezTo>
                  <a:cubicBezTo>
                    <a:pt x="78" y="114"/>
                    <a:pt x="78" y="114"/>
                    <a:pt x="78" y="114"/>
                  </a:cubicBezTo>
                  <a:cubicBezTo>
                    <a:pt x="78" y="113"/>
                    <a:pt x="78" y="113"/>
                    <a:pt x="78" y="113"/>
                  </a:cubicBezTo>
                  <a:cubicBezTo>
                    <a:pt x="81" y="114"/>
                    <a:pt x="81" y="114"/>
                    <a:pt x="81" y="114"/>
                  </a:cubicBezTo>
                  <a:cubicBezTo>
                    <a:pt x="78" y="121"/>
                    <a:pt x="78" y="121"/>
                    <a:pt x="78" y="121"/>
                  </a:cubicBezTo>
                  <a:cubicBezTo>
                    <a:pt x="77" y="122"/>
                    <a:pt x="78" y="123"/>
                    <a:pt x="78" y="123"/>
                  </a:cubicBezTo>
                  <a:cubicBezTo>
                    <a:pt x="78" y="123"/>
                    <a:pt x="78" y="123"/>
                    <a:pt x="78" y="123"/>
                  </a:cubicBezTo>
                  <a:close/>
                  <a:moveTo>
                    <a:pt x="89" y="124"/>
                  </a:moveTo>
                  <a:cubicBezTo>
                    <a:pt x="88" y="125"/>
                    <a:pt x="87" y="125"/>
                    <a:pt x="86" y="126"/>
                  </a:cubicBezTo>
                  <a:cubicBezTo>
                    <a:pt x="85" y="126"/>
                    <a:pt x="84" y="126"/>
                    <a:pt x="84" y="126"/>
                  </a:cubicBezTo>
                  <a:cubicBezTo>
                    <a:pt x="82" y="125"/>
                    <a:pt x="82" y="125"/>
                    <a:pt x="82" y="124"/>
                  </a:cubicBezTo>
                  <a:cubicBezTo>
                    <a:pt x="81" y="123"/>
                    <a:pt x="81" y="121"/>
                    <a:pt x="82" y="120"/>
                  </a:cubicBezTo>
                  <a:cubicBezTo>
                    <a:pt x="82" y="119"/>
                    <a:pt x="83" y="118"/>
                    <a:pt x="84" y="117"/>
                  </a:cubicBezTo>
                  <a:cubicBezTo>
                    <a:pt x="85" y="117"/>
                    <a:pt x="86" y="117"/>
                    <a:pt x="87" y="117"/>
                  </a:cubicBezTo>
                  <a:cubicBezTo>
                    <a:pt x="88" y="118"/>
                    <a:pt x="89" y="119"/>
                    <a:pt x="89" y="119"/>
                  </a:cubicBezTo>
                  <a:cubicBezTo>
                    <a:pt x="90" y="120"/>
                    <a:pt x="90" y="121"/>
                    <a:pt x="89" y="122"/>
                  </a:cubicBezTo>
                  <a:cubicBezTo>
                    <a:pt x="83" y="119"/>
                    <a:pt x="83" y="119"/>
                    <a:pt x="83" y="119"/>
                  </a:cubicBezTo>
                  <a:cubicBezTo>
                    <a:pt x="83" y="121"/>
                    <a:pt x="83" y="122"/>
                    <a:pt x="83" y="123"/>
                  </a:cubicBezTo>
                  <a:cubicBezTo>
                    <a:pt x="83" y="124"/>
                    <a:pt x="84" y="124"/>
                    <a:pt x="84" y="125"/>
                  </a:cubicBezTo>
                  <a:cubicBezTo>
                    <a:pt x="85" y="125"/>
                    <a:pt x="86" y="125"/>
                    <a:pt x="86" y="125"/>
                  </a:cubicBezTo>
                  <a:cubicBezTo>
                    <a:pt x="88" y="125"/>
                    <a:pt x="88" y="124"/>
                    <a:pt x="89" y="124"/>
                  </a:cubicBezTo>
                  <a:cubicBezTo>
                    <a:pt x="89" y="124"/>
                    <a:pt x="89" y="124"/>
                    <a:pt x="89" y="124"/>
                  </a:cubicBezTo>
                  <a:close/>
                  <a:moveTo>
                    <a:pt x="88" y="120"/>
                  </a:moveTo>
                  <a:cubicBezTo>
                    <a:pt x="88" y="119"/>
                    <a:pt x="88" y="118"/>
                    <a:pt x="87" y="117"/>
                  </a:cubicBezTo>
                  <a:cubicBezTo>
                    <a:pt x="86" y="117"/>
                    <a:pt x="84" y="117"/>
                    <a:pt x="84" y="119"/>
                  </a:cubicBezTo>
                  <a:cubicBezTo>
                    <a:pt x="88" y="120"/>
                    <a:pt x="88" y="120"/>
                    <a:pt x="88" y="120"/>
                  </a:cubicBezTo>
                  <a:close/>
                  <a:moveTo>
                    <a:pt x="98" y="131"/>
                  </a:moveTo>
                  <a:cubicBezTo>
                    <a:pt x="94" y="129"/>
                    <a:pt x="94" y="129"/>
                    <a:pt x="94" y="129"/>
                  </a:cubicBezTo>
                  <a:cubicBezTo>
                    <a:pt x="94" y="129"/>
                    <a:pt x="94" y="129"/>
                    <a:pt x="94" y="129"/>
                  </a:cubicBezTo>
                  <a:cubicBezTo>
                    <a:pt x="95" y="129"/>
                    <a:pt x="96" y="129"/>
                    <a:pt x="96" y="128"/>
                  </a:cubicBezTo>
                  <a:cubicBezTo>
                    <a:pt x="98" y="123"/>
                    <a:pt x="98" y="123"/>
                    <a:pt x="98" y="123"/>
                  </a:cubicBezTo>
                  <a:cubicBezTo>
                    <a:pt x="98" y="123"/>
                    <a:pt x="98" y="123"/>
                    <a:pt x="98" y="122"/>
                  </a:cubicBezTo>
                  <a:cubicBezTo>
                    <a:pt x="98" y="122"/>
                    <a:pt x="97" y="122"/>
                    <a:pt x="97" y="121"/>
                  </a:cubicBezTo>
                  <a:cubicBezTo>
                    <a:pt x="96" y="121"/>
                    <a:pt x="95" y="121"/>
                    <a:pt x="94" y="122"/>
                  </a:cubicBezTo>
                  <a:cubicBezTo>
                    <a:pt x="93" y="127"/>
                    <a:pt x="93" y="127"/>
                    <a:pt x="93" y="127"/>
                  </a:cubicBezTo>
                  <a:cubicBezTo>
                    <a:pt x="92" y="128"/>
                    <a:pt x="93" y="129"/>
                    <a:pt x="94" y="129"/>
                  </a:cubicBezTo>
                  <a:cubicBezTo>
                    <a:pt x="94" y="129"/>
                    <a:pt x="94" y="129"/>
                    <a:pt x="94" y="129"/>
                  </a:cubicBezTo>
                  <a:cubicBezTo>
                    <a:pt x="90" y="128"/>
                    <a:pt x="90" y="128"/>
                    <a:pt x="90" y="128"/>
                  </a:cubicBezTo>
                  <a:cubicBezTo>
                    <a:pt x="90" y="127"/>
                    <a:pt x="90" y="127"/>
                    <a:pt x="90" y="127"/>
                  </a:cubicBezTo>
                  <a:cubicBezTo>
                    <a:pt x="90" y="128"/>
                    <a:pt x="91" y="127"/>
                    <a:pt x="91" y="127"/>
                  </a:cubicBezTo>
                  <a:cubicBezTo>
                    <a:pt x="93" y="121"/>
                    <a:pt x="93" y="121"/>
                    <a:pt x="93" y="121"/>
                  </a:cubicBezTo>
                  <a:cubicBezTo>
                    <a:pt x="93" y="121"/>
                    <a:pt x="93" y="121"/>
                    <a:pt x="93" y="121"/>
                  </a:cubicBezTo>
                  <a:cubicBezTo>
                    <a:pt x="93" y="121"/>
                    <a:pt x="93" y="120"/>
                    <a:pt x="92" y="120"/>
                  </a:cubicBezTo>
                  <a:cubicBezTo>
                    <a:pt x="92" y="120"/>
                    <a:pt x="92" y="120"/>
                    <a:pt x="92" y="120"/>
                  </a:cubicBezTo>
                  <a:cubicBezTo>
                    <a:pt x="96" y="120"/>
                    <a:pt x="96" y="120"/>
                    <a:pt x="96" y="120"/>
                  </a:cubicBezTo>
                  <a:cubicBezTo>
                    <a:pt x="95" y="121"/>
                    <a:pt x="95" y="121"/>
                    <a:pt x="95" y="121"/>
                  </a:cubicBezTo>
                  <a:cubicBezTo>
                    <a:pt x="96" y="121"/>
                    <a:pt x="98" y="121"/>
                    <a:pt x="99" y="121"/>
                  </a:cubicBezTo>
                  <a:cubicBezTo>
                    <a:pt x="100" y="121"/>
                    <a:pt x="101" y="123"/>
                    <a:pt x="100" y="125"/>
                  </a:cubicBezTo>
                  <a:cubicBezTo>
                    <a:pt x="98" y="129"/>
                    <a:pt x="98" y="129"/>
                    <a:pt x="98" y="129"/>
                  </a:cubicBezTo>
                  <a:cubicBezTo>
                    <a:pt x="98" y="130"/>
                    <a:pt x="98" y="131"/>
                    <a:pt x="98" y="131"/>
                  </a:cubicBezTo>
                  <a:cubicBezTo>
                    <a:pt x="98" y="131"/>
                    <a:pt x="98" y="131"/>
                    <a:pt x="98" y="131"/>
                  </a:cubicBezTo>
                  <a:close/>
                  <a:moveTo>
                    <a:pt x="109" y="130"/>
                  </a:moveTo>
                  <a:cubicBezTo>
                    <a:pt x="108" y="131"/>
                    <a:pt x="107" y="132"/>
                    <a:pt x="107" y="132"/>
                  </a:cubicBezTo>
                  <a:cubicBezTo>
                    <a:pt x="106" y="133"/>
                    <a:pt x="105" y="133"/>
                    <a:pt x="104" y="133"/>
                  </a:cubicBezTo>
                  <a:cubicBezTo>
                    <a:pt x="103" y="132"/>
                    <a:pt x="102" y="132"/>
                    <a:pt x="102" y="131"/>
                  </a:cubicBezTo>
                  <a:cubicBezTo>
                    <a:pt x="101" y="129"/>
                    <a:pt x="101" y="128"/>
                    <a:pt x="101" y="127"/>
                  </a:cubicBezTo>
                  <a:cubicBezTo>
                    <a:pt x="102" y="126"/>
                    <a:pt x="102" y="125"/>
                    <a:pt x="103" y="124"/>
                  </a:cubicBezTo>
                  <a:cubicBezTo>
                    <a:pt x="104" y="123"/>
                    <a:pt x="106" y="123"/>
                    <a:pt x="107" y="123"/>
                  </a:cubicBezTo>
                  <a:cubicBezTo>
                    <a:pt x="108" y="123"/>
                    <a:pt x="108" y="123"/>
                    <a:pt x="109" y="124"/>
                  </a:cubicBezTo>
                  <a:cubicBezTo>
                    <a:pt x="109" y="125"/>
                    <a:pt x="110" y="125"/>
                    <a:pt x="109" y="126"/>
                  </a:cubicBezTo>
                  <a:cubicBezTo>
                    <a:pt x="109" y="126"/>
                    <a:pt x="109" y="126"/>
                    <a:pt x="109" y="126"/>
                  </a:cubicBezTo>
                  <a:cubicBezTo>
                    <a:pt x="108" y="126"/>
                    <a:pt x="108" y="126"/>
                    <a:pt x="108" y="126"/>
                  </a:cubicBezTo>
                  <a:cubicBezTo>
                    <a:pt x="108" y="126"/>
                    <a:pt x="108" y="126"/>
                    <a:pt x="108" y="126"/>
                  </a:cubicBezTo>
                  <a:cubicBezTo>
                    <a:pt x="108" y="125"/>
                    <a:pt x="108" y="125"/>
                    <a:pt x="108" y="125"/>
                  </a:cubicBezTo>
                  <a:cubicBezTo>
                    <a:pt x="108" y="125"/>
                    <a:pt x="108" y="124"/>
                    <a:pt x="108" y="124"/>
                  </a:cubicBezTo>
                  <a:cubicBezTo>
                    <a:pt x="107" y="123"/>
                    <a:pt x="107" y="123"/>
                    <a:pt x="107" y="123"/>
                  </a:cubicBezTo>
                  <a:cubicBezTo>
                    <a:pt x="106" y="123"/>
                    <a:pt x="105" y="123"/>
                    <a:pt x="104" y="124"/>
                  </a:cubicBezTo>
                  <a:cubicBezTo>
                    <a:pt x="104" y="124"/>
                    <a:pt x="104" y="125"/>
                    <a:pt x="103" y="126"/>
                  </a:cubicBezTo>
                  <a:cubicBezTo>
                    <a:pt x="103" y="127"/>
                    <a:pt x="103" y="128"/>
                    <a:pt x="104" y="129"/>
                  </a:cubicBezTo>
                  <a:cubicBezTo>
                    <a:pt x="104" y="129"/>
                    <a:pt x="105" y="130"/>
                    <a:pt x="106" y="130"/>
                  </a:cubicBezTo>
                  <a:cubicBezTo>
                    <a:pt x="106" y="131"/>
                    <a:pt x="107" y="131"/>
                    <a:pt x="109" y="130"/>
                  </a:cubicBezTo>
                  <a:cubicBezTo>
                    <a:pt x="109" y="130"/>
                    <a:pt x="109" y="130"/>
                    <a:pt x="109" y="130"/>
                  </a:cubicBezTo>
                  <a:close/>
                  <a:moveTo>
                    <a:pt x="119" y="132"/>
                  </a:moveTo>
                  <a:cubicBezTo>
                    <a:pt x="118" y="133"/>
                    <a:pt x="118" y="133"/>
                    <a:pt x="117" y="134"/>
                  </a:cubicBezTo>
                  <a:cubicBezTo>
                    <a:pt x="116" y="134"/>
                    <a:pt x="115" y="135"/>
                    <a:pt x="114" y="134"/>
                  </a:cubicBezTo>
                  <a:cubicBezTo>
                    <a:pt x="113" y="134"/>
                    <a:pt x="112" y="133"/>
                    <a:pt x="112" y="133"/>
                  </a:cubicBezTo>
                  <a:cubicBezTo>
                    <a:pt x="111" y="131"/>
                    <a:pt x="111" y="130"/>
                    <a:pt x="111" y="129"/>
                  </a:cubicBezTo>
                  <a:cubicBezTo>
                    <a:pt x="112" y="128"/>
                    <a:pt x="112" y="127"/>
                    <a:pt x="113" y="126"/>
                  </a:cubicBezTo>
                  <a:cubicBezTo>
                    <a:pt x="114" y="125"/>
                    <a:pt x="115" y="125"/>
                    <a:pt x="116" y="125"/>
                  </a:cubicBezTo>
                  <a:cubicBezTo>
                    <a:pt x="118" y="125"/>
                    <a:pt x="118" y="126"/>
                    <a:pt x="119" y="127"/>
                  </a:cubicBezTo>
                  <a:cubicBezTo>
                    <a:pt x="119" y="127"/>
                    <a:pt x="120" y="128"/>
                    <a:pt x="119" y="129"/>
                  </a:cubicBezTo>
                  <a:cubicBezTo>
                    <a:pt x="113" y="128"/>
                    <a:pt x="113" y="128"/>
                    <a:pt x="113" y="128"/>
                  </a:cubicBezTo>
                  <a:cubicBezTo>
                    <a:pt x="112" y="129"/>
                    <a:pt x="113" y="131"/>
                    <a:pt x="113" y="131"/>
                  </a:cubicBezTo>
                  <a:cubicBezTo>
                    <a:pt x="114" y="132"/>
                    <a:pt x="114" y="133"/>
                    <a:pt x="115" y="133"/>
                  </a:cubicBezTo>
                  <a:cubicBezTo>
                    <a:pt x="116" y="133"/>
                    <a:pt x="116" y="133"/>
                    <a:pt x="117" y="133"/>
                  </a:cubicBezTo>
                  <a:cubicBezTo>
                    <a:pt x="118" y="133"/>
                    <a:pt x="118" y="132"/>
                    <a:pt x="119" y="132"/>
                  </a:cubicBezTo>
                  <a:cubicBezTo>
                    <a:pt x="119" y="132"/>
                    <a:pt x="119" y="132"/>
                    <a:pt x="119" y="132"/>
                  </a:cubicBezTo>
                  <a:close/>
                  <a:moveTo>
                    <a:pt x="117" y="129"/>
                  </a:moveTo>
                  <a:cubicBezTo>
                    <a:pt x="117" y="127"/>
                    <a:pt x="116" y="126"/>
                    <a:pt x="115" y="126"/>
                  </a:cubicBezTo>
                  <a:cubicBezTo>
                    <a:pt x="114" y="125"/>
                    <a:pt x="113" y="126"/>
                    <a:pt x="112" y="128"/>
                  </a:cubicBezTo>
                  <a:cubicBezTo>
                    <a:pt x="117" y="129"/>
                    <a:pt x="117" y="129"/>
                    <a:pt x="117" y="129"/>
                  </a:cubicBezTo>
                  <a:close/>
                  <a:moveTo>
                    <a:pt x="133" y="135"/>
                  </a:moveTo>
                  <a:cubicBezTo>
                    <a:pt x="132" y="136"/>
                    <a:pt x="132" y="136"/>
                    <a:pt x="132" y="136"/>
                  </a:cubicBezTo>
                  <a:cubicBezTo>
                    <a:pt x="132" y="137"/>
                    <a:pt x="131" y="137"/>
                    <a:pt x="131" y="137"/>
                  </a:cubicBezTo>
                  <a:cubicBezTo>
                    <a:pt x="130" y="137"/>
                    <a:pt x="130" y="136"/>
                    <a:pt x="130" y="135"/>
                  </a:cubicBezTo>
                  <a:cubicBezTo>
                    <a:pt x="130" y="135"/>
                    <a:pt x="129" y="136"/>
                    <a:pt x="128" y="136"/>
                  </a:cubicBezTo>
                  <a:cubicBezTo>
                    <a:pt x="128" y="136"/>
                    <a:pt x="127" y="136"/>
                    <a:pt x="127" y="136"/>
                  </a:cubicBezTo>
                  <a:cubicBezTo>
                    <a:pt x="126" y="136"/>
                    <a:pt x="126" y="136"/>
                    <a:pt x="125" y="135"/>
                  </a:cubicBezTo>
                  <a:cubicBezTo>
                    <a:pt x="125" y="135"/>
                    <a:pt x="125" y="135"/>
                    <a:pt x="125" y="134"/>
                  </a:cubicBezTo>
                  <a:cubicBezTo>
                    <a:pt x="125" y="133"/>
                    <a:pt x="126" y="132"/>
                    <a:pt x="127" y="131"/>
                  </a:cubicBezTo>
                  <a:cubicBezTo>
                    <a:pt x="128" y="131"/>
                    <a:pt x="129" y="130"/>
                    <a:pt x="130" y="130"/>
                  </a:cubicBezTo>
                  <a:cubicBezTo>
                    <a:pt x="130" y="129"/>
                    <a:pt x="130" y="129"/>
                    <a:pt x="130" y="129"/>
                  </a:cubicBezTo>
                  <a:cubicBezTo>
                    <a:pt x="130" y="128"/>
                    <a:pt x="130" y="127"/>
                    <a:pt x="129" y="127"/>
                  </a:cubicBezTo>
                  <a:cubicBezTo>
                    <a:pt x="128" y="127"/>
                    <a:pt x="128" y="127"/>
                    <a:pt x="128" y="128"/>
                  </a:cubicBezTo>
                  <a:cubicBezTo>
                    <a:pt x="128" y="128"/>
                    <a:pt x="128" y="128"/>
                    <a:pt x="128" y="128"/>
                  </a:cubicBezTo>
                  <a:cubicBezTo>
                    <a:pt x="128" y="129"/>
                    <a:pt x="128" y="129"/>
                    <a:pt x="128" y="129"/>
                  </a:cubicBezTo>
                  <a:cubicBezTo>
                    <a:pt x="128" y="129"/>
                    <a:pt x="128" y="129"/>
                    <a:pt x="127" y="129"/>
                  </a:cubicBezTo>
                  <a:cubicBezTo>
                    <a:pt x="127" y="130"/>
                    <a:pt x="127" y="130"/>
                    <a:pt x="126" y="130"/>
                  </a:cubicBezTo>
                  <a:cubicBezTo>
                    <a:pt x="126" y="130"/>
                    <a:pt x="126" y="130"/>
                    <a:pt x="126" y="129"/>
                  </a:cubicBezTo>
                  <a:cubicBezTo>
                    <a:pt x="125" y="129"/>
                    <a:pt x="125" y="129"/>
                    <a:pt x="126" y="129"/>
                  </a:cubicBezTo>
                  <a:cubicBezTo>
                    <a:pt x="126" y="128"/>
                    <a:pt x="126" y="128"/>
                    <a:pt x="127" y="127"/>
                  </a:cubicBezTo>
                  <a:cubicBezTo>
                    <a:pt x="128" y="127"/>
                    <a:pt x="128" y="127"/>
                    <a:pt x="129" y="127"/>
                  </a:cubicBezTo>
                  <a:cubicBezTo>
                    <a:pt x="130" y="127"/>
                    <a:pt x="131" y="127"/>
                    <a:pt x="132" y="128"/>
                  </a:cubicBezTo>
                  <a:cubicBezTo>
                    <a:pt x="132" y="128"/>
                    <a:pt x="132" y="129"/>
                    <a:pt x="132" y="130"/>
                  </a:cubicBezTo>
                  <a:cubicBezTo>
                    <a:pt x="132" y="135"/>
                    <a:pt x="132" y="135"/>
                    <a:pt x="132" y="135"/>
                  </a:cubicBezTo>
                  <a:cubicBezTo>
                    <a:pt x="132" y="135"/>
                    <a:pt x="132" y="135"/>
                    <a:pt x="132" y="135"/>
                  </a:cubicBezTo>
                  <a:cubicBezTo>
                    <a:pt x="132" y="135"/>
                    <a:pt x="132" y="135"/>
                    <a:pt x="133" y="135"/>
                  </a:cubicBezTo>
                  <a:cubicBezTo>
                    <a:pt x="133" y="135"/>
                    <a:pt x="133" y="135"/>
                    <a:pt x="133" y="135"/>
                  </a:cubicBezTo>
                  <a:close/>
                  <a:moveTo>
                    <a:pt x="130" y="134"/>
                  </a:moveTo>
                  <a:cubicBezTo>
                    <a:pt x="130" y="131"/>
                    <a:pt x="130" y="131"/>
                    <a:pt x="130" y="131"/>
                  </a:cubicBezTo>
                  <a:cubicBezTo>
                    <a:pt x="129" y="131"/>
                    <a:pt x="128" y="131"/>
                    <a:pt x="128" y="131"/>
                  </a:cubicBezTo>
                  <a:cubicBezTo>
                    <a:pt x="127" y="132"/>
                    <a:pt x="126" y="132"/>
                    <a:pt x="126" y="133"/>
                  </a:cubicBezTo>
                  <a:cubicBezTo>
                    <a:pt x="126" y="134"/>
                    <a:pt x="127" y="135"/>
                    <a:pt x="128" y="135"/>
                  </a:cubicBezTo>
                  <a:cubicBezTo>
                    <a:pt x="128" y="135"/>
                    <a:pt x="129" y="135"/>
                    <a:pt x="130" y="134"/>
                  </a:cubicBezTo>
                  <a:close/>
                  <a:moveTo>
                    <a:pt x="144" y="136"/>
                  </a:moveTo>
                  <a:cubicBezTo>
                    <a:pt x="140" y="136"/>
                    <a:pt x="140" y="136"/>
                    <a:pt x="140" y="136"/>
                  </a:cubicBezTo>
                  <a:cubicBezTo>
                    <a:pt x="140" y="136"/>
                    <a:pt x="140" y="136"/>
                    <a:pt x="140" y="136"/>
                  </a:cubicBezTo>
                  <a:cubicBezTo>
                    <a:pt x="140" y="136"/>
                    <a:pt x="141" y="135"/>
                    <a:pt x="141" y="135"/>
                  </a:cubicBezTo>
                  <a:cubicBezTo>
                    <a:pt x="141" y="129"/>
                    <a:pt x="141" y="129"/>
                    <a:pt x="141" y="129"/>
                  </a:cubicBezTo>
                  <a:cubicBezTo>
                    <a:pt x="141" y="129"/>
                    <a:pt x="141" y="129"/>
                    <a:pt x="140" y="128"/>
                  </a:cubicBezTo>
                  <a:cubicBezTo>
                    <a:pt x="140" y="128"/>
                    <a:pt x="140" y="128"/>
                    <a:pt x="139" y="128"/>
                  </a:cubicBezTo>
                  <a:cubicBezTo>
                    <a:pt x="138" y="128"/>
                    <a:pt x="138" y="128"/>
                    <a:pt x="137" y="129"/>
                  </a:cubicBezTo>
                  <a:cubicBezTo>
                    <a:pt x="137" y="135"/>
                    <a:pt x="137" y="135"/>
                    <a:pt x="137" y="135"/>
                  </a:cubicBezTo>
                  <a:cubicBezTo>
                    <a:pt x="137" y="135"/>
                    <a:pt x="137" y="136"/>
                    <a:pt x="138" y="136"/>
                  </a:cubicBezTo>
                  <a:cubicBezTo>
                    <a:pt x="138" y="136"/>
                    <a:pt x="138" y="136"/>
                    <a:pt x="138" y="136"/>
                  </a:cubicBezTo>
                  <a:cubicBezTo>
                    <a:pt x="134" y="136"/>
                    <a:pt x="134" y="136"/>
                    <a:pt x="134" y="136"/>
                  </a:cubicBezTo>
                  <a:cubicBezTo>
                    <a:pt x="134" y="136"/>
                    <a:pt x="134" y="136"/>
                    <a:pt x="134" y="136"/>
                  </a:cubicBezTo>
                  <a:cubicBezTo>
                    <a:pt x="134" y="136"/>
                    <a:pt x="135" y="135"/>
                    <a:pt x="135" y="135"/>
                  </a:cubicBezTo>
                  <a:cubicBezTo>
                    <a:pt x="135" y="129"/>
                    <a:pt x="135" y="129"/>
                    <a:pt x="135" y="129"/>
                  </a:cubicBezTo>
                  <a:cubicBezTo>
                    <a:pt x="135" y="129"/>
                    <a:pt x="135" y="128"/>
                    <a:pt x="134" y="128"/>
                  </a:cubicBezTo>
                  <a:cubicBezTo>
                    <a:pt x="134" y="128"/>
                    <a:pt x="134" y="128"/>
                    <a:pt x="133" y="128"/>
                  </a:cubicBezTo>
                  <a:cubicBezTo>
                    <a:pt x="133" y="128"/>
                    <a:pt x="133" y="128"/>
                    <a:pt x="133" y="128"/>
                  </a:cubicBezTo>
                  <a:cubicBezTo>
                    <a:pt x="136" y="127"/>
                    <a:pt x="136" y="127"/>
                    <a:pt x="136" y="127"/>
                  </a:cubicBezTo>
                  <a:cubicBezTo>
                    <a:pt x="136" y="128"/>
                    <a:pt x="136" y="128"/>
                    <a:pt x="136" y="128"/>
                  </a:cubicBezTo>
                  <a:cubicBezTo>
                    <a:pt x="137" y="127"/>
                    <a:pt x="138" y="127"/>
                    <a:pt x="140" y="127"/>
                  </a:cubicBezTo>
                  <a:cubicBezTo>
                    <a:pt x="141" y="127"/>
                    <a:pt x="142" y="127"/>
                    <a:pt x="142" y="130"/>
                  </a:cubicBezTo>
                  <a:cubicBezTo>
                    <a:pt x="142" y="135"/>
                    <a:pt x="142" y="135"/>
                    <a:pt x="142" y="135"/>
                  </a:cubicBezTo>
                  <a:cubicBezTo>
                    <a:pt x="143" y="135"/>
                    <a:pt x="143" y="136"/>
                    <a:pt x="144" y="136"/>
                  </a:cubicBezTo>
                  <a:cubicBezTo>
                    <a:pt x="144" y="136"/>
                    <a:pt x="144" y="136"/>
                    <a:pt x="144" y="136"/>
                  </a:cubicBezTo>
                  <a:close/>
                  <a:moveTo>
                    <a:pt x="155" y="134"/>
                  </a:moveTo>
                  <a:cubicBezTo>
                    <a:pt x="154" y="135"/>
                    <a:pt x="153" y="135"/>
                    <a:pt x="152" y="136"/>
                  </a:cubicBezTo>
                  <a:cubicBezTo>
                    <a:pt x="152" y="134"/>
                    <a:pt x="152" y="134"/>
                    <a:pt x="152" y="134"/>
                  </a:cubicBezTo>
                  <a:cubicBezTo>
                    <a:pt x="151" y="135"/>
                    <a:pt x="150" y="136"/>
                    <a:pt x="149" y="136"/>
                  </a:cubicBezTo>
                  <a:cubicBezTo>
                    <a:pt x="148" y="136"/>
                    <a:pt x="148" y="136"/>
                    <a:pt x="147" y="135"/>
                  </a:cubicBezTo>
                  <a:cubicBezTo>
                    <a:pt x="146" y="134"/>
                    <a:pt x="145" y="133"/>
                    <a:pt x="145" y="131"/>
                  </a:cubicBezTo>
                  <a:cubicBezTo>
                    <a:pt x="145" y="130"/>
                    <a:pt x="146" y="129"/>
                    <a:pt x="146" y="128"/>
                  </a:cubicBezTo>
                  <a:cubicBezTo>
                    <a:pt x="146" y="127"/>
                    <a:pt x="148" y="126"/>
                    <a:pt x="149" y="126"/>
                  </a:cubicBezTo>
                  <a:cubicBezTo>
                    <a:pt x="150" y="126"/>
                    <a:pt x="150" y="126"/>
                    <a:pt x="151" y="127"/>
                  </a:cubicBezTo>
                  <a:cubicBezTo>
                    <a:pt x="150" y="124"/>
                    <a:pt x="150" y="124"/>
                    <a:pt x="150" y="124"/>
                  </a:cubicBezTo>
                  <a:cubicBezTo>
                    <a:pt x="150" y="123"/>
                    <a:pt x="150" y="123"/>
                    <a:pt x="150" y="123"/>
                  </a:cubicBezTo>
                  <a:cubicBezTo>
                    <a:pt x="150" y="123"/>
                    <a:pt x="150" y="123"/>
                    <a:pt x="149" y="123"/>
                  </a:cubicBezTo>
                  <a:cubicBezTo>
                    <a:pt x="149" y="123"/>
                    <a:pt x="149" y="123"/>
                    <a:pt x="149" y="123"/>
                  </a:cubicBezTo>
                  <a:cubicBezTo>
                    <a:pt x="150" y="123"/>
                    <a:pt x="150" y="122"/>
                    <a:pt x="152" y="121"/>
                  </a:cubicBezTo>
                  <a:cubicBezTo>
                    <a:pt x="153" y="133"/>
                    <a:pt x="153" y="133"/>
                    <a:pt x="153" y="133"/>
                  </a:cubicBezTo>
                  <a:cubicBezTo>
                    <a:pt x="153" y="134"/>
                    <a:pt x="153" y="134"/>
                    <a:pt x="153" y="134"/>
                  </a:cubicBezTo>
                  <a:cubicBezTo>
                    <a:pt x="154" y="134"/>
                    <a:pt x="155" y="134"/>
                    <a:pt x="155" y="134"/>
                  </a:cubicBezTo>
                  <a:cubicBezTo>
                    <a:pt x="155" y="134"/>
                    <a:pt x="155" y="134"/>
                    <a:pt x="155" y="134"/>
                  </a:cubicBezTo>
                  <a:close/>
                  <a:moveTo>
                    <a:pt x="152" y="133"/>
                  </a:moveTo>
                  <a:cubicBezTo>
                    <a:pt x="152" y="129"/>
                    <a:pt x="152" y="129"/>
                    <a:pt x="152" y="129"/>
                  </a:cubicBezTo>
                  <a:cubicBezTo>
                    <a:pt x="152" y="128"/>
                    <a:pt x="151" y="128"/>
                    <a:pt x="151" y="127"/>
                  </a:cubicBezTo>
                  <a:cubicBezTo>
                    <a:pt x="150" y="127"/>
                    <a:pt x="150" y="127"/>
                    <a:pt x="149" y="127"/>
                  </a:cubicBezTo>
                  <a:cubicBezTo>
                    <a:pt x="148" y="127"/>
                    <a:pt x="148" y="127"/>
                    <a:pt x="147" y="128"/>
                  </a:cubicBezTo>
                  <a:cubicBezTo>
                    <a:pt x="147" y="129"/>
                    <a:pt x="147" y="130"/>
                    <a:pt x="147" y="131"/>
                  </a:cubicBezTo>
                  <a:cubicBezTo>
                    <a:pt x="147" y="132"/>
                    <a:pt x="147" y="133"/>
                    <a:pt x="148" y="134"/>
                  </a:cubicBezTo>
                  <a:cubicBezTo>
                    <a:pt x="148" y="135"/>
                    <a:pt x="149" y="135"/>
                    <a:pt x="150" y="135"/>
                  </a:cubicBezTo>
                  <a:cubicBezTo>
                    <a:pt x="150" y="135"/>
                    <a:pt x="150" y="135"/>
                    <a:pt x="151" y="135"/>
                  </a:cubicBezTo>
                  <a:cubicBezTo>
                    <a:pt x="152" y="134"/>
                    <a:pt x="152" y="134"/>
                    <a:pt x="152" y="133"/>
                  </a:cubicBezTo>
                  <a:close/>
                  <a:moveTo>
                    <a:pt x="170" y="122"/>
                  </a:moveTo>
                  <a:cubicBezTo>
                    <a:pt x="170" y="122"/>
                    <a:pt x="170" y="122"/>
                    <a:pt x="170" y="122"/>
                  </a:cubicBezTo>
                  <a:cubicBezTo>
                    <a:pt x="169" y="121"/>
                    <a:pt x="169" y="120"/>
                    <a:pt x="169" y="120"/>
                  </a:cubicBezTo>
                  <a:cubicBezTo>
                    <a:pt x="168" y="120"/>
                    <a:pt x="168" y="120"/>
                    <a:pt x="167" y="120"/>
                  </a:cubicBezTo>
                  <a:cubicBezTo>
                    <a:pt x="165" y="120"/>
                    <a:pt x="165" y="120"/>
                    <a:pt x="165" y="120"/>
                  </a:cubicBezTo>
                  <a:cubicBezTo>
                    <a:pt x="167" y="131"/>
                    <a:pt x="167" y="131"/>
                    <a:pt x="167" y="131"/>
                  </a:cubicBezTo>
                  <a:cubicBezTo>
                    <a:pt x="168" y="132"/>
                    <a:pt x="168" y="132"/>
                    <a:pt x="170" y="132"/>
                  </a:cubicBezTo>
                  <a:cubicBezTo>
                    <a:pt x="170" y="132"/>
                    <a:pt x="170" y="132"/>
                    <a:pt x="170" y="132"/>
                  </a:cubicBezTo>
                  <a:cubicBezTo>
                    <a:pt x="164" y="133"/>
                    <a:pt x="164" y="133"/>
                    <a:pt x="164" y="133"/>
                  </a:cubicBezTo>
                  <a:cubicBezTo>
                    <a:pt x="164" y="133"/>
                    <a:pt x="164" y="133"/>
                    <a:pt x="164" y="133"/>
                  </a:cubicBezTo>
                  <a:cubicBezTo>
                    <a:pt x="165" y="133"/>
                    <a:pt x="166" y="132"/>
                    <a:pt x="165" y="131"/>
                  </a:cubicBezTo>
                  <a:cubicBezTo>
                    <a:pt x="163" y="121"/>
                    <a:pt x="163" y="121"/>
                    <a:pt x="163" y="121"/>
                  </a:cubicBezTo>
                  <a:cubicBezTo>
                    <a:pt x="161" y="121"/>
                    <a:pt x="161" y="121"/>
                    <a:pt x="161" y="121"/>
                  </a:cubicBezTo>
                  <a:cubicBezTo>
                    <a:pt x="160" y="121"/>
                    <a:pt x="160" y="122"/>
                    <a:pt x="159" y="122"/>
                  </a:cubicBezTo>
                  <a:cubicBezTo>
                    <a:pt x="159" y="123"/>
                    <a:pt x="159" y="123"/>
                    <a:pt x="159" y="124"/>
                  </a:cubicBezTo>
                  <a:cubicBezTo>
                    <a:pt x="159" y="124"/>
                    <a:pt x="159" y="124"/>
                    <a:pt x="159" y="124"/>
                  </a:cubicBezTo>
                  <a:cubicBezTo>
                    <a:pt x="158" y="121"/>
                    <a:pt x="158" y="121"/>
                    <a:pt x="158" y="121"/>
                  </a:cubicBezTo>
                  <a:cubicBezTo>
                    <a:pt x="169" y="118"/>
                    <a:pt x="169" y="118"/>
                    <a:pt x="169" y="118"/>
                  </a:cubicBezTo>
                  <a:cubicBezTo>
                    <a:pt x="170" y="122"/>
                    <a:pt x="170" y="122"/>
                    <a:pt x="170" y="122"/>
                  </a:cubicBezTo>
                  <a:close/>
                  <a:moveTo>
                    <a:pt x="181" y="125"/>
                  </a:moveTo>
                  <a:cubicBezTo>
                    <a:pt x="181" y="126"/>
                    <a:pt x="181" y="127"/>
                    <a:pt x="180" y="128"/>
                  </a:cubicBezTo>
                  <a:cubicBezTo>
                    <a:pt x="180" y="129"/>
                    <a:pt x="179" y="130"/>
                    <a:pt x="178" y="130"/>
                  </a:cubicBezTo>
                  <a:cubicBezTo>
                    <a:pt x="177" y="131"/>
                    <a:pt x="176" y="131"/>
                    <a:pt x="176" y="130"/>
                  </a:cubicBezTo>
                  <a:cubicBezTo>
                    <a:pt x="174" y="129"/>
                    <a:pt x="174" y="128"/>
                    <a:pt x="173" y="127"/>
                  </a:cubicBezTo>
                  <a:cubicBezTo>
                    <a:pt x="173" y="126"/>
                    <a:pt x="173" y="125"/>
                    <a:pt x="173" y="123"/>
                  </a:cubicBezTo>
                  <a:cubicBezTo>
                    <a:pt x="174" y="122"/>
                    <a:pt x="174" y="121"/>
                    <a:pt x="176" y="121"/>
                  </a:cubicBezTo>
                  <a:cubicBezTo>
                    <a:pt x="177" y="121"/>
                    <a:pt x="178" y="121"/>
                    <a:pt x="178" y="121"/>
                  </a:cubicBezTo>
                  <a:cubicBezTo>
                    <a:pt x="179" y="121"/>
                    <a:pt x="180" y="122"/>
                    <a:pt x="180" y="123"/>
                  </a:cubicBezTo>
                  <a:cubicBezTo>
                    <a:pt x="174" y="125"/>
                    <a:pt x="174" y="125"/>
                    <a:pt x="174" y="125"/>
                  </a:cubicBezTo>
                  <a:cubicBezTo>
                    <a:pt x="175" y="126"/>
                    <a:pt x="176" y="127"/>
                    <a:pt x="176" y="128"/>
                  </a:cubicBezTo>
                  <a:cubicBezTo>
                    <a:pt x="177" y="129"/>
                    <a:pt x="178" y="129"/>
                    <a:pt x="179" y="128"/>
                  </a:cubicBezTo>
                  <a:cubicBezTo>
                    <a:pt x="180" y="128"/>
                    <a:pt x="180" y="127"/>
                    <a:pt x="181" y="127"/>
                  </a:cubicBezTo>
                  <a:cubicBezTo>
                    <a:pt x="180" y="127"/>
                    <a:pt x="181" y="126"/>
                    <a:pt x="181" y="125"/>
                  </a:cubicBezTo>
                  <a:cubicBezTo>
                    <a:pt x="181" y="125"/>
                    <a:pt x="181" y="125"/>
                    <a:pt x="181" y="125"/>
                  </a:cubicBezTo>
                  <a:close/>
                  <a:moveTo>
                    <a:pt x="178" y="123"/>
                  </a:moveTo>
                  <a:cubicBezTo>
                    <a:pt x="177" y="122"/>
                    <a:pt x="176" y="121"/>
                    <a:pt x="175" y="122"/>
                  </a:cubicBezTo>
                  <a:cubicBezTo>
                    <a:pt x="174" y="122"/>
                    <a:pt x="173" y="123"/>
                    <a:pt x="173" y="125"/>
                  </a:cubicBezTo>
                  <a:cubicBezTo>
                    <a:pt x="178" y="123"/>
                    <a:pt x="178" y="123"/>
                    <a:pt x="178" y="123"/>
                  </a:cubicBezTo>
                  <a:close/>
                  <a:moveTo>
                    <a:pt x="190" y="122"/>
                  </a:moveTo>
                  <a:cubicBezTo>
                    <a:pt x="190" y="123"/>
                    <a:pt x="190" y="124"/>
                    <a:pt x="190" y="125"/>
                  </a:cubicBezTo>
                  <a:cubicBezTo>
                    <a:pt x="189" y="126"/>
                    <a:pt x="188" y="127"/>
                    <a:pt x="188" y="127"/>
                  </a:cubicBezTo>
                  <a:cubicBezTo>
                    <a:pt x="186" y="127"/>
                    <a:pt x="186" y="127"/>
                    <a:pt x="184" y="127"/>
                  </a:cubicBezTo>
                  <a:cubicBezTo>
                    <a:pt x="183" y="127"/>
                    <a:pt x="182" y="125"/>
                    <a:pt x="182" y="124"/>
                  </a:cubicBezTo>
                  <a:cubicBezTo>
                    <a:pt x="182" y="123"/>
                    <a:pt x="182" y="122"/>
                    <a:pt x="182" y="121"/>
                  </a:cubicBezTo>
                  <a:cubicBezTo>
                    <a:pt x="182" y="119"/>
                    <a:pt x="183" y="119"/>
                    <a:pt x="185" y="118"/>
                  </a:cubicBezTo>
                  <a:cubicBezTo>
                    <a:pt x="186" y="118"/>
                    <a:pt x="186" y="118"/>
                    <a:pt x="187" y="118"/>
                  </a:cubicBezTo>
                  <a:cubicBezTo>
                    <a:pt x="188" y="118"/>
                    <a:pt x="188" y="118"/>
                    <a:pt x="188" y="119"/>
                  </a:cubicBezTo>
                  <a:cubicBezTo>
                    <a:pt x="188" y="119"/>
                    <a:pt x="188" y="119"/>
                    <a:pt x="188" y="119"/>
                  </a:cubicBezTo>
                  <a:cubicBezTo>
                    <a:pt x="188" y="120"/>
                    <a:pt x="188" y="120"/>
                    <a:pt x="188" y="120"/>
                  </a:cubicBezTo>
                  <a:cubicBezTo>
                    <a:pt x="188" y="120"/>
                    <a:pt x="188" y="120"/>
                    <a:pt x="187" y="120"/>
                  </a:cubicBezTo>
                  <a:cubicBezTo>
                    <a:pt x="187" y="120"/>
                    <a:pt x="187" y="119"/>
                    <a:pt x="187" y="119"/>
                  </a:cubicBezTo>
                  <a:cubicBezTo>
                    <a:pt x="187" y="119"/>
                    <a:pt x="186" y="119"/>
                    <a:pt x="186" y="119"/>
                  </a:cubicBezTo>
                  <a:cubicBezTo>
                    <a:pt x="186" y="119"/>
                    <a:pt x="185" y="119"/>
                    <a:pt x="185" y="119"/>
                  </a:cubicBezTo>
                  <a:cubicBezTo>
                    <a:pt x="184" y="119"/>
                    <a:pt x="183" y="120"/>
                    <a:pt x="183" y="121"/>
                  </a:cubicBezTo>
                  <a:cubicBezTo>
                    <a:pt x="183" y="121"/>
                    <a:pt x="183" y="122"/>
                    <a:pt x="184" y="123"/>
                  </a:cubicBezTo>
                  <a:cubicBezTo>
                    <a:pt x="184" y="124"/>
                    <a:pt x="185" y="125"/>
                    <a:pt x="186" y="125"/>
                  </a:cubicBezTo>
                  <a:cubicBezTo>
                    <a:pt x="186" y="126"/>
                    <a:pt x="187" y="126"/>
                    <a:pt x="188" y="126"/>
                  </a:cubicBezTo>
                  <a:cubicBezTo>
                    <a:pt x="189" y="125"/>
                    <a:pt x="190" y="124"/>
                    <a:pt x="190" y="122"/>
                  </a:cubicBezTo>
                  <a:cubicBezTo>
                    <a:pt x="190" y="122"/>
                    <a:pt x="190" y="122"/>
                    <a:pt x="190" y="122"/>
                  </a:cubicBezTo>
                  <a:close/>
                  <a:moveTo>
                    <a:pt x="202" y="120"/>
                  </a:moveTo>
                  <a:cubicBezTo>
                    <a:pt x="198" y="122"/>
                    <a:pt x="198" y="122"/>
                    <a:pt x="198" y="122"/>
                  </a:cubicBezTo>
                  <a:cubicBezTo>
                    <a:pt x="198" y="121"/>
                    <a:pt x="198" y="121"/>
                    <a:pt x="198" y="121"/>
                  </a:cubicBezTo>
                  <a:cubicBezTo>
                    <a:pt x="199" y="121"/>
                    <a:pt x="199" y="121"/>
                    <a:pt x="198" y="120"/>
                  </a:cubicBezTo>
                  <a:cubicBezTo>
                    <a:pt x="196" y="115"/>
                    <a:pt x="196" y="115"/>
                    <a:pt x="196" y="115"/>
                  </a:cubicBezTo>
                  <a:cubicBezTo>
                    <a:pt x="195" y="114"/>
                    <a:pt x="195" y="114"/>
                    <a:pt x="194" y="115"/>
                  </a:cubicBezTo>
                  <a:cubicBezTo>
                    <a:pt x="193" y="115"/>
                    <a:pt x="192" y="116"/>
                    <a:pt x="192" y="117"/>
                  </a:cubicBezTo>
                  <a:cubicBezTo>
                    <a:pt x="194" y="121"/>
                    <a:pt x="194" y="121"/>
                    <a:pt x="194" y="121"/>
                  </a:cubicBezTo>
                  <a:cubicBezTo>
                    <a:pt x="195" y="122"/>
                    <a:pt x="196" y="122"/>
                    <a:pt x="196" y="122"/>
                  </a:cubicBezTo>
                  <a:cubicBezTo>
                    <a:pt x="196" y="122"/>
                    <a:pt x="196" y="122"/>
                    <a:pt x="196" y="122"/>
                  </a:cubicBezTo>
                  <a:cubicBezTo>
                    <a:pt x="192" y="124"/>
                    <a:pt x="192" y="124"/>
                    <a:pt x="192" y="124"/>
                  </a:cubicBezTo>
                  <a:cubicBezTo>
                    <a:pt x="192" y="124"/>
                    <a:pt x="192" y="124"/>
                    <a:pt x="192" y="124"/>
                  </a:cubicBezTo>
                  <a:cubicBezTo>
                    <a:pt x="193" y="123"/>
                    <a:pt x="193" y="123"/>
                    <a:pt x="192" y="122"/>
                  </a:cubicBezTo>
                  <a:cubicBezTo>
                    <a:pt x="188" y="113"/>
                    <a:pt x="188" y="113"/>
                    <a:pt x="188" y="113"/>
                  </a:cubicBezTo>
                  <a:cubicBezTo>
                    <a:pt x="187" y="113"/>
                    <a:pt x="187" y="113"/>
                    <a:pt x="187" y="113"/>
                  </a:cubicBezTo>
                  <a:cubicBezTo>
                    <a:pt x="187" y="113"/>
                    <a:pt x="186" y="113"/>
                    <a:pt x="186" y="113"/>
                  </a:cubicBezTo>
                  <a:cubicBezTo>
                    <a:pt x="186" y="113"/>
                    <a:pt x="186" y="113"/>
                    <a:pt x="186" y="113"/>
                  </a:cubicBezTo>
                  <a:cubicBezTo>
                    <a:pt x="186" y="112"/>
                    <a:pt x="187" y="111"/>
                    <a:pt x="188" y="110"/>
                  </a:cubicBezTo>
                  <a:cubicBezTo>
                    <a:pt x="191" y="116"/>
                    <a:pt x="191" y="116"/>
                    <a:pt x="191" y="116"/>
                  </a:cubicBezTo>
                  <a:cubicBezTo>
                    <a:pt x="192" y="114"/>
                    <a:pt x="192" y="113"/>
                    <a:pt x="193" y="113"/>
                  </a:cubicBezTo>
                  <a:cubicBezTo>
                    <a:pt x="195" y="112"/>
                    <a:pt x="196" y="113"/>
                    <a:pt x="197" y="115"/>
                  </a:cubicBezTo>
                  <a:cubicBezTo>
                    <a:pt x="199" y="119"/>
                    <a:pt x="199" y="119"/>
                    <a:pt x="199" y="119"/>
                  </a:cubicBezTo>
                  <a:cubicBezTo>
                    <a:pt x="200" y="120"/>
                    <a:pt x="201" y="120"/>
                    <a:pt x="202" y="120"/>
                  </a:cubicBezTo>
                  <a:cubicBezTo>
                    <a:pt x="202" y="120"/>
                    <a:pt x="202" y="120"/>
                    <a:pt x="202" y="120"/>
                  </a:cubicBezTo>
                  <a:close/>
                  <a:moveTo>
                    <a:pt x="212" y="114"/>
                  </a:moveTo>
                  <a:cubicBezTo>
                    <a:pt x="208" y="116"/>
                    <a:pt x="208" y="116"/>
                    <a:pt x="208" y="116"/>
                  </a:cubicBezTo>
                  <a:cubicBezTo>
                    <a:pt x="208" y="116"/>
                    <a:pt x="208" y="116"/>
                    <a:pt x="208" y="116"/>
                  </a:cubicBezTo>
                  <a:cubicBezTo>
                    <a:pt x="209" y="115"/>
                    <a:pt x="209" y="115"/>
                    <a:pt x="209" y="114"/>
                  </a:cubicBezTo>
                  <a:cubicBezTo>
                    <a:pt x="206" y="110"/>
                    <a:pt x="206" y="110"/>
                    <a:pt x="206" y="110"/>
                  </a:cubicBezTo>
                  <a:cubicBezTo>
                    <a:pt x="206" y="109"/>
                    <a:pt x="206" y="109"/>
                    <a:pt x="206" y="109"/>
                  </a:cubicBezTo>
                  <a:cubicBezTo>
                    <a:pt x="205" y="109"/>
                    <a:pt x="205" y="109"/>
                    <a:pt x="204" y="109"/>
                  </a:cubicBezTo>
                  <a:cubicBezTo>
                    <a:pt x="203" y="110"/>
                    <a:pt x="202" y="111"/>
                    <a:pt x="202" y="111"/>
                  </a:cubicBezTo>
                  <a:cubicBezTo>
                    <a:pt x="205" y="116"/>
                    <a:pt x="205" y="116"/>
                    <a:pt x="205" y="116"/>
                  </a:cubicBezTo>
                  <a:cubicBezTo>
                    <a:pt x="206" y="117"/>
                    <a:pt x="206" y="117"/>
                    <a:pt x="207" y="117"/>
                  </a:cubicBezTo>
                  <a:cubicBezTo>
                    <a:pt x="207" y="117"/>
                    <a:pt x="207" y="117"/>
                    <a:pt x="207" y="117"/>
                  </a:cubicBezTo>
                  <a:cubicBezTo>
                    <a:pt x="203" y="119"/>
                    <a:pt x="203" y="119"/>
                    <a:pt x="203" y="119"/>
                  </a:cubicBezTo>
                  <a:cubicBezTo>
                    <a:pt x="203" y="119"/>
                    <a:pt x="203" y="119"/>
                    <a:pt x="203" y="119"/>
                  </a:cubicBezTo>
                  <a:cubicBezTo>
                    <a:pt x="204" y="119"/>
                    <a:pt x="204" y="118"/>
                    <a:pt x="204" y="117"/>
                  </a:cubicBezTo>
                  <a:cubicBezTo>
                    <a:pt x="201" y="113"/>
                    <a:pt x="201" y="113"/>
                    <a:pt x="201" y="113"/>
                  </a:cubicBezTo>
                  <a:cubicBezTo>
                    <a:pt x="200" y="112"/>
                    <a:pt x="200" y="112"/>
                    <a:pt x="200" y="112"/>
                  </a:cubicBezTo>
                  <a:cubicBezTo>
                    <a:pt x="200" y="112"/>
                    <a:pt x="200" y="112"/>
                    <a:pt x="199" y="113"/>
                  </a:cubicBezTo>
                  <a:cubicBezTo>
                    <a:pt x="199" y="112"/>
                    <a:pt x="199" y="112"/>
                    <a:pt x="199" y="112"/>
                  </a:cubicBezTo>
                  <a:cubicBezTo>
                    <a:pt x="201" y="110"/>
                    <a:pt x="201" y="110"/>
                    <a:pt x="201" y="110"/>
                  </a:cubicBezTo>
                  <a:cubicBezTo>
                    <a:pt x="202" y="111"/>
                    <a:pt x="202" y="111"/>
                    <a:pt x="202" y="111"/>
                  </a:cubicBezTo>
                  <a:cubicBezTo>
                    <a:pt x="202" y="110"/>
                    <a:pt x="203" y="109"/>
                    <a:pt x="204" y="108"/>
                  </a:cubicBezTo>
                  <a:cubicBezTo>
                    <a:pt x="205" y="107"/>
                    <a:pt x="206" y="108"/>
                    <a:pt x="208" y="110"/>
                  </a:cubicBezTo>
                  <a:cubicBezTo>
                    <a:pt x="210" y="114"/>
                    <a:pt x="210" y="114"/>
                    <a:pt x="210" y="114"/>
                  </a:cubicBezTo>
                  <a:cubicBezTo>
                    <a:pt x="210" y="114"/>
                    <a:pt x="211" y="115"/>
                    <a:pt x="212" y="114"/>
                  </a:cubicBezTo>
                  <a:cubicBezTo>
                    <a:pt x="212" y="114"/>
                    <a:pt x="212" y="114"/>
                    <a:pt x="212" y="114"/>
                  </a:cubicBezTo>
                  <a:close/>
                  <a:moveTo>
                    <a:pt x="218" y="104"/>
                  </a:moveTo>
                  <a:cubicBezTo>
                    <a:pt x="219" y="105"/>
                    <a:pt x="219" y="107"/>
                    <a:pt x="219" y="108"/>
                  </a:cubicBezTo>
                  <a:cubicBezTo>
                    <a:pt x="219" y="109"/>
                    <a:pt x="218" y="110"/>
                    <a:pt x="217" y="111"/>
                  </a:cubicBezTo>
                  <a:cubicBezTo>
                    <a:pt x="216" y="112"/>
                    <a:pt x="215" y="112"/>
                    <a:pt x="214" y="112"/>
                  </a:cubicBezTo>
                  <a:cubicBezTo>
                    <a:pt x="212" y="111"/>
                    <a:pt x="211" y="111"/>
                    <a:pt x="210" y="110"/>
                  </a:cubicBezTo>
                  <a:cubicBezTo>
                    <a:pt x="210" y="109"/>
                    <a:pt x="209" y="107"/>
                    <a:pt x="209" y="106"/>
                  </a:cubicBezTo>
                  <a:cubicBezTo>
                    <a:pt x="209" y="105"/>
                    <a:pt x="210" y="104"/>
                    <a:pt x="211" y="103"/>
                  </a:cubicBezTo>
                  <a:cubicBezTo>
                    <a:pt x="212" y="102"/>
                    <a:pt x="214" y="102"/>
                    <a:pt x="215" y="102"/>
                  </a:cubicBezTo>
                  <a:cubicBezTo>
                    <a:pt x="216" y="102"/>
                    <a:pt x="217" y="103"/>
                    <a:pt x="218" y="104"/>
                  </a:cubicBezTo>
                  <a:close/>
                  <a:moveTo>
                    <a:pt x="217" y="106"/>
                  </a:moveTo>
                  <a:cubicBezTo>
                    <a:pt x="216" y="105"/>
                    <a:pt x="215" y="104"/>
                    <a:pt x="214" y="103"/>
                  </a:cubicBezTo>
                  <a:cubicBezTo>
                    <a:pt x="213" y="103"/>
                    <a:pt x="212" y="103"/>
                    <a:pt x="212" y="103"/>
                  </a:cubicBezTo>
                  <a:cubicBezTo>
                    <a:pt x="211" y="104"/>
                    <a:pt x="211" y="105"/>
                    <a:pt x="211" y="105"/>
                  </a:cubicBezTo>
                  <a:cubicBezTo>
                    <a:pt x="211" y="106"/>
                    <a:pt x="211" y="107"/>
                    <a:pt x="212" y="108"/>
                  </a:cubicBezTo>
                  <a:cubicBezTo>
                    <a:pt x="212" y="109"/>
                    <a:pt x="213" y="110"/>
                    <a:pt x="214" y="110"/>
                  </a:cubicBezTo>
                  <a:cubicBezTo>
                    <a:pt x="215" y="111"/>
                    <a:pt x="216" y="111"/>
                    <a:pt x="217" y="110"/>
                  </a:cubicBezTo>
                  <a:cubicBezTo>
                    <a:pt x="218" y="110"/>
                    <a:pt x="218" y="109"/>
                    <a:pt x="218" y="108"/>
                  </a:cubicBezTo>
                  <a:cubicBezTo>
                    <a:pt x="218" y="107"/>
                    <a:pt x="217" y="107"/>
                    <a:pt x="217" y="106"/>
                  </a:cubicBezTo>
                  <a:close/>
                  <a:moveTo>
                    <a:pt x="226" y="103"/>
                  </a:moveTo>
                  <a:cubicBezTo>
                    <a:pt x="222" y="107"/>
                    <a:pt x="222" y="107"/>
                    <a:pt x="222" y="107"/>
                  </a:cubicBezTo>
                  <a:cubicBezTo>
                    <a:pt x="222" y="106"/>
                    <a:pt x="222" y="106"/>
                    <a:pt x="222" y="106"/>
                  </a:cubicBezTo>
                  <a:cubicBezTo>
                    <a:pt x="223" y="105"/>
                    <a:pt x="223" y="105"/>
                    <a:pt x="223" y="104"/>
                  </a:cubicBezTo>
                  <a:cubicBezTo>
                    <a:pt x="216" y="97"/>
                    <a:pt x="216" y="97"/>
                    <a:pt x="216" y="97"/>
                  </a:cubicBezTo>
                  <a:cubicBezTo>
                    <a:pt x="216" y="96"/>
                    <a:pt x="216" y="96"/>
                    <a:pt x="215" y="96"/>
                  </a:cubicBezTo>
                  <a:cubicBezTo>
                    <a:pt x="215" y="96"/>
                    <a:pt x="215" y="96"/>
                    <a:pt x="214" y="97"/>
                  </a:cubicBezTo>
                  <a:cubicBezTo>
                    <a:pt x="214" y="97"/>
                    <a:pt x="214" y="97"/>
                    <a:pt x="214" y="97"/>
                  </a:cubicBezTo>
                  <a:cubicBezTo>
                    <a:pt x="214" y="97"/>
                    <a:pt x="214" y="97"/>
                    <a:pt x="214" y="97"/>
                  </a:cubicBezTo>
                  <a:cubicBezTo>
                    <a:pt x="214" y="96"/>
                    <a:pt x="215" y="95"/>
                    <a:pt x="216" y="94"/>
                  </a:cubicBezTo>
                  <a:cubicBezTo>
                    <a:pt x="224" y="103"/>
                    <a:pt x="224" y="103"/>
                    <a:pt x="224" y="103"/>
                  </a:cubicBezTo>
                  <a:cubicBezTo>
                    <a:pt x="224" y="104"/>
                    <a:pt x="225" y="104"/>
                    <a:pt x="226" y="103"/>
                  </a:cubicBezTo>
                  <a:cubicBezTo>
                    <a:pt x="226" y="103"/>
                    <a:pt x="226" y="103"/>
                    <a:pt x="226" y="103"/>
                  </a:cubicBezTo>
                  <a:close/>
                  <a:moveTo>
                    <a:pt x="231" y="93"/>
                  </a:moveTo>
                  <a:cubicBezTo>
                    <a:pt x="232" y="94"/>
                    <a:pt x="232" y="95"/>
                    <a:pt x="232" y="96"/>
                  </a:cubicBezTo>
                  <a:cubicBezTo>
                    <a:pt x="232" y="97"/>
                    <a:pt x="232" y="99"/>
                    <a:pt x="230" y="99"/>
                  </a:cubicBezTo>
                  <a:cubicBezTo>
                    <a:pt x="230" y="100"/>
                    <a:pt x="228" y="101"/>
                    <a:pt x="227" y="101"/>
                  </a:cubicBezTo>
                  <a:cubicBezTo>
                    <a:pt x="226" y="101"/>
                    <a:pt x="225" y="100"/>
                    <a:pt x="224" y="99"/>
                  </a:cubicBezTo>
                  <a:cubicBezTo>
                    <a:pt x="223" y="98"/>
                    <a:pt x="222" y="97"/>
                    <a:pt x="222" y="96"/>
                  </a:cubicBezTo>
                  <a:cubicBezTo>
                    <a:pt x="222" y="95"/>
                    <a:pt x="223" y="93"/>
                    <a:pt x="224" y="93"/>
                  </a:cubicBezTo>
                  <a:cubicBezTo>
                    <a:pt x="225" y="92"/>
                    <a:pt x="226" y="91"/>
                    <a:pt x="227" y="91"/>
                  </a:cubicBezTo>
                  <a:cubicBezTo>
                    <a:pt x="229" y="91"/>
                    <a:pt x="230" y="91"/>
                    <a:pt x="231" y="93"/>
                  </a:cubicBezTo>
                  <a:close/>
                  <a:moveTo>
                    <a:pt x="230" y="95"/>
                  </a:moveTo>
                  <a:cubicBezTo>
                    <a:pt x="229" y="94"/>
                    <a:pt x="228" y="93"/>
                    <a:pt x="227" y="93"/>
                  </a:cubicBezTo>
                  <a:cubicBezTo>
                    <a:pt x="226" y="92"/>
                    <a:pt x="225" y="92"/>
                    <a:pt x="224" y="93"/>
                  </a:cubicBezTo>
                  <a:cubicBezTo>
                    <a:pt x="224" y="93"/>
                    <a:pt x="224" y="94"/>
                    <a:pt x="224" y="95"/>
                  </a:cubicBezTo>
                  <a:cubicBezTo>
                    <a:pt x="224" y="96"/>
                    <a:pt x="224" y="96"/>
                    <a:pt x="225" y="97"/>
                  </a:cubicBezTo>
                  <a:cubicBezTo>
                    <a:pt x="226" y="98"/>
                    <a:pt x="227" y="99"/>
                    <a:pt x="228" y="99"/>
                  </a:cubicBezTo>
                  <a:cubicBezTo>
                    <a:pt x="229" y="99"/>
                    <a:pt x="230" y="99"/>
                    <a:pt x="231" y="99"/>
                  </a:cubicBezTo>
                  <a:cubicBezTo>
                    <a:pt x="232" y="98"/>
                    <a:pt x="232" y="97"/>
                    <a:pt x="231" y="97"/>
                  </a:cubicBezTo>
                  <a:cubicBezTo>
                    <a:pt x="231" y="96"/>
                    <a:pt x="231" y="95"/>
                    <a:pt x="230" y="95"/>
                  </a:cubicBezTo>
                  <a:close/>
                  <a:moveTo>
                    <a:pt x="236" y="82"/>
                  </a:moveTo>
                  <a:cubicBezTo>
                    <a:pt x="234" y="83"/>
                    <a:pt x="234" y="83"/>
                    <a:pt x="234" y="83"/>
                  </a:cubicBezTo>
                  <a:cubicBezTo>
                    <a:pt x="235" y="83"/>
                    <a:pt x="236" y="84"/>
                    <a:pt x="236" y="84"/>
                  </a:cubicBezTo>
                  <a:cubicBezTo>
                    <a:pt x="237" y="85"/>
                    <a:pt x="237" y="85"/>
                    <a:pt x="237" y="87"/>
                  </a:cubicBezTo>
                  <a:cubicBezTo>
                    <a:pt x="237" y="87"/>
                    <a:pt x="237" y="88"/>
                    <a:pt x="236" y="89"/>
                  </a:cubicBezTo>
                  <a:cubicBezTo>
                    <a:pt x="236" y="89"/>
                    <a:pt x="236" y="89"/>
                    <a:pt x="236" y="90"/>
                  </a:cubicBezTo>
                  <a:cubicBezTo>
                    <a:pt x="236" y="91"/>
                    <a:pt x="236" y="91"/>
                    <a:pt x="236" y="91"/>
                  </a:cubicBezTo>
                  <a:cubicBezTo>
                    <a:pt x="236" y="92"/>
                    <a:pt x="237" y="91"/>
                    <a:pt x="238" y="90"/>
                  </a:cubicBezTo>
                  <a:cubicBezTo>
                    <a:pt x="239" y="89"/>
                    <a:pt x="240" y="88"/>
                    <a:pt x="240" y="87"/>
                  </a:cubicBezTo>
                  <a:cubicBezTo>
                    <a:pt x="241" y="87"/>
                    <a:pt x="242" y="87"/>
                    <a:pt x="242" y="88"/>
                  </a:cubicBezTo>
                  <a:cubicBezTo>
                    <a:pt x="243" y="88"/>
                    <a:pt x="243" y="89"/>
                    <a:pt x="243" y="91"/>
                  </a:cubicBezTo>
                  <a:cubicBezTo>
                    <a:pt x="243" y="92"/>
                    <a:pt x="242" y="93"/>
                    <a:pt x="242" y="94"/>
                  </a:cubicBezTo>
                  <a:cubicBezTo>
                    <a:pt x="241" y="95"/>
                    <a:pt x="240" y="95"/>
                    <a:pt x="239" y="96"/>
                  </a:cubicBezTo>
                  <a:cubicBezTo>
                    <a:pt x="238" y="96"/>
                    <a:pt x="238" y="96"/>
                    <a:pt x="238" y="95"/>
                  </a:cubicBezTo>
                  <a:cubicBezTo>
                    <a:pt x="237" y="95"/>
                    <a:pt x="237" y="95"/>
                    <a:pt x="237" y="94"/>
                  </a:cubicBezTo>
                  <a:cubicBezTo>
                    <a:pt x="237" y="94"/>
                    <a:pt x="237" y="93"/>
                    <a:pt x="237" y="93"/>
                  </a:cubicBezTo>
                  <a:cubicBezTo>
                    <a:pt x="237" y="93"/>
                    <a:pt x="237" y="93"/>
                    <a:pt x="236" y="93"/>
                  </a:cubicBezTo>
                  <a:cubicBezTo>
                    <a:pt x="236" y="93"/>
                    <a:pt x="236" y="93"/>
                    <a:pt x="236" y="93"/>
                  </a:cubicBezTo>
                  <a:cubicBezTo>
                    <a:pt x="235" y="93"/>
                    <a:pt x="235" y="92"/>
                    <a:pt x="235" y="92"/>
                  </a:cubicBezTo>
                  <a:cubicBezTo>
                    <a:pt x="235" y="91"/>
                    <a:pt x="235" y="91"/>
                    <a:pt x="235" y="90"/>
                  </a:cubicBezTo>
                  <a:cubicBezTo>
                    <a:pt x="234" y="91"/>
                    <a:pt x="233" y="91"/>
                    <a:pt x="232" y="90"/>
                  </a:cubicBezTo>
                  <a:cubicBezTo>
                    <a:pt x="231" y="89"/>
                    <a:pt x="230" y="89"/>
                    <a:pt x="230" y="87"/>
                  </a:cubicBezTo>
                  <a:cubicBezTo>
                    <a:pt x="230" y="87"/>
                    <a:pt x="231" y="85"/>
                    <a:pt x="232" y="85"/>
                  </a:cubicBezTo>
                  <a:cubicBezTo>
                    <a:pt x="232" y="84"/>
                    <a:pt x="232" y="84"/>
                    <a:pt x="233" y="83"/>
                  </a:cubicBezTo>
                  <a:cubicBezTo>
                    <a:pt x="234" y="83"/>
                    <a:pt x="234" y="83"/>
                    <a:pt x="234" y="83"/>
                  </a:cubicBezTo>
                  <a:cubicBezTo>
                    <a:pt x="235" y="81"/>
                    <a:pt x="235" y="81"/>
                    <a:pt x="235" y="81"/>
                  </a:cubicBezTo>
                  <a:cubicBezTo>
                    <a:pt x="236" y="82"/>
                    <a:pt x="236" y="82"/>
                    <a:pt x="236" y="82"/>
                  </a:cubicBezTo>
                  <a:close/>
                  <a:moveTo>
                    <a:pt x="236" y="86"/>
                  </a:moveTo>
                  <a:cubicBezTo>
                    <a:pt x="235" y="86"/>
                    <a:pt x="234" y="85"/>
                    <a:pt x="234" y="85"/>
                  </a:cubicBezTo>
                  <a:cubicBezTo>
                    <a:pt x="233" y="85"/>
                    <a:pt x="232" y="85"/>
                    <a:pt x="232" y="85"/>
                  </a:cubicBezTo>
                  <a:cubicBezTo>
                    <a:pt x="231" y="86"/>
                    <a:pt x="231" y="86"/>
                    <a:pt x="231" y="87"/>
                  </a:cubicBezTo>
                  <a:cubicBezTo>
                    <a:pt x="231" y="87"/>
                    <a:pt x="232" y="87"/>
                    <a:pt x="232" y="88"/>
                  </a:cubicBezTo>
                  <a:cubicBezTo>
                    <a:pt x="233" y="88"/>
                    <a:pt x="233" y="89"/>
                    <a:pt x="234" y="89"/>
                  </a:cubicBezTo>
                  <a:cubicBezTo>
                    <a:pt x="235" y="89"/>
                    <a:pt x="235" y="89"/>
                    <a:pt x="236" y="89"/>
                  </a:cubicBezTo>
                  <a:cubicBezTo>
                    <a:pt x="237" y="88"/>
                    <a:pt x="236" y="87"/>
                    <a:pt x="236" y="86"/>
                  </a:cubicBezTo>
                  <a:close/>
                  <a:moveTo>
                    <a:pt x="242" y="89"/>
                  </a:moveTo>
                  <a:cubicBezTo>
                    <a:pt x="242" y="89"/>
                    <a:pt x="241" y="89"/>
                    <a:pt x="240" y="89"/>
                  </a:cubicBezTo>
                  <a:cubicBezTo>
                    <a:pt x="240" y="90"/>
                    <a:pt x="240" y="90"/>
                    <a:pt x="239" y="91"/>
                  </a:cubicBezTo>
                  <a:cubicBezTo>
                    <a:pt x="238" y="92"/>
                    <a:pt x="238" y="92"/>
                    <a:pt x="237" y="93"/>
                  </a:cubicBezTo>
                  <a:cubicBezTo>
                    <a:pt x="237" y="93"/>
                    <a:pt x="238" y="94"/>
                    <a:pt x="238" y="95"/>
                  </a:cubicBezTo>
                  <a:cubicBezTo>
                    <a:pt x="239" y="95"/>
                    <a:pt x="240" y="95"/>
                    <a:pt x="241" y="93"/>
                  </a:cubicBezTo>
                  <a:cubicBezTo>
                    <a:pt x="242" y="93"/>
                    <a:pt x="242" y="91"/>
                    <a:pt x="243" y="91"/>
                  </a:cubicBezTo>
                  <a:cubicBezTo>
                    <a:pt x="243" y="90"/>
                    <a:pt x="242" y="89"/>
                    <a:pt x="242" y="89"/>
                  </a:cubicBezTo>
                  <a:close/>
                  <a:moveTo>
                    <a:pt x="242" y="73"/>
                  </a:moveTo>
                  <a:cubicBezTo>
                    <a:pt x="242" y="73"/>
                    <a:pt x="242" y="73"/>
                    <a:pt x="242" y="74"/>
                  </a:cubicBezTo>
                  <a:cubicBezTo>
                    <a:pt x="242" y="74"/>
                    <a:pt x="242" y="74"/>
                    <a:pt x="242" y="75"/>
                  </a:cubicBezTo>
                  <a:cubicBezTo>
                    <a:pt x="247" y="83"/>
                    <a:pt x="247" y="83"/>
                    <a:pt x="247" y="83"/>
                  </a:cubicBezTo>
                  <a:cubicBezTo>
                    <a:pt x="248" y="85"/>
                    <a:pt x="248" y="86"/>
                    <a:pt x="247" y="87"/>
                  </a:cubicBezTo>
                  <a:cubicBezTo>
                    <a:pt x="246" y="88"/>
                    <a:pt x="246" y="88"/>
                    <a:pt x="245" y="87"/>
                  </a:cubicBezTo>
                  <a:cubicBezTo>
                    <a:pt x="245" y="87"/>
                    <a:pt x="245" y="87"/>
                    <a:pt x="245" y="87"/>
                  </a:cubicBezTo>
                  <a:cubicBezTo>
                    <a:pt x="245" y="86"/>
                    <a:pt x="245" y="86"/>
                    <a:pt x="245" y="86"/>
                  </a:cubicBezTo>
                  <a:cubicBezTo>
                    <a:pt x="245" y="86"/>
                    <a:pt x="246" y="85"/>
                    <a:pt x="246" y="85"/>
                  </a:cubicBezTo>
                  <a:cubicBezTo>
                    <a:pt x="246" y="85"/>
                    <a:pt x="246" y="85"/>
                    <a:pt x="246" y="85"/>
                  </a:cubicBezTo>
                  <a:cubicBezTo>
                    <a:pt x="247" y="85"/>
                    <a:pt x="246" y="83"/>
                    <a:pt x="245" y="81"/>
                  </a:cubicBezTo>
                  <a:cubicBezTo>
                    <a:pt x="238" y="80"/>
                    <a:pt x="238" y="80"/>
                    <a:pt x="238" y="80"/>
                  </a:cubicBezTo>
                  <a:cubicBezTo>
                    <a:pt x="237" y="80"/>
                    <a:pt x="237" y="80"/>
                    <a:pt x="236" y="80"/>
                  </a:cubicBezTo>
                  <a:cubicBezTo>
                    <a:pt x="236" y="80"/>
                    <a:pt x="236" y="80"/>
                    <a:pt x="236" y="80"/>
                  </a:cubicBezTo>
                  <a:cubicBezTo>
                    <a:pt x="235" y="80"/>
                    <a:pt x="235" y="80"/>
                    <a:pt x="235" y="80"/>
                  </a:cubicBezTo>
                  <a:cubicBezTo>
                    <a:pt x="238" y="77"/>
                    <a:pt x="238" y="77"/>
                    <a:pt x="238" y="77"/>
                  </a:cubicBezTo>
                  <a:cubicBezTo>
                    <a:pt x="238" y="77"/>
                    <a:pt x="238" y="77"/>
                    <a:pt x="238" y="77"/>
                  </a:cubicBezTo>
                  <a:cubicBezTo>
                    <a:pt x="238" y="78"/>
                    <a:pt x="238" y="78"/>
                    <a:pt x="238" y="78"/>
                  </a:cubicBezTo>
                  <a:cubicBezTo>
                    <a:pt x="238" y="78"/>
                    <a:pt x="238" y="79"/>
                    <a:pt x="239" y="79"/>
                  </a:cubicBezTo>
                  <a:cubicBezTo>
                    <a:pt x="244" y="80"/>
                    <a:pt x="244" y="80"/>
                    <a:pt x="244" y="80"/>
                  </a:cubicBezTo>
                  <a:cubicBezTo>
                    <a:pt x="242" y="75"/>
                    <a:pt x="242" y="75"/>
                    <a:pt x="242" y="75"/>
                  </a:cubicBezTo>
                  <a:cubicBezTo>
                    <a:pt x="241" y="75"/>
                    <a:pt x="241" y="75"/>
                    <a:pt x="241" y="75"/>
                  </a:cubicBezTo>
                  <a:cubicBezTo>
                    <a:pt x="241" y="75"/>
                    <a:pt x="241" y="75"/>
                    <a:pt x="241" y="75"/>
                  </a:cubicBezTo>
                  <a:cubicBezTo>
                    <a:pt x="240" y="75"/>
                    <a:pt x="240" y="75"/>
                    <a:pt x="240" y="75"/>
                  </a:cubicBezTo>
                  <a:cubicBezTo>
                    <a:pt x="240" y="75"/>
                    <a:pt x="240" y="75"/>
                    <a:pt x="240" y="75"/>
                  </a:cubicBezTo>
                  <a:cubicBezTo>
                    <a:pt x="242" y="73"/>
                    <a:pt x="242" y="73"/>
                    <a:pt x="242" y="73"/>
                  </a:cubicBezTo>
                  <a:cubicBezTo>
                    <a:pt x="242" y="73"/>
                    <a:pt x="242" y="73"/>
                    <a:pt x="242" y="73"/>
                  </a:cubicBezTo>
                  <a:close/>
                  <a:moveTo>
                    <a:pt x="253" y="63"/>
                  </a:moveTo>
                  <a:cubicBezTo>
                    <a:pt x="254" y="64"/>
                    <a:pt x="255" y="65"/>
                    <a:pt x="255" y="66"/>
                  </a:cubicBezTo>
                  <a:cubicBezTo>
                    <a:pt x="256" y="67"/>
                    <a:pt x="256" y="68"/>
                    <a:pt x="255" y="69"/>
                  </a:cubicBezTo>
                  <a:cubicBezTo>
                    <a:pt x="254" y="71"/>
                    <a:pt x="253" y="71"/>
                    <a:pt x="252" y="71"/>
                  </a:cubicBezTo>
                  <a:cubicBezTo>
                    <a:pt x="251" y="72"/>
                    <a:pt x="250" y="71"/>
                    <a:pt x="248" y="71"/>
                  </a:cubicBezTo>
                  <a:cubicBezTo>
                    <a:pt x="247" y="70"/>
                    <a:pt x="246" y="69"/>
                    <a:pt x="246" y="68"/>
                  </a:cubicBezTo>
                  <a:cubicBezTo>
                    <a:pt x="246" y="67"/>
                    <a:pt x="246" y="66"/>
                    <a:pt x="246" y="65"/>
                  </a:cubicBezTo>
                  <a:cubicBezTo>
                    <a:pt x="247" y="63"/>
                    <a:pt x="248" y="63"/>
                    <a:pt x="249" y="62"/>
                  </a:cubicBezTo>
                  <a:cubicBezTo>
                    <a:pt x="250" y="62"/>
                    <a:pt x="252" y="62"/>
                    <a:pt x="253" y="63"/>
                  </a:cubicBezTo>
                  <a:close/>
                  <a:moveTo>
                    <a:pt x="252" y="65"/>
                  </a:moveTo>
                  <a:cubicBezTo>
                    <a:pt x="251" y="64"/>
                    <a:pt x="250" y="64"/>
                    <a:pt x="249" y="64"/>
                  </a:cubicBezTo>
                  <a:cubicBezTo>
                    <a:pt x="248" y="64"/>
                    <a:pt x="247" y="64"/>
                    <a:pt x="247" y="65"/>
                  </a:cubicBezTo>
                  <a:cubicBezTo>
                    <a:pt x="246" y="66"/>
                    <a:pt x="246" y="66"/>
                    <a:pt x="247" y="67"/>
                  </a:cubicBezTo>
                  <a:cubicBezTo>
                    <a:pt x="247" y="68"/>
                    <a:pt x="248" y="68"/>
                    <a:pt x="249" y="69"/>
                  </a:cubicBezTo>
                  <a:cubicBezTo>
                    <a:pt x="250" y="69"/>
                    <a:pt x="251" y="69"/>
                    <a:pt x="252" y="70"/>
                  </a:cubicBezTo>
                  <a:cubicBezTo>
                    <a:pt x="253" y="70"/>
                    <a:pt x="254" y="69"/>
                    <a:pt x="254" y="69"/>
                  </a:cubicBezTo>
                  <a:cubicBezTo>
                    <a:pt x="255" y="68"/>
                    <a:pt x="255" y="67"/>
                    <a:pt x="254" y="66"/>
                  </a:cubicBezTo>
                  <a:cubicBezTo>
                    <a:pt x="254" y="66"/>
                    <a:pt x="253" y="65"/>
                    <a:pt x="252" y="65"/>
                  </a:cubicBezTo>
                  <a:close/>
                  <a:moveTo>
                    <a:pt x="266" y="40"/>
                  </a:moveTo>
                  <a:cubicBezTo>
                    <a:pt x="267" y="42"/>
                    <a:pt x="267" y="44"/>
                    <a:pt x="266" y="46"/>
                  </a:cubicBezTo>
                  <a:cubicBezTo>
                    <a:pt x="265" y="48"/>
                    <a:pt x="264" y="49"/>
                    <a:pt x="262" y="50"/>
                  </a:cubicBezTo>
                  <a:cubicBezTo>
                    <a:pt x="261" y="51"/>
                    <a:pt x="259" y="51"/>
                    <a:pt x="257" y="50"/>
                  </a:cubicBezTo>
                  <a:cubicBezTo>
                    <a:pt x="255" y="49"/>
                    <a:pt x="254" y="48"/>
                    <a:pt x="253" y="47"/>
                  </a:cubicBezTo>
                  <a:cubicBezTo>
                    <a:pt x="252" y="45"/>
                    <a:pt x="252" y="43"/>
                    <a:pt x="253" y="41"/>
                  </a:cubicBezTo>
                  <a:cubicBezTo>
                    <a:pt x="254" y="41"/>
                    <a:pt x="254" y="40"/>
                    <a:pt x="254" y="39"/>
                  </a:cubicBezTo>
                  <a:cubicBezTo>
                    <a:pt x="255" y="39"/>
                    <a:pt x="255" y="38"/>
                    <a:pt x="255" y="38"/>
                  </a:cubicBezTo>
                  <a:cubicBezTo>
                    <a:pt x="255" y="38"/>
                    <a:pt x="255" y="37"/>
                    <a:pt x="255" y="37"/>
                  </a:cubicBezTo>
                  <a:cubicBezTo>
                    <a:pt x="255" y="37"/>
                    <a:pt x="255" y="37"/>
                    <a:pt x="255" y="37"/>
                  </a:cubicBezTo>
                  <a:cubicBezTo>
                    <a:pt x="259" y="38"/>
                    <a:pt x="259" y="38"/>
                    <a:pt x="259" y="38"/>
                  </a:cubicBezTo>
                  <a:cubicBezTo>
                    <a:pt x="259" y="39"/>
                    <a:pt x="259" y="39"/>
                    <a:pt x="259" y="39"/>
                  </a:cubicBezTo>
                  <a:cubicBezTo>
                    <a:pt x="258" y="39"/>
                    <a:pt x="257" y="39"/>
                    <a:pt x="256" y="39"/>
                  </a:cubicBezTo>
                  <a:cubicBezTo>
                    <a:pt x="255" y="39"/>
                    <a:pt x="254" y="40"/>
                    <a:pt x="254" y="41"/>
                  </a:cubicBezTo>
                  <a:cubicBezTo>
                    <a:pt x="254" y="43"/>
                    <a:pt x="254" y="44"/>
                    <a:pt x="254" y="45"/>
                  </a:cubicBezTo>
                  <a:cubicBezTo>
                    <a:pt x="255" y="47"/>
                    <a:pt x="256" y="47"/>
                    <a:pt x="258" y="48"/>
                  </a:cubicBezTo>
                  <a:cubicBezTo>
                    <a:pt x="260" y="49"/>
                    <a:pt x="261" y="49"/>
                    <a:pt x="263" y="49"/>
                  </a:cubicBezTo>
                  <a:cubicBezTo>
                    <a:pt x="264" y="48"/>
                    <a:pt x="265" y="47"/>
                    <a:pt x="266" y="46"/>
                  </a:cubicBezTo>
                  <a:cubicBezTo>
                    <a:pt x="266" y="45"/>
                    <a:pt x="266" y="43"/>
                    <a:pt x="266" y="42"/>
                  </a:cubicBezTo>
                  <a:cubicBezTo>
                    <a:pt x="266" y="42"/>
                    <a:pt x="266" y="41"/>
                    <a:pt x="266" y="40"/>
                  </a:cubicBezTo>
                  <a:cubicBezTo>
                    <a:pt x="266" y="40"/>
                    <a:pt x="266" y="40"/>
                    <a:pt x="266" y="40"/>
                  </a:cubicBezTo>
                  <a:close/>
                  <a:moveTo>
                    <a:pt x="270" y="30"/>
                  </a:moveTo>
                  <a:cubicBezTo>
                    <a:pt x="269" y="34"/>
                    <a:pt x="269" y="34"/>
                    <a:pt x="269" y="34"/>
                  </a:cubicBezTo>
                  <a:cubicBezTo>
                    <a:pt x="269" y="34"/>
                    <a:pt x="269" y="34"/>
                    <a:pt x="269" y="34"/>
                  </a:cubicBezTo>
                  <a:cubicBezTo>
                    <a:pt x="269" y="33"/>
                    <a:pt x="269" y="33"/>
                    <a:pt x="268" y="32"/>
                  </a:cubicBezTo>
                  <a:cubicBezTo>
                    <a:pt x="263" y="31"/>
                    <a:pt x="263" y="31"/>
                    <a:pt x="263" y="31"/>
                  </a:cubicBezTo>
                  <a:cubicBezTo>
                    <a:pt x="262" y="31"/>
                    <a:pt x="261" y="31"/>
                    <a:pt x="261" y="32"/>
                  </a:cubicBezTo>
                  <a:cubicBezTo>
                    <a:pt x="260" y="33"/>
                    <a:pt x="261" y="33"/>
                    <a:pt x="261" y="34"/>
                  </a:cubicBezTo>
                  <a:cubicBezTo>
                    <a:pt x="266" y="36"/>
                    <a:pt x="266" y="36"/>
                    <a:pt x="266" y="36"/>
                  </a:cubicBezTo>
                  <a:cubicBezTo>
                    <a:pt x="267" y="36"/>
                    <a:pt x="268" y="36"/>
                    <a:pt x="268" y="35"/>
                  </a:cubicBezTo>
                  <a:cubicBezTo>
                    <a:pt x="268" y="35"/>
                    <a:pt x="268" y="35"/>
                    <a:pt x="268" y="35"/>
                  </a:cubicBezTo>
                  <a:cubicBezTo>
                    <a:pt x="267" y="39"/>
                    <a:pt x="267" y="39"/>
                    <a:pt x="267" y="39"/>
                  </a:cubicBezTo>
                  <a:cubicBezTo>
                    <a:pt x="267" y="39"/>
                    <a:pt x="267" y="39"/>
                    <a:pt x="267" y="39"/>
                  </a:cubicBezTo>
                  <a:cubicBezTo>
                    <a:pt x="267" y="38"/>
                    <a:pt x="267" y="38"/>
                    <a:pt x="266" y="37"/>
                  </a:cubicBezTo>
                  <a:cubicBezTo>
                    <a:pt x="256" y="35"/>
                    <a:pt x="256" y="35"/>
                    <a:pt x="256" y="35"/>
                  </a:cubicBezTo>
                  <a:cubicBezTo>
                    <a:pt x="256" y="35"/>
                    <a:pt x="255" y="35"/>
                    <a:pt x="255" y="35"/>
                  </a:cubicBezTo>
                  <a:cubicBezTo>
                    <a:pt x="255" y="35"/>
                    <a:pt x="255" y="35"/>
                    <a:pt x="255" y="35"/>
                  </a:cubicBezTo>
                  <a:cubicBezTo>
                    <a:pt x="254" y="35"/>
                    <a:pt x="254" y="35"/>
                    <a:pt x="254" y="35"/>
                  </a:cubicBezTo>
                  <a:cubicBezTo>
                    <a:pt x="254" y="35"/>
                    <a:pt x="254" y="34"/>
                    <a:pt x="254" y="32"/>
                  </a:cubicBezTo>
                  <a:cubicBezTo>
                    <a:pt x="260" y="34"/>
                    <a:pt x="260" y="34"/>
                    <a:pt x="260" y="34"/>
                  </a:cubicBezTo>
                  <a:cubicBezTo>
                    <a:pt x="260" y="33"/>
                    <a:pt x="259" y="31"/>
                    <a:pt x="260" y="31"/>
                  </a:cubicBezTo>
                  <a:cubicBezTo>
                    <a:pt x="260" y="29"/>
                    <a:pt x="261" y="28"/>
                    <a:pt x="263" y="29"/>
                  </a:cubicBezTo>
                  <a:cubicBezTo>
                    <a:pt x="268" y="30"/>
                    <a:pt x="268" y="30"/>
                    <a:pt x="268" y="30"/>
                  </a:cubicBezTo>
                  <a:cubicBezTo>
                    <a:pt x="270" y="31"/>
                    <a:pt x="270" y="31"/>
                    <a:pt x="270" y="30"/>
                  </a:cubicBezTo>
                  <a:cubicBezTo>
                    <a:pt x="270" y="30"/>
                    <a:pt x="270" y="30"/>
                    <a:pt x="270" y="30"/>
                  </a:cubicBezTo>
                  <a:close/>
                  <a:moveTo>
                    <a:pt x="259" y="22"/>
                  </a:moveTo>
                  <a:cubicBezTo>
                    <a:pt x="259" y="22"/>
                    <a:pt x="259" y="22"/>
                    <a:pt x="260" y="23"/>
                  </a:cubicBezTo>
                  <a:cubicBezTo>
                    <a:pt x="260" y="23"/>
                    <a:pt x="260" y="23"/>
                    <a:pt x="260" y="23"/>
                  </a:cubicBezTo>
                  <a:cubicBezTo>
                    <a:pt x="259" y="24"/>
                    <a:pt x="260" y="24"/>
                    <a:pt x="259" y="24"/>
                  </a:cubicBezTo>
                  <a:cubicBezTo>
                    <a:pt x="259" y="24"/>
                    <a:pt x="259" y="25"/>
                    <a:pt x="258" y="24"/>
                  </a:cubicBezTo>
                  <a:cubicBezTo>
                    <a:pt x="258" y="24"/>
                    <a:pt x="258" y="24"/>
                    <a:pt x="258" y="24"/>
                  </a:cubicBezTo>
                  <a:cubicBezTo>
                    <a:pt x="258" y="23"/>
                    <a:pt x="257" y="23"/>
                    <a:pt x="258" y="23"/>
                  </a:cubicBezTo>
                  <a:cubicBezTo>
                    <a:pt x="258" y="23"/>
                    <a:pt x="258" y="23"/>
                    <a:pt x="258" y="22"/>
                  </a:cubicBezTo>
                  <a:cubicBezTo>
                    <a:pt x="258" y="22"/>
                    <a:pt x="258" y="22"/>
                    <a:pt x="259" y="22"/>
                  </a:cubicBezTo>
                  <a:close/>
                  <a:moveTo>
                    <a:pt x="272" y="23"/>
                  </a:moveTo>
                  <a:cubicBezTo>
                    <a:pt x="271" y="28"/>
                    <a:pt x="271" y="28"/>
                    <a:pt x="271" y="28"/>
                  </a:cubicBezTo>
                  <a:cubicBezTo>
                    <a:pt x="270" y="28"/>
                    <a:pt x="270" y="28"/>
                    <a:pt x="270" y="28"/>
                  </a:cubicBezTo>
                  <a:cubicBezTo>
                    <a:pt x="270" y="27"/>
                    <a:pt x="270" y="26"/>
                    <a:pt x="269" y="26"/>
                  </a:cubicBezTo>
                  <a:cubicBezTo>
                    <a:pt x="264" y="25"/>
                    <a:pt x="264" y="25"/>
                    <a:pt x="264" y="25"/>
                  </a:cubicBezTo>
                  <a:cubicBezTo>
                    <a:pt x="263" y="25"/>
                    <a:pt x="262" y="25"/>
                    <a:pt x="262" y="26"/>
                  </a:cubicBezTo>
                  <a:cubicBezTo>
                    <a:pt x="262" y="26"/>
                    <a:pt x="262" y="26"/>
                    <a:pt x="262" y="27"/>
                  </a:cubicBezTo>
                  <a:cubicBezTo>
                    <a:pt x="262" y="27"/>
                    <a:pt x="262" y="27"/>
                    <a:pt x="262" y="27"/>
                  </a:cubicBezTo>
                  <a:cubicBezTo>
                    <a:pt x="262" y="23"/>
                    <a:pt x="262" y="23"/>
                    <a:pt x="262" y="23"/>
                  </a:cubicBezTo>
                  <a:cubicBezTo>
                    <a:pt x="269" y="24"/>
                    <a:pt x="269" y="24"/>
                    <a:pt x="269" y="24"/>
                  </a:cubicBezTo>
                  <a:cubicBezTo>
                    <a:pt x="271" y="25"/>
                    <a:pt x="271" y="24"/>
                    <a:pt x="272" y="23"/>
                  </a:cubicBezTo>
                  <a:cubicBezTo>
                    <a:pt x="272" y="23"/>
                    <a:pt x="272" y="23"/>
                    <a:pt x="272" y="23"/>
                  </a:cubicBezTo>
                  <a:close/>
                  <a:moveTo>
                    <a:pt x="273" y="12"/>
                  </a:moveTo>
                  <a:cubicBezTo>
                    <a:pt x="273" y="16"/>
                    <a:pt x="273" y="16"/>
                    <a:pt x="273" y="16"/>
                  </a:cubicBezTo>
                  <a:cubicBezTo>
                    <a:pt x="272" y="16"/>
                    <a:pt x="272" y="16"/>
                    <a:pt x="272" y="16"/>
                  </a:cubicBezTo>
                  <a:cubicBezTo>
                    <a:pt x="272" y="15"/>
                    <a:pt x="272" y="15"/>
                    <a:pt x="271" y="15"/>
                  </a:cubicBezTo>
                  <a:cubicBezTo>
                    <a:pt x="266" y="14"/>
                    <a:pt x="266" y="14"/>
                    <a:pt x="266" y="14"/>
                  </a:cubicBezTo>
                  <a:cubicBezTo>
                    <a:pt x="266" y="14"/>
                    <a:pt x="266" y="14"/>
                    <a:pt x="265" y="14"/>
                  </a:cubicBezTo>
                  <a:cubicBezTo>
                    <a:pt x="265" y="15"/>
                    <a:pt x="265" y="15"/>
                    <a:pt x="265" y="15"/>
                  </a:cubicBezTo>
                  <a:cubicBezTo>
                    <a:pt x="265" y="16"/>
                    <a:pt x="265" y="17"/>
                    <a:pt x="266" y="18"/>
                  </a:cubicBezTo>
                  <a:cubicBezTo>
                    <a:pt x="271" y="19"/>
                    <a:pt x="271" y="19"/>
                    <a:pt x="271" y="19"/>
                  </a:cubicBezTo>
                  <a:cubicBezTo>
                    <a:pt x="272" y="19"/>
                    <a:pt x="272" y="18"/>
                    <a:pt x="273" y="17"/>
                  </a:cubicBezTo>
                  <a:cubicBezTo>
                    <a:pt x="273" y="17"/>
                    <a:pt x="273" y="17"/>
                    <a:pt x="273" y="17"/>
                  </a:cubicBezTo>
                  <a:cubicBezTo>
                    <a:pt x="273" y="22"/>
                    <a:pt x="273" y="22"/>
                    <a:pt x="273" y="22"/>
                  </a:cubicBezTo>
                  <a:cubicBezTo>
                    <a:pt x="272" y="22"/>
                    <a:pt x="272" y="22"/>
                    <a:pt x="272" y="22"/>
                  </a:cubicBezTo>
                  <a:cubicBezTo>
                    <a:pt x="272" y="21"/>
                    <a:pt x="272" y="21"/>
                    <a:pt x="271" y="20"/>
                  </a:cubicBezTo>
                  <a:cubicBezTo>
                    <a:pt x="265" y="19"/>
                    <a:pt x="265" y="19"/>
                    <a:pt x="265" y="19"/>
                  </a:cubicBezTo>
                  <a:cubicBezTo>
                    <a:pt x="265" y="19"/>
                    <a:pt x="264" y="19"/>
                    <a:pt x="264" y="19"/>
                  </a:cubicBezTo>
                  <a:cubicBezTo>
                    <a:pt x="264" y="19"/>
                    <a:pt x="264" y="20"/>
                    <a:pt x="264" y="21"/>
                  </a:cubicBezTo>
                  <a:cubicBezTo>
                    <a:pt x="264" y="21"/>
                    <a:pt x="264" y="21"/>
                    <a:pt x="264" y="21"/>
                  </a:cubicBezTo>
                  <a:cubicBezTo>
                    <a:pt x="263" y="17"/>
                    <a:pt x="263" y="17"/>
                    <a:pt x="263" y="17"/>
                  </a:cubicBezTo>
                  <a:cubicBezTo>
                    <a:pt x="265" y="18"/>
                    <a:pt x="265" y="18"/>
                    <a:pt x="265" y="18"/>
                  </a:cubicBezTo>
                  <a:cubicBezTo>
                    <a:pt x="264" y="17"/>
                    <a:pt x="263" y="16"/>
                    <a:pt x="264" y="15"/>
                  </a:cubicBezTo>
                  <a:cubicBezTo>
                    <a:pt x="264" y="13"/>
                    <a:pt x="265" y="12"/>
                    <a:pt x="267" y="13"/>
                  </a:cubicBezTo>
                  <a:cubicBezTo>
                    <a:pt x="272" y="13"/>
                    <a:pt x="272" y="13"/>
                    <a:pt x="272" y="13"/>
                  </a:cubicBezTo>
                  <a:cubicBezTo>
                    <a:pt x="272" y="13"/>
                    <a:pt x="273" y="13"/>
                    <a:pt x="273" y="12"/>
                  </a:cubicBezTo>
                  <a:cubicBezTo>
                    <a:pt x="273" y="12"/>
                    <a:pt x="273" y="12"/>
                    <a:pt x="273" y="12"/>
                  </a:cubicBezTo>
                  <a:close/>
                  <a:moveTo>
                    <a:pt x="273" y="1"/>
                  </a:moveTo>
                  <a:cubicBezTo>
                    <a:pt x="273" y="2"/>
                    <a:pt x="273" y="2"/>
                    <a:pt x="274" y="2"/>
                  </a:cubicBezTo>
                  <a:cubicBezTo>
                    <a:pt x="274" y="3"/>
                    <a:pt x="274" y="3"/>
                    <a:pt x="274" y="3"/>
                  </a:cubicBezTo>
                  <a:cubicBezTo>
                    <a:pt x="274" y="4"/>
                    <a:pt x="274" y="4"/>
                    <a:pt x="272" y="5"/>
                  </a:cubicBezTo>
                  <a:cubicBezTo>
                    <a:pt x="273" y="5"/>
                    <a:pt x="273" y="5"/>
                    <a:pt x="274" y="6"/>
                  </a:cubicBezTo>
                  <a:cubicBezTo>
                    <a:pt x="274" y="7"/>
                    <a:pt x="274" y="7"/>
                    <a:pt x="274" y="7"/>
                  </a:cubicBezTo>
                  <a:cubicBezTo>
                    <a:pt x="274" y="8"/>
                    <a:pt x="274" y="9"/>
                    <a:pt x="273" y="9"/>
                  </a:cubicBezTo>
                  <a:cubicBezTo>
                    <a:pt x="273" y="9"/>
                    <a:pt x="272" y="10"/>
                    <a:pt x="272" y="10"/>
                  </a:cubicBezTo>
                  <a:cubicBezTo>
                    <a:pt x="270" y="10"/>
                    <a:pt x="270" y="9"/>
                    <a:pt x="269" y="8"/>
                  </a:cubicBezTo>
                  <a:cubicBezTo>
                    <a:pt x="268" y="7"/>
                    <a:pt x="268" y="6"/>
                    <a:pt x="268" y="5"/>
                  </a:cubicBezTo>
                  <a:cubicBezTo>
                    <a:pt x="267" y="5"/>
                    <a:pt x="267" y="5"/>
                    <a:pt x="267" y="5"/>
                  </a:cubicBezTo>
                  <a:cubicBezTo>
                    <a:pt x="265" y="5"/>
                    <a:pt x="264" y="5"/>
                    <a:pt x="264" y="6"/>
                  </a:cubicBezTo>
                  <a:cubicBezTo>
                    <a:pt x="264" y="7"/>
                    <a:pt x="265" y="7"/>
                    <a:pt x="265" y="7"/>
                  </a:cubicBezTo>
                  <a:cubicBezTo>
                    <a:pt x="266" y="7"/>
                    <a:pt x="266" y="7"/>
                    <a:pt x="266" y="7"/>
                  </a:cubicBezTo>
                  <a:cubicBezTo>
                    <a:pt x="266" y="7"/>
                    <a:pt x="266" y="7"/>
                    <a:pt x="266" y="7"/>
                  </a:cubicBezTo>
                  <a:cubicBezTo>
                    <a:pt x="266" y="7"/>
                    <a:pt x="266" y="7"/>
                    <a:pt x="267" y="8"/>
                  </a:cubicBezTo>
                  <a:cubicBezTo>
                    <a:pt x="267" y="8"/>
                    <a:pt x="267" y="8"/>
                    <a:pt x="267" y="9"/>
                  </a:cubicBezTo>
                  <a:cubicBezTo>
                    <a:pt x="267" y="9"/>
                    <a:pt x="267" y="9"/>
                    <a:pt x="267" y="9"/>
                  </a:cubicBezTo>
                  <a:cubicBezTo>
                    <a:pt x="266" y="10"/>
                    <a:pt x="266" y="10"/>
                    <a:pt x="266" y="10"/>
                  </a:cubicBezTo>
                  <a:cubicBezTo>
                    <a:pt x="266" y="10"/>
                    <a:pt x="265" y="9"/>
                    <a:pt x="265" y="9"/>
                  </a:cubicBezTo>
                  <a:cubicBezTo>
                    <a:pt x="264" y="8"/>
                    <a:pt x="264" y="7"/>
                    <a:pt x="264" y="7"/>
                  </a:cubicBezTo>
                  <a:cubicBezTo>
                    <a:pt x="264" y="5"/>
                    <a:pt x="265" y="5"/>
                    <a:pt x="265" y="4"/>
                  </a:cubicBezTo>
                  <a:cubicBezTo>
                    <a:pt x="266" y="4"/>
                    <a:pt x="266" y="3"/>
                    <a:pt x="268" y="3"/>
                  </a:cubicBezTo>
                  <a:cubicBezTo>
                    <a:pt x="272" y="3"/>
                    <a:pt x="272" y="3"/>
                    <a:pt x="272" y="3"/>
                  </a:cubicBezTo>
                  <a:cubicBezTo>
                    <a:pt x="272" y="3"/>
                    <a:pt x="273" y="3"/>
                    <a:pt x="273" y="3"/>
                  </a:cubicBezTo>
                  <a:cubicBezTo>
                    <a:pt x="273" y="3"/>
                    <a:pt x="273" y="3"/>
                    <a:pt x="272" y="2"/>
                  </a:cubicBezTo>
                  <a:cubicBezTo>
                    <a:pt x="273" y="1"/>
                    <a:pt x="273" y="1"/>
                    <a:pt x="273" y="1"/>
                  </a:cubicBezTo>
                  <a:close/>
                  <a:moveTo>
                    <a:pt x="272" y="5"/>
                  </a:moveTo>
                  <a:cubicBezTo>
                    <a:pt x="268" y="5"/>
                    <a:pt x="268" y="5"/>
                    <a:pt x="268" y="5"/>
                  </a:cubicBezTo>
                  <a:cubicBezTo>
                    <a:pt x="269" y="6"/>
                    <a:pt x="269" y="7"/>
                    <a:pt x="269" y="7"/>
                  </a:cubicBezTo>
                  <a:cubicBezTo>
                    <a:pt x="270" y="8"/>
                    <a:pt x="270" y="8"/>
                    <a:pt x="271" y="8"/>
                  </a:cubicBezTo>
                  <a:cubicBezTo>
                    <a:pt x="272" y="8"/>
                    <a:pt x="272" y="8"/>
                    <a:pt x="272" y="7"/>
                  </a:cubicBezTo>
                  <a:cubicBezTo>
                    <a:pt x="273" y="6"/>
                    <a:pt x="272" y="5"/>
                    <a:pt x="272"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61" name="Freeform 41"/>
            <p:cNvSpPr/>
            <p:nvPr/>
          </p:nvSpPr>
          <p:spPr bwMode="auto">
            <a:xfrm>
              <a:off x="8913875" y="4712004"/>
              <a:ext cx="161925" cy="150813"/>
            </a:xfrm>
            <a:custGeom>
              <a:avLst/>
              <a:gdLst>
                <a:gd name="T0" fmla="*/ 86 w 108"/>
                <a:gd name="T1" fmla="*/ 99 h 100"/>
                <a:gd name="T2" fmla="*/ 46 w 108"/>
                <a:gd name="T3" fmla="*/ 0 h 100"/>
                <a:gd name="T4" fmla="*/ 56 w 108"/>
                <a:gd name="T5" fmla="*/ 58 h 100"/>
                <a:gd name="T6" fmla="*/ 0 w 108"/>
                <a:gd name="T7" fmla="*/ 100 h 100"/>
                <a:gd name="T8" fmla="*/ 57 w 108"/>
                <a:gd name="T9" fmla="*/ 59 h 100"/>
                <a:gd name="T10" fmla="*/ 65 w 108"/>
                <a:gd name="T11" fmla="*/ 18 h 100"/>
                <a:gd name="T12" fmla="*/ 41 w 108"/>
                <a:gd name="T13" fmla="*/ 97 h 100"/>
                <a:gd name="T14" fmla="*/ 64 w 108"/>
                <a:gd name="T15" fmla="*/ 14 h 100"/>
                <a:gd name="T16" fmla="*/ 65 w 108"/>
                <a:gd name="T17" fmla="*/ 98 h 100"/>
                <a:gd name="T18" fmla="*/ 62 w 108"/>
                <a:gd name="T19" fmla="*/ 9 h 100"/>
                <a:gd name="T20" fmla="*/ 86 w 108"/>
                <a:gd name="T21" fmla="*/ 99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8" h="100">
                  <a:moveTo>
                    <a:pt x="86" y="99"/>
                  </a:moveTo>
                  <a:cubicBezTo>
                    <a:pt x="108" y="48"/>
                    <a:pt x="88" y="16"/>
                    <a:pt x="46" y="0"/>
                  </a:cubicBezTo>
                  <a:cubicBezTo>
                    <a:pt x="71" y="10"/>
                    <a:pt x="66" y="42"/>
                    <a:pt x="56" y="58"/>
                  </a:cubicBezTo>
                  <a:cubicBezTo>
                    <a:pt x="45" y="74"/>
                    <a:pt x="28" y="87"/>
                    <a:pt x="0" y="100"/>
                  </a:cubicBezTo>
                  <a:cubicBezTo>
                    <a:pt x="30" y="88"/>
                    <a:pt x="48" y="73"/>
                    <a:pt x="57" y="59"/>
                  </a:cubicBezTo>
                  <a:cubicBezTo>
                    <a:pt x="65" y="44"/>
                    <a:pt x="67" y="32"/>
                    <a:pt x="65" y="18"/>
                  </a:cubicBezTo>
                  <a:cubicBezTo>
                    <a:pt x="78" y="47"/>
                    <a:pt x="67" y="72"/>
                    <a:pt x="41" y="97"/>
                  </a:cubicBezTo>
                  <a:cubicBezTo>
                    <a:pt x="71" y="71"/>
                    <a:pt x="81" y="43"/>
                    <a:pt x="64" y="14"/>
                  </a:cubicBezTo>
                  <a:cubicBezTo>
                    <a:pt x="89" y="42"/>
                    <a:pt x="82" y="72"/>
                    <a:pt x="65" y="98"/>
                  </a:cubicBezTo>
                  <a:cubicBezTo>
                    <a:pt x="86" y="68"/>
                    <a:pt x="90" y="36"/>
                    <a:pt x="62" y="9"/>
                  </a:cubicBezTo>
                  <a:cubicBezTo>
                    <a:pt x="96" y="30"/>
                    <a:pt x="101" y="59"/>
                    <a:pt x="86" y="9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62" name="Freeform 42"/>
            <p:cNvSpPr/>
            <p:nvPr/>
          </p:nvSpPr>
          <p:spPr bwMode="auto">
            <a:xfrm>
              <a:off x="8942450" y="4694541"/>
              <a:ext cx="49213" cy="20638"/>
            </a:xfrm>
            <a:custGeom>
              <a:avLst/>
              <a:gdLst>
                <a:gd name="T0" fmla="*/ 19 w 33"/>
                <a:gd name="T1" fmla="*/ 14 h 14"/>
                <a:gd name="T2" fmla="*/ 0 w 33"/>
                <a:gd name="T3" fmla="*/ 0 h 14"/>
                <a:gd name="T4" fmla="*/ 33 w 33"/>
                <a:gd name="T5" fmla="*/ 5 h 14"/>
                <a:gd name="T6" fmla="*/ 18 w 33"/>
                <a:gd name="T7" fmla="*/ 6 h 14"/>
                <a:gd name="T8" fmla="*/ 19 w 33"/>
                <a:gd name="T9" fmla="*/ 14 h 14"/>
              </a:gdLst>
              <a:ahLst/>
              <a:cxnLst>
                <a:cxn ang="0">
                  <a:pos x="T0" y="T1"/>
                </a:cxn>
                <a:cxn ang="0">
                  <a:pos x="T2" y="T3"/>
                </a:cxn>
                <a:cxn ang="0">
                  <a:pos x="T4" y="T5"/>
                </a:cxn>
                <a:cxn ang="0">
                  <a:pos x="T6" y="T7"/>
                </a:cxn>
                <a:cxn ang="0">
                  <a:pos x="T8" y="T9"/>
                </a:cxn>
              </a:cxnLst>
              <a:rect l="0" t="0" r="r" b="b"/>
              <a:pathLst>
                <a:path w="33" h="14">
                  <a:moveTo>
                    <a:pt x="19" y="14"/>
                  </a:moveTo>
                  <a:cubicBezTo>
                    <a:pt x="13" y="8"/>
                    <a:pt x="8" y="4"/>
                    <a:pt x="0" y="0"/>
                  </a:cubicBezTo>
                  <a:cubicBezTo>
                    <a:pt x="11" y="0"/>
                    <a:pt x="25" y="3"/>
                    <a:pt x="33" y="5"/>
                  </a:cubicBezTo>
                  <a:cubicBezTo>
                    <a:pt x="24" y="4"/>
                    <a:pt x="20" y="5"/>
                    <a:pt x="18" y="6"/>
                  </a:cubicBezTo>
                  <a:cubicBezTo>
                    <a:pt x="16" y="8"/>
                    <a:pt x="17" y="10"/>
                    <a:pt x="19"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63" name="Freeform 43"/>
            <p:cNvSpPr/>
            <p:nvPr/>
          </p:nvSpPr>
          <p:spPr bwMode="auto">
            <a:xfrm>
              <a:off x="8867838" y="4856466"/>
              <a:ext cx="195263" cy="30163"/>
            </a:xfrm>
            <a:custGeom>
              <a:avLst/>
              <a:gdLst>
                <a:gd name="T0" fmla="*/ 70 w 131"/>
                <a:gd name="T1" fmla="*/ 20 h 20"/>
                <a:gd name="T2" fmla="*/ 77 w 131"/>
                <a:gd name="T3" fmla="*/ 12 h 20"/>
                <a:gd name="T4" fmla="*/ 100 w 131"/>
                <a:gd name="T5" fmla="*/ 12 h 20"/>
                <a:gd name="T6" fmla="*/ 131 w 131"/>
                <a:gd name="T7" fmla="*/ 14 h 20"/>
                <a:gd name="T8" fmla="*/ 124 w 131"/>
                <a:gd name="T9" fmla="*/ 8 h 20"/>
                <a:gd name="T10" fmla="*/ 101 w 131"/>
                <a:gd name="T11" fmla="*/ 5 h 20"/>
                <a:gd name="T12" fmla="*/ 77 w 131"/>
                <a:gd name="T13" fmla="*/ 0 h 20"/>
                <a:gd name="T14" fmla="*/ 65 w 131"/>
                <a:gd name="T15" fmla="*/ 12 h 20"/>
                <a:gd name="T16" fmla="*/ 53 w 131"/>
                <a:gd name="T17" fmla="*/ 0 h 20"/>
                <a:gd name="T18" fmla="*/ 30 w 131"/>
                <a:gd name="T19" fmla="*/ 5 h 20"/>
                <a:gd name="T20" fmla="*/ 7 w 131"/>
                <a:gd name="T21" fmla="*/ 8 h 20"/>
                <a:gd name="T22" fmla="*/ 0 w 131"/>
                <a:gd name="T23" fmla="*/ 14 h 20"/>
                <a:gd name="T24" fmla="*/ 31 w 131"/>
                <a:gd name="T25" fmla="*/ 12 h 20"/>
                <a:gd name="T26" fmla="*/ 54 w 131"/>
                <a:gd name="T27" fmla="*/ 12 h 20"/>
                <a:gd name="T28" fmla="*/ 61 w 131"/>
                <a:gd name="T29" fmla="*/ 20 h 20"/>
                <a:gd name="T30" fmla="*/ 70 w 131"/>
                <a:gd name="T31"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31" h="20">
                  <a:moveTo>
                    <a:pt x="70" y="20"/>
                  </a:moveTo>
                  <a:cubicBezTo>
                    <a:pt x="70" y="16"/>
                    <a:pt x="71" y="14"/>
                    <a:pt x="77" y="12"/>
                  </a:cubicBezTo>
                  <a:cubicBezTo>
                    <a:pt x="83" y="10"/>
                    <a:pt x="89" y="11"/>
                    <a:pt x="100" y="12"/>
                  </a:cubicBezTo>
                  <a:cubicBezTo>
                    <a:pt x="111" y="14"/>
                    <a:pt x="120" y="15"/>
                    <a:pt x="131" y="14"/>
                  </a:cubicBezTo>
                  <a:cubicBezTo>
                    <a:pt x="127" y="12"/>
                    <a:pt x="126" y="10"/>
                    <a:pt x="124" y="8"/>
                  </a:cubicBezTo>
                  <a:cubicBezTo>
                    <a:pt x="115" y="8"/>
                    <a:pt x="109" y="7"/>
                    <a:pt x="101" y="5"/>
                  </a:cubicBezTo>
                  <a:cubicBezTo>
                    <a:pt x="93" y="2"/>
                    <a:pt x="83" y="0"/>
                    <a:pt x="77" y="0"/>
                  </a:cubicBezTo>
                  <a:cubicBezTo>
                    <a:pt x="71" y="1"/>
                    <a:pt x="67" y="4"/>
                    <a:pt x="65" y="12"/>
                  </a:cubicBezTo>
                  <a:cubicBezTo>
                    <a:pt x="63" y="4"/>
                    <a:pt x="59" y="1"/>
                    <a:pt x="53" y="0"/>
                  </a:cubicBezTo>
                  <a:cubicBezTo>
                    <a:pt x="47" y="0"/>
                    <a:pt x="38" y="2"/>
                    <a:pt x="30" y="5"/>
                  </a:cubicBezTo>
                  <a:cubicBezTo>
                    <a:pt x="22" y="7"/>
                    <a:pt x="16" y="8"/>
                    <a:pt x="7" y="8"/>
                  </a:cubicBezTo>
                  <a:cubicBezTo>
                    <a:pt x="5" y="10"/>
                    <a:pt x="4" y="12"/>
                    <a:pt x="0" y="14"/>
                  </a:cubicBezTo>
                  <a:cubicBezTo>
                    <a:pt x="11" y="15"/>
                    <a:pt x="20" y="14"/>
                    <a:pt x="31" y="12"/>
                  </a:cubicBezTo>
                  <a:cubicBezTo>
                    <a:pt x="41" y="11"/>
                    <a:pt x="48" y="10"/>
                    <a:pt x="54" y="12"/>
                  </a:cubicBezTo>
                  <a:cubicBezTo>
                    <a:pt x="60" y="14"/>
                    <a:pt x="61" y="16"/>
                    <a:pt x="61" y="20"/>
                  </a:cubicBezTo>
                  <a:cubicBezTo>
                    <a:pt x="70" y="20"/>
                    <a:pt x="70" y="20"/>
                    <a:pt x="70" y="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64" name="Freeform 44"/>
            <p:cNvSpPr>
              <a:spLocks noEditPoints="1"/>
            </p:cNvSpPr>
            <p:nvPr/>
          </p:nvSpPr>
          <p:spPr bwMode="auto">
            <a:xfrm>
              <a:off x="8840850" y="4681841"/>
              <a:ext cx="252413" cy="257175"/>
            </a:xfrm>
            <a:custGeom>
              <a:avLst/>
              <a:gdLst>
                <a:gd name="T0" fmla="*/ 85 w 170"/>
                <a:gd name="T1" fmla="*/ 0 h 171"/>
                <a:gd name="T2" fmla="*/ 0 w 170"/>
                <a:gd name="T3" fmla="*/ 86 h 171"/>
                <a:gd name="T4" fmla="*/ 85 w 170"/>
                <a:gd name="T5" fmla="*/ 171 h 171"/>
                <a:gd name="T6" fmla="*/ 170 w 170"/>
                <a:gd name="T7" fmla="*/ 86 h 171"/>
                <a:gd name="T8" fmla="*/ 85 w 170"/>
                <a:gd name="T9" fmla="*/ 0 h 171"/>
                <a:gd name="T10" fmla="*/ 85 w 170"/>
                <a:gd name="T11" fmla="*/ 168 h 171"/>
                <a:gd name="T12" fmla="*/ 2 w 170"/>
                <a:gd name="T13" fmla="*/ 85 h 171"/>
                <a:gd name="T14" fmla="*/ 85 w 170"/>
                <a:gd name="T15" fmla="*/ 3 h 171"/>
                <a:gd name="T16" fmla="*/ 167 w 170"/>
                <a:gd name="T17" fmla="*/ 85 h 171"/>
                <a:gd name="T18" fmla="*/ 85 w 170"/>
                <a:gd name="T19" fmla="*/ 168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0" h="171">
                  <a:moveTo>
                    <a:pt x="85" y="0"/>
                  </a:moveTo>
                  <a:cubicBezTo>
                    <a:pt x="38" y="0"/>
                    <a:pt x="0" y="38"/>
                    <a:pt x="0" y="86"/>
                  </a:cubicBezTo>
                  <a:cubicBezTo>
                    <a:pt x="0" y="132"/>
                    <a:pt x="38" y="171"/>
                    <a:pt x="85" y="171"/>
                  </a:cubicBezTo>
                  <a:cubicBezTo>
                    <a:pt x="132" y="171"/>
                    <a:pt x="170" y="133"/>
                    <a:pt x="170" y="86"/>
                  </a:cubicBezTo>
                  <a:cubicBezTo>
                    <a:pt x="170" y="38"/>
                    <a:pt x="132" y="0"/>
                    <a:pt x="85" y="0"/>
                  </a:cubicBezTo>
                  <a:close/>
                  <a:moveTo>
                    <a:pt x="85" y="168"/>
                  </a:moveTo>
                  <a:cubicBezTo>
                    <a:pt x="39" y="168"/>
                    <a:pt x="2" y="131"/>
                    <a:pt x="2" y="85"/>
                  </a:cubicBezTo>
                  <a:cubicBezTo>
                    <a:pt x="2" y="40"/>
                    <a:pt x="39" y="3"/>
                    <a:pt x="85" y="3"/>
                  </a:cubicBezTo>
                  <a:cubicBezTo>
                    <a:pt x="130" y="3"/>
                    <a:pt x="167" y="40"/>
                    <a:pt x="167" y="85"/>
                  </a:cubicBezTo>
                  <a:cubicBezTo>
                    <a:pt x="167" y="131"/>
                    <a:pt x="130" y="168"/>
                    <a:pt x="85" y="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65" name="Freeform 45"/>
            <p:cNvSpPr>
              <a:spLocks noEditPoints="1"/>
            </p:cNvSpPr>
            <p:nvPr/>
          </p:nvSpPr>
          <p:spPr bwMode="auto">
            <a:xfrm>
              <a:off x="9091675" y="4667554"/>
              <a:ext cx="39688" cy="36513"/>
            </a:xfrm>
            <a:custGeom>
              <a:avLst/>
              <a:gdLst>
                <a:gd name="T0" fmla="*/ 13 w 26"/>
                <a:gd name="T1" fmla="*/ 16 h 25"/>
                <a:gd name="T2" fmla="*/ 11 w 26"/>
                <a:gd name="T3" fmla="*/ 25 h 25"/>
                <a:gd name="T4" fmla="*/ 7 w 26"/>
                <a:gd name="T5" fmla="*/ 24 h 25"/>
                <a:gd name="T6" fmla="*/ 9 w 26"/>
                <a:gd name="T7" fmla="*/ 19 h 25"/>
                <a:gd name="T8" fmla="*/ 10 w 26"/>
                <a:gd name="T9" fmla="*/ 14 h 25"/>
                <a:gd name="T10" fmla="*/ 10 w 26"/>
                <a:gd name="T11" fmla="*/ 14 h 25"/>
                <a:gd name="T12" fmla="*/ 13 w 26"/>
                <a:gd name="T13" fmla="*/ 16 h 25"/>
                <a:gd name="T14" fmla="*/ 25 w 26"/>
                <a:gd name="T15" fmla="*/ 0 h 25"/>
                <a:gd name="T16" fmla="*/ 26 w 26"/>
                <a:gd name="T17" fmla="*/ 2 h 25"/>
                <a:gd name="T18" fmla="*/ 21 w 26"/>
                <a:gd name="T19" fmla="*/ 7 h 25"/>
                <a:gd name="T20" fmla="*/ 18 w 26"/>
                <a:gd name="T21" fmla="*/ 9 h 25"/>
                <a:gd name="T22" fmla="*/ 22 w 26"/>
                <a:gd name="T23" fmla="*/ 11 h 25"/>
                <a:gd name="T24" fmla="*/ 22 w 26"/>
                <a:gd name="T25" fmla="*/ 11 h 25"/>
                <a:gd name="T26" fmla="*/ 23 w 26"/>
                <a:gd name="T27" fmla="*/ 9 h 25"/>
                <a:gd name="T28" fmla="*/ 23 w 26"/>
                <a:gd name="T29" fmla="*/ 9 h 25"/>
                <a:gd name="T30" fmla="*/ 24 w 26"/>
                <a:gd name="T31" fmla="*/ 9 h 25"/>
                <a:gd name="T32" fmla="*/ 25 w 26"/>
                <a:gd name="T33" fmla="*/ 14 h 25"/>
                <a:gd name="T34" fmla="*/ 26 w 26"/>
                <a:gd name="T35" fmla="*/ 15 h 25"/>
                <a:gd name="T36" fmla="*/ 26 w 26"/>
                <a:gd name="T37" fmla="*/ 16 h 25"/>
                <a:gd name="T38" fmla="*/ 25 w 26"/>
                <a:gd name="T39" fmla="*/ 16 h 25"/>
                <a:gd name="T40" fmla="*/ 23 w 26"/>
                <a:gd name="T41" fmla="*/ 16 h 25"/>
                <a:gd name="T42" fmla="*/ 22 w 26"/>
                <a:gd name="T43" fmla="*/ 15 h 25"/>
                <a:gd name="T44" fmla="*/ 13 w 26"/>
                <a:gd name="T45" fmla="*/ 11 h 25"/>
                <a:gd name="T46" fmla="*/ 4 w 26"/>
                <a:gd name="T47" fmla="*/ 13 h 25"/>
                <a:gd name="T48" fmla="*/ 2 w 26"/>
                <a:gd name="T49" fmla="*/ 8 h 25"/>
                <a:gd name="T50" fmla="*/ 2 w 26"/>
                <a:gd name="T51" fmla="*/ 8 h 25"/>
                <a:gd name="T52" fmla="*/ 3 w 26"/>
                <a:gd name="T53" fmla="*/ 8 h 25"/>
                <a:gd name="T54" fmla="*/ 5 w 26"/>
                <a:gd name="T55" fmla="*/ 10 h 25"/>
                <a:gd name="T56" fmla="*/ 11 w 26"/>
                <a:gd name="T57" fmla="*/ 10 h 25"/>
                <a:gd name="T58" fmla="*/ 11 w 26"/>
                <a:gd name="T59" fmla="*/ 9 h 25"/>
                <a:gd name="T60" fmla="*/ 8 w 26"/>
                <a:gd name="T61" fmla="*/ 3 h 25"/>
                <a:gd name="T62" fmla="*/ 9 w 26"/>
                <a:gd name="T63" fmla="*/ 2 h 25"/>
                <a:gd name="T64" fmla="*/ 10 w 26"/>
                <a:gd name="T65" fmla="*/ 2 h 25"/>
                <a:gd name="T66" fmla="*/ 11 w 26"/>
                <a:gd name="T67" fmla="*/ 5 h 25"/>
                <a:gd name="T68" fmla="*/ 12 w 26"/>
                <a:gd name="T69" fmla="*/ 6 h 25"/>
                <a:gd name="T70" fmla="*/ 15 w 26"/>
                <a:gd name="T71" fmla="*/ 8 h 25"/>
                <a:gd name="T72" fmla="*/ 22 w 26"/>
                <a:gd name="T73" fmla="*/ 2 h 25"/>
                <a:gd name="T74" fmla="*/ 24 w 26"/>
                <a:gd name="T75" fmla="*/ 0 h 25"/>
                <a:gd name="T76" fmla="*/ 25 w 26"/>
                <a:gd name="T77"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6" h="25">
                  <a:moveTo>
                    <a:pt x="13" y="16"/>
                  </a:moveTo>
                  <a:cubicBezTo>
                    <a:pt x="14" y="18"/>
                    <a:pt x="13" y="24"/>
                    <a:pt x="11" y="25"/>
                  </a:cubicBezTo>
                  <a:cubicBezTo>
                    <a:pt x="10" y="25"/>
                    <a:pt x="7" y="25"/>
                    <a:pt x="7" y="24"/>
                  </a:cubicBezTo>
                  <a:cubicBezTo>
                    <a:pt x="7" y="22"/>
                    <a:pt x="8" y="21"/>
                    <a:pt x="9" y="19"/>
                  </a:cubicBezTo>
                  <a:cubicBezTo>
                    <a:pt x="10" y="18"/>
                    <a:pt x="9" y="16"/>
                    <a:pt x="10" y="14"/>
                  </a:cubicBezTo>
                  <a:cubicBezTo>
                    <a:pt x="10" y="14"/>
                    <a:pt x="10" y="14"/>
                    <a:pt x="10" y="14"/>
                  </a:cubicBezTo>
                  <a:cubicBezTo>
                    <a:pt x="11" y="15"/>
                    <a:pt x="12" y="15"/>
                    <a:pt x="13" y="16"/>
                  </a:cubicBezTo>
                  <a:close/>
                  <a:moveTo>
                    <a:pt x="25" y="0"/>
                  </a:moveTo>
                  <a:cubicBezTo>
                    <a:pt x="25" y="0"/>
                    <a:pt x="26" y="1"/>
                    <a:pt x="26" y="2"/>
                  </a:cubicBezTo>
                  <a:cubicBezTo>
                    <a:pt x="26" y="3"/>
                    <a:pt x="23" y="6"/>
                    <a:pt x="21" y="7"/>
                  </a:cubicBezTo>
                  <a:cubicBezTo>
                    <a:pt x="20" y="8"/>
                    <a:pt x="19" y="8"/>
                    <a:pt x="18" y="9"/>
                  </a:cubicBezTo>
                  <a:cubicBezTo>
                    <a:pt x="19" y="10"/>
                    <a:pt x="20" y="11"/>
                    <a:pt x="22" y="11"/>
                  </a:cubicBezTo>
                  <a:cubicBezTo>
                    <a:pt x="22" y="11"/>
                    <a:pt x="22" y="11"/>
                    <a:pt x="22" y="11"/>
                  </a:cubicBezTo>
                  <a:cubicBezTo>
                    <a:pt x="23" y="10"/>
                    <a:pt x="23" y="10"/>
                    <a:pt x="23" y="9"/>
                  </a:cubicBezTo>
                  <a:cubicBezTo>
                    <a:pt x="23" y="9"/>
                    <a:pt x="23" y="9"/>
                    <a:pt x="23" y="9"/>
                  </a:cubicBezTo>
                  <a:cubicBezTo>
                    <a:pt x="23" y="9"/>
                    <a:pt x="23" y="9"/>
                    <a:pt x="24" y="9"/>
                  </a:cubicBezTo>
                  <a:cubicBezTo>
                    <a:pt x="23" y="11"/>
                    <a:pt x="24" y="12"/>
                    <a:pt x="25" y="14"/>
                  </a:cubicBezTo>
                  <a:cubicBezTo>
                    <a:pt x="26" y="14"/>
                    <a:pt x="25" y="15"/>
                    <a:pt x="26" y="15"/>
                  </a:cubicBezTo>
                  <a:cubicBezTo>
                    <a:pt x="26" y="16"/>
                    <a:pt x="26" y="15"/>
                    <a:pt x="26" y="16"/>
                  </a:cubicBezTo>
                  <a:cubicBezTo>
                    <a:pt x="25" y="16"/>
                    <a:pt x="25" y="16"/>
                    <a:pt x="25" y="16"/>
                  </a:cubicBezTo>
                  <a:cubicBezTo>
                    <a:pt x="24" y="16"/>
                    <a:pt x="24" y="16"/>
                    <a:pt x="23" y="16"/>
                  </a:cubicBezTo>
                  <a:cubicBezTo>
                    <a:pt x="23" y="16"/>
                    <a:pt x="22" y="15"/>
                    <a:pt x="22" y="15"/>
                  </a:cubicBezTo>
                  <a:cubicBezTo>
                    <a:pt x="19" y="13"/>
                    <a:pt x="16" y="11"/>
                    <a:pt x="13" y="11"/>
                  </a:cubicBezTo>
                  <a:cubicBezTo>
                    <a:pt x="11" y="12"/>
                    <a:pt x="6" y="14"/>
                    <a:pt x="4" y="13"/>
                  </a:cubicBezTo>
                  <a:cubicBezTo>
                    <a:pt x="2" y="13"/>
                    <a:pt x="0" y="9"/>
                    <a:pt x="2" y="8"/>
                  </a:cubicBezTo>
                  <a:cubicBezTo>
                    <a:pt x="2" y="8"/>
                    <a:pt x="2" y="8"/>
                    <a:pt x="2" y="8"/>
                  </a:cubicBezTo>
                  <a:cubicBezTo>
                    <a:pt x="2" y="8"/>
                    <a:pt x="3" y="8"/>
                    <a:pt x="3" y="8"/>
                  </a:cubicBezTo>
                  <a:cubicBezTo>
                    <a:pt x="4" y="9"/>
                    <a:pt x="5" y="10"/>
                    <a:pt x="5" y="10"/>
                  </a:cubicBezTo>
                  <a:cubicBezTo>
                    <a:pt x="7" y="10"/>
                    <a:pt x="10" y="10"/>
                    <a:pt x="11" y="10"/>
                  </a:cubicBezTo>
                  <a:cubicBezTo>
                    <a:pt x="11" y="9"/>
                    <a:pt x="11" y="9"/>
                    <a:pt x="11" y="9"/>
                  </a:cubicBezTo>
                  <a:cubicBezTo>
                    <a:pt x="9" y="6"/>
                    <a:pt x="7" y="6"/>
                    <a:pt x="8" y="3"/>
                  </a:cubicBezTo>
                  <a:cubicBezTo>
                    <a:pt x="8" y="2"/>
                    <a:pt x="9" y="2"/>
                    <a:pt x="9" y="2"/>
                  </a:cubicBezTo>
                  <a:cubicBezTo>
                    <a:pt x="9" y="2"/>
                    <a:pt x="10" y="2"/>
                    <a:pt x="10" y="2"/>
                  </a:cubicBezTo>
                  <a:cubicBezTo>
                    <a:pt x="10" y="3"/>
                    <a:pt x="11" y="4"/>
                    <a:pt x="11" y="5"/>
                  </a:cubicBezTo>
                  <a:cubicBezTo>
                    <a:pt x="12" y="5"/>
                    <a:pt x="12" y="6"/>
                    <a:pt x="12" y="6"/>
                  </a:cubicBezTo>
                  <a:cubicBezTo>
                    <a:pt x="13" y="6"/>
                    <a:pt x="14" y="8"/>
                    <a:pt x="15" y="8"/>
                  </a:cubicBezTo>
                  <a:cubicBezTo>
                    <a:pt x="16" y="8"/>
                    <a:pt x="21" y="4"/>
                    <a:pt x="22" y="2"/>
                  </a:cubicBezTo>
                  <a:cubicBezTo>
                    <a:pt x="23" y="2"/>
                    <a:pt x="23" y="0"/>
                    <a:pt x="24" y="0"/>
                  </a:cubicBezTo>
                  <a:cubicBezTo>
                    <a:pt x="25" y="0"/>
                    <a:pt x="25" y="0"/>
                    <a:pt x="2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66" name="Freeform 46"/>
            <p:cNvSpPr>
              <a:spLocks noEditPoints="1"/>
            </p:cNvSpPr>
            <p:nvPr/>
          </p:nvSpPr>
          <p:spPr bwMode="auto">
            <a:xfrm>
              <a:off x="9120250" y="4715179"/>
              <a:ext cx="53975" cy="44450"/>
            </a:xfrm>
            <a:custGeom>
              <a:avLst/>
              <a:gdLst>
                <a:gd name="T0" fmla="*/ 32 w 36"/>
                <a:gd name="T1" fmla="*/ 11 h 30"/>
                <a:gd name="T2" fmla="*/ 36 w 36"/>
                <a:gd name="T3" fmla="*/ 16 h 30"/>
                <a:gd name="T4" fmla="*/ 30 w 36"/>
                <a:gd name="T5" fmla="*/ 16 h 30"/>
                <a:gd name="T6" fmla="*/ 26 w 36"/>
                <a:gd name="T7" fmla="*/ 13 h 30"/>
                <a:gd name="T8" fmla="*/ 27 w 36"/>
                <a:gd name="T9" fmla="*/ 16 h 30"/>
                <a:gd name="T10" fmla="*/ 23 w 36"/>
                <a:gd name="T11" fmla="*/ 22 h 30"/>
                <a:gd name="T12" fmla="*/ 14 w 36"/>
                <a:gd name="T13" fmla="*/ 21 h 30"/>
                <a:gd name="T14" fmla="*/ 14 w 36"/>
                <a:gd name="T15" fmla="*/ 24 h 30"/>
                <a:gd name="T16" fmla="*/ 14 w 36"/>
                <a:gd name="T17" fmla="*/ 30 h 30"/>
                <a:gd name="T18" fmla="*/ 10 w 36"/>
                <a:gd name="T19" fmla="*/ 24 h 30"/>
                <a:gd name="T20" fmla="*/ 1 w 36"/>
                <a:gd name="T21" fmla="*/ 18 h 30"/>
                <a:gd name="T22" fmla="*/ 3 w 36"/>
                <a:gd name="T23" fmla="*/ 19 h 30"/>
                <a:gd name="T24" fmla="*/ 9 w 36"/>
                <a:gd name="T25" fmla="*/ 24 h 30"/>
                <a:gd name="T26" fmla="*/ 9 w 36"/>
                <a:gd name="T27" fmla="*/ 23 h 30"/>
                <a:gd name="T28" fmla="*/ 6 w 36"/>
                <a:gd name="T29" fmla="*/ 20 h 30"/>
                <a:gd name="T30" fmla="*/ 4 w 36"/>
                <a:gd name="T31" fmla="*/ 12 h 30"/>
                <a:gd name="T32" fmla="*/ 8 w 36"/>
                <a:gd name="T33" fmla="*/ 18 h 30"/>
                <a:gd name="T34" fmla="*/ 12 w 36"/>
                <a:gd name="T35" fmla="*/ 20 h 30"/>
                <a:gd name="T36" fmla="*/ 17 w 36"/>
                <a:gd name="T37" fmla="*/ 19 h 30"/>
                <a:gd name="T38" fmla="*/ 14 w 36"/>
                <a:gd name="T39" fmla="*/ 16 h 30"/>
                <a:gd name="T40" fmla="*/ 21 w 36"/>
                <a:gd name="T41" fmla="*/ 20 h 30"/>
                <a:gd name="T42" fmla="*/ 24 w 36"/>
                <a:gd name="T43" fmla="*/ 18 h 30"/>
                <a:gd name="T44" fmla="*/ 14 w 36"/>
                <a:gd name="T45" fmla="*/ 12 h 30"/>
                <a:gd name="T46" fmla="*/ 10 w 36"/>
                <a:gd name="T47" fmla="*/ 14 h 30"/>
                <a:gd name="T48" fmla="*/ 10 w 36"/>
                <a:gd name="T49" fmla="*/ 12 h 30"/>
                <a:gd name="T50" fmla="*/ 14 w 36"/>
                <a:gd name="T51" fmla="*/ 6 h 30"/>
                <a:gd name="T52" fmla="*/ 21 w 36"/>
                <a:gd name="T53" fmla="*/ 10 h 30"/>
                <a:gd name="T54" fmla="*/ 32 w 36"/>
                <a:gd name="T55" fmla="*/ 14 h 30"/>
                <a:gd name="T56" fmla="*/ 32 w 36"/>
                <a:gd name="T57" fmla="*/ 14 h 30"/>
                <a:gd name="T58" fmla="*/ 29 w 36"/>
                <a:gd name="T59" fmla="*/ 6 h 30"/>
                <a:gd name="T60" fmla="*/ 32 w 36"/>
                <a:gd name="T61" fmla="*/ 6 h 30"/>
                <a:gd name="T62" fmla="*/ 34 w 36"/>
                <a:gd name="T63" fmla="*/ 0 h 30"/>
                <a:gd name="T64" fmla="*/ 29 w 36"/>
                <a:gd name="T65"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6" h="30">
                  <a:moveTo>
                    <a:pt x="32" y="6"/>
                  </a:moveTo>
                  <a:cubicBezTo>
                    <a:pt x="33" y="8"/>
                    <a:pt x="31" y="10"/>
                    <a:pt x="32" y="11"/>
                  </a:cubicBezTo>
                  <a:cubicBezTo>
                    <a:pt x="32" y="11"/>
                    <a:pt x="32" y="12"/>
                    <a:pt x="32" y="12"/>
                  </a:cubicBezTo>
                  <a:cubicBezTo>
                    <a:pt x="34" y="12"/>
                    <a:pt x="36" y="14"/>
                    <a:pt x="36" y="16"/>
                  </a:cubicBezTo>
                  <a:cubicBezTo>
                    <a:pt x="36" y="17"/>
                    <a:pt x="34" y="19"/>
                    <a:pt x="33" y="19"/>
                  </a:cubicBezTo>
                  <a:cubicBezTo>
                    <a:pt x="32" y="18"/>
                    <a:pt x="30" y="16"/>
                    <a:pt x="30" y="16"/>
                  </a:cubicBezTo>
                  <a:cubicBezTo>
                    <a:pt x="29" y="14"/>
                    <a:pt x="27" y="14"/>
                    <a:pt x="26" y="13"/>
                  </a:cubicBezTo>
                  <a:cubicBezTo>
                    <a:pt x="26" y="13"/>
                    <a:pt x="26" y="13"/>
                    <a:pt x="26" y="13"/>
                  </a:cubicBezTo>
                  <a:cubicBezTo>
                    <a:pt x="26" y="13"/>
                    <a:pt x="26" y="13"/>
                    <a:pt x="26" y="13"/>
                  </a:cubicBezTo>
                  <a:cubicBezTo>
                    <a:pt x="26" y="14"/>
                    <a:pt x="27" y="14"/>
                    <a:pt x="27" y="16"/>
                  </a:cubicBezTo>
                  <a:cubicBezTo>
                    <a:pt x="27" y="18"/>
                    <a:pt x="28" y="21"/>
                    <a:pt x="24" y="23"/>
                  </a:cubicBezTo>
                  <a:cubicBezTo>
                    <a:pt x="24" y="22"/>
                    <a:pt x="24" y="22"/>
                    <a:pt x="23" y="22"/>
                  </a:cubicBezTo>
                  <a:cubicBezTo>
                    <a:pt x="22" y="22"/>
                    <a:pt x="21" y="20"/>
                    <a:pt x="20" y="20"/>
                  </a:cubicBezTo>
                  <a:cubicBezTo>
                    <a:pt x="19" y="22"/>
                    <a:pt x="16" y="21"/>
                    <a:pt x="14" y="21"/>
                  </a:cubicBezTo>
                  <a:cubicBezTo>
                    <a:pt x="13" y="21"/>
                    <a:pt x="13" y="22"/>
                    <a:pt x="13" y="22"/>
                  </a:cubicBezTo>
                  <a:cubicBezTo>
                    <a:pt x="14" y="22"/>
                    <a:pt x="14" y="23"/>
                    <a:pt x="14" y="24"/>
                  </a:cubicBezTo>
                  <a:cubicBezTo>
                    <a:pt x="15" y="24"/>
                    <a:pt x="18" y="26"/>
                    <a:pt x="18" y="28"/>
                  </a:cubicBezTo>
                  <a:cubicBezTo>
                    <a:pt x="18" y="29"/>
                    <a:pt x="16" y="30"/>
                    <a:pt x="14" y="30"/>
                  </a:cubicBezTo>
                  <a:cubicBezTo>
                    <a:pt x="14" y="28"/>
                    <a:pt x="13" y="26"/>
                    <a:pt x="11" y="25"/>
                  </a:cubicBezTo>
                  <a:cubicBezTo>
                    <a:pt x="10" y="25"/>
                    <a:pt x="11" y="24"/>
                    <a:pt x="10" y="24"/>
                  </a:cubicBezTo>
                  <a:cubicBezTo>
                    <a:pt x="9" y="25"/>
                    <a:pt x="8" y="26"/>
                    <a:pt x="7" y="26"/>
                  </a:cubicBezTo>
                  <a:cubicBezTo>
                    <a:pt x="3" y="25"/>
                    <a:pt x="0" y="22"/>
                    <a:pt x="1" y="18"/>
                  </a:cubicBezTo>
                  <a:cubicBezTo>
                    <a:pt x="2" y="17"/>
                    <a:pt x="2" y="16"/>
                    <a:pt x="2" y="15"/>
                  </a:cubicBezTo>
                  <a:cubicBezTo>
                    <a:pt x="3" y="16"/>
                    <a:pt x="3" y="18"/>
                    <a:pt x="3" y="19"/>
                  </a:cubicBezTo>
                  <a:cubicBezTo>
                    <a:pt x="3" y="19"/>
                    <a:pt x="3" y="20"/>
                    <a:pt x="4" y="20"/>
                  </a:cubicBezTo>
                  <a:cubicBezTo>
                    <a:pt x="5" y="22"/>
                    <a:pt x="7" y="23"/>
                    <a:pt x="9" y="24"/>
                  </a:cubicBezTo>
                  <a:cubicBezTo>
                    <a:pt x="9" y="24"/>
                    <a:pt x="9" y="24"/>
                    <a:pt x="9" y="23"/>
                  </a:cubicBezTo>
                  <a:cubicBezTo>
                    <a:pt x="9" y="23"/>
                    <a:pt x="9" y="23"/>
                    <a:pt x="9" y="23"/>
                  </a:cubicBezTo>
                  <a:cubicBezTo>
                    <a:pt x="9" y="22"/>
                    <a:pt x="8" y="22"/>
                    <a:pt x="8" y="21"/>
                  </a:cubicBezTo>
                  <a:cubicBezTo>
                    <a:pt x="8" y="21"/>
                    <a:pt x="7" y="20"/>
                    <a:pt x="6" y="20"/>
                  </a:cubicBezTo>
                  <a:cubicBezTo>
                    <a:pt x="5" y="19"/>
                    <a:pt x="3" y="14"/>
                    <a:pt x="4" y="13"/>
                  </a:cubicBezTo>
                  <a:cubicBezTo>
                    <a:pt x="4" y="13"/>
                    <a:pt x="4" y="12"/>
                    <a:pt x="4" y="12"/>
                  </a:cubicBezTo>
                  <a:cubicBezTo>
                    <a:pt x="5" y="12"/>
                    <a:pt x="5" y="12"/>
                    <a:pt x="5" y="13"/>
                  </a:cubicBezTo>
                  <a:cubicBezTo>
                    <a:pt x="6" y="14"/>
                    <a:pt x="7" y="16"/>
                    <a:pt x="8" y="18"/>
                  </a:cubicBezTo>
                  <a:cubicBezTo>
                    <a:pt x="9" y="18"/>
                    <a:pt x="10" y="19"/>
                    <a:pt x="11" y="20"/>
                  </a:cubicBezTo>
                  <a:cubicBezTo>
                    <a:pt x="11" y="20"/>
                    <a:pt x="11" y="20"/>
                    <a:pt x="12" y="20"/>
                  </a:cubicBezTo>
                  <a:cubicBezTo>
                    <a:pt x="13" y="19"/>
                    <a:pt x="14" y="19"/>
                    <a:pt x="16" y="19"/>
                  </a:cubicBezTo>
                  <a:cubicBezTo>
                    <a:pt x="16" y="19"/>
                    <a:pt x="17" y="19"/>
                    <a:pt x="17" y="19"/>
                  </a:cubicBezTo>
                  <a:cubicBezTo>
                    <a:pt x="17" y="18"/>
                    <a:pt x="15" y="17"/>
                    <a:pt x="15" y="17"/>
                  </a:cubicBezTo>
                  <a:cubicBezTo>
                    <a:pt x="14" y="16"/>
                    <a:pt x="14" y="16"/>
                    <a:pt x="14" y="16"/>
                  </a:cubicBezTo>
                  <a:cubicBezTo>
                    <a:pt x="16" y="14"/>
                    <a:pt x="17" y="16"/>
                    <a:pt x="19" y="18"/>
                  </a:cubicBezTo>
                  <a:cubicBezTo>
                    <a:pt x="20" y="19"/>
                    <a:pt x="20" y="19"/>
                    <a:pt x="21" y="20"/>
                  </a:cubicBezTo>
                  <a:cubicBezTo>
                    <a:pt x="22" y="20"/>
                    <a:pt x="23" y="21"/>
                    <a:pt x="24" y="20"/>
                  </a:cubicBezTo>
                  <a:cubicBezTo>
                    <a:pt x="24" y="19"/>
                    <a:pt x="24" y="19"/>
                    <a:pt x="24" y="18"/>
                  </a:cubicBezTo>
                  <a:cubicBezTo>
                    <a:pt x="24" y="15"/>
                    <a:pt x="20" y="12"/>
                    <a:pt x="17" y="12"/>
                  </a:cubicBezTo>
                  <a:cubicBezTo>
                    <a:pt x="16" y="11"/>
                    <a:pt x="14" y="10"/>
                    <a:pt x="14" y="12"/>
                  </a:cubicBezTo>
                  <a:cubicBezTo>
                    <a:pt x="14" y="12"/>
                    <a:pt x="13" y="14"/>
                    <a:pt x="13" y="14"/>
                  </a:cubicBezTo>
                  <a:cubicBezTo>
                    <a:pt x="12" y="14"/>
                    <a:pt x="11" y="14"/>
                    <a:pt x="10" y="14"/>
                  </a:cubicBezTo>
                  <a:cubicBezTo>
                    <a:pt x="10" y="14"/>
                    <a:pt x="10" y="14"/>
                    <a:pt x="10" y="14"/>
                  </a:cubicBezTo>
                  <a:cubicBezTo>
                    <a:pt x="10" y="13"/>
                    <a:pt x="10" y="13"/>
                    <a:pt x="10" y="12"/>
                  </a:cubicBezTo>
                  <a:cubicBezTo>
                    <a:pt x="10" y="12"/>
                    <a:pt x="9" y="12"/>
                    <a:pt x="9" y="11"/>
                  </a:cubicBezTo>
                  <a:cubicBezTo>
                    <a:pt x="9" y="10"/>
                    <a:pt x="13" y="6"/>
                    <a:pt x="14" y="6"/>
                  </a:cubicBezTo>
                  <a:cubicBezTo>
                    <a:pt x="16" y="8"/>
                    <a:pt x="17" y="8"/>
                    <a:pt x="19" y="9"/>
                  </a:cubicBezTo>
                  <a:cubicBezTo>
                    <a:pt x="20" y="9"/>
                    <a:pt x="21" y="10"/>
                    <a:pt x="21" y="10"/>
                  </a:cubicBezTo>
                  <a:cubicBezTo>
                    <a:pt x="23" y="11"/>
                    <a:pt x="24" y="11"/>
                    <a:pt x="26" y="12"/>
                  </a:cubicBezTo>
                  <a:cubicBezTo>
                    <a:pt x="28" y="12"/>
                    <a:pt x="30" y="14"/>
                    <a:pt x="32" y="14"/>
                  </a:cubicBezTo>
                  <a:cubicBezTo>
                    <a:pt x="32" y="14"/>
                    <a:pt x="32" y="14"/>
                    <a:pt x="32" y="14"/>
                  </a:cubicBezTo>
                  <a:cubicBezTo>
                    <a:pt x="32" y="14"/>
                    <a:pt x="32" y="14"/>
                    <a:pt x="32" y="14"/>
                  </a:cubicBezTo>
                  <a:cubicBezTo>
                    <a:pt x="30" y="13"/>
                    <a:pt x="27" y="12"/>
                    <a:pt x="28" y="10"/>
                  </a:cubicBezTo>
                  <a:cubicBezTo>
                    <a:pt x="28" y="8"/>
                    <a:pt x="30" y="8"/>
                    <a:pt x="29" y="6"/>
                  </a:cubicBezTo>
                  <a:cubicBezTo>
                    <a:pt x="30" y="6"/>
                    <a:pt x="30" y="6"/>
                    <a:pt x="30" y="6"/>
                  </a:cubicBezTo>
                  <a:cubicBezTo>
                    <a:pt x="31" y="6"/>
                    <a:pt x="31" y="6"/>
                    <a:pt x="32" y="6"/>
                  </a:cubicBezTo>
                  <a:close/>
                  <a:moveTo>
                    <a:pt x="34" y="0"/>
                  </a:moveTo>
                  <a:cubicBezTo>
                    <a:pt x="34" y="0"/>
                    <a:pt x="34" y="0"/>
                    <a:pt x="34" y="0"/>
                  </a:cubicBezTo>
                  <a:cubicBezTo>
                    <a:pt x="33" y="2"/>
                    <a:pt x="29" y="6"/>
                    <a:pt x="26" y="6"/>
                  </a:cubicBezTo>
                  <a:cubicBezTo>
                    <a:pt x="25" y="4"/>
                    <a:pt x="27" y="2"/>
                    <a:pt x="29" y="0"/>
                  </a:cubicBezTo>
                  <a:cubicBezTo>
                    <a:pt x="30" y="1"/>
                    <a:pt x="32" y="0"/>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67" name="Freeform 47"/>
            <p:cNvSpPr>
              <a:spLocks noEditPoints="1"/>
            </p:cNvSpPr>
            <p:nvPr/>
          </p:nvSpPr>
          <p:spPr bwMode="auto">
            <a:xfrm>
              <a:off x="9037700" y="4621516"/>
              <a:ext cx="53975" cy="46038"/>
            </a:xfrm>
            <a:custGeom>
              <a:avLst/>
              <a:gdLst>
                <a:gd name="T0" fmla="*/ 13 w 36"/>
                <a:gd name="T1" fmla="*/ 14 h 30"/>
                <a:gd name="T2" fmla="*/ 10 w 36"/>
                <a:gd name="T3" fmla="*/ 17 h 30"/>
                <a:gd name="T4" fmla="*/ 10 w 36"/>
                <a:gd name="T5" fmla="*/ 17 h 30"/>
                <a:gd name="T6" fmla="*/ 13 w 36"/>
                <a:gd name="T7" fmla="*/ 14 h 30"/>
                <a:gd name="T8" fmla="*/ 13 w 36"/>
                <a:gd name="T9" fmla="*/ 14 h 30"/>
                <a:gd name="T10" fmla="*/ 26 w 36"/>
                <a:gd name="T11" fmla="*/ 1 h 30"/>
                <a:gd name="T12" fmla="*/ 27 w 36"/>
                <a:gd name="T13" fmla="*/ 1 h 30"/>
                <a:gd name="T14" fmla="*/ 25 w 36"/>
                <a:gd name="T15" fmla="*/ 7 h 30"/>
                <a:gd name="T16" fmla="*/ 22 w 36"/>
                <a:gd name="T17" fmla="*/ 10 h 30"/>
                <a:gd name="T18" fmla="*/ 22 w 36"/>
                <a:gd name="T19" fmla="*/ 11 h 30"/>
                <a:gd name="T20" fmla="*/ 25 w 36"/>
                <a:gd name="T21" fmla="*/ 11 h 30"/>
                <a:gd name="T22" fmla="*/ 26 w 36"/>
                <a:gd name="T23" fmla="*/ 10 h 30"/>
                <a:gd name="T24" fmla="*/ 29 w 36"/>
                <a:gd name="T25" fmla="*/ 13 h 30"/>
                <a:gd name="T26" fmla="*/ 28 w 36"/>
                <a:gd name="T27" fmla="*/ 14 h 30"/>
                <a:gd name="T28" fmla="*/ 21 w 36"/>
                <a:gd name="T29" fmla="*/ 14 h 30"/>
                <a:gd name="T30" fmla="*/ 19 w 36"/>
                <a:gd name="T31" fmla="*/ 13 h 30"/>
                <a:gd name="T32" fmla="*/ 16 w 36"/>
                <a:gd name="T33" fmla="*/ 18 h 30"/>
                <a:gd name="T34" fmla="*/ 16 w 36"/>
                <a:gd name="T35" fmla="*/ 18 h 30"/>
                <a:gd name="T36" fmla="*/ 21 w 36"/>
                <a:gd name="T37" fmla="*/ 20 h 30"/>
                <a:gd name="T38" fmla="*/ 20 w 36"/>
                <a:gd name="T39" fmla="*/ 24 h 30"/>
                <a:gd name="T40" fmla="*/ 20 w 36"/>
                <a:gd name="T41" fmla="*/ 27 h 30"/>
                <a:gd name="T42" fmla="*/ 14 w 36"/>
                <a:gd name="T43" fmla="*/ 27 h 30"/>
                <a:gd name="T44" fmla="*/ 15 w 36"/>
                <a:gd name="T45" fmla="*/ 21 h 30"/>
                <a:gd name="T46" fmla="*/ 14 w 36"/>
                <a:gd name="T47" fmla="*/ 21 h 30"/>
                <a:gd name="T48" fmla="*/ 9 w 36"/>
                <a:gd name="T49" fmla="*/ 28 h 30"/>
                <a:gd name="T50" fmla="*/ 9 w 36"/>
                <a:gd name="T51" fmla="*/ 28 h 30"/>
                <a:gd name="T52" fmla="*/ 9 w 36"/>
                <a:gd name="T53" fmla="*/ 22 h 30"/>
                <a:gd name="T54" fmla="*/ 11 w 36"/>
                <a:gd name="T55" fmla="*/ 20 h 30"/>
                <a:gd name="T56" fmla="*/ 8 w 36"/>
                <a:gd name="T57" fmla="*/ 20 h 30"/>
                <a:gd name="T58" fmla="*/ 6 w 36"/>
                <a:gd name="T59" fmla="*/ 21 h 30"/>
                <a:gd name="T60" fmla="*/ 1 w 36"/>
                <a:gd name="T61" fmla="*/ 23 h 30"/>
                <a:gd name="T62" fmla="*/ 0 w 36"/>
                <a:gd name="T63" fmla="*/ 22 h 30"/>
                <a:gd name="T64" fmla="*/ 1 w 36"/>
                <a:gd name="T65" fmla="*/ 19 h 30"/>
                <a:gd name="T66" fmla="*/ 3 w 36"/>
                <a:gd name="T67" fmla="*/ 15 h 30"/>
                <a:gd name="T68" fmla="*/ 13 w 36"/>
                <a:gd name="T69" fmla="*/ 13 h 30"/>
                <a:gd name="T70" fmla="*/ 16 w 36"/>
                <a:gd name="T71" fmla="*/ 14 h 30"/>
                <a:gd name="T72" fmla="*/ 16 w 36"/>
                <a:gd name="T73" fmla="*/ 14 h 30"/>
                <a:gd name="T74" fmla="*/ 16 w 36"/>
                <a:gd name="T75" fmla="*/ 13 h 30"/>
                <a:gd name="T76" fmla="*/ 15 w 36"/>
                <a:gd name="T77" fmla="*/ 13 h 30"/>
                <a:gd name="T78" fmla="*/ 13 w 36"/>
                <a:gd name="T79" fmla="*/ 8 h 30"/>
                <a:gd name="T80" fmla="*/ 13 w 36"/>
                <a:gd name="T81" fmla="*/ 8 h 30"/>
                <a:gd name="T82" fmla="*/ 18 w 36"/>
                <a:gd name="T83" fmla="*/ 11 h 30"/>
                <a:gd name="T84" fmla="*/ 20 w 36"/>
                <a:gd name="T85" fmla="*/ 9 h 30"/>
                <a:gd name="T86" fmla="*/ 21 w 36"/>
                <a:gd name="T87" fmla="*/ 7 h 30"/>
                <a:gd name="T88" fmla="*/ 24 w 36"/>
                <a:gd name="T89" fmla="*/ 4 h 30"/>
                <a:gd name="T90" fmla="*/ 26 w 36"/>
                <a:gd name="T91" fmla="*/ 1 h 30"/>
                <a:gd name="T92" fmla="*/ 26 w 36"/>
                <a:gd name="T93" fmla="*/ 1 h 30"/>
                <a:gd name="T94" fmla="*/ 31 w 36"/>
                <a:gd name="T95" fmla="*/ 3 h 30"/>
                <a:gd name="T96" fmla="*/ 35 w 36"/>
                <a:gd name="T97" fmla="*/ 7 h 30"/>
                <a:gd name="T98" fmla="*/ 36 w 36"/>
                <a:gd name="T99" fmla="*/ 9 h 30"/>
                <a:gd name="T100" fmla="*/ 31 w 36"/>
                <a:gd name="T101" fmla="*/ 10 h 30"/>
                <a:gd name="T102" fmla="*/ 31 w 36"/>
                <a:gd name="T103" fmla="*/ 8 h 30"/>
                <a:gd name="T104" fmla="*/ 30 w 36"/>
                <a:gd name="T105" fmla="*/ 8 h 30"/>
                <a:gd name="T106" fmla="*/ 31 w 36"/>
                <a:gd name="T107" fmla="*/ 3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6" h="30">
                  <a:moveTo>
                    <a:pt x="13" y="14"/>
                  </a:moveTo>
                  <a:cubicBezTo>
                    <a:pt x="13" y="14"/>
                    <a:pt x="10" y="16"/>
                    <a:pt x="10" y="17"/>
                  </a:cubicBezTo>
                  <a:cubicBezTo>
                    <a:pt x="10" y="17"/>
                    <a:pt x="10" y="17"/>
                    <a:pt x="10" y="17"/>
                  </a:cubicBezTo>
                  <a:cubicBezTo>
                    <a:pt x="13" y="19"/>
                    <a:pt x="14" y="17"/>
                    <a:pt x="13" y="14"/>
                  </a:cubicBezTo>
                  <a:cubicBezTo>
                    <a:pt x="13" y="14"/>
                    <a:pt x="13" y="14"/>
                    <a:pt x="13" y="14"/>
                  </a:cubicBezTo>
                  <a:close/>
                  <a:moveTo>
                    <a:pt x="26" y="1"/>
                  </a:moveTo>
                  <a:cubicBezTo>
                    <a:pt x="26" y="1"/>
                    <a:pt x="26" y="1"/>
                    <a:pt x="27" y="1"/>
                  </a:cubicBezTo>
                  <a:cubicBezTo>
                    <a:pt x="27" y="2"/>
                    <a:pt x="25" y="6"/>
                    <a:pt x="25" y="7"/>
                  </a:cubicBezTo>
                  <a:cubicBezTo>
                    <a:pt x="24" y="8"/>
                    <a:pt x="22" y="10"/>
                    <a:pt x="22" y="10"/>
                  </a:cubicBezTo>
                  <a:cubicBezTo>
                    <a:pt x="22" y="10"/>
                    <a:pt x="22" y="10"/>
                    <a:pt x="22" y="11"/>
                  </a:cubicBezTo>
                  <a:cubicBezTo>
                    <a:pt x="23" y="12"/>
                    <a:pt x="25" y="12"/>
                    <a:pt x="25" y="11"/>
                  </a:cubicBezTo>
                  <a:cubicBezTo>
                    <a:pt x="26" y="10"/>
                    <a:pt x="25" y="10"/>
                    <a:pt x="26" y="10"/>
                  </a:cubicBezTo>
                  <a:cubicBezTo>
                    <a:pt x="27" y="10"/>
                    <a:pt x="29" y="12"/>
                    <a:pt x="29" y="13"/>
                  </a:cubicBezTo>
                  <a:cubicBezTo>
                    <a:pt x="29" y="13"/>
                    <a:pt x="29" y="14"/>
                    <a:pt x="28" y="14"/>
                  </a:cubicBezTo>
                  <a:cubicBezTo>
                    <a:pt x="25" y="13"/>
                    <a:pt x="23" y="14"/>
                    <a:pt x="21" y="14"/>
                  </a:cubicBezTo>
                  <a:cubicBezTo>
                    <a:pt x="20" y="14"/>
                    <a:pt x="20" y="13"/>
                    <a:pt x="19" y="13"/>
                  </a:cubicBezTo>
                  <a:cubicBezTo>
                    <a:pt x="18" y="14"/>
                    <a:pt x="16" y="17"/>
                    <a:pt x="16" y="18"/>
                  </a:cubicBezTo>
                  <a:cubicBezTo>
                    <a:pt x="16" y="18"/>
                    <a:pt x="16" y="18"/>
                    <a:pt x="16" y="18"/>
                  </a:cubicBezTo>
                  <a:cubicBezTo>
                    <a:pt x="18" y="19"/>
                    <a:pt x="19" y="17"/>
                    <a:pt x="21" y="20"/>
                  </a:cubicBezTo>
                  <a:cubicBezTo>
                    <a:pt x="21" y="22"/>
                    <a:pt x="20" y="22"/>
                    <a:pt x="20" y="24"/>
                  </a:cubicBezTo>
                  <a:cubicBezTo>
                    <a:pt x="19" y="25"/>
                    <a:pt x="20" y="26"/>
                    <a:pt x="20" y="27"/>
                  </a:cubicBezTo>
                  <a:cubicBezTo>
                    <a:pt x="19" y="30"/>
                    <a:pt x="15" y="29"/>
                    <a:pt x="14" y="27"/>
                  </a:cubicBezTo>
                  <a:cubicBezTo>
                    <a:pt x="13" y="26"/>
                    <a:pt x="15" y="22"/>
                    <a:pt x="15" y="21"/>
                  </a:cubicBezTo>
                  <a:cubicBezTo>
                    <a:pt x="14" y="21"/>
                    <a:pt x="14" y="21"/>
                    <a:pt x="14" y="21"/>
                  </a:cubicBezTo>
                  <a:cubicBezTo>
                    <a:pt x="11" y="22"/>
                    <a:pt x="11" y="26"/>
                    <a:pt x="9" y="28"/>
                  </a:cubicBezTo>
                  <a:cubicBezTo>
                    <a:pt x="9" y="28"/>
                    <a:pt x="9" y="28"/>
                    <a:pt x="9" y="28"/>
                  </a:cubicBezTo>
                  <a:cubicBezTo>
                    <a:pt x="8" y="27"/>
                    <a:pt x="9" y="24"/>
                    <a:pt x="9" y="22"/>
                  </a:cubicBezTo>
                  <a:cubicBezTo>
                    <a:pt x="10" y="22"/>
                    <a:pt x="11" y="21"/>
                    <a:pt x="11" y="20"/>
                  </a:cubicBezTo>
                  <a:cubicBezTo>
                    <a:pt x="10" y="20"/>
                    <a:pt x="9" y="19"/>
                    <a:pt x="8" y="20"/>
                  </a:cubicBezTo>
                  <a:cubicBezTo>
                    <a:pt x="7" y="20"/>
                    <a:pt x="7" y="21"/>
                    <a:pt x="6" y="21"/>
                  </a:cubicBezTo>
                  <a:cubicBezTo>
                    <a:pt x="5" y="22"/>
                    <a:pt x="3" y="23"/>
                    <a:pt x="1" y="23"/>
                  </a:cubicBezTo>
                  <a:cubicBezTo>
                    <a:pt x="1" y="23"/>
                    <a:pt x="1" y="22"/>
                    <a:pt x="0" y="22"/>
                  </a:cubicBezTo>
                  <a:cubicBezTo>
                    <a:pt x="1" y="20"/>
                    <a:pt x="1" y="20"/>
                    <a:pt x="1" y="19"/>
                  </a:cubicBezTo>
                  <a:cubicBezTo>
                    <a:pt x="1" y="18"/>
                    <a:pt x="3" y="17"/>
                    <a:pt x="3" y="15"/>
                  </a:cubicBezTo>
                  <a:cubicBezTo>
                    <a:pt x="7" y="15"/>
                    <a:pt x="9" y="13"/>
                    <a:pt x="13" y="13"/>
                  </a:cubicBezTo>
                  <a:cubicBezTo>
                    <a:pt x="14" y="13"/>
                    <a:pt x="15" y="15"/>
                    <a:pt x="16" y="14"/>
                  </a:cubicBezTo>
                  <a:cubicBezTo>
                    <a:pt x="16" y="14"/>
                    <a:pt x="16" y="14"/>
                    <a:pt x="16" y="14"/>
                  </a:cubicBezTo>
                  <a:cubicBezTo>
                    <a:pt x="16" y="14"/>
                    <a:pt x="16" y="14"/>
                    <a:pt x="16" y="13"/>
                  </a:cubicBezTo>
                  <a:cubicBezTo>
                    <a:pt x="15" y="13"/>
                    <a:pt x="15" y="13"/>
                    <a:pt x="15" y="13"/>
                  </a:cubicBezTo>
                  <a:cubicBezTo>
                    <a:pt x="12" y="12"/>
                    <a:pt x="12" y="10"/>
                    <a:pt x="13" y="8"/>
                  </a:cubicBezTo>
                  <a:cubicBezTo>
                    <a:pt x="13" y="8"/>
                    <a:pt x="13" y="8"/>
                    <a:pt x="13" y="8"/>
                  </a:cubicBezTo>
                  <a:cubicBezTo>
                    <a:pt x="14" y="10"/>
                    <a:pt x="17" y="11"/>
                    <a:pt x="18" y="11"/>
                  </a:cubicBezTo>
                  <a:cubicBezTo>
                    <a:pt x="19" y="10"/>
                    <a:pt x="19" y="10"/>
                    <a:pt x="20" y="9"/>
                  </a:cubicBezTo>
                  <a:cubicBezTo>
                    <a:pt x="20" y="8"/>
                    <a:pt x="21" y="8"/>
                    <a:pt x="21" y="7"/>
                  </a:cubicBezTo>
                  <a:cubicBezTo>
                    <a:pt x="22" y="6"/>
                    <a:pt x="23" y="5"/>
                    <a:pt x="24" y="4"/>
                  </a:cubicBezTo>
                  <a:cubicBezTo>
                    <a:pt x="24" y="4"/>
                    <a:pt x="25" y="1"/>
                    <a:pt x="26" y="1"/>
                  </a:cubicBezTo>
                  <a:cubicBezTo>
                    <a:pt x="25" y="0"/>
                    <a:pt x="26" y="1"/>
                    <a:pt x="26" y="1"/>
                  </a:cubicBezTo>
                  <a:close/>
                  <a:moveTo>
                    <a:pt x="31" y="3"/>
                  </a:moveTo>
                  <a:cubicBezTo>
                    <a:pt x="32" y="4"/>
                    <a:pt x="34" y="5"/>
                    <a:pt x="35" y="7"/>
                  </a:cubicBezTo>
                  <a:cubicBezTo>
                    <a:pt x="35" y="8"/>
                    <a:pt x="36" y="9"/>
                    <a:pt x="36" y="9"/>
                  </a:cubicBezTo>
                  <a:cubicBezTo>
                    <a:pt x="35" y="12"/>
                    <a:pt x="32" y="12"/>
                    <a:pt x="31" y="10"/>
                  </a:cubicBezTo>
                  <a:cubicBezTo>
                    <a:pt x="31" y="10"/>
                    <a:pt x="31" y="9"/>
                    <a:pt x="31" y="8"/>
                  </a:cubicBezTo>
                  <a:cubicBezTo>
                    <a:pt x="30" y="8"/>
                    <a:pt x="30" y="8"/>
                    <a:pt x="30" y="8"/>
                  </a:cubicBezTo>
                  <a:cubicBezTo>
                    <a:pt x="31" y="6"/>
                    <a:pt x="29" y="4"/>
                    <a:pt x="3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68" name="Freeform 48"/>
            <p:cNvSpPr>
              <a:spLocks noEditPoints="1"/>
            </p:cNvSpPr>
            <p:nvPr/>
          </p:nvSpPr>
          <p:spPr bwMode="auto">
            <a:xfrm>
              <a:off x="8913875" y="4588179"/>
              <a:ext cx="36513" cy="52388"/>
            </a:xfrm>
            <a:custGeom>
              <a:avLst/>
              <a:gdLst>
                <a:gd name="T0" fmla="*/ 14 w 24"/>
                <a:gd name="T1" fmla="*/ 5 h 34"/>
                <a:gd name="T2" fmla="*/ 14 w 24"/>
                <a:gd name="T3" fmla="*/ 5 h 34"/>
                <a:gd name="T4" fmla="*/ 14 w 24"/>
                <a:gd name="T5" fmla="*/ 5 h 34"/>
                <a:gd name="T6" fmla="*/ 14 w 24"/>
                <a:gd name="T7" fmla="*/ 4 h 34"/>
                <a:gd name="T8" fmla="*/ 14 w 24"/>
                <a:gd name="T9" fmla="*/ 4 h 34"/>
                <a:gd name="T10" fmla="*/ 14 w 24"/>
                <a:gd name="T11" fmla="*/ 4 h 34"/>
                <a:gd name="T12" fmla="*/ 14 w 24"/>
                <a:gd name="T13" fmla="*/ 4 h 34"/>
                <a:gd name="T14" fmla="*/ 20 w 24"/>
                <a:gd name="T15" fmla="*/ 2 h 34"/>
                <a:gd name="T16" fmla="*/ 14 w 24"/>
                <a:gd name="T17" fmla="*/ 7 h 34"/>
                <a:gd name="T18" fmla="*/ 22 w 24"/>
                <a:gd name="T19" fmla="*/ 15 h 34"/>
                <a:gd name="T20" fmla="*/ 16 w 24"/>
                <a:gd name="T21" fmla="*/ 18 h 34"/>
                <a:gd name="T22" fmla="*/ 15 w 24"/>
                <a:gd name="T23" fmla="*/ 23 h 34"/>
                <a:gd name="T24" fmla="*/ 17 w 24"/>
                <a:gd name="T25" fmla="*/ 22 h 34"/>
                <a:gd name="T26" fmla="*/ 24 w 24"/>
                <a:gd name="T27" fmla="*/ 24 h 34"/>
                <a:gd name="T28" fmla="*/ 18 w 24"/>
                <a:gd name="T29" fmla="*/ 26 h 34"/>
                <a:gd name="T30" fmla="*/ 9 w 24"/>
                <a:gd name="T31" fmla="*/ 32 h 34"/>
                <a:gd name="T32" fmla="*/ 16 w 24"/>
                <a:gd name="T33" fmla="*/ 27 h 34"/>
                <a:gd name="T34" fmla="*/ 10 w 24"/>
                <a:gd name="T35" fmla="*/ 29 h 34"/>
                <a:gd name="T36" fmla="*/ 7 w 24"/>
                <a:gd name="T37" fmla="*/ 28 h 34"/>
                <a:gd name="T38" fmla="*/ 14 w 24"/>
                <a:gd name="T39" fmla="*/ 25 h 34"/>
                <a:gd name="T40" fmla="*/ 13 w 24"/>
                <a:gd name="T41" fmla="*/ 24 h 34"/>
                <a:gd name="T42" fmla="*/ 14 w 24"/>
                <a:gd name="T43" fmla="*/ 19 h 34"/>
                <a:gd name="T44" fmla="*/ 9 w 24"/>
                <a:gd name="T45" fmla="*/ 22 h 34"/>
                <a:gd name="T46" fmla="*/ 9 w 24"/>
                <a:gd name="T47" fmla="*/ 20 h 34"/>
                <a:gd name="T48" fmla="*/ 17 w 24"/>
                <a:gd name="T49" fmla="*/ 16 h 34"/>
                <a:gd name="T50" fmla="*/ 14 w 24"/>
                <a:gd name="T51" fmla="*/ 10 h 34"/>
                <a:gd name="T52" fmla="*/ 7 w 24"/>
                <a:gd name="T53" fmla="*/ 17 h 34"/>
                <a:gd name="T54" fmla="*/ 4 w 24"/>
                <a:gd name="T55" fmla="*/ 26 h 34"/>
                <a:gd name="T56" fmla="*/ 2 w 24"/>
                <a:gd name="T57" fmla="*/ 19 h 34"/>
                <a:gd name="T58" fmla="*/ 6 w 24"/>
                <a:gd name="T59" fmla="*/ 12 h 34"/>
                <a:gd name="T60" fmla="*/ 12 w 24"/>
                <a:gd name="T61" fmla="*/ 7 h 34"/>
                <a:gd name="T62" fmla="*/ 8 w 24"/>
                <a:gd name="T63" fmla="*/ 6 h 34"/>
                <a:gd name="T64" fmla="*/ 1 w 24"/>
                <a:gd name="T65" fmla="*/ 3 h 34"/>
                <a:gd name="T66" fmla="*/ 4 w 24"/>
                <a:gd name="T67" fmla="*/ 7 h 34"/>
                <a:gd name="T68" fmla="*/ 0 w 24"/>
                <a:gd name="T69" fmla="*/ 5 h 34"/>
                <a:gd name="T70" fmla="*/ 1 w 24"/>
                <a:gd name="T71" fmla="*/ 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4" h="34">
                  <a:moveTo>
                    <a:pt x="14" y="5"/>
                  </a:moveTo>
                  <a:cubicBezTo>
                    <a:pt x="14" y="5"/>
                    <a:pt x="14" y="5"/>
                    <a:pt x="14" y="5"/>
                  </a:cubicBezTo>
                  <a:cubicBezTo>
                    <a:pt x="14" y="5"/>
                    <a:pt x="14" y="5"/>
                    <a:pt x="14" y="5"/>
                  </a:cubicBezTo>
                  <a:cubicBezTo>
                    <a:pt x="14" y="5"/>
                    <a:pt x="14" y="5"/>
                    <a:pt x="14" y="5"/>
                  </a:cubicBezTo>
                  <a:cubicBezTo>
                    <a:pt x="14" y="5"/>
                    <a:pt x="14" y="5"/>
                    <a:pt x="14" y="5"/>
                  </a:cubicBezTo>
                  <a:cubicBezTo>
                    <a:pt x="14" y="5"/>
                    <a:pt x="14" y="5"/>
                    <a:pt x="14" y="5"/>
                  </a:cubicBezTo>
                  <a:cubicBezTo>
                    <a:pt x="14" y="5"/>
                    <a:pt x="14" y="5"/>
                    <a:pt x="14" y="5"/>
                  </a:cubicBezTo>
                  <a:close/>
                  <a:moveTo>
                    <a:pt x="14" y="4"/>
                  </a:moveTo>
                  <a:cubicBezTo>
                    <a:pt x="14" y="4"/>
                    <a:pt x="14" y="4"/>
                    <a:pt x="14" y="4"/>
                  </a:cubicBezTo>
                  <a:cubicBezTo>
                    <a:pt x="14" y="4"/>
                    <a:pt x="14" y="4"/>
                    <a:pt x="14" y="4"/>
                  </a:cubicBezTo>
                  <a:cubicBezTo>
                    <a:pt x="14" y="4"/>
                    <a:pt x="14" y="4"/>
                    <a:pt x="14" y="4"/>
                  </a:cubicBezTo>
                  <a:cubicBezTo>
                    <a:pt x="14" y="4"/>
                    <a:pt x="14" y="4"/>
                    <a:pt x="14" y="4"/>
                  </a:cubicBezTo>
                  <a:cubicBezTo>
                    <a:pt x="14" y="4"/>
                    <a:pt x="14" y="4"/>
                    <a:pt x="14" y="4"/>
                  </a:cubicBezTo>
                  <a:cubicBezTo>
                    <a:pt x="14" y="4"/>
                    <a:pt x="14" y="4"/>
                    <a:pt x="14" y="4"/>
                  </a:cubicBezTo>
                  <a:close/>
                  <a:moveTo>
                    <a:pt x="16" y="1"/>
                  </a:moveTo>
                  <a:cubicBezTo>
                    <a:pt x="17" y="0"/>
                    <a:pt x="19" y="1"/>
                    <a:pt x="20" y="2"/>
                  </a:cubicBezTo>
                  <a:cubicBezTo>
                    <a:pt x="20" y="2"/>
                    <a:pt x="21" y="2"/>
                    <a:pt x="20" y="2"/>
                  </a:cubicBezTo>
                  <a:cubicBezTo>
                    <a:pt x="20" y="4"/>
                    <a:pt x="16" y="5"/>
                    <a:pt x="14" y="7"/>
                  </a:cubicBezTo>
                  <a:cubicBezTo>
                    <a:pt x="15" y="8"/>
                    <a:pt x="16" y="7"/>
                    <a:pt x="18" y="8"/>
                  </a:cubicBezTo>
                  <a:cubicBezTo>
                    <a:pt x="20" y="8"/>
                    <a:pt x="24" y="12"/>
                    <a:pt x="22" y="15"/>
                  </a:cubicBezTo>
                  <a:cubicBezTo>
                    <a:pt x="21" y="16"/>
                    <a:pt x="20" y="16"/>
                    <a:pt x="19" y="16"/>
                  </a:cubicBezTo>
                  <a:cubicBezTo>
                    <a:pt x="18" y="17"/>
                    <a:pt x="17" y="16"/>
                    <a:pt x="16" y="18"/>
                  </a:cubicBezTo>
                  <a:cubicBezTo>
                    <a:pt x="16" y="18"/>
                    <a:pt x="16" y="19"/>
                    <a:pt x="17" y="20"/>
                  </a:cubicBezTo>
                  <a:cubicBezTo>
                    <a:pt x="16" y="21"/>
                    <a:pt x="16" y="22"/>
                    <a:pt x="15" y="23"/>
                  </a:cubicBezTo>
                  <a:cubicBezTo>
                    <a:pt x="16" y="24"/>
                    <a:pt x="16" y="24"/>
                    <a:pt x="17" y="24"/>
                  </a:cubicBezTo>
                  <a:cubicBezTo>
                    <a:pt x="17" y="23"/>
                    <a:pt x="17" y="23"/>
                    <a:pt x="17" y="22"/>
                  </a:cubicBezTo>
                  <a:cubicBezTo>
                    <a:pt x="18" y="22"/>
                    <a:pt x="21" y="22"/>
                    <a:pt x="22" y="22"/>
                  </a:cubicBezTo>
                  <a:cubicBezTo>
                    <a:pt x="23" y="22"/>
                    <a:pt x="23" y="24"/>
                    <a:pt x="24" y="24"/>
                  </a:cubicBezTo>
                  <a:cubicBezTo>
                    <a:pt x="23" y="25"/>
                    <a:pt x="23" y="25"/>
                    <a:pt x="23" y="26"/>
                  </a:cubicBezTo>
                  <a:cubicBezTo>
                    <a:pt x="21" y="27"/>
                    <a:pt x="20" y="24"/>
                    <a:pt x="18" y="26"/>
                  </a:cubicBezTo>
                  <a:cubicBezTo>
                    <a:pt x="17" y="27"/>
                    <a:pt x="19" y="29"/>
                    <a:pt x="19" y="31"/>
                  </a:cubicBezTo>
                  <a:cubicBezTo>
                    <a:pt x="18" y="34"/>
                    <a:pt x="11" y="34"/>
                    <a:pt x="9" y="32"/>
                  </a:cubicBezTo>
                  <a:cubicBezTo>
                    <a:pt x="9" y="32"/>
                    <a:pt x="9" y="32"/>
                    <a:pt x="9" y="32"/>
                  </a:cubicBezTo>
                  <a:cubicBezTo>
                    <a:pt x="12" y="30"/>
                    <a:pt x="16" y="30"/>
                    <a:pt x="16" y="27"/>
                  </a:cubicBezTo>
                  <a:cubicBezTo>
                    <a:pt x="16" y="27"/>
                    <a:pt x="16" y="27"/>
                    <a:pt x="16" y="27"/>
                  </a:cubicBezTo>
                  <a:cubicBezTo>
                    <a:pt x="14" y="27"/>
                    <a:pt x="12" y="29"/>
                    <a:pt x="10" y="29"/>
                  </a:cubicBezTo>
                  <a:cubicBezTo>
                    <a:pt x="10" y="29"/>
                    <a:pt x="8" y="29"/>
                    <a:pt x="8" y="29"/>
                  </a:cubicBezTo>
                  <a:cubicBezTo>
                    <a:pt x="8" y="28"/>
                    <a:pt x="7" y="28"/>
                    <a:pt x="7" y="28"/>
                  </a:cubicBezTo>
                  <a:cubicBezTo>
                    <a:pt x="7" y="28"/>
                    <a:pt x="7" y="28"/>
                    <a:pt x="7" y="28"/>
                  </a:cubicBezTo>
                  <a:cubicBezTo>
                    <a:pt x="9" y="27"/>
                    <a:pt x="14" y="26"/>
                    <a:pt x="14" y="25"/>
                  </a:cubicBezTo>
                  <a:cubicBezTo>
                    <a:pt x="14" y="24"/>
                    <a:pt x="14" y="24"/>
                    <a:pt x="14" y="24"/>
                  </a:cubicBezTo>
                  <a:cubicBezTo>
                    <a:pt x="14" y="24"/>
                    <a:pt x="13" y="24"/>
                    <a:pt x="13" y="24"/>
                  </a:cubicBezTo>
                  <a:cubicBezTo>
                    <a:pt x="13" y="23"/>
                    <a:pt x="13" y="22"/>
                    <a:pt x="13" y="22"/>
                  </a:cubicBezTo>
                  <a:cubicBezTo>
                    <a:pt x="13" y="21"/>
                    <a:pt x="14" y="20"/>
                    <a:pt x="14" y="19"/>
                  </a:cubicBezTo>
                  <a:cubicBezTo>
                    <a:pt x="14" y="19"/>
                    <a:pt x="14" y="19"/>
                    <a:pt x="13" y="19"/>
                  </a:cubicBezTo>
                  <a:cubicBezTo>
                    <a:pt x="12" y="18"/>
                    <a:pt x="10" y="21"/>
                    <a:pt x="9" y="22"/>
                  </a:cubicBezTo>
                  <a:cubicBezTo>
                    <a:pt x="9" y="22"/>
                    <a:pt x="9" y="22"/>
                    <a:pt x="9" y="22"/>
                  </a:cubicBezTo>
                  <a:cubicBezTo>
                    <a:pt x="9" y="22"/>
                    <a:pt x="9" y="21"/>
                    <a:pt x="9" y="20"/>
                  </a:cubicBezTo>
                  <a:cubicBezTo>
                    <a:pt x="9" y="18"/>
                    <a:pt x="12" y="16"/>
                    <a:pt x="14" y="17"/>
                  </a:cubicBezTo>
                  <a:cubicBezTo>
                    <a:pt x="15" y="17"/>
                    <a:pt x="16" y="16"/>
                    <a:pt x="17" y="16"/>
                  </a:cubicBezTo>
                  <a:cubicBezTo>
                    <a:pt x="17" y="15"/>
                    <a:pt x="18" y="14"/>
                    <a:pt x="18" y="14"/>
                  </a:cubicBezTo>
                  <a:cubicBezTo>
                    <a:pt x="19" y="11"/>
                    <a:pt x="16" y="10"/>
                    <a:pt x="14" y="10"/>
                  </a:cubicBezTo>
                  <a:cubicBezTo>
                    <a:pt x="12" y="10"/>
                    <a:pt x="10" y="12"/>
                    <a:pt x="10" y="13"/>
                  </a:cubicBezTo>
                  <a:cubicBezTo>
                    <a:pt x="9" y="14"/>
                    <a:pt x="8" y="16"/>
                    <a:pt x="7" y="17"/>
                  </a:cubicBezTo>
                  <a:cubicBezTo>
                    <a:pt x="6" y="18"/>
                    <a:pt x="6" y="19"/>
                    <a:pt x="5" y="20"/>
                  </a:cubicBezTo>
                  <a:cubicBezTo>
                    <a:pt x="4" y="22"/>
                    <a:pt x="5" y="24"/>
                    <a:pt x="4" y="26"/>
                  </a:cubicBezTo>
                  <a:cubicBezTo>
                    <a:pt x="1" y="26"/>
                    <a:pt x="0" y="24"/>
                    <a:pt x="0" y="21"/>
                  </a:cubicBezTo>
                  <a:cubicBezTo>
                    <a:pt x="0" y="21"/>
                    <a:pt x="1" y="20"/>
                    <a:pt x="2" y="19"/>
                  </a:cubicBezTo>
                  <a:cubicBezTo>
                    <a:pt x="2" y="18"/>
                    <a:pt x="3" y="17"/>
                    <a:pt x="3" y="16"/>
                  </a:cubicBezTo>
                  <a:cubicBezTo>
                    <a:pt x="4" y="15"/>
                    <a:pt x="5" y="14"/>
                    <a:pt x="6" y="12"/>
                  </a:cubicBezTo>
                  <a:cubicBezTo>
                    <a:pt x="8" y="11"/>
                    <a:pt x="11" y="9"/>
                    <a:pt x="12" y="7"/>
                  </a:cubicBezTo>
                  <a:cubicBezTo>
                    <a:pt x="12" y="7"/>
                    <a:pt x="12" y="7"/>
                    <a:pt x="12" y="7"/>
                  </a:cubicBezTo>
                  <a:cubicBezTo>
                    <a:pt x="10" y="7"/>
                    <a:pt x="8" y="7"/>
                    <a:pt x="8" y="6"/>
                  </a:cubicBezTo>
                  <a:cubicBezTo>
                    <a:pt x="8" y="6"/>
                    <a:pt x="8" y="6"/>
                    <a:pt x="8" y="6"/>
                  </a:cubicBezTo>
                  <a:cubicBezTo>
                    <a:pt x="12" y="4"/>
                    <a:pt x="14" y="2"/>
                    <a:pt x="16" y="1"/>
                  </a:cubicBezTo>
                  <a:close/>
                  <a:moveTo>
                    <a:pt x="1" y="3"/>
                  </a:moveTo>
                  <a:cubicBezTo>
                    <a:pt x="2" y="3"/>
                    <a:pt x="2" y="3"/>
                    <a:pt x="2" y="3"/>
                  </a:cubicBezTo>
                  <a:cubicBezTo>
                    <a:pt x="2" y="4"/>
                    <a:pt x="4" y="7"/>
                    <a:pt x="4" y="7"/>
                  </a:cubicBezTo>
                  <a:cubicBezTo>
                    <a:pt x="4" y="9"/>
                    <a:pt x="5" y="9"/>
                    <a:pt x="4" y="10"/>
                  </a:cubicBezTo>
                  <a:cubicBezTo>
                    <a:pt x="1" y="10"/>
                    <a:pt x="0" y="9"/>
                    <a:pt x="0" y="5"/>
                  </a:cubicBezTo>
                  <a:cubicBezTo>
                    <a:pt x="0" y="4"/>
                    <a:pt x="0" y="4"/>
                    <a:pt x="0" y="3"/>
                  </a:cubicBezTo>
                  <a:cubicBezTo>
                    <a:pt x="0" y="3"/>
                    <a:pt x="1" y="3"/>
                    <a:pt x="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69" name="Freeform 49"/>
            <p:cNvSpPr>
              <a:spLocks noEditPoints="1"/>
            </p:cNvSpPr>
            <p:nvPr/>
          </p:nvSpPr>
          <p:spPr bwMode="auto">
            <a:xfrm>
              <a:off x="8971025" y="4589766"/>
              <a:ext cx="50800" cy="52388"/>
            </a:xfrm>
            <a:custGeom>
              <a:avLst/>
              <a:gdLst>
                <a:gd name="T0" fmla="*/ 17 w 34"/>
                <a:gd name="T1" fmla="*/ 16 h 34"/>
                <a:gd name="T2" fmla="*/ 20 w 34"/>
                <a:gd name="T3" fmla="*/ 27 h 34"/>
                <a:gd name="T4" fmla="*/ 18 w 34"/>
                <a:gd name="T5" fmla="*/ 21 h 34"/>
                <a:gd name="T6" fmla="*/ 20 w 34"/>
                <a:gd name="T7" fmla="*/ 21 h 34"/>
                <a:gd name="T8" fmla="*/ 25 w 34"/>
                <a:gd name="T9" fmla="*/ 18 h 34"/>
                <a:gd name="T10" fmla="*/ 22 w 34"/>
                <a:gd name="T11" fmla="*/ 20 h 34"/>
                <a:gd name="T12" fmla="*/ 21 w 34"/>
                <a:gd name="T13" fmla="*/ 14 h 34"/>
                <a:gd name="T14" fmla="*/ 28 w 34"/>
                <a:gd name="T15" fmla="*/ 6 h 34"/>
                <a:gd name="T16" fmla="*/ 26 w 34"/>
                <a:gd name="T17" fmla="*/ 10 h 34"/>
                <a:gd name="T18" fmla="*/ 28 w 34"/>
                <a:gd name="T19" fmla="*/ 6 h 34"/>
                <a:gd name="T20" fmla="*/ 26 w 34"/>
                <a:gd name="T21" fmla="*/ 0 h 34"/>
                <a:gd name="T22" fmla="*/ 28 w 34"/>
                <a:gd name="T23" fmla="*/ 5 h 34"/>
                <a:gd name="T24" fmla="*/ 34 w 34"/>
                <a:gd name="T25" fmla="*/ 9 h 34"/>
                <a:gd name="T26" fmla="*/ 28 w 34"/>
                <a:gd name="T27" fmla="*/ 13 h 34"/>
                <a:gd name="T28" fmla="*/ 28 w 34"/>
                <a:gd name="T29" fmla="*/ 17 h 34"/>
                <a:gd name="T30" fmla="*/ 27 w 34"/>
                <a:gd name="T31" fmla="*/ 25 h 34"/>
                <a:gd name="T32" fmla="*/ 32 w 34"/>
                <a:gd name="T33" fmla="*/ 31 h 34"/>
                <a:gd name="T34" fmla="*/ 26 w 34"/>
                <a:gd name="T35" fmla="*/ 30 h 34"/>
                <a:gd name="T36" fmla="*/ 22 w 34"/>
                <a:gd name="T37" fmla="*/ 30 h 34"/>
                <a:gd name="T38" fmla="*/ 15 w 34"/>
                <a:gd name="T39" fmla="*/ 29 h 34"/>
                <a:gd name="T40" fmla="*/ 13 w 34"/>
                <a:gd name="T41" fmla="*/ 26 h 34"/>
                <a:gd name="T42" fmla="*/ 13 w 34"/>
                <a:gd name="T43" fmla="*/ 31 h 34"/>
                <a:gd name="T44" fmla="*/ 10 w 34"/>
                <a:gd name="T45" fmla="*/ 27 h 34"/>
                <a:gd name="T46" fmla="*/ 8 w 34"/>
                <a:gd name="T47" fmla="*/ 23 h 34"/>
                <a:gd name="T48" fmla="*/ 2 w 34"/>
                <a:gd name="T49" fmla="*/ 19 h 34"/>
                <a:gd name="T50" fmla="*/ 4 w 34"/>
                <a:gd name="T51" fmla="*/ 16 h 34"/>
                <a:gd name="T52" fmla="*/ 13 w 34"/>
                <a:gd name="T53" fmla="*/ 15 h 34"/>
                <a:gd name="T54" fmla="*/ 16 w 34"/>
                <a:gd name="T55" fmla="*/ 9 h 34"/>
                <a:gd name="T56" fmla="*/ 11 w 34"/>
                <a:gd name="T57" fmla="*/ 7 h 34"/>
                <a:gd name="T58" fmla="*/ 10 w 34"/>
                <a:gd name="T59" fmla="*/ 5 h 34"/>
                <a:gd name="T60" fmla="*/ 12 w 34"/>
                <a:gd name="T61" fmla="*/ 6 h 34"/>
                <a:gd name="T62" fmla="*/ 20 w 34"/>
                <a:gd name="T63" fmla="*/ 0 h 34"/>
                <a:gd name="T64" fmla="*/ 23 w 34"/>
                <a:gd name="T65" fmla="*/ 1 h 34"/>
                <a:gd name="T66" fmla="*/ 17 w 34"/>
                <a:gd name="T67" fmla="*/ 11 h 34"/>
                <a:gd name="T68" fmla="*/ 19 w 34"/>
                <a:gd name="T69" fmla="*/ 11 h 34"/>
                <a:gd name="T70" fmla="*/ 23 w 34"/>
                <a:gd name="T71" fmla="*/ 7 h 34"/>
                <a:gd name="T72" fmla="*/ 26 w 34"/>
                <a:gd name="T73"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4" h="34">
                  <a:moveTo>
                    <a:pt x="21" y="13"/>
                  </a:moveTo>
                  <a:cubicBezTo>
                    <a:pt x="19" y="14"/>
                    <a:pt x="18" y="15"/>
                    <a:pt x="17" y="16"/>
                  </a:cubicBezTo>
                  <a:cubicBezTo>
                    <a:pt x="16" y="18"/>
                    <a:pt x="12" y="21"/>
                    <a:pt x="14" y="24"/>
                  </a:cubicBezTo>
                  <a:cubicBezTo>
                    <a:pt x="15" y="26"/>
                    <a:pt x="17" y="28"/>
                    <a:pt x="20" y="27"/>
                  </a:cubicBezTo>
                  <a:cubicBezTo>
                    <a:pt x="20" y="27"/>
                    <a:pt x="20" y="27"/>
                    <a:pt x="21" y="27"/>
                  </a:cubicBezTo>
                  <a:cubicBezTo>
                    <a:pt x="20" y="25"/>
                    <a:pt x="19" y="22"/>
                    <a:pt x="18" y="21"/>
                  </a:cubicBezTo>
                  <a:cubicBezTo>
                    <a:pt x="18" y="21"/>
                    <a:pt x="18" y="21"/>
                    <a:pt x="18" y="21"/>
                  </a:cubicBezTo>
                  <a:cubicBezTo>
                    <a:pt x="19" y="21"/>
                    <a:pt x="20" y="21"/>
                    <a:pt x="20" y="21"/>
                  </a:cubicBezTo>
                  <a:cubicBezTo>
                    <a:pt x="21" y="22"/>
                    <a:pt x="24" y="24"/>
                    <a:pt x="24" y="23"/>
                  </a:cubicBezTo>
                  <a:cubicBezTo>
                    <a:pt x="25" y="22"/>
                    <a:pt x="26" y="19"/>
                    <a:pt x="25" y="18"/>
                  </a:cubicBezTo>
                  <a:cubicBezTo>
                    <a:pt x="25" y="18"/>
                    <a:pt x="25" y="18"/>
                    <a:pt x="24" y="18"/>
                  </a:cubicBezTo>
                  <a:cubicBezTo>
                    <a:pt x="24" y="18"/>
                    <a:pt x="23" y="19"/>
                    <a:pt x="22" y="20"/>
                  </a:cubicBezTo>
                  <a:cubicBezTo>
                    <a:pt x="22" y="20"/>
                    <a:pt x="22" y="19"/>
                    <a:pt x="21" y="19"/>
                  </a:cubicBezTo>
                  <a:cubicBezTo>
                    <a:pt x="21" y="17"/>
                    <a:pt x="21" y="16"/>
                    <a:pt x="21" y="14"/>
                  </a:cubicBezTo>
                  <a:cubicBezTo>
                    <a:pt x="22" y="13"/>
                    <a:pt x="21" y="13"/>
                    <a:pt x="21" y="13"/>
                  </a:cubicBezTo>
                  <a:close/>
                  <a:moveTo>
                    <a:pt x="28" y="6"/>
                  </a:moveTo>
                  <a:cubicBezTo>
                    <a:pt x="28" y="7"/>
                    <a:pt x="26" y="9"/>
                    <a:pt x="26" y="10"/>
                  </a:cubicBezTo>
                  <a:cubicBezTo>
                    <a:pt x="26" y="10"/>
                    <a:pt x="26" y="10"/>
                    <a:pt x="26" y="10"/>
                  </a:cubicBezTo>
                  <a:cubicBezTo>
                    <a:pt x="27" y="10"/>
                    <a:pt x="30" y="9"/>
                    <a:pt x="30" y="9"/>
                  </a:cubicBezTo>
                  <a:cubicBezTo>
                    <a:pt x="30" y="8"/>
                    <a:pt x="29" y="7"/>
                    <a:pt x="28" y="6"/>
                  </a:cubicBezTo>
                  <a:cubicBezTo>
                    <a:pt x="28" y="6"/>
                    <a:pt x="28" y="6"/>
                    <a:pt x="28" y="6"/>
                  </a:cubicBezTo>
                  <a:close/>
                  <a:moveTo>
                    <a:pt x="26" y="0"/>
                  </a:moveTo>
                  <a:cubicBezTo>
                    <a:pt x="28" y="1"/>
                    <a:pt x="29" y="1"/>
                    <a:pt x="29" y="3"/>
                  </a:cubicBezTo>
                  <a:cubicBezTo>
                    <a:pt x="29" y="3"/>
                    <a:pt x="28" y="4"/>
                    <a:pt x="28" y="5"/>
                  </a:cubicBezTo>
                  <a:cubicBezTo>
                    <a:pt x="29" y="7"/>
                    <a:pt x="32" y="7"/>
                    <a:pt x="34" y="8"/>
                  </a:cubicBezTo>
                  <a:cubicBezTo>
                    <a:pt x="34" y="9"/>
                    <a:pt x="34" y="9"/>
                    <a:pt x="34" y="9"/>
                  </a:cubicBezTo>
                  <a:cubicBezTo>
                    <a:pt x="32" y="11"/>
                    <a:pt x="30" y="11"/>
                    <a:pt x="29" y="11"/>
                  </a:cubicBezTo>
                  <a:cubicBezTo>
                    <a:pt x="28" y="12"/>
                    <a:pt x="28" y="12"/>
                    <a:pt x="28" y="13"/>
                  </a:cubicBezTo>
                  <a:cubicBezTo>
                    <a:pt x="26" y="13"/>
                    <a:pt x="25" y="13"/>
                    <a:pt x="24" y="15"/>
                  </a:cubicBezTo>
                  <a:cubicBezTo>
                    <a:pt x="25" y="16"/>
                    <a:pt x="28" y="16"/>
                    <a:pt x="28" y="17"/>
                  </a:cubicBezTo>
                  <a:cubicBezTo>
                    <a:pt x="28" y="18"/>
                    <a:pt x="28" y="21"/>
                    <a:pt x="28" y="22"/>
                  </a:cubicBezTo>
                  <a:cubicBezTo>
                    <a:pt x="27" y="23"/>
                    <a:pt x="26" y="24"/>
                    <a:pt x="27" y="25"/>
                  </a:cubicBezTo>
                  <a:cubicBezTo>
                    <a:pt x="27" y="26"/>
                    <a:pt x="29" y="26"/>
                    <a:pt x="30" y="27"/>
                  </a:cubicBezTo>
                  <a:cubicBezTo>
                    <a:pt x="31" y="28"/>
                    <a:pt x="32" y="29"/>
                    <a:pt x="32" y="31"/>
                  </a:cubicBezTo>
                  <a:cubicBezTo>
                    <a:pt x="32" y="32"/>
                    <a:pt x="30" y="34"/>
                    <a:pt x="28" y="33"/>
                  </a:cubicBezTo>
                  <a:cubicBezTo>
                    <a:pt x="27" y="33"/>
                    <a:pt x="26" y="31"/>
                    <a:pt x="26" y="30"/>
                  </a:cubicBezTo>
                  <a:cubicBezTo>
                    <a:pt x="25" y="30"/>
                    <a:pt x="25" y="30"/>
                    <a:pt x="24" y="29"/>
                  </a:cubicBezTo>
                  <a:cubicBezTo>
                    <a:pt x="24" y="29"/>
                    <a:pt x="22" y="30"/>
                    <a:pt x="22" y="30"/>
                  </a:cubicBezTo>
                  <a:cubicBezTo>
                    <a:pt x="21" y="30"/>
                    <a:pt x="21" y="30"/>
                    <a:pt x="20" y="30"/>
                  </a:cubicBezTo>
                  <a:cubicBezTo>
                    <a:pt x="19" y="30"/>
                    <a:pt x="17" y="30"/>
                    <a:pt x="15" y="29"/>
                  </a:cubicBezTo>
                  <a:cubicBezTo>
                    <a:pt x="15" y="28"/>
                    <a:pt x="14" y="27"/>
                    <a:pt x="14" y="26"/>
                  </a:cubicBezTo>
                  <a:cubicBezTo>
                    <a:pt x="14" y="26"/>
                    <a:pt x="14" y="26"/>
                    <a:pt x="13" y="26"/>
                  </a:cubicBezTo>
                  <a:cubicBezTo>
                    <a:pt x="13" y="26"/>
                    <a:pt x="13" y="26"/>
                    <a:pt x="13" y="26"/>
                  </a:cubicBezTo>
                  <a:cubicBezTo>
                    <a:pt x="13" y="27"/>
                    <a:pt x="14" y="31"/>
                    <a:pt x="13" y="31"/>
                  </a:cubicBezTo>
                  <a:cubicBezTo>
                    <a:pt x="12" y="31"/>
                    <a:pt x="12" y="30"/>
                    <a:pt x="11" y="30"/>
                  </a:cubicBezTo>
                  <a:cubicBezTo>
                    <a:pt x="10" y="29"/>
                    <a:pt x="11" y="28"/>
                    <a:pt x="10" y="27"/>
                  </a:cubicBezTo>
                  <a:cubicBezTo>
                    <a:pt x="10" y="26"/>
                    <a:pt x="9" y="25"/>
                    <a:pt x="9" y="25"/>
                  </a:cubicBezTo>
                  <a:cubicBezTo>
                    <a:pt x="8" y="24"/>
                    <a:pt x="9" y="23"/>
                    <a:pt x="8" y="23"/>
                  </a:cubicBezTo>
                  <a:cubicBezTo>
                    <a:pt x="8" y="23"/>
                    <a:pt x="4" y="24"/>
                    <a:pt x="3" y="23"/>
                  </a:cubicBezTo>
                  <a:cubicBezTo>
                    <a:pt x="2" y="23"/>
                    <a:pt x="0" y="21"/>
                    <a:pt x="2" y="19"/>
                  </a:cubicBezTo>
                  <a:cubicBezTo>
                    <a:pt x="2" y="19"/>
                    <a:pt x="3" y="19"/>
                    <a:pt x="3" y="18"/>
                  </a:cubicBezTo>
                  <a:cubicBezTo>
                    <a:pt x="4" y="18"/>
                    <a:pt x="3" y="17"/>
                    <a:pt x="4" y="16"/>
                  </a:cubicBezTo>
                  <a:cubicBezTo>
                    <a:pt x="4" y="16"/>
                    <a:pt x="6" y="17"/>
                    <a:pt x="6" y="17"/>
                  </a:cubicBezTo>
                  <a:cubicBezTo>
                    <a:pt x="8" y="17"/>
                    <a:pt x="12" y="16"/>
                    <a:pt x="13" y="15"/>
                  </a:cubicBezTo>
                  <a:cubicBezTo>
                    <a:pt x="13" y="14"/>
                    <a:pt x="14" y="12"/>
                    <a:pt x="14" y="11"/>
                  </a:cubicBezTo>
                  <a:cubicBezTo>
                    <a:pt x="14" y="10"/>
                    <a:pt x="15" y="10"/>
                    <a:pt x="16" y="9"/>
                  </a:cubicBezTo>
                  <a:cubicBezTo>
                    <a:pt x="16" y="9"/>
                    <a:pt x="16" y="9"/>
                    <a:pt x="15" y="8"/>
                  </a:cubicBezTo>
                  <a:cubicBezTo>
                    <a:pt x="14" y="8"/>
                    <a:pt x="13" y="8"/>
                    <a:pt x="11" y="7"/>
                  </a:cubicBezTo>
                  <a:cubicBezTo>
                    <a:pt x="11" y="7"/>
                    <a:pt x="11" y="7"/>
                    <a:pt x="10" y="6"/>
                  </a:cubicBezTo>
                  <a:cubicBezTo>
                    <a:pt x="10" y="6"/>
                    <a:pt x="10" y="6"/>
                    <a:pt x="10" y="5"/>
                  </a:cubicBezTo>
                  <a:cubicBezTo>
                    <a:pt x="10" y="5"/>
                    <a:pt x="10" y="5"/>
                    <a:pt x="11" y="5"/>
                  </a:cubicBezTo>
                  <a:cubicBezTo>
                    <a:pt x="12" y="5"/>
                    <a:pt x="12" y="6"/>
                    <a:pt x="12" y="6"/>
                  </a:cubicBezTo>
                  <a:cubicBezTo>
                    <a:pt x="13" y="6"/>
                    <a:pt x="17" y="5"/>
                    <a:pt x="17" y="4"/>
                  </a:cubicBezTo>
                  <a:cubicBezTo>
                    <a:pt x="18" y="3"/>
                    <a:pt x="18" y="1"/>
                    <a:pt x="20" y="0"/>
                  </a:cubicBezTo>
                  <a:cubicBezTo>
                    <a:pt x="21" y="0"/>
                    <a:pt x="22" y="0"/>
                    <a:pt x="23" y="1"/>
                  </a:cubicBezTo>
                  <a:cubicBezTo>
                    <a:pt x="23" y="1"/>
                    <a:pt x="23" y="1"/>
                    <a:pt x="23" y="1"/>
                  </a:cubicBezTo>
                  <a:cubicBezTo>
                    <a:pt x="22" y="3"/>
                    <a:pt x="21" y="3"/>
                    <a:pt x="20" y="5"/>
                  </a:cubicBezTo>
                  <a:cubicBezTo>
                    <a:pt x="18" y="6"/>
                    <a:pt x="18" y="9"/>
                    <a:pt x="17" y="11"/>
                  </a:cubicBezTo>
                  <a:cubicBezTo>
                    <a:pt x="17" y="11"/>
                    <a:pt x="16" y="12"/>
                    <a:pt x="16" y="13"/>
                  </a:cubicBezTo>
                  <a:cubicBezTo>
                    <a:pt x="18" y="13"/>
                    <a:pt x="18" y="11"/>
                    <a:pt x="19" y="11"/>
                  </a:cubicBezTo>
                  <a:cubicBezTo>
                    <a:pt x="20" y="11"/>
                    <a:pt x="22" y="11"/>
                    <a:pt x="22" y="10"/>
                  </a:cubicBezTo>
                  <a:cubicBezTo>
                    <a:pt x="23" y="9"/>
                    <a:pt x="22" y="8"/>
                    <a:pt x="23" y="7"/>
                  </a:cubicBezTo>
                  <a:cubicBezTo>
                    <a:pt x="24" y="6"/>
                    <a:pt x="24" y="4"/>
                    <a:pt x="25" y="3"/>
                  </a:cubicBezTo>
                  <a:cubicBezTo>
                    <a:pt x="26" y="2"/>
                    <a:pt x="25" y="1"/>
                    <a:pt x="2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70" name="Freeform 50"/>
            <p:cNvSpPr>
              <a:spLocks noEditPoints="1"/>
            </p:cNvSpPr>
            <p:nvPr/>
          </p:nvSpPr>
          <p:spPr bwMode="auto">
            <a:xfrm>
              <a:off x="8756713" y="4715179"/>
              <a:ext cx="52388" cy="44450"/>
            </a:xfrm>
            <a:custGeom>
              <a:avLst/>
              <a:gdLst>
                <a:gd name="T0" fmla="*/ 15 w 35"/>
                <a:gd name="T1" fmla="*/ 20 h 30"/>
                <a:gd name="T2" fmla="*/ 16 w 35"/>
                <a:gd name="T3" fmla="*/ 24 h 30"/>
                <a:gd name="T4" fmla="*/ 18 w 35"/>
                <a:gd name="T5" fmla="*/ 23 h 30"/>
                <a:gd name="T6" fmla="*/ 20 w 35"/>
                <a:gd name="T7" fmla="*/ 24 h 30"/>
                <a:gd name="T8" fmla="*/ 20 w 35"/>
                <a:gd name="T9" fmla="*/ 24 h 30"/>
                <a:gd name="T10" fmla="*/ 21 w 35"/>
                <a:gd name="T11" fmla="*/ 22 h 30"/>
                <a:gd name="T12" fmla="*/ 16 w 35"/>
                <a:gd name="T13" fmla="*/ 20 h 30"/>
                <a:gd name="T14" fmla="*/ 15 w 35"/>
                <a:gd name="T15" fmla="*/ 20 h 30"/>
                <a:gd name="T16" fmla="*/ 14 w 35"/>
                <a:gd name="T17" fmla="*/ 7 h 30"/>
                <a:gd name="T18" fmla="*/ 16 w 35"/>
                <a:gd name="T19" fmla="*/ 13 h 30"/>
                <a:gd name="T20" fmla="*/ 18 w 35"/>
                <a:gd name="T21" fmla="*/ 13 h 30"/>
                <a:gd name="T22" fmla="*/ 18 w 35"/>
                <a:gd name="T23" fmla="*/ 13 h 30"/>
                <a:gd name="T24" fmla="*/ 14 w 35"/>
                <a:gd name="T25" fmla="*/ 6 h 30"/>
                <a:gd name="T26" fmla="*/ 14 w 35"/>
                <a:gd name="T27" fmla="*/ 6 h 30"/>
                <a:gd name="T28" fmla="*/ 14 w 35"/>
                <a:gd name="T29" fmla="*/ 7 h 30"/>
                <a:gd name="T30" fmla="*/ 0 w 35"/>
                <a:gd name="T31" fmla="*/ 14 h 30"/>
                <a:gd name="T32" fmla="*/ 6 w 35"/>
                <a:gd name="T33" fmla="*/ 9 h 30"/>
                <a:gd name="T34" fmla="*/ 11 w 35"/>
                <a:gd name="T35" fmla="*/ 10 h 30"/>
                <a:gd name="T36" fmla="*/ 12 w 35"/>
                <a:gd name="T37" fmla="*/ 3 h 30"/>
                <a:gd name="T38" fmla="*/ 15 w 35"/>
                <a:gd name="T39" fmla="*/ 0 h 30"/>
                <a:gd name="T40" fmla="*/ 18 w 35"/>
                <a:gd name="T41" fmla="*/ 6 h 30"/>
                <a:gd name="T42" fmla="*/ 20 w 35"/>
                <a:gd name="T43" fmla="*/ 10 h 30"/>
                <a:gd name="T44" fmla="*/ 20 w 35"/>
                <a:gd name="T45" fmla="*/ 9 h 30"/>
                <a:gd name="T46" fmla="*/ 22 w 35"/>
                <a:gd name="T47" fmla="*/ 5 h 30"/>
                <a:gd name="T48" fmla="*/ 24 w 35"/>
                <a:gd name="T49" fmla="*/ 5 h 30"/>
                <a:gd name="T50" fmla="*/ 24 w 35"/>
                <a:gd name="T51" fmla="*/ 9 h 30"/>
                <a:gd name="T52" fmla="*/ 25 w 35"/>
                <a:gd name="T53" fmla="*/ 14 h 30"/>
                <a:gd name="T54" fmla="*/ 25 w 35"/>
                <a:gd name="T55" fmla="*/ 16 h 30"/>
                <a:gd name="T56" fmla="*/ 30 w 35"/>
                <a:gd name="T57" fmla="*/ 18 h 30"/>
                <a:gd name="T58" fmla="*/ 31 w 35"/>
                <a:gd name="T59" fmla="*/ 20 h 30"/>
                <a:gd name="T60" fmla="*/ 34 w 35"/>
                <a:gd name="T61" fmla="*/ 22 h 30"/>
                <a:gd name="T62" fmla="*/ 35 w 35"/>
                <a:gd name="T63" fmla="*/ 23 h 30"/>
                <a:gd name="T64" fmla="*/ 35 w 35"/>
                <a:gd name="T65" fmla="*/ 23 h 30"/>
                <a:gd name="T66" fmla="*/ 29 w 35"/>
                <a:gd name="T67" fmla="*/ 23 h 30"/>
                <a:gd name="T68" fmla="*/ 26 w 35"/>
                <a:gd name="T69" fmla="*/ 23 h 30"/>
                <a:gd name="T70" fmla="*/ 25 w 35"/>
                <a:gd name="T71" fmla="*/ 24 h 30"/>
                <a:gd name="T72" fmla="*/ 21 w 35"/>
                <a:gd name="T73" fmla="*/ 26 h 30"/>
                <a:gd name="T74" fmla="*/ 21 w 35"/>
                <a:gd name="T75" fmla="*/ 28 h 30"/>
                <a:gd name="T76" fmla="*/ 19 w 35"/>
                <a:gd name="T77" fmla="*/ 28 h 30"/>
                <a:gd name="T78" fmla="*/ 17 w 35"/>
                <a:gd name="T79" fmla="*/ 30 h 30"/>
                <a:gd name="T80" fmla="*/ 14 w 35"/>
                <a:gd name="T81" fmla="*/ 30 h 30"/>
                <a:gd name="T82" fmla="*/ 14 w 35"/>
                <a:gd name="T83" fmla="*/ 30 h 30"/>
                <a:gd name="T84" fmla="*/ 9 w 35"/>
                <a:gd name="T85" fmla="*/ 28 h 30"/>
                <a:gd name="T86" fmla="*/ 11 w 35"/>
                <a:gd name="T87" fmla="*/ 26 h 30"/>
                <a:gd name="T88" fmla="*/ 11 w 35"/>
                <a:gd name="T89" fmla="*/ 23 h 30"/>
                <a:gd name="T90" fmla="*/ 10 w 35"/>
                <a:gd name="T91" fmla="*/ 17 h 30"/>
                <a:gd name="T92" fmla="*/ 8 w 35"/>
                <a:gd name="T93" fmla="*/ 16 h 30"/>
                <a:gd name="T94" fmla="*/ 6 w 35"/>
                <a:gd name="T95" fmla="*/ 16 h 30"/>
                <a:gd name="T96" fmla="*/ 4 w 35"/>
                <a:gd name="T97" fmla="*/ 15 h 30"/>
                <a:gd name="T98" fmla="*/ 0 w 35"/>
                <a:gd name="T99" fmla="*/ 14 h 30"/>
                <a:gd name="T100" fmla="*/ 0 w 35"/>
                <a:gd name="T101" fmla="*/ 14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5" h="30">
                  <a:moveTo>
                    <a:pt x="15" y="20"/>
                  </a:moveTo>
                  <a:cubicBezTo>
                    <a:pt x="15" y="22"/>
                    <a:pt x="16" y="22"/>
                    <a:pt x="16" y="24"/>
                  </a:cubicBezTo>
                  <a:cubicBezTo>
                    <a:pt x="18" y="24"/>
                    <a:pt x="18" y="23"/>
                    <a:pt x="18" y="23"/>
                  </a:cubicBezTo>
                  <a:cubicBezTo>
                    <a:pt x="19" y="23"/>
                    <a:pt x="20" y="24"/>
                    <a:pt x="20" y="24"/>
                  </a:cubicBezTo>
                  <a:cubicBezTo>
                    <a:pt x="20" y="24"/>
                    <a:pt x="20" y="24"/>
                    <a:pt x="20" y="24"/>
                  </a:cubicBezTo>
                  <a:cubicBezTo>
                    <a:pt x="20" y="24"/>
                    <a:pt x="21" y="23"/>
                    <a:pt x="21" y="22"/>
                  </a:cubicBezTo>
                  <a:cubicBezTo>
                    <a:pt x="20" y="21"/>
                    <a:pt x="18" y="20"/>
                    <a:pt x="16" y="20"/>
                  </a:cubicBezTo>
                  <a:cubicBezTo>
                    <a:pt x="15" y="20"/>
                    <a:pt x="15" y="20"/>
                    <a:pt x="15" y="20"/>
                  </a:cubicBezTo>
                  <a:close/>
                  <a:moveTo>
                    <a:pt x="14" y="7"/>
                  </a:moveTo>
                  <a:cubicBezTo>
                    <a:pt x="14" y="10"/>
                    <a:pt x="12" y="12"/>
                    <a:pt x="16" y="13"/>
                  </a:cubicBezTo>
                  <a:cubicBezTo>
                    <a:pt x="17" y="13"/>
                    <a:pt x="17" y="13"/>
                    <a:pt x="18" y="13"/>
                  </a:cubicBezTo>
                  <a:cubicBezTo>
                    <a:pt x="18" y="13"/>
                    <a:pt x="18" y="13"/>
                    <a:pt x="18" y="13"/>
                  </a:cubicBezTo>
                  <a:cubicBezTo>
                    <a:pt x="16" y="11"/>
                    <a:pt x="16" y="8"/>
                    <a:pt x="14" y="6"/>
                  </a:cubicBezTo>
                  <a:cubicBezTo>
                    <a:pt x="14" y="6"/>
                    <a:pt x="14" y="6"/>
                    <a:pt x="14" y="6"/>
                  </a:cubicBezTo>
                  <a:cubicBezTo>
                    <a:pt x="14" y="6"/>
                    <a:pt x="14" y="6"/>
                    <a:pt x="14" y="7"/>
                  </a:cubicBezTo>
                  <a:close/>
                  <a:moveTo>
                    <a:pt x="0" y="14"/>
                  </a:moveTo>
                  <a:cubicBezTo>
                    <a:pt x="1" y="13"/>
                    <a:pt x="5" y="9"/>
                    <a:pt x="6" y="9"/>
                  </a:cubicBezTo>
                  <a:cubicBezTo>
                    <a:pt x="8" y="9"/>
                    <a:pt x="9" y="10"/>
                    <a:pt x="11" y="10"/>
                  </a:cubicBezTo>
                  <a:cubicBezTo>
                    <a:pt x="12" y="8"/>
                    <a:pt x="12" y="6"/>
                    <a:pt x="12" y="3"/>
                  </a:cubicBezTo>
                  <a:cubicBezTo>
                    <a:pt x="12" y="2"/>
                    <a:pt x="14" y="0"/>
                    <a:pt x="15" y="0"/>
                  </a:cubicBezTo>
                  <a:cubicBezTo>
                    <a:pt x="16" y="2"/>
                    <a:pt x="17" y="4"/>
                    <a:pt x="18" y="6"/>
                  </a:cubicBezTo>
                  <a:cubicBezTo>
                    <a:pt x="18" y="7"/>
                    <a:pt x="18" y="9"/>
                    <a:pt x="20" y="10"/>
                  </a:cubicBezTo>
                  <a:cubicBezTo>
                    <a:pt x="20" y="10"/>
                    <a:pt x="20" y="10"/>
                    <a:pt x="20" y="9"/>
                  </a:cubicBezTo>
                  <a:cubicBezTo>
                    <a:pt x="21" y="9"/>
                    <a:pt x="21" y="6"/>
                    <a:pt x="22" y="5"/>
                  </a:cubicBezTo>
                  <a:cubicBezTo>
                    <a:pt x="22" y="5"/>
                    <a:pt x="23" y="5"/>
                    <a:pt x="24" y="5"/>
                  </a:cubicBezTo>
                  <a:cubicBezTo>
                    <a:pt x="25" y="6"/>
                    <a:pt x="24" y="8"/>
                    <a:pt x="24" y="9"/>
                  </a:cubicBezTo>
                  <a:cubicBezTo>
                    <a:pt x="24" y="11"/>
                    <a:pt x="25" y="12"/>
                    <a:pt x="25" y="14"/>
                  </a:cubicBezTo>
                  <a:cubicBezTo>
                    <a:pt x="26" y="15"/>
                    <a:pt x="25" y="15"/>
                    <a:pt x="25" y="16"/>
                  </a:cubicBezTo>
                  <a:cubicBezTo>
                    <a:pt x="26" y="18"/>
                    <a:pt x="29" y="17"/>
                    <a:pt x="30" y="18"/>
                  </a:cubicBezTo>
                  <a:cubicBezTo>
                    <a:pt x="31" y="19"/>
                    <a:pt x="31" y="20"/>
                    <a:pt x="31" y="20"/>
                  </a:cubicBezTo>
                  <a:cubicBezTo>
                    <a:pt x="32" y="21"/>
                    <a:pt x="33" y="21"/>
                    <a:pt x="34" y="22"/>
                  </a:cubicBezTo>
                  <a:cubicBezTo>
                    <a:pt x="34" y="22"/>
                    <a:pt x="35" y="22"/>
                    <a:pt x="35" y="23"/>
                  </a:cubicBezTo>
                  <a:cubicBezTo>
                    <a:pt x="35" y="23"/>
                    <a:pt x="35" y="23"/>
                    <a:pt x="35" y="23"/>
                  </a:cubicBezTo>
                  <a:cubicBezTo>
                    <a:pt x="33" y="22"/>
                    <a:pt x="31" y="23"/>
                    <a:pt x="29" y="23"/>
                  </a:cubicBezTo>
                  <a:cubicBezTo>
                    <a:pt x="28" y="23"/>
                    <a:pt x="27" y="22"/>
                    <a:pt x="26" y="23"/>
                  </a:cubicBezTo>
                  <a:cubicBezTo>
                    <a:pt x="26" y="23"/>
                    <a:pt x="25" y="24"/>
                    <a:pt x="25" y="24"/>
                  </a:cubicBezTo>
                  <a:cubicBezTo>
                    <a:pt x="24" y="25"/>
                    <a:pt x="22" y="24"/>
                    <a:pt x="21" y="26"/>
                  </a:cubicBezTo>
                  <a:cubicBezTo>
                    <a:pt x="21" y="26"/>
                    <a:pt x="21" y="27"/>
                    <a:pt x="21" y="28"/>
                  </a:cubicBezTo>
                  <a:cubicBezTo>
                    <a:pt x="20" y="28"/>
                    <a:pt x="20" y="28"/>
                    <a:pt x="19" y="28"/>
                  </a:cubicBezTo>
                  <a:cubicBezTo>
                    <a:pt x="18" y="28"/>
                    <a:pt x="18" y="29"/>
                    <a:pt x="17" y="30"/>
                  </a:cubicBezTo>
                  <a:cubicBezTo>
                    <a:pt x="16" y="30"/>
                    <a:pt x="15" y="28"/>
                    <a:pt x="14" y="30"/>
                  </a:cubicBezTo>
                  <a:cubicBezTo>
                    <a:pt x="14" y="30"/>
                    <a:pt x="14" y="30"/>
                    <a:pt x="14" y="30"/>
                  </a:cubicBezTo>
                  <a:cubicBezTo>
                    <a:pt x="13" y="28"/>
                    <a:pt x="11" y="28"/>
                    <a:pt x="9" y="28"/>
                  </a:cubicBezTo>
                  <a:cubicBezTo>
                    <a:pt x="10" y="26"/>
                    <a:pt x="11" y="26"/>
                    <a:pt x="11" y="26"/>
                  </a:cubicBezTo>
                  <a:cubicBezTo>
                    <a:pt x="12" y="25"/>
                    <a:pt x="11" y="24"/>
                    <a:pt x="11" y="23"/>
                  </a:cubicBezTo>
                  <a:cubicBezTo>
                    <a:pt x="10" y="21"/>
                    <a:pt x="10" y="19"/>
                    <a:pt x="10" y="17"/>
                  </a:cubicBezTo>
                  <a:cubicBezTo>
                    <a:pt x="9" y="17"/>
                    <a:pt x="9" y="17"/>
                    <a:pt x="8" y="16"/>
                  </a:cubicBezTo>
                  <a:cubicBezTo>
                    <a:pt x="7" y="16"/>
                    <a:pt x="6" y="16"/>
                    <a:pt x="6" y="16"/>
                  </a:cubicBezTo>
                  <a:cubicBezTo>
                    <a:pt x="5" y="16"/>
                    <a:pt x="4" y="15"/>
                    <a:pt x="4" y="15"/>
                  </a:cubicBezTo>
                  <a:cubicBezTo>
                    <a:pt x="2" y="14"/>
                    <a:pt x="1" y="15"/>
                    <a:pt x="0" y="14"/>
                  </a:cubicBezTo>
                  <a:cubicBezTo>
                    <a:pt x="0" y="14"/>
                    <a:pt x="0" y="14"/>
                    <a:pt x="0"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71" name="Freeform 51"/>
            <p:cNvSpPr>
              <a:spLocks noEditPoints="1"/>
            </p:cNvSpPr>
            <p:nvPr/>
          </p:nvSpPr>
          <p:spPr bwMode="auto">
            <a:xfrm>
              <a:off x="8791638" y="4653266"/>
              <a:ext cx="50800" cy="55563"/>
            </a:xfrm>
            <a:custGeom>
              <a:avLst/>
              <a:gdLst>
                <a:gd name="T0" fmla="*/ 20 w 34"/>
                <a:gd name="T1" fmla="*/ 18 h 37"/>
                <a:gd name="T2" fmla="*/ 22 w 34"/>
                <a:gd name="T3" fmla="*/ 19 h 37"/>
                <a:gd name="T4" fmla="*/ 20 w 34"/>
                <a:gd name="T5" fmla="*/ 17 h 37"/>
                <a:gd name="T6" fmla="*/ 14 w 34"/>
                <a:gd name="T7" fmla="*/ 22 h 37"/>
                <a:gd name="T8" fmla="*/ 14 w 34"/>
                <a:gd name="T9" fmla="*/ 24 h 37"/>
                <a:gd name="T10" fmla="*/ 15 w 34"/>
                <a:gd name="T11" fmla="*/ 22 h 37"/>
                <a:gd name="T12" fmla="*/ 14 w 34"/>
                <a:gd name="T13" fmla="*/ 22 h 37"/>
                <a:gd name="T14" fmla="*/ 16 w 34"/>
                <a:gd name="T15" fmla="*/ 20 h 37"/>
                <a:gd name="T16" fmla="*/ 16 w 34"/>
                <a:gd name="T17" fmla="*/ 20 h 37"/>
                <a:gd name="T18" fmla="*/ 16 w 34"/>
                <a:gd name="T19" fmla="*/ 19 h 37"/>
                <a:gd name="T20" fmla="*/ 10 w 34"/>
                <a:gd name="T21" fmla="*/ 5 h 37"/>
                <a:gd name="T22" fmla="*/ 6 w 34"/>
                <a:gd name="T23" fmla="*/ 17 h 37"/>
                <a:gd name="T24" fmla="*/ 8 w 34"/>
                <a:gd name="T25" fmla="*/ 20 h 37"/>
                <a:gd name="T26" fmla="*/ 15 w 34"/>
                <a:gd name="T27" fmla="*/ 16 h 37"/>
                <a:gd name="T28" fmla="*/ 20 w 34"/>
                <a:gd name="T29" fmla="*/ 14 h 37"/>
                <a:gd name="T30" fmla="*/ 25 w 34"/>
                <a:gd name="T31" fmla="*/ 15 h 37"/>
                <a:gd name="T32" fmla="*/ 23 w 34"/>
                <a:gd name="T33" fmla="*/ 27 h 37"/>
                <a:gd name="T34" fmla="*/ 18 w 34"/>
                <a:gd name="T35" fmla="*/ 27 h 37"/>
                <a:gd name="T36" fmla="*/ 17 w 34"/>
                <a:gd name="T37" fmla="*/ 24 h 37"/>
                <a:gd name="T38" fmla="*/ 13 w 34"/>
                <a:gd name="T39" fmla="*/ 25 h 37"/>
                <a:gd name="T40" fmla="*/ 12 w 34"/>
                <a:gd name="T41" fmla="*/ 17 h 37"/>
                <a:gd name="T42" fmla="*/ 10 w 34"/>
                <a:gd name="T43" fmla="*/ 22 h 37"/>
                <a:gd name="T44" fmla="*/ 17 w 34"/>
                <a:gd name="T45" fmla="*/ 32 h 37"/>
                <a:gd name="T46" fmla="*/ 20 w 34"/>
                <a:gd name="T47" fmla="*/ 33 h 37"/>
                <a:gd name="T48" fmla="*/ 24 w 34"/>
                <a:gd name="T49" fmla="*/ 29 h 37"/>
                <a:gd name="T50" fmla="*/ 23 w 34"/>
                <a:gd name="T51" fmla="*/ 28 h 37"/>
                <a:gd name="T52" fmla="*/ 26 w 34"/>
                <a:gd name="T53" fmla="*/ 25 h 37"/>
                <a:gd name="T54" fmla="*/ 21 w 34"/>
                <a:gd name="T55" fmla="*/ 10 h 37"/>
                <a:gd name="T56" fmla="*/ 17 w 34"/>
                <a:gd name="T57" fmla="*/ 6 h 37"/>
                <a:gd name="T58" fmla="*/ 10 w 34"/>
                <a:gd name="T59" fmla="*/ 5 h 37"/>
                <a:gd name="T60" fmla="*/ 12 w 34"/>
                <a:gd name="T61" fmla="*/ 1 h 37"/>
                <a:gd name="T62" fmla="*/ 27 w 34"/>
                <a:gd name="T63" fmla="*/ 12 h 37"/>
                <a:gd name="T64" fmla="*/ 31 w 34"/>
                <a:gd name="T65" fmla="*/ 27 h 37"/>
                <a:gd name="T66" fmla="*/ 26 w 34"/>
                <a:gd name="T67" fmla="*/ 30 h 37"/>
                <a:gd name="T68" fmla="*/ 20 w 34"/>
                <a:gd name="T69" fmla="*/ 35 h 37"/>
                <a:gd name="T70" fmla="*/ 19 w 34"/>
                <a:gd name="T71" fmla="*/ 37 h 37"/>
                <a:gd name="T72" fmla="*/ 14 w 34"/>
                <a:gd name="T73" fmla="*/ 35 h 37"/>
                <a:gd name="T74" fmla="*/ 8 w 34"/>
                <a:gd name="T75" fmla="*/ 27 h 37"/>
                <a:gd name="T76" fmla="*/ 3 w 34"/>
                <a:gd name="T77" fmla="*/ 23 h 37"/>
                <a:gd name="T78" fmla="*/ 4 w 34"/>
                <a:gd name="T79" fmla="*/ 8 h 37"/>
                <a:gd name="T80" fmla="*/ 5 w 34"/>
                <a:gd name="T81" fmla="*/ 5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4" h="37">
                  <a:moveTo>
                    <a:pt x="20" y="17"/>
                  </a:moveTo>
                  <a:cubicBezTo>
                    <a:pt x="20" y="17"/>
                    <a:pt x="20" y="18"/>
                    <a:pt x="20" y="18"/>
                  </a:cubicBezTo>
                  <a:cubicBezTo>
                    <a:pt x="20" y="18"/>
                    <a:pt x="21" y="19"/>
                    <a:pt x="22" y="19"/>
                  </a:cubicBezTo>
                  <a:cubicBezTo>
                    <a:pt x="22" y="19"/>
                    <a:pt x="22" y="19"/>
                    <a:pt x="22" y="19"/>
                  </a:cubicBezTo>
                  <a:cubicBezTo>
                    <a:pt x="22" y="18"/>
                    <a:pt x="22" y="18"/>
                    <a:pt x="22" y="18"/>
                  </a:cubicBezTo>
                  <a:cubicBezTo>
                    <a:pt x="21" y="17"/>
                    <a:pt x="21" y="17"/>
                    <a:pt x="20" y="17"/>
                  </a:cubicBezTo>
                  <a:cubicBezTo>
                    <a:pt x="20" y="17"/>
                    <a:pt x="20" y="17"/>
                    <a:pt x="20" y="17"/>
                  </a:cubicBezTo>
                  <a:close/>
                  <a:moveTo>
                    <a:pt x="14" y="22"/>
                  </a:moveTo>
                  <a:cubicBezTo>
                    <a:pt x="14" y="23"/>
                    <a:pt x="14" y="23"/>
                    <a:pt x="14" y="24"/>
                  </a:cubicBezTo>
                  <a:cubicBezTo>
                    <a:pt x="14" y="24"/>
                    <a:pt x="14" y="24"/>
                    <a:pt x="14" y="24"/>
                  </a:cubicBezTo>
                  <a:cubicBezTo>
                    <a:pt x="14" y="24"/>
                    <a:pt x="14" y="24"/>
                    <a:pt x="14" y="24"/>
                  </a:cubicBezTo>
                  <a:cubicBezTo>
                    <a:pt x="15" y="23"/>
                    <a:pt x="14" y="23"/>
                    <a:pt x="15" y="22"/>
                  </a:cubicBezTo>
                  <a:cubicBezTo>
                    <a:pt x="15" y="22"/>
                    <a:pt x="14" y="22"/>
                    <a:pt x="14" y="22"/>
                  </a:cubicBezTo>
                  <a:cubicBezTo>
                    <a:pt x="14" y="22"/>
                    <a:pt x="14" y="22"/>
                    <a:pt x="14" y="22"/>
                  </a:cubicBezTo>
                  <a:close/>
                  <a:moveTo>
                    <a:pt x="16" y="19"/>
                  </a:moveTo>
                  <a:cubicBezTo>
                    <a:pt x="16" y="19"/>
                    <a:pt x="16" y="19"/>
                    <a:pt x="16" y="20"/>
                  </a:cubicBezTo>
                  <a:cubicBezTo>
                    <a:pt x="16" y="20"/>
                    <a:pt x="16" y="20"/>
                    <a:pt x="16" y="20"/>
                  </a:cubicBezTo>
                  <a:cubicBezTo>
                    <a:pt x="16" y="20"/>
                    <a:pt x="16" y="20"/>
                    <a:pt x="16" y="20"/>
                  </a:cubicBezTo>
                  <a:cubicBezTo>
                    <a:pt x="16" y="19"/>
                    <a:pt x="16" y="19"/>
                    <a:pt x="16" y="19"/>
                  </a:cubicBezTo>
                  <a:cubicBezTo>
                    <a:pt x="16" y="19"/>
                    <a:pt x="16" y="19"/>
                    <a:pt x="16" y="19"/>
                  </a:cubicBezTo>
                  <a:cubicBezTo>
                    <a:pt x="16" y="19"/>
                    <a:pt x="16" y="19"/>
                    <a:pt x="16" y="19"/>
                  </a:cubicBezTo>
                  <a:close/>
                  <a:moveTo>
                    <a:pt x="10" y="5"/>
                  </a:moveTo>
                  <a:cubicBezTo>
                    <a:pt x="9" y="6"/>
                    <a:pt x="8" y="7"/>
                    <a:pt x="7" y="8"/>
                  </a:cubicBezTo>
                  <a:cubicBezTo>
                    <a:pt x="5" y="11"/>
                    <a:pt x="6" y="14"/>
                    <a:pt x="6" y="17"/>
                  </a:cubicBezTo>
                  <a:cubicBezTo>
                    <a:pt x="6" y="18"/>
                    <a:pt x="7" y="20"/>
                    <a:pt x="8" y="20"/>
                  </a:cubicBezTo>
                  <a:cubicBezTo>
                    <a:pt x="8" y="20"/>
                    <a:pt x="8" y="20"/>
                    <a:pt x="8" y="20"/>
                  </a:cubicBezTo>
                  <a:cubicBezTo>
                    <a:pt x="9" y="19"/>
                    <a:pt x="8" y="12"/>
                    <a:pt x="12" y="12"/>
                  </a:cubicBezTo>
                  <a:cubicBezTo>
                    <a:pt x="13" y="12"/>
                    <a:pt x="14" y="15"/>
                    <a:pt x="15" y="16"/>
                  </a:cubicBezTo>
                  <a:cubicBezTo>
                    <a:pt x="16" y="16"/>
                    <a:pt x="18" y="16"/>
                    <a:pt x="19" y="15"/>
                  </a:cubicBezTo>
                  <a:cubicBezTo>
                    <a:pt x="19" y="15"/>
                    <a:pt x="19" y="15"/>
                    <a:pt x="20" y="14"/>
                  </a:cubicBezTo>
                  <a:cubicBezTo>
                    <a:pt x="21" y="14"/>
                    <a:pt x="22" y="13"/>
                    <a:pt x="24" y="13"/>
                  </a:cubicBezTo>
                  <a:cubicBezTo>
                    <a:pt x="24" y="14"/>
                    <a:pt x="24" y="14"/>
                    <a:pt x="25" y="15"/>
                  </a:cubicBezTo>
                  <a:cubicBezTo>
                    <a:pt x="25" y="16"/>
                    <a:pt x="24" y="17"/>
                    <a:pt x="24" y="18"/>
                  </a:cubicBezTo>
                  <a:cubicBezTo>
                    <a:pt x="24" y="21"/>
                    <a:pt x="24" y="24"/>
                    <a:pt x="23" y="27"/>
                  </a:cubicBezTo>
                  <a:cubicBezTo>
                    <a:pt x="22" y="27"/>
                    <a:pt x="22" y="28"/>
                    <a:pt x="21" y="29"/>
                  </a:cubicBezTo>
                  <a:cubicBezTo>
                    <a:pt x="20" y="28"/>
                    <a:pt x="19" y="28"/>
                    <a:pt x="18" y="27"/>
                  </a:cubicBezTo>
                  <a:cubicBezTo>
                    <a:pt x="18" y="26"/>
                    <a:pt x="18" y="25"/>
                    <a:pt x="18" y="25"/>
                  </a:cubicBezTo>
                  <a:cubicBezTo>
                    <a:pt x="18" y="25"/>
                    <a:pt x="17" y="25"/>
                    <a:pt x="17" y="24"/>
                  </a:cubicBezTo>
                  <a:cubicBezTo>
                    <a:pt x="17" y="24"/>
                    <a:pt x="17" y="25"/>
                    <a:pt x="16" y="25"/>
                  </a:cubicBezTo>
                  <a:cubicBezTo>
                    <a:pt x="15" y="25"/>
                    <a:pt x="14" y="26"/>
                    <a:pt x="13" y="25"/>
                  </a:cubicBezTo>
                  <a:cubicBezTo>
                    <a:pt x="13" y="25"/>
                    <a:pt x="12" y="24"/>
                    <a:pt x="12" y="24"/>
                  </a:cubicBezTo>
                  <a:cubicBezTo>
                    <a:pt x="12" y="23"/>
                    <a:pt x="15" y="17"/>
                    <a:pt x="12" y="17"/>
                  </a:cubicBezTo>
                  <a:cubicBezTo>
                    <a:pt x="12" y="17"/>
                    <a:pt x="12" y="17"/>
                    <a:pt x="12" y="17"/>
                  </a:cubicBezTo>
                  <a:cubicBezTo>
                    <a:pt x="12" y="18"/>
                    <a:pt x="10" y="21"/>
                    <a:pt x="10" y="22"/>
                  </a:cubicBezTo>
                  <a:cubicBezTo>
                    <a:pt x="10" y="23"/>
                    <a:pt x="11" y="23"/>
                    <a:pt x="11" y="25"/>
                  </a:cubicBezTo>
                  <a:cubicBezTo>
                    <a:pt x="12" y="27"/>
                    <a:pt x="15" y="30"/>
                    <a:pt x="17" y="32"/>
                  </a:cubicBezTo>
                  <a:cubicBezTo>
                    <a:pt x="18" y="33"/>
                    <a:pt x="18" y="33"/>
                    <a:pt x="18" y="33"/>
                  </a:cubicBezTo>
                  <a:cubicBezTo>
                    <a:pt x="19" y="33"/>
                    <a:pt x="20" y="33"/>
                    <a:pt x="20" y="33"/>
                  </a:cubicBezTo>
                  <a:cubicBezTo>
                    <a:pt x="21" y="33"/>
                    <a:pt x="23" y="29"/>
                    <a:pt x="24" y="29"/>
                  </a:cubicBezTo>
                  <a:cubicBezTo>
                    <a:pt x="24" y="29"/>
                    <a:pt x="24" y="29"/>
                    <a:pt x="24" y="29"/>
                  </a:cubicBezTo>
                  <a:cubicBezTo>
                    <a:pt x="24" y="29"/>
                    <a:pt x="24" y="29"/>
                    <a:pt x="23" y="28"/>
                  </a:cubicBezTo>
                  <a:cubicBezTo>
                    <a:pt x="23" y="28"/>
                    <a:pt x="23" y="28"/>
                    <a:pt x="23" y="28"/>
                  </a:cubicBezTo>
                  <a:cubicBezTo>
                    <a:pt x="24" y="27"/>
                    <a:pt x="25" y="28"/>
                    <a:pt x="26" y="27"/>
                  </a:cubicBezTo>
                  <a:cubicBezTo>
                    <a:pt x="26" y="26"/>
                    <a:pt x="26" y="25"/>
                    <a:pt x="26" y="25"/>
                  </a:cubicBezTo>
                  <a:cubicBezTo>
                    <a:pt x="27" y="24"/>
                    <a:pt x="29" y="24"/>
                    <a:pt x="30" y="23"/>
                  </a:cubicBezTo>
                  <a:cubicBezTo>
                    <a:pt x="31" y="19"/>
                    <a:pt x="25" y="12"/>
                    <a:pt x="21" y="10"/>
                  </a:cubicBezTo>
                  <a:cubicBezTo>
                    <a:pt x="21" y="9"/>
                    <a:pt x="20" y="8"/>
                    <a:pt x="19" y="7"/>
                  </a:cubicBezTo>
                  <a:cubicBezTo>
                    <a:pt x="18" y="7"/>
                    <a:pt x="18" y="7"/>
                    <a:pt x="17" y="6"/>
                  </a:cubicBezTo>
                  <a:cubicBezTo>
                    <a:pt x="15" y="5"/>
                    <a:pt x="14" y="3"/>
                    <a:pt x="12" y="3"/>
                  </a:cubicBezTo>
                  <a:cubicBezTo>
                    <a:pt x="11" y="3"/>
                    <a:pt x="10" y="4"/>
                    <a:pt x="10" y="5"/>
                  </a:cubicBezTo>
                  <a:close/>
                  <a:moveTo>
                    <a:pt x="7" y="5"/>
                  </a:moveTo>
                  <a:cubicBezTo>
                    <a:pt x="9" y="3"/>
                    <a:pt x="10" y="1"/>
                    <a:pt x="12" y="1"/>
                  </a:cubicBezTo>
                  <a:cubicBezTo>
                    <a:pt x="16" y="0"/>
                    <a:pt x="20" y="5"/>
                    <a:pt x="24" y="9"/>
                  </a:cubicBezTo>
                  <a:cubicBezTo>
                    <a:pt x="25" y="10"/>
                    <a:pt x="26" y="11"/>
                    <a:pt x="27" y="12"/>
                  </a:cubicBezTo>
                  <a:cubicBezTo>
                    <a:pt x="29" y="15"/>
                    <a:pt x="33" y="17"/>
                    <a:pt x="34" y="20"/>
                  </a:cubicBezTo>
                  <a:cubicBezTo>
                    <a:pt x="34" y="21"/>
                    <a:pt x="33" y="27"/>
                    <a:pt x="31" y="27"/>
                  </a:cubicBezTo>
                  <a:cubicBezTo>
                    <a:pt x="30" y="28"/>
                    <a:pt x="27" y="27"/>
                    <a:pt x="26" y="29"/>
                  </a:cubicBezTo>
                  <a:cubicBezTo>
                    <a:pt x="26" y="29"/>
                    <a:pt x="26" y="30"/>
                    <a:pt x="26" y="30"/>
                  </a:cubicBezTo>
                  <a:cubicBezTo>
                    <a:pt x="26" y="31"/>
                    <a:pt x="23" y="34"/>
                    <a:pt x="22" y="35"/>
                  </a:cubicBezTo>
                  <a:cubicBezTo>
                    <a:pt x="21" y="35"/>
                    <a:pt x="20" y="35"/>
                    <a:pt x="20" y="35"/>
                  </a:cubicBezTo>
                  <a:cubicBezTo>
                    <a:pt x="19" y="36"/>
                    <a:pt x="20" y="37"/>
                    <a:pt x="19" y="37"/>
                  </a:cubicBezTo>
                  <a:cubicBezTo>
                    <a:pt x="19" y="37"/>
                    <a:pt x="19" y="37"/>
                    <a:pt x="19" y="37"/>
                  </a:cubicBezTo>
                  <a:cubicBezTo>
                    <a:pt x="18" y="37"/>
                    <a:pt x="17" y="37"/>
                    <a:pt x="16" y="37"/>
                  </a:cubicBezTo>
                  <a:cubicBezTo>
                    <a:pt x="16" y="37"/>
                    <a:pt x="14" y="35"/>
                    <a:pt x="14" y="35"/>
                  </a:cubicBezTo>
                  <a:cubicBezTo>
                    <a:pt x="14" y="33"/>
                    <a:pt x="12" y="31"/>
                    <a:pt x="11" y="29"/>
                  </a:cubicBezTo>
                  <a:cubicBezTo>
                    <a:pt x="10" y="28"/>
                    <a:pt x="8" y="27"/>
                    <a:pt x="8" y="27"/>
                  </a:cubicBezTo>
                  <a:cubicBezTo>
                    <a:pt x="7" y="26"/>
                    <a:pt x="6" y="25"/>
                    <a:pt x="5" y="25"/>
                  </a:cubicBezTo>
                  <a:cubicBezTo>
                    <a:pt x="5" y="24"/>
                    <a:pt x="4" y="23"/>
                    <a:pt x="3" y="23"/>
                  </a:cubicBezTo>
                  <a:cubicBezTo>
                    <a:pt x="0" y="18"/>
                    <a:pt x="1" y="17"/>
                    <a:pt x="2" y="12"/>
                  </a:cubicBezTo>
                  <a:cubicBezTo>
                    <a:pt x="2" y="11"/>
                    <a:pt x="3" y="9"/>
                    <a:pt x="4" y="8"/>
                  </a:cubicBezTo>
                  <a:cubicBezTo>
                    <a:pt x="4" y="8"/>
                    <a:pt x="4" y="8"/>
                    <a:pt x="4" y="8"/>
                  </a:cubicBezTo>
                  <a:cubicBezTo>
                    <a:pt x="4" y="7"/>
                    <a:pt x="5" y="6"/>
                    <a:pt x="5" y="5"/>
                  </a:cubicBezTo>
                  <a:cubicBezTo>
                    <a:pt x="6" y="5"/>
                    <a:pt x="7" y="5"/>
                    <a:pt x="7"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72" name="Freeform 52"/>
            <p:cNvSpPr>
              <a:spLocks noEditPoints="1"/>
            </p:cNvSpPr>
            <p:nvPr/>
          </p:nvSpPr>
          <p:spPr bwMode="auto">
            <a:xfrm>
              <a:off x="8847200" y="4611991"/>
              <a:ext cx="46038" cy="58738"/>
            </a:xfrm>
            <a:custGeom>
              <a:avLst/>
              <a:gdLst>
                <a:gd name="T0" fmla="*/ 8 w 31"/>
                <a:gd name="T1" fmla="*/ 31 h 39"/>
                <a:gd name="T2" fmla="*/ 9 w 31"/>
                <a:gd name="T3" fmla="*/ 30 h 39"/>
                <a:gd name="T4" fmla="*/ 8 w 31"/>
                <a:gd name="T5" fmla="*/ 26 h 39"/>
                <a:gd name="T6" fmla="*/ 18 w 31"/>
                <a:gd name="T7" fmla="*/ 18 h 39"/>
                <a:gd name="T8" fmla="*/ 18 w 31"/>
                <a:gd name="T9" fmla="*/ 21 h 39"/>
                <a:gd name="T10" fmla="*/ 19 w 31"/>
                <a:gd name="T11" fmla="*/ 18 h 39"/>
                <a:gd name="T12" fmla="*/ 7 w 31"/>
                <a:gd name="T13" fmla="*/ 22 h 39"/>
                <a:gd name="T14" fmla="*/ 6 w 31"/>
                <a:gd name="T15" fmla="*/ 23 h 39"/>
                <a:gd name="T16" fmla="*/ 7 w 31"/>
                <a:gd name="T17" fmla="*/ 22 h 39"/>
                <a:gd name="T18" fmla="*/ 7 w 31"/>
                <a:gd name="T19" fmla="*/ 22 h 39"/>
                <a:gd name="T20" fmla="*/ 23 w 31"/>
                <a:gd name="T21" fmla="*/ 12 h 39"/>
                <a:gd name="T22" fmla="*/ 23 w 31"/>
                <a:gd name="T23" fmla="*/ 12 h 39"/>
                <a:gd name="T24" fmla="*/ 23 w 31"/>
                <a:gd name="T25" fmla="*/ 11 h 39"/>
                <a:gd name="T26" fmla="*/ 10 w 31"/>
                <a:gd name="T27" fmla="*/ 19 h 39"/>
                <a:gd name="T28" fmla="*/ 10 w 31"/>
                <a:gd name="T29" fmla="*/ 23 h 39"/>
                <a:gd name="T30" fmla="*/ 10 w 31"/>
                <a:gd name="T31" fmla="*/ 19 h 39"/>
                <a:gd name="T32" fmla="*/ 15 w 31"/>
                <a:gd name="T33" fmla="*/ 13 h 39"/>
                <a:gd name="T34" fmla="*/ 16 w 31"/>
                <a:gd name="T35" fmla="*/ 14 h 39"/>
                <a:gd name="T36" fmla="*/ 15 w 31"/>
                <a:gd name="T37" fmla="*/ 13 h 39"/>
                <a:gd name="T38" fmla="*/ 9 w 31"/>
                <a:gd name="T39" fmla="*/ 16 h 39"/>
                <a:gd name="T40" fmla="*/ 9 w 31"/>
                <a:gd name="T41" fmla="*/ 18 h 39"/>
                <a:gd name="T42" fmla="*/ 9 w 31"/>
                <a:gd name="T43" fmla="*/ 16 h 39"/>
                <a:gd name="T44" fmla="*/ 19 w 31"/>
                <a:gd name="T45" fmla="*/ 4 h 39"/>
                <a:gd name="T46" fmla="*/ 23 w 31"/>
                <a:gd name="T47" fmla="*/ 7 h 39"/>
                <a:gd name="T48" fmla="*/ 29 w 31"/>
                <a:gd name="T49" fmla="*/ 9 h 39"/>
                <a:gd name="T50" fmla="*/ 25 w 31"/>
                <a:gd name="T51" fmla="*/ 16 h 39"/>
                <a:gd name="T52" fmla="*/ 29 w 31"/>
                <a:gd name="T53" fmla="*/ 26 h 39"/>
                <a:gd name="T54" fmla="*/ 30 w 31"/>
                <a:gd name="T55" fmla="*/ 30 h 39"/>
                <a:gd name="T56" fmla="*/ 31 w 31"/>
                <a:gd name="T57" fmla="*/ 32 h 39"/>
                <a:gd name="T58" fmla="*/ 22 w 31"/>
                <a:gd name="T59" fmla="*/ 23 h 39"/>
                <a:gd name="T60" fmla="*/ 16 w 31"/>
                <a:gd name="T61" fmla="*/ 29 h 39"/>
                <a:gd name="T62" fmla="*/ 15 w 31"/>
                <a:gd name="T63" fmla="*/ 22 h 39"/>
                <a:gd name="T64" fmla="*/ 15 w 31"/>
                <a:gd name="T65" fmla="*/ 19 h 39"/>
                <a:gd name="T66" fmla="*/ 12 w 31"/>
                <a:gd name="T67" fmla="*/ 19 h 39"/>
                <a:gd name="T68" fmla="*/ 13 w 31"/>
                <a:gd name="T69" fmla="*/ 29 h 39"/>
                <a:gd name="T70" fmla="*/ 17 w 31"/>
                <a:gd name="T71" fmla="*/ 34 h 39"/>
                <a:gd name="T72" fmla="*/ 14 w 31"/>
                <a:gd name="T73" fmla="*/ 33 h 39"/>
                <a:gd name="T74" fmla="*/ 12 w 31"/>
                <a:gd name="T75" fmla="*/ 32 h 39"/>
                <a:gd name="T76" fmla="*/ 7 w 31"/>
                <a:gd name="T77" fmla="*/ 39 h 39"/>
                <a:gd name="T78" fmla="*/ 6 w 31"/>
                <a:gd name="T79" fmla="*/ 33 h 39"/>
                <a:gd name="T80" fmla="*/ 6 w 31"/>
                <a:gd name="T81" fmla="*/ 26 h 39"/>
                <a:gd name="T82" fmla="*/ 2 w 31"/>
                <a:gd name="T83" fmla="*/ 29 h 39"/>
                <a:gd name="T84" fmla="*/ 4 w 31"/>
                <a:gd name="T85" fmla="*/ 13 h 39"/>
                <a:gd name="T86" fmla="*/ 6 w 31"/>
                <a:gd name="T87" fmla="*/ 9 h 39"/>
                <a:gd name="T88" fmla="*/ 3 w 31"/>
                <a:gd name="T89" fmla="*/ 23 h 39"/>
                <a:gd name="T90" fmla="*/ 3 w 31"/>
                <a:gd name="T91" fmla="*/ 27 h 39"/>
                <a:gd name="T92" fmla="*/ 9 w 31"/>
                <a:gd name="T93" fmla="*/ 14 h 39"/>
                <a:gd name="T94" fmla="*/ 13 w 31"/>
                <a:gd name="T95" fmla="*/ 15 h 39"/>
                <a:gd name="T96" fmla="*/ 12 w 31"/>
                <a:gd name="T97" fmla="*/ 9 h 39"/>
                <a:gd name="T98" fmla="*/ 11 w 31"/>
                <a:gd name="T99" fmla="*/ 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1" h="39">
                  <a:moveTo>
                    <a:pt x="8" y="26"/>
                  </a:moveTo>
                  <a:cubicBezTo>
                    <a:pt x="8" y="27"/>
                    <a:pt x="8" y="30"/>
                    <a:pt x="8" y="31"/>
                  </a:cubicBezTo>
                  <a:cubicBezTo>
                    <a:pt x="8" y="31"/>
                    <a:pt x="8" y="31"/>
                    <a:pt x="8" y="31"/>
                  </a:cubicBezTo>
                  <a:cubicBezTo>
                    <a:pt x="8" y="31"/>
                    <a:pt x="9" y="31"/>
                    <a:pt x="9" y="30"/>
                  </a:cubicBezTo>
                  <a:cubicBezTo>
                    <a:pt x="9" y="29"/>
                    <a:pt x="11" y="27"/>
                    <a:pt x="9" y="26"/>
                  </a:cubicBezTo>
                  <a:cubicBezTo>
                    <a:pt x="9" y="26"/>
                    <a:pt x="9" y="26"/>
                    <a:pt x="8" y="26"/>
                  </a:cubicBezTo>
                  <a:cubicBezTo>
                    <a:pt x="9" y="26"/>
                    <a:pt x="8" y="26"/>
                    <a:pt x="8" y="26"/>
                  </a:cubicBezTo>
                  <a:close/>
                  <a:moveTo>
                    <a:pt x="18" y="18"/>
                  </a:moveTo>
                  <a:cubicBezTo>
                    <a:pt x="18" y="19"/>
                    <a:pt x="17" y="20"/>
                    <a:pt x="17" y="21"/>
                  </a:cubicBezTo>
                  <a:cubicBezTo>
                    <a:pt x="17" y="21"/>
                    <a:pt x="17" y="21"/>
                    <a:pt x="18" y="21"/>
                  </a:cubicBezTo>
                  <a:cubicBezTo>
                    <a:pt x="18" y="21"/>
                    <a:pt x="18" y="21"/>
                    <a:pt x="18" y="21"/>
                  </a:cubicBezTo>
                  <a:cubicBezTo>
                    <a:pt x="19" y="21"/>
                    <a:pt x="21" y="19"/>
                    <a:pt x="19" y="18"/>
                  </a:cubicBezTo>
                  <a:cubicBezTo>
                    <a:pt x="19" y="17"/>
                    <a:pt x="19" y="17"/>
                    <a:pt x="18" y="18"/>
                  </a:cubicBezTo>
                  <a:close/>
                  <a:moveTo>
                    <a:pt x="7" y="22"/>
                  </a:moveTo>
                  <a:cubicBezTo>
                    <a:pt x="7" y="22"/>
                    <a:pt x="7" y="23"/>
                    <a:pt x="6" y="23"/>
                  </a:cubicBezTo>
                  <a:cubicBezTo>
                    <a:pt x="6" y="23"/>
                    <a:pt x="6" y="23"/>
                    <a:pt x="6" y="23"/>
                  </a:cubicBezTo>
                  <a:cubicBezTo>
                    <a:pt x="7" y="23"/>
                    <a:pt x="7" y="23"/>
                    <a:pt x="7" y="23"/>
                  </a:cubicBezTo>
                  <a:cubicBezTo>
                    <a:pt x="7" y="22"/>
                    <a:pt x="7" y="22"/>
                    <a:pt x="7" y="22"/>
                  </a:cubicBezTo>
                  <a:cubicBezTo>
                    <a:pt x="7" y="22"/>
                    <a:pt x="7" y="22"/>
                    <a:pt x="7" y="22"/>
                  </a:cubicBezTo>
                  <a:cubicBezTo>
                    <a:pt x="7" y="22"/>
                    <a:pt x="7" y="22"/>
                    <a:pt x="7" y="22"/>
                  </a:cubicBezTo>
                  <a:close/>
                  <a:moveTo>
                    <a:pt x="23" y="11"/>
                  </a:moveTo>
                  <a:cubicBezTo>
                    <a:pt x="23" y="12"/>
                    <a:pt x="23" y="12"/>
                    <a:pt x="23" y="12"/>
                  </a:cubicBezTo>
                  <a:cubicBezTo>
                    <a:pt x="23" y="12"/>
                    <a:pt x="23" y="12"/>
                    <a:pt x="23" y="12"/>
                  </a:cubicBezTo>
                  <a:cubicBezTo>
                    <a:pt x="23" y="12"/>
                    <a:pt x="23" y="12"/>
                    <a:pt x="23" y="12"/>
                  </a:cubicBezTo>
                  <a:cubicBezTo>
                    <a:pt x="23" y="12"/>
                    <a:pt x="23" y="12"/>
                    <a:pt x="23" y="11"/>
                  </a:cubicBezTo>
                  <a:cubicBezTo>
                    <a:pt x="23" y="11"/>
                    <a:pt x="23" y="11"/>
                    <a:pt x="23" y="11"/>
                  </a:cubicBezTo>
                  <a:cubicBezTo>
                    <a:pt x="23" y="11"/>
                    <a:pt x="23" y="11"/>
                    <a:pt x="23" y="11"/>
                  </a:cubicBezTo>
                  <a:close/>
                  <a:moveTo>
                    <a:pt x="10" y="19"/>
                  </a:moveTo>
                  <a:cubicBezTo>
                    <a:pt x="9" y="20"/>
                    <a:pt x="9" y="23"/>
                    <a:pt x="10" y="23"/>
                  </a:cubicBezTo>
                  <a:cubicBezTo>
                    <a:pt x="10" y="23"/>
                    <a:pt x="10" y="23"/>
                    <a:pt x="10" y="23"/>
                  </a:cubicBezTo>
                  <a:cubicBezTo>
                    <a:pt x="11" y="22"/>
                    <a:pt x="11" y="20"/>
                    <a:pt x="11" y="19"/>
                  </a:cubicBezTo>
                  <a:cubicBezTo>
                    <a:pt x="11" y="19"/>
                    <a:pt x="10" y="19"/>
                    <a:pt x="10" y="19"/>
                  </a:cubicBezTo>
                  <a:close/>
                  <a:moveTo>
                    <a:pt x="15" y="13"/>
                  </a:moveTo>
                  <a:cubicBezTo>
                    <a:pt x="15" y="13"/>
                    <a:pt x="15" y="13"/>
                    <a:pt x="15" y="13"/>
                  </a:cubicBezTo>
                  <a:cubicBezTo>
                    <a:pt x="15" y="14"/>
                    <a:pt x="15" y="14"/>
                    <a:pt x="15" y="14"/>
                  </a:cubicBezTo>
                  <a:cubicBezTo>
                    <a:pt x="16" y="14"/>
                    <a:pt x="16" y="14"/>
                    <a:pt x="16" y="14"/>
                  </a:cubicBezTo>
                  <a:cubicBezTo>
                    <a:pt x="16" y="14"/>
                    <a:pt x="16" y="13"/>
                    <a:pt x="16" y="13"/>
                  </a:cubicBezTo>
                  <a:cubicBezTo>
                    <a:pt x="16" y="13"/>
                    <a:pt x="16" y="13"/>
                    <a:pt x="15" y="13"/>
                  </a:cubicBezTo>
                  <a:cubicBezTo>
                    <a:pt x="16" y="13"/>
                    <a:pt x="16" y="13"/>
                    <a:pt x="15" y="13"/>
                  </a:cubicBezTo>
                  <a:close/>
                  <a:moveTo>
                    <a:pt x="9" y="16"/>
                  </a:moveTo>
                  <a:cubicBezTo>
                    <a:pt x="8" y="17"/>
                    <a:pt x="8" y="18"/>
                    <a:pt x="9" y="18"/>
                  </a:cubicBezTo>
                  <a:cubicBezTo>
                    <a:pt x="9" y="18"/>
                    <a:pt x="9" y="18"/>
                    <a:pt x="9" y="18"/>
                  </a:cubicBezTo>
                  <a:cubicBezTo>
                    <a:pt x="9" y="17"/>
                    <a:pt x="9" y="17"/>
                    <a:pt x="9" y="16"/>
                  </a:cubicBezTo>
                  <a:cubicBezTo>
                    <a:pt x="9" y="15"/>
                    <a:pt x="9" y="16"/>
                    <a:pt x="9" y="16"/>
                  </a:cubicBezTo>
                  <a:close/>
                  <a:moveTo>
                    <a:pt x="11" y="1"/>
                  </a:moveTo>
                  <a:cubicBezTo>
                    <a:pt x="13" y="0"/>
                    <a:pt x="17" y="2"/>
                    <a:pt x="19" y="4"/>
                  </a:cubicBezTo>
                  <a:cubicBezTo>
                    <a:pt x="19" y="5"/>
                    <a:pt x="19" y="6"/>
                    <a:pt x="20" y="6"/>
                  </a:cubicBezTo>
                  <a:cubicBezTo>
                    <a:pt x="21" y="7"/>
                    <a:pt x="22" y="7"/>
                    <a:pt x="23" y="7"/>
                  </a:cubicBezTo>
                  <a:cubicBezTo>
                    <a:pt x="24" y="8"/>
                    <a:pt x="25" y="9"/>
                    <a:pt x="25" y="9"/>
                  </a:cubicBezTo>
                  <a:cubicBezTo>
                    <a:pt x="27" y="9"/>
                    <a:pt x="28" y="9"/>
                    <a:pt x="29" y="9"/>
                  </a:cubicBezTo>
                  <a:cubicBezTo>
                    <a:pt x="29" y="9"/>
                    <a:pt x="29" y="9"/>
                    <a:pt x="29" y="10"/>
                  </a:cubicBezTo>
                  <a:cubicBezTo>
                    <a:pt x="28" y="12"/>
                    <a:pt x="25" y="14"/>
                    <a:pt x="25" y="16"/>
                  </a:cubicBezTo>
                  <a:cubicBezTo>
                    <a:pt x="25" y="18"/>
                    <a:pt x="27" y="19"/>
                    <a:pt x="27" y="21"/>
                  </a:cubicBezTo>
                  <a:cubicBezTo>
                    <a:pt x="28" y="23"/>
                    <a:pt x="29" y="24"/>
                    <a:pt x="29" y="26"/>
                  </a:cubicBezTo>
                  <a:cubicBezTo>
                    <a:pt x="29" y="26"/>
                    <a:pt x="29" y="27"/>
                    <a:pt x="30" y="27"/>
                  </a:cubicBezTo>
                  <a:cubicBezTo>
                    <a:pt x="30" y="28"/>
                    <a:pt x="30" y="29"/>
                    <a:pt x="30" y="30"/>
                  </a:cubicBezTo>
                  <a:cubicBezTo>
                    <a:pt x="30" y="31"/>
                    <a:pt x="31" y="31"/>
                    <a:pt x="31" y="32"/>
                  </a:cubicBezTo>
                  <a:cubicBezTo>
                    <a:pt x="31" y="32"/>
                    <a:pt x="31" y="32"/>
                    <a:pt x="31" y="32"/>
                  </a:cubicBezTo>
                  <a:cubicBezTo>
                    <a:pt x="29" y="31"/>
                    <a:pt x="27" y="30"/>
                    <a:pt x="25" y="28"/>
                  </a:cubicBezTo>
                  <a:cubicBezTo>
                    <a:pt x="24" y="26"/>
                    <a:pt x="23" y="24"/>
                    <a:pt x="22" y="23"/>
                  </a:cubicBezTo>
                  <a:cubicBezTo>
                    <a:pt x="22" y="23"/>
                    <a:pt x="22" y="23"/>
                    <a:pt x="22" y="23"/>
                  </a:cubicBezTo>
                  <a:cubicBezTo>
                    <a:pt x="20" y="25"/>
                    <a:pt x="19" y="27"/>
                    <a:pt x="16" y="29"/>
                  </a:cubicBezTo>
                  <a:cubicBezTo>
                    <a:pt x="15" y="28"/>
                    <a:pt x="13" y="26"/>
                    <a:pt x="14" y="25"/>
                  </a:cubicBezTo>
                  <a:cubicBezTo>
                    <a:pt x="14" y="24"/>
                    <a:pt x="15" y="23"/>
                    <a:pt x="15" y="22"/>
                  </a:cubicBezTo>
                  <a:cubicBezTo>
                    <a:pt x="15" y="22"/>
                    <a:pt x="14" y="21"/>
                    <a:pt x="14" y="21"/>
                  </a:cubicBezTo>
                  <a:cubicBezTo>
                    <a:pt x="14" y="20"/>
                    <a:pt x="14" y="19"/>
                    <a:pt x="15" y="19"/>
                  </a:cubicBezTo>
                  <a:cubicBezTo>
                    <a:pt x="15" y="18"/>
                    <a:pt x="14" y="15"/>
                    <a:pt x="13" y="16"/>
                  </a:cubicBezTo>
                  <a:cubicBezTo>
                    <a:pt x="12" y="16"/>
                    <a:pt x="12" y="18"/>
                    <a:pt x="12" y="19"/>
                  </a:cubicBezTo>
                  <a:cubicBezTo>
                    <a:pt x="12" y="20"/>
                    <a:pt x="13" y="21"/>
                    <a:pt x="13" y="23"/>
                  </a:cubicBezTo>
                  <a:cubicBezTo>
                    <a:pt x="13" y="25"/>
                    <a:pt x="11" y="26"/>
                    <a:pt x="13" y="29"/>
                  </a:cubicBezTo>
                  <a:cubicBezTo>
                    <a:pt x="14" y="31"/>
                    <a:pt x="17" y="33"/>
                    <a:pt x="17" y="34"/>
                  </a:cubicBezTo>
                  <a:cubicBezTo>
                    <a:pt x="17" y="34"/>
                    <a:pt x="17" y="34"/>
                    <a:pt x="17" y="34"/>
                  </a:cubicBezTo>
                  <a:cubicBezTo>
                    <a:pt x="17" y="35"/>
                    <a:pt x="17" y="35"/>
                    <a:pt x="17" y="35"/>
                  </a:cubicBezTo>
                  <a:cubicBezTo>
                    <a:pt x="16" y="34"/>
                    <a:pt x="15" y="34"/>
                    <a:pt x="14" y="33"/>
                  </a:cubicBezTo>
                  <a:cubicBezTo>
                    <a:pt x="13" y="33"/>
                    <a:pt x="13" y="32"/>
                    <a:pt x="12" y="32"/>
                  </a:cubicBezTo>
                  <a:cubicBezTo>
                    <a:pt x="12" y="32"/>
                    <a:pt x="12" y="32"/>
                    <a:pt x="12" y="32"/>
                  </a:cubicBezTo>
                  <a:cubicBezTo>
                    <a:pt x="11" y="34"/>
                    <a:pt x="11" y="37"/>
                    <a:pt x="8" y="39"/>
                  </a:cubicBezTo>
                  <a:cubicBezTo>
                    <a:pt x="7" y="39"/>
                    <a:pt x="7" y="39"/>
                    <a:pt x="7" y="39"/>
                  </a:cubicBezTo>
                  <a:cubicBezTo>
                    <a:pt x="7" y="38"/>
                    <a:pt x="5" y="36"/>
                    <a:pt x="5" y="35"/>
                  </a:cubicBezTo>
                  <a:cubicBezTo>
                    <a:pt x="5" y="34"/>
                    <a:pt x="5" y="33"/>
                    <a:pt x="6" y="33"/>
                  </a:cubicBezTo>
                  <a:cubicBezTo>
                    <a:pt x="6" y="31"/>
                    <a:pt x="6" y="28"/>
                    <a:pt x="6" y="26"/>
                  </a:cubicBezTo>
                  <a:cubicBezTo>
                    <a:pt x="6" y="26"/>
                    <a:pt x="6" y="26"/>
                    <a:pt x="6" y="26"/>
                  </a:cubicBezTo>
                  <a:cubicBezTo>
                    <a:pt x="6" y="26"/>
                    <a:pt x="6" y="26"/>
                    <a:pt x="6" y="26"/>
                  </a:cubicBezTo>
                  <a:cubicBezTo>
                    <a:pt x="5" y="27"/>
                    <a:pt x="3" y="29"/>
                    <a:pt x="2" y="29"/>
                  </a:cubicBezTo>
                  <a:cubicBezTo>
                    <a:pt x="0" y="27"/>
                    <a:pt x="2" y="23"/>
                    <a:pt x="3" y="21"/>
                  </a:cubicBezTo>
                  <a:cubicBezTo>
                    <a:pt x="3" y="19"/>
                    <a:pt x="4" y="14"/>
                    <a:pt x="4" y="13"/>
                  </a:cubicBezTo>
                  <a:cubicBezTo>
                    <a:pt x="3" y="12"/>
                    <a:pt x="3" y="11"/>
                    <a:pt x="3" y="11"/>
                  </a:cubicBezTo>
                  <a:cubicBezTo>
                    <a:pt x="3" y="9"/>
                    <a:pt x="5" y="9"/>
                    <a:pt x="6" y="9"/>
                  </a:cubicBezTo>
                  <a:cubicBezTo>
                    <a:pt x="7" y="11"/>
                    <a:pt x="6" y="12"/>
                    <a:pt x="6" y="14"/>
                  </a:cubicBezTo>
                  <a:cubicBezTo>
                    <a:pt x="5" y="17"/>
                    <a:pt x="4" y="21"/>
                    <a:pt x="3" y="23"/>
                  </a:cubicBezTo>
                  <a:cubicBezTo>
                    <a:pt x="3" y="24"/>
                    <a:pt x="3" y="25"/>
                    <a:pt x="3" y="26"/>
                  </a:cubicBezTo>
                  <a:cubicBezTo>
                    <a:pt x="3" y="26"/>
                    <a:pt x="3" y="26"/>
                    <a:pt x="3" y="27"/>
                  </a:cubicBezTo>
                  <a:cubicBezTo>
                    <a:pt x="3" y="26"/>
                    <a:pt x="8" y="22"/>
                    <a:pt x="8" y="22"/>
                  </a:cubicBezTo>
                  <a:cubicBezTo>
                    <a:pt x="9" y="20"/>
                    <a:pt x="5" y="15"/>
                    <a:pt x="9" y="14"/>
                  </a:cubicBezTo>
                  <a:cubicBezTo>
                    <a:pt x="10" y="15"/>
                    <a:pt x="12" y="15"/>
                    <a:pt x="13" y="15"/>
                  </a:cubicBezTo>
                  <a:cubicBezTo>
                    <a:pt x="13" y="15"/>
                    <a:pt x="13" y="15"/>
                    <a:pt x="13" y="15"/>
                  </a:cubicBezTo>
                  <a:cubicBezTo>
                    <a:pt x="13" y="13"/>
                    <a:pt x="13" y="13"/>
                    <a:pt x="11" y="12"/>
                  </a:cubicBezTo>
                  <a:cubicBezTo>
                    <a:pt x="11" y="11"/>
                    <a:pt x="11" y="10"/>
                    <a:pt x="12" y="9"/>
                  </a:cubicBezTo>
                  <a:cubicBezTo>
                    <a:pt x="13" y="10"/>
                    <a:pt x="14" y="10"/>
                    <a:pt x="15" y="10"/>
                  </a:cubicBezTo>
                  <a:cubicBezTo>
                    <a:pt x="15" y="7"/>
                    <a:pt x="11" y="3"/>
                    <a:pt x="1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grpSp>
      <p:sp>
        <p:nvSpPr>
          <p:cNvPr id="76" name="任意多边形 75"/>
          <p:cNvSpPr/>
          <p:nvPr/>
        </p:nvSpPr>
        <p:spPr>
          <a:xfrm>
            <a:off x="0" y="316846"/>
            <a:ext cx="366713" cy="613429"/>
          </a:xfrm>
          <a:custGeom>
            <a:avLst/>
            <a:gdLst>
              <a:gd name="connsiteX0" fmla="*/ 0 w 366713"/>
              <a:gd name="connsiteY0" fmla="*/ 0 h 613429"/>
              <a:gd name="connsiteX1" fmla="*/ 366713 w 366713"/>
              <a:gd name="connsiteY1" fmla="*/ 0 h 613429"/>
              <a:gd name="connsiteX2" fmla="*/ 315070 w 366713"/>
              <a:gd name="connsiteY2" fmla="*/ 613429 h 613429"/>
              <a:gd name="connsiteX3" fmla="*/ 0 w 366713"/>
              <a:gd name="connsiteY3" fmla="*/ 613429 h 613429"/>
            </a:gdLst>
            <a:ahLst/>
            <a:cxnLst>
              <a:cxn ang="0">
                <a:pos x="connsiteX0" y="connsiteY0"/>
              </a:cxn>
              <a:cxn ang="0">
                <a:pos x="connsiteX1" y="connsiteY1"/>
              </a:cxn>
              <a:cxn ang="0">
                <a:pos x="connsiteX2" y="connsiteY2"/>
              </a:cxn>
              <a:cxn ang="0">
                <a:pos x="connsiteX3" y="connsiteY3"/>
              </a:cxn>
            </a:cxnLst>
            <a:rect l="l" t="t" r="r" b="b"/>
            <a:pathLst>
              <a:path w="366713" h="613429">
                <a:moveTo>
                  <a:pt x="0" y="0"/>
                </a:moveTo>
                <a:lnTo>
                  <a:pt x="366713" y="0"/>
                </a:lnTo>
                <a:lnTo>
                  <a:pt x="315070" y="613429"/>
                </a:lnTo>
                <a:lnTo>
                  <a:pt x="0" y="613429"/>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77" name="任意多边形 76"/>
          <p:cNvSpPr/>
          <p:nvPr/>
        </p:nvSpPr>
        <p:spPr>
          <a:xfrm>
            <a:off x="0" y="264459"/>
            <a:ext cx="271463" cy="613429"/>
          </a:xfrm>
          <a:custGeom>
            <a:avLst/>
            <a:gdLst>
              <a:gd name="connsiteX0" fmla="*/ 0 w 271463"/>
              <a:gd name="connsiteY0" fmla="*/ 0 h 613429"/>
              <a:gd name="connsiteX1" fmla="*/ 271463 w 271463"/>
              <a:gd name="connsiteY1" fmla="*/ 0 h 613429"/>
              <a:gd name="connsiteX2" fmla="*/ 219820 w 271463"/>
              <a:gd name="connsiteY2" fmla="*/ 613429 h 613429"/>
              <a:gd name="connsiteX3" fmla="*/ 0 w 271463"/>
              <a:gd name="connsiteY3" fmla="*/ 613429 h 613429"/>
            </a:gdLst>
            <a:ahLst/>
            <a:cxnLst>
              <a:cxn ang="0">
                <a:pos x="connsiteX0" y="connsiteY0"/>
              </a:cxn>
              <a:cxn ang="0">
                <a:pos x="connsiteX1" y="connsiteY1"/>
              </a:cxn>
              <a:cxn ang="0">
                <a:pos x="connsiteX2" y="connsiteY2"/>
              </a:cxn>
              <a:cxn ang="0">
                <a:pos x="connsiteX3" y="connsiteY3"/>
              </a:cxn>
            </a:cxnLst>
            <a:rect l="l" t="t" r="r" b="b"/>
            <a:pathLst>
              <a:path w="271463" h="613429">
                <a:moveTo>
                  <a:pt x="0" y="0"/>
                </a:moveTo>
                <a:lnTo>
                  <a:pt x="271463" y="0"/>
                </a:lnTo>
                <a:lnTo>
                  <a:pt x="219820" y="613429"/>
                </a:lnTo>
                <a:lnTo>
                  <a:pt x="0" y="613429"/>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仅内容">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457200" y="635001"/>
            <a:ext cx="8055866" cy="5291666"/>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dirty="0"/>
          </a:p>
        </p:txBody>
      </p:sp>
      <p:sp>
        <p:nvSpPr>
          <p:cNvPr id="50" name="任意多边形 49"/>
          <p:cNvSpPr/>
          <p:nvPr/>
        </p:nvSpPr>
        <p:spPr>
          <a:xfrm>
            <a:off x="1" y="6477000"/>
            <a:ext cx="7919911" cy="381000"/>
          </a:xfrm>
          <a:custGeom>
            <a:avLst/>
            <a:gdLst>
              <a:gd name="connsiteX0" fmla="*/ 0 w 10559881"/>
              <a:gd name="connsiteY0" fmla="*/ 0 h 381000"/>
              <a:gd name="connsiteX1" fmla="*/ 10559881 w 10559881"/>
              <a:gd name="connsiteY1" fmla="*/ 0 h 381000"/>
              <a:gd name="connsiteX2" fmla="*/ 10519784 w 10559881"/>
              <a:gd name="connsiteY2" fmla="*/ 381000 h 381000"/>
              <a:gd name="connsiteX3" fmla="*/ 0 w 10559881"/>
              <a:gd name="connsiteY3" fmla="*/ 381000 h 381000"/>
            </a:gdLst>
            <a:ahLst/>
            <a:cxnLst>
              <a:cxn ang="0">
                <a:pos x="connsiteX0" y="connsiteY0"/>
              </a:cxn>
              <a:cxn ang="0">
                <a:pos x="connsiteX1" y="connsiteY1"/>
              </a:cxn>
              <a:cxn ang="0">
                <a:pos x="connsiteX2" y="connsiteY2"/>
              </a:cxn>
              <a:cxn ang="0">
                <a:pos x="connsiteX3" y="connsiteY3"/>
              </a:cxn>
            </a:cxnLst>
            <a:rect l="l" t="t" r="r" b="b"/>
            <a:pathLst>
              <a:path w="10559881" h="381000">
                <a:moveTo>
                  <a:pt x="0" y="0"/>
                </a:moveTo>
                <a:lnTo>
                  <a:pt x="10559881" y="0"/>
                </a:lnTo>
                <a:lnTo>
                  <a:pt x="10519784" y="381000"/>
                </a:lnTo>
                <a:lnTo>
                  <a:pt x="0" y="38100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p>
        </p:txBody>
      </p:sp>
      <p:sp>
        <p:nvSpPr>
          <p:cNvPr id="51" name="任意多边形 50"/>
          <p:cNvSpPr/>
          <p:nvPr/>
        </p:nvSpPr>
        <p:spPr>
          <a:xfrm>
            <a:off x="0" y="6336064"/>
            <a:ext cx="7791672" cy="521937"/>
          </a:xfrm>
          <a:custGeom>
            <a:avLst/>
            <a:gdLst>
              <a:gd name="connsiteX0" fmla="*/ 0 w 10388896"/>
              <a:gd name="connsiteY0" fmla="*/ 0 h 521937"/>
              <a:gd name="connsiteX1" fmla="*/ 10388896 w 10388896"/>
              <a:gd name="connsiteY1" fmla="*/ 0 h 521937"/>
              <a:gd name="connsiteX2" fmla="*/ 10333967 w 10388896"/>
              <a:gd name="connsiteY2" fmla="*/ 521937 h 521937"/>
              <a:gd name="connsiteX3" fmla="*/ 0 w 10388896"/>
              <a:gd name="connsiteY3" fmla="*/ 521937 h 521937"/>
            </a:gdLst>
            <a:ahLst/>
            <a:cxnLst>
              <a:cxn ang="0">
                <a:pos x="connsiteX0" y="connsiteY0"/>
              </a:cxn>
              <a:cxn ang="0">
                <a:pos x="connsiteX1" y="connsiteY1"/>
              </a:cxn>
              <a:cxn ang="0">
                <a:pos x="connsiteX2" y="connsiteY2"/>
              </a:cxn>
              <a:cxn ang="0">
                <a:pos x="connsiteX3" y="connsiteY3"/>
              </a:cxn>
            </a:cxnLst>
            <a:rect l="l" t="t" r="r" b="b"/>
            <a:pathLst>
              <a:path w="10388896" h="521937">
                <a:moveTo>
                  <a:pt x="0" y="0"/>
                </a:moveTo>
                <a:lnTo>
                  <a:pt x="10388896" y="0"/>
                </a:lnTo>
                <a:lnTo>
                  <a:pt x="10333967" y="521937"/>
                </a:lnTo>
                <a:lnTo>
                  <a:pt x="0" y="521937"/>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p>
        </p:txBody>
      </p:sp>
      <p:sp>
        <p:nvSpPr>
          <p:cNvPr id="52" name="任意多边形 51"/>
          <p:cNvSpPr/>
          <p:nvPr/>
        </p:nvSpPr>
        <p:spPr>
          <a:xfrm>
            <a:off x="8403167" y="6163733"/>
            <a:ext cx="766052" cy="529167"/>
          </a:xfrm>
          <a:custGeom>
            <a:avLst/>
            <a:gdLst>
              <a:gd name="connsiteX0" fmla="*/ 60660 w 874872"/>
              <a:gd name="connsiteY0" fmla="*/ 0 h 662516"/>
              <a:gd name="connsiteX1" fmla="*/ 874872 w 874872"/>
              <a:gd name="connsiteY1" fmla="*/ 0 h 662516"/>
              <a:gd name="connsiteX2" fmla="*/ 874872 w 874872"/>
              <a:gd name="connsiteY2" fmla="*/ 464985 h 662516"/>
              <a:gd name="connsiteX3" fmla="*/ 856786 w 874872"/>
              <a:gd name="connsiteY3" fmla="*/ 662516 h 662516"/>
              <a:gd name="connsiteX4" fmla="*/ 0 w 874872"/>
              <a:gd name="connsiteY4" fmla="*/ 662516 h 6625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4872" h="662516">
                <a:moveTo>
                  <a:pt x="60660" y="0"/>
                </a:moveTo>
                <a:lnTo>
                  <a:pt x="874872" y="0"/>
                </a:lnTo>
                <a:lnTo>
                  <a:pt x="874872" y="464985"/>
                </a:lnTo>
                <a:lnTo>
                  <a:pt x="856786" y="662516"/>
                </a:lnTo>
                <a:lnTo>
                  <a:pt x="0" y="662516"/>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15" dirty="0"/>
              <a:t>          </a:t>
            </a:r>
            <a:endParaRPr lang="zh-CN" altLang="en-US" sz="1015" dirty="0"/>
          </a:p>
        </p:txBody>
      </p:sp>
      <p:sp>
        <p:nvSpPr>
          <p:cNvPr id="53" name="任意多边形 52"/>
          <p:cNvSpPr/>
          <p:nvPr/>
        </p:nvSpPr>
        <p:spPr>
          <a:xfrm>
            <a:off x="8501632" y="6115049"/>
            <a:ext cx="667589" cy="529167"/>
          </a:xfrm>
          <a:custGeom>
            <a:avLst/>
            <a:gdLst>
              <a:gd name="connsiteX0" fmla="*/ 60660 w 762423"/>
              <a:gd name="connsiteY0" fmla="*/ 0 h 662516"/>
              <a:gd name="connsiteX1" fmla="*/ 762423 w 762423"/>
              <a:gd name="connsiteY1" fmla="*/ 0 h 662516"/>
              <a:gd name="connsiteX2" fmla="*/ 762423 w 762423"/>
              <a:gd name="connsiteY2" fmla="*/ 662516 h 662516"/>
              <a:gd name="connsiteX3" fmla="*/ 0 w 762423"/>
              <a:gd name="connsiteY3" fmla="*/ 662516 h 662516"/>
            </a:gdLst>
            <a:ahLst/>
            <a:cxnLst>
              <a:cxn ang="0">
                <a:pos x="connsiteX0" y="connsiteY0"/>
              </a:cxn>
              <a:cxn ang="0">
                <a:pos x="connsiteX1" y="connsiteY1"/>
              </a:cxn>
              <a:cxn ang="0">
                <a:pos x="connsiteX2" y="connsiteY2"/>
              </a:cxn>
              <a:cxn ang="0">
                <a:pos x="connsiteX3" y="connsiteY3"/>
              </a:cxn>
            </a:cxnLst>
            <a:rect l="l" t="t" r="r" b="b"/>
            <a:pathLst>
              <a:path w="762423" h="662516">
                <a:moveTo>
                  <a:pt x="60660" y="0"/>
                </a:moveTo>
                <a:lnTo>
                  <a:pt x="762423" y="0"/>
                </a:lnTo>
                <a:lnTo>
                  <a:pt x="762423" y="662516"/>
                </a:lnTo>
                <a:lnTo>
                  <a:pt x="0" y="662516"/>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15" dirty="0"/>
              <a:t>          </a:t>
            </a:r>
            <a:endParaRPr lang="zh-CN" altLang="en-US" sz="1015" dirty="0"/>
          </a:p>
        </p:txBody>
      </p:sp>
      <p:sp>
        <p:nvSpPr>
          <p:cNvPr id="54" name="灯片编号占位符 1"/>
          <p:cNvSpPr>
            <a:spLocks noGrp="1"/>
          </p:cNvSpPr>
          <p:nvPr>
            <p:ph type="sldNum" sz="quarter" idx="14"/>
          </p:nvPr>
        </p:nvSpPr>
        <p:spPr>
          <a:xfrm>
            <a:off x="8623298" y="6142411"/>
            <a:ext cx="460164" cy="461588"/>
          </a:xfrm>
        </p:spPr>
        <p:txBody>
          <a:bodyPr/>
          <a:lstStyle/>
          <a:p>
            <a:fld id="{5BFD90BE-674B-4941-8A47-F36542803188}" type="slidenum">
              <a:rPr lang="zh-CN" altLang="en-US" smtClean="0"/>
            </a:fld>
            <a:endParaRPr lang="zh-CN" altLang="en-US"/>
          </a:p>
        </p:txBody>
      </p:sp>
      <p:grpSp>
        <p:nvGrpSpPr>
          <p:cNvPr id="55" name="组合 54"/>
          <p:cNvGrpSpPr>
            <a:grpSpLocks noChangeAspect="1"/>
          </p:cNvGrpSpPr>
          <p:nvPr/>
        </p:nvGrpSpPr>
        <p:grpSpPr>
          <a:xfrm>
            <a:off x="137516" y="6473825"/>
            <a:ext cx="1683197" cy="284152"/>
            <a:chOff x="8729725" y="4570716"/>
            <a:chExt cx="2830513" cy="477838"/>
          </a:xfrm>
          <a:solidFill>
            <a:schemeClr val="accent4"/>
          </a:solidFill>
        </p:grpSpPr>
        <p:sp>
          <p:nvSpPr>
            <p:cNvPr id="56" name="Freeform 34"/>
            <p:cNvSpPr>
              <a:spLocks noEditPoints="1"/>
            </p:cNvSpPr>
            <p:nvPr/>
          </p:nvSpPr>
          <p:spPr bwMode="auto">
            <a:xfrm>
              <a:off x="9304400" y="4945366"/>
              <a:ext cx="1363663" cy="101600"/>
            </a:xfrm>
            <a:custGeom>
              <a:avLst/>
              <a:gdLst>
                <a:gd name="T0" fmla="*/ 15 w 915"/>
                <a:gd name="T1" fmla="*/ 51 h 68"/>
                <a:gd name="T2" fmla="*/ 14 w 915"/>
                <a:gd name="T3" fmla="*/ 11 h 68"/>
                <a:gd name="T4" fmla="*/ 35 w 915"/>
                <a:gd name="T5" fmla="*/ 4 h 68"/>
                <a:gd name="T6" fmla="*/ 77 w 915"/>
                <a:gd name="T7" fmla="*/ 51 h 68"/>
                <a:gd name="T8" fmla="*/ 74 w 915"/>
                <a:gd name="T9" fmla="*/ 51 h 68"/>
                <a:gd name="T10" fmla="*/ 57 w 915"/>
                <a:gd name="T11" fmla="*/ 21 h 68"/>
                <a:gd name="T12" fmla="*/ 108 w 915"/>
                <a:gd name="T13" fmla="*/ 0 h 68"/>
                <a:gd name="T14" fmla="*/ 104 w 915"/>
                <a:gd name="T15" fmla="*/ 32 h 68"/>
                <a:gd name="T16" fmla="*/ 134 w 915"/>
                <a:gd name="T17" fmla="*/ 21 h 68"/>
                <a:gd name="T18" fmla="*/ 155 w 915"/>
                <a:gd name="T19" fmla="*/ 21 h 68"/>
                <a:gd name="T20" fmla="*/ 187 w 915"/>
                <a:gd name="T21" fmla="*/ 46 h 68"/>
                <a:gd name="T22" fmla="*/ 169 w 915"/>
                <a:gd name="T23" fmla="*/ 29 h 68"/>
                <a:gd name="T24" fmla="*/ 221 w 915"/>
                <a:gd name="T25" fmla="*/ 24 h 68"/>
                <a:gd name="T26" fmla="*/ 198 w 915"/>
                <a:gd name="T27" fmla="*/ 52 h 68"/>
                <a:gd name="T28" fmla="*/ 209 w 915"/>
                <a:gd name="T29" fmla="*/ 18 h 68"/>
                <a:gd name="T30" fmla="*/ 247 w 915"/>
                <a:gd name="T31" fmla="*/ 51 h 68"/>
                <a:gd name="T32" fmla="*/ 244 w 915"/>
                <a:gd name="T33" fmla="*/ 42 h 68"/>
                <a:gd name="T34" fmla="*/ 271 w 915"/>
                <a:gd name="T35" fmla="*/ 1 h 68"/>
                <a:gd name="T36" fmla="*/ 276 w 915"/>
                <a:gd name="T37" fmla="*/ 51 h 68"/>
                <a:gd name="T38" fmla="*/ 259 w 915"/>
                <a:gd name="T39" fmla="*/ 22 h 68"/>
                <a:gd name="T40" fmla="*/ 301 w 915"/>
                <a:gd name="T41" fmla="*/ 46 h 68"/>
                <a:gd name="T42" fmla="*/ 292 w 915"/>
                <a:gd name="T43" fmla="*/ 7 h 68"/>
                <a:gd name="T44" fmla="*/ 333 w 915"/>
                <a:gd name="T45" fmla="*/ 20 h 68"/>
                <a:gd name="T46" fmla="*/ 309 w 915"/>
                <a:gd name="T47" fmla="*/ 67 h 68"/>
                <a:gd name="T48" fmla="*/ 305 w 915"/>
                <a:gd name="T49" fmla="*/ 19 h 68"/>
                <a:gd name="T50" fmla="*/ 379 w 915"/>
                <a:gd name="T51" fmla="*/ 18 h 68"/>
                <a:gd name="T52" fmla="*/ 415 w 915"/>
                <a:gd name="T53" fmla="*/ 44 h 68"/>
                <a:gd name="T54" fmla="*/ 403 w 915"/>
                <a:gd name="T55" fmla="*/ 21 h 68"/>
                <a:gd name="T56" fmla="*/ 425 w 915"/>
                <a:gd name="T57" fmla="*/ 5 h 68"/>
                <a:gd name="T58" fmla="*/ 475 w 915"/>
                <a:gd name="T59" fmla="*/ 19 h 68"/>
                <a:gd name="T60" fmla="*/ 465 w 915"/>
                <a:gd name="T61" fmla="*/ 54 h 68"/>
                <a:gd name="T62" fmla="*/ 471 w 915"/>
                <a:gd name="T63" fmla="*/ 48 h 68"/>
                <a:gd name="T64" fmla="*/ 474 w 915"/>
                <a:gd name="T65" fmla="*/ 4 h 68"/>
                <a:gd name="T66" fmla="*/ 516 w 915"/>
                <a:gd name="T67" fmla="*/ 28 h 68"/>
                <a:gd name="T68" fmla="*/ 517 w 915"/>
                <a:gd name="T69" fmla="*/ 40 h 68"/>
                <a:gd name="T70" fmla="*/ 537 w 915"/>
                <a:gd name="T71" fmla="*/ 49 h 68"/>
                <a:gd name="T72" fmla="*/ 528 w 915"/>
                <a:gd name="T73" fmla="*/ 23 h 68"/>
                <a:gd name="T74" fmla="*/ 565 w 915"/>
                <a:gd name="T75" fmla="*/ 53 h 68"/>
                <a:gd name="T76" fmla="*/ 563 w 915"/>
                <a:gd name="T77" fmla="*/ 21 h 68"/>
                <a:gd name="T78" fmla="*/ 620 w 915"/>
                <a:gd name="T79" fmla="*/ 52 h 68"/>
                <a:gd name="T80" fmla="*/ 596 w 915"/>
                <a:gd name="T81" fmla="*/ 49 h 68"/>
                <a:gd name="T82" fmla="*/ 587 w 915"/>
                <a:gd name="T83" fmla="*/ 22 h 68"/>
                <a:gd name="T84" fmla="*/ 642 w 915"/>
                <a:gd name="T85" fmla="*/ 17 h 68"/>
                <a:gd name="T86" fmla="*/ 643 w 915"/>
                <a:gd name="T87" fmla="*/ 48 h 68"/>
                <a:gd name="T88" fmla="*/ 667 w 915"/>
                <a:gd name="T89" fmla="*/ 49 h 68"/>
                <a:gd name="T90" fmla="*/ 671 w 915"/>
                <a:gd name="T91" fmla="*/ 23 h 68"/>
                <a:gd name="T92" fmla="*/ 726 w 915"/>
                <a:gd name="T93" fmla="*/ 20 h 68"/>
                <a:gd name="T94" fmla="*/ 739 w 915"/>
                <a:gd name="T95" fmla="*/ 29 h 68"/>
                <a:gd name="T96" fmla="*/ 731 w 915"/>
                <a:gd name="T97" fmla="*/ 33 h 68"/>
                <a:gd name="T98" fmla="*/ 778 w 915"/>
                <a:gd name="T99" fmla="*/ 45 h 68"/>
                <a:gd name="T100" fmla="*/ 771 w 915"/>
                <a:gd name="T101" fmla="*/ 24 h 68"/>
                <a:gd name="T102" fmla="*/ 753 w 915"/>
                <a:gd name="T103" fmla="*/ 45 h 68"/>
                <a:gd name="T104" fmla="*/ 803 w 915"/>
                <a:gd name="T105" fmla="*/ 54 h 68"/>
                <a:gd name="T106" fmla="*/ 816 w 915"/>
                <a:gd name="T107" fmla="*/ 0 h 68"/>
                <a:gd name="T108" fmla="*/ 812 w 915"/>
                <a:gd name="T109" fmla="*/ 29 h 68"/>
                <a:gd name="T110" fmla="*/ 881 w 915"/>
                <a:gd name="T111" fmla="*/ 10 h 68"/>
                <a:gd name="T112" fmla="*/ 859 w 915"/>
                <a:gd name="T113" fmla="*/ 49 h 68"/>
                <a:gd name="T114" fmla="*/ 903 w 915"/>
                <a:gd name="T115" fmla="*/ 48 h 68"/>
                <a:gd name="T116" fmla="*/ 891 w 915"/>
                <a:gd name="T117" fmla="*/ 31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915" h="68">
                  <a:moveTo>
                    <a:pt x="35" y="4"/>
                  </a:moveTo>
                  <a:cubicBezTo>
                    <a:pt x="35" y="3"/>
                    <a:pt x="35" y="3"/>
                    <a:pt x="35" y="3"/>
                  </a:cubicBezTo>
                  <a:cubicBezTo>
                    <a:pt x="53" y="3"/>
                    <a:pt x="53" y="3"/>
                    <a:pt x="53" y="3"/>
                  </a:cubicBezTo>
                  <a:cubicBezTo>
                    <a:pt x="53" y="4"/>
                    <a:pt x="53" y="4"/>
                    <a:pt x="53" y="4"/>
                  </a:cubicBezTo>
                  <a:cubicBezTo>
                    <a:pt x="51" y="4"/>
                    <a:pt x="51" y="4"/>
                    <a:pt x="51" y="4"/>
                  </a:cubicBezTo>
                  <a:cubicBezTo>
                    <a:pt x="49" y="4"/>
                    <a:pt x="47" y="5"/>
                    <a:pt x="46" y="6"/>
                  </a:cubicBezTo>
                  <a:cubicBezTo>
                    <a:pt x="46" y="7"/>
                    <a:pt x="45" y="9"/>
                    <a:pt x="45" y="11"/>
                  </a:cubicBezTo>
                  <a:cubicBezTo>
                    <a:pt x="45" y="32"/>
                    <a:pt x="45" y="32"/>
                    <a:pt x="45" y="32"/>
                  </a:cubicBezTo>
                  <a:cubicBezTo>
                    <a:pt x="45" y="37"/>
                    <a:pt x="45" y="41"/>
                    <a:pt x="44" y="43"/>
                  </a:cubicBezTo>
                  <a:cubicBezTo>
                    <a:pt x="43" y="46"/>
                    <a:pt x="41" y="49"/>
                    <a:pt x="38" y="51"/>
                  </a:cubicBezTo>
                  <a:cubicBezTo>
                    <a:pt x="35" y="53"/>
                    <a:pt x="31" y="53"/>
                    <a:pt x="27" y="53"/>
                  </a:cubicBezTo>
                  <a:cubicBezTo>
                    <a:pt x="21" y="53"/>
                    <a:pt x="17" y="53"/>
                    <a:pt x="15" y="51"/>
                  </a:cubicBezTo>
                  <a:cubicBezTo>
                    <a:pt x="12" y="49"/>
                    <a:pt x="10" y="46"/>
                    <a:pt x="9" y="43"/>
                  </a:cubicBezTo>
                  <a:cubicBezTo>
                    <a:pt x="8" y="41"/>
                    <a:pt x="7" y="37"/>
                    <a:pt x="7" y="31"/>
                  </a:cubicBezTo>
                  <a:cubicBezTo>
                    <a:pt x="7" y="11"/>
                    <a:pt x="7" y="11"/>
                    <a:pt x="7" y="11"/>
                  </a:cubicBezTo>
                  <a:cubicBezTo>
                    <a:pt x="7" y="8"/>
                    <a:pt x="7" y="6"/>
                    <a:pt x="6" y="5"/>
                  </a:cubicBezTo>
                  <a:cubicBezTo>
                    <a:pt x="5" y="4"/>
                    <a:pt x="4" y="3"/>
                    <a:pt x="2" y="3"/>
                  </a:cubicBezTo>
                  <a:cubicBezTo>
                    <a:pt x="0" y="3"/>
                    <a:pt x="0" y="3"/>
                    <a:pt x="0" y="3"/>
                  </a:cubicBezTo>
                  <a:cubicBezTo>
                    <a:pt x="0" y="2"/>
                    <a:pt x="0" y="2"/>
                    <a:pt x="0" y="2"/>
                  </a:cubicBezTo>
                  <a:cubicBezTo>
                    <a:pt x="21" y="2"/>
                    <a:pt x="21" y="2"/>
                    <a:pt x="21" y="2"/>
                  </a:cubicBezTo>
                  <a:cubicBezTo>
                    <a:pt x="21" y="3"/>
                    <a:pt x="21" y="3"/>
                    <a:pt x="21" y="3"/>
                  </a:cubicBezTo>
                  <a:cubicBezTo>
                    <a:pt x="19" y="3"/>
                    <a:pt x="19" y="3"/>
                    <a:pt x="19" y="3"/>
                  </a:cubicBezTo>
                  <a:cubicBezTo>
                    <a:pt x="17" y="3"/>
                    <a:pt x="15" y="4"/>
                    <a:pt x="15" y="5"/>
                  </a:cubicBezTo>
                  <a:cubicBezTo>
                    <a:pt x="14" y="6"/>
                    <a:pt x="14" y="8"/>
                    <a:pt x="14" y="11"/>
                  </a:cubicBezTo>
                  <a:cubicBezTo>
                    <a:pt x="14" y="33"/>
                    <a:pt x="14" y="33"/>
                    <a:pt x="14" y="33"/>
                  </a:cubicBezTo>
                  <a:cubicBezTo>
                    <a:pt x="14" y="35"/>
                    <a:pt x="14" y="37"/>
                    <a:pt x="14" y="40"/>
                  </a:cubicBezTo>
                  <a:cubicBezTo>
                    <a:pt x="15" y="43"/>
                    <a:pt x="15" y="45"/>
                    <a:pt x="16" y="46"/>
                  </a:cubicBezTo>
                  <a:cubicBezTo>
                    <a:pt x="17" y="48"/>
                    <a:pt x="19" y="49"/>
                    <a:pt x="20" y="50"/>
                  </a:cubicBezTo>
                  <a:cubicBezTo>
                    <a:pt x="22" y="51"/>
                    <a:pt x="24" y="51"/>
                    <a:pt x="27" y="51"/>
                  </a:cubicBezTo>
                  <a:cubicBezTo>
                    <a:pt x="30" y="51"/>
                    <a:pt x="33" y="50"/>
                    <a:pt x="35" y="49"/>
                  </a:cubicBezTo>
                  <a:cubicBezTo>
                    <a:pt x="37" y="47"/>
                    <a:pt x="39" y="46"/>
                    <a:pt x="40" y="43"/>
                  </a:cubicBezTo>
                  <a:cubicBezTo>
                    <a:pt x="41" y="41"/>
                    <a:pt x="41" y="37"/>
                    <a:pt x="41" y="32"/>
                  </a:cubicBezTo>
                  <a:cubicBezTo>
                    <a:pt x="41" y="12"/>
                    <a:pt x="41" y="12"/>
                    <a:pt x="41" y="12"/>
                  </a:cubicBezTo>
                  <a:cubicBezTo>
                    <a:pt x="41" y="9"/>
                    <a:pt x="41" y="7"/>
                    <a:pt x="40" y="6"/>
                  </a:cubicBezTo>
                  <a:cubicBezTo>
                    <a:pt x="39" y="5"/>
                    <a:pt x="38" y="4"/>
                    <a:pt x="36" y="4"/>
                  </a:cubicBezTo>
                  <a:cubicBezTo>
                    <a:pt x="35" y="4"/>
                    <a:pt x="35" y="4"/>
                    <a:pt x="35" y="4"/>
                  </a:cubicBezTo>
                  <a:close/>
                  <a:moveTo>
                    <a:pt x="69" y="25"/>
                  </a:moveTo>
                  <a:cubicBezTo>
                    <a:pt x="73" y="20"/>
                    <a:pt x="76" y="18"/>
                    <a:pt x="79" y="18"/>
                  </a:cubicBezTo>
                  <a:cubicBezTo>
                    <a:pt x="81" y="18"/>
                    <a:pt x="83" y="18"/>
                    <a:pt x="84" y="19"/>
                  </a:cubicBezTo>
                  <a:cubicBezTo>
                    <a:pt x="85" y="20"/>
                    <a:pt x="87" y="21"/>
                    <a:pt x="87" y="23"/>
                  </a:cubicBezTo>
                  <a:cubicBezTo>
                    <a:pt x="88" y="25"/>
                    <a:pt x="88" y="27"/>
                    <a:pt x="88" y="30"/>
                  </a:cubicBezTo>
                  <a:cubicBezTo>
                    <a:pt x="88" y="45"/>
                    <a:pt x="88" y="45"/>
                    <a:pt x="88" y="45"/>
                  </a:cubicBezTo>
                  <a:cubicBezTo>
                    <a:pt x="88" y="47"/>
                    <a:pt x="88" y="48"/>
                    <a:pt x="89" y="49"/>
                  </a:cubicBezTo>
                  <a:cubicBezTo>
                    <a:pt x="89" y="50"/>
                    <a:pt x="89" y="50"/>
                    <a:pt x="90" y="51"/>
                  </a:cubicBezTo>
                  <a:cubicBezTo>
                    <a:pt x="90" y="51"/>
                    <a:pt x="91" y="51"/>
                    <a:pt x="93" y="51"/>
                  </a:cubicBezTo>
                  <a:cubicBezTo>
                    <a:pt x="93" y="52"/>
                    <a:pt x="93" y="52"/>
                    <a:pt x="93" y="52"/>
                  </a:cubicBezTo>
                  <a:cubicBezTo>
                    <a:pt x="77" y="52"/>
                    <a:pt x="77" y="52"/>
                    <a:pt x="77" y="52"/>
                  </a:cubicBezTo>
                  <a:cubicBezTo>
                    <a:pt x="77" y="51"/>
                    <a:pt x="77" y="51"/>
                    <a:pt x="77" y="51"/>
                  </a:cubicBezTo>
                  <a:cubicBezTo>
                    <a:pt x="78" y="51"/>
                    <a:pt x="78" y="51"/>
                    <a:pt x="78" y="51"/>
                  </a:cubicBezTo>
                  <a:cubicBezTo>
                    <a:pt x="79" y="51"/>
                    <a:pt x="80" y="51"/>
                    <a:pt x="81" y="50"/>
                  </a:cubicBezTo>
                  <a:cubicBezTo>
                    <a:pt x="82" y="50"/>
                    <a:pt x="82" y="49"/>
                    <a:pt x="82" y="48"/>
                  </a:cubicBezTo>
                  <a:cubicBezTo>
                    <a:pt x="82" y="48"/>
                    <a:pt x="82" y="47"/>
                    <a:pt x="82" y="45"/>
                  </a:cubicBezTo>
                  <a:cubicBezTo>
                    <a:pt x="82" y="31"/>
                    <a:pt x="82" y="31"/>
                    <a:pt x="82" y="31"/>
                  </a:cubicBezTo>
                  <a:cubicBezTo>
                    <a:pt x="82" y="27"/>
                    <a:pt x="82" y="25"/>
                    <a:pt x="81" y="24"/>
                  </a:cubicBezTo>
                  <a:cubicBezTo>
                    <a:pt x="80" y="23"/>
                    <a:pt x="79" y="22"/>
                    <a:pt x="77" y="22"/>
                  </a:cubicBezTo>
                  <a:cubicBezTo>
                    <a:pt x="74" y="22"/>
                    <a:pt x="71" y="23"/>
                    <a:pt x="69" y="27"/>
                  </a:cubicBezTo>
                  <a:cubicBezTo>
                    <a:pt x="69" y="45"/>
                    <a:pt x="69" y="45"/>
                    <a:pt x="69" y="45"/>
                  </a:cubicBezTo>
                  <a:cubicBezTo>
                    <a:pt x="69" y="47"/>
                    <a:pt x="69" y="48"/>
                    <a:pt x="69" y="49"/>
                  </a:cubicBezTo>
                  <a:cubicBezTo>
                    <a:pt x="69" y="50"/>
                    <a:pt x="70" y="50"/>
                    <a:pt x="70" y="51"/>
                  </a:cubicBezTo>
                  <a:cubicBezTo>
                    <a:pt x="71" y="51"/>
                    <a:pt x="72" y="51"/>
                    <a:pt x="74" y="51"/>
                  </a:cubicBezTo>
                  <a:cubicBezTo>
                    <a:pt x="74" y="52"/>
                    <a:pt x="74" y="52"/>
                    <a:pt x="74" y="52"/>
                  </a:cubicBezTo>
                  <a:cubicBezTo>
                    <a:pt x="58" y="52"/>
                    <a:pt x="58" y="52"/>
                    <a:pt x="58" y="52"/>
                  </a:cubicBezTo>
                  <a:cubicBezTo>
                    <a:pt x="58" y="51"/>
                    <a:pt x="58" y="51"/>
                    <a:pt x="58" y="51"/>
                  </a:cubicBezTo>
                  <a:cubicBezTo>
                    <a:pt x="59" y="51"/>
                    <a:pt x="59" y="51"/>
                    <a:pt x="59" y="51"/>
                  </a:cubicBezTo>
                  <a:cubicBezTo>
                    <a:pt x="60" y="51"/>
                    <a:pt x="61" y="51"/>
                    <a:pt x="62" y="50"/>
                  </a:cubicBezTo>
                  <a:cubicBezTo>
                    <a:pt x="62" y="49"/>
                    <a:pt x="63" y="47"/>
                    <a:pt x="63" y="45"/>
                  </a:cubicBezTo>
                  <a:cubicBezTo>
                    <a:pt x="63" y="32"/>
                    <a:pt x="63" y="32"/>
                    <a:pt x="63" y="32"/>
                  </a:cubicBezTo>
                  <a:cubicBezTo>
                    <a:pt x="63" y="28"/>
                    <a:pt x="63" y="25"/>
                    <a:pt x="62" y="24"/>
                  </a:cubicBezTo>
                  <a:cubicBezTo>
                    <a:pt x="62" y="23"/>
                    <a:pt x="62" y="23"/>
                    <a:pt x="61" y="22"/>
                  </a:cubicBezTo>
                  <a:cubicBezTo>
                    <a:pt x="61" y="22"/>
                    <a:pt x="61" y="22"/>
                    <a:pt x="60" y="22"/>
                  </a:cubicBezTo>
                  <a:cubicBezTo>
                    <a:pt x="59" y="22"/>
                    <a:pt x="58" y="22"/>
                    <a:pt x="57" y="22"/>
                  </a:cubicBezTo>
                  <a:cubicBezTo>
                    <a:pt x="57" y="21"/>
                    <a:pt x="57" y="21"/>
                    <a:pt x="57" y="21"/>
                  </a:cubicBezTo>
                  <a:cubicBezTo>
                    <a:pt x="67" y="17"/>
                    <a:pt x="67" y="17"/>
                    <a:pt x="67" y="17"/>
                  </a:cubicBezTo>
                  <a:cubicBezTo>
                    <a:pt x="69" y="17"/>
                    <a:pt x="69" y="17"/>
                    <a:pt x="69" y="17"/>
                  </a:cubicBezTo>
                  <a:cubicBezTo>
                    <a:pt x="69" y="25"/>
                    <a:pt x="69" y="25"/>
                    <a:pt x="69" y="25"/>
                  </a:cubicBezTo>
                  <a:close/>
                  <a:moveTo>
                    <a:pt x="108" y="0"/>
                  </a:moveTo>
                  <a:cubicBezTo>
                    <a:pt x="109" y="0"/>
                    <a:pt x="110" y="0"/>
                    <a:pt x="110" y="1"/>
                  </a:cubicBezTo>
                  <a:cubicBezTo>
                    <a:pt x="111" y="2"/>
                    <a:pt x="111" y="3"/>
                    <a:pt x="111" y="4"/>
                  </a:cubicBezTo>
                  <a:cubicBezTo>
                    <a:pt x="111" y="5"/>
                    <a:pt x="111" y="6"/>
                    <a:pt x="110" y="7"/>
                  </a:cubicBezTo>
                  <a:cubicBezTo>
                    <a:pt x="109" y="7"/>
                    <a:pt x="109" y="8"/>
                    <a:pt x="108" y="8"/>
                  </a:cubicBezTo>
                  <a:cubicBezTo>
                    <a:pt x="107" y="8"/>
                    <a:pt x="106" y="7"/>
                    <a:pt x="105" y="7"/>
                  </a:cubicBezTo>
                  <a:cubicBezTo>
                    <a:pt x="105" y="6"/>
                    <a:pt x="104" y="5"/>
                    <a:pt x="104" y="4"/>
                  </a:cubicBezTo>
                  <a:cubicBezTo>
                    <a:pt x="104" y="3"/>
                    <a:pt x="105" y="2"/>
                    <a:pt x="105" y="1"/>
                  </a:cubicBezTo>
                  <a:cubicBezTo>
                    <a:pt x="106" y="0"/>
                    <a:pt x="107" y="0"/>
                    <a:pt x="108" y="0"/>
                  </a:cubicBezTo>
                  <a:close/>
                  <a:moveTo>
                    <a:pt x="111" y="18"/>
                  </a:moveTo>
                  <a:cubicBezTo>
                    <a:pt x="111" y="45"/>
                    <a:pt x="111" y="45"/>
                    <a:pt x="111" y="45"/>
                  </a:cubicBezTo>
                  <a:cubicBezTo>
                    <a:pt x="111" y="47"/>
                    <a:pt x="111" y="49"/>
                    <a:pt x="111" y="49"/>
                  </a:cubicBezTo>
                  <a:cubicBezTo>
                    <a:pt x="111" y="50"/>
                    <a:pt x="112" y="51"/>
                    <a:pt x="112" y="51"/>
                  </a:cubicBezTo>
                  <a:cubicBezTo>
                    <a:pt x="113" y="51"/>
                    <a:pt x="114" y="51"/>
                    <a:pt x="115" y="51"/>
                  </a:cubicBezTo>
                  <a:cubicBezTo>
                    <a:pt x="115" y="53"/>
                    <a:pt x="115" y="53"/>
                    <a:pt x="115" y="53"/>
                  </a:cubicBezTo>
                  <a:cubicBezTo>
                    <a:pt x="99" y="53"/>
                    <a:pt x="99" y="53"/>
                    <a:pt x="99" y="53"/>
                  </a:cubicBezTo>
                  <a:cubicBezTo>
                    <a:pt x="99" y="51"/>
                    <a:pt x="99" y="51"/>
                    <a:pt x="99" y="51"/>
                  </a:cubicBezTo>
                  <a:cubicBezTo>
                    <a:pt x="101" y="51"/>
                    <a:pt x="102" y="51"/>
                    <a:pt x="103" y="51"/>
                  </a:cubicBezTo>
                  <a:cubicBezTo>
                    <a:pt x="103" y="51"/>
                    <a:pt x="103" y="50"/>
                    <a:pt x="104" y="49"/>
                  </a:cubicBezTo>
                  <a:cubicBezTo>
                    <a:pt x="104" y="49"/>
                    <a:pt x="104" y="47"/>
                    <a:pt x="104" y="45"/>
                  </a:cubicBezTo>
                  <a:cubicBezTo>
                    <a:pt x="104" y="32"/>
                    <a:pt x="104" y="32"/>
                    <a:pt x="104" y="32"/>
                  </a:cubicBezTo>
                  <a:cubicBezTo>
                    <a:pt x="104" y="28"/>
                    <a:pt x="104" y="26"/>
                    <a:pt x="104" y="25"/>
                  </a:cubicBezTo>
                  <a:cubicBezTo>
                    <a:pt x="104" y="24"/>
                    <a:pt x="103" y="23"/>
                    <a:pt x="103" y="23"/>
                  </a:cubicBezTo>
                  <a:cubicBezTo>
                    <a:pt x="103" y="23"/>
                    <a:pt x="102" y="23"/>
                    <a:pt x="101" y="23"/>
                  </a:cubicBezTo>
                  <a:cubicBezTo>
                    <a:pt x="101" y="23"/>
                    <a:pt x="100" y="23"/>
                    <a:pt x="99" y="23"/>
                  </a:cubicBezTo>
                  <a:cubicBezTo>
                    <a:pt x="99" y="22"/>
                    <a:pt x="99" y="22"/>
                    <a:pt x="99" y="22"/>
                  </a:cubicBezTo>
                  <a:cubicBezTo>
                    <a:pt x="109" y="18"/>
                    <a:pt x="109" y="18"/>
                    <a:pt x="109" y="18"/>
                  </a:cubicBezTo>
                  <a:cubicBezTo>
                    <a:pt x="111" y="18"/>
                    <a:pt x="111" y="18"/>
                    <a:pt x="111" y="18"/>
                  </a:cubicBezTo>
                  <a:close/>
                  <a:moveTo>
                    <a:pt x="122" y="19"/>
                  </a:moveTo>
                  <a:cubicBezTo>
                    <a:pt x="137" y="19"/>
                    <a:pt x="137" y="19"/>
                    <a:pt x="137" y="19"/>
                  </a:cubicBezTo>
                  <a:cubicBezTo>
                    <a:pt x="137" y="20"/>
                    <a:pt x="137" y="20"/>
                    <a:pt x="137" y="20"/>
                  </a:cubicBezTo>
                  <a:cubicBezTo>
                    <a:pt x="136" y="20"/>
                    <a:pt x="136" y="20"/>
                    <a:pt x="136" y="20"/>
                  </a:cubicBezTo>
                  <a:cubicBezTo>
                    <a:pt x="135" y="20"/>
                    <a:pt x="134" y="20"/>
                    <a:pt x="134" y="21"/>
                  </a:cubicBezTo>
                  <a:cubicBezTo>
                    <a:pt x="133" y="21"/>
                    <a:pt x="133" y="22"/>
                    <a:pt x="133" y="23"/>
                  </a:cubicBezTo>
                  <a:cubicBezTo>
                    <a:pt x="133" y="23"/>
                    <a:pt x="133" y="25"/>
                    <a:pt x="134" y="26"/>
                  </a:cubicBezTo>
                  <a:cubicBezTo>
                    <a:pt x="141" y="45"/>
                    <a:pt x="141" y="45"/>
                    <a:pt x="141" y="45"/>
                  </a:cubicBezTo>
                  <a:cubicBezTo>
                    <a:pt x="149" y="25"/>
                    <a:pt x="149" y="25"/>
                    <a:pt x="149" y="25"/>
                  </a:cubicBezTo>
                  <a:cubicBezTo>
                    <a:pt x="149" y="24"/>
                    <a:pt x="150" y="23"/>
                    <a:pt x="150" y="22"/>
                  </a:cubicBezTo>
                  <a:cubicBezTo>
                    <a:pt x="150" y="21"/>
                    <a:pt x="150" y="21"/>
                    <a:pt x="149" y="21"/>
                  </a:cubicBezTo>
                  <a:cubicBezTo>
                    <a:pt x="149" y="21"/>
                    <a:pt x="149" y="20"/>
                    <a:pt x="149" y="20"/>
                  </a:cubicBezTo>
                  <a:cubicBezTo>
                    <a:pt x="148" y="20"/>
                    <a:pt x="147" y="20"/>
                    <a:pt x="146" y="20"/>
                  </a:cubicBezTo>
                  <a:cubicBezTo>
                    <a:pt x="146" y="19"/>
                    <a:pt x="146" y="19"/>
                    <a:pt x="146" y="19"/>
                  </a:cubicBezTo>
                  <a:cubicBezTo>
                    <a:pt x="157" y="19"/>
                    <a:pt x="157" y="19"/>
                    <a:pt x="157" y="19"/>
                  </a:cubicBezTo>
                  <a:cubicBezTo>
                    <a:pt x="157" y="20"/>
                    <a:pt x="157" y="20"/>
                    <a:pt x="157" y="20"/>
                  </a:cubicBezTo>
                  <a:cubicBezTo>
                    <a:pt x="156" y="20"/>
                    <a:pt x="155" y="20"/>
                    <a:pt x="155" y="21"/>
                  </a:cubicBezTo>
                  <a:cubicBezTo>
                    <a:pt x="154" y="21"/>
                    <a:pt x="153" y="23"/>
                    <a:pt x="152" y="24"/>
                  </a:cubicBezTo>
                  <a:cubicBezTo>
                    <a:pt x="141" y="53"/>
                    <a:pt x="141" y="53"/>
                    <a:pt x="141" y="53"/>
                  </a:cubicBezTo>
                  <a:cubicBezTo>
                    <a:pt x="139" y="53"/>
                    <a:pt x="139" y="53"/>
                    <a:pt x="139" y="53"/>
                  </a:cubicBezTo>
                  <a:cubicBezTo>
                    <a:pt x="127" y="25"/>
                    <a:pt x="127" y="25"/>
                    <a:pt x="127" y="25"/>
                  </a:cubicBezTo>
                  <a:cubicBezTo>
                    <a:pt x="127" y="23"/>
                    <a:pt x="126" y="22"/>
                    <a:pt x="126" y="22"/>
                  </a:cubicBezTo>
                  <a:cubicBezTo>
                    <a:pt x="125" y="21"/>
                    <a:pt x="125" y="21"/>
                    <a:pt x="124" y="20"/>
                  </a:cubicBezTo>
                  <a:cubicBezTo>
                    <a:pt x="123" y="20"/>
                    <a:pt x="123" y="20"/>
                    <a:pt x="121" y="19"/>
                  </a:cubicBezTo>
                  <a:cubicBezTo>
                    <a:pt x="122" y="19"/>
                    <a:pt x="122" y="19"/>
                    <a:pt x="122" y="19"/>
                  </a:cubicBezTo>
                  <a:close/>
                  <a:moveTo>
                    <a:pt x="169" y="31"/>
                  </a:moveTo>
                  <a:cubicBezTo>
                    <a:pt x="169" y="37"/>
                    <a:pt x="170" y="40"/>
                    <a:pt x="173" y="43"/>
                  </a:cubicBezTo>
                  <a:cubicBezTo>
                    <a:pt x="175" y="46"/>
                    <a:pt x="178" y="48"/>
                    <a:pt x="181" y="48"/>
                  </a:cubicBezTo>
                  <a:cubicBezTo>
                    <a:pt x="183" y="48"/>
                    <a:pt x="185" y="47"/>
                    <a:pt x="187" y="46"/>
                  </a:cubicBezTo>
                  <a:cubicBezTo>
                    <a:pt x="188" y="45"/>
                    <a:pt x="189" y="43"/>
                    <a:pt x="191" y="39"/>
                  </a:cubicBezTo>
                  <a:cubicBezTo>
                    <a:pt x="192" y="40"/>
                    <a:pt x="192" y="40"/>
                    <a:pt x="192" y="40"/>
                  </a:cubicBezTo>
                  <a:cubicBezTo>
                    <a:pt x="191" y="43"/>
                    <a:pt x="190" y="47"/>
                    <a:pt x="187" y="49"/>
                  </a:cubicBezTo>
                  <a:cubicBezTo>
                    <a:pt x="185" y="52"/>
                    <a:pt x="182" y="53"/>
                    <a:pt x="178" y="53"/>
                  </a:cubicBezTo>
                  <a:cubicBezTo>
                    <a:pt x="174" y="53"/>
                    <a:pt x="171" y="52"/>
                    <a:pt x="168" y="49"/>
                  </a:cubicBezTo>
                  <a:cubicBezTo>
                    <a:pt x="165" y="45"/>
                    <a:pt x="164" y="41"/>
                    <a:pt x="164" y="36"/>
                  </a:cubicBezTo>
                  <a:cubicBezTo>
                    <a:pt x="164" y="30"/>
                    <a:pt x="166" y="25"/>
                    <a:pt x="169" y="22"/>
                  </a:cubicBezTo>
                  <a:cubicBezTo>
                    <a:pt x="171" y="19"/>
                    <a:pt x="175" y="17"/>
                    <a:pt x="179" y="17"/>
                  </a:cubicBezTo>
                  <a:cubicBezTo>
                    <a:pt x="183" y="17"/>
                    <a:pt x="186" y="19"/>
                    <a:pt x="189" y="21"/>
                  </a:cubicBezTo>
                  <a:cubicBezTo>
                    <a:pt x="191" y="23"/>
                    <a:pt x="192" y="27"/>
                    <a:pt x="192" y="31"/>
                  </a:cubicBezTo>
                  <a:cubicBezTo>
                    <a:pt x="169" y="31"/>
                    <a:pt x="169" y="31"/>
                    <a:pt x="169" y="31"/>
                  </a:cubicBezTo>
                  <a:close/>
                  <a:moveTo>
                    <a:pt x="169" y="29"/>
                  </a:moveTo>
                  <a:cubicBezTo>
                    <a:pt x="184" y="29"/>
                    <a:pt x="184" y="29"/>
                    <a:pt x="184" y="29"/>
                  </a:cubicBezTo>
                  <a:cubicBezTo>
                    <a:pt x="184" y="27"/>
                    <a:pt x="184" y="26"/>
                    <a:pt x="183" y="25"/>
                  </a:cubicBezTo>
                  <a:cubicBezTo>
                    <a:pt x="183" y="24"/>
                    <a:pt x="182" y="23"/>
                    <a:pt x="181" y="22"/>
                  </a:cubicBezTo>
                  <a:cubicBezTo>
                    <a:pt x="179" y="21"/>
                    <a:pt x="178" y="21"/>
                    <a:pt x="177" y="21"/>
                  </a:cubicBezTo>
                  <a:cubicBezTo>
                    <a:pt x="175" y="21"/>
                    <a:pt x="173" y="21"/>
                    <a:pt x="172" y="23"/>
                  </a:cubicBezTo>
                  <a:cubicBezTo>
                    <a:pt x="170" y="24"/>
                    <a:pt x="169" y="27"/>
                    <a:pt x="169" y="29"/>
                  </a:cubicBezTo>
                  <a:close/>
                  <a:moveTo>
                    <a:pt x="209" y="18"/>
                  </a:moveTo>
                  <a:cubicBezTo>
                    <a:pt x="209" y="25"/>
                    <a:pt x="209" y="25"/>
                    <a:pt x="209" y="25"/>
                  </a:cubicBezTo>
                  <a:cubicBezTo>
                    <a:pt x="212" y="20"/>
                    <a:pt x="215" y="18"/>
                    <a:pt x="218" y="18"/>
                  </a:cubicBezTo>
                  <a:cubicBezTo>
                    <a:pt x="219" y="18"/>
                    <a:pt x="220" y="18"/>
                    <a:pt x="221" y="19"/>
                  </a:cubicBezTo>
                  <a:cubicBezTo>
                    <a:pt x="222" y="20"/>
                    <a:pt x="222" y="21"/>
                    <a:pt x="222" y="22"/>
                  </a:cubicBezTo>
                  <a:cubicBezTo>
                    <a:pt x="222" y="23"/>
                    <a:pt x="222" y="23"/>
                    <a:pt x="221" y="24"/>
                  </a:cubicBezTo>
                  <a:cubicBezTo>
                    <a:pt x="221" y="25"/>
                    <a:pt x="220" y="25"/>
                    <a:pt x="219" y="25"/>
                  </a:cubicBezTo>
                  <a:cubicBezTo>
                    <a:pt x="218" y="25"/>
                    <a:pt x="217" y="25"/>
                    <a:pt x="216" y="24"/>
                  </a:cubicBezTo>
                  <a:cubicBezTo>
                    <a:pt x="215" y="23"/>
                    <a:pt x="214" y="23"/>
                    <a:pt x="214" y="23"/>
                  </a:cubicBezTo>
                  <a:cubicBezTo>
                    <a:pt x="213" y="23"/>
                    <a:pt x="213" y="23"/>
                    <a:pt x="213" y="24"/>
                  </a:cubicBezTo>
                  <a:cubicBezTo>
                    <a:pt x="211" y="25"/>
                    <a:pt x="211" y="27"/>
                    <a:pt x="209" y="29"/>
                  </a:cubicBezTo>
                  <a:cubicBezTo>
                    <a:pt x="209" y="45"/>
                    <a:pt x="209" y="45"/>
                    <a:pt x="209" y="45"/>
                  </a:cubicBezTo>
                  <a:cubicBezTo>
                    <a:pt x="209" y="47"/>
                    <a:pt x="210" y="49"/>
                    <a:pt x="210" y="50"/>
                  </a:cubicBezTo>
                  <a:cubicBezTo>
                    <a:pt x="211" y="51"/>
                    <a:pt x="211" y="51"/>
                    <a:pt x="212" y="51"/>
                  </a:cubicBezTo>
                  <a:cubicBezTo>
                    <a:pt x="213" y="52"/>
                    <a:pt x="214" y="52"/>
                    <a:pt x="215" y="52"/>
                  </a:cubicBezTo>
                  <a:cubicBezTo>
                    <a:pt x="215" y="53"/>
                    <a:pt x="215" y="53"/>
                    <a:pt x="215" y="53"/>
                  </a:cubicBezTo>
                  <a:cubicBezTo>
                    <a:pt x="198" y="53"/>
                    <a:pt x="198" y="53"/>
                    <a:pt x="198" y="53"/>
                  </a:cubicBezTo>
                  <a:cubicBezTo>
                    <a:pt x="198" y="52"/>
                    <a:pt x="198" y="52"/>
                    <a:pt x="198" y="52"/>
                  </a:cubicBezTo>
                  <a:cubicBezTo>
                    <a:pt x="200" y="52"/>
                    <a:pt x="201" y="52"/>
                    <a:pt x="202" y="51"/>
                  </a:cubicBezTo>
                  <a:cubicBezTo>
                    <a:pt x="202" y="51"/>
                    <a:pt x="203" y="50"/>
                    <a:pt x="203" y="49"/>
                  </a:cubicBezTo>
                  <a:cubicBezTo>
                    <a:pt x="203" y="49"/>
                    <a:pt x="203" y="48"/>
                    <a:pt x="203" y="46"/>
                  </a:cubicBezTo>
                  <a:cubicBezTo>
                    <a:pt x="203" y="33"/>
                    <a:pt x="203" y="33"/>
                    <a:pt x="203" y="33"/>
                  </a:cubicBezTo>
                  <a:cubicBezTo>
                    <a:pt x="203" y="29"/>
                    <a:pt x="203" y="26"/>
                    <a:pt x="203" y="25"/>
                  </a:cubicBezTo>
                  <a:cubicBezTo>
                    <a:pt x="203" y="25"/>
                    <a:pt x="202" y="24"/>
                    <a:pt x="202" y="24"/>
                  </a:cubicBezTo>
                  <a:cubicBezTo>
                    <a:pt x="201" y="23"/>
                    <a:pt x="201" y="23"/>
                    <a:pt x="200" y="23"/>
                  </a:cubicBezTo>
                  <a:cubicBezTo>
                    <a:pt x="199" y="23"/>
                    <a:pt x="199" y="23"/>
                    <a:pt x="198" y="24"/>
                  </a:cubicBezTo>
                  <a:cubicBezTo>
                    <a:pt x="197" y="23"/>
                    <a:pt x="197" y="23"/>
                    <a:pt x="197" y="23"/>
                  </a:cubicBezTo>
                  <a:cubicBezTo>
                    <a:pt x="207" y="19"/>
                    <a:pt x="207" y="19"/>
                    <a:pt x="207" y="19"/>
                  </a:cubicBezTo>
                  <a:cubicBezTo>
                    <a:pt x="209" y="19"/>
                    <a:pt x="209" y="19"/>
                    <a:pt x="209" y="19"/>
                  </a:cubicBezTo>
                  <a:cubicBezTo>
                    <a:pt x="209" y="18"/>
                    <a:pt x="209" y="18"/>
                    <a:pt x="209" y="18"/>
                  </a:cubicBezTo>
                  <a:close/>
                  <a:moveTo>
                    <a:pt x="249" y="18"/>
                  </a:moveTo>
                  <a:cubicBezTo>
                    <a:pt x="249" y="29"/>
                    <a:pt x="249" y="29"/>
                    <a:pt x="249" y="29"/>
                  </a:cubicBezTo>
                  <a:cubicBezTo>
                    <a:pt x="247" y="29"/>
                    <a:pt x="247" y="29"/>
                    <a:pt x="247" y="29"/>
                  </a:cubicBezTo>
                  <a:cubicBezTo>
                    <a:pt x="247" y="26"/>
                    <a:pt x="245" y="23"/>
                    <a:pt x="244" y="22"/>
                  </a:cubicBezTo>
                  <a:cubicBezTo>
                    <a:pt x="242" y="21"/>
                    <a:pt x="241" y="20"/>
                    <a:pt x="238" y="20"/>
                  </a:cubicBezTo>
                  <a:cubicBezTo>
                    <a:pt x="237" y="20"/>
                    <a:pt x="235" y="20"/>
                    <a:pt x="234" y="21"/>
                  </a:cubicBezTo>
                  <a:cubicBezTo>
                    <a:pt x="233" y="22"/>
                    <a:pt x="233" y="23"/>
                    <a:pt x="233" y="24"/>
                  </a:cubicBezTo>
                  <a:cubicBezTo>
                    <a:pt x="233" y="25"/>
                    <a:pt x="233" y="27"/>
                    <a:pt x="234" y="28"/>
                  </a:cubicBezTo>
                  <a:cubicBezTo>
                    <a:pt x="235" y="29"/>
                    <a:pt x="236" y="30"/>
                    <a:pt x="238" y="31"/>
                  </a:cubicBezTo>
                  <a:cubicBezTo>
                    <a:pt x="243" y="34"/>
                    <a:pt x="243" y="34"/>
                    <a:pt x="243" y="34"/>
                  </a:cubicBezTo>
                  <a:cubicBezTo>
                    <a:pt x="248" y="36"/>
                    <a:pt x="251" y="39"/>
                    <a:pt x="251" y="43"/>
                  </a:cubicBezTo>
                  <a:cubicBezTo>
                    <a:pt x="251" y="47"/>
                    <a:pt x="249" y="49"/>
                    <a:pt x="247" y="51"/>
                  </a:cubicBezTo>
                  <a:cubicBezTo>
                    <a:pt x="245" y="53"/>
                    <a:pt x="243" y="54"/>
                    <a:pt x="240" y="54"/>
                  </a:cubicBezTo>
                  <a:cubicBezTo>
                    <a:pt x="238" y="54"/>
                    <a:pt x="235" y="53"/>
                    <a:pt x="233" y="53"/>
                  </a:cubicBezTo>
                  <a:cubicBezTo>
                    <a:pt x="232" y="52"/>
                    <a:pt x="231" y="52"/>
                    <a:pt x="231" y="52"/>
                  </a:cubicBezTo>
                  <a:cubicBezTo>
                    <a:pt x="231" y="52"/>
                    <a:pt x="230" y="53"/>
                    <a:pt x="230" y="53"/>
                  </a:cubicBezTo>
                  <a:cubicBezTo>
                    <a:pt x="229" y="53"/>
                    <a:pt x="229" y="53"/>
                    <a:pt x="229" y="53"/>
                  </a:cubicBezTo>
                  <a:cubicBezTo>
                    <a:pt x="229" y="41"/>
                    <a:pt x="229" y="41"/>
                    <a:pt x="229" y="41"/>
                  </a:cubicBezTo>
                  <a:cubicBezTo>
                    <a:pt x="230" y="41"/>
                    <a:pt x="230" y="41"/>
                    <a:pt x="230" y="41"/>
                  </a:cubicBezTo>
                  <a:cubicBezTo>
                    <a:pt x="231" y="45"/>
                    <a:pt x="232" y="47"/>
                    <a:pt x="234" y="49"/>
                  </a:cubicBezTo>
                  <a:cubicBezTo>
                    <a:pt x="236" y="51"/>
                    <a:pt x="238" y="52"/>
                    <a:pt x="240" y="52"/>
                  </a:cubicBezTo>
                  <a:cubicBezTo>
                    <a:pt x="242" y="52"/>
                    <a:pt x="243" y="51"/>
                    <a:pt x="244" y="50"/>
                  </a:cubicBezTo>
                  <a:cubicBezTo>
                    <a:pt x="245" y="49"/>
                    <a:pt x="246" y="48"/>
                    <a:pt x="246" y="47"/>
                  </a:cubicBezTo>
                  <a:cubicBezTo>
                    <a:pt x="246" y="45"/>
                    <a:pt x="245" y="43"/>
                    <a:pt x="244" y="42"/>
                  </a:cubicBezTo>
                  <a:cubicBezTo>
                    <a:pt x="243" y="41"/>
                    <a:pt x="241" y="39"/>
                    <a:pt x="237" y="38"/>
                  </a:cubicBezTo>
                  <a:cubicBezTo>
                    <a:pt x="234" y="36"/>
                    <a:pt x="232" y="35"/>
                    <a:pt x="231" y="33"/>
                  </a:cubicBezTo>
                  <a:cubicBezTo>
                    <a:pt x="229" y="31"/>
                    <a:pt x="229" y="30"/>
                    <a:pt x="229" y="28"/>
                  </a:cubicBezTo>
                  <a:cubicBezTo>
                    <a:pt x="229" y="25"/>
                    <a:pt x="230" y="23"/>
                    <a:pt x="232" y="21"/>
                  </a:cubicBezTo>
                  <a:cubicBezTo>
                    <a:pt x="234" y="19"/>
                    <a:pt x="236" y="18"/>
                    <a:pt x="239" y="18"/>
                  </a:cubicBezTo>
                  <a:cubicBezTo>
                    <a:pt x="240" y="18"/>
                    <a:pt x="242" y="18"/>
                    <a:pt x="244" y="19"/>
                  </a:cubicBezTo>
                  <a:cubicBezTo>
                    <a:pt x="245" y="19"/>
                    <a:pt x="246" y="19"/>
                    <a:pt x="246" y="19"/>
                  </a:cubicBezTo>
                  <a:cubicBezTo>
                    <a:pt x="247" y="19"/>
                    <a:pt x="247" y="19"/>
                    <a:pt x="247" y="19"/>
                  </a:cubicBezTo>
                  <a:cubicBezTo>
                    <a:pt x="247" y="19"/>
                    <a:pt x="247" y="18"/>
                    <a:pt x="248" y="17"/>
                  </a:cubicBezTo>
                  <a:cubicBezTo>
                    <a:pt x="249" y="18"/>
                    <a:pt x="249" y="18"/>
                    <a:pt x="249" y="18"/>
                  </a:cubicBezTo>
                  <a:close/>
                  <a:moveTo>
                    <a:pt x="268" y="0"/>
                  </a:moveTo>
                  <a:cubicBezTo>
                    <a:pt x="269" y="0"/>
                    <a:pt x="270" y="0"/>
                    <a:pt x="271" y="1"/>
                  </a:cubicBezTo>
                  <a:cubicBezTo>
                    <a:pt x="271" y="2"/>
                    <a:pt x="272" y="3"/>
                    <a:pt x="272" y="4"/>
                  </a:cubicBezTo>
                  <a:cubicBezTo>
                    <a:pt x="272" y="5"/>
                    <a:pt x="271" y="6"/>
                    <a:pt x="271" y="7"/>
                  </a:cubicBezTo>
                  <a:cubicBezTo>
                    <a:pt x="270" y="7"/>
                    <a:pt x="269" y="8"/>
                    <a:pt x="268" y="8"/>
                  </a:cubicBezTo>
                  <a:cubicBezTo>
                    <a:pt x="267" y="8"/>
                    <a:pt x="266" y="7"/>
                    <a:pt x="266" y="7"/>
                  </a:cubicBezTo>
                  <a:cubicBezTo>
                    <a:pt x="265" y="6"/>
                    <a:pt x="265" y="5"/>
                    <a:pt x="265" y="4"/>
                  </a:cubicBezTo>
                  <a:cubicBezTo>
                    <a:pt x="265" y="3"/>
                    <a:pt x="265" y="2"/>
                    <a:pt x="266" y="1"/>
                  </a:cubicBezTo>
                  <a:cubicBezTo>
                    <a:pt x="266" y="0"/>
                    <a:pt x="267" y="0"/>
                    <a:pt x="268" y="0"/>
                  </a:cubicBezTo>
                  <a:close/>
                  <a:moveTo>
                    <a:pt x="271" y="18"/>
                  </a:moveTo>
                  <a:cubicBezTo>
                    <a:pt x="271" y="45"/>
                    <a:pt x="271" y="45"/>
                    <a:pt x="271" y="45"/>
                  </a:cubicBezTo>
                  <a:cubicBezTo>
                    <a:pt x="271" y="47"/>
                    <a:pt x="271" y="49"/>
                    <a:pt x="271" y="49"/>
                  </a:cubicBezTo>
                  <a:cubicBezTo>
                    <a:pt x="272" y="50"/>
                    <a:pt x="272" y="51"/>
                    <a:pt x="273" y="51"/>
                  </a:cubicBezTo>
                  <a:cubicBezTo>
                    <a:pt x="273" y="51"/>
                    <a:pt x="274" y="51"/>
                    <a:pt x="276" y="51"/>
                  </a:cubicBezTo>
                  <a:cubicBezTo>
                    <a:pt x="276" y="53"/>
                    <a:pt x="276" y="53"/>
                    <a:pt x="276" y="53"/>
                  </a:cubicBezTo>
                  <a:cubicBezTo>
                    <a:pt x="260" y="53"/>
                    <a:pt x="260" y="53"/>
                    <a:pt x="260" y="53"/>
                  </a:cubicBezTo>
                  <a:cubicBezTo>
                    <a:pt x="260" y="51"/>
                    <a:pt x="260" y="51"/>
                    <a:pt x="260" y="51"/>
                  </a:cubicBezTo>
                  <a:cubicBezTo>
                    <a:pt x="261" y="51"/>
                    <a:pt x="263" y="51"/>
                    <a:pt x="263" y="51"/>
                  </a:cubicBezTo>
                  <a:cubicBezTo>
                    <a:pt x="263" y="51"/>
                    <a:pt x="264" y="50"/>
                    <a:pt x="264" y="49"/>
                  </a:cubicBezTo>
                  <a:cubicBezTo>
                    <a:pt x="265" y="49"/>
                    <a:pt x="265" y="47"/>
                    <a:pt x="265" y="45"/>
                  </a:cubicBezTo>
                  <a:cubicBezTo>
                    <a:pt x="265" y="32"/>
                    <a:pt x="265" y="32"/>
                    <a:pt x="265" y="32"/>
                  </a:cubicBezTo>
                  <a:cubicBezTo>
                    <a:pt x="265" y="28"/>
                    <a:pt x="265" y="26"/>
                    <a:pt x="264" y="25"/>
                  </a:cubicBezTo>
                  <a:cubicBezTo>
                    <a:pt x="264" y="24"/>
                    <a:pt x="264" y="23"/>
                    <a:pt x="263" y="23"/>
                  </a:cubicBezTo>
                  <a:cubicBezTo>
                    <a:pt x="263" y="23"/>
                    <a:pt x="263" y="23"/>
                    <a:pt x="262" y="23"/>
                  </a:cubicBezTo>
                  <a:cubicBezTo>
                    <a:pt x="261" y="23"/>
                    <a:pt x="260" y="23"/>
                    <a:pt x="259" y="23"/>
                  </a:cubicBezTo>
                  <a:cubicBezTo>
                    <a:pt x="259" y="22"/>
                    <a:pt x="259" y="22"/>
                    <a:pt x="259" y="22"/>
                  </a:cubicBezTo>
                  <a:cubicBezTo>
                    <a:pt x="269" y="18"/>
                    <a:pt x="269" y="18"/>
                    <a:pt x="269" y="18"/>
                  </a:cubicBezTo>
                  <a:cubicBezTo>
                    <a:pt x="271" y="18"/>
                    <a:pt x="271" y="18"/>
                    <a:pt x="271" y="18"/>
                  </a:cubicBezTo>
                  <a:close/>
                  <a:moveTo>
                    <a:pt x="293" y="7"/>
                  </a:moveTo>
                  <a:cubicBezTo>
                    <a:pt x="293" y="19"/>
                    <a:pt x="293" y="19"/>
                    <a:pt x="293" y="19"/>
                  </a:cubicBezTo>
                  <a:cubicBezTo>
                    <a:pt x="301" y="19"/>
                    <a:pt x="301" y="19"/>
                    <a:pt x="301" y="19"/>
                  </a:cubicBezTo>
                  <a:cubicBezTo>
                    <a:pt x="301" y="21"/>
                    <a:pt x="301" y="21"/>
                    <a:pt x="301" y="21"/>
                  </a:cubicBezTo>
                  <a:cubicBezTo>
                    <a:pt x="293" y="21"/>
                    <a:pt x="293" y="21"/>
                    <a:pt x="293" y="21"/>
                  </a:cubicBezTo>
                  <a:cubicBezTo>
                    <a:pt x="293" y="43"/>
                    <a:pt x="293" y="43"/>
                    <a:pt x="293" y="43"/>
                  </a:cubicBezTo>
                  <a:cubicBezTo>
                    <a:pt x="293" y="45"/>
                    <a:pt x="294" y="47"/>
                    <a:pt x="294" y="48"/>
                  </a:cubicBezTo>
                  <a:cubicBezTo>
                    <a:pt x="295" y="49"/>
                    <a:pt x="295" y="49"/>
                    <a:pt x="297" y="49"/>
                  </a:cubicBezTo>
                  <a:cubicBezTo>
                    <a:pt x="297" y="49"/>
                    <a:pt x="298" y="49"/>
                    <a:pt x="299" y="48"/>
                  </a:cubicBezTo>
                  <a:cubicBezTo>
                    <a:pt x="300" y="48"/>
                    <a:pt x="300" y="47"/>
                    <a:pt x="301" y="46"/>
                  </a:cubicBezTo>
                  <a:cubicBezTo>
                    <a:pt x="302" y="46"/>
                    <a:pt x="302" y="46"/>
                    <a:pt x="302" y="46"/>
                  </a:cubicBezTo>
                  <a:cubicBezTo>
                    <a:pt x="301" y="48"/>
                    <a:pt x="300" y="50"/>
                    <a:pt x="298" y="51"/>
                  </a:cubicBezTo>
                  <a:cubicBezTo>
                    <a:pt x="297" y="53"/>
                    <a:pt x="295" y="53"/>
                    <a:pt x="293" y="53"/>
                  </a:cubicBezTo>
                  <a:cubicBezTo>
                    <a:pt x="292" y="53"/>
                    <a:pt x="291" y="53"/>
                    <a:pt x="290" y="53"/>
                  </a:cubicBezTo>
                  <a:cubicBezTo>
                    <a:pt x="289" y="52"/>
                    <a:pt x="288" y="51"/>
                    <a:pt x="288" y="50"/>
                  </a:cubicBezTo>
                  <a:cubicBezTo>
                    <a:pt x="287" y="49"/>
                    <a:pt x="287" y="47"/>
                    <a:pt x="287" y="44"/>
                  </a:cubicBezTo>
                  <a:cubicBezTo>
                    <a:pt x="287" y="21"/>
                    <a:pt x="287" y="21"/>
                    <a:pt x="287" y="21"/>
                  </a:cubicBezTo>
                  <a:cubicBezTo>
                    <a:pt x="282" y="21"/>
                    <a:pt x="282" y="21"/>
                    <a:pt x="282" y="21"/>
                  </a:cubicBezTo>
                  <a:cubicBezTo>
                    <a:pt x="282" y="20"/>
                    <a:pt x="282" y="20"/>
                    <a:pt x="282" y="20"/>
                  </a:cubicBezTo>
                  <a:cubicBezTo>
                    <a:pt x="283" y="20"/>
                    <a:pt x="285" y="19"/>
                    <a:pt x="286" y="17"/>
                  </a:cubicBezTo>
                  <a:cubicBezTo>
                    <a:pt x="287" y="16"/>
                    <a:pt x="288" y="15"/>
                    <a:pt x="289" y="13"/>
                  </a:cubicBezTo>
                  <a:cubicBezTo>
                    <a:pt x="290" y="12"/>
                    <a:pt x="291" y="10"/>
                    <a:pt x="292" y="7"/>
                  </a:cubicBezTo>
                  <a:cubicBezTo>
                    <a:pt x="293" y="7"/>
                    <a:pt x="293" y="7"/>
                    <a:pt x="293" y="7"/>
                  </a:cubicBezTo>
                  <a:close/>
                  <a:moveTo>
                    <a:pt x="306" y="19"/>
                  </a:moveTo>
                  <a:cubicBezTo>
                    <a:pt x="321" y="19"/>
                    <a:pt x="321" y="19"/>
                    <a:pt x="321" y="19"/>
                  </a:cubicBezTo>
                  <a:cubicBezTo>
                    <a:pt x="321" y="20"/>
                    <a:pt x="321" y="20"/>
                    <a:pt x="321" y="20"/>
                  </a:cubicBezTo>
                  <a:cubicBezTo>
                    <a:pt x="320" y="20"/>
                    <a:pt x="320" y="20"/>
                    <a:pt x="320" y="20"/>
                  </a:cubicBezTo>
                  <a:cubicBezTo>
                    <a:pt x="319" y="20"/>
                    <a:pt x="318" y="20"/>
                    <a:pt x="318" y="21"/>
                  </a:cubicBezTo>
                  <a:cubicBezTo>
                    <a:pt x="317" y="21"/>
                    <a:pt x="317" y="22"/>
                    <a:pt x="317" y="22"/>
                  </a:cubicBezTo>
                  <a:cubicBezTo>
                    <a:pt x="317" y="23"/>
                    <a:pt x="317" y="25"/>
                    <a:pt x="318" y="26"/>
                  </a:cubicBezTo>
                  <a:cubicBezTo>
                    <a:pt x="326" y="43"/>
                    <a:pt x="326" y="43"/>
                    <a:pt x="326" y="43"/>
                  </a:cubicBezTo>
                  <a:cubicBezTo>
                    <a:pt x="333" y="25"/>
                    <a:pt x="333" y="25"/>
                    <a:pt x="333" y="25"/>
                  </a:cubicBezTo>
                  <a:cubicBezTo>
                    <a:pt x="334" y="23"/>
                    <a:pt x="334" y="23"/>
                    <a:pt x="334" y="21"/>
                  </a:cubicBezTo>
                  <a:cubicBezTo>
                    <a:pt x="334" y="21"/>
                    <a:pt x="334" y="21"/>
                    <a:pt x="333" y="20"/>
                  </a:cubicBezTo>
                  <a:cubicBezTo>
                    <a:pt x="333" y="20"/>
                    <a:pt x="333" y="20"/>
                    <a:pt x="333" y="19"/>
                  </a:cubicBezTo>
                  <a:cubicBezTo>
                    <a:pt x="332" y="19"/>
                    <a:pt x="331" y="19"/>
                    <a:pt x="331" y="19"/>
                  </a:cubicBezTo>
                  <a:cubicBezTo>
                    <a:pt x="331" y="18"/>
                    <a:pt x="331" y="18"/>
                    <a:pt x="331" y="18"/>
                  </a:cubicBezTo>
                  <a:cubicBezTo>
                    <a:pt x="341" y="18"/>
                    <a:pt x="341" y="18"/>
                    <a:pt x="341" y="18"/>
                  </a:cubicBezTo>
                  <a:cubicBezTo>
                    <a:pt x="341" y="19"/>
                    <a:pt x="341" y="19"/>
                    <a:pt x="341" y="19"/>
                  </a:cubicBezTo>
                  <a:cubicBezTo>
                    <a:pt x="341" y="19"/>
                    <a:pt x="340" y="19"/>
                    <a:pt x="339" y="19"/>
                  </a:cubicBezTo>
                  <a:cubicBezTo>
                    <a:pt x="339" y="20"/>
                    <a:pt x="338" y="20"/>
                    <a:pt x="338" y="21"/>
                  </a:cubicBezTo>
                  <a:cubicBezTo>
                    <a:pt x="337" y="21"/>
                    <a:pt x="337" y="22"/>
                    <a:pt x="337" y="24"/>
                  </a:cubicBezTo>
                  <a:cubicBezTo>
                    <a:pt x="323" y="58"/>
                    <a:pt x="323" y="58"/>
                    <a:pt x="323" y="58"/>
                  </a:cubicBezTo>
                  <a:cubicBezTo>
                    <a:pt x="322" y="61"/>
                    <a:pt x="321" y="63"/>
                    <a:pt x="318" y="65"/>
                  </a:cubicBezTo>
                  <a:cubicBezTo>
                    <a:pt x="316" y="67"/>
                    <a:pt x="314" y="68"/>
                    <a:pt x="312" y="68"/>
                  </a:cubicBezTo>
                  <a:cubicBezTo>
                    <a:pt x="311" y="68"/>
                    <a:pt x="310" y="67"/>
                    <a:pt x="309" y="67"/>
                  </a:cubicBezTo>
                  <a:cubicBezTo>
                    <a:pt x="308" y="66"/>
                    <a:pt x="307" y="65"/>
                    <a:pt x="307" y="64"/>
                  </a:cubicBezTo>
                  <a:cubicBezTo>
                    <a:pt x="307" y="63"/>
                    <a:pt x="308" y="62"/>
                    <a:pt x="308" y="61"/>
                  </a:cubicBezTo>
                  <a:cubicBezTo>
                    <a:pt x="309" y="61"/>
                    <a:pt x="310" y="61"/>
                    <a:pt x="311" y="61"/>
                  </a:cubicBezTo>
                  <a:cubicBezTo>
                    <a:pt x="312" y="61"/>
                    <a:pt x="313" y="61"/>
                    <a:pt x="314" y="61"/>
                  </a:cubicBezTo>
                  <a:cubicBezTo>
                    <a:pt x="315" y="62"/>
                    <a:pt x="316" y="62"/>
                    <a:pt x="316" y="62"/>
                  </a:cubicBezTo>
                  <a:cubicBezTo>
                    <a:pt x="317" y="62"/>
                    <a:pt x="317" y="61"/>
                    <a:pt x="318" y="61"/>
                  </a:cubicBezTo>
                  <a:cubicBezTo>
                    <a:pt x="319" y="60"/>
                    <a:pt x="320" y="58"/>
                    <a:pt x="321" y="56"/>
                  </a:cubicBezTo>
                  <a:cubicBezTo>
                    <a:pt x="323" y="50"/>
                    <a:pt x="323" y="50"/>
                    <a:pt x="323" y="50"/>
                  </a:cubicBezTo>
                  <a:cubicBezTo>
                    <a:pt x="311" y="25"/>
                    <a:pt x="311" y="25"/>
                    <a:pt x="311" y="25"/>
                  </a:cubicBezTo>
                  <a:cubicBezTo>
                    <a:pt x="311" y="24"/>
                    <a:pt x="311" y="23"/>
                    <a:pt x="310" y="22"/>
                  </a:cubicBezTo>
                  <a:cubicBezTo>
                    <a:pt x="309" y="21"/>
                    <a:pt x="309" y="20"/>
                    <a:pt x="308" y="20"/>
                  </a:cubicBezTo>
                  <a:cubicBezTo>
                    <a:pt x="308" y="20"/>
                    <a:pt x="307" y="19"/>
                    <a:pt x="305" y="19"/>
                  </a:cubicBezTo>
                  <a:cubicBezTo>
                    <a:pt x="306" y="19"/>
                    <a:pt x="306" y="19"/>
                    <a:pt x="306" y="19"/>
                  </a:cubicBezTo>
                  <a:close/>
                  <a:moveTo>
                    <a:pt x="379" y="18"/>
                  </a:moveTo>
                  <a:cubicBezTo>
                    <a:pt x="383" y="18"/>
                    <a:pt x="387" y="20"/>
                    <a:pt x="391" y="24"/>
                  </a:cubicBezTo>
                  <a:cubicBezTo>
                    <a:pt x="393" y="27"/>
                    <a:pt x="395" y="31"/>
                    <a:pt x="395" y="35"/>
                  </a:cubicBezTo>
                  <a:cubicBezTo>
                    <a:pt x="395" y="39"/>
                    <a:pt x="394" y="41"/>
                    <a:pt x="393" y="45"/>
                  </a:cubicBezTo>
                  <a:cubicBezTo>
                    <a:pt x="391" y="48"/>
                    <a:pt x="389" y="50"/>
                    <a:pt x="387" y="52"/>
                  </a:cubicBezTo>
                  <a:cubicBezTo>
                    <a:pt x="385" y="53"/>
                    <a:pt x="382" y="54"/>
                    <a:pt x="379" y="54"/>
                  </a:cubicBezTo>
                  <a:cubicBezTo>
                    <a:pt x="374" y="54"/>
                    <a:pt x="370" y="52"/>
                    <a:pt x="367" y="48"/>
                  </a:cubicBezTo>
                  <a:cubicBezTo>
                    <a:pt x="365" y="45"/>
                    <a:pt x="363" y="41"/>
                    <a:pt x="363" y="37"/>
                  </a:cubicBezTo>
                  <a:cubicBezTo>
                    <a:pt x="363" y="33"/>
                    <a:pt x="364" y="30"/>
                    <a:pt x="366" y="27"/>
                  </a:cubicBezTo>
                  <a:cubicBezTo>
                    <a:pt x="367" y="24"/>
                    <a:pt x="369" y="22"/>
                    <a:pt x="372" y="21"/>
                  </a:cubicBezTo>
                  <a:cubicBezTo>
                    <a:pt x="373" y="19"/>
                    <a:pt x="376" y="18"/>
                    <a:pt x="379" y="18"/>
                  </a:cubicBezTo>
                  <a:close/>
                  <a:moveTo>
                    <a:pt x="377" y="20"/>
                  </a:moveTo>
                  <a:cubicBezTo>
                    <a:pt x="376" y="20"/>
                    <a:pt x="375" y="21"/>
                    <a:pt x="373" y="21"/>
                  </a:cubicBezTo>
                  <a:cubicBezTo>
                    <a:pt x="372" y="22"/>
                    <a:pt x="371" y="23"/>
                    <a:pt x="370" y="25"/>
                  </a:cubicBezTo>
                  <a:cubicBezTo>
                    <a:pt x="369" y="27"/>
                    <a:pt x="369" y="30"/>
                    <a:pt x="369" y="33"/>
                  </a:cubicBezTo>
                  <a:cubicBezTo>
                    <a:pt x="369" y="38"/>
                    <a:pt x="370" y="42"/>
                    <a:pt x="372" y="46"/>
                  </a:cubicBezTo>
                  <a:cubicBezTo>
                    <a:pt x="374" y="49"/>
                    <a:pt x="376" y="51"/>
                    <a:pt x="379" y="51"/>
                  </a:cubicBezTo>
                  <a:cubicBezTo>
                    <a:pt x="382" y="51"/>
                    <a:pt x="384" y="50"/>
                    <a:pt x="385" y="48"/>
                  </a:cubicBezTo>
                  <a:cubicBezTo>
                    <a:pt x="387" y="46"/>
                    <a:pt x="387" y="43"/>
                    <a:pt x="387" y="38"/>
                  </a:cubicBezTo>
                  <a:cubicBezTo>
                    <a:pt x="387" y="32"/>
                    <a:pt x="386" y="27"/>
                    <a:pt x="384" y="24"/>
                  </a:cubicBezTo>
                  <a:cubicBezTo>
                    <a:pt x="382" y="21"/>
                    <a:pt x="380" y="20"/>
                    <a:pt x="377" y="20"/>
                  </a:cubicBezTo>
                  <a:close/>
                  <a:moveTo>
                    <a:pt x="415" y="21"/>
                  </a:moveTo>
                  <a:cubicBezTo>
                    <a:pt x="415" y="44"/>
                    <a:pt x="415" y="44"/>
                    <a:pt x="415" y="44"/>
                  </a:cubicBezTo>
                  <a:cubicBezTo>
                    <a:pt x="415" y="47"/>
                    <a:pt x="416" y="49"/>
                    <a:pt x="416" y="50"/>
                  </a:cubicBezTo>
                  <a:cubicBezTo>
                    <a:pt x="417" y="51"/>
                    <a:pt x="418" y="51"/>
                    <a:pt x="420" y="51"/>
                  </a:cubicBezTo>
                  <a:cubicBezTo>
                    <a:pt x="423" y="51"/>
                    <a:pt x="423" y="51"/>
                    <a:pt x="423" y="51"/>
                  </a:cubicBezTo>
                  <a:cubicBezTo>
                    <a:pt x="423" y="53"/>
                    <a:pt x="423" y="53"/>
                    <a:pt x="423" y="53"/>
                  </a:cubicBezTo>
                  <a:cubicBezTo>
                    <a:pt x="403" y="53"/>
                    <a:pt x="403" y="53"/>
                    <a:pt x="403" y="53"/>
                  </a:cubicBezTo>
                  <a:cubicBezTo>
                    <a:pt x="403" y="51"/>
                    <a:pt x="403" y="51"/>
                    <a:pt x="403" y="51"/>
                  </a:cubicBezTo>
                  <a:cubicBezTo>
                    <a:pt x="405" y="51"/>
                    <a:pt x="405" y="51"/>
                    <a:pt x="405" y="51"/>
                  </a:cubicBezTo>
                  <a:cubicBezTo>
                    <a:pt x="406" y="51"/>
                    <a:pt x="407" y="51"/>
                    <a:pt x="408" y="51"/>
                  </a:cubicBezTo>
                  <a:cubicBezTo>
                    <a:pt x="409" y="50"/>
                    <a:pt x="409" y="49"/>
                    <a:pt x="409" y="49"/>
                  </a:cubicBezTo>
                  <a:cubicBezTo>
                    <a:pt x="410" y="48"/>
                    <a:pt x="410" y="46"/>
                    <a:pt x="410" y="44"/>
                  </a:cubicBezTo>
                  <a:cubicBezTo>
                    <a:pt x="410" y="21"/>
                    <a:pt x="410" y="21"/>
                    <a:pt x="410" y="21"/>
                  </a:cubicBezTo>
                  <a:cubicBezTo>
                    <a:pt x="403" y="21"/>
                    <a:pt x="403" y="21"/>
                    <a:pt x="403" y="21"/>
                  </a:cubicBezTo>
                  <a:cubicBezTo>
                    <a:pt x="403" y="19"/>
                    <a:pt x="403" y="19"/>
                    <a:pt x="403" y="19"/>
                  </a:cubicBezTo>
                  <a:cubicBezTo>
                    <a:pt x="410" y="19"/>
                    <a:pt x="410" y="19"/>
                    <a:pt x="410" y="19"/>
                  </a:cubicBezTo>
                  <a:cubicBezTo>
                    <a:pt x="410" y="16"/>
                    <a:pt x="410" y="16"/>
                    <a:pt x="410" y="16"/>
                  </a:cubicBezTo>
                  <a:cubicBezTo>
                    <a:pt x="410" y="13"/>
                    <a:pt x="410" y="10"/>
                    <a:pt x="411" y="7"/>
                  </a:cubicBezTo>
                  <a:cubicBezTo>
                    <a:pt x="413" y="5"/>
                    <a:pt x="414" y="3"/>
                    <a:pt x="416" y="2"/>
                  </a:cubicBezTo>
                  <a:cubicBezTo>
                    <a:pt x="418" y="0"/>
                    <a:pt x="421" y="0"/>
                    <a:pt x="423" y="0"/>
                  </a:cubicBezTo>
                  <a:cubicBezTo>
                    <a:pt x="426" y="0"/>
                    <a:pt x="428" y="1"/>
                    <a:pt x="430" y="2"/>
                  </a:cubicBezTo>
                  <a:cubicBezTo>
                    <a:pt x="431" y="3"/>
                    <a:pt x="432" y="5"/>
                    <a:pt x="432" y="6"/>
                  </a:cubicBezTo>
                  <a:cubicBezTo>
                    <a:pt x="432" y="7"/>
                    <a:pt x="432" y="7"/>
                    <a:pt x="431" y="8"/>
                  </a:cubicBezTo>
                  <a:cubicBezTo>
                    <a:pt x="431" y="9"/>
                    <a:pt x="430" y="9"/>
                    <a:pt x="429" y="9"/>
                  </a:cubicBezTo>
                  <a:cubicBezTo>
                    <a:pt x="429" y="9"/>
                    <a:pt x="428" y="8"/>
                    <a:pt x="428" y="8"/>
                  </a:cubicBezTo>
                  <a:cubicBezTo>
                    <a:pt x="427" y="7"/>
                    <a:pt x="427" y="7"/>
                    <a:pt x="425" y="5"/>
                  </a:cubicBezTo>
                  <a:cubicBezTo>
                    <a:pt x="425" y="4"/>
                    <a:pt x="424" y="3"/>
                    <a:pt x="423" y="2"/>
                  </a:cubicBezTo>
                  <a:cubicBezTo>
                    <a:pt x="422" y="2"/>
                    <a:pt x="421" y="1"/>
                    <a:pt x="421" y="1"/>
                  </a:cubicBezTo>
                  <a:cubicBezTo>
                    <a:pt x="419" y="1"/>
                    <a:pt x="419" y="2"/>
                    <a:pt x="418" y="2"/>
                  </a:cubicBezTo>
                  <a:cubicBezTo>
                    <a:pt x="417" y="3"/>
                    <a:pt x="417" y="4"/>
                    <a:pt x="416" y="5"/>
                  </a:cubicBezTo>
                  <a:cubicBezTo>
                    <a:pt x="416" y="6"/>
                    <a:pt x="416" y="9"/>
                    <a:pt x="416" y="15"/>
                  </a:cubicBezTo>
                  <a:cubicBezTo>
                    <a:pt x="416" y="17"/>
                    <a:pt x="416" y="17"/>
                    <a:pt x="416" y="17"/>
                  </a:cubicBezTo>
                  <a:cubicBezTo>
                    <a:pt x="424" y="17"/>
                    <a:pt x="424" y="17"/>
                    <a:pt x="424" y="17"/>
                  </a:cubicBezTo>
                  <a:cubicBezTo>
                    <a:pt x="424" y="21"/>
                    <a:pt x="424" y="21"/>
                    <a:pt x="424" y="21"/>
                  </a:cubicBezTo>
                  <a:cubicBezTo>
                    <a:pt x="415" y="21"/>
                    <a:pt x="415" y="21"/>
                    <a:pt x="415" y="21"/>
                  </a:cubicBezTo>
                  <a:close/>
                  <a:moveTo>
                    <a:pt x="477" y="1"/>
                  </a:moveTo>
                  <a:cubicBezTo>
                    <a:pt x="477" y="19"/>
                    <a:pt x="477" y="19"/>
                    <a:pt x="477" y="19"/>
                  </a:cubicBezTo>
                  <a:cubicBezTo>
                    <a:pt x="475" y="19"/>
                    <a:pt x="475" y="19"/>
                    <a:pt x="475" y="19"/>
                  </a:cubicBezTo>
                  <a:cubicBezTo>
                    <a:pt x="475" y="15"/>
                    <a:pt x="474" y="13"/>
                    <a:pt x="473" y="11"/>
                  </a:cubicBezTo>
                  <a:cubicBezTo>
                    <a:pt x="472" y="9"/>
                    <a:pt x="470" y="7"/>
                    <a:pt x="468" y="6"/>
                  </a:cubicBezTo>
                  <a:cubicBezTo>
                    <a:pt x="466" y="5"/>
                    <a:pt x="464" y="4"/>
                    <a:pt x="462" y="4"/>
                  </a:cubicBezTo>
                  <a:cubicBezTo>
                    <a:pt x="459" y="4"/>
                    <a:pt x="457" y="5"/>
                    <a:pt x="456" y="7"/>
                  </a:cubicBezTo>
                  <a:cubicBezTo>
                    <a:pt x="454" y="8"/>
                    <a:pt x="453" y="10"/>
                    <a:pt x="453" y="12"/>
                  </a:cubicBezTo>
                  <a:cubicBezTo>
                    <a:pt x="453" y="13"/>
                    <a:pt x="454" y="15"/>
                    <a:pt x="455" y="16"/>
                  </a:cubicBezTo>
                  <a:cubicBezTo>
                    <a:pt x="457" y="18"/>
                    <a:pt x="460" y="20"/>
                    <a:pt x="465" y="23"/>
                  </a:cubicBezTo>
                  <a:cubicBezTo>
                    <a:pt x="470" y="26"/>
                    <a:pt x="473" y="28"/>
                    <a:pt x="475" y="29"/>
                  </a:cubicBezTo>
                  <a:cubicBezTo>
                    <a:pt x="476" y="31"/>
                    <a:pt x="477" y="32"/>
                    <a:pt x="479" y="34"/>
                  </a:cubicBezTo>
                  <a:cubicBezTo>
                    <a:pt x="479" y="36"/>
                    <a:pt x="480" y="38"/>
                    <a:pt x="480" y="40"/>
                  </a:cubicBezTo>
                  <a:cubicBezTo>
                    <a:pt x="480" y="44"/>
                    <a:pt x="478" y="47"/>
                    <a:pt x="475" y="50"/>
                  </a:cubicBezTo>
                  <a:cubicBezTo>
                    <a:pt x="473" y="53"/>
                    <a:pt x="469" y="54"/>
                    <a:pt x="465" y="54"/>
                  </a:cubicBezTo>
                  <a:cubicBezTo>
                    <a:pt x="463" y="54"/>
                    <a:pt x="462" y="54"/>
                    <a:pt x="461" y="53"/>
                  </a:cubicBezTo>
                  <a:cubicBezTo>
                    <a:pt x="460" y="53"/>
                    <a:pt x="458" y="53"/>
                    <a:pt x="456" y="52"/>
                  </a:cubicBezTo>
                  <a:cubicBezTo>
                    <a:pt x="454" y="51"/>
                    <a:pt x="453" y="51"/>
                    <a:pt x="452" y="51"/>
                  </a:cubicBezTo>
                  <a:cubicBezTo>
                    <a:pt x="451" y="51"/>
                    <a:pt x="451" y="51"/>
                    <a:pt x="450" y="51"/>
                  </a:cubicBezTo>
                  <a:cubicBezTo>
                    <a:pt x="450" y="52"/>
                    <a:pt x="450" y="53"/>
                    <a:pt x="449" y="54"/>
                  </a:cubicBezTo>
                  <a:cubicBezTo>
                    <a:pt x="448" y="54"/>
                    <a:pt x="448" y="54"/>
                    <a:pt x="448" y="54"/>
                  </a:cubicBezTo>
                  <a:cubicBezTo>
                    <a:pt x="448" y="37"/>
                    <a:pt x="448" y="37"/>
                    <a:pt x="448" y="37"/>
                  </a:cubicBezTo>
                  <a:cubicBezTo>
                    <a:pt x="449" y="37"/>
                    <a:pt x="449" y="37"/>
                    <a:pt x="449" y="37"/>
                  </a:cubicBezTo>
                  <a:cubicBezTo>
                    <a:pt x="450" y="40"/>
                    <a:pt x="451" y="43"/>
                    <a:pt x="452" y="45"/>
                  </a:cubicBezTo>
                  <a:cubicBezTo>
                    <a:pt x="453" y="46"/>
                    <a:pt x="455" y="48"/>
                    <a:pt x="457" y="49"/>
                  </a:cubicBezTo>
                  <a:cubicBezTo>
                    <a:pt x="459" y="50"/>
                    <a:pt x="461" y="51"/>
                    <a:pt x="464" y="51"/>
                  </a:cubicBezTo>
                  <a:cubicBezTo>
                    <a:pt x="467" y="51"/>
                    <a:pt x="469" y="50"/>
                    <a:pt x="471" y="48"/>
                  </a:cubicBezTo>
                  <a:cubicBezTo>
                    <a:pt x="473" y="47"/>
                    <a:pt x="473" y="45"/>
                    <a:pt x="473" y="43"/>
                  </a:cubicBezTo>
                  <a:cubicBezTo>
                    <a:pt x="473" y="41"/>
                    <a:pt x="473" y="40"/>
                    <a:pt x="473" y="39"/>
                  </a:cubicBezTo>
                  <a:cubicBezTo>
                    <a:pt x="472" y="38"/>
                    <a:pt x="471" y="37"/>
                    <a:pt x="469" y="35"/>
                  </a:cubicBezTo>
                  <a:cubicBezTo>
                    <a:pt x="469" y="35"/>
                    <a:pt x="466" y="33"/>
                    <a:pt x="462" y="31"/>
                  </a:cubicBezTo>
                  <a:cubicBezTo>
                    <a:pt x="458" y="28"/>
                    <a:pt x="455" y="26"/>
                    <a:pt x="453" y="25"/>
                  </a:cubicBezTo>
                  <a:cubicBezTo>
                    <a:pt x="451" y="23"/>
                    <a:pt x="450" y="22"/>
                    <a:pt x="449" y="20"/>
                  </a:cubicBezTo>
                  <a:cubicBezTo>
                    <a:pt x="448" y="19"/>
                    <a:pt x="448" y="17"/>
                    <a:pt x="448" y="15"/>
                  </a:cubicBezTo>
                  <a:cubicBezTo>
                    <a:pt x="448" y="11"/>
                    <a:pt x="449" y="8"/>
                    <a:pt x="452" y="5"/>
                  </a:cubicBezTo>
                  <a:cubicBezTo>
                    <a:pt x="455" y="3"/>
                    <a:pt x="458" y="1"/>
                    <a:pt x="462" y="1"/>
                  </a:cubicBezTo>
                  <a:cubicBezTo>
                    <a:pt x="464" y="1"/>
                    <a:pt x="467" y="2"/>
                    <a:pt x="470" y="3"/>
                  </a:cubicBezTo>
                  <a:cubicBezTo>
                    <a:pt x="471" y="4"/>
                    <a:pt x="472" y="4"/>
                    <a:pt x="473" y="4"/>
                  </a:cubicBezTo>
                  <a:cubicBezTo>
                    <a:pt x="473" y="4"/>
                    <a:pt x="474" y="4"/>
                    <a:pt x="474" y="4"/>
                  </a:cubicBezTo>
                  <a:cubicBezTo>
                    <a:pt x="475" y="3"/>
                    <a:pt x="475" y="3"/>
                    <a:pt x="475" y="1"/>
                  </a:cubicBezTo>
                  <a:cubicBezTo>
                    <a:pt x="477" y="1"/>
                    <a:pt x="477" y="1"/>
                    <a:pt x="477" y="1"/>
                  </a:cubicBezTo>
                  <a:close/>
                  <a:moveTo>
                    <a:pt x="517" y="40"/>
                  </a:moveTo>
                  <a:cubicBezTo>
                    <a:pt x="517" y="44"/>
                    <a:pt x="515" y="48"/>
                    <a:pt x="512" y="50"/>
                  </a:cubicBezTo>
                  <a:cubicBezTo>
                    <a:pt x="510" y="53"/>
                    <a:pt x="507" y="54"/>
                    <a:pt x="504" y="54"/>
                  </a:cubicBezTo>
                  <a:cubicBezTo>
                    <a:pt x="500" y="54"/>
                    <a:pt x="497" y="52"/>
                    <a:pt x="494" y="49"/>
                  </a:cubicBezTo>
                  <a:cubicBezTo>
                    <a:pt x="491" y="46"/>
                    <a:pt x="490" y="41"/>
                    <a:pt x="490" y="36"/>
                  </a:cubicBezTo>
                  <a:cubicBezTo>
                    <a:pt x="490" y="31"/>
                    <a:pt x="492" y="26"/>
                    <a:pt x="495" y="23"/>
                  </a:cubicBezTo>
                  <a:cubicBezTo>
                    <a:pt x="498" y="19"/>
                    <a:pt x="501" y="17"/>
                    <a:pt x="506" y="17"/>
                  </a:cubicBezTo>
                  <a:cubicBezTo>
                    <a:pt x="509" y="17"/>
                    <a:pt x="512" y="18"/>
                    <a:pt x="514" y="20"/>
                  </a:cubicBezTo>
                  <a:cubicBezTo>
                    <a:pt x="516" y="22"/>
                    <a:pt x="517" y="24"/>
                    <a:pt x="517" y="26"/>
                  </a:cubicBezTo>
                  <a:cubicBezTo>
                    <a:pt x="517" y="27"/>
                    <a:pt x="517" y="27"/>
                    <a:pt x="516" y="28"/>
                  </a:cubicBezTo>
                  <a:cubicBezTo>
                    <a:pt x="516" y="29"/>
                    <a:pt x="515" y="29"/>
                    <a:pt x="514" y="29"/>
                  </a:cubicBezTo>
                  <a:cubicBezTo>
                    <a:pt x="512" y="29"/>
                    <a:pt x="511" y="29"/>
                    <a:pt x="511" y="27"/>
                  </a:cubicBezTo>
                  <a:cubicBezTo>
                    <a:pt x="510" y="27"/>
                    <a:pt x="510" y="26"/>
                    <a:pt x="510" y="25"/>
                  </a:cubicBezTo>
                  <a:cubicBezTo>
                    <a:pt x="510" y="23"/>
                    <a:pt x="509" y="22"/>
                    <a:pt x="508" y="21"/>
                  </a:cubicBezTo>
                  <a:cubicBezTo>
                    <a:pt x="507" y="21"/>
                    <a:pt x="506" y="20"/>
                    <a:pt x="505" y="20"/>
                  </a:cubicBezTo>
                  <a:cubicBezTo>
                    <a:pt x="502" y="20"/>
                    <a:pt x="500" y="21"/>
                    <a:pt x="499" y="23"/>
                  </a:cubicBezTo>
                  <a:cubicBezTo>
                    <a:pt x="497" y="25"/>
                    <a:pt x="496" y="29"/>
                    <a:pt x="496" y="33"/>
                  </a:cubicBezTo>
                  <a:cubicBezTo>
                    <a:pt x="496" y="37"/>
                    <a:pt x="497" y="40"/>
                    <a:pt x="499" y="43"/>
                  </a:cubicBezTo>
                  <a:cubicBezTo>
                    <a:pt x="501" y="47"/>
                    <a:pt x="503" y="48"/>
                    <a:pt x="507" y="48"/>
                  </a:cubicBezTo>
                  <a:cubicBezTo>
                    <a:pt x="509" y="48"/>
                    <a:pt x="511" y="47"/>
                    <a:pt x="513" y="46"/>
                  </a:cubicBezTo>
                  <a:cubicBezTo>
                    <a:pt x="514" y="45"/>
                    <a:pt x="515" y="43"/>
                    <a:pt x="517" y="40"/>
                  </a:cubicBezTo>
                  <a:cubicBezTo>
                    <a:pt x="517" y="40"/>
                    <a:pt x="517" y="40"/>
                    <a:pt x="517" y="40"/>
                  </a:cubicBezTo>
                  <a:close/>
                  <a:moveTo>
                    <a:pt x="534" y="0"/>
                  </a:moveTo>
                  <a:cubicBezTo>
                    <a:pt x="535" y="0"/>
                    <a:pt x="536" y="0"/>
                    <a:pt x="537" y="1"/>
                  </a:cubicBezTo>
                  <a:cubicBezTo>
                    <a:pt x="537" y="2"/>
                    <a:pt x="538" y="3"/>
                    <a:pt x="538" y="4"/>
                  </a:cubicBezTo>
                  <a:cubicBezTo>
                    <a:pt x="538" y="5"/>
                    <a:pt x="537" y="6"/>
                    <a:pt x="537" y="7"/>
                  </a:cubicBezTo>
                  <a:cubicBezTo>
                    <a:pt x="536" y="7"/>
                    <a:pt x="535" y="8"/>
                    <a:pt x="534" y="8"/>
                  </a:cubicBezTo>
                  <a:cubicBezTo>
                    <a:pt x="533" y="8"/>
                    <a:pt x="532" y="7"/>
                    <a:pt x="532" y="7"/>
                  </a:cubicBezTo>
                  <a:cubicBezTo>
                    <a:pt x="531" y="6"/>
                    <a:pt x="531" y="5"/>
                    <a:pt x="531" y="4"/>
                  </a:cubicBezTo>
                  <a:cubicBezTo>
                    <a:pt x="531" y="3"/>
                    <a:pt x="531" y="2"/>
                    <a:pt x="532" y="1"/>
                  </a:cubicBezTo>
                  <a:cubicBezTo>
                    <a:pt x="532" y="0"/>
                    <a:pt x="533" y="0"/>
                    <a:pt x="534" y="0"/>
                  </a:cubicBezTo>
                  <a:close/>
                  <a:moveTo>
                    <a:pt x="537" y="18"/>
                  </a:moveTo>
                  <a:cubicBezTo>
                    <a:pt x="537" y="45"/>
                    <a:pt x="537" y="45"/>
                    <a:pt x="537" y="45"/>
                  </a:cubicBezTo>
                  <a:cubicBezTo>
                    <a:pt x="537" y="47"/>
                    <a:pt x="537" y="49"/>
                    <a:pt x="537" y="49"/>
                  </a:cubicBezTo>
                  <a:cubicBezTo>
                    <a:pt x="538" y="50"/>
                    <a:pt x="538" y="51"/>
                    <a:pt x="539" y="51"/>
                  </a:cubicBezTo>
                  <a:cubicBezTo>
                    <a:pt x="539" y="51"/>
                    <a:pt x="540" y="51"/>
                    <a:pt x="542" y="51"/>
                  </a:cubicBezTo>
                  <a:cubicBezTo>
                    <a:pt x="542" y="53"/>
                    <a:pt x="542" y="53"/>
                    <a:pt x="542" y="53"/>
                  </a:cubicBezTo>
                  <a:cubicBezTo>
                    <a:pt x="526" y="53"/>
                    <a:pt x="526" y="53"/>
                    <a:pt x="526" y="53"/>
                  </a:cubicBezTo>
                  <a:cubicBezTo>
                    <a:pt x="526" y="51"/>
                    <a:pt x="526" y="51"/>
                    <a:pt x="526" y="51"/>
                  </a:cubicBezTo>
                  <a:cubicBezTo>
                    <a:pt x="527" y="51"/>
                    <a:pt x="529" y="51"/>
                    <a:pt x="529" y="51"/>
                  </a:cubicBezTo>
                  <a:cubicBezTo>
                    <a:pt x="529" y="51"/>
                    <a:pt x="530" y="50"/>
                    <a:pt x="530" y="49"/>
                  </a:cubicBezTo>
                  <a:cubicBezTo>
                    <a:pt x="531" y="49"/>
                    <a:pt x="531" y="47"/>
                    <a:pt x="531" y="45"/>
                  </a:cubicBezTo>
                  <a:cubicBezTo>
                    <a:pt x="531" y="32"/>
                    <a:pt x="531" y="32"/>
                    <a:pt x="531" y="32"/>
                  </a:cubicBezTo>
                  <a:cubicBezTo>
                    <a:pt x="531" y="28"/>
                    <a:pt x="531" y="26"/>
                    <a:pt x="530" y="25"/>
                  </a:cubicBezTo>
                  <a:cubicBezTo>
                    <a:pt x="530" y="24"/>
                    <a:pt x="530" y="23"/>
                    <a:pt x="529" y="23"/>
                  </a:cubicBezTo>
                  <a:cubicBezTo>
                    <a:pt x="529" y="23"/>
                    <a:pt x="529" y="23"/>
                    <a:pt x="528" y="23"/>
                  </a:cubicBezTo>
                  <a:cubicBezTo>
                    <a:pt x="527" y="23"/>
                    <a:pt x="526" y="23"/>
                    <a:pt x="525" y="23"/>
                  </a:cubicBezTo>
                  <a:cubicBezTo>
                    <a:pt x="525" y="22"/>
                    <a:pt x="525" y="22"/>
                    <a:pt x="525" y="22"/>
                  </a:cubicBezTo>
                  <a:cubicBezTo>
                    <a:pt x="535" y="18"/>
                    <a:pt x="535" y="18"/>
                    <a:pt x="535" y="18"/>
                  </a:cubicBezTo>
                  <a:cubicBezTo>
                    <a:pt x="537" y="18"/>
                    <a:pt x="537" y="18"/>
                    <a:pt x="537" y="18"/>
                  </a:cubicBezTo>
                  <a:close/>
                  <a:moveTo>
                    <a:pt x="555" y="31"/>
                  </a:moveTo>
                  <a:cubicBezTo>
                    <a:pt x="555" y="37"/>
                    <a:pt x="557" y="40"/>
                    <a:pt x="559" y="43"/>
                  </a:cubicBezTo>
                  <a:cubicBezTo>
                    <a:pt x="561" y="46"/>
                    <a:pt x="564" y="48"/>
                    <a:pt x="567" y="48"/>
                  </a:cubicBezTo>
                  <a:cubicBezTo>
                    <a:pt x="569" y="48"/>
                    <a:pt x="571" y="47"/>
                    <a:pt x="573" y="46"/>
                  </a:cubicBezTo>
                  <a:cubicBezTo>
                    <a:pt x="575" y="45"/>
                    <a:pt x="576" y="43"/>
                    <a:pt x="577" y="39"/>
                  </a:cubicBezTo>
                  <a:cubicBezTo>
                    <a:pt x="578" y="40"/>
                    <a:pt x="578" y="40"/>
                    <a:pt x="578" y="40"/>
                  </a:cubicBezTo>
                  <a:cubicBezTo>
                    <a:pt x="578" y="43"/>
                    <a:pt x="576" y="47"/>
                    <a:pt x="574" y="49"/>
                  </a:cubicBezTo>
                  <a:cubicBezTo>
                    <a:pt x="571" y="52"/>
                    <a:pt x="568" y="53"/>
                    <a:pt x="565" y="53"/>
                  </a:cubicBezTo>
                  <a:cubicBezTo>
                    <a:pt x="561" y="53"/>
                    <a:pt x="557" y="52"/>
                    <a:pt x="555" y="49"/>
                  </a:cubicBezTo>
                  <a:cubicBezTo>
                    <a:pt x="552" y="45"/>
                    <a:pt x="551" y="41"/>
                    <a:pt x="551" y="36"/>
                  </a:cubicBezTo>
                  <a:cubicBezTo>
                    <a:pt x="551" y="30"/>
                    <a:pt x="552" y="25"/>
                    <a:pt x="555" y="22"/>
                  </a:cubicBezTo>
                  <a:cubicBezTo>
                    <a:pt x="558" y="19"/>
                    <a:pt x="561" y="17"/>
                    <a:pt x="566" y="17"/>
                  </a:cubicBezTo>
                  <a:cubicBezTo>
                    <a:pt x="569" y="17"/>
                    <a:pt x="573" y="19"/>
                    <a:pt x="575" y="21"/>
                  </a:cubicBezTo>
                  <a:cubicBezTo>
                    <a:pt x="577" y="23"/>
                    <a:pt x="579" y="27"/>
                    <a:pt x="579" y="31"/>
                  </a:cubicBezTo>
                  <a:cubicBezTo>
                    <a:pt x="555" y="31"/>
                    <a:pt x="555" y="31"/>
                    <a:pt x="555" y="31"/>
                  </a:cubicBezTo>
                  <a:close/>
                  <a:moveTo>
                    <a:pt x="555" y="29"/>
                  </a:moveTo>
                  <a:cubicBezTo>
                    <a:pt x="571" y="29"/>
                    <a:pt x="571" y="29"/>
                    <a:pt x="571" y="29"/>
                  </a:cubicBezTo>
                  <a:cubicBezTo>
                    <a:pt x="571" y="27"/>
                    <a:pt x="570" y="26"/>
                    <a:pt x="570" y="25"/>
                  </a:cubicBezTo>
                  <a:cubicBezTo>
                    <a:pt x="569" y="24"/>
                    <a:pt x="568" y="23"/>
                    <a:pt x="567" y="22"/>
                  </a:cubicBezTo>
                  <a:cubicBezTo>
                    <a:pt x="566" y="21"/>
                    <a:pt x="565" y="21"/>
                    <a:pt x="563" y="21"/>
                  </a:cubicBezTo>
                  <a:cubicBezTo>
                    <a:pt x="561" y="21"/>
                    <a:pt x="560" y="21"/>
                    <a:pt x="558" y="23"/>
                  </a:cubicBezTo>
                  <a:cubicBezTo>
                    <a:pt x="557" y="24"/>
                    <a:pt x="555" y="27"/>
                    <a:pt x="555" y="29"/>
                  </a:cubicBezTo>
                  <a:close/>
                  <a:moveTo>
                    <a:pt x="595" y="25"/>
                  </a:moveTo>
                  <a:cubicBezTo>
                    <a:pt x="599" y="20"/>
                    <a:pt x="603" y="18"/>
                    <a:pt x="606" y="18"/>
                  </a:cubicBezTo>
                  <a:cubicBezTo>
                    <a:pt x="608" y="18"/>
                    <a:pt x="609" y="18"/>
                    <a:pt x="611" y="19"/>
                  </a:cubicBezTo>
                  <a:cubicBezTo>
                    <a:pt x="612" y="20"/>
                    <a:pt x="613" y="21"/>
                    <a:pt x="614" y="23"/>
                  </a:cubicBezTo>
                  <a:cubicBezTo>
                    <a:pt x="615" y="25"/>
                    <a:pt x="615" y="27"/>
                    <a:pt x="615" y="30"/>
                  </a:cubicBezTo>
                  <a:cubicBezTo>
                    <a:pt x="615" y="45"/>
                    <a:pt x="615" y="45"/>
                    <a:pt x="615" y="45"/>
                  </a:cubicBezTo>
                  <a:cubicBezTo>
                    <a:pt x="615" y="47"/>
                    <a:pt x="615" y="48"/>
                    <a:pt x="615" y="49"/>
                  </a:cubicBezTo>
                  <a:cubicBezTo>
                    <a:pt x="616" y="50"/>
                    <a:pt x="616" y="50"/>
                    <a:pt x="617" y="51"/>
                  </a:cubicBezTo>
                  <a:cubicBezTo>
                    <a:pt x="617" y="51"/>
                    <a:pt x="618" y="51"/>
                    <a:pt x="620" y="51"/>
                  </a:cubicBezTo>
                  <a:cubicBezTo>
                    <a:pt x="620" y="52"/>
                    <a:pt x="620" y="52"/>
                    <a:pt x="620" y="52"/>
                  </a:cubicBezTo>
                  <a:cubicBezTo>
                    <a:pt x="604" y="52"/>
                    <a:pt x="604" y="52"/>
                    <a:pt x="604" y="52"/>
                  </a:cubicBezTo>
                  <a:cubicBezTo>
                    <a:pt x="604" y="51"/>
                    <a:pt x="604" y="51"/>
                    <a:pt x="604" y="51"/>
                  </a:cubicBezTo>
                  <a:cubicBezTo>
                    <a:pt x="605" y="51"/>
                    <a:pt x="605" y="51"/>
                    <a:pt x="605" y="51"/>
                  </a:cubicBezTo>
                  <a:cubicBezTo>
                    <a:pt x="606" y="51"/>
                    <a:pt x="607" y="51"/>
                    <a:pt x="608" y="50"/>
                  </a:cubicBezTo>
                  <a:cubicBezTo>
                    <a:pt x="609" y="50"/>
                    <a:pt x="609" y="49"/>
                    <a:pt x="609" y="48"/>
                  </a:cubicBezTo>
                  <a:cubicBezTo>
                    <a:pt x="609" y="48"/>
                    <a:pt x="609" y="47"/>
                    <a:pt x="609" y="45"/>
                  </a:cubicBezTo>
                  <a:cubicBezTo>
                    <a:pt x="609" y="31"/>
                    <a:pt x="609" y="31"/>
                    <a:pt x="609" y="31"/>
                  </a:cubicBezTo>
                  <a:cubicBezTo>
                    <a:pt x="609" y="27"/>
                    <a:pt x="609" y="25"/>
                    <a:pt x="608" y="24"/>
                  </a:cubicBezTo>
                  <a:cubicBezTo>
                    <a:pt x="607" y="23"/>
                    <a:pt x="606" y="22"/>
                    <a:pt x="604" y="22"/>
                  </a:cubicBezTo>
                  <a:cubicBezTo>
                    <a:pt x="601" y="22"/>
                    <a:pt x="598" y="23"/>
                    <a:pt x="595" y="27"/>
                  </a:cubicBezTo>
                  <a:cubicBezTo>
                    <a:pt x="595" y="45"/>
                    <a:pt x="595" y="45"/>
                    <a:pt x="595" y="45"/>
                  </a:cubicBezTo>
                  <a:cubicBezTo>
                    <a:pt x="595" y="47"/>
                    <a:pt x="595" y="48"/>
                    <a:pt x="596" y="49"/>
                  </a:cubicBezTo>
                  <a:cubicBezTo>
                    <a:pt x="596" y="50"/>
                    <a:pt x="597" y="50"/>
                    <a:pt x="597" y="51"/>
                  </a:cubicBezTo>
                  <a:cubicBezTo>
                    <a:pt x="597" y="51"/>
                    <a:pt x="599" y="51"/>
                    <a:pt x="601" y="51"/>
                  </a:cubicBezTo>
                  <a:cubicBezTo>
                    <a:pt x="601" y="52"/>
                    <a:pt x="601" y="52"/>
                    <a:pt x="601" y="52"/>
                  </a:cubicBezTo>
                  <a:cubicBezTo>
                    <a:pt x="585" y="52"/>
                    <a:pt x="585" y="52"/>
                    <a:pt x="585" y="52"/>
                  </a:cubicBezTo>
                  <a:cubicBezTo>
                    <a:pt x="585" y="51"/>
                    <a:pt x="585" y="51"/>
                    <a:pt x="585" y="51"/>
                  </a:cubicBezTo>
                  <a:cubicBezTo>
                    <a:pt x="585" y="51"/>
                    <a:pt x="585" y="51"/>
                    <a:pt x="585" y="51"/>
                  </a:cubicBezTo>
                  <a:cubicBezTo>
                    <a:pt x="587" y="51"/>
                    <a:pt x="588" y="51"/>
                    <a:pt x="589" y="50"/>
                  </a:cubicBezTo>
                  <a:cubicBezTo>
                    <a:pt x="589" y="49"/>
                    <a:pt x="589" y="47"/>
                    <a:pt x="589" y="45"/>
                  </a:cubicBezTo>
                  <a:cubicBezTo>
                    <a:pt x="589" y="32"/>
                    <a:pt x="589" y="32"/>
                    <a:pt x="589" y="32"/>
                  </a:cubicBezTo>
                  <a:cubicBezTo>
                    <a:pt x="589" y="28"/>
                    <a:pt x="589" y="25"/>
                    <a:pt x="589" y="24"/>
                  </a:cubicBezTo>
                  <a:cubicBezTo>
                    <a:pt x="589" y="23"/>
                    <a:pt x="589" y="23"/>
                    <a:pt x="588" y="22"/>
                  </a:cubicBezTo>
                  <a:cubicBezTo>
                    <a:pt x="588" y="22"/>
                    <a:pt x="587" y="22"/>
                    <a:pt x="587" y="22"/>
                  </a:cubicBezTo>
                  <a:cubicBezTo>
                    <a:pt x="586" y="22"/>
                    <a:pt x="585" y="22"/>
                    <a:pt x="584" y="22"/>
                  </a:cubicBezTo>
                  <a:cubicBezTo>
                    <a:pt x="584" y="21"/>
                    <a:pt x="584" y="21"/>
                    <a:pt x="584" y="21"/>
                  </a:cubicBezTo>
                  <a:cubicBezTo>
                    <a:pt x="594" y="17"/>
                    <a:pt x="594" y="17"/>
                    <a:pt x="594" y="17"/>
                  </a:cubicBezTo>
                  <a:cubicBezTo>
                    <a:pt x="595" y="17"/>
                    <a:pt x="595" y="17"/>
                    <a:pt x="595" y="17"/>
                  </a:cubicBezTo>
                  <a:cubicBezTo>
                    <a:pt x="595" y="25"/>
                    <a:pt x="595" y="25"/>
                    <a:pt x="595" y="25"/>
                  </a:cubicBezTo>
                  <a:close/>
                  <a:moveTo>
                    <a:pt x="654" y="40"/>
                  </a:moveTo>
                  <a:cubicBezTo>
                    <a:pt x="653" y="44"/>
                    <a:pt x="651" y="48"/>
                    <a:pt x="649" y="50"/>
                  </a:cubicBezTo>
                  <a:cubicBezTo>
                    <a:pt x="646" y="53"/>
                    <a:pt x="643" y="54"/>
                    <a:pt x="640" y="54"/>
                  </a:cubicBezTo>
                  <a:cubicBezTo>
                    <a:pt x="637" y="54"/>
                    <a:pt x="633" y="52"/>
                    <a:pt x="631" y="49"/>
                  </a:cubicBezTo>
                  <a:cubicBezTo>
                    <a:pt x="628" y="46"/>
                    <a:pt x="627" y="41"/>
                    <a:pt x="627" y="36"/>
                  </a:cubicBezTo>
                  <a:cubicBezTo>
                    <a:pt x="627" y="31"/>
                    <a:pt x="628" y="26"/>
                    <a:pt x="631" y="23"/>
                  </a:cubicBezTo>
                  <a:cubicBezTo>
                    <a:pt x="634" y="19"/>
                    <a:pt x="638" y="17"/>
                    <a:pt x="642" y="17"/>
                  </a:cubicBezTo>
                  <a:cubicBezTo>
                    <a:pt x="645" y="17"/>
                    <a:pt x="648" y="18"/>
                    <a:pt x="650" y="20"/>
                  </a:cubicBezTo>
                  <a:cubicBezTo>
                    <a:pt x="652" y="22"/>
                    <a:pt x="653" y="24"/>
                    <a:pt x="653" y="26"/>
                  </a:cubicBezTo>
                  <a:cubicBezTo>
                    <a:pt x="653" y="27"/>
                    <a:pt x="653" y="27"/>
                    <a:pt x="653" y="28"/>
                  </a:cubicBezTo>
                  <a:cubicBezTo>
                    <a:pt x="652" y="29"/>
                    <a:pt x="651" y="29"/>
                    <a:pt x="650" y="29"/>
                  </a:cubicBezTo>
                  <a:cubicBezTo>
                    <a:pt x="649" y="29"/>
                    <a:pt x="648" y="29"/>
                    <a:pt x="647" y="27"/>
                  </a:cubicBezTo>
                  <a:cubicBezTo>
                    <a:pt x="647" y="27"/>
                    <a:pt x="646" y="26"/>
                    <a:pt x="646" y="25"/>
                  </a:cubicBezTo>
                  <a:cubicBezTo>
                    <a:pt x="646" y="23"/>
                    <a:pt x="645" y="22"/>
                    <a:pt x="645" y="21"/>
                  </a:cubicBezTo>
                  <a:cubicBezTo>
                    <a:pt x="644" y="21"/>
                    <a:pt x="643" y="20"/>
                    <a:pt x="641" y="20"/>
                  </a:cubicBezTo>
                  <a:cubicBezTo>
                    <a:pt x="639" y="20"/>
                    <a:pt x="637" y="21"/>
                    <a:pt x="635" y="23"/>
                  </a:cubicBezTo>
                  <a:cubicBezTo>
                    <a:pt x="633" y="25"/>
                    <a:pt x="633" y="29"/>
                    <a:pt x="633" y="33"/>
                  </a:cubicBezTo>
                  <a:cubicBezTo>
                    <a:pt x="633" y="37"/>
                    <a:pt x="633" y="40"/>
                    <a:pt x="635" y="43"/>
                  </a:cubicBezTo>
                  <a:cubicBezTo>
                    <a:pt x="637" y="47"/>
                    <a:pt x="640" y="48"/>
                    <a:pt x="643" y="48"/>
                  </a:cubicBezTo>
                  <a:cubicBezTo>
                    <a:pt x="645" y="48"/>
                    <a:pt x="647" y="47"/>
                    <a:pt x="649" y="46"/>
                  </a:cubicBezTo>
                  <a:cubicBezTo>
                    <a:pt x="651" y="45"/>
                    <a:pt x="652" y="43"/>
                    <a:pt x="654" y="40"/>
                  </a:cubicBezTo>
                  <a:cubicBezTo>
                    <a:pt x="654" y="40"/>
                    <a:pt x="654" y="40"/>
                    <a:pt x="654" y="40"/>
                  </a:cubicBezTo>
                  <a:close/>
                  <a:moveTo>
                    <a:pt x="668" y="31"/>
                  </a:moveTo>
                  <a:cubicBezTo>
                    <a:pt x="668" y="37"/>
                    <a:pt x="669" y="40"/>
                    <a:pt x="671" y="43"/>
                  </a:cubicBezTo>
                  <a:cubicBezTo>
                    <a:pt x="674" y="46"/>
                    <a:pt x="677" y="48"/>
                    <a:pt x="680" y="48"/>
                  </a:cubicBezTo>
                  <a:cubicBezTo>
                    <a:pt x="682" y="48"/>
                    <a:pt x="684" y="47"/>
                    <a:pt x="685" y="46"/>
                  </a:cubicBezTo>
                  <a:cubicBezTo>
                    <a:pt x="687" y="45"/>
                    <a:pt x="688" y="43"/>
                    <a:pt x="689" y="39"/>
                  </a:cubicBezTo>
                  <a:cubicBezTo>
                    <a:pt x="691" y="40"/>
                    <a:pt x="691" y="40"/>
                    <a:pt x="691" y="40"/>
                  </a:cubicBezTo>
                  <a:cubicBezTo>
                    <a:pt x="690" y="43"/>
                    <a:pt x="689" y="47"/>
                    <a:pt x="686" y="49"/>
                  </a:cubicBezTo>
                  <a:cubicBezTo>
                    <a:pt x="684" y="52"/>
                    <a:pt x="681" y="53"/>
                    <a:pt x="677" y="53"/>
                  </a:cubicBezTo>
                  <a:cubicBezTo>
                    <a:pt x="673" y="53"/>
                    <a:pt x="670" y="52"/>
                    <a:pt x="667" y="49"/>
                  </a:cubicBezTo>
                  <a:cubicBezTo>
                    <a:pt x="664" y="45"/>
                    <a:pt x="663" y="41"/>
                    <a:pt x="663" y="36"/>
                  </a:cubicBezTo>
                  <a:cubicBezTo>
                    <a:pt x="663" y="30"/>
                    <a:pt x="665" y="25"/>
                    <a:pt x="667" y="22"/>
                  </a:cubicBezTo>
                  <a:cubicBezTo>
                    <a:pt x="670" y="19"/>
                    <a:pt x="674" y="17"/>
                    <a:pt x="678" y="17"/>
                  </a:cubicBezTo>
                  <a:cubicBezTo>
                    <a:pt x="682" y="17"/>
                    <a:pt x="685" y="19"/>
                    <a:pt x="687" y="21"/>
                  </a:cubicBezTo>
                  <a:cubicBezTo>
                    <a:pt x="690" y="23"/>
                    <a:pt x="691" y="27"/>
                    <a:pt x="691" y="31"/>
                  </a:cubicBezTo>
                  <a:cubicBezTo>
                    <a:pt x="668" y="31"/>
                    <a:pt x="668" y="31"/>
                    <a:pt x="668" y="31"/>
                  </a:cubicBezTo>
                  <a:close/>
                  <a:moveTo>
                    <a:pt x="668" y="29"/>
                  </a:moveTo>
                  <a:cubicBezTo>
                    <a:pt x="683" y="29"/>
                    <a:pt x="683" y="29"/>
                    <a:pt x="683" y="29"/>
                  </a:cubicBezTo>
                  <a:cubicBezTo>
                    <a:pt x="683" y="27"/>
                    <a:pt x="683" y="26"/>
                    <a:pt x="682" y="25"/>
                  </a:cubicBezTo>
                  <a:cubicBezTo>
                    <a:pt x="682" y="24"/>
                    <a:pt x="681" y="23"/>
                    <a:pt x="679" y="22"/>
                  </a:cubicBezTo>
                  <a:cubicBezTo>
                    <a:pt x="678" y="21"/>
                    <a:pt x="677" y="21"/>
                    <a:pt x="676" y="21"/>
                  </a:cubicBezTo>
                  <a:cubicBezTo>
                    <a:pt x="674" y="21"/>
                    <a:pt x="672" y="21"/>
                    <a:pt x="671" y="23"/>
                  </a:cubicBezTo>
                  <a:cubicBezTo>
                    <a:pt x="669" y="24"/>
                    <a:pt x="668" y="27"/>
                    <a:pt x="668" y="29"/>
                  </a:cubicBezTo>
                  <a:close/>
                  <a:moveTo>
                    <a:pt x="731" y="48"/>
                  </a:moveTo>
                  <a:cubicBezTo>
                    <a:pt x="728" y="51"/>
                    <a:pt x="726" y="52"/>
                    <a:pt x="725" y="53"/>
                  </a:cubicBezTo>
                  <a:cubicBezTo>
                    <a:pt x="724" y="53"/>
                    <a:pt x="722" y="53"/>
                    <a:pt x="721" y="53"/>
                  </a:cubicBezTo>
                  <a:cubicBezTo>
                    <a:pt x="719" y="53"/>
                    <a:pt x="717" y="53"/>
                    <a:pt x="715" y="51"/>
                  </a:cubicBezTo>
                  <a:cubicBezTo>
                    <a:pt x="714" y="49"/>
                    <a:pt x="713" y="47"/>
                    <a:pt x="713" y="45"/>
                  </a:cubicBezTo>
                  <a:cubicBezTo>
                    <a:pt x="713" y="43"/>
                    <a:pt x="714" y="41"/>
                    <a:pt x="715" y="40"/>
                  </a:cubicBezTo>
                  <a:cubicBezTo>
                    <a:pt x="715" y="39"/>
                    <a:pt x="717" y="37"/>
                    <a:pt x="720" y="35"/>
                  </a:cubicBezTo>
                  <a:cubicBezTo>
                    <a:pt x="722" y="34"/>
                    <a:pt x="726" y="32"/>
                    <a:pt x="732" y="30"/>
                  </a:cubicBezTo>
                  <a:cubicBezTo>
                    <a:pt x="732" y="29"/>
                    <a:pt x="732" y="29"/>
                    <a:pt x="732" y="29"/>
                  </a:cubicBezTo>
                  <a:cubicBezTo>
                    <a:pt x="732" y="25"/>
                    <a:pt x="731" y="23"/>
                    <a:pt x="730" y="22"/>
                  </a:cubicBezTo>
                  <a:cubicBezTo>
                    <a:pt x="729" y="21"/>
                    <a:pt x="728" y="20"/>
                    <a:pt x="726" y="20"/>
                  </a:cubicBezTo>
                  <a:cubicBezTo>
                    <a:pt x="724" y="20"/>
                    <a:pt x="723" y="20"/>
                    <a:pt x="722" y="21"/>
                  </a:cubicBezTo>
                  <a:cubicBezTo>
                    <a:pt x="721" y="22"/>
                    <a:pt x="721" y="23"/>
                    <a:pt x="721" y="24"/>
                  </a:cubicBezTo>
                  <a:cubicBezTo>
                    <a:pt x="721" y="26"/>
                    <a:pt x="721" y="26"/>
                    <a:pt x="721" y="26"/>
                  </a:cubicBezTo>
                  <a:cubicBezTo>
                    <a:pt x="721" y="27"/>
                    <a:pt x="721" y="28"/>
                    <a:pt x="720" y="29"/>
                  </a:cubicBezTo>
                  <a:cubicBezTo>
                    <a:pt x="720" y="29"/>
                    <a:pt x="719" y="29"/>
                    <a:pt x="718" y="29"/>
                  </a:cubicBezTo>
                  <a:cubicBezTo>
                    <a:pt x="717" y="29"/>
                    <a:pt x="717" y="29"/>
                    <a:pt x="716" y="29"/>
                  </a:cubicBezTo>
                  <a:cubicBezTo>
                    <a:pt x="716" y="28"/>
                    <a:pt x="715" y="27"/>
                    <a:pt x="715" y="26"/>
                  </a:cubicBezTo>
                  <a:cubicBezTo>
                    <a:pt x="715" y="24"/>
                    <a:pt x="717" y="22"/>
                    <a:pt x="719" y="20"/>
                  </a:cubicBezTo>
                  <a:cubicBezTo>
                    <a:pt x="721" y="18"/>
                    <a:pt x="724" y="17"/>
                    <a:pt x="727" y="17"/>
                  </a:cubicBezTo>
                  <a:cubicBezTo>
                    <a:pt x="730" y="17"/>
                    <a:pt x="733" y="17"/>
                    <a:pt x="735" y="19"/>
                  </a:cubicBezTo>
                  <a:cubicBezTo>
                    <a:pt x="736" y="19"/>
                    <a:pt x="737" y="21"/>
                    <a:pt x="738" y="22"/>
                  </a:cubicBezTo>
                  <a:cubicBezTo>
                    <a:pt x="738" y="23"/>
                    <a:pt x="739" y="25"/>
                    <a:pt x="739" y="29"/>
                  </a:cubicBezTo>
                  <a:cubicBezTo>
                    <a:pt x="739" y="40"/>
                    <a:pt x="739" y="40"/>
                    <a:pt x="739" y="40"/>
                  </a:cubicBezTo>
                  <a:cubicBezTo>
                    <a:pt x="739" y="43"/>
                    <a:pt x="739" y="45"/>
                    <a:pt x="739" y="46"/>
                  </a:cubicBezTo>
                  <a:cubicBezTo>
                    <a:pt x="739" y="47"/>
                    <a:pt x="739" y="47"/>
                    <a:pt x="739" y="48"/>
                  </a:cubicBezTo>
                  <a:cubicBezTo>
                    <a:pt x="739" y="48"/>
                    <a:pt x="739" y="48"/>
                    <a:pt x="740" y="48"/>
                  </a:cubicBezTo>
                  <a:cubicBezTo>
                    <a:pt x="740" y="48"/>
                    <a:pt x="741" y="48"/>
                    <a:pt x="741" y="48"/>
                  </a:cubicBezTo>
                  <a:cubicBezTo>
                    <a:pt x="741" y="47"/>
                    <a:pt x="743" y="47"/>
                    <a:pt x="744" y="45"/>
                  </a:cubicBezTo>
                  <a:cubicBezTo>
                    <a:pt x="744" y="47"/>
                    <a:pt x="744" y="47"/>
                    <a:pt x="744" y="47"/>
                  </a:cubicBezTo>
                  <a:cubicBezTo>
                    <a:pt x="741" y="51"/>
                    <a:pt x="739" y="53"/>
                    <a:pt x="736" y="53"/>
                  </a:cubicBezTo>
                  <a:cubicBezTo>
                    <a:pt x="735" y="53"/>
                    <a:pt x="734" y="52"/>
                    <a:pt x="733" y="51"/>
                  </a:cubicBezTo>
                  <a:cubicBezTo>
                    <a:pt x="732" y="51"/>
                    <a:pt x="731" y="50"/>
                    <a:pt x="731" y="48"/>
                  </a:cubicBezTo>
                  <a:close/>
                  <a:moveTo>
                    <a:pt x="731" y="45"/>
                  </a:moveTo>
                  <a:cubicBezTo>
                    <a:pt x="731" y="33"/>
                    <a:pt x="731" y="33"/>
                    <a:pt x="731" y="33"/>
                  </a:cubicBezTo>
                  <a:cubicBezTo>
                    <a:pt x="728" y="34"/>
                    <a:pt x="725" y="35"/>
                    <a:pt x="725" y="36"/>
                  </a:cubicBezTo>
                  <a:cubicBezTo>
                    <a:pt x="723" y="37"/>
                    <a:pt x="721" y="38"/>
                    <a:pt x="721" y="39"/>
                  </a:cubicBezTo>
                  <a:cubicBezTo>
                    <a:pt x="720" y="41"/>
                    <a:pt x="719" y="42"/>
                    <a:pt x="719" y="43"/>
                  </a:cubicBezTo>
                  <a:cubicBezTo>
                    <a:pt x="719" y="45"/>
                    <a:pt x="720" y="47"/>
                    <a:pt x="721" y="48"/>
                  </a:cubicBezTo>
                  <a:cubicBezTo>
                    <a:pt x="722" y="49"/>
                    <a:pt x="723" y="49"/>
                    <a:pt x="725" y="49"/>
                  </a:cubicBezTo>
                  <a:cubicBezTo>
                    <a:pt x="726" y="49"/>
                    <a:pt x="729" y="48"/>
                    <a:pt x="731" y="45"/>
                  </a:cubicBezTo>
                  <a:close/>
                  <a:moveTo>
                    <a:pt x="759" y="25"/>
                  </a:moveTo>
                  <a:cubicBezTo>
                    <a:pt x="763" y="20"/>
                    <a:pt x="766" y="18"/>
                    <a:pt x="769" y="18"/>
                  </a:cubicBezTo>
                  <a:cubicBezTo>
                    <a:pt x="771" y="18"/>
                    <a:pt x="773" y="18"/>
                    <a:pt x="774" y="19"/>
                  </a:cubicBezTo>
                  <a:cubicBezTo>
                    <a:pt x="775" y="20"/>
                    <a:pt x="777" y="21"/>
                    <a:pt x="777" y="23"/>
                  </a:cubicBezTo>
                  <a:cubicBezTo>
                    <a:pt x="778" y="25"/>
                    <a:pt x="778" y="27"/>
                    <a:pt x="778" y="30"/>
                  </a:cubicBezTo>
                  <a:cubicBezTo>
                    <a:pt x="778" y="45"/>
                    <a:pt x="778" y="45"/>
                    <a:pt x="778" y="45"/>
                  </a:cubicBezTo>
                  <a:cubicBezTo>
                    <a:pt x="778" y="47"/>
                    <a:pt x="778" y="48"/>
                    <a:pt x="779" y="49"/>
                  </a:cubicBezTo>
                  <a:cubicBezTo>
                    <a:pt x="779" y="50"/>
                    <a:pt x="779" y="50"/>
                    <a:pt x="780" y="51"/>
                  </a:cubicBezTo>
                  <a:cubicBezTo>
                    <a:pt x="780" y="51"/>
                    <a:pt x="781" y="51"/>
                    <a:pt x="783" y="51"/>
                  </a:cubicBezTo>
                  <a:cubicBezTo>
                    <a:pt x="783" y="52"/>
                    <a:pt x="783" y="52"/>
                    <a:pt x="783" y="52"/>
                  </a:cubicBezTo>
                  <a:cubicBezTo>
                    <a:pt x="767" y="52"/>
                    <a:pt x="767" y="52"/>
                    <a:pt x="767" y="52"/>
                  </a:cubicBezTo>
                  <a:cubicBezTo>
                    <a:pt x="767" y="51"/>
                    <a:pt x="767" y="51"/>
                    <a:pt x="767" y="51"/>
                  </a:cubicBezTo>
                  <a:cubicBezTo>
                    <a:pt x="768" y="51"/>
                    <a:pt x="768" y="51"/>
                    <a:pt x="768" y="51"/>
                  </a:cubicBezTo>
                  <a:cubicBezTo>
                    <a:pt x="769" y="51"/>
                    <a:pt x="770" y="51"/>
                    <a:pt x="771" y="50"/>
                  </a:cubicBezTo>
                  <a:cubicBezTo>
                    <a:pt x="772" y="50"/>
                    <a:pt x="772" y="49"/>
                    <a:pt x="772" y="48"/>
                  </a:cubicBezTo>
                  <a:cubicBezTo>
                    <a:pt x="772" y="48"/>
                    <a:pt x="772" y="47"/>
                    <a:pt x="772" y="45"/>
                  </a:cubicBezTo>
                  <a:cubicBezTo>
                    <a:pt x="772" y="31"/>
                    <a:pt x="772" y="31"/>
                    <a:pt x="772" y="31"/>
                  </a:cubicBezTo>
                  <a:cubicBezTo>
                    <a:pt x="772" y="27"/>
                    <a:pt x="772" y="25"/>
                    <a:pt x="771" y="24"/>
                  </a:cubicBezTo>
                  <a:cubicBezTo>
                    <a:pt x="770" y="23"/>
                    <a:pt x="769" y="22"/>
                    <a:pt x="767" y="22"/>
                  </a:cubicBezTo>
                  <a:cubicBezTo>
                    <a:pt x="764" y="22"/>
                    <a:pt x="761" y="23"/>
                    <a:pt x="759" y="27"/>
                  </a:cubicBezTo>
                  <a:cubicBezTo>
                    <a:pt x="759" y="45"/>
                    <a:pt x="759" y="45"/>
                    <a:pt x="759" y="45"/>
                  </a:cubicBezTo>
                  <a:cubicBezTo>
                    <a:pt x="759" y="47"/>
                    <a:pt x="759" y="48"/>
                    <a:pt x="759" y="49"/>
                  </a:cubicBezTo>
                  <a:cubicBezTo>
                    <a:pt x="759" y="50"/>
                    <a:pt x="760" y="50"/>
                    <a:pt x="760" y="51"/>
                  </a:cubicBezTo>
                  <a:cubicBezTo>
                    <a:pt x="761" y="51"/>
                    <a:pt x="762" y="51"/>
                    <a:pt x="764" y="51"/>
                  </a:cubicBezTo>
                  <a:cubicBezTo>
                    <a:pt x="764" y="52"/>
                    <a:pt x="764" y="52"/>
                    <a:pt x="764" y="52"/>
                  </a:cubicBezTo>
                  <a:cubicBezTo>
                    <a:pt x="748" y="52"/>
                    <a:pt x="748" y="52"/>
                    <a:pt x="748" y="52"/>
                  </a:cubicBezTo>
                  <a:cubicBezTo>
                    <a:pt x="748" y="51"/>
                    <a:pt x="748" y="51"/>
                    <a:pt x="748" y="51"/>
                  </a:cubicBezTo>
                  <a:cubicBezTo>
                    <a:pt x="749" y="51"/>
                    <a:pt x="749" y="51"/>
                    <a:pt x="749" y="51"/>
                  </a:cubicBezTo>
                  <a:cubicBezTo>
                    <a:pt x="750" y="51"/>
                    <a:pt x="751" y="51"/>
                    <a:pt x="752" y="50"/>
                  </a:cubicBezTo>
                  <a:cubicBezTo>
                    <a:pt x="752" y="49"/>
                    <a:pt x="753" y="47"/>
                    <a:pt x="753" y="45"/>
                  </a:cubicBezTo>
                  <a:cubicBezTo>
                    <a:pt x="753" y="32"/>
                    <a:pt x="753" y="32"/>
                    <a:pt x="753" y="32"/>
                  </a:cubicBezTo>
                  <a:cubicBezTo>
                    <a:pt x="753" y="28"/>
                    <a:pt x="753" y="25"/>
                    <a:pt x="752" y="24"/>
                  </a:cubicBezTo>
                  <a:cubicBezTo>
                    <a:pt x="752" y="23"/>
                    <a:pt x="752" y="23"/>
                    <a:pt x="751" y="22"/>
                  </a:cubicBezTo>
                  <a:cubicBezTo>
                    <a:pt x="751" y="22"/>
                    <a:pt x="751" y="22"/>
                    <a:pt x="750" y="22"/>
                  </a:cubicBezTo>
                  <a:cubicBezTo>
                    <a:pt x="749" y="22"/>
                    <a:pt x="748" y="22"/>
                    <a:pt x="747" y="22"/>
                  </a:cubicBezTo>
                  <a:cubicBezTo>
                    <a:pt x="747" y="21"/>
                    <a:pt x="747" y="21"/>
                    <a:pt x="747" y="21"/>
                  </a:cubicBezTo>
                  <a:cubicBezTo>
                    <a:pt x="757" y="17"/>
                    <a:pt x="757" y="17"/>
                    <a:pt x="757" y="17"/>
                  </a:cubicBezTo>
                  <a:cubicBezTo>
                    <a:pt x="759" y="17"/>
                    <a:pt x="759" y="17"/>
                    <a:pt x="759" y="17"/>
                  </a:cubicBezTo>
                  <a:cubicBezTo>
                    <a:pt x="759" y="25"/>
                    <a:pt x="759" y="25"/>
                    <a:pt x="759" y="25"/>
                  </a:cubicBezTo>
                  <a:close/>
                  <a:moveTo>
                    <a:pt x="812" y="49"/>
                  </a:moveTo>
                  <a:cubicBezTo>
                    <a:pt x="811" y="51"/>
                    <a:pt x="809" y="52"/>
                    <a:pt x="807" y="53"/>
                  </a:cubicBezTo>
                  <a:cubicBezTo>
                    <a:pt x="806" y="53"/>
                    <a:pt x="804" y="54"/>
                    <a:pt x="803" y="54"/>
                  </a:cubicBezTo>
                  <a:cubicBezTo>
                    <a:pt x="799" y="54"/>
                    <a:pt x="796" y="52"/>
                    <a:pt x="793" y="49"/>
                  </a:cubicBezTo>
                  <a:cubicBezTo>
                    <a:pt x="791" y="46"/>
                    <a:pt x="789" y="42"/>
                    <a:pt x="789" y="37"/>
                  </a:cubicBezTo>
                  <a:cubicBezTo>
                    <a:pt x="789" y="32"/>
                    <a:pt x="791" y="28"/>
                    <a:pt x="794" y="24"/>
                  </a:cubicBezTo>
                  <a:cubicBezTo>
                    <a:pt x="797" y="20"/>
                    <a:pt x="801" y="18"/>
                    <a:pt x="805" y="18"/>
                  </a:cubicBezTo>
                  <a:cubicBezTo>
                    <a:pt x="808" y="18"/>
                    <a:pt x="810" y="19"/>
                    <a:pt x="812" y="21"/>
                  </a:cubicBezTo>
                  <a:cubicBezTo>
                    <a:pt x="812" y="14"/>
                    <a:pt x="812" y="14"/>
                    <a:pt x="812" y="14"/>
                  </a:cubicBezTo>
                  <a:cubicBezTo>
                    <a:pt x="812" y="10"/>
                    <a:pt x="812" y="8"/>
                    <a:pt x="812" y="7"/>
                  </a:cubicBezTo>
                  <a:cubicBezTo>
                    <a:pt x="812" y="6"/>
                    <a:pt x="811" y="5"/>
                    <a:pt x="811" y="5"/>
                  </a:cubicBezTo>
                  <a:cubicBezTo>
                    <a:pt x="811" y="5"/>
                    <a:pt x="810" y="5"/>
                    <a:pt x="809" y="5"/>
                  </a:cubicBezTo>
                  <a:cubicBezTo>
                    <a:pt x="809" y="5"/>
                    <a:pt x="808" y="5"/>
                    <a:pt x="807" y="5"/>
                  </a:cubicBezTo>
                  <a:cubicBezTo>
                    <a:pt x="807" y="4"/>
                    <a:pt x="807" y="4"/>
                    <a:pt x="807" y="4"/>
                  </a:cubicBezTo>
                  <a:cubicBezTo>
                    <a:pt x="816" y="0"/>
                    <a:pt x="816" y="0"/>
                    <a:pt x="816" y="0"/>
                  </a:cubicBezTo>
                  <a:cubicBezTo>
                    <a:pt x="818" y="0"/>
                    <a:pt x="818" y="0"/>
                    <a:pt x="818" y="0"/>
                  </a:cubicBezTo>
                  <a:cubicBezTo>
                    <a:pt x="818" y="39"/>
                    <a:pt x="818" y="39"/>
                    <a:pt x="818" y="39"/>
                  </a:cubicBezTo>
                  <a:cubicBezTo>
                    <a:pt x="818" y="43"/>
                    <a:pt x="818" y="45"/>
                    <a:pt x="818" y="46"/>
                  </a:cubicBezTo>
                  <a:cubicBezTo>
                    <a:pt x="818" y="47"/>
                    <a:pt x="819" y="48"/>
                    <a:pt x="819" y="48"/>
                  </a:cubicBezTo>
                  <a:cubicBezTo>
                    <a:pt x="819" y="49"/>
                    <a:pt x="820" y="49"/>
                    <a:pt x="820" y="49"/>
                  </a:cubicBezTo>
                  <a:cubicBezTo>
                    <a:pt x="821" y="49"/>
                    <a:pt x="822" y="48"/>
                    <a:pt x="823" y="48"/>
                  </a:cubicBezTo>
                  <a:cubicBezTo>
                    <a:pt x="823" y="49"/>
                    <a:pt x="823" y="49"/>
                    <a:pt x="823" y="49"/>
                  </a:cubicBezTo>
                  <a:cubicBezTo>
                    <a:pt x="813" y="53"/>
                    <a:pt x="813" y="53"/>
                    <a:pt x="813" y="53"/>
                  </a:cubicBezTo>
                  <a:cubicBezTo>
                    <a:pt x="812" y="53"/>
                    <a:pt x="812" y="53"/>
                    <a:pt x="812" y="53"/>
                  </a:cubicBezTo>
                  <a:cubicBezTo>
                    <a:pt x="812" y="49"/>
                    <a:pt x="812" y="49"/>
                    <a:pt x="812" y="49"/>
                  </a:cubicBezTo>
                  <a:close/>
                  <a:moveTo>
                    <a:pt x="812" y="46"/>
                  </a:moveTo>
                  <a:cubicBezTo>
                    <a:pt x="812" y="29"/>
                    <a:pt x="812" y="29"/>
                    <a:pt x="812" y="29"/>
                  </a:cubicBezTo>
                  <a:cubicBezTo>
                    <a:pt x="812" y="27"/>
                    <a:pt x="812" y="25"/>
                    <a:pt x="811" y="24"/>
                  </a:cubicBezTo>
                  <a:cubicBezTo>
                    <a:pt x="810" y="23"/>
                    <a:pt x="809" y="22"/>
                    <a:pt x="808" y="21"/>
                  </a:cubicBezTo>
                  <a:cubicBezTo>
                    <a:pt x="807" y="20"/>
                    <a:pt x="806" y="20"/>
                    <a:pt x="805" y="20"/>
                  </a:cubicBezTo>
                  <a:cubicBezTo>
                    <a:pt x="803" y="20"/>
                    <a:pt x="801" y="21"/>
                    <a:pt x="799" y="23"/>
                  </a:cubicBezTo>
                  <a:cubicBezTo>
                    <a:pt x="797" y="25"/>
                    <a:pt x="796" y="29"/>
                    <a:pt x="796" y="34"/>
                  </a:cubicBezTo>
                  <a:cubicBezTo>
                    <a:pt x="796" y="39"/>
                    <a:pt x="797" y="43"/>
                    <a:pt x="799" y="45"/>
                  </a:cubicBezTo>
                  <a:cubicBezTo>
                    <a:pt x="801" y="48"/>
                    <a:pt x="803" y="49"/>
                    <a:pt x="806" y="49"/>
                  </a:cubicBezTo>
                  <a:cubicBezTo>
                    <a:pt x="808" y="50"/>
                    <a:pt x="810" y="49"/>
                    <a:pt x="812" y="46"/>
                  </a:cubicBezTo>
                  <a:close/>
                  <a:moveTo>
                    <a:pt x="883" y="3"/>
                  </a:moveTo>
                  <a:cubicBezTo>
                    <a:pt x="883" y="14"/>
                    <a:pt x="883" y="14"/>
                    <a:pt x="883" y="14"/>
                  </a:cubicBezTo>
                  <a:cubicBezTo>
                    <a:pt x="882" y="14"/>
                    <a:pt x="882" y="14"/>
                    <a:pt x="882" y="14"/>
                  </a:cubicBezTo>
                  <a:cubicBezTo>
                    <a:pt x="882" y="12"/>
                    <a:pt x="881" y="11"/>
                    <a:pt x="881" y="10"/>
                  </a:cubicBezTo>
                  <a:cubicBezTo>
                    <a:pt x="880" y="8"/>
                    <a:pt x="879" y="7"/>
                    <a:pt x="878" y="7"/>
                  </a:cubicBezTo>
                  <a:cubicBezTo>
                    <a:pt x="877" y="6"/>
                    <a:pt x="875" y="5"/>
                    <a:pt x="873" y="5"/>
                  </a:cubicBezTo>
                  <a:cubicBezTo>
                    <a:pt x="867" y="5"/>
                    <a:pt x="867" y="5"/>
                    <a:pt x="867" y="5"/>
                  </a:cubicBezTo>
                  <a:cubicBezTo>
                    <a:pt x="867" y="44"/>
                    <a:pt x="867" y="44"/>
                    <a:pt x="867" y="44"/>
                  </a:cubicBezTo>
                  <a:cubicBezTo>
                    <a:pt x="867" y="47"/>
                    <a:pt x="867" y="49"/>
                    <a:pt x="867" y="49"/>
                  </a:cubicBezTo>
                  <a:cubicBezTo>
                    <a:pt x="868" y="51"/>
                    <a:pt x="870" y="51"/>
                    <a:pt x="871" y="51"/>
                  </a:cubicBezTo>
                  <a:cubicBezTo>
                    <a:pt x="873" y="51"/>
                    <a:pt x="873" y="51"/>
                    <a:pt x="873" y="51"/>
                  </a:cubicBezTo>
                  <a:cubicBezTo>
                    <a:pt x="873" y="52"/>
                    <a:pt x="873" y="52"/>
                    <a:pt x="873" y="52"/>
                  </a:cubicBezTo>
                  <a:cubicBezTo>
                    <a:pt x="853" y="52"/>
                    <a:pt x="853" y="52"/>
                    <a:pt x="853" y="52"/>
                  </a:cubicBezTo>
                  <a:cubicBezTo>
                    <a:pt x="853" y="51"/>
                    <a:pt x="853" y="51"/>
                    <a:pt x="853" y="51"/>
                  </a:cubicBezTo>
                  <a:cubicBezTo>
                    <a:pt x="854" y="51"/>
                    <a:pt x="854" y="51"/>
                    <a:pt x="854" y="51"/>
                  </a:cubicBezTo>
                  <a:cubicBezTo>
                    <a:pt x="856" y="51"/>
                    <a:pt x="858" y="50"/>
                    <a:pt x="859" y="49"/>
                  </a:cubicBezTo>
                  <a:cubicBezTo>
                    <a:pt x="859" y="48"/>
                    <a:pt x="859" y="47"/>
                    <a:pt x="859" y="43"/>
                  </a:cubicBezTo>
                  <a:cubicBezTo>
                    <a:pt x="859" y="5"/>
                    <a:pt x="859" y="5"/>
                    <a:pt x="859" y="5"/>
                  </a:cubicBezTo>
                  <a:cubicBezTo>
                    <a:pt x="853" y="5"/>
                    <a:pt x="853" y="5"/>
                    <a:pt x="853" y="5"/>
                  </a:cubicBezTo>
                  <a:cubicBezTo>
                    <a:pt x="851" y="5"/>
                    <a:pt x="849" y="5"/>
                    <a:pt x="849" y="6"/>
                  </a:cubicBezTo>
                  <a:cubicBezTo>
                    <a:pt x="847" y="6"/>
                    <a:pt x="846" y="7"/>
                    <a:pt x="845" y="9"/>
                  </a:cubicBezTo>
                  <a:cubicBezTo>
                    <a:pt x="845" y="10"/>
                    <a:pt x="844" y="12"/>
                    <a:pt x="844" y="14"/>
                  </a:cubicBezTo>
                  <a:cubicBezTo>
                    <a:pt x="843" y="14"/>
                    <a:pt x="843" y="14"/>
                    <a:pt x="843" y="14"/>
                  </a:cubicBezTo>
                  <a:cubicBezTo>
                    <a:pt x="843" y="3"/>
                    <a:pt x="843" y="3"/>
                    <a:pt x="843" y="3"/>
                  </a:cubicBezTo>
                  <a:cubicBezTo>
                    <a:pt x="883" y="3"/>
                    <a:pt x="883" y="3"/>
                    <a:pt x="883" y="3"/>
                  </a:cubicBezTo>
                  <a:close/>
                  <a:moveTo>
                    <a:pt x="891" y="31"/>
                  </a:moveTo>
                  <a:cubicBezTo>
                    <a:pt x="891" y="37"/>
                    <a:pt x="893" y="40"/>
                    <a:pt x="895" y="43"/>
                  </a:cubicBezTo>
                  <a:cubicBezTo>
                    <a:pt x="897" y="46"/>
                    <a:pt x="900" y="48"/>
                    <a:pt x="903" y="48"/>
                  </a:cubicBezTo>
                  <a:cubicBezTo>
                    <a:pt x="905" y="48"/>
                    <a:pt x="907" y="47"/>
                    <a:pt x="909" y="46"/>
                  </a:cubicBezTo>
                  <a:cubicBezTo>
                    <a:pt x="911" y="45"/>
                    <a:pt x="912" y="43"/>
                    <a:pt x="913" y="39"/>
                  </a:cubicBezTo>
                  <a:cubicBezTo>
                    <a:pt x="914" y="40"/>
                    <a:pt x="914" y="40"/>
                    <a:pt x="914" y="40"/>
                  </a:cubicBezTo>
                  <a:cubicBezTo>
                    <a:pt x="914" y="43"/>
                    <a:pt x="912" y="47"/>
                    <a:pt x="910" y="49"/>
                  </a:cubicBezTo>
                  <a:cubicBezTo>
                    <a:pt x="907" y="52"/>
                    <a:pt x="904" y="53"/>
                    <a:pt x="901" y="53"/>
                  </a:cubicBezTo>
                  <a:cubicBezTo>
                    <a:pt x="897" y="53"/>
                    <a:pt x="893" y="52"/>
                    <a:pt x="891" y="49"/>
                  </a:cubicBezTo>
                  <a:cubicBezTo>
                    <a:pt x="888" y="45"/>
                    <a:pt x="887" y="41"/>
                    <a:pt x="887" y="36"/>
                  </a:cubicBezTo>
                  <a:cubicBezTo>
                    <a:pt x="887" y="30"/>
                    <a:pt x="888" y="25"/>
                    <a:pt x="891" y="22"/>
                  </a:cubicBezTo>
                  <a:cubicBezTo>
                    <a:pt x="894" y="19"/>
                    <a:pt x="897" y="17"/>
                    <a:pt x="902" y="17"/>
                  </a:cubicBezTo>
                  <a:cubicBezTo>
                    <a:pt x="905" y="17"/>
                    <a:pt x="909" y="19"/>
                    <a:pt x="911" y="21"/>
                  </a:cubicBezTo>
                  <a:cubicBezTo>
                    <a:pt x="913" y="23"/>
                    <a:pt x="915" y="27"/>
                    <a:pt x="915" y="31"/>
                  </a:cubicBezTo>
                  <a:cubicBezTo>
                    <a:pt x="891" y="31"/>
                    <a:pt x="891" y="31"/>
                    <a:pt x="891" y="31"/>
                  </a:cubicBezTo>
                  <a:close/>
                  <a:moveTo>
                    <a:pt x="891" y="29"/>
                  </a:moveTo>
                  <a:cubicBezTo>
                    <a:pt x="907" y="29"/>
                    <a:pt x="907" y="29"/>
                    <a:pt x="907" y="29"/>
                  </a:cubicBezTo>
                  <a:cubicBezTo>
                    <a:pt x="907" y="27"/>
                    <a:pt x="906" y="26"/>
                    <a:pt x="906" y="25"/>
                  </a:cubicBezTo>
                  <a:cubicBezTo>
                    <a:pt x="905" y="24"/>
                    <a:pt x="904" y="23"/>
                    <a:pt x="903" y="22"/>
                  </a:cubicBezTo>
                  <a:cubicBezTo>
                    <a:pt x="902" y="21"/>
                    <a:pt x="901" y="21"/>
                    <a:pt x="899" y="21"/>
                  </a:cubicBezTo>
                  <a:cubicBezTo>
                    <a:pt x="897" y="21"/>
                    <a:pt x="896" y="21"/>
                    <a:pt x="894" y="23"/>
                  </a:cubicBezTo>
                  <a:cubicBezTo>
                    <a:pt x="893" y="24"/>
                    <a:pt x="892" y="27"/>
                    <a:pt x="891"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57" name="Freeform 35"/>
            <p:cNvSpPr>
              <a:spLocks noEditPoints="1"/>
            </p:cNvSpPr>
            <p:nvPr/>
          </p:nvSpPr>
          <p:spPr bwMode="auto">
            <a:xfrm>
              <a:off x="10679175" y="4943779"/>
              <a:ext cx="873125" cy="103188"/>
            </a:xfrm>
            <a:custGeom>
              <a:avLst/>
              <a:gdLst>
                <a:gd name="T0" fmla="*/ 23 w 586"/>
                <a:gd name="T1" fmla="*/ 21 h 69"/>
                <a:gd name="T2" fmla="*/ 8 w 586"/>
                <a:gd name="T3" fmla="*/ 24 h 69"/>
                <a:gd name="T4" fmla="*/ 45 w 586"/>
                <a:gd name="T5" fmla="*/ 26 h 69"/>
                <a:gd name="T6" fmla="*/ 66 w 586"/>
                <a:gd name="T7" fmla="*/ 52 h 69"/>
                <a:gd name="T8" fmla="*/ 58 w 586"/>
                <a:gd name="T9" fmla="*/ 46 h 69"/>
                <a:gd name="T10" fmla="*/ 46 w 586"/>
                <a:gd name="T11" fmla="*/ 50 h 69"/>
                <a:gd name="T12" fmla="*/ 40 w 586"/>
                <a:gd name="T13" fmla="*/ 46 h 69"/>
                <a:gd name="T14" fmla="*/ 45 w 586"/>
                <a:gd name="T15" fmla="*/ 1 h 69"/>
                <a:gd name="T16" fmla="*/ 106 w 586"/>
                <a:gd name="T17" fmla="*/ 52 h 69"/>
                <a:gd name="T18" fmla="*/ 98 w 586"/>
                <a:gd name="T19" fmla="*/ 46 h 69"/>
                <a:gd name="T20" fmla="*/ 90 w 586"/>
                <a:gd name="T21" fmla="*/ 52 h 69"/>
                <a:gd name="T22" fmla="*/ 78 w 586"/>
                <a:gd name="T23" fmla="*/ 25 h 69"/>
                <a:gd name="T24" fmla="*/ 132 w 586"/>
                <a:gd name="T25" fmla="*/ 19 h 69"/>
                <a:gd name="T26" fmla="*/ 118 w 586"/>
                <a:gd name="T27" fmla="*/ 28 h 69"/>
                <a:gd name="T28" fmla="*/ 133 w 586"/>
                <a:gd name="T29" fmla="*/ 52 h 69"/>
                <a:gd name="T30" fmla="*/ 169 w 586"/>
                <a:gd name="T31" fmla="*/ 52 h 69"/>
                <a:gd name="T32" fmla="*/ 161 w 586"/>
                <a:gd name="T33" fmla="*/ 15 h 69"/>
                <a:gd name="T34" fmla="*/ 167 w 586"/>
                <a:gd name="T35" fmla="*/ 1 h 69"/>
                <a:gd name="T36" fmla="*/ 181 w 586"/>
                <a:gd name="T37" fmla="*/ 38 h 69"/>
                <a:gd name="T38" fmla="*/ 189 w 586"/>
                <a:gd name="T39" fmla="*/ 47 h 69"/>
                <a:gd name="T40" fmla="*/ 222 w 586"/>
                <a:gd name="T41" fmla="*/ 31 h 69"/>
                <a:gd name="T42" fmla="*/ 252 w 586"/>
                <a:gd name="T43" fmla="*/ 24 h 69"/>
                <a:gd name="T44" fmla="*/ 228 w 586"/>
                <a:gd name="T45" fmla="*/ 44 h 69"/>
                <a:gd name="T46" fmla="*/ 249 w 586"/>
                <a:gd name="T47" fmla="*/ 64 h 69"/>
                <a:gd name="T48" fmla="*/ 223 w 586"/>
                <a:gd name="T49" fmla="*/ 48 h 69"/>
                <a:gd name="T50" fmla="*/ 240 w 586"/>
                <a:gd name="T51" fmla="*/ 39 h 69"/>
                <a:gd name="T52" fmla="*/ 238 w 586"/>
                <a:gd name="T53" fmla="*/ 66 h 69"/>
                <a:gd name="T54" fmla="*/ 274 w 586"/>
                <a:gd name="T55" fmla="*/ 21 h 69"/>
                <a:gd name="T56" fmla="*/ 286 w 586"/>
                <a:gd name="T57" fmla="*/ 21 h 69"/>
                <a:gd name="T58" fmla="*/ 290 w 586"/>
                <a:gd name="T59" fmla="*/ 25 h 69"/>
                <a:gd name="T60" fmla="*/ 267 w 586"/>
                <a:gd name="T61" fmla="*/ 62 h 69"/>
                <a:gd name="T62" fmla="*/ 258 w 586"/>
                <a:gd name="T63" fmla="*/ 20 h 69"/>
                <a:gd name="T64" fmla="*/ 319 w 586"/>
                <a:gd name="T65" fmla="*/ 49 h 69"/>
                <a:gd name="T66" fmla="*/ 322 w 586"/>
                <a:gd name="T67" fmla="*/ 34 h 69"/>
                <a:gd name="T68" fmla="*/ 368 w 586"/>
                <a:gd name="T69" fmla="*/ 45 h 69"/>
                <a:gd name="T70" fmla="*/ 360 w 586"/>
                <a:gd name="T71" fmla="*/ 52 h 69"/>
                <a:gd name="T72" fmla="*/ 364 w 586"/>
                <a:gd name="T73" fmla="*/ 8 h 69"/>
                <a:gd name="T74" fmla="*/ 378 w 586"/>
                <a:gd name="T75" fmla="*/ 6 h 69"/>
                <a:gd name="T76" fmla="*/ 377 w 586"/>
                <a:gd name="T77" fmla="*/ 22 h 69"/>
                <a:gd name="T78" fmla="*/ 408 w 586"/>
                <a:gd name="T79" fmla="*/ 16 h 69"/>
                <a:gd name="T80" fmla="*/ 433 w 586"/>
                <a:gd name="T81" fmla="*/ 52 h 69"/>
                <a:gd name="T82" fmla="*/ 435 w 586"/>
                <a:gd name="T83" fmla="*/ 6 h 69"/>
                <a:gd name="T84" fmla="*/ 476 w 586"/>
                <a:gd name="T85" fmla="*/ 20 h 69"/>
                <a:gd name="T86" fmla="*/ 468 w 586"/>
                <a:gd name="T87" fmla="*/ 54 h 69"/>
                <a:gd name="T88" fmla="*/ 472 w 586"/>
                <a:gd name="T89" fmla="*/ 24 h 69"/>
                <a:gd name="T90" fmla="*/ 466 w 586"/>
                <a:gd name="T91" fmla="*/ 54 h 69"/>
                <a:gd name="T92" fmla="*/ 454 w 586"/>
                <a:gd name="T93" fmla="*/ 6 h 69"/>
                <a:gd name="T94" fmla="*/ 502 w 586"/>
                <a:gd name="T95" fmla="*/ 5 h 69"/>
                <a:gd name="T96" fmla="*/ 502 w 586"/>
                <a:gd name="T97" fmla="*/ 46 h 69"/>
                <a:gd name="T98" fmla="*/ 495 w 586"/>
                <a:gd name="T99" fmla="*/ 50 h 69"/>
                <a:gd name="T100" fmla="*/ 500 w 586"/>
                <a:gd name="T101" fmla="*/ 19 h 69"/>
                <a:gd name="T102" fmla="*/ 544 w 586"/>
                <a:gd name="T103" fmla="*/ 50 h 69"/>
                <a:gd name="T104" fmla="*/ 538 w 586"/>
                <a:gd name="T105" fmla="*/ 49 h 69"/>
                <a:gd name="T106" fmla="*/ 526 w 586"/>
                <a:gd name="T107" fmla="*/ 52 h 69"/>
                <a:gd name="T108" fmla="*/ 518 w 586"/>
                <a:gd name="T109" fmla="*/ 33 h 69"/>
                <a:gd name="T110" fmla="*/ 524 w 586"/>
                <a:gd name="T111" fmla="*/ 26 h 69"/>
                <a:gd name="T112" fmla="*/ 574 w 586"/>
                <a:gd name="T113" fmla="*/ 31 h 69"/>
                <a:gd name="T114" fmla="*/ 560 w 586"/>
                <a:gd name="T115" fmla="*/ 30 h 69"/>
                <a:gd name="T116" fmla="*/ 580 w 586"/>
                <a:gd name="T117" fmla="*/ 41 h 69"/>
                <a:gd name="T118" fmla="*/ 575 w 586"/>
                <a:gd name="T119" fmla="*/ 52 h 69"/>
                <a:gd name="T120" fmla="*/ 566 w 586"/>
                <a:gd name="T121" fmla="*/ 5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86" h="69">
                  <a:moveTo>
                    <a:pt x="27" y="41"/>
                  </a:moveTo>
                  <a:cubicBezTo>
                    <a:pt x="26" y="45"/>
                    <a:pt x="24" y="49"/>
                    <a:pt x="22" y="51"/>
                  </a:cubicBezTo>
                  <a:cubicBezTo>
                    <a:pt x="19" y="54"/>
                    <a:pt x="16" y="55"/>
                    <a:pt x="13" y="55"/>
                  </a:cubicBezTo>
                  <a:cubicBezTo>
                    <a:pt x="10" y="55"/>
                    <a:pt x="6" y="53"/>
                    <a:pt x="4" y="50"/>
                  </a:cubicBezTo>
                  <a:cubicBezTo>
                    <a:pt x="1" y="47"/>
                    <a:pt x="0" y="42"/>
                    <a:pt x="0" y="37"/>
                  </a:cubicBezTo>
                  <a:cubicBezTo>
                    <a:pt x="0" y="32"/>
                    <a:pt x="1" y="27"/>
                    <a:pt x="4" y="24"/>
                  </a:cubicBezTo>
                  <a:cubicBezTo>
                    <a:pt x="7" y="20"/>
                    <a:pt x="11" y="18"/>
                    <a:pt x="15" y="18"/>
                  </a:cubicBezTo>
                  <a:cubicBezTo>
                    <a:pt x="18" y="18"/>
                    <a:pt x="21" y="19"/>
                    <a:pt x="23" y="21"/>
                  </a:cubicBezTo>
                  <a:cubicBezTo>
                    <a:pt x="25" y="23"/>
                    <a:pt x="26" y="25"/>
                    <a:pt x="26" y="27"/>
                  </a:cubicBezTo>
                  <a:cubicBezTo>
                    <a:pt x="26" y="28"/>
                    <a:pt x="26" y="28"/>
                    <a:pt x="26" y="29"/>
                  </a:cubicBezTo>
                  <a:cubicBezTo>
                    <a:pt x="25" y="30"/>
                    <a:pt x="24" y="30"/>
                    <a:pt x="23" y="30"/>
                  </a:cubicBezTo>
                  <a:cubicBezTo>
                    <a:pt x="22" y="30"/>
                    <a:pt x="21" y="30"/>
                    <a:pt x="20" y="28"/>
                  </a:cubicBezTo>
                  <a:cubicBezTo>
                    <a:pt x="20" y="28"/>
                    <a:pt x="19" y="27"/>
                    <a:pt x="19" y="26"/>
                  </a:cubicBezTo>
                  <a:cubicBezTo>
                    <a:pt x="19" y="24"/>
                    <a:pt x="18" y="23"/>
                    <a:pt x="18" y="22"/>
                  </a:cubicBezTo>
                  <a:cubicBezTo>
                    <a:pt x="17" y="22"/>
                    <a:pt x="16" y="21"/>
                    <a:pt x="14" y="21"/>
                  </a:cubicBezTo>
                  <a:cubicBezTo>
                    <a:pt x="12" y="21"/>
                    <a:pt x="10" y="22"/>
                    <a:pt x="8" y="24"/>
                  </a:cubicBezTo>
                  <a:cubicBezTo>
                    <a:pt x="6" y="26"/>
                    <a:pt x="6" y="30"/>
                    <a:pt x="6" y="34"/>
                  </a:cubicBezTo>
                  <a:cubicBezTo>
                    <a:pt x="6" y="38"/>
                    <a:pt x="6" y="41"/>
                    <a:pt x="8" y="44"/>
                  </a:cubicBezTo>
                  <a:cubicBezTo>
                    <a:pt x="10" y="48"/>
                    <a:pt x="13" y="49"/>
                    <a:pt x="16" y="49"/>
                  </a:cubicBezTo>
                  <a:cubicBezTo>
                    <a:pt x="18" y="49"/>
                    <a:pt x="20" y="48"/>
                    <a:pt x="22" y="47"/>
                  </a:cubicBezTo>
                  <a:cubicBezTo>
                    <a:pt x="24" y="46"/>
                    <a:pt x="25" y="44"/>
                    <a:pt x="27" y="41"/>
                  </a:cubicBezTo>
                  <a:cubicBezTo>
                    <a:pt x="27" y="41"/>
                    <a:pt x="27" y="41"/>
                    <a:pt x="27" y="41"/>
                  </a:cubicBezTo>
                  <a:close/>
                  <a:moveTo>
                    <a:pt x="45" y="1"/>
                  </a:moveTo>
                  <a:cubicBezTo>
                    <a:pt x="45" y="26"/>
                    <a:pt x="45" y="26"/>
                    <a:pt x="45" y="26"/>
                  </a:cubicBezTo>
                  <a:cubicBezTo>
                    <a:pt x="48" y="22"/>
                    <a:pt x="50" y="21"/>
                    <a:pt x="51" y="20"/>
                  </a:cubicBezTo>
                  <a:cubicBezTo>
                    <a:pt x="53" y="19"/>
                    <a:pt x="54" y="18"/>
                    <a:pt x="56" y="18"/>
                  </a:cubicBezTo>
                  <a:cubicBezTo>
                    <a:pt x="58" y="18"/>
                    <a:pt x="60" y="19"/>
                    <a:pt x="61" y="20"/>
                  </a:cubicBezTo>
                  <a:cubicBezTo>
                    <a:pt x="62" y="21"/>
                    <a:pt x="63" y="23"/>
                    <a:pt x="64" y="25"/>
                  </a:cubicBezTo>
                  <a:cubicBezTo>
                    <a:pt x="64" y="27"/>
                    <a:pt x="64" y="30"/>
                    <a:pt x="64" y="34"/>
                  </a:cubicBezTo>
                  <a:cubicBezTo>
                    <a:pt x="64" y="46"/>
                    <a:pt x="64" y="46"/>
                    <a:pt x="64" y="46"/>
                  </a:cubicBezTo>
                  <a:cubicBezTo>
                    <a:pt x="64" y="48"/>
                    <a:pt x="64" y="50"/>
                    <a:pt x="65" y="50"/>
                  </a:cubicBezTo>
                  <a:cubicBezTo>
                    <a:pt x="65" y="51"/>
                    <a:pt x="66" y="52"/>
                    <a:pt x="66" y="52"/>
                  </a:cubicBezTo>
                  <a:cubicBezTo>
                    <a:pt x="66" y="52"/>
                    <a:pt x="68" y="52"/>
                    <a:pt x="69" y="52"/>
                  </a:cubicBezTo>
                  <a:cubicBezTo>
                    <a:pt x="69" y="54"/>
                    <a:pt x="69" y="54"/>
                    <a:pt x="69" y="54"/>
                  </a:cubicBezTo>
                  <a:cubicBezTo>
                    <a:pt x="53" y="54"/>
                    <a:pt x="53" y="54"/>
                    <a:pt x="53" y="54"/>
                  </a:cubicBezTo>
                  <a:cubicBezTo>
                    <a:pt x="53" y="52"/>
                    <a:pt x="53" y="52"/>
                    <a:pt x="53" y="52"/>
                  </a:cubicBezTo>
                  <a:cubicBezTo>
                    <a:pt x="54" y="52"/>
                    <a:pt x="54" y="52"/>
                    <a:pt x="54" y="52"/>
                  </a:cubicBezTo>
                  <a:cubicBezTo>
                    <a:pt x="56" y="52"/>
                    <a:pt x="56" y="52"/>
                    <a:pt x="57" y="52"/>
                  </a:cubicBezTo>
                  <a:cubicBezTo>
                    <a:pt x="58" y="51"/>
                    <a:pt x="58" y="50"/>
                    <a:pt x="58" y="50"/>
                  </a:cubicBezTo>
                  <a:cubicBezTo>
                    <a:pt x="58" y="49"/>
                    <a:pt x="58" y="48"/>
                    <a:pt x="58" y="46"/>
                  </a:cubicBezTo>
                  <a:cubicBezTo>
                    <a:pt x="58" y="34"/>
                    <a:pt x="58" y="34"/>
                    <a:pt x="58" y="34"/>
                  </a:cubicBezTo>
                  <a:cubicBezTo>
                    <a:pt x="58" y="30"/>
                    <a:pt x="58" y="28"/>
                    <a:pt x="58" y="27"/>
                  </a:cubicBezTo>
                  <a:cubicBezTo>
                    <a:pt x="58" y="26"/>
                    <a:pt x="57" y="25"/>
                    <a:pt x="56" y="24"/>
                  </a:cubicBezTo>
                  <a:cubicBezTo>
                    <a:pt x="56" y="24"/>
                    <a:pt x="55" y="23"/>
                    <a:pt x="54" y="23"/>
                  </a:cubicBezTo>
                  <a:cubicBezTo>
                    <a:pt x="52" y="23"/>
                    <a:pt x="51" y="24"/>
                    <a:pt x="50" y="24"/>
                  </a:cubicBezTo>
                  <a:cubicBezTo>
                    <a:pt x="49" y="25"/>
                    <a:pt x="47" y="26"/>
                    <a:pt x="46" y="28"/>
                  </a:cubicBezTo>
                  <a:cubicBezTo>
                    <a:pt x="46" y="46"/>
                    <a:pt x="46" y="46"/>
                    <a:pt x="46" y="46"/>
                  </a:cubicBezTo>
                  <a:cubicBezTo>
                    <a:pt x="46" y="48"/>
                    <a:pt x="46" y="50"/>
                    <a:pt x="46" y="50"/>
                  </a:cubicBezTo>
                  <a:cubicBezTo>
                    <a:pt x="46" y="51"/>
                    <a:pt x="47" y="52"/>
                    <a:pt x="47" y="52"/>
                  </a:cubicBezTo>
                  <a:cubicBezTo>
                    <a:pt x="48" y="52"/>
                    <a:pt x="49" y="52"/>
                    <a:pt x="51" y="52"/>
                  </a:cubicBezTo>
                  <a:cubicBezTo>
                    <a:pt x="51" y="54"/>
                    <a:pt x="51" y="54"/>
                    <a:pt x="51" y="54"/>
                  </a:cubicBezTo>
                  <a:cubicBezTo>
                    <a:pt x="34" y="54"/>
                    <a:pt x="34" y="54"/>
                    <a:pt x="34" y="54"/>
                  </a:cubicBezTo>
                  <a:cubicBezTo>
                    <a:pt x="34" y="52"/>
                    <a:pt x="34" y="52"/>
                    <a:pt x="34" y="52"/>
                  </a:cubicBezTo>
                  <a:cubicBezTo>
                    <a:pt x="36" y="52"/>
                    <a:pt x="37" y="52"/>
                    <a:pt x="38" y="52"/>
                  </a:cubicBezTo>
                  <a:cubicBezTo>
                    <a:pt x="38" y="51"/>
                    <a:pt x="39" y="51"/>
                    <a:pt x="39" y="50"/>
                  </a:cubicBezTo>
                  <a:cubicBezTo>
                    <a:pt x="40" y="49"/>
                    <a:pt x="40" y="48"/>
                    <a:pt x="40" y="46"/>
                  </a:cubicBezTo>
                  <a:cubicBezTo>
                    <a:pt x="40" y="15"/>
                    <a:pt x="40" y="15"/>
                    <a:pt x="40" y="15"/>
                  </a:cubicBezTo>
                  <a:cubicBezTo>
                    <a:pt x="40" y="11"/>
                    <a:pt x="40" y="8"/>
                    <a:pt x="39" y="8"/>
                  </a:cubicBezTo>
                  <a:cubicBezTo>
                    <a:pt x="39" y="7"/>
                    <a:pt x="39" y="6"/>
                    <a:pt x="38" y="6"/>
                  </a:cubicBezTo>
                  <a:cubicBezTo>
                    <a:pt x="38" y="5"/>
                    <a:pt x="38" y="5"/>
                    <a:pt x="37" y="5"/>
                  </a:cubicBezTo>
                  <a:cubicBezTo>
                    <a:pt x="36" y="5"/>
                    <a:pt x="36" y="5"/>
                    <a:pt x="34" y="6"/>
                  </a:cubicBezTo>
                  <a:cubicBezTo>
                    <a:pt x="34" y="4"/>
                    <a:pt x="34" y="4"/>
                    <a:pt x="34" y="4"/>
                  </a:cubicBezTo>
                  <a:cubicBezTo>
                    <a:pt x="44" y="0"/>
                    <a:pt x="44" y="0"/>
                    <a:pt x="44" y="0"/>
                  </a:cubicBezTo>
                  <a:cubicBezTo>
                    <a:pt x="45" y="1"/>
                    <a:pt x="45" y="1"/>
                    <a:pt x="45" y="1"/>
                  </a:cubicBezTo>
                  <a:close/>
                  <a:moveTo>
                    <a:pt x="85" y="26"/>
                  </a:moveTo>
                  <a:cubicBezTo>
                    <a:pt x="89" y="21"/>
                    <a:pt x="92" y="19"/>
                    <a:pt x="96" y="19"/>
                  </a:cubicBezTo>
                  <a:cubicBezTo>
                    <a:pt x="97" y="19"/>
                    <a:pt x="99" y="19"/>
                    <a:pt x="100" y="20"/>
                  </a:cubicBezTo>
                  <a:cubicBezTo>
                    <a:pt x="102" y="21"/>
                    <a:pt x="103" y="22"/>
                    <a:pt x="104" y="24"/>
                  </a:cubicBezTo>
                  <a:cubicBezTo>
                    <a:pt x="104" y="26"/>
                    <a:pt x="104" y="28"/>
                    <a:pt x="104" y="31"/>
                  </a:cubicBezTo>
                  <a:cubicBezTo>
                    <a:pt x="104" y="46"/>
                    <a:pt x="104" y="46"/>
                    <a:pt x="104" y="46"/>
                  </a:cubicBezTo>
                  <a:cubicBezTo>
                    <a:pt x="104" y="48"/>
                    <a:pt x="104" y="49"/>
                    <a:pt x="105" y="50"/>
                  </a:cubicBezTo>
                  <a:cubicBezTo>
                    <a:pt x="105" y="51"/>
                    <a:pt x="106" y="51"/>
                    <a:pt x="106" y="52"/>
                  </a:cubicBezTo>
                  <a:cubicBezTo>
                    <a:pt x="106" y="52"/>
                    <a:pt x="108" y="52"/>
                    <a:pt x="109" y="52"/>
                  </a:cubicBezTo>
                  <a:cubicBezTo>
                    <a:pt x="109" y="53"/>
                    <a:pt x="109" y="53"/>
                    <a:pt x="109" y="53"/>
                  </a:cubicBezTo>
                  <a:cubicBezTo>
                    <a:pt x="93" y="53"/>
                    <a:pt x="93" y="53"/>
                    <a:pt x="93" y="53"/>
                  </a:cubicBezTo>
                  <a:cubicBezTo>
                    <a:pt x="93" y="52"/>
                    <a:pt x="93" y="52"/>
                    <a:pt x="93" y="52"/>
                  </a:cubicBezTo>
                  <a:cubicBezTo>
                    <a:pt x="94" y="52"/>
                    <a:pt x="94" y="52"/>
                    <a:pt x="94" y="52"/>
                  </a:cubicBezTo>
                  <a:cubicBezTo>
                    <a:pt x="96" y="52"/>
                    <a:pt x="96" y="52"/>
                    <a:pt x="97" y="51"/>
                  </a:cubicBezTo>
                  <a:cubicBezTo>
                    <a:pt x="98" y="51"/>
                    <a:pt x="98" y="50"/>
                    <a:pt x="98" y="49"/>
                  </a:cubicBezTo>
                  <a:cubicBezTo>
                    <a:pt x="98" y="49"/>
                    <a:pt x="98" y="48"/>
                    <a:pt x="98" y="46"/>
                  </a:cubicBezTo>
                  <a:cubicBezTo>
                    <a:pt x="98" y="32"/>
                    <a:pt x="98" y="32"/>
                    <a:pt x="98" y="32"/>
                  </a:cubicBezTo>
                  <a:cubicBezTo>
                    <a:pt x="98" y="28"/>
                    <a:pt x="98" y="26"/>
                    <a:pt x="97" y="25"/>
                  </a:cubicBezTo>
                  <a:cubicBezTo>
                    <a:pt x="96" y="24"/>
                    <a:pt x="95" y="23"/>
                    <a:pt x="93" y="23"/>
                  </a:cubicBezTo>
                  <a:cubicBezTo>
                    <a:pt x="90" y="23"/>
                    <a:pt x="88" y="24"/>
                    <a:pt x="85" y="28"/>
                  </a:cubicBezTo>
                  <a:cubicBezTo>
                    <a:pt x="85" y="46"/>
                    <a:pt x="85" y="46"/>
                    <a:pt x="85" y="46"/>
                  </a:cubicBezTo>
                  <a:cubicBezTo>
                    <a:pt x="85" y="48"/>
                    <a:pt x="85" y="49"/>
                    <a:pt x="85" y="50"/>
                  </a:cubicBezTo>
                  <a:cubicBezTo>
                    <a:pt x="86" y="51"/>
                    <a:pt x="86" y="51"/>
                    <a:pt x="86" y="52"/>
                  </a:cubicBezTo>
                  <a:cubicBezTo>
                    <a:pt x="87" y="52"/>
                    <a:pt x="88" y="52"/>
                    <a:pt x="90" y="52"/>
                  </a:cubicBezTo>
                  <a:cubicBezTo>
                    <a:pt x="90" y="53"/>
                    <a:pt x="90" y="53"/>
                    <a:pt x="90" y="53"/>
                  </a:cubicBezTo>
                  <a:cubicBezTo>
                    <a:pt x="74" y="53"/>
                    <a:pt x="74" y="53"/>
                    <a:pt x="74" y="53"/>
                  </a:cubicBezTo>
                  <a:cubicBezTo>
                    <a:pt x="74" y="52"/>
                    <a:pt x="74" y="52"/>
                    <a:pt x="74" y="52"/>
                  </a:cubicBezTo>
                  <a:cubicBezTo>
                    <a:pt x="75" y="52"/>
                    <a:pt x="75" y="52"/>
                    <a:pt x="75" y="52"/>
                  </a:cubicBezTo>
                  <a:cubicBezTo>
                    <a:pt x="76" y="52"/>
                    <a:pt x="78" y="52"/>
                    <a:pt x="78" y="51"/>
                  </a:cubicBezTo>
                  <a:cubicBezTo>
                    <a:pt x="78" y="50"/>
                    <a:pt x="79" y="48"/>
                    <a:pt x="79" y="46"/>
                  </a:cubicBezTo>
                  <a:cubicBezTo>
                    <a:pt x="79" y="33"/>
                    <a:pt x="79" y="33"/>
                    <a:pt x="79" y="33"/>
                  </a:cubicBezTo>
                  <a:cubicBezTo>
                    <a:pt x="79" y="29"/>
                    <a:pt x="79" y="26"/>
                    <a:pt x="78" y="25"/>
                  </a:cubicBezTo>
                  <a:cubicBezTo>
                    <a:pt x="78" y="24"/>
                    <a:pt x="78" y="24"/>
                    <a:pt x="78" y="23"/>
                  </a:cubicBezTo>
                  <a:cubicBezTo>
                    <a:pt x="77" y="23"/>
                    <a:pt x="77" y="23"/>
                    <a:pt x="76" y="23"/>
                  </a:cubicBezTo>
                  <a:cubicBezTo>
                    <a:pt x="75" y="23"/>
                    <a:pt x="74" y="23"/>
                    <a:pt x="74" y="23"/>
                  </a:cubicBezTo>
                  <a:cubicBezTo>
                    <a:pt x="73" y="22"/>
                    <a:pt x="73" y="22"/>
                    <a:pt x="73" y="22"/>
                  </a:cubicBezTo>
                  <a:cubicBezTo>
                    <a:pt x="83" y="18"/>
                    <a:pt x="83" y="18"/>
                    <a:pt x="83" y="18"/>
                  </a:cubicBezTo>
                  <a:cubicBezTo>
                    <a:pt x="85" y="18"/>
                    <a:pt x="85" y="18"/>
                    <a:pt x="85" y="18"/>
                  </a:cubicBezTo>
                  <a:cubicBezTo>
                    <a:pt x="85" y="26"/>
                    <a:pt x="85" y="26"/>
                    <a:pt x="85" y="26"/>
                  </a:cubicBezTo>
                  <a:close/>
                  <a:moveTo>
                    <a:pt x="132" y="19"/>
                  </a:moveTo>
                  <a:cubicBezTo>
                    <a:pt x="136" y="19"/>
                    <a:pt x="140" y="21"/>
                    <a:pt x="144" y="25"/>
                  </a:cubicBezTo>
                  <a:cubicBezTo>
                    <a:pt x="146" y="28"/>
                    <a:pt x="148" y="32"/>
                    <a:pt x="148" y="36"/>
                  </a:cubicBezTo>
                  <a:cubicBezTo>
                    <a:pt x="148" y="40"/>
                    <a:pt x="147" y="42"/>
                    <a:pt x="146" y="46"/>
                  </a:cubicBezTo>
                  <a:cubicBezTo>
                    <a:pt x="144" y="49"/>
                    <a:pt x="142" y="51"/>
                    <a:pt x="140" y="53"/>
                  </a:cubicBezTo>
                  <a:cubicBezTo>
                    <a:pt x="137" y="54"/>
                    <a:pt x="134" y="55"/>
                    <a:pt x="131" y="55"/>
                  </a:cubicBezTo>
                  <a:cubicBezTo>
                    <a:pt x="126" y="55"/>
                    <a:pt x="122" y="53"/>
                    <a:pt x="120" y="49"/>
                  </a:cubicBezTo>
                  <a:cubicBezTo>
                    <a:pt x="117" y="46"/>
                    <a:pt x="116" y="42"/>
                    <a:pt x="116" y="38"/>
                  </a:cubicBezTo>
                  <a:cubicBezTo>
                    <a:pt x="116" y="34"/>
                    <a:pt x="117" y="31"/>
                    <a:pt x="118" y="28"/>
                  </a:cubicBezTo>
                  <a:cubicBezTo>
                    <a:pt x="120" y="26"/>
                    <a:pt x="122" y="23"/>
                    <a:pt x="124" y="22"/>
                  </a:cubicBezTo>
                  <a:cubicBezTo>
                    <a:pt x="126" y="20"/>
                    <a:pt x="129" y="19"/>
                    <a:pt x="132" y="19"/>
                  </a:cubicBezTo>
                  <a:close/>
                  <a:moveTo>
                    <a:pt x="130" y="21"/>
                  </a:moveTo>
                  <a:cubicBezTo>
                    <a:pt x="129" y="21"/>
                    <a:pt x="128" y="22"/>
                    <a:pt x="127" y="22"/>
                  </a:cubicBezTo>
                  <a:cubicBezTo>
                    <a:pt x="126" y="23"/>
                    <a:pt x="124" y="24"/>
                    <a:pt x="124" y="26"/>
                  </a:cubicBezTo>
                  <a:cubicBezTo>
                    <a:pt x="123" y="28"/>
                    <a:pt x="122" y="31"/>
                    <a:pt x="122" y="34"/>
                  </a:cubicBezTo>
                  <a:cubicBezTo>
                    <a:pt x="122" y="39"/>
                    <a:pt x="123" y="43"/>
                    <a:pt x="125" y="47"/>
                  </a:cubicBezTo>
                  <a:cubicBezTo>
                    <a:pt x="127" y="50"/>
                    <a:pt x="130" y="52"/>
                    <a:pt x="133" y="52"/>
                  </a:cubicBezTo>
                  <a:cubicBezTo>
                    <a:pt x="135" y="52"/>
                    <a:pt x="137" y="51"/>
                    <a:pt x="138" y="49"/>
                  </a:cubicBezTo>
                  <a:cubicBezTo>
                    <a:pt x="140" y="47"/>
                    <a:pt x="141" y="44"/>
                    <a:pt x="141" y="39"/>
                  </a:cubicBezTo>
                  <a:cubicBezTo>
                    <a:pt x="141" y="33"/>
                    <a:pt x="140" y="28"/>
                    <a:pt x="137" y="25"/>
                  </a:cubicBezTo>
                  <a:cubicBezTo>
                    <a:pt x="135" y="22"/>
                    <a:pt x="133" y="21"/>
                    <a:pt x="130" y="21"/>
                  </a:cubicBezTo>
                  <a:close/>
                  <a:moveTo>
                    <a:pt x="167" y="1"/>
                  </a:moveTo>
                  <a:cubicBezTo>
                    <a:pt x="167" y="46"/>
                    <a:pt x="167" y="46"/>
                    <a:pt x="167" y="46"/>
                  </a:cubicBezTo>
                  <a:cubicBezTo>
                    <a:pt x="167" y="48"/>
                    <a:pt x="167" y="50"/>
                    <a:pt x="168" y="50"/>
                  </a:cubicBezTo>
                  <a:cubicBezTo>
                    <a:pt x="168" y="51"/>
                    <a:pt x="168" y="52"/>
                    <a:pt x="169" y="52"/>
                  </a:cubicBezTo>
                  <a:cubicBezTo>
                    <a:pt x="170" y="52"/>
                    <a:pt x="170" y="52"/>
                    <a:pt x="172" y="52"/>
                  </a:cubicBezTo>
                  <a:cubicBezTo>
                    <a:pt x="172" y="54"/>
                    <a:pt x="172" y="54"/>
                    <a:pt x="172" y="54"/>
                  </a:cubicBezTo>
                  <a:cubicBezTo>
                    <a:pt x="156" y="54"/>
                    <a:pt x="156" y="54"/>
                    <a:pt x="156" y="54"/>
                  </a:cubicBezTo>
                  <a:cubicBezTo>
                    <a:pt x="156" y="52"/>
                    <a:pt x="156" y="52"/>
                    <a:pt x="156" y="52"/>
                  </a:cubicBezTo>
                  <a:cubicBezTo>
                    <a:pt x="158" y="52"/>
                    <a:pt x="159" y="52"/>
                    <a:pt x="160" y="52"/>
                  </a:cubicBezTo>
                  <a:cubicBezTo>
                    <a:pt x="160" y="52"/>
                    <a:pt x="160" y="51"/>
                    <a:pt x="161" y="50"/>
                  </a:cubicBezTo>
                  <a:cubicBezTo>
                    <a:pt x="161" y="50"/>
                    <a:pt x="161" y="48"/>
                    <a:pt x="161" y="46"/>
                  </a:cubicBezTo>
                  <a:cubicBezTo>
                    <a:pt x="161" y="15"/>
                    <a:pt x="161" y="15"/>
                    <a:pt x="161" y="15"/>
                  </a:cubicBezTo>
                  <a:cubicBezTo>
                    <a:pt x="161" y="11"/>
                    <a:pt x="161" y="9"/>
                    <a:pt x="161" y="8"/>
                  </a:cubicBezTo>
                  <a:cubicBezTo>
                    <a:pt x="161" y="7"/>
                    <a:pt x="160" y="6"/>
                    <a:pt x="160" y="6"/>
                  </a:cubicBezTo>
                  <a:cubicBezTo>
                    <a:pt x="160" y="6"/>
                    <a:pt x="159" y="6"/>
                    <a:pt x="158" y="6"/>
                  </a:cubicBezTo>
                  <a:cubicBezTo>
                    <a:pt x="158" y="6"/>
                    <a:pt x="157" y="6"/>
                    <a:pt x="156" y="6"/>
                  </a:cubicBezTo>
                  <a:cubicBezTo>
                    <a:pt x="155" y="5"/>
                    <a:pt x="155" y="5"/>
                    <a:pt x="155" y="5"/>
                  </a:cubicBezTo>
                  <a:cubicBezTo>
                    <a:pt x="165" y="1"/>
                    <a:pt x="165" y="1"/>
                    <a:pt x="165" y="1"/>
                  </a:cubicBezTo>
                  <a:cubicBezTo>
                    <a:pt x="167" y="1"/>
                    <a:pt x="167" y="1"/>
                    <a:pt x="167" y="1"/>
                  </a:cubicBezTo>
                  <a:cubicBezTo>
                    <a:pt x="167" y="1"/>
                    <a:pt x="167" y="1"/>
                    <a:pt x="167" y="1"/>
                  </a:cubicBezTo>
                  <a:close/>
                  <a:moveTo>
                    <a:pt x="196" y="19"/>
                  </a:moveTo>
                  <a:cubicBezTo>
                    <a:pt x="201" y="19"/>
                    <a:pt x="205" y="21"/>
                    <a:pt x="208" y="25"/>
                  </a:cubicBezTo>
                  <a:cubicBezTo>
                    <a:pt x="210" y="28"/>
                    <a:pt x="212" y="32"/>
                    <a:pt x="212" y="36"/>
                  </a:cubicBezTo>
                  <a:cubicBezTo>
                    <a:pt x="212" y="40"/>
                    <a:pt x="211" y="42"/>
                    <a:pt x="210" y="46"/>
                  </a:cubicBezTo>
                  <a:cubicBezTo>
                    <a:pt x="209" y="49"/>
                    <a:pt x="207" y="51"/>
                    <a:pt x="204" y="53"/>
                  </a:cubicBezTo>
                  <a:cubicBezTo>
                    <a:pt x="202" y="54"/>
                    <a:pt x="199" y="55"/>
                    <a:pt x="196" y="55"/>
                  </a:cubicBezTo>
                  <a:cubicBezTo>
                    <a:pt x="191" y="55"/>
                    <a:pt x="187" y="53"/>
                    <a:pt x="184" y="49"/>
                  </a:cubicBezTo>
                  <a:cubicBezTo>
                    <a:pt x="182" y="46"/>
                    <a:pt x="181" y="42"/>
                    <a:pt x="181" y="38"/>
                  </a:cubicBezTo>
                  <a:cubicBezTo>
                    <a:pt x="181" y="34"/>
                    <a:pt x="182" y="31"/>
                    <a:pt x="183" y="28"/>
                  </a:cubicBezTo>
                  <a:cubicBezTo>
                    <a:pt x="185" y="26"/>
                    <a:pt x="187" y="23"/>
                    <a:pt x="189" y="22"/>
                  </a:cubicBezTo>
                  <a:cubicBezTo>
                    <a:pt x="190" y="20"/>
                    <a:pt x="193" y="19"/>
                    <a:pt x="196" y="19"/>
                  </a:cubicBezTo>
                  <a:close/>
                  <a:moveTo>
                    <a:pt x="195" y="21"/>
                  </a:moveTo>
                  <a:cubicBezTo>
                    <a:pt x="194" y="21"/>
                    <a:pt x="192" y="22"/>
                    <a:pt x="191" y="22"/>
                  </a:cubicBezTo>
                  <a:cubicBezTo>
                    <a:pt x="190" y="23"/>
                    <a:pt x="188" y="24"/>
                    <a:pt x="188" y="26"/>
                  </a:cubicBezTo>
                  <a:cubicBezTo>
                    <a:pt x="187" y="28"/>
                    <a:pt x="186" y="31"/>
                    <a:pt x="186" y="34"/>
                  </a:cubicBezTo>
                  <a:cubicBezTo>
                    <a:pt x="186" y="39"/>
                    <a:pt x="187" y="43"/>
                    <a:pt x="189" y="47"/>
                  </a:cubicBezTo>
                  <a:cubicBezTo>
                    <a:pt x="191" y="50"/>
                    <a:pt x="194" y="52"/>
                    <a:pt x="197" y="52"/>
                  </a:cubicBezTo>
                  <a:cubicBezTo>
                    <a:pt x="199" y="52"/>
                    <a:pt x="201" y="51"/>
                    <a:pt x="202" y="49"/>
                  </a:cubicBezTo>
                  <a:cubicBezTo>
                    <a:pt x="204" y="47"/>
                    <a:pt x="205" y="44"/>
                    <a:pt x="205" y="39"/>
                  </a:cubicBezTo>
                  <a:cubicBezTo>
                    <a:pt x="205" y="33"/>
                    <a:pt x="204" y="28"/>
                    <a:pt x="201" y="25"/>
                  </a:cubicBezTo>
                  <a:cubicBezTo>
                    <a:pt x="200" y="22"/>
                    <a:pt x="197" y="21"/>
                    <a:pt x="195" y="21"/>
                  </a:cubicBezTo>
                  <a:close/>
                  <a:moveTo>
                    <a:pt x="229" y="41"/>
                  </a:moveTo>
                  <a:cubicBezTo>
                    <a:pt x="227" y="40"/>
                    <a:pt x="225" y="39"/>
                    <a:pt x="224" y="37"/>
                  </a:cubicBezTo>
                  <a:cubicBezTo>
                    <a:pt x="223" y="35"/>
                    <a:pt x="222" y="33"/>
                    <a:pt x="222" y="31"/>
                  </a:cubicBezTo>
                  <a:cubicBezTo>
                    <a:pt x="222" y="28"/>
                    <a:pt x="224" y="24"/>
                    <a:pt x="226" y="22"/>
                  </a:cubicBezTo>
                  <a:cubicBezTo>
                    <a:pt x="228" y="20"/>
                    <a:pt x="232" y="18"/>
                    <a:pt x="235" y="18"/>
                  </a:cubicBezTo>
                  <a:cubicBezTo>
                    <a:pt x="238" y="18"/>
                    <a:pt x="241" y="19"/>
                    <a:pt x="243" y="21"/>
                  </a:cubicBezTo>
                  <a:cubicBezTo>
                    <a:pt x="250" y="21"/>
                    <a:pt x="250" y="21"/>
                    <a:pt x="250" y="21"/>
                  </a:cubicBezTo>
                  <a:cubicBezTo>
                    <a:pt x="251" y="21"/>
                    <a:pt x="252" y="21"/>
                    <a:pt x="252" y="21"/>
                  </a:cubicBezTo>
                  <a:cubicBezTo>
                    <a:pt x="252" y="21"/>
                    <a:pt x="252" y="21"/>
                    <a:pt x="252" y="21"/>
                  </a:cubicBezTo>
                  <a:cubicBezTo>
                    <a:pt x="252" y="22"/>
                    <a:pt x="252" y="22"/>
                    <a:pt x="252" y="22"/>
                  </a:cubicBezTo>
                  <a:cubicBezTo>
                    <a:pt x="252" y="23"/>
                    <a:pt x="252" y="24"/>
                    <a:pt x="252" y="24"/>
                  </a:cubicBezTo>
                  <a:cubicBezTo>
                    <a:pt x="252" y="24"/>
                    <a:pt x="252" y="24"/>
                    <a:pt x="252" y="24"/>
                  </a:cubicBezTo>
                  <a:cubicBezTo>
                    <a:pt x="252" y="24"/>
                    <a:pt x="251" y="24"/>
                    <a:pt x="250" y="24"/>
                  </a:cubicBezTo>
                  <a:cubicBezTo>
                    <a:pt x="246" y="24"/>
                    <a:pt x="246" y="24"/>
                    <a:pt x="246" y="24"/>
                  </a:cubicBezTo>
                  <a:cubicBezTo>
                    <a:pt x="247" y="26"/>
                    <a:pt x="248" y="28"/>
                    <a:pt x="248" y="31"/>
                  </a:cubicBezTo>
                  <a:cubicBezTo>
                    <a:pt x="248" y="34"/>
                    <a:pt x="246" y="37"/>
                    <a:pt x="244" y="39"/>
                  </a:cubicBezTo>
                  <a:cubicBezTo>
                    <a:pt x="242" y="41"/>
                    <a:pt x="238" y="42"/>
                    <a:pt x="235" y="42"/>
                  </a:cubicBezTo>
                  <a:cubicBezTo>
                    <a:pt x="233" y="42"/>
                    <a:pt x="232" y="42"/>
                    <a:pt x="230" y="41"/>
                  </a:cubicBezTo>
                  <a:cubicBezTo>
                    <a:pt x="229" y="42"/>
                    <a:pt x="228" y="43"/>
                    <a:pt x="228" y="44"/>
                  </a:cubicBezTo>
                  <a:cubicBezTo>
                    <a:pt x="228" y="44"/>
                    <a:pt x="228" y="45"/>
                    <a:pt x="228" y="45"/>
                  </a:cubicBezTo>
                  <a:cubicBezTo>
                    <a:pt x="228" y="46"/>
                    <a:pt x="228" y="46"/>
                    <a:pt x="228" y="46"/>
                  </a:cubicBezTo>
                  <a:cubicBezTo>
                    <a:pt x="228" y="47"/>
                    <a:pt x="229" y="47"/>
                    <a:pt x="230" y="47"/>
                  </a:cubicBezTo>
                  <a:cubicBezTo>
                    <a:pt x="231" y="47"/>
                    <a:pt x="233" y="47"/>
                    <a:pt x="236" y="48"/>
                  </a:cubicBezTo>
                  <a:cubicBezTo>
                    <a:pt x="240" y="48"/>
                    <a:pt x="244" y="48"/>
                    <a:pt x="245" y="48"/>
                  </a:cubicBezTo>
                  <a:cubicBezTo>
                    <a:pt x="248" y="48"/>
                    <a:pt x="249" y="49"/>
                    <a:pt x="250" y="50"/>
                  </a:cubicBezTo>
                  <a:cubicBezTo>
                    <a:pt x="252" y="52"/>
                    <a:pt x="252" y="54"/>
                    <a:pt x="252" y="56"/>
                  </a:cubicBezTo>
                  <a:cubicBezTo>
                    <a:pt x="252" y="58"/>
                    <a:pt x="251" y="61"/>
                    <a:pt x="249" y="64"/>
                  </a:cubicBezTo>
                  <a:cubicBezTo>
                    <a:pt x="245" y="67"/>
                    <a:pt x="240" y="69"/>
                    <a:pt x="234" y="69"/>
                  </a:cubicBezTo>
                  <a:cubicBezTo>
                    <a:pt x="230" y="69"/>
                    <a:pt x="226" y="68"/>
                    <a:pt x="223" y="66"/>
                  </a:cubicBezTo>
                  <a:cubicBezTo>
                    <a:pt x="221" y="65"/>
                    <a:pt x="220" y="64"/>
                    <a:pt x="220" y="62"/>
                  </a:cubicBezTo>
                  <a:cubicBezTo>
                    <a:pt x="220" y="62"/>
                    <a:pt x="220" y="61"/>
                    <a:pt x="220" y="60"/>
                  </a:cubicBezTo>
                  <a:cubicBezTo>
                    <a:pt x="221" y="60"/>
                    <a:pt x="222" y="58"/>
                    <a:pt x="223" y="56"/>
                  </a:cubicBezTo>
                  <a:cubicBezTo>
                    <a:pt x="223" y="56"/>
                    <a:pt x="224" y="55"/>
                    <a:pt x="226" y="52"/>
                  </a:cubicBezTo>
                  <a:cubicBezTo>
                    <a:pt x="225" y="52"/>
                    <a:pt x="224" y="51"/>
                    <a:pt x="224" y="50"/>
                  </a:cubicBezTo>
                  <a:cubicBezTo>
                    <a:pt x="223" y="50"/>
                    <a:pt x="223" y="49"/>
                    <a:pt x="223" y="48"/>
                  </a:cubicBezTo>
                  <a:cubicBezTo>
                    <a:pt x="223" y="48"/>
                    <a:pt x="223" y="46"/>
                    <a:pt x="224" y="45"/>
                  </a:cubicBezTo>
                  <a:cubicBezTo>
                    <a:pt x="225" y="45"/>
                    <a:pt x="226" y="44"/>
                    <a:pt x="229" y="41"/>
                  </a:cubicBezTo>
                  <a:close/>
                  <a:moveTo>
                    <a:pt x="235" y="20"/>
                  </a:moveTo>
                  <a:cubicBezTo>
                    <a:pt x="233" y="20"/>
                    <a:pt x="232" y="21"/>
                    <a:pt x="230" y="22"/>
                  </a:cubicBezTo>
                  <a:cubicBezTo>
                    <a:pt x="229" y="24"/>
                    <a:pt x="229" y="26"/>
                    <a:pt x="229" y="29"/>
                  </a:cubicBezTo>
                  <a:cubicBezTo>
                    <a:pt x="229" y="33"/>
                    <a:pt x="230" y="36"/>
                    <a:pt x="231" y="38"/>
                  </a:cubicBezTo>
                  <a:cubicBezTo>
                    <a:pt x="232" y="40"/>
                    <a:pt x="234" y="41"/>
                    <a:pt x="236" y="41"/>
                  </a:cubicBezTo>
                  <a:cubicBezTo>
                    <a:pt x="238" y="41"/>
                    <a:pt x="239" y="40"/>
                    <a:pt x="240" y="39"/>
                  </a:cubicBezTo>
                  <a:cubicBezTo>
                    <a:pt x="242" y="37"/>
                    <a:pt x="242" y="35"/>
                    <a:pt x="242" y="32"/>
                  </a:cubicBezTo>
                  <a:cubicBezTo>
                    <a:pt x="242" y="28"/>
                    <a:pt x="241" y="25"/>
                    <a:pt x="240" y="23"/>
                  </a:cubicBezTo>
                  <a:cubicBezTo>
                    <a:pt x="238" y="21"/>
                    <a:pt x="237" y="20"/>
                    <a:pt x="235" y="20"/>
                  </a:cubicBezTo>
                  <a:close/>
                  <a:moveTo>
                    <a:pt x="228" y="54"/>
                  </a:moveTo>
                  <a:cubicBezTo>
                    <a:pt x="227" y="55"/>
                    <a:pt x="226" y="56"/>
                    <a:pt x="226" y="57"/>
                  </a:cubicBezTo>
                  <a:cubicBezTo>
                    <a:pt x="226" y="58"/>
                    <a:pt x="225" y="59"/>
                    <a:pt x="225" y="60"/>
                  </a:cubicBezTo>
                  <a:cubicBezTo>
                    <a:pt x="225" y="62"/>
                    <a:pt x="226" y="63"/>
                    <a:pt x="227" y="64"/>
                  </a:cubicBezTo>
                  <a:cubicBezTo>
                    <a:pt x="230" y="65"/>
                    <a:pt x="233" y="66"/>
                    <a:pt x="238" y="66"/>
                  </a:cubicBezTo>
                  <a:cubicBezTo>
                    <a:pt x="242" y="66"/>
                    <a:pt x="245" y="65"/>
                    <a:pt x="247" y="64"/>
                  </a:cubicBezTo>
                  <a:cubicBezTo>
                    <a:pt x="249" y="62"/>
                    <a:pt x="250" y="60"/>
                    <a:pt x="250" y="58"/>
                  </a:cubicBezTo>
                  <a:cubicBezTo>
                    <a:pt x="250" y="57"/>
                    <a:pt x="250" y="56"/>
                    <a:pt x="248" y="56"/>
                  </a:cubicBezTo>
                  <a:cubicBezTo>
                    <a:pt x="247" y="55"/>
                    <a:pt x="245" y="55"/>
                    <a:pt x="241" y="55"/>
                  </a:cubicBezTo>
                  <a:cubicBezTo>
                    <a:pt x="236" y="54"/>
                    <a:pt x="231" y="54"/>
                    <a:pt x="228" y="54"/>
                  </a:cubicBezTo>
                  <a:close/>
                  <a:moveTo>
                    <a:pt x="258" y="20"/>
                  </a:moveTo>
                  <a:cubicBezTo>
                    <a:pt x="274" y="20"/>
                    <a:pt x="274" y="20"/>
                    <a:pt x="274" y="20"/>
                  </a:cubicBezTo>
                  <a:cubicBezTo>
                    <a:pt x="274" y="21"/>
                    <a:pt x="274" y="21"/>
                    <a:pt x="274" y="21"/>
                  </a:cubicBezTo>
                  <a:cubicBezTo>
                    <a:pt x="273" y="21"/>
                    <a:pt x="273" y="21"/>
                    <a:pt x="273" y="21"/>
                  </a:cubicBezTo>
                  <a:cubicBezTo>
                    <a:pt x="272" y="21"/>
                    <a:pt x="271" y="21"/>
                    <a:pt x="270" y="22"/>
                  </a:cubicBezTo>
                  <a:cubicBezTo>
                    <a:pt x="270" y="22"/>
                    <a:pt x="270" y="23"/>
                    <a:pt x="270" y="23"/>
                  </a:cubicBezTo>
                  <a:cubicBezTo>
                    <a:pt x="270" y="24"/>
                    <a:pt x="270" y="26"/>
                    <a:pt x="271" y="27"/>
                  </a:cubicBezTo>
                  <a:cubicBezTo>
                    <a:pt x="279" y="44"/>
                    <a:pt x="279" y="44"/>
                    <a:pt x="279" y="44"/>
                  </a:cubicBezTo>
                  <a:cubicBezTo>
                    <a:pt x="286" y="26"/>
                    <a:pt x="286" y="26"/>
                    <a:pt x="286" y="26"/>
                  </a:cubicBezTo>
                  <a:cubicBezTo>
                    <a:pt x="286" y="24"/>
                    <a:pt x="287" y="24"/>
                    <a:pt x="287" y="22"/>
                  </a:cubicBezTo>
                  <a:cubicBezTo>
                    <a:pt x="287" y="22"/>
                    <a:pt x="287" y="22"/>
                    <a:pt x="286" y="21"/>
                  </a:cubicBezTo>
                  <a:cubicBezTo>
                    <a:pt x="286" y="21"/>
                    <a:pt x="286" y="21"/>
                    <a:pt x="286" y="20"/>
                  </a:cubicBezTo>
                  <a:cubicBezTo>
                    <a:pt x="285" y="20"/>
                    <a:pt x="284" y="20"/>
                    <a:pt x="284" y="20"/>
                  </a:cubicBezTo>
                  <a:cubicBezTo>
                    <a:pt x="284" y="19"/>
                    <a:pt x="284" y="19"/>
                    <a:pt x="284" y="19"/>
                  </a:cubicBezTo>
                  <a:cubicBezTo>
                    <a:pt x="294" y="19"/>
                    <a:pt x="294" y="19"/>
                    <a:pt x="294" y="19"/>
                  </a:cubicBezTo>
                  <a:cubicBezTo>
                    <a:pt x="294" y="20"/>
                    <a:pt x="294" y="20"/>
                    <a:pt x="294" y="20"/>
                  </a:cubicBezTo>
                  <a:cubicBezTo>
                    <a:pt x="294" y="20"/>
                    <a:pt x="293" y="20"/>
                    <a:pt x="292" y="20"/>
                  </a:cubicBezTo>
                  <a:cubicBezTo>
                    <a:pt x="292" y="21"/>
                    <a:pt x="292" y="21"/>
                    <a:pt x="291" y="22"/>
                  </a:cubicBezTo>
                  <a:cubicBezTo>
                    <a:pt x="290" y="22"/>
                    <a:pt x="290" y="23"/>
                    <a:pt x="290" y="25"/>
                  </a:cubicBezTo>
                  <a:cubicBezTo>
                    <a:pt x="276" y="59"/>
                    <a:pt x="276" y="59"/>
                    <a:pt x="276" y="59"/>
                  </a:cubicBezTo>
                  <a:cubicBezTo>
                    <a:pt x="275" y="62"/>
                    <a:pt x="274" y="64"/>
                    <a:pt x="271" y="66"/>
                  </a:cubicBezTo>
                  <a:cubicBezTo>
                    <a:pt x="269" y="68"/>
                    <a:pt x="267" y="69"/>
                    <a:pt x="265" y="69"/>
                  </a:cubicBezTo>
                  <a:cubicBezTo>
                    <a:pt x="264" y="69"/>
                    <a:pt x="263" y="68"/>
                    <a:pt x="262" y="68"/>
                  </a:cubicBezTo>
                  <a:cubicBezTo>
                    <a:pt x="261" y="67"/>
                    <a:pt x="260" y="66"/>
                    <a:pt x="260" y="65"/>
                  </a:cubicBezTo>
                  <a:cubicBezTo>
                    <a:pt x="260" y="64"/>
                    <a:pt x="261" y="63"/>
                    <a:pt x="261" y="62"/>
                  </a:cubicBezTo>
                  <a:cubicBezTo>
                    <a:pt x="262" y="62"/>
                    <a:pt x="263" y="62"/>
                    <a:pt x="264" y="62"/>
                  </a:cubicBezTo>
                  <a:cubicBezTo>
                    <a:pt x="265" y="62"/>
                    <a:pt x="266" y="62"/>
                    <a:pt x="267" y="62"/>
                  </a:cubicBezTo>
                  <a:cubicBezTo>
                    <a:pt x="268" y="63"/>
                    <a:pt x="269" y="63"/>
                    <a:pt x="269" y="63"/>
                  </a:cubicBezTo>
                  <a:cubicBezTo>
                    <a:pt x="270" y="63"/>
                    <a:pt x="270" y="62"/>
                    <a:pt x="271" y="62"/>
                  </a:cubicBezTo>
                  <a:cubicBezTo>
                    <a:pt x="272" y="61"/>
                    <a:pt x="273" y="59"/>
                    <a:pt x="274" y="57"/>
                  </a:cubicBezTo>
                  <a:cubicBezTo>
                    <a:pt x="276" y="51"/>
                    <a:pt x="276" y="51"/>
                    <a:pt x="276" y="51"/>
                  </a:cubicBezTo>
                  <a:cubicBezTo>
                    <a:pt x="264" y="26"/>
                    <a:pt x="264" y="26"/>
                    <a:pt x="264" y="26"/>
                  </a:cubicBezTo>
                  <a:cubicBezTo>
                    <a:pt x="264" y="25"/>
                    <a:pt x="264" y="24"/>
                    <a:pt x="263" y="23"/>
                  </a:cubicBezTo>
                  <a:cubicBezTo>
                    <a:pt x="262" y="22"/>
                    <a:pt x="262" y="21"/>
                    <a:pt x="261" y="21"/>
                  </a:cubicBezTo>
                  <a:cubicBezTo>
                    <a:pt x="261" y="21"/>
                    <a:pt x="260" y="20"/>
                    <a:pt x="258" y="20"/>
                  </a:cubicBezTo>
                  <a:cubicBezTo>
                    <a:pt x="258" y="20"/>
                    <a:pt x="258" y="20"/>
                    <a:pt x="258" y="20"/>
                  </a:cubicBezTo>
                  <a:close/>
                  <a:moveTo>
                    <a:pt x="331" y="19"/>
                  </a:moveTo>
                  <a:cubicBezTo>
                    <a:pt x="336" y="19"/>
                    <a:pt x="340" y="21"/>
                    <a:pt x="343" y="25"/>
                  </a:cubicBezTo>
                  <a:cubicBezTo>
                    <a:pt x="346" y="28"/>
                    <a:pt x="347" y="32"/>
                    <a:pt x="347" y="36"/>
                  </a:cubicBezTo>
                  <a:cubicBezTo>
                    <a:pt x="347" y="40"/>
                    <a:pt x="346" y="42"/>
                    <a:pt x="345" y="46"/>
                  </a:cubicBezTo>
                  <a:cubicBezTo>
                    <a:pt x="344" y="49"/>
                    <a:pt x="342" y="51"/>
                    <a:pt x="339" y="53"/>
                  </a:cubicBezTo>
                  <a:cubicBezTo>
                    <a:pt x="336" y="54"/>
                    <a:pt x="334" y="55"/>
                    <a:pt x="331" y="55"/>
                  </a:cubicBezTo>
                  <a:cubicBezTo>
                    <a:pt x="326" y="55"/>
                    <a:pt x="322" y="53"/>
                    <a:pt x="319" y="49"/>
                  </a:cubicBezTo>
                  <a:cubicBezTo>
                    <a:pt x="317" y="46"/>
                    <a:pt x="316" y="42"/>
                    <a:pt x="316" y="38"/>
                  </a:cubicBezTo>
                  <a:cubicBezTo>
                    <a:pt x="316" y="34"/>
                    <a:pt x="316" y="31"/>
                    <a:pt x="318" y="28"/>
                  </a:cubicBezTo>
                  <a:cubicBezTo>
                    <a:pt x="320" y="26"/>
                    <a:pt x="322" y="23"/>
                    <a:pt x="324" y="22"/>
                  </a:cubicBezTo>
                  <a:cubicBezTo>
                    <a:pt x="326" y="20"/>
                    <a:pt x="328" y="19"/>
                    <a:pt x="331" y="19"/>
                  </a:cubicBezTo>
                  <a:close/>
                  <a:moveTo>
                    <a:pt x="330" y="21"/>
                  </a:moveTo>
                  <a:cubicBezTo>
                    <a:pt x="329" y="21"/>
                    <a:pt x="328" y="22"/>
                    <a:pt x="326" y="22"/>
                  </a:cubicBezTo>
                  <a:cubicBezTo>
                    <a:pt x="325" y="23"/>
                    <a:pt x="324" y="24"/>
                    <a:pt x="323" y="26"/>
                  </a:cubicBezTo>
                  <a:cubicBezTo>
                    <a:pt x="322" y="28"/>
                    <a:pt x="322" y="31"/>
                    <a:pt x="322" y="34"/>
                  </a:cubicBezTo>
                  <a:cubicBezTo>
                    <a:pt x="322" y="39"/>
                    <a:pt x="323" y="43"/>
                    <a:pt x="325" y="47"/>
                  </a:cubicBezTo>
                  <a:cubicBezTo>
                    <a:pt x="327" y="50"/>
                    <a:pt x="329" y="52"/>
                    <a:pt x="332" y="52"/>
                  </a:cubicBezTo>
                  <a:cubicBezTo>
                    <a:pt x="335" y="52"/>
                    <a:pt x="337" y="51"/>
                    <a:pt x="338" y="49"/>
                  </a:cubicBezTo>
                  <a:cubicBezTo>
                    <a:pt x="340" y="47"/>
                    <a:pt x="340" y="44"/>
                    <a:pt x="340" y="39"/>
                  </a:cubicBezTo>
                  <a:cubicBezTo>
                    <a:pt x="340" y="33"/>
                    <a:pt x="339" y="28"/>
                    <a:pt x="337" y="25"/>
                  </a:cubicBezTo>
                  <a:cubicBezTo>
                    <a:pt x="335" y="22"/>
                    <a:pt x="332" y="21"/>
                    <a:pt x="330" y="21"/>
                  </a:cubicBezTo>
                  <a:close/>
                  <a:moveTo>
                    <a:pt x="368" y="22"/>
                  </a:moveTo>
                  <a:cubicBezTo>
                    <a:pt x="368" y="45"/>
                    <a:pt x="368" y="45"/>
                    <a:pt x="368" y="45"/>
                  </a:cubicBezTo>
                  <a:cubicBezTo>
                    <a:pt x="368" y="48"/>
                    <a:pt x="368" y="50"/>
                    <a:pt x="369" y="51"/>
                  </a:cubicBezTo>
                  <a:cubicBezTo>
                    <a:pt x="370" y="52"/>
                    <a:pt x="371" y="52"/>
                    <a:pt x="373" y="52"/>
                  </a:cubicBezTo>
                  <a:cubicBezTo>
                    <a:pt x="376" y="52"/>
                    <a:pt x="376" y="52"/>
                    <a:pt x="376" y="52"/>
                  </a:cubicBezTo>
                  <a:cubicBezTo>
                    <a:pt x="376" y="54"/>
                    <a:pt x="376" y="54"/>
                    <a:pt x="376" y="54"/>
                  </a:cubicBezTo>
                  <a:cubicBezTo>
                    <a:pt x="356" y="54"/>
                    <a:pt x="356" y="54"/>
                    <a:pt x="356" y="54"/>
                  </a:cubicBezTo>
                  <a:cubicBezTo>
                    <a:pt x="356" y="52"/>
                    <a:pt x="356" y="52"/>
                    <a:pt x="356" y="52"/>
                  </a:cubicBezTo>
                  <a:cubicBezTo>
                    <a:pt x="358" y="52"/>
                    <a:pt x="358" y="52"/>
                    <a:pt x="358" y="52"/>
                  </a:cubicBezTo>
                  <a:cubicBezTo>
                    <a:pt x="358" y="52"/>
                    <a:pt x="360" y="52"/>
                    <a:pt x="360" y="52"/>
                  </a:cubicBezTo>
                  <a:cubicBezTo>
                    <a:pt x="361" y="51"/>
                    <a:pt x="362" y="50"/>
                    <a:pt x="362" y="50"/>
                  </a:cubicBezTo>
                  <a:cubicBezTo>
                    <a:pt x="362" y="49"/>
                    <a:pt x="362" y="47"/>
                    <a:pt x="362" y="45"/>
                  </a:cubicBezTo>
                  <a:cubicBezTo>
                    <a:pt x="362" y="22"/>
                    <a:pt x="362" y="22"/>
                    <a:pt x="362" y="22"/>
                  </a:cubicBezTo>
                  <a:cubicBezTo>
                    <a:pt x="356" y="22"/>
                    <a:pt x="356" y="22"/>
                    <a:pt x="356" y="22"/>
                  </a:cubicBezTo>
                  <a:cubicBezTo>
                    <a:pt x="356" y="20"/>
                    <a:pt x="356" y="20"/>
                    <a:pt x="356" y="20"/>
                  </a:cubicBezTo>
                  <a:cubicBezTo>
                    <a:pt x="362" y="20"/>
                    <a:pt x="362" y="20"/>
                    <a:pt x="362" y="20"/>
                  </a:cubicBezTo>
                  <a:cubicBezTo>
                    <a:pt x="362" y="17"/>
                    <a:pt x="362" y="17"/>
                    <a:pt x="362" y="17"/>
                  </a:cubicBezTo>
                  <a:cubicBezTo>
                    <a:pt x="362" y="14"/>
                    <a:pt x="363" y="11"/>
                    <a:pt x="364" y="8"/>
                  </a:cubicBezTo>
                  <a:cubicBezTo>
                    <a:pt x="365" y="6"/>
                    <a:pt x="367" y="4"/>
                    <a:pt x="369" y="3"/>
                  </a:cubicBezTo>
                  <a:cubicBezTo>
                    <a:pt x="371" y="2"/>
                    <a:pt x="373" y="1"/>
                    <a:pt x="376" y="1"/>
                  </a:cubicBezTo>
                  <a:cubicBezTo>
                    <a:pt x="378" y="1"/>
                    <a:pt x="381" y="2"/>
                    <a:pt x="383" y="3"/>
                  </a:cubicBezTo>
                  <a:cubicBezTo>
                    <a:pt x="384" y="4"/>
                    <a:pt x="385" y="6"/>
                    <a:pt x="385" y="7"/>
                  </a:cubicBezTo>
                  <a:cubicBezTo>
                    <a:pt x="385" y="8"/>
                    <a:pt x="384" y="8"/>
                    <a:pt x="384" y="9"/>
                  </a:cubicBezTo>
                  <a:cubicBezTo>
                    <a:pt x="383" y="10"/>
                    <a:pt x="383" y="10"/>
                    <a:pt x="382" y="10"/>
                  </a:cubicBezTo>
                  <a:cubicBezTo>
                    <a:pt x="382" y="10"/>
                    <a:pt x="381" y="9"/>
                    <a:pt x="380" y="9"/>
                  </a:cubicBezTo>
                  <a:cubicBezTo>
                    <a:pt x="380" y="8"/>
                    <a:pt x="379" y="8"/>
                    <a:pt x="378" y="6"/>
                  </a:cubicBezTo>
                  <a:cubicBezTo>
                    <a:pt x="377" y="5"/>
                    <a:pt x="376" y="4"/>
                    <a:pt x="376" y="3"/>
                  </a:cubicBezTo>
                  <a:cubicBezTo>
                    <a:pt x="375" y="3"/>
                    <a:pt x="374" y="2"/>
                    <a:pt x="373" y="2"/>
                  </a:cubicBezTo>
                  <a:cubicBezTo>
                    <a:pt x="372" y="2"/>
                    <a:pt x="371" y="3"/>
                    <a:pt x="370" y="3"/>
                  </a:cubicBezTo>
                  <a:cubicBezTo>
                    <a:pt x="370" y="4"/>
                    <a:pt x="369" y="5"/>
                    <a:pt x="369" y="6"/>
                  </a:cubicBezTo>
                  <a:cubicBezTo>
                    <a:pt x="368" y="7"/>
                    <a:pt x="368" y="10"/>
                    <a:pt x="368" y="16"/>
                  </a:cubicBezTo>
                  <a:cubicBezTo>
                    <a:pt x="368" y="18"/>
                    <a:pt x="368" y="18"/>
                    <a:pt x="368" y="18"/>
                  </a:cubicBezTo>
                  <a:cubicBezTo>
                    <a:pt x="377" y="18"/>
                    <a:pt x="377" y="18"/>
                    <a:pt x="377" y="18"/>
                  </a:cubicBezTo>
                  <a:cubicBezTo>
                    <a:pt x="377" y="22"/>
                    <a:pt x="377" y="22"/>
                    <a:pt x="377" y="22"/>
                  </a:cubicBezTo>
                  <a:cubicBezTo>
                    <a:pt x="368" y="22"/>
                    <a:pt x="368" y="22"/>
                    <a:pt x="368" y="22"/>
                  </a:cubicBezTo>
                  <a:close/>
                  <a:moveTo>
                    <a:pt x="440" y="2"/>
                  </a:moveTo>
                  <a:cubicBezTo>
                    <a:pt x="441" y="20"/>
                    <a:pt x="441" y="20"/>
                    <a:pt x="441" y="20"/>
                  </a:cubicBezTo>
                  <a:cubicBezTo>
                    <a:pt x="440" y="20"/>
                    <a:pt x="440" y="20"/>
                    <a:pt x="440" y="20"/>
                  </a:cubicBezTo>
                  <a:cubicBezTo>
                    <a:pt x="438" y="14"/>
                    <a:pt x="436" y="11"/>
                    <a:pt x="433" y="8"/>
                  </a:cubicBezTo>
                  <a:cubicBezTo>
                    <a:pt x="430" y="6"/>
                    <a:pt x="427" y="5"/>
                    <a:pt x="423" y="5"/>
                  </a:cubicBezTo>
                  <a:cubicBezTo>
                    <a:pt x="420" y="5"/>
                    <a:pt x="417" y="6"/>
                    <a:pt x="414" y="8"/>
                  </a:cubicBezTo>
                  <a:cubicBezTo>
                    <a:pt x="412" y="9"/>
                    <a:pt x="410" y="12"/>
                    <a:pt x="408" y="16"/>
                  </a:cubicBezTo>
                  <a:cubicBezTo>
                    <a:pt x="407" y="19"/>
                    <a:pt x="406" y="24"/>
                    <a:pt x="406" y="30"/>
                  </a:cubicBezTo>
                  <a:cubicBezTo>
                    <a:pt x="406" y="34"/>
                    <a:pt x="407" y="38"/>
                    <a:pt x="408" y="42"/>
                  </a:cubicBezTo>
                  <a:cubicBezTo>
                    <a:pt x="409" y="45"/>
                    <a:pt x="412" y="48"/>
                    <a:pt x="414" y="49"/>
                  </a:cubicBezTo>
                  <a:cubicBezTo>
                    <a:pt x="417" y="51"/>
                    <a:pt x="420" y="52"/>
                    <a:pt x="424" y="52"/>
                  </a:cubicBezTo>
                  <a:cubicBezTo>
                    <a:pt x="427" y="52"/>
                    <a:pt x="430" y="51"/>
                    <a:pt x="432" y="50"/>
                  </a:cubicBezTo>
                  <a:cubicBezTo>
                    <a:pt x="435" y="49"/>
                    <a:pt x="438" y="46"/>
                    <a:pt x="440" y="42"/>
                  </a:cubicBezTo>
                  <a:cubicBezTo>
                    <a:pt x="442" y="42"/>
                    <a:pt x="442" y="42"/>
                    <a:pt x="442" y="42"/>
                  </a:cubicBezTo>
                  <a:cubicBezTo>
                    <a:pt x="439" y="47"/>
                    <a:pt x="436" y="50"/>
                    <a:pt x="433" y="52"/>
                  </a:cubicBezTo>
                  <a:cubicBezTo>
                    <a:pt x="430" y="54"/>
                    <a:pt x="426" y="56"/>
                    <a:pt x="422" y="56"/>
                  </a:cubicBezTo>
                  <a:cubicBezTo>
                    <a:pt x="414" y="56"/>
                    <a:pt x="407" y="52"/>
                    <a:pt x="403" y="46"/>
                  </a:cubicBezTo>
                  <a:cubicBezTo>
                    <a:pt x="400" y="42"/>
                    <a:pt x="398" y="36"/>
                    <a:pt x="398" y="30"/>
                  </a:cubicBezTo>
                  <a:cubicBezTo>
                    <a:pt x="398" y="25"/>
                    <a:pt x="399" y="20"/>
                    <a:pt x="401" y="16"/>
                  </a:cubicBezTo>
                  <a:cubicBezTo>
                    <a:pt x="403" y="12"/>
                    <a:pt x="406" y="8"/>
                    <a:pt x="410" y="6"/>
                  </a:cubicBezTo>
                  <a:cubicBezTo>
                    <a:pt x="414" y="4"/>
                    <a:pt x="418" y="3"/>
                    <a:pt x="422" y="3"/>
                  </a:cubicBezTo>
                  <a:cubicBezTo>
                    <a:pt x="426" y="3"/>
                    <a:pt x="429" y="4"/>
                    <a:pt x="433" y="6"/>
                  </a:cubicBezTo>
                  <a:cubicBezTo>
                    <a:pt x="434" y="6"/>
                    <a:pt x="434" y="6"/>
                    <a:pt x="435" y="6"/>
                  </a:cubicBezTo>
                  <a:cubicBezTo>
                    <a:pt x="436" y="6"/>
                    <a:pt x="436" y="6"/>
                    <a:pt x="436" y="6"/>
                  </a:cubicBezTo>
                  <a:cubicBezTo>
                    <a:pt x="437" y="5"/>
                    <a:pt x="438" y="4"/>
                    <a:pt x="438" y="3"/>
                  </a:cubicBezTo>
                  <a:cubicBezTo>
                    <a:pt x="440" y="2"/>
                    <a:pt x="440" y="2"/>
                    <a:pt x="440" y="2"/>
                  </a:cubicBezTo>
                  <a:close/>
                  <a:moveTo>
                    <a:pt x="460" y="1"/>
                  </a:moveTo>
                  <a:cubicBezTo>
                    <a:pt x="460" y="26"/>
                    <a:pt x="460" y="26"/>
                    <a:pt x="460" y="26"/>
                  </a:cubicBezTo>
                  <a:cubicBezTo>
                    <a:pt x="463" y="22"/>
                    <a:pt x="465" y="21"/>
                    <a:pt x="466" y="20"/>
                  </a:cubicBezTo>
                  <a:cubicBezTo>
                    <a:pt x="468" y="19"/>
                    <a:pt x="470" y="18"/>
                    <a:pt x="471" y="18"/>
                  </a:cubicBezTo>
                  <a:cubicBezTo>
                    <a:pt x="473" y="18"/>
                    <a:pt x="475" y="19"/>
                    <a:pt x="476" y="20"/>
                  </a:cubicBezTo>
                  <a:cubicBezTo>
                    <a:pt x="477" y="21"/>
                    <a:pt x="478" y="23"/>
                    <a:pt x="479" y="25"/>
                  </a:cubicBezTo>
                  <a:cubicBezTo>
                    <a:pt x="479" y="27"/>
                    <a:pt x="480" y="30"/>
                    <a:pt x="480" y="34"/>
                  </a:cubicBezTo>
                  <a:cubicBezTo>
                    <a:pt x="480" y="46"/>
                    <a:pt x="480" y="46"/>
                    <a:pt x="480" y="46"/>
                  </a:cubicBezTo>
                  <a:cubicBezTo>
                    <a:pt x="480" y="48"/>
                    <a:pt x="480" y="50"/>
                    <a:pt x="480" y="50"/>
                  </a:cubicBezTo>
                  <a:cubicBezTo>
                    <a:pt x="480" y="51"/>
                    <a:pt x="481" y="52"/>
                    <a:pt x="481" y="52"/>
                  </a:cubicBezTo>
                  <a:cubicBezTo>
                    <a:pt x="482" y="52"/>
                    <a:pt x="483" y="52"/>
                    <a:pt x="484" y="52"/>
                  </a:cubicBezTo>
                  <a:cubicBezTo>
                    <a:pt x="484" y="54"/>
                    <a:pt x="484" y="54"/>
                    <a:pt x="484" y="54"/>
                  </a:cubicBezTo>
                  <a:cubicBezTo>
                    <a:pt x="468" y="54"/>
                    <a:pt x="468" y="54"/>
                    <a:pt x="468" y="54"/>
                  </a:cubicBezTo>
                  <a:cubicBezTo>
                    <a:pt x="468" y="52"/>
                    <a:pt x="468" y="52"/>
                    <a:pt x="468" y="52"/>
                  </a:cubicBezTo>
                  <a:cubicBezTo>
                    <a:pt x="469" y="52"/>
                    <a:pt x="469" y="52"/>
                    <a:pt x="469" y="52"/>
                  </a:cubicBezTo>
                  <a:cubicBezTo>
                    <a:pt x="471" y="52"/>
                    <a:pt x="472" y="52"/>
                    <a:pt x="472" y="52"/>
                  </a:cubicBezTo>
                  <a:cubicBezTo>
                    <a:pt x="473" y="51"/>
                    <a:pt x="474" y="50"/>
                    <a:pt x="474" y="50"/>
                  </a:cubicBezTo>
                  <a:cubicBezTo>
                    <a:pt x="474" y="49"/>
                    <a:pt x="474" y="48"/>
                    <a:pt x="474" y="46"/>
                  </a:cubicBezTo>
                  <a:cubicBezTo>
                    <a:pt x="474" y="34"/>
                    <a:pt x="474" y="34"/>
                    <a:pt x="474" y="34"/>
                  </a:cubicBezTo>
                  <a:cubicBezTo>
                    <a:pt x="474" y="30"/>
                    <a:pt x="474" y="28"/>
                    <a:pt x="473" y="27"/>
                  </a:cubicBezTo>
                  <a:cubicBezTo>
                    <a:pt x="473" y="26"/>
                    <a:pt x="472" y="25"/>
                    <a:pt x="472" y="24"/>
                  </a:cubicBezTo>
                  <a:cubicBezTo>
                    <a:pt x="471" y="24"/>
                    <a:pt x="470" y="23"/>
                    <a:pt x="469" y="23"/>
                  </a:cubicBezTo>
                  <a:cubicBezTo>
                    <a:pt x="468" y="23"/>
                    <a:pt x="466" y="24"/>
                    <a:pt x="465" y="24"/>
                  </a:cubicBezTo>
                  <a:cubicBezTo>
                    <a:pt x="464" y="25"/>
                    <a:pt x="462" y="26"/>
                    <a:pt x="461" y="28"/>
                  </a:cubicBezTo>
                  <a:cubicBezTo>
                    <a:pt x="461" y="46"/>
                    <a:pt x="461" y="46"/>
                    <a:pt x="461" y="46"/>
                  </a:cubicBezTo>
                  <a:cubicBezTo>
                    <a:pt x="461" y="48"/>
                    <a:pt x="461" y="50"/>
                    <a:pt x="461" y="50"/>
                  </a:cubicBezTo>
                  <a:cubicBezTo>
                    <a:pt x="462" y="51"/>
                    <a:pt x="462" y="52"/>
                    <a:pt x="462" y="52"/>
                  </a:cubicBezTo>
                  <a:cubicBezTo>
                    <a:pt x="463" y="52"/>
                    <a:pt x="464" y="52"/>
                    <a:pt x="466" y="52"/>
                  </a:cubicBezTo>
                  <a:cubicBezTo>
                    <a:pt x="466" y="54"/>
                    <a:pt x="466" y="54"/>
                    <a:pt x="466" y="54"/>
                  </a:cubicBezTo>
                  <a:cubicBezTo>
                    <a:pt x="450" y="54"/>
                    <a:pt x="450" y="54"/>
                    <a:pt x="450" y="54"/>
                  </a:cubicBezTo>
                  <a:cubicBezTo>
                    <a:pt x="450" y="52"/>
                    <a:pt x="450" y="52"/>
                    <a:pt x="450" y="52"/>
                  </a:cubicBezTo>
                  <a:cubicBezTo>
                    <a:pt x="451" y="52"/>
                    <a:pt x="452" y="52"/>
                    <a:pt x="453" y="52"/>
                  </a:cubicBezTo>
                  <a:cubicBezTo>
                    <a:pt x="454" y="51"/>
                    <a:pt x="454" y="51"/>
                    <a:pt x="454" y="50"/>
                  </a:cubicBezTo>
                  <a:cubicBezTo>
                    <a:pt x="455" y="49"/>
                    <a:pt x="455" y="48"/>
                    <a:pt x="455" y="46"/>
                  </a:cubicBezTo>
                  <a:cubicBezTo>
                    <a:pt x="455" y="15"/>
                    <a:pt x="455" y="15"/>
                    <a:pt x="455" y="15"/>
                  </a:cubicBezTo>
                  <a:cubicBezTo>
                    <a:pt x="455" y="11"/>
                    <a:pt x="455" y="8"/>
                    <a:pt x="454" y="8"/>
                  </a:cubicBezTo>
                  <a:cubicBezTo>
                    <a:pt x="454" y="7"/>
                    <a:pt x="454" y="6"/>
                    <a:pt x="454" y="6"/>
                  </a:cubicBezTo>
                  <a:cubicBezTo>
                    <a:pt x="453" y="5"/>
                    <a:pt x="453" y="5"/>
                    <a:pt x="452" y="5"/>
                  </a:cubicBezTo>
                  <a:cubicBezTo>
                    <a:pt x="452" y="5"/>
                    <a:pt x="451" y="5"/>
                    <a:pt x="450" y="6"/>
                  </a:cubicBezTo>
                  <a:cubicBezTo>
                    <a:pt x="449" y="4"/>
                    <a:pt x="449" y="4"/>
                    <a:pt x="449" y="4"/>
                  </a:cubicBezTo>
                  <a:cubicBezTo>
                    <a:pt x="459" y="0"/>
                    <a:pt x="459" y="0"/>
                    <a:pt x="459" y="0"/>
                  </a:cubicBezTo>
                  <a:cubicBezTo>
                    <a:pt x="460" y="1"/>
                    <a:pt x="460" y="1"/>
                    <a:pt x="460" y="1"/>
                  </a:cubicBezTo>
                  <a:close/>
                  <a:moveTo>
                    <a:pt x="499" y="1"/>
                  </a:moveTo>
                  <a:cubicBezTo>
                    <a:pt x="500" y="1"/>
                    <a:pt x="501" y="1"/>
                    <a:pt x="501" y="2"/>
                  </a:cubicBezTo>
                  <a:cubicBezTo>
                    <a:pt x="502" y="3"/>
                    <a:pt x="502" y="4"/>
                    <a:pt x="502" y="5"/>
                  </a:cubicBezTo>
                  <a:cubicBezTo>
                    <a:pt x="502" y="6"/>
                    <a:pt x="502" y="7"/>
                    <a:pt x="501" y="8"/>
                  </a:cubicBezTo>
                  <a:cubicBezTo>
                    <a:pt x="500" y="8"/>
                    <a:pt x="500" y="9"/>
                    <a:pt x="499" y="9"/>
                  </a:cubicBezTo>
                  <a:cubicBezTo>
                    <a:pt x="498" y="9"/>
                    <a:pt x="497" y="8"/>
                    <a:pt x="496" y="8"/>
                  </a:cubicBezTo>
                  <a:cubicBezTo>
                    <a:pt x="496" y="7"/>
                    <a:pt x="495" y="6"/>
                    <a:pt x="495" y="5"/>
                  </a:cubicBezTo>
                  <a:cubicBezTo>
                    <a:pt x="495" y="4"/>
                    <a:pt x="496" y="3"/>
                    <a:pt x="496" y="2"/>
                  </a:cubicBezTo>
                  <a:cubicBezTo>
                    <a:pt x="497" y="1"/>
                    <a:pt x="498" y="1"/>
                    <a:pt x="499" y="1"/>
                  </a:cubicBezTo>
                  <a:close/>
                  <a:moveTo>
                    <a:pt x="502" y="19"/>
                  </a:moveTo>
                  <a:cubicBezTo>
                    <a:pt x="502" y="46"/>
                    <a:pt x="502" y="46"/>
                    <a:pt x="502" y="46"/>
                  </a:cubicBezTo>
                  <a:cubicBezTo>
                    <a:pt x="502" y="48"/>
                    <a:pt x="502" y="50"/>
                    <a:pt x="502" y="50"/>
                  </a:cubicBezTo>
                  <a:cubicBezTo>
                    <a:pt x="503" y="51"/>
                    <a:pt x="503" y="52"/>
                    <a:pt x="504" y="52"/>
                  </a:cubicBezTo>
                  <a:cubicBezTo>
                    <a:pt x="504" y="52"/>
                    <a:pt x="505" y="52"/>
                    <a:pt x="507" y="52"/>
                  </a:cubicBezTo>
                  <a:cubicBezTo>
                    <a:pt x="507" y="54"/>
                    <a:pt x="507" y="54"/>
                    <a:pt x="507" y="54"/>
                  </a:cubicBezTo>
                  <a:cubicBezTo>
                    <a:pt x="491" y="54"/>
                    <a:pt x="491" y="54"/>
                    <a:pt x="491" y="54"/>
                  </a:cubicBezTo>
                  <a:cubicBezTo>
                    <a:pt x="491" y="52"/>
                    <a:pt x="491" y="52"/>
                    <a:pt x="491" y="52"/>
                  </a:cubicBezTo>
                  <a:cubicBezTo>
                    <a:pt x="492" y="52"/>
                    <a:pt x="494" y="52"/>
                    <a:pt x="494" y="52"/>
                  </a:cubicBezTo>
                  <a:cubicBezTo>
                    <a:pt x="494" y="52"/>
                    <a:pt x="495" y="51"/>
                    <a:pt x="495" y="50"/>
                  </a:cubicBezTo>
                  <a:cubicBezTo>
                    <a:pt x="496" y="50"/>
                    <a:pt x="496" y="48"/>
                    <a:pt x="496" y="46"/>
                  </a:cubicBezTo>
                  <a:cubicBezTo>
                    <a:pt x="496" y="33"/>
                    <a:pt x="496" y="33"/>
                    <a:pt x="496" y="33"/>
                  </a:cubicBezTo>
                  <a:cubicBezTo>
                    <a:pt x="496" y="29"/>
                    <a:pt x="496" y="27"/>
                    <a:pt x="495" y="26"/>
                  </a:cubicBezTo>
                  <a:cubicBezTo>
                    <a:pt x="495" y="25"/>
                    <a:pt x="495" y="24"/>
                    <a:pt x="494" y="24"/>
                  </a:cubicBezTo>
                  <a:cubicBezTo>
                    <a:pt x="494" y="24"/>
                    <a:pt x="494" y="24"/>
                    <a:pt x="493" y="24"/>
                  </a:cubicBezTo>
                  <a:cubicBezTo>
                    <a:pt x="492" y="24"/>
                    <a:pt x="491" y="24"/>
                    <a:pt x="490" y="24"/>
                  </a:cubicBezTo>
                  <a:cubicBezTo>
                    <a:pt x="490" y="23"/>
                    <a:pt x="490" y="23"/>
                    <a:pt x="490" y="23"/>
                  </a:cubicBezTo>
                  <a:cubicBezTo>
                    <a:pt x="500" y="19"/>
                    <a:pt x="500" y="19"/>
                    <a:pt x="500" y="19"/>
                  </a:cubicBezTo>
                  <a:cubicBezTo>
                    <a:pt x="502" y="19"/>
                    <a:pt x="502" y="19"/>
                    <a:pt x="502" y="19"/>
                  </a:cubicBezTo>
                  <a:close/>
                  <a:moveTo>
                    <a:pt x="524" y="26"/>
                  </a:moveTo>
                  <a:cubicBezTo>
                    <a:pt x="528" y="21"/>
                    <a:pt x="532" y="19"/>
                    <a:pt x="535" y="19"/>
                  </a:cubicBezTo>
                  <a:cubicBezTo>
                    <a:pt x="536" y="19"/>
                    <a:pt x="538" y="19"/>
                    <a:pt x="540" y="20"/>
                  </a:cubicBezTo>
                  <a:cubicBezTo>
                    <a:pt x="541" y="21"/>
                    <a:pt x="542" y="22"/>
                    <a:pt x="543" y="24"/>
                  </a:cubicBezTo>
                  <a:cubicBezTo>
                    <a:pt x="543" y="26"/>
                    <a:pt x="544" y="28"/>
                    <a:pt x="544" y="31"/>
                  </a:cubicBezTo>
                  <a:cubicBezTo>
                    <a:pt x="544" y="46"/>
                    <a:pt x="544" y="46"/>
                    <a:pt x="544" y="46"/>
                  </a:cubicBezTo>
                  <a:cubicBezTo>
                    <a:pt x="544" y="48"/>
                    <a:pt x="544" y="49"/>
                    <a:pt x="544" y="50"/>
                  </a:cubicBezTo>
                  <a:cubicBezTo>
                    <a:pt x="544" y="51"/>
                    <a:pt x="545" y="51"/>
                    <a:pt x="545" y="52"/>
                  </a:cubicBezTo>
                  <a:cubicBezTo>
                    <a:pt x="546" y="52"/>
                    <a:pt x="547" y="52"/>
                    <a:pt x="548" y="52"/>
                  </a:cubicBezTo>
                  <a:cubicBezTo>
                    <a:pt x="548" y="53"/>
                    <a:pt x="548" y="53"/>
                    <a:pt x="548" y="53"/>
                  </a:cubicBezTo>
                  <a:cubicBezTo>
                    <a:pt x="532" y="53"/>
                    <a:pt x="532" y="53"/>
                    <a:pt x="532" y="53"/>
                  </a:cubicBezTo>
                  <a:cubicBezTo>
                    <a:pt x="532" y="52"/>
                    <a:pt x="532" y="52"/>
                    <a:pt x="532" y="52"/>
                  </a:cubicBezTo>
                  <a:cubicBezTo>
                    <a:pt x="533" y="52"/>
                    <a:pt x="533" y="52"/>
                    <a:pt x="533" y="52"/>
                  </a:cubicBezTo>
                  <a:cubicBezTo>
                    <a:pt x="535" y="52"/>
                    <a:pt x="536" y="52"/>
                    <a:pt x="536" y="51"/>
                  </a:cubicBezTo>
                  <a:cubicBezTo>
                    <a:pt x="537" y="51"/>
                    <a:pt x="538" y="50"/>
                    <a:pt x="538" y="49"/>
                  </a:cubicBezTo>
                  <a:cubicBezTo>
                    <a:pt x="538" y="49"/>
                    <a:pt x="538" y="48"/>
                    <a:pt x="538" y="46"/>
                  </a:cubicBezTo>
                  <a:cubicBezTo>
                    <a:pt x="538" y="32"/>
                    <a:pt x="538" y="32"/>
                    <a:pt x="538" y="32"/>
                  </a:cubicBezTo>
                  <a:cubicBezTo>
                    <a:pt x="538" y="28"/>
                    <a:pt x="537" y="26"/>
                    <a:pt x="536" y="25"/>
                  </a:cubicBezTo>
                  <a:cubicBezTo>
                    <a:pt x="536" y="24"/>
                    <a:pt x="534" y="23"/>
                    <a:pt x="532" y="23"/>
                  </a:cubicBezTo>
                  <a:cubicBezTo>
                    <a:pt x="530" y="23"/>
                    <a:pt x="527" y="24"/>
                    <a:pt x="524" y="28"/>
                  </a:cubicBezTo>
                  <a:cubicBezTo>
                    <a:pt x="524" y="46"/>
                    <a:pt x="524" y="46"/>
                    <a:pt x="524" y="46"/>
                  </a:cubicBezTo>
                  <a:cubicBezTo>
                    <a:pt x="524" y="48"/>
                    <a:pt x="524" y="49"/>
                    <a:pt x="524" y="50"/>
                  </a:cubicBezTo>
                  <a:cubicBezTo>
                    <a:pt x="525" y="51"/>
                    <a:pt x="525" y="51"/>
                    <a:pt x="526" y="52"/>
                  </a:cubicBezTo>
                  <a:cubicBezTo>
                    <a:pt x="526" y="52"/>
                    <a:pt x="527" y="52"/>
                    <a:pt x="529" y="52"/>
                  </a:cubicBezTo>
                  <a:cubicBezTo>
                    <a:pt x="529" y="53"/>
                    <a:pt x="529" y="53"/>
                    <a:pt x="529" y="53"/>
                  </a:cubicBezTo>
                  <a:cubicBezTo>
                    <a:pt x="513" y="53"/>
                    <a:pt x="513" y="53"/>
                    <a:pt x="513" y="53"/>
                  </a:cubicBezTo>
                  <a:cubicBezTo>
                    <a:pt x="513" y="52"/>
                    <a:pt x="513" y="52"/>
                    <a:pt x="513" y="52"/>
                  </a:cubicBezTo>
                  <a:cubicBezTo>
                    <a:pt x="514" y="52"/>
                    <a:pt x="514" y="52"/>
                    <a:pt x="514" y="52"/>
                  </a:cubicBezTo>
                  <a:cubicBezTo>
                    <a:pt x="516" y="52"/>
                    <a:pt x="517" y="52"/>
                    <a:pt x="517" y="51"/>
                  </a:cubicBezTo>
                  <a:cubicBezTo>
                    <a:pt x="518" y="50"/>
                    <a:pt x="518" y="48"/>
                    <a:pt x="518" y="46"/>
                  </a:cubicBezTo>
                  <a:cubicBezTo>
                    <a:pt x="518" y="33"/>
                    <a:pt x="518" y="33"/>
                    <a:pt x="518" y="33"/>
                  </a:cubicBezTo>
                  <a:cubicBezTo>
                    <a:pt x="518" y="29"/>
                    <a:pt x="518" y="26"/>
                    <a:pt x="518" y="25"/>
                  </a:cubicBezTo>
                  <a:cubicBezTo>
                    <a:pt x="518" y="24"/>
                    <a:pt x="517" y="24"/>
                    <a:pt x="517" y="23"/>
                  </a:cubicBezTo>
                  <a:cubicBezTo>
                    <a:pt x="516" y="23"/>
                    <a:pt x="516" y="23"/>
                    <a:pt x="515" y="23"/>
                  </a:cubicBezTo>
                  <a:cubicBezTo>
                    <a:pt x="514" y="23"/>
                    <a:pt x="514" y="23"/>
                    <a:pt x="513" y="23"/>
                  </a:cubicBezTo>
                  <a:cubicBezTo>
                    <a:pt x="512" y="22"/>
                    <a:pt x="512" y="22"/>
                    <a:pt x="512" y="22"/>
                  </a:cubicBezTo>
                  <a:cubicBezTo>
                    <a:pt x="522" y="18"/>
                    <a:pt x="522" y="18"/>
                    <a:pt x="522" y="18"/>
                  </a:cubicBezTo>
                  <a:cubicBezTo>
                    <a:pt x="524" y="18"/>
                    <a:pt x="524" y="18"/>
                    <a:pt x="524" y="18"/>
                  </a:cubicBezTo>
                  <a:cubicBezTo>
                    <a:pt x="524" y="26"/>
                    <a:pt x="524" y="26"/>
                    <a:pt x="524" y="26"/>
                  </a:cubicBezTo>
                  <a:close/>
                  <a:moveTo>
                    <a:pt x="573" y="49"/>
                  </a:moveTo>
                  <a:cubicBezTo>
                    <a:pt x="570" y="52"/>
                    <a:pt x="568" y="53"/>
                    <a:pt x="567" y="54"/>
                  </a:cubicBezTo>
                  <a:cubicBezTo>
                    <a:pt x="566" y="54"/>
                    <a:pt x="564" y="54"/>
                    <a:pt x="563" y="54"/>
                  </a:cubicBezTo>
                  <a:cubicBezTo>
                    <a:pt x="560" y="54"/>
                    <a:pt x="559" y="54"/>
                    <a:pt x="557" y="52"/>
                  </a:cubicBezTo>
                  <a:cubicBezTo>
                    <a:pt x="556" y="50"/>
                    <a:pt x="555" y="48"/>
                    <a:pt x="555" y="46"/>
                  </a:cubicBezTo>
                  <a:cubicBezTo>
                    <a:pt x="555" y="44"/>
                    <a:pt x="556" y="42"/>
                    <a:pt x="556" y="41"/>
                  </a:cubicBezTo>
                  <a:cubicBezTo>
                    <a:pt x="557" y="40"/>
                    <a:pt x="559" y="38"/>
                    <a:pt x="562" y="36"/>
                  </a:cubicBezTo>
                  <a:cubicBezTo>
                    <a:pt x="564" y="35"/>
                    <a:pt x="568" y="33"/>
                    <a:pt x="574" y="31"/>
                  </a:cubicBezTo>
                  <a:cubicBezTo>
                    <a:pt x="574" y="30"/>
                    <a:pt x="574" y="30"/>
                    <a:pt x="574" y="30"/>
                  </a:cubicBezTo>
                  <a:cubicBezTo>
                    <a:pt x="574" y="26"/>
                    <a:pt x="573" y="24"/>
                    <a:pt x="572" y="23"/>
                  </a:cubicBezTo>
                  <a:cubicBezTo>
                    <a:pt x="571" y="22"/>
                    <a:pt x="570" y="21"/>
                    <a:pt x="568" y="21"/>
                  </a:cubicBezTo>
                  <a:cubicBezTo>
                    <a:pt x="566" y="21"/>
                    <a:pt x="565" y="21"/>
                    <a:pt x="564" y="22"/>
                  </a:cubicBezTo>
                  <a:cubicBezTo>
                    <a:pt x="563" y="23"/>
                    <a:pt x="563" y="24"/>
                    <a:pt x="563" y="25"/>
                  </a:cubicBezTo>
                  <a:cubicBezTo>
                    <a:pt x="563" y="27"/>
                    <a:pt x="563" y="27"/>
                    <a:pt x="563" y="27"/>
                  </a:cubicBezTo>
                  <a:cubicBezTo>
                    <a:pt x="563" y="28"/>
                    <a:pt x="562" y="29"/>
                    <a:pt x="562" y="30"/>
                  </a:cubicBezTo>
                  <a:cubicBezTo>
                    <a:pt x="562" y="30"/>
                    <a:pt x="561" y="30"/>
                    <a:pt x="560" y="30"/>
                  </a:cubicBezTo>
                  <a:cubicBezTo>
                    <a:pt x="559" y="30"/>
                    <a:pt x="558" y="30"/>
                    <a:pt x="558" y="30"/>
                  </a:cubicBezTo>
                  <a:cubicBezTo>
                    <a:pt x="558" y="29"/>
                    <a:pt x="557" y="28"/>
                    <a:pt x="557" y="27"/>
                  </a:cubicBezTo>
                  <a:cubicBezTo>
                    <a:pt x="557" y="25"/>
                    <a:pt x="558" y="23"/>
                    <a:pt x="560" y="21"/>
                  </a:cubicBezTo>
                  <a:cubicBezTo>
                    <a:pt x="562" y="19"/>
                    <a:pt x="566" y="18"/>
                    <a:pt x="569" y="18"/>
                  </a:cubicBezTo>
                  <a:cubicBezTo>
                    <a:pt x="572" y="18"/>
                    <a:pt x="574" y="18"/>
                    <a:pt x="576" y="20"/>
                  </a:cubicBezTo>
                  <a:cubicBezTo>
                    <a:pt x="578" y="20"/>
                    <a:pt x="579" y="22"/>
                    <a:pt x="580" y="23"/>
                  </a:cubicBezTo>
                  <a:cubicBezTo>
                    <a:pt x="580" y="24"/>
                    <a:pt x="580" y="26"/>
                    <a:pt x="580" y="30"/>
                  </a:cubicBezTo>
                  <a:cubicBezTo>
                    <a:pt x="580" y="41"/>
                    <a:pt x="580" y="41"/>
                    <a:pt x="580" y="41"/>
                  </a:cubicBezTo>
                  <a:cubicBezTo>
                    <a:pt x="580" y="44"/>
                    <a:pt x="580" y="46"/>
                    <a:pt x="580" y="47"/>
                  </a:cubicBezTo>
                  <a:cubicBezTo>
                    <a:pt x="580" y="48"/>
                    <a:pt x="581" y="48"/>
                    <a:pt x="581" y="49"/>
                  </a:cubicBezTo>
                  <a:cubicBezTo>
                    <a:pt x="581" y="49"/>
                    <a:pt x="581" y="49"/>
                    <a:pt x="582" y="49"/>
                  </a:cubicBezTo>
                  <a:cubicBezTo>
                    <a:pt x="582" y="49"/>
                    <a:pt x="582" y="49"/>
                    <a:pt x="583" y="49"/>
                  </a:cubicBezTo>
                  <a:cubicBezTo>
                    <a:pt x="583" y="48"/>
                    <a:pt x="584" y="48"/>
                    <a:pt x="586" y="46"/>
                  </a:cubicBezTo>
                  <a:cubicBezTo>
                    <a:pt x="586" y="48"/>
                    <a:pt x="586" y="48"/>
                    <a:pt x="586" y="48"/>
                  </a:cubicBezTo>
                  <a:cubicBezTo>
                    <a:pt x="583" y="52"/>
                    <a:pt x="580" y="54"/>
                    <a:pt x="578" y="54"/>
                  </a:cubicBezTo>
                  <a:cubicBezTo>
                    <a:pt x="577" y="54"/>
                    <a:pt x="576" y="53"/>
                    <a:pt x="575" y="52"/>
                  </a:cubicBezTo>
                  <a:cubicBezTo>
                    <a:pt x="574" y="52"/>
                    <a:pt x="573" y="51"/>
                    <a:pt x="573" y="49"/>
                  </a:cubicBezTo>
                  <a:close/>
                  <a:moveTo>
                    <a:pt x="573" y="46"/>
                  </a:moveTo>
                  <a:cubicBezTo>
                    <a:pt x="573" y="34"/>
                    <a:pt x="573" y="34"/>
                    <a:pt x="573" y="34"/>
                  </a:cubicBezTo>
                  <a:cubicBezTo>
                    <a:pt x="570" y="35"/>
                    <a:pt x="567" y="36"/>
                    <a:pt x="566" y="37"/>
                  </a:cubicBezTo>
                  <a:cubicBezTo>
                    <a:pt x="564" y="38"/>
                    <a:pt x="563" y="39"/>
                    <a:pt x="562" y="40"/>
                  </a:cubicBezTo>
                  <a:cubicBezTo>
                    <a:pt x="562" y="42"/>
                    <a:pt x="561" y="43"/>
                    <a:pt x="561" y="44"/>
                  </a:cubicBezTo>
                  <a:cubicBezTo>
                    <a:pt x="561" y="46"/>
                    <a:pt x="562" y="48"/>
                    <a:pt x="563" y="49"/>
                  </a:cubicBezTo>
                  <a:cubicBezTo>
                    <a:pt x="564" y="50"/>
                    <a:pt x="565" y="50"/>
                    <a:pt x="566" y="50"/>
                  </a:cubicBezTo>
                  <a:cubicBezTo>
                    <a:pt x="568" y="50"/>
                    <a:pt x="570" y="49"/>
                    <a:pt x="573" y="4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58" name="Freeform 36"/>
            <p:cNvSpPr>
              <a:spLocks noEditPoints="1"/>
            </p:cNvSpPr>
            <p:nvPr/>
          </p:nvSpPr>
          <p:spPr bwMode="auto">
            <a:xfrm>
              <a:off x="9304400" y="4596116"/>
              <a:ext cx="2255838" cy="300038"/>
            </a:xfrm>
            <a:custGeom>
              <a:avLst/>
              <a:gdLst>
                <a:gd name="T0" fmla="*/ 1465 w 1513"/>
                <a:gd name="T1" fmla="*/ 107 h 200"/>
                <a:gd name="T2" fmla="*/ 1416 w 1513"/>
                <a:gd name="T3" fmla="*/ 130 h 200"/>
                <a:gd name="T4" fmla="*/ 1450 w 1513"/>
                <a:gd name="T5" fmla="*/ 47 h 200"/>
                <a:gd name="T6" fmla="*/ 1458 w 1513"/>
                <a:gd name="T7" fmla="*/ 70 h 200"/>
                <a:gd name="T8" fmla="*/ 1467 w 1513"/>
                <a:gd name="T9" fmla="*/ 146 h 200"/>
                <a:gd name="T10" fmla="*/ 1410 w 1513"/>
                <a:gd name="T11" fmla="*/ 171 h 200"/>
                <a:gd name="T12" fmla="*/ 1408 w 1513"/>
                <a:gd name="T13" fmla="*/ 153 h 200"/>
                <a:gd name="T14" fmla="*/ 1272 w 1513"/>
                <a:gd name="T15" fmla="*/ 125 h 200"/>
                <a:gd name="T16" fmla="*/ 1257 w 1513"/>
                <a:gd name="T17" fmla="*/ 79 h 200"/>
                <a:gd name="T18" fmla="*/ 1298 w 1513"/>
                <a:gd name="T19" fmla="*/ 59 h 200"/>
                <a:gd name="T20" fmla="*/ 1220 w 1513"/>
                <a:gd name="T21" fmla="*/ 139 h 200"/>
                <a:gd name="T22" fmla="*/ 1112 w 1513"/>
                <a:gd name="T23" fmla="*/ 16 h 200"/>
                <a:gd name="T24" fmla="*/ 1064 w 1513"/>
                <a:gd name="T25" fmla="*/ 107 h 200"/>
                <a:gd name="T26" fmla="*/ 1074 w 1513"/>
                <a:gd name="T27" fmla="*/ 95 h 200"/>
                <a:gd name="T28" fmla="*/ 1096 w 1513"/>
                <a:gd name="T29" fmla="*/ 49 h 200"/>
                <a:gd name="T30" fmla="*/ 1098 w 1513"/>
                <a:gd name="T31" fmla="*/ 84 h 200"/>
                <a:gd name="T32" fmla="*/ 1101 w 1513"/>
                <a:gd name="T33" fmla="*/ 154 h 200"/>
                <a:gd name="T34" fmla="*/ 1038 w 1513"/>
                <a:gd name="T35" fmla="*/ 172 h 200"/>
                <a:gd name="T36" fmla="*/ 862 w 1513"/>
                <a:gd name="T37" fmla="*/ 136 h 200"/>
                <a:gd name="T38" fmla="*/ 895 w 1513"/>
                <a:gd name="T39" fmla="*/ 103 h 200"/>
                <a:gd name="T40" fmla="*/ 856 w 1513"/>
                <a:gd name="T41" fmla="*/ 83 h 200"/>
                <a:gd name="T42" fmla="*/ 873 w 1513"/>
                <a:gd name="T43" fmla="*/ 80 h 200"/>
                <a:gd name="T44" fmla="*/ 905 w 1513"/>
                <a:gd name="T45" fmla="*/ 38 h 200"/>
                <a:gd name="T46" fmla="*/ 908 w 1513"/>
                <a:gd name="T47" fmla="*/ 83 h 200"/>
                <a:gd name="T48" fmla="*/ 874 w 1513"/>
                <a:gd name="T49" fmla="*/ 168 h 200"/>
                <a:gd name="T50" fmla="*/ 809 w 1513"/>
                <a:gd name="T51" fmla="*/ 149 h 200"/>
                <a:gd name="T52" fmla="*/ 704 w 1513"/>
                <a:gd name="T53" fmla="*/ 45 h 200"/>
                <a:gd name="T54" fmla="*/ 658 w 1513"/>
                <a:gd name="T55" fmla="*/ 45 h 200"/>
                <a:gd name="T56" fmla="*/ 694 w 1513"/>
                <a:gd name="T57" fmla="*/ 50 h 200"/>
                <a:gd name="T58" fmla="*/ 705 w 1513"/>
                <a:gd name="T59" fmla="*/ 55 h 200"/>
                <a:gd name="T60" fmla="*/ 697 w 1513"/>
                <a:gd name="T61" fmla="*/ 139 h 200"/>
                <a:gd name="T62" fmla="*/ 662 w 1513"/>
                <a:gd name="T63" fmla="*/ 179 h 200"/>
                <a:gd name="T64" fmla="*/ 686 w 1513"/>
                <a:gd name="T65" fmla="*/ 141 h 200"/>
                <a:gd name="T66" fmla="*/ 720 w 1513"/>
                <a:gd name="T67" fmla="*/ 90 h 200"/>
                <a:gd name="T68" fmla="*/ 540 w 1513"/>
                <a:gd name="T69" fmla="*/ 92 h 200"/>
                <a:gd name="T70" fmla="*/ 491 w 1513"/>
                <a:gd name="T71" fmla="*/ 115 h 200"/>
                <a:gd name="T72" fmla="*/ 466 w 1513"/>
                <a:gd name="T73" fmla="*/ 70 h 200"/>
                <a:gd name="T74" fmla="*/ 444 w 1513"/>
                <a:gd name="T75" fmla="*/ 90 h 200"/>
                <a:gd name="T76" fmla="*/ 426 w 1513"/>
                <a:gd name="T77" fmla="*/ 96 h 200"/>
                <a:gd name="T78" fmla="*/ 414 w 1513"/>
                <a:gd name="T79" fmla="*/ 90 h 200"/>
                <a:gd name="T80" fmla="*/ 502 w 1513"/>
                <a:gd name="T81" fmla="*/ 43 h 200"/>
                <a:gd name="T82" fmla="*/ 560 w 1513"/>
                <a:gd name="T83" fmla="*/ 85 h 200"/>
                <a:gd name="T84" fmla="*/ 520 w 1513"/>
                <a:gd name="T85" fmla="*/ 187 h 200"/>
                <a:gd name="T86" fmla="*/ 465 w 1513"/>
                <a:gd name="T87" fmla="*/ 119 h 200"/>
                <a:gd name="T88" fmla="*/ 442 w 1513"/>
                <a:gd name="T89" fmla="*/ 153 h 200"/>
                <a:gd name="T90" fmla="*/ 282 w 1513"/>
                <a:gd name="T91" fmla="*/ 98 h 200"/>
                <a:gd name="T92" fmla="*/ 259 w 1513"/>
                <a:gd name="T93" fmla="*/ 93 h 200"/>
                <a:gd name="T94" fmla="*/ 226 w 1513"/>
                <a:gd name="T95" fmla="*/ 158 h 200"/>
                <a:gd name="T96" fmla="*/ 307 w 1513"/>
                <a:gd name="T97" fmla="*/ 43 h 200"/>
                <a:gd name="T98" fmla="*/ 290 w 1513"/>
                <a:gd name="T99" fmla="*/ 120 h 200"/>
                <a:gd name="T100" fmla="*/ 234 w 1513"/>
                <a:gd name="T101" fmla="*/ 93 h 200"/>
                <a:gd name="T102" fmla="*/ 205 w 1513"/>
                <a:gd name="T103" fmla="*/ 107 h 200"/>
                <a:gd name="T104" fmla="*/ 226 w 1513"/>
                <a:gd name="T105" fmla="*/ 171 h 200"/>
                <a:gd name="T106" fmla="*/ 101 w 1513"/>
                <a:gd name="T107" fmla="*/ 63 h 200"/>
                <a:gd name="T108" fmla="*/ 32 w 1513"/>
                <a:gd name="T109" fmla="*/ 94 h 200"/>
                <a:gd name="T110" fmla="*/ 58 w 1513"/>
                <a:gd name="T111" fmla="*/ 7 h 200"/>
                <a:gd name="T112" fmla="*/ 104 w 1513"/>
                <a:gd name="T113" fmla="*/ 90 h 200"/>
                <a:gd name="T114" fmla="*/ 48 w 1513"/>
                <a:gd name="T115" fmla="*/ 152 h 200"/>
                <a:gd name="T116" fmla="*/ 3 w 1513"/>
                <a:gd name="T117" fmla="*/ 66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513" h="200">
                  <a:moveTo>
                    <a:pt x="1410" y="31"/>
                  </a:moveTo>
                  <a:cubicBezTo>
                    <a:pt x="1410" y="28"/>
                    <a:pt x="1410" y="26"/>
                    <a:pt x="1410" y="23"/>
                  </a:cubicBezTo>
                  <a:cubicBezTo>
                    <a:pt x="1418" y="21"/>
                    <a:pt x="1413" y="3"/>
                    <a:pt x="1421" y="0"/>
                  </a:cubicBezTo>
                  <a:cubicBezTo>
                    <a:pt x="1424" y="0"/>
                    <a:pt x="1424" y="0"/>
                    <a:pt x="1424" y="0"/>
                  </a:cubicBezTo>
                  <a:cubicBezTo>
                    <a:pt x="1425" y="3"/>
                    <a:pt x="1427" y="7"/>
                    <a:pt x="1428" y="11"/>
                  </a:cubicBezTo>
                  <a:cubicBezTo>
                    <a:pt x="1428" y="13"/>
                    <a:pt x="1428" y="15"/>
                    <a:pt x="1428" y="17"/>
                  </a:cubicBezTo>
                  <a:cubicBezTo>
                    <a:pt x="1431" y="30"/>
                    <a:pt x="1429" y="36"/>
                    <a:pt x="1427" y="47"/>
                  </a:cubicBezTo>
                  <a:cubicBezTo>
                    <a:pt x="1414" y="49"/>
                    <a:pt x="1415" y="38"/>
                    <a:pt x="1410" y="31"/>
                  </a:cubicBezTo>
                  <a:close/>
                  <a:moveTo>
                    <a:pt x="1442" y="122"/>
                  </a:moveTo>
                  <a:cubicBezTo>
                    <a:pt x="1442" y="107"/>
                    <a:pt x="1454" y="110"/>
                    <a:pt x="1465" y="107"/>
                  </a:cubicBezTo>
                  <a:cubicBezTo>
                    <a:pt x="1470" y="105"/>
                    <a:pt x="1478" y="101"/>
                    <a:pt x="1482" y="97"/>
                  </a:cubicBezTo>
                  <a:cubicBezTo>
                    <a:pt x="1484" y="95"/>
                    <a:pt x="1484" y="93"/>
                    <a:pt x="1486" y="91"/>
                  </a:cubicBezTo>
                  <a:cubicBezTo>
                    <a:pt x="1485" y="90"/>
                    <a:pt x="1485" y="88"/>
                    <a:pt x="1484" y="87"/>
                  </a:cubicBezTo>
                  <a:cubicBezTo>
                    <a:pt x="1482" y="86"/>
                    <a:pt x="1479" y="83"/>
                    <a:pt x="1477" y="83"/>
                  </a:cubicBezTo>
                  <a:cubicBezTo>
                    <a:pt x="1474" y="81"/>
                    <a:pt x="1470" y="82"/>
                    <a:pt x="1468" y="81"/>
                  </a:cubicBezTo>
                  <a:cubicBezTo>
                    <a:pt x="1452" y="83"/>
                    <a:pt x="1429" y="95"/>
                    <a:pt x="1424" y="105"/>
                  </a:cubicBezTo>
                  <a:cubicBezTo>
                    <a:pt x="1424" y="108"/>
                    <a:pt x="1424" y="111"/>
                    <a:pt x="1424" y="113"/>
                  </a:cubicBezTo>
                  <a:cubicBezTo>
                    <a:pt x="1426" y="115"/>
                    <a:pt x="1428" y="117"/>
                    <a:pt x="1430" y="119"/>
                  </a:cubicBezTo>
                  <a:cubicBezTo>
                    <a:pt x="1430" y="126"/>
                    <a:pt x="1430" y="134"/>
                    <a:pt x="1422" y="135"/>
                  </a:cubicBezTo>
                  <a:cubicBezTo>
                    <a:pt x="1420" y="133"/>
                    <a:pt x="1418" y="132"/>
                    <a:pt x="1416" y="130"/>
                  </a:cubicBezTo>
                  <a:cubicBezTo>
                    <a:pt x="1414" y="132"/>
                    <a:pt x="1413" y="133"/>
                    <a:pt x="1409" y="132"/>
                  </a:cubicBezTo>
                  <a:cubicBezTo>
                    <a:pt x="1407" y="128"/>
                    <a:pt x="1397" y="105"/>
                    <a:pt x="1398" y="102"/>
                  </a:cubicBezTo>
                  <a:cubicBezTo>
                    <a:pt x="1399" y="99"/>
                    <a:pt x="1405" y="97"/>
                    <a:pt x="1408" y="96"/>
                  </a:cubicBezTo>
                  <a:cubicBezTo>
                    <a:pt x="1414" y="93"/>
                    <a:pt x="1418" y="86"/>
                    <a:pt x="1423" y="82"/>
                  </a:cubicBezTo>
                  <a:cubicBezTo>
                    <a:pt x="1426" y="80"/>
                    <a:pt x="1430" y="80"/>
                    <a:pt x="1433" y="79"/>
                  </a:cubicBezTo>
                  <a:cubicBezTo>
                    <a:pt x="1441" y="75"/>
                    <a:pt x="1447" y="65"/>
                    <a:pt x="1454" y="59"/>
                  </a:cubicBezTo>
                  <a:cubicBezTo>
                    <a:pt x="1462" y="51"/>
                    <a:pt x="1472" y="50"/>
                    <a:pt x="1478" y="41"/>
                  </a:cubicBezTo>
                  <a:cubicBezTo>
                    <a:pt x="1478" y="41"/>
                    <a:pt x="1478" y="41"/>
                    <a:pt x="1478" y="40"/>
                  </a:cubicBezTo>
                  <a:cubicBezTo>
                    <a:pt x="1477" y="40"/>
                    <a:pt x="1477" y="40"/>
                    <a:pt x="1477" y="40"/>
                  </a:cubicBezTo>
                  <a:cubicBezTo>
                    <a:pt x="1472" y="45"/>
                    <a:pt x="1459" y="54"/>
                    <a:pt x="1450" y="47"/>
                  </a:cubicBezTo>
                  <a:cubicBezTo>
                    <a:pt x="1446" y="45"/>
                    <a:pt x="1447" y="40"/>
                    <a:pt x="1444" y="37"/>
                  </a:cubicBezTo>
                  <a:cubicBezTo>
                    <a:pt x="1443" y="35"/>
                    <a:pt x="1440" y="34"/>
                    <a:pt x="1440" y="31"/>
                  </a:cubicBezTo>
                  <a:cubicBezTo>
                    <a:pt x="1440" y="29"/>
                    <a:pt x="1441" y="28"/>
                    <a:pt x="1441" y="27"/>
                  </a:cubicBezTo>
                  <a:cubicBezTo>
                    <a:pt x="1447" y="27"/>
                    <a:pt x="1459" y="35"/>
                    <a:pt x="1462" y="38"/>
                  </a:cubicBezTo>
                  <a:cubicBezTo>
                    <a:pt x="1471" y="35"/>
                    <a:pt x="1480" y="33"/>
                    <a:pt x="1488" y="28"/>
                  </a:cubicBezTo>
                  <a:cubicBezTo>
                    <a:pt x="1491" y="26"/>
                    <a:pt x="1496" y="30"/>
                    <a:pt x="1498" y="29"/>
                  </a:cubicBezTo>
                  <a:cubicBezTo>
                    <a:pt x="1502" y="32"/>
                    <a:pt x="1508" y="48"/>
                    <a:pt x="1500" y="52"/>
                  </a:cubicBezTo>
                  <a:cubicBezTo>
                    <a:pt x="1496" y="53"/>
                    <a:pt x="1490" y="53"/>
                    <a:pt x="1486" y="54"/>
                  </a:cubicBezTo>
                  <a:cubicBezTo>
                    <a:pt x="1476" y="56"/>
                    <a:pt x="1464" y="63"/>
                    <a:pt x="1457" y="69"/>
                  </a:cubicBezTo>
                  <a:cubicBezTo>
                    <a:pt x="1457" y="69"/>
                    <a:pt x="1458" y="69"/>
                    <a:pt x="1458" y="70"/>
                  </a:cubicBezTo>
                  <a:cubicBezTo>
                    <a:pt x="1458" y="70"/>
                    <a:pt x="1458" y="70"/>
                    <a:pt x="1458" y="70"/>
                  </a:cubicBezTo>
                  <a:cubicBezTo>
                    <a:pt x="1462" y="71"/>
                    <a:pt x="1469" y="68"/>
                    <a:pt x="1474" y="71"/>
                  </a:cubicBezTo>
                  <a:cubicBezTo>
                    <a:pt x="1485" y="76"/>
                    <a:pt x="1500" y="81"/>
                    <a:pt x="1500" y="99"/>
                  </a:cubicBezTo>
                  <a:cubicBezTo>
                    <a:pt x="1497" y="100"/>
                    <a:pt x="1496" y="102"/>
                    <a:pt x="1494" y="103"/>
                  </a:cubicBezTo>
                  <a:cubicBezTo>
                    <a:pt x="1488" y="105"/>
                    <a:pt x="1482" y="105"/>
                    <a:pt x="1477" y="108"/>
                  </a:cubicBezTo>
                  <a:cubicBezTo>
                    <a:pt x="1477" y="109"/>
                    <a:pt x="1477" y="109"/>
                    <a:pt x="1477" y="110"/>
                  </a:cubicBezTo>
                  <a:cubicBezTo>
                    <a:pt x="1478" y="112"/>
                    <a:pt x="1479" y="113"/>
                    <a:pt x="1479" y="118"/>
                  </a:cubicBezTo>
                  <a:cubicBezTo>
                    <a:pt x="1477" y="119"/>
                    <a:pt x="1478" y="122"/>
                    <a:pt x="1476" y="123"/>
                  </a:cubicBezTo>
                  <a:cubicBezTo>
                    <a:pt x="1472" y="130"/>
                    <a:pt x="1465" y="135"/>
                    <a:pt x="1463" y="142"/>
                  </a:cubicBezTo>
                  <a:cubicBezTo>
                    <a:pt x="1464" y="143"/>
                    <a:pt x="1466" y="145"/>
                    <a:pt x="1467" y="146"/>
                  </a:cubicBezTo>
                  <a:cubicBezTo>
                    <a:pt x="1476" y="149"/>
                    <a:pt x="1513" y="129"/>
                    <a:pt x="1508" y="151"/>
                  </a:cubicBezTo>
                  <a:cubicBezTo>
                    <a:pt x="1507" y="154"/>
                    <a:pt x="1505" y="156"/>
                    <a:pt x="1504" y="158"/>
                  </a:cubicBezTo>
                  <a:cubicBezTo>
                    <a:pt x="1500" y="158"/>
                    <a:pt x="1498" y="157"/>
                    <a:pt x="1495" y="157"/>
                  </a:cubicBezTo>
                  <a:cubicBezTo>
                    <a:pt x="1490" y="155"/>
                    <a:pt x="1472" y="161"/>
                    <a:pt x="1469" y="163"/>
                  </a:cubicBezTo>
                  <a:cubicBezTo>
                    <a:pt x="1470" y="169"/>
                    <a:pt x="1471" y="175"/>
                    <a:pt x="1471" y="182"/>
                  </a:cubicBezTo>
                  <a:cubicBezTo>
                    <a:pt x="1469" y="183"/>
                    <a:pt x="1469" y="185"/>
                    <a:pt x="1468" y="186"/>
                  </a:cubicBezTo>
                  <a:cubicBezTo>
                    <a:pt x="1465" y="188"/>
                    <a:pt x="1462" y="187"/>
                    <a:pt x="1458" y="189"/>
                  </a:cubicBezTo>
                  <a:cubicBezTo>
                    <a:pt x="1456" y="190"/>
                    <a:pt x="1453" y="193"/>
                    <a:pt x="1450" y="193"/>
                  </a:cubicBezTo>
                  <a:cubicBezTo>
                    <a:pt x="1432" y="200"/>
                    <a:pt x="1414" y="183"/>
                    <a:pt x="1410" y="171"/>
                  </a:cubicBezTo>
                  <a:cubicBezTo>
                    <a:pt x="1410" y="171"/>
                    <a:pt x="1410" y="171"/>
                    <a:pt x="1410" y="171"/>
                  </a:cubicBezTo>
                  <a:cubicBezTo>
                    <a:pt x="1416" y="171"/>
                    <a:pt x="1423" y="177"/>
                    <a:pt x="1428" y="179"/>
                  </a:cubicBezTo>
                  <a:cubicBezTo>
                    <a:pt x="1430" y="179"/>
                    <a:pt x="1433" y="179"/>
                    <a:pt x="1435" y="179"/>
                  </a:cubicBezTo>
                  <a:cubicBezTo>
                    <a:pt x="1449" y="179"/>
                    <a:pt x="1457" y="174"/>
                    <a:pt x="1463" y="165"/>
                  </a:cubicBezTo>
                  <a:cubicBezTo>
                    <a:pt x="1463" y="164"/>
                    <a:pt x="1463" y="163"/>
                    <a:pt x="1463" y="162"/>
                  </a:cubicBezTo>
                  <a:cubicBezTo>
                    <a:pt x="1462" y="162"/>
                    <a:pt x="1461" y="161"/>
                    <a:pt x="1460" y="161"/>
                  </a:cubicBezTo>
                  <a:cubicBezTo>
                    <a:pt x="1453" y="158"/>
                    <a:pt x="1440" y="165"/>
                    <a:pt x="1434" y="166"/>
                  </a:cubicBezTo>
                  <a:cubicBezTo>
                    <a:pt x="1428" y="167"/>
                    <a:pt x="1413" y="167"/>
                    <a:pt x="1408" y="164"/>
                  </a:cubicBezTo>
                  <a:cubicBezTo>
                    <a:pt x="1406" y="163"/>
                    <a:pt x="1405" y="161"/>
                    <a:pt x="1404" y="160"/>
                  </a:cubicBezTo>
                  <a:cubicBezTo>
                    <a:pt x="1404" y="159"/>
                    <a:pt x="1404" y="157"/>
                    <a:pt x="1404" y="156"/>
                  </a:cubicBezTo>
                  <a:cubicBezTo>
                    <a:pt x="1406" y="155"/>
                    <a:pt x="1407" y="154"/>
                    <a:pt x="1408" y="153"/>
                  </a:cubicBezTo>
                  <a:cubicBezTo>
                    <a:pt x="1418" y="153"/>
                    <a:pt x="1426" y="153"/>
                    <a:pt x="1436" y="153"/>
                  </a:cubicBezTo>
                  <a:cubicBezTo>
                    <a:pt x="1438" y="152"/>
                    <a:pt x="1442" y="149"/>
                    <a:pt x="1444" y="149"/>
                  </a:cubicBezTo>
                  <a:cubicBezTo>
                    <a:pt x="1448" y="147"/>
                    <a:pt x="1452" y="148"/>
                    <a:pt x="1455" y="147"/>
                  </a:cubicBezTo>
                  <a:cubicBezTo>
                    <a:pt x="1456" y="146"/>
                    <a:pt x="1456" y="146"/>
                    <a:pt x="1457" y="145"/>
                  </a:cubicBezTo>
                  <a:cubicBezTo>
                    <a:pt x="1456" y="143"/>
                    <a:pt x="1454" y="139"/>
                    <a:pt x="1456" y="136"/>
                  </a:cubicBezTo>
                  <a:cubicBezTo>
                    <a:pt x="1458" y="129"/>
                    <a:pt x="1460" y="125"/>
                    <a:pt x="1464" y="118"/>
                  </a:cubicBezTo>
                  <a:cubicBezTo>
                    <a:pt x="1463" y="117"/>
                    <a:pt x="1462" y="117"/>
                    <a:pt x="1461" y="117"/>
                  </a:cubicBezTo>
                  <a:cubicBezTo>
                    <a:pt x="1455" y="118"/>
                    <a:pt x="1451" y="121"/>
                    <a:pt x="1442" y="122"/>
                  </a:cubicBezTo>
                  <a:close/>
                  <a:moveTo>
                    <a:pt x="1272" y="127"/>
                  </a:moveTo>
                  <a:cubicBezTo>
                    <a:pt x="1272" y="125"/>
                    <a:pt x="1271" y="126"/>
                    <a:pt x="1272" y="125"/>
                  </a:cubicBezTo>
                  <a:cubicBezTo>
                    <a:pt x="1274" y="119"/>
                    <a:pt x="1285" y="115"/>
                    <a:pt x="1292" y="119"/>
                  </a:cubicBezTo>
                  <a:cubicBezTo>
                    <a:pt x="1301" y="125"/>
                    <a:pt x="1318" y="137"/>
                    <a:pt x="1316" y="154"/>
                  </a:cubicBezTo>
                  <a:cubicBezTo>
                    <a:pt x="1310" y="157"/>
                    <a:pt x="1309" y="164"/>
                    <a:pt x="1298" y="164"/>
                  </a:cubicBezTo>
                  <a:cubicBezTo>
                    <a:pt x="1298" y="161"/>
                    <a:pt x="1294" y="159"/>
                    <a:pt x="1293" y="157"/>
                  </a:cubicBezTo>
                  <a:cubicBezTo>
                    <a:pt x="1292" y="155"/>
                    <a:pt x="1292" y="152"/>
                    <a:pt x="1291" y="149"/>
                  </a:cubicBezTo>
                  <a:cubicBezTo>
                    <a:pt x="1288" y="143"/>
                    <a:pt x="1279" y="128"/>
                    <a:pt x="1272" y="127"/>
                  </a:cubicBezTo>
                  <a:close/>
                  <a:moveTo>
                    <a:pt x="1216" y="87"/>
                  </a:moveTo>
                  <a:cubicBezTo>
                    <a:pt x="1216" y="86"/>
                    <a:pt x="1217" y="85"/>
                    <a:pt x="1217" y="84"/>
                  </a:cubicBezTo>
                  <a:cubicBezTo>
                    <a:pt x="1222" y="85"/>
                    <a:pt x="1227" y="86"/>
                    <a:pt x="1232" y="87"/>
                  </a:cubicBezTo>
                  <a:cubicBezTo>
                    <a:pt x="1237" y="89"/>
                    <a:pt x="1256" y="82"/>
                    <a:pt x="1257" y="79"/>
                  </a:cubicBezTo>
                  <a:cubicBezTo>
                    <a:pt x="1260" y="74"/>
                    <a:pt x="1260" y="41"/>
                    <a:pt x="1257" y="36"/>
                  </a:cubicBezTo>
                  <a:cubicBezTo>
                    <a:pt x="1255" y="31"/>
                    <a:pt x="1252" y="30"/>
                    <a:pt x="1252" y="23"/>
                  </a:cubicBezTo>
                  <a:cubicBezTo>
                    <a:pt x="1256" y="21"/>
                    <a:pt x="1256" y="20"/>
                    <a:pt x="1264" y="20"/>
                  </a:cubicBezTo>
                  <a:cubicBezTo>
                    <a:pt x="1272" y="26"/>
                    <a:pt x="1273" y="39"/>
                    <a:pt x="1273" y="54"/>
                  </a:cubicBezTo>
                  <a:cubicBezTo>
                    <a:pt x="1273" y="59"/>
                    <a:pt x="1271" y="74"/>
                    <a:pt x="1272" y="74"/>
                  </a:cubicBezTo>
                  <a:cubicBezTo>
                    <a:pt x="1276" y="75"/>
                    <a:pt x="1290" y="70"/>
                    <a:pt x="1293" y="68"/>
                  </a:cubicBezTo>
                  <a:cubicBezTo>
                    <a:pt x="1293" y="63"/>
                    <a:pt x="1292" y="61"/>
                    <a:pt x="1288" y="58"/>
                  </a:cubicBezTo>
                  <a:cubicBezTo>
                    <a:pt x="1288" y="57"/>
                    <a:pt x="1288" y="55"/>
                    <a:pt x="1288" y="53"/>
                  </a:cubicBezTo>
                  <a:cubicBezTo>
                    <a:pt x="1289" y="53"/>
                    <a:pt x="1290" y="54"/>
                    <a:pt x="1290" y="54"/>
                  </a:cubicBezTo>
                  <a:cubicBezTo>
                    <a:pt x="1293" y="55"/>
                    <a:pt x="1295" y="59"/>
                    <a:pt x="1298" y="59"/>
                  </a:cubicBezTo>
                  <a:cubicBezTo>
                    <a:pt x="1306" y="62"/>
                    <a:pt x="1314" y="60"/>
                    <a:pt x="1321" y="63"/>
                  </a:cubicBezTo>
                  <a:cubicBezTo>
                    <a:pt x="1322" y="64"/>
                    <a:pt x="1322" y="63"/>
                    <a:pt x="1322" y="65"/>
                  </a:cubicBezTo>
                  <a:cubicBezTo>
                    <a:pt x="1322" y="67"/>
                    <a:pt x="1322" y="69"/>
                    <a:pt x="1322" y="71"/>
                  </a:cubicBezTo>
                  <a:cubicBezTo>
                    <a:pt x="1321" y="71"/>
                    <a:pt x="1320" y="74"/>
                    <a:pt x="1319" y="75"/>
                  </a:cubicBezTo>
                  <a:cubicBezTo>
                    <a:pt x="1317" y="76"/>
                    <a:pt x="1310" y="75"/>
                    <a:pt x="1308" y="76"/>
                  </a:cubicBezTo>
                  <a:cubicBezTo>
                    <a:pt x="1301" y="79"/>
                    <a:pt x="1273" y="90"/>
                    <a:pt x="1268" y="95"/>
                  </a:cubicBezTo>
                  <a:cubicBezTo>
                    <a:pt x="1264" y="99"/>
                    <a:pt x="1266" y="105"/>
                    <a:pt x="1264" y="110"/>
                  </a:cubicBezTo>
                  <a:cubicBezTo>
                    <a:pt x="1260" y="123"/>
                    <a:pt x="1250" y="153"/>
                    <a:pt x="1232" y="145"/>
                  </a:cubicBezTo>
                  <a:cubicBezTo>
                    <a:pt x="1230" y="145"/>
                    <a:pt x="1229" y="145"/>
                    <a:pt x="1228" y="145"/>
                  </a:cubicBezTo>
                  <a:cubicBezTo>
                    <a:pt x="1225" y="143"/>
                    <a:pt x="1223" y="141"/>
                    <a:pt x="1220" y="139"/>
                  </a:cubicBezTo>
                  <a:cubicBezTo>
                    <a:pt x="1220" y="138"/>
                    <a:pt x="1220" y="137"/>
                    <a:pt x="1220" y="135"/>
                  </a:cubicBezTo>
                  <a:cubicBezTo>
                    <a:pt x="1222" y="135"/>
                    <a:pt x="1225" y="131"/>
                    <a:pt x="1227" y="130"/>
                  </a:cubicBezTo>
                  <a:cubicBezTo>
                    <a:pt x="1232" y="128"/>
                    <a:pt x="1236" y="129"/>
                    <a:pt x="1240" y="127"/>
                  </a:cubicBezTo>
                  <a:cubicBezTo>
                    <a:pt x="1246" y="125"/>
                    <a:pt x="1256" y="107"/>
                    <a:pt x="1254" y="101"/>
                  </a:cubicBezTo>
                  <a:cubicBezTo>
                    <a:pt x="1246" y="100"/>
                    <a:pt x="1236" y="101"/>
                    <a:pt x="1228" y="101"/>
                  </a:cubicBezTo>
                  <a:cubicBezTo>
                    <a:pt x="1225" y="98"/>
                    <a:pt x="1222" y="96"/>
                    <a:pt x="1219" y="93"/>
                  </a:cubicBezTo>
                  <a:cubicBezTo>
                    <a:pt x="1217" y="91"/>
                    <a:pt x="1217" y="88"/>
                    <a:pt x="1216" y="87"/>
                  </a:cubicBezTo>
                  <a:close/>
                  <a:moveTo>
                    <a:pt x="1110" y="21"/>
                  </a:moveTo>
                  <a:cubicBezTo>
                    <a:pt x="1110" y="20"/>
                    <a:pt x="1110" y="19"/>
                    <a:pt x="1110" y="17"/>
                  </a:cubicBezTo>
                  <a:cubicBezTo>
                    <a:pt x="1110" y="17"/>
                    <a:pt x="1111" y="16"/>
                    <a:pt x="1112" y="16"/>
                  </a:cubicBezTo>
                  <a:cubicBezTo>
                    <a:pt x="1124" y="17"/>
                    <a:pt x="1148" y="19"/>
                    <a:pt x="1147" y="35"/>
                  </a:cubicBezTo>
                  <a:cubicBezTo>
                    <a:pt x="1142" y="43"/>
                    <a:pt x="1140" y="49"/>
                    <a:pt x="1128" y="45"/>
                  </a:cubicBezTo>
                  <a:cubicBezTo>
                    <a:pt x="1127" y="43"/>
                    <a:pt x="1126" y="41"/>
                    <a:pt x="1124" y="39"/>
                  </a:cubicBezTo>
                  <a:cubicBezTo>
                    <a:pt x="1123" y="38"/>
                    <a:pt x="1121" y="38"/>
                    <a:pt x="1119" y="37"/>
                  </a:cubicBezTo>
                  <a:cubicBezTo>
                    <a:pt x="1119" y="31"/>
                    <a:pt x="1113" y="23"/>
                    <a:pt x="1110" y="21"/>
                  </a:cubicBezTo>
                  <a:close/>
                  <a:moveTo>
                    <a:pt x="1055" y="126"/>
                  </a:moveTo>
                  <a:cubicBezTo>
                    <a:pt x="1058" y="127"/>
                    <a:pt x="1062" y="127"/>
                    <a:pt x="1064" y="125"/>
                  </a:cubicBezTo>
                  <a:cubicBezTo>
                    <a:pt x="1066" y="124"/>
                    <a:pt x="1068" y="125"/>
                    <a:pt x="1070" y="123"/>
                  </a:cubicBezTo>
                  <a:cubicBezTo>
                    <a:pt x="1074" y="119"/>
                    <a:pt x="1070" y="109"/>
                    <a:pt x="1066" y="107"/>
                  </a:cubicBezTo>
                  <a:cubicBezTo>
                    <a:pt x="1066" y="107"/>
                    <a:pt x="1064" y="107"/>
                    <a:pt x="1064" y="107"/>
                  </a:cubicBezTo>
                  <a:cubicBezTo>
                    <a:pt x="1056" y="125"/>
                    <a:pt x="1056" y="125"/>
                    <a:pt x="1056" y="125"/>
                  </a:cubicBezTo>
                  <a:cubicBezTo>
                    <a:pt x="1056" y="125"/>
                    <a:pt x="1056" y="126"/>
                    <a:pt x="1055" y="126"/>
                  </a:cubicBezTo>
                  <a:close/>
                  <a:moveTo>
                    <a:pt x="1021" y="158"/>
                  </a:moveTo>
                  <a:cubicBezTo>
                    <a:pt x="1021" y="153"/>
                    <a:pt x="1024" y="148"/>
                    <a:pt x="1024" y="143"/>
                  </a:cubicBezTo>
                  <a:cubicBezTo>
                    <a:pt x="1025" y="140"/>
                    <a:pt x="1023" y="136"/>
                    <a:pt x="1024" y="133"/>
                  </a:cubicBezTo>
                  <a:cubicBezTo>
                    <a:pt x="1031" y="132"/>
                    <a:pt x="1042" y="114"/>
                    <a:pt x="1048" y="108"/>
                  </a:cubicBezTo>
                  <a:cubicBezTo>
                    <a:pt x="1051" y="106"/>
                    <a:pt x="1056" y="103"/>
                    <a:pt x="1059" y="102"/>
                  </a:cubicBezTo>
                  <a:cubicBezTo>
                    <a:pt x="1060" y="102"/>
                    <a:pt x="1062" y="102"/>
                    <a:pt x="1063" y="103"/>
                  </a:cubicBezTo>
                  <a:cubicBezTo>
                    <a:pt x="1068" y="104"/>
                    <a:pt x="1072" y="102"/>
                    <a:pt x="1075" y="101"/>
                  </a:cubicBezTo>
                  <a:cubicBezTo>
                    <a:pt x="1075" y="99"/>
                    <a:pt x="1075" y="97"/>
                    <a:pt x="1074" y="95"/>
                  </a:cubicBezTo>
                  <a:cubicBezTo>
                    <a:pt x="1074" y="95"/>
                    <a:pt x="1072" y="92"/>
                    <a:pt x="1072" y="93"/>
                  </a:cubicBezTo>
                  <a:cubicBezTo>
                    <a:pt x="1069" y="93"/>
                    <a:pt x="1067" y="96"/>
                    <a:pt x="1065" y="97"/>
                  </a:cubicBezTo>
                  <a:cubicBezTo>
                    <a:pt x="1064" y="97"/>
                    <a:pt x="1062" y="97"/>
                    <a:pt x="1060" y="97"/>
                  </a:cubicBezTo>
                  <a:cubicBezTo>
                    <a:pt x="1051" y="97"/>
                    <a:pt x="1045" y="88"/>
                    <a:pt x="1047" y="79"/>
                  </a:cubicBezTo>
                  <a:cubicBezTo>
                    <a:pt x="1056" y="81"/>
                    <a:pt x="1069" y="81"/>
                    <a:pt x="1076" y="76"/>
                  </a:cubicBezTo>
                  <a:cubicBezTo>
                    <a:pt x="1078" y="64"/>
                    <a:pt x="1079" y="47"/>
                    <a:pt x="1083" y="37"/>
                  </a:cubicBezTo>
                  <a:cubicBezTo>
                    <a:pt x="1085" y="34"/>
                    <a:pt x="1081" y="25"/>
                    <a:pt x="1084" y="18"/>
                  </a:cubicBezTo>
                  <a:cubicBezTo>
                    <a:pt x="1085" y="18"/>
                    <a:pt x="1087" y="18"/>
                    <a:pt x="1089" y="18"/>
                  </a:cubicBezTo>
                  <a:cubicBezTo>
                    <a:pt x="1090" y="19"/>
                    <a:pt x="1091" y="21"/>
                    <a:pt x="1092" y="22"/>
                  </a:cubicBezTo>
                  <a:cubicBezTo>
                    <a:pt x="1092" y="24"/>
                    <a:pt x="1097" y="47"/>
                    <a:pt x="1096" y="49"/>
                  </a:cubicBezTo>
                  <a:cubicBezTo>
                    <a:pt x="1095" y="53"/>
                    <a:pt x="1090" y="67"/>
                    <a:pt x="1092" y="70"/>
                  </a:cubicBezTo>
                  <a:cubicBezTo>
                    <a:pt x="1092" y="71"/>
                    <a:pt x="1092" y="71"/>
                    <a:pt x="1093" y="71"/>
                  </a:cubicBezTo>
                  <a:cubicBezTo>
                    <a:pt x="1099" y="71"/>
                    <a:pt x="1107" y="67"/>
                    <a:pt x="1109" y="62"/>
                  </a:cubicBezTo>
                  <a:cubicBezTo>
                    <a:pt x="1110" y="58"/>
                    <a:pt x="1107" y="56"/>
                    <a:pt x="1108" y="54"/>
                  </a:cubicBezTo>
                  <a:cubicBezTo>
                    <a:pt x="1108" y="54"/>
                    <a:pt x="1109" y="54"/>
                    <a:pt x="1109" y="54"/>
                  </a:cubicBezTo>
                  <a:cubicBezTo>
                    <a:pt x="1113" y="56"/>
                    <a:pt x="1126" y="58"/>
                    <a:pt x="1132" y="59"/>
                  </a:cubicBezTo>
                  <a:cubicBezTo>
                    <a:pt x="1132" y="61"/>
                    <a:pt x="1132" y="63"/>
                    <a:pt x="1132" y="65"/>
                  </a:cubicBezTo>
                  <a:cubicBezTo>
                    <a:pt x="1131" y="65"/>
                    <a:pt x="1130" y="66"/>
                    <a:pt x="1130" y="66"/>
                  </a:cubicBezTo>
                  <a:cubicBezTo>
                    <a:pt x="1129" y="66"/>
                    <a:pt x="1129" y="65"/>
                    <a:pt x="1129" y="65"/>
                  </a:cubicBezTo>
                  <a:cubicBezTo>
                    <a:pt x="1120" y="68"/>
                    <a:pt x="1100" y="77"/>
                    <a:pt x="1098" y="84"/>
                  </a:cubicBezTo>
                  <a:cubicBezTo>
                    <a:pt x="1096" y="84"/>
                    <a:pt x="1093" y="83"/>
                    <a:pt x="1092" y="85"/>
                  </a:cubicBezTo>
                  <a:cubicBezTo>
                    <a:pt x="1085" y="89"/>
                    <a:pt x="1090" y="98"/>
                    <a:pt x="1088" y="106"/>
                  </a:cubicBezTo>
                  <a:cubicBezTo>
                    <a:pt x="1087" y="109"/>
                    <a:pt x="1086" y="112"/>
                    <a:pt x="1087" y="115"/>
                  </a:cubicBezTo>
                  <a:cubicBezTo>
                    <a:pt x="1088" y="115"/>
                    <a:pt x="1089" y="116"/>
                    <a:pt x="1090" y="116"/>
                  </a:cubicBezTo>
                  <a:cubicBezTo>
                    <a:pt x="1095" y="108"/>
                    <a:pt x="1106" y="105"/>
                    <a:pt x="1114" y="111"/>
                  </a:cubicBezTo>
                  <a:cubicBezTo>
                    <a:pt x="1122" y="117"/>
                    <a:pt x="1116" y="123"/>
                    <a:pt x="1119" y="131"/>
                  </a:cubicBezTo>
                  <a:cubicBezTo>
                    <a:pt x="1120" y="136"/>
                    <a:pt x="1126" y="139"/>
                    <a:pt x="1128" y="145"/>
                  </a:cubicBezTo>
                  <a:cubicBezTo>
                    <a:pt x="1128" y="145"/>
                    <a:pt x="1128" y="147"/>
                    <a:pt x="1129" y="146"/>
                  </a:cubicBezTo>
                  <a:cubicBezTo>
                    <a:pt x="1134" y="161"/>
                    <a:pt x="1113" y="161"/>
                    <a:pt x="1105" y="160"/>
                  </a:cubicBezTo>
                  <a:cubicBezTo>
                    <a:pt x="1104" y="158"/>
                    <a:pt x="1102" y="156"/>
                    <a:pt x="1101" y="154"/>
                  </a:cubicBezTo>
                  <a:cubicBezTo>
                    <a:pt x="1098" y="145"/>
                    <a:pt x="1098" y="133"/>
                    <a:pt x="1090" y="130"/>
                  </a:cubicBezTo>
                  <a:cubicBezTo>
                    <a:pt x="1076" y="139"/>
                    <a:pt x="1092" y="160"/>
                    <a:pt x="1085" y="177"/>
                  </a:cubicBezTo>
                  <a:cubicBezTo>
                    <a:pt x="1085" y="177"/>
                    <a:pt x="1085" y="177"/>
                    <a:pt x="1085" y="177"/>
                  </a:cubicBezTo>
                  <a:cubicBezTo>
                    <a:pt x="1083" y="175"/>
                    <a:pt x="1080" y="175"/>
                    <a:pt x="1079" y="173"/>
                  </a:cubicBezTo>
                  <a:cubicBezTo>
                    <a:pt x="1075" y="170"/>
                    <a:pt x="1072" y="163"/>
                    <a:pt x="1070" y="156"/>
                  </a:cubicBezTo>
                  <a:cubicBezTo>
                    <a:pt x="1068" y="149"/>
                    <a:pt x="1074" y="143"/>
                    <a:pt x="1072" y="139"/>
                  </a:cubicBezTo>
                  <a:cubicBezTo>
                    <a:pt x="1071" y="139"/>
                    <a:pt x="1071" y="138"/>
                    <a:pt x="1070" y="137"/>
                  </a:cubicBezTo>
                  <a:cubicBezTo>
                    <a:pt x="1065" y="137"/>
                    <a:pt x="1056" y="139"/>
                    <a:pt x="1054" y="144"/>
                  </a:cubicBezTo>
                  <a:cubicBezTo>
                    <a:pt x="1053" y="147"/>
                    <a:pt x="1054" y="149"/>
                    <a:pt x="1053" y="151"/>
                  </a:cubicBezTo>
                  <a:cubicBezTo>
                    <a:pt x="1050" y="156"/>
                    <a:pt x="1042" y="170"/>
                    <a:pt x="1038" y="172"/>
                  </a:cubicBezTo>
                  <a:cubicBezTo>
                    <a:pt x="1034" y="173"/>
                    <a:pt x="1030" y="171"/>
                    <a:pt x="1027" y="169"/>
                  </a:cubicBezTo>
                  <a:cubicBezTo>
                    <a:pt x="1028" y="163"/>
                    <a:pt x="1024" y="158"/>
                    <a:pt x="1021" y="158"/>
                  </a:cubicBezTo>
                  <a:close/>
                  <a:moveTo>
                    <a:pt x="913" y="65"/>
                  </a:moveTo>
                  <a:cubicBezTo>
                    <a:pt x="914" y="65"/>
                    <a:pt x="913" y="65"/>
                    <a:pt x="915" y="65"/>
                  </a:cubicBezTo>
                  <a:cubicBezTo>
                    <a:pt x="919" y="64"/>
                    <a:pt x="929" y="61"/>
                    <a:pt x="931" y="58"/>
                  </a:cubicBezTo>
                  <a:cubicBezTo>
                    <a:pt x="931" y="57"/>
                    <a:pt x="931" y="55"/>
                    <a:pt x="931" y="54"/>
                  </a:cubicBezTo>
                  <a:cubicBezTo>
                    <a:pt x="929" y="49"/>
                    <a:pt x="924" y="45"/>
                    <a:pt x="920" y="43"/>
                  </a:cubicBezTo>
                  <a:cubicBezTo>
                    <a:pt x="920" y="43"/>
                    <a:pt x="920" y="43"/>
                    <a:pt x="919" y="43"/>
                  </a:cubicBezTo>
                  <a:cubicBezTo>
                    <a:pt x="917" y="47"/>
                    <a:pt x="913" y="58"/>
                    <a:pt x="913" y="65"/>
                  </a:cubicBezTo>
                  <a:close/>
                  <a:moveTo>
                    <a:pt x="862" y="136"/>
                  </a:moveTo>
                  <a:cubicBezTo>
                    <a:pt x="863" y="139"/>
                    <a:pt x="864" y="143"/>
                    <a:pt x="865" y="147"/>
                  </a:cubicBezTo>
                  <a:cubicBezTo>
                    <a:pt x="870" y="155"/>
                    <a:pt x="887" y="161"/>
                    <a:pt x="898" y="154"/>
                  </a:cubicBezTo>
                  <a:cubicBezTo>
                    <a:pt x="900" y="149"/>
                    <a:pt x="886" y="129"/>
                    <a:pt x="882" y="126"/>
                  </a:cubicBezTo>
                  <a:cubicBezTo>
                    <a:pt x="886" y="126"/>
                    <a:pt x="890" y="126"/>
                    <a:pt x="894" y="126"/>
                  </a:cubicBezTo>
                  <a:cubicBezTo>
                    <a:pt x="896" y="127"/>
                    <a:pt x="913" y="133"/>
                    <a:pt x="914" y="132"/>
                  </a:cubicBezTo>
                  <a:cubicBezTo>
                    <a:pt x="918" y="129"/>
                    <a:pt x="918" y="106"/>
                    <a:pt x="916" y="105"/>
                  </a:cubicBezTo>
                  <a:cubicBezTo>
                    <a:pt x="914" y="104"/>
                    <a:pt x="913" y="104"/>
                    <a:pt x="912" y="104"/>
                  </a:cubicBezTo>
                  <a:cubicBezTo>
                    <a:pt x="910" y="107"/>
                    <a:pt x="907" y="113"/>
                    <a:pt x="904" y="116"/>
                  </a:cubicBezTo>
                  <a:cubicBezTo>
                    <a:pt x="903" y="116"/>
                    <a:pt x="902" y="116"/>
                    <a:pt x="902" y="116"/>
                  </a:cubicBezTo>
                  <a:cubicBezTo>
                    <a:pt x="900" y="112"/>
                    <a:pt x="897" y="108"/>
                    <a:pt x="895" y="103"/>
                  </a:cubicBezTo>
                  <a:cubicBezTo>
                    <a:pt x="893" y="99"/>
                    <a:pt x="896" y="91"/>
                    <a:pt x="894" y="87"/>
                  </a:cubicBezTo>
                  <a:cubicBezTo>
                    <a:pt x="881" y="85"/>
                    <a:pt x="881" y="95"/>
                    <a:pt x="876" y="101"/>
                  </a:cubicBezTo>
                  <a:cubicBezTo>
                    <a:pt x="869" y="111"/>
                    <a:pt x="862" y="119"/>
                    <a:pt x="862" y="136"/>
                  </a:cubicBezTo>
                  <a:close/>
                  <a:moveTo>
                    <a:pt x="801" y="141"/>
                  </a:moveTo>
                  <a:cubicBezTo>
                    <a:pt x="801" y="139"/>
                    <a:pt x="801" y="137"/>
                    <a:pt x="801" y="134"/>
                  </a:cubicBezTo>
                  <a:cubicBezTo>
                    <a:pt x="804" y="132"/>
                    <a:pt x="806" y="128"/>
                    <a:pt x="810" y="126"/>
                  </a:cubicBezTo>
                  <a:cubicBezTo>
                    <a:pt x="808" y="123"/>
                    <a:pt x="808" y="120"/>
                    <a:pt x="808" y="116"/>
                  </a:cubicBezTo>
                  <a:cubicBezTo>
                    <a:pt x="811" y="116"/>
                    <a:pt x="820" y="118"/>
                    <a:pt x="825" y="116"/>
                  </a:cubicBezTo>
                  <a:cubicBezTo>
                    <a:pt x="830" y="115"/>
                    <a:pt x="851" y="107"/>
                    <a:pt x="854" y="104"/>
                  </a:cubicBezTo>
                  <a:cubicBezTo>
                    <a:pt x="856" y="100"/>
                    <a:pt x="854" y="87"/>
                    <a:pt x="856" y="83"/>
                  </a:cubicBezTo>
                  <a:cubicBezTo>
                    <a:pt x="857" y="81"/>
                    <a:pt x="863" y="72"/>
                    <a:pt x="861" y="69"/>
                  </a:cubicBezTo>
                  <a:cubicBezTo>
                    <a:pt x="856" y="62"/>
                    <a:pt x="835" y="75"/>
                    <a:pt x="835" y="59"/>
                  </a:cubicBezTo>
                  <a:cubicBezTo>
                    <a:pt x="836" y="59"/>
                    <a:pt x="836" y="59"/>
                    <a:pt x="837" y="58"/>
                  </a:cubicBezTo>
                  <a:cubicBezTo>
                    <a:pt x="840" y="58"/>
                    <a:pt x="843" y="59"/>
                    <a:pt x="845" y="60"/>
                  </a:cubicBezTo>
                  <a:cubicBezTo>
                    <a:pt x="850" y="57"/>
                    <a:pt x="865" y="52"/>
                    <a:pt x="868" y="47"/>
                  </a:cubicBezTo>
                  <a:cubicBezTo>
                    <a:pt x="873" y="39"/>
                    <a:pt x="871" y="30"/>
                    <a:pt x="878" y="23"/>
                  </a:cubicBezTo>
                  <a:cubicBezTo>
                    <a:pt x="884" y="23"/>
                    <a:pt x="888" y="24"/>
                    <a:pt x="893" y="26"/>
                  </a:cubicBezTo>
                  <a:cubicBezTo>
                    <a:pt x="890" y="36"/>
                    <a:pt x="882" y="41"/>
                    <a:pt x="878" y="49"/>
                  </a:cubicBezTo>
                  <a:cubicBezTo>
                    <a:pt x="875" y="56"/>
                    <a:pt x="874" y="68"/>
                    <a:pt x="873" y="74"/>
                  </a:cubicBezTo>
                  <a:cubicBezTo>
                    <a:pt x="873" y="76"/>
                    <a:pt x="873" y="78"/>
                    <a:pt x="873" y="80"/>
                  </a:cubicBezTo>
                  <a:cubicBezTo>
                    <a:pt x="872" y="80"/>
                    <a:pt x="870" y="88"/>
                    <a:pt x="870" y="90"/>
                  </a:cubicBezTo>
                  <a:cubicBezTo>
                    <a:pt x="871" y="90"/>
                    <a:pt x="871" y="91"/>
                    <a:pt x="871" y="91"/>
                  </a:cubicBezTo>
                  <a:cubicBezTo>
                    <a:pt x="872" y="91"/>
                    <a:pt x="872" y="90"/>
                    <a:pt x="873" y="90"/>
                  </a:cubicBezTo>
                  <a:cubicBezTo>
                    <a:pt x="873" y="90"/>
                    <a:pt x="873" y="90"/>
                    <a:pt x="874" y="90"/>
                  </a:cubicBezTo>
                  <a:cubicBezTo>
                    <a:pt x="875" y="89"/>
                    <a:pt x="877" y="87"/>
                    <a:pt x="877" y="85"/>
                  </a:cubicBezTo>
                  <a:cubicBezTo>
                    <a:pt x="877" y="84"/>
                    <a:pt x="877" y="83"/>
                    <a:pt x="877" y="82"/>
                  </a:cubicBezTo>
                  <a:cubicBezTo>
                    <a:pt x="878" y="80"/>
                    <a:pt x="880" y="79"/>
                    <a:pt x="881" y="77"/>
                  </a:cubicBezTo>
                  <a:cubicBezTo>
                    <a:pt x="887" y="77"/>
                    <a:pt x="895" y="75"/>
                    <a:pt x="897" y="72"/>
                  </a:cubicBezTo>
                  <a:cubicBezTo>
                    <a:pt x="899" y="67"/>
                    <a:pt x="897" y="58"/>
                    <a:pt x="899" y="55"/>
                  </a:cubicBezTo>
                  <a:cubicBezTo>
                    <a:pt x="901" y="51"/>
                    <a:pt x="904" y="42"/>
                    <a:pt x="905" y="38"/>
                  </a:cubicBezTo>
                  <a:cubicBezTo>
                    <a:pt x="907" y="29"/>
                    <a:pt x="898" y="22"/>
                    <a:pt x="903" y="17"/>
                  </a:cubicBezTo>
                  <a:cubicBezTo>
                    <a:pt x="907" y="13"/>
                    <a:pt x="915" y="19"/>
                    <a:pt x="917" y="21"/>
                  </a:cubicBezTo>
                  <a:cubicBezTo>
                    <a:pt x="921" y="25"/>
                    <a:pt x="916" y="31"/>
                    <a:pt x="918" y="36"/>
                  </a:cubicBezTo>
                  <a:cubicBezTo>
                    <a:pt x="920" y="41"/>
                    <a:pt x="930" y="45"/>
                    <a:pt x="934" y="47"/>
                  </a:cubicBezTo>
                  <a:cubicBezTo>
                    <a:pt x="938" y="48"/>
                    <a:pt x="943" y="48"/>
                    <a:pt x="948" y="49"/>
                  </a:cubicBezTo>
                  <a:cubicBezTo>
                    <a:pt x="948" y="49"/>
                    <a:pt x="949" y="50"/>
                    <a:pt x="949" y="50"/>
                  </a:cubicBezTo>
                  <a:cubicBezTo>
                    <a:pt x="949" y="51"/>
                    <a:pt x="948" y="53"/>
                    <a:pt x="948" y="54"/>
                  </a:cubicBezTo>
                  <a:cubicBezTo>
                    <a:pt x="945" y="60"/>
                    <a:pt x="935" y="64"/>
                    <a:pt x="930" y="67"/>
                  </a:cubicBezTo>
                  <a:cubicBezTo>
                    <a:pt x="926" y="70"/>
                    <a:pt x="924" y="75"/>
                    <a:pt x="921" y="77"/>
                  </a:cubicBezTo>
                  <a:cubicBezTo>
                    <a:pt x="916" y="80"/>
                    <a:pt x="910" y="79"/>
                    <a:pt x="908" y="83"/>
                  </a:cubicBezTo>
                  <a:cubicBezTo>
                    <a:pt x="908" y="85"/>
                    <a:pt x="907" y="85"/>
                    <a:pt x="907" y="87"/>
                  </a:cubicBezTo>
                  <a:cubicBezTo>
                    <a:pt x="905" y="86"/>
                    <a:pt x="906" y="90"/>
                    <a:pt x="906" y="91"/>
                  </a:cubicBezTo>
                  <a:cubicBezTo>
                    <a:pt x="910" y="93"/>
                    <a:pt x="924" y="95"/>
                    <a:pt x="926" y="99"/>
                  </a:cubicBezTo>
                  <a:cubicBezTo>
                    <a:pt x="930" y="105"/>
                    <a:pt x="930" y="119"/>
                    <a:pt x="928" y="129"/>
                  </a:cubicBezTo>
                  <a:cubicBezTo>
                    <a:pt x="927" y="131"/>
                    <a:pt x="926" y="134"/>
                    <a:pt x="927" y="138"/>
                  </a:cubicBezTo>
                  <a:cubicBezTo>
                    <a:pt x="944" y="144"/>
                    <a:pt x="968" y="157"/>
                    <a:pt x="946" y="175"/>
                  </a:cubicBezTo>
                  <a:cubicBezTo>
                    <a:pt x="930" y="175"/>
                    <a:pt x="930" y="166"/>
                    <a:pt x="917" y="161"/>
                  </a:cubicBezTo>
                  <a:cubicBezTo>
                    <a:pt x="915" y="161"/>
                    <a:pt x="906" y="165"/>
                    <a:pt x="905" y="165"/>
                  </a:cubicBezTo>
                  <a:cubicBezTo>
                    <a:pt x="903" y="165"/>
                    <a:pt x="901" y="165"/>
                    <a:pt x="899" y="165"/>
                  </a:cubicBezTo>
                  <a:cubicBezTo>
                    <a:pt x="892" y="168"/>
                    <a:pt x="882" y="170"/>
                    <a:pt x="874" y="168"/>
                  </a:cubicBezTo>
                  <a:cubicBezTo>
                    <a:pt x="872" y="163"/>
                    <a:pt x="867" y="157"/>
                    <a:pt x="863" y="153"/>
                  </a:cubicBezTo>
                  <a:cubicBezTo>
                    <a:pt x="863" y="153"/>
                    <a:pt x="863" y="153"/>
                    <a:pt x="863" y="153"/>
                  </a:cubicBezTo>
                  <a:cubicBezTo>
                    <a:pt x="862" y="154"/>
                    <a:pt x="862" y="154"/>
                    <a:pt x="862" y="154"/>
                  </a:cubicBezTo>
                  <a:cubicBezTo>
                    <a:pt x="862" y="162"/>
                    <a:pt x="869" y="172"/>
                    <a:pt x="864" y="179"/>
                  </a:cubicBezTo>
                  <a:cubicBezTo>
                    <a:pt x="863" y="179"/>
                    <a:pt x="861" y="179"/>
                    <a:pt x="859" y="178"/>
                  </a:cubicBezTo>
                  <a:cubicBezTo>
                    <a:pt x="855" y="176"/>
                    <a:pt x="854" y="171"/>
                    <a:pt x="851" y="167"/>
                  </a:cubicBezTo>
                  <a:cubicBezTo>
                    <a:pt x="850" y="165"/>
                    <a:pt x="850" y="163"/>
                    <a:pt x="849" y="161"/>
                  </a:cubicBezTo>
                  <a:cubicBezTo>
                    <a:pt x="846" y="159"/>
                    <a:pt x="844" y="156"/>
                    <a:pt x="841" y="153"/>
                  </a:cubicBezTo>
                  <a:cubicBezTo>
                    <a:pt x="839" y="151"/>
                    <a:pt x="840" y="146"/>
                    <a:pt x="837" y="144"/>
                  </a:cubicBezTo>
                  <a:cubicBezTo>
                    <a:pt x="834" y="141"/>
                    <a:pt x="817" y="153"/>
                    <a:pt x="809" y="149"/>
                  </a:cubicBezTo>
                  <a:cubicBezTo>
                    <a:pt x="806" y="147"/>
                    <a:pt x="803" y="144"/>
                    <a:pt x="801" y="141"/>
                  </a:cubicBezTo>
                  <a:close/>
                  <a:moveTo>
                    <a:pt x="704" y="44"/>
                  </a:moveTo>
                  <a:cubicBezTo>
                    <a:pt x="705" y="43"/>
                    <a:pt x="706" y="43"/>
                    <a:pt x="707" y="42"/>
                  </a:cubicBezTo>
                  <a:cubicBezTo>
                    <a:pt x="707" y="41"/>
                    <a:pt x="707" y="41"/>
                    <a:pt x="706" y="40"/>
                  </a:cubicBezTo>
                  <a:cubicBezTo>
                    <a:pt x="706" y="40"/>
                    <a:pt x="706" y="40"/>
                    <a:pt x="706" y="40"/>
                  </a:cubicBezTo>
                  <a:cubicBezTo>
                    <a:pt x="706" y="40"/>
                    <a:pt x="706" y="40"/>
                    <a:pt x="705" y="40"/>
                  </a:cubicBezTo>
                  <a:cubicBezTo>
                    <a:pt x="705" y="41"/>
                    <a:pt x="705" y="43"/>
                    <a:pt x="704" y="44"/>
                  </a:cubicBezTo>
                  <a:close/>
                  <a:moveTo>
                    <a:pt x="702" y="45"/>
                  </a:moveTo>
                  <a:cubicBezTo>
                    <a:pt x="702" y="46"/>
                    <a:pt x="703" y="46"/>
                    <a:pt x="703" y="46"/>
                  </a:cubicBezTo>
                  <a:cubicBezTo>
                    <a:pt x="704" y="46"/>
                    <a:pt x="704" y="46"/>
                    <a:pt x="704" y="45"/>
                  </a:cubicBezTo>
                  <a:cubicBezTo>
                    <a:pt x="704" y="45"/>
                    <a:pt x="704" y="45"/>
                    <a:pt x="704" y="45"/>
                  </a:cubicBezTo>
                  <a:cubicBezTo>
                    <a:pt x="704" y="45"/>
                    <a:pt x="704" y="44"/>
                    <a:pt x="704" y="44"/>
                  </a:cubicBezTo>
                  <a:cubicBezTo>
                    <a:pt x="704" y="44"/>
                    <a:pt x="703" y="43"/>
                    <a:pt x="703" y="43"/>
                  </a:cubicBezTo>
                  <a:cubicBezTo>
                    <a:pt x="703" y="43"/>
                    <a:pt x="703" y="44"/>
                    <a:pt x="702" y="44"/>
                  </a:cubicBezTo>
                  <a:cubicBezTo>
                    <a:pt x="702" y="45"/>
                    <a:pt x="702" y="45"/>
                    <a:pt x="702" y="45"/>
                  </a:cubicBezTo>
                  <a:close/>
                  <a:moveTo>
                    <a:pt x="637" y="47"/>
                  </a:moveTo>
                  <a:cubicBezTo>
                    <a:pt x="637" y="41"/>
                    <a:pt x="637" y="35"/>
                    <a:pt x="639" y="30"/>
                  </a:cubicBezTo>
                  <a:cubicBezTo>
                    <a:pt x="639" y="27"/>
                    <a:pt x="639" y="25"/>
                    <a:pt x="638" y="23"/>
                  </a:cubicBezTo>
                  <a:cubicBezTo>
                    <a:pt x="640" y="23"/>
                    <a:pt x="647" y="21"/>
                    <a:pt x="647" y="21"/>
                  </a:cubicBezTo>
                  <a:cubicBezTo>
                    <a:pt x="652" y="29"/>
                    <a:pt x="651" y="39"/>
                    <a:pt x="658" y="45"/>
                  </a:cubicBezTo>
                  <a:cubicBezTo>
                    <a:pt x="658" y="48"/>
                    <a:pt x="658" y="51"/>
                    <a:pt x="658" y="55"/>
                  </a:cubicBezTo>
                  <a:cubicBezTo>
                    <a:pt x="656" y="55"/>
                    <a:pt x="654" y="58"/>
                    <a:pt x="653" y="59"/>
                  </a:cubicBezTo>
                  <a:cubicBezTo>
                    <a:pt x="643" y="59"/>
                    <a:pt x="640" y="53"/>
                    <a:pt x="637" y="47"/>
                  </a:cubicBezTo>
                  <a:close/>
                  <a:moveTo>
                    <a:pt x="621" y="118"/>
                  </a:moveTo>
                  <a:cubicBezTo>
                    <a:pt x="621" y="113"/>
                    <a:pt x="621" y="109"/>
                    <a:pt x="621" y="105"/>
                  </a:cubicBezTo>
                  <a:cubicBezTo>
                    <a:pt x="628" y="104"/>
                    <a:pt x="632" y="97"/>
                    <a:pt x="636" y="92"/>
                  </a:cubicBezTo>
                  <a:cubicBezTo>
                    <a:pt x="640" y="85"/>
                    <a:pt x="652" y="76"/>
                    <a:pt x="660" y="71"/>
                  </a:cubicBezTo>
                  <a:cubicBezTo>
                    <a:pt x="663" y="70"/>
                    <a:pt x="678" y="62"/>
                    <a:pt x="677" y="61"/>
                  </a:cubicBezTo>
                  <a:cubicBezTo>
                    <a:pt x="680" y="60"/>
                    <a:pt x="693" y="54"/>
                    <a:pt x="694" y="51"/>
                  </a:cubicBezTo>
                  <a:cubicBezTo>
                    <a:pt x="694" y="50"/>
                    <a:pt x="694" y="50"/>
                    <a:pt x="694" y="50"/>
                  </a:cubicBezTo>
                  <a:cubicBezTo>
                    <a:pt x="692" y="49"/>
                    <a:pt x="681" y="45"/>
                    <a:pt x="680" y="44"/>
                  </a:cubicBezTo>
                  <a:cubicBezTo>
                    <a:pt x="678" y="43"/>
                    <a:pt x="676" y="39"/>
                    <a:pt x="675" y="39"/>
                  </a:cubicBezTo>
                  <a:cubicBezTo>
                    <a:pt x="675" y="38"/>
                    <a:pt x="675" y="37"/>
                    <a:pt x="675" y="37"/>
                  </a:cubicBezTo>
                  <a:cubicBezTo>
                    <a:pt x="684" y="39"/>
                    <a:pt x="702" y="36"/>
                    <a:pt x="707" y="33"/>
                  </a:cubicBezTo>
                  <a:cubicBezTo>
                    <a:pt x="709" y="31"/>
                    <a:pt x="712" y="28"/>
                    <a:pt x="716" y="27"/>
                  </a:cubicBezTo>
                  <a:cubicBezTo>
                    <a:pt x="721" y="26"/>
                    <a:pt x="736" y="34"/>
                    <a:pt x="739" y="36"/>
                  </a:cubicBezTo>
                  <a:cubicBezTo>
                    <a:pt x="739" y="38"/>
                    <a:pt x="738" y="39"/>
                    <a:pt x="738" y="41"/>
                  </a:cubicBezTo>
                  <a:cubicBezTo>
                    <a:pt x="736" y="42"/>
                    <a:pt x="734" y="44"/>
                    <a:pt x="732" y="45"/>
                  </a:cubicBezTo>
                  <a:cubicBezTo>
                    <a:pt x="731" y="45"/>
                    <a:pt x="730" y="45"/>
                    <a:pt x="730" y="45"/>
                  </a:cubicBezTo>
                  <a:cubicBezTo>
                    <a:pt x="724" y="47"/>
                    <a:pt x="709" y="51"/>
                    <a:pt x="705" y="55"/>
                  </a:cubicBezTo>
                  <a:cubicBezTo>
                    <a:pt x="706" y="56"/>
                    <a:pt x="706" y="57"/>
                    <a:pt x="706" y="58"/>
                  </a:cubicBezTo>
                  <a:cubicBezTo>
                    <a:pt x="708" y="59"/>
                    <a:pt x="710" y="60"/>
                    <a:pt x="712" y="61"/>
                  </a:cubicBezTo>
                  <a:cubicBezTo>
                    <a:pt x="713" y="61"/>
                    <a:pt x="715" y="61"/>
                    <a:pt x="717" y="61"/>
                  </a:cubicBezTo>
                  <a:cubicBezTo>
                    <a:pt x="724" y="65"/>
                    <a:pt x="744" y="92"/>
                    <a:pt x="730" y="103"/>
                  </a:cubicBezTo>
                  <a:cubicBezTo>
                    <a:pt x="728" y="104"/>
                    <a:pt x="716" y="108"/>
                    <a:pt x="717" y="108"/>
                  </a:cubicBezTo>
                  <a:cubicBezTo>
                    <a:pt x="711" y="111"/>
                    <a:pt x="705" y="106"/>
                    <a:pt x="702" y="111"/>
                  </a:cubicBezTo>
                  <a:cubicBezTo>
                    <a:pt x="702" y="114"/>
                    <a:pt x="702" y="117"/>
                    <a:pt x="702" y="120"/>
                  </a:cubicBezTo>
                  <a:cubicBezTo>
                    <a:pt x="699" y="125"/>
                    <a:pt x="694" y="130"/>
                    <a:pt x="690" y="134"/>
                  </a:cubicBezTo>
                  <a:cubicBezTo>
                    <a:pt x="690" y="136"/>
                    <a:pt x="690" y="137"/>
                    <a:pt x="691" y="137"/>
                  </a:cubicBezTo>
                  <a:cubicBezTo>
                    <a:pt x="692" y="139"/>
                    <a:pt x="695" y="139"/>
                    <a:pt x="697" y="139"/>
                  </a:cubicBezTo>
                  <a:cubicBezTo>
                    <a:pt x="698" y="138"/>
                    <a:pt x="699" y="137"/>
                    <a:pt x="700" y="134"/>
                  </a:cubicBezTo>
                  <a:cubicBezTo>
                    <a:pt x="711" y="134"/>
                    <a:pt x="716" y="138"/>
                    <a:pt x="726" y="140"/>
                  </a:cubicBezTo>
                  <a:cubicBezTo>
                    <a:pt x="727" y="143"/>
                    <a:pt x="730" y="149"/>
                    <a:pt x="729" y="151"/>
                  </a:cubicBezTo>
                  <a:cubicBezTo>
                    <a:pt x="728" y="152"/>
                    <a:pt x="727" y="154"/>
                    <a:pt x="725" y="155"/>
                  </a:cubicBezTo>
                  <a:cubicBezTo>
                    <a:pt x="716" y="158"/>
                    <a:pt x="712" y="149"/>
                    <a:pt x="705" y="150"/>
                  </a:cubicBezTo>
                  <a:cubicBezTo>
                    <a:pt x="704" y="149"/>
                    <a:pt x="700" y="153"/>
                    <a:pt x="699" y="155"/>
                  </a:cubicBezTo>
                  <a:cubicBezTo>
                    <a:pt x="698" y="157"/>
                    <a:pt x="700" y="159"/>
                    <a:pt x="700" y="160"/>
                  </a:cubicBezTo>
                  <a:cubicBezTo>
                    <a:pt x="700" y="162"/>
                    <a:pt x="700" y="164"/>
                    <a:pt x="700" y="166"/>
                  </a:cubicBezTo>
                  <a:cubicBezTo>
                    <a:pt x="702" y="174"/>
                    <a:pt x="698" y="180"/>
                    <a:pt x="692" y="183"/>
                  </a:cubicBezTo>
                  <a:cubicBezTo>
                    <a:pt x="685" y="187"/>
                    <a:pt x="666" y="181"/>
                    <a:pt x="662" y="179"/>
                  </a:cubicBezTo>
                  <a:cubicBezTo>
                    <a:pt x="662" y="177"/>
                    <a:pt x="653" y="173"/>
                    <a:pt x="651" y="173"/>
                  </a:cubicBezTo>
                  <a:cubicBezTo>
                    <a:pt x="651" y="172"/>
                    <a:pt x="652" y="172"/>
                    <a:pt x="652" y="172"/>
                  </a:cubicBezTo>
                  <a:cubicBezTo>
                    <a:pt x="660" y="170"/>
                    <a:pt x="676" y="168"/>
                    <a:pt x="683" y="163"/>
                  </a:cubicBezTo>
                  <a:cubicBezTo>
                    <a:pt x="685" y="162"/>
                    <a:pt x="692" y="157"/>
                    <a:pt x="689" y="155"/>
                  </a:cubicBezTo>
                  <a:cubicBezTo>
                    <a:pt x="685" y="154"/>
                    <a:pt x="675" y="155"/>
                    <a:pt x="672" y="157"/>
                  </a:cubicBezTo>
                  <a:cubicBezTo>
                    <a:pt x="668" y="159"/>
                    <a:pt x="653" y="154"/>
                    <a:pt x="652" y="153"/>
                  </a:cubicBezTo>
                  <a:cubicBezTo>
                    <a:pt x="650" y="152"/>
                    <a:pt x="650" y="151"/>
                    <a:pt x="649" y="149"/>
                  </a:cubicBezTo>
                  <a:cubicBezTo>
                    <a:pt x="649" y="148"/>
                    <a:pt x="649" y="148"/>
                    <a:pt x="650" y="147"/>
                  </a:cubicBezTo>
                  <a:cubicBezTo>
                    <a:pt x="660" y="147"/>
                    <a:pt x="674" y="146"/>
                    <a:pt x="684" y="144"/>
                  </a:cubicBezTo>
                  <a:cubicBezTo>
                    <a:pt x="685" y="143"/>
                    <a:pt x="685" y="142"/>
                    <a:pt x="686" y="141"/>
                  </a:cubicBezTo>
                  <a:cubicBezTo>
                    <a:pt x="686" y="141"/>
                    <a:pt x="686" y="141"/>
                    <a:pt x="686" y="140"/>
                  </a:cubicBezTo>
                  <a:cubicBezTo>
                    <a:pt x="684" y="139"/>
                    <a:pt x="684" y="138"/>
                    <a:pt x="682" y="137"/>
                  </a:cubicBezTo>
                  <a:cubicBezTo>
                    <a:pt x="682" y="133"/>
                    <a:pt x="681" y="129"/>
                    <a:pt x="683" y="125"/>
                  </a:cubicBezTo>
                  <a:cubicBezTo>
                    <a:pt x="685" y="122"/>
                    <a:pt x="691" y="115"/>
                    <a:pt x="690" y="111"/>
                  </a:cubicBezTo>
                  <a:cubicBezTo>
                    <a:pt x="690" y="109"/>
                    <a:pt x="689" y="109"/>
                    <a:pt x="688" y="109"/>
                  </a:cubicBezTo>
                  <a:cubicBezTo>
                    <a:pt x="680" y="105"/>
                    <a:pt x="670" y="123"/>
                    <a:pt x="665" y="118"/>
                  </a:cubicBezTo>
                  <a:cubicBezTo>
                    <a:pt x="666" y="112"/>
                    <a:pt x="667" y="106"/>
                    <a:pt x="670" y="102"/>
                  </a:cubicBezTo>
                  <a:cubicBezTo>
                    <a:pt x="675" y="96"/>
                    <a:pt x="690" y="97"/>
                    <a:pt x="695" y="102"/>
                  </a:cubicBezTo>
                  <a:cubicBezTo>
                    <a:pt x="701" y="102"/>
                    <a:pt x="703" y="100"/>
                    <a:pt x="707" y="98"/>
                  </a:cubicBezTo>
                  <a:cubicBezTo>
                    <a:pt x="711" y="95"/>
                    <a:pt x="717" y="94"/>
                    <a:pt x="720" y="90"/>
                  </a:cubicBezTo>
                  <a:cubicBezTo>
                    <a:pt x="720" y="89"/>
                    <a:pt x="720" y="88"/>
                    <a:pt x="720" y="89"/>
                  </a:cubicBezTo>
                  <a:cubicBezTo>
                    <a:pt x="726" y="78"/>
                    <a:pt x="710" y="68"/>
                    <a:pt x="705" y="66"/>
                  </a:cubicBezTo>
                  <a:cubicBezTo>
                    <a:pt x="694" y="63"/>
                    <a:pt x="681" y="76"/>
                    <a:pt x="678" y="81"/>
                  </a:cubicBezTo>
                  <a:cubicBezTo>
                    <a:pt x="670" y="91"/>
                    <a:pt x="657" y="97"/>
                    <a:pt x="649" y="107"/>
                  </a:cubicBezTo>
                  <a:cubicBezTo>
                    <a:pt x="645" y="112"/>
                    <a:pt x="646" y="118"/>
                    <a:pt x="644" y="123"/>
                  </a:cubicBezTo>
                  <a:cubicBezTo>
                    <a:pt x="643" y="127"/>
                    <a:pt x="640" y="131"/>
                    <a:pt x="639" y="133"/>
                  </a:cubicBezTo>
                  <a:cubicBezTo>
                    <a:pt x="632" y="134"/>
                    <a:pt x="625" y="130"/>
                    <a:pt x="623" y="125"/>
                  </a:cubicBezTo>
                  <a:cubicBezTo>
                    <a:pt x="621" y="123"/>
                    <a:pt x="623" y="120"/>
                    <a:pt x="621" y="118"/>
                  </a:cubicBezTo>
                  <a:close/>
                  <a:moveTo>
                    <a:pt x="537" y="94"/>
                  </a:moveTo>
                  <a:cubicBezTo>
                    <a:pt x="538" y="94"/>
                    <a:pt x="540" y="93"/>
                    <a:pt x="540" y="92"/>
                  </a:cubicBezTo>
                  <a:cubicBezTo>
                    <a:pt x="541" y="91"/>
                    <a:pt x="540" y="90"/>
                    <a:pt x="540" y="89"/>
                  </a:cubicBezTo>
                  <a:cubicBezTo>
                    <a:pt x="539" y="90"/>
                    <a:pt x="539" y="90"/>
                    <a:pt x="539" y="90"/>
                  </a:cubicBezTo>
                  <a:cubicBezTo>
                    <a:pt x="538" y="91"/>
                    <a:pt x="538" y="93"/>
                    <a:pt x="537" y="94"/>
                  </a:cubicBezTo>
                  <a:close/>
                  <a:moveTo>
                    <a:pt x="503" y="79"/>
                  </a:moveTo>
                  <a:cubicBezTo>
                    <a:pt x="504" y="80"/>
                    <a:pt x="505" y="81"/>
                    <a:pt x="507" y="79"/>
                  </a:cubicBezTo>
                  <a:cubicBezTo>
                    <a:pt x="507" y="77"/>
                    <a:pt x="508" y="77"/>
                    <a:pt x="508" y="75"/>
                  </a:cubicBezTo>
                  <a:cubicBezTo>
                    <a:pt x="508" y="75"/>
                    <a:pt x="507" y="75"/>
                    <a:pt x="507" y="74"/>
                  </a:cubicBezTo>
                  <a:cubicBezTo>
                    <a:pt x="506" y="75"/>
                    <a:pt x="505" y="75"/>
                    <a:pt x="504" y="75"/>
                  </a:cubicBezTo>
                  <a:cubicBezTo>
                    <a:pt x="504" y="77"/>
                    <a:pt x="504" y="77"/>
                    <a:pt x="503" y="79"/>
                  </a:cubicBezTo>
                  <a:close/>
                  <a:moveTo>
                    <a:pt x="491" y="115"/>
                  </a:moveTo>
                  <a:cubicBezTo>
                    <a:pt x="496" y="117"/>
                    <a:pt x="504" y="111"/>
                    <a:pt x="507" y="108"/>
                  </a:cubicBezTo>
                  <a:cubicBezTo>
                    <a:pt x="506" y="107"/>
                    <a:pt x="506" y="105"/>
                    <a:pt x="506" y="104"/>
                  </a:cubicBezTo>
                  <a:cubicBezTo>
                    <a:pt x="505" y="104"/>
                    <a:pt x="505" y="103"/>
                    <a:pt x="504" y="103"/>
                  </a:cubicBezTo>
                  <a:cubicBezTo>
                    <a:pt x="501" y="105"/>
                    <a:pt x="494" y="109"/>
                    <a:pt x="491" y="113"/>
                  </a:cubicBezTo>
                  <a:cubicBezTo>
                    <a:pt x="491" y="113"/>
                    <a:pt x="491" y="114"/>
                    <a:pt x="491" y="115"/>
                  </a:cubicBezTo>
                  <a:close/>
                  <a:moveTo>
                    <a:pt x="460" y="78"/>
                  </a:moveTo>
                  <a:cubicBezTo>
                    <a:pt x="461" y="79"/>
                    <a:pt x="462" y="79"/>
                    <a:pt x="463" y="79"/>
                  </a:cubicBezTo>
                  <a:cubicBezTo>
                    <a:pt x="466" y="77"/>
                    <a:pt x="468" y="75"/>
                    <a:pt x="470" y="73"/>
                  </a:cubicBezTo>
                  <a:cubicBezTo>
                    <a:pt x="470" y="71"/>
                    <a:pt x="470" y="71"/>
                    <a:pt x="470" y="69"/>
                  </a:cubicBezTo>
                  <a:cubicBezTo>
                    <a:pt x="468" y="69"/>
                    <a:pt x="467" y="70"/>
                    <a:pt x="466" y="70"/>
                  </a:cubicBezTo>
                  <a:cubicBezTo>
                    <a:pt x="464" y="71"/>
                    <a:pt x="461" y="74"/>
                    <a:pt x="460" y="78"/>
                  </a:cubicBezTo>
                  <a:close/>
                  <a:moveTo>
                    <a:pt x="453" y="106"/>
                  </a:moveTo>
                  <a:cubicBezTo>
                    <a:pt x="454" y="106"/>
                    <a:pt x="454" y="106"/>
                    <a:pt x="455" y="106"/>
                  </a:cubicBezTo>
                  <a:cubicBezTo>
                    <a:pt x="457" y="103"/>
                    <a:pt x="473" y="90"/>
                    <a:pt x="469" y="87"/>
                  </a:cubicBezTo>
                  <a:cubicBezTo>
                    <a:pt x="458" y="82"/>
                    <a:pt x="453" y="96"/>
                    <a:pt x="453" y="106"/>
                  </a:cubicBezTo>
                  <a:close/>
                  <a:moveTo>
                    <a:pt x="438" y="93"/>
                  </a:moveTo>
                  <a:cubicBezTo>
                    <a:pt x="439" y="93"/>
                    <a:pt x="440" y="94"/>
                    <a:pt x="440" y="95"/>
                  </a:cubicBezTo>
                  <a:cubicBezTo>
                    <a:pt x="442" y="95"/>
                    <a:pt x="443" y="95"/>
                    <a:pt x="444" y="95"/>
                  </a:cubicBezTo>
                  <a:cubicBezTo>
                    <a:pt x="445" y="94"/>
                    <a:pt x="446" y="93"/>
                    <a:pt x="446" y="92"/>
                  </a:cubicBezTo>
                  <a:cubicBezTo>
                    <a:pt x="445" y="91"/>
                    <a:pt x="444" y="91"/>
                    <a:pt x="444" y="90"/>
                  </a:cubicBezTo>
                  <a:cubicBezTo>
                    <a:pt x="444" y="91"/>
                    <a:pt x="439" y="91"/>
                    <a:pt x="438" y="92"/>
                  </a:cubicBezTo>
                  <a:cubicBezTo>
                    <a:pt x="438" y="92"/>
                    <a:pt x="438" y="92"/>
                    <a:pt x="438" y="93"/>
                  </a:cubicBezTo>
                  <a:close/>
                  <a:moveTo>
                    <a:pt x="425" y="130"/>
                  </a:moveTo>
                  <a:cubicBezTo>
                    <a:pt x="429" y="129"/>
                    <a:pt x="448" y="117"/>
                    <a:pt x="439" y="112"/>
                  </a:cubicBezTo>
                  <a:cubicBezTo>
                    <a:pt x="438" y="112"/>
                    <a:pt x="438" y="112"/>
                    <a:pt x="437" y="112"/>
                  </a:cubicBezTo>
                  <a:cubicBezTo>
                    <a:pt x="435" y="119"/>
                    <a:pt x="428" y="123"/>
                    <a:pt x="425" y="130"/>
                  </a:cubicBezTo>
                  <a:close/>
                  <a:moveTo>
                    <a:pt x="398" y="150"/>
                  </a:moveTo>
                  <a:cubicBezTo>
                    <a:pt x="398" y="144"/>
                    <a:pt x="399" y="138"/>
                    <a:pt x="399" y="133"/>
                  </a:cubicBezTo>
                  <a:cubicBezTo>
                    <a:pt x="403" y="131"/>
                    <a:pt x="426" y="102"/>
                    <a:pt x="429" y="97"/>
                  </a:cubicBezTo>
                  <a:cubicBezTo>
                    <a:pt x="428" y="96"/>
                    <a:pt x="428" y="96"/>
                    <a:pt x="426" y="96"/>
                  </a:cubicBezTo>
                  <a:cubicBezTo>
                    <a:pt x="424" y="97"/>
                    <a:pt x="405" y="104"/>
                    <a:pt x="401" y="101"/>
                  </a:cubicBezTo>
                  <a:cubicBezTo>
                    <a:pt x="400" y="100"/>
                    <a:pt x="400" y="100"/>
                    <a:pt x="400" y="100"/>
                  </a:cubicBezTo>
                  <a:cubicBezTo>
                    <a:pt x="400" y="86"/>
                    <a:pt x="411" y="79"/>
                    <a:pt x="418" y="74"/>
                  </a:cubicBezTo>
                  <a:cubicBezTo>
                    <a:pt x="424" y="70"/>
                    <a:pt x="428" y="65"/>
                    <a:pt x="432" y="60"/>
                  </a:cubicBezTo>
                  <a:cubicBezTo>
                    <a:pt x="437" y="54"/>
                    <a:pt x="450" y="45"/>
                    <a:pt x="453" y="38"/>
                  </a:cubicBezTo>
                  <a:cubicBezTo>
                    <a:pt x="454" y="34"/>
                    <a:pt x="454" y="29"/>
                    <a:pt x="454" y="25"/>
                  </a:cubicBezTo>
                  <a:cubicBezTo>
                    <a:pt x="462" y="22"/>
                    <a:pt x="468" y="24"/>
                    <a:pt x="473" y="28"/>
                  </a:cubicBezTo>
                  <a:cubicBezTo>
                    <a:pt x="468" y="46"/>
                    <a:pt x="437" y="68"/>
                    <a:pt x="423" y="81"/>
                  </a:cubicBezTo>
                  <a:cubicBezTo>
                    <a:pt x="420" y="84"/>
                    <a:pt x="416" y="86"/>
                    <a:pt x="413" y="89"/>
                  </a:cubicBezTo>
                  <a:cubicBezTo>
                    <a:pt x="413" y="90"/>
                    <a:pt x="413" y="90"/>
                    <a:pt x="414" y="90"/>
                  </a:cubicBezTo>
                  <a:cubicBezTo>
                    <a:pt x="419" y="90"/>
                    <a:pt x="426" y="88"/>
                    <a:pt x="430" y="86"/>
                  </a:cubicBezTo>
                  <a:cubicBezTo>
                    <a:pt x="436" y="85"/>
                    <a:pt x="441" y="85"/>
                    <a:pt x="447" y="84"/>
                  </a:cubicBezTo>
                  <a:cubicBezTo>
                    <a:pt x="451" y="81"/>
                    <a:pt x="451" y="77"/>
                    <a:pt x="453" y="73"/>
                  </a:cubicBezTo>
                  <a:cubicBezTo>
                    <a:pt x="457" y="67"/>
                    <a:pt x="460" y="60"/>
                    <a:pt x="466" y="55"/>
                  </a:cubicBezTo>
                  <a:cubicBezTo>
                    <a:pt x="469" y="55"/>
                    <a:pt x="472" y="55"/>
                    <a:pt x="474" y="55"/>
                  </a:cubicBezTo>
                  <a:cubicBezTo>
                    <a:pt x="475" y="57"/>
                    <a:pt x="477" y="58"/>
                    <a:pt x="478" y="59"/>
                  </a:cubicBezTo>
                  <a:cubicBezTo>
                    <a:pt x="481" y="63"/>
                    <a:pt x="483" y="67"/>
                    <a:pt x="485" y="71"/>
                  </a:cubicBezTo>
                  <a:cubicBezTo>
                    <a:pt x="488" y="69"/>
                    <a:pt x="495" y="62"/>
                    <a:pt x="492" y="57"/>
                  </a:cubicBezTo>
                  <a:cubicBezTo>
                    <a:pt x="491" y="54"/>
                    <a:pt x="488" y="53"/>
                    <a:pt x="490" y="49"/>
                  </a:cubicBezTo>
                  <a:cubicBezTo>
                    <a:pt x="490" y="46"/>
                    <a:pt x="498" y="42"/>
                    <a:pt x="502" y="43"/>
                  </a:cubicBezTo>
                  <a:cubicBezTo>
                    <a:pt x="502" y="47"/>
                    <a:pt x="506" y="51"/>
                    <a:pt x="508" y="53"/>
                  </a:cubicBezTo>
                  <a:cubicBezTo>
                    <a:pt x="515" y="55"/>
                    <a:pt x="513" y="47"/>
                    <a:pt x="514" y="43"/>
                  </a:cubicBezTo>
                  <a:cubicBezTo>
                    <a:pt x="517" y="34"/>
                    <a:pt x="512" y="13"/>
                    <a:pt x="524" y="13"/>
                  </a:cubicBezTo>
                  <a:cubicBezTo>
                    <a:pt x="525" y="15"/>
                    <a:pt x="530" y="19"/>
                    <a:pt x="532" y="21"/>
                  </a:cubicBezTo>
                  <a:cubicBezTo>
                    <a:pt x="532" y="21"/>
                    <a:pt x="532" y="21"/>
                    <a:pt x="533" y="21"/>
                  </a:cubicBezTo>
                  <a:cubicBezTo>
                    <a:pt x="535" y="25"/>
                    <a:pt x="536" y="27"/>
                    <a:pt x="539" y="30"/>
                  </a:cubicBezTo>
                  <a:cubicBezTo>
                    <a:pt x="541" y="34"/>
                    <a:pt x="544" y="42"/>
                    <a:pt x="545" y="47"/>
                  </a:cubicBezTo>
                  <a:cubicBezTo>
                    <a:pt x="546" y="51"/>
                    <a:pt x="542" y="54"/>
                    <a:pt x="543" y="59"/>
                  </a:cubicBezTo>
                  <a:cubicBezTo>
                    <a:pt x="546" y="65"/>
                    <a:pt x="553" y="69"/>
                    <a:pt x="556" y="75"/>
                  </a:cubicBezTo>
                  <a:cubicBezTo>
                    <a:pt x="558" y="79"/>
                    <a:pt x="558" y="83"/>
                    <a:pt x="560" y="85"/>
                  </a:cubicBezTo>
                  <a:cubicBezTo>
                    <a:pt x="564" y="89"/>
                    <a:pt x="570" y="91"/>
                    <a:pt x="574" y="95"/>
                  </a:cubicBezTo>
                  <a:cubicBezTo>
                    <a:pt x="574" y="97"/>
                    <a:pt x="574" y="98"/>
                    <a:pt x="574" y="99"/>
                  </a:cubicBezTo>
                  <a:cubicBezTo>
                    <a:pt x="572" y="100"/>
                    <a:pt x="570" y="102"/>
                    <a:pt x="568" y="103"/>
                  </a:cubicBezTo>
                  <a:cubicBezTo>
                    <a:pt x="565" y="105"/>
                    <a:pt x="561" y="104"/>
                    <a:pt x="559" y="105"/>
                  </a:cubicBezTo>
                  <a:cubicBezTo>
                    <a:pt x="552" y="106"/>
                    <a:pt x="543" y="109"/>
                    <a:pt x="539" y="114"/>
                  </a:cubicBezTo>
                  <a:cubicBezTo>
                    <a:pt x="536" y="117"/>
                    <a:pt x="536" y="135"/>
                    <a:pt x="535" y="141"/>
                  </a:cubicBezTo>
                  <a:cubicBezTo>
                    <a:pt x="535" y="143"/>
                    <a:pt x="534" y="145"/>
                    <a:pt x="534" y="148"/>
                  </a:cubicBezTo>
                  <a:cubicBezTo>
                    <a:pt x="532" y="152"/>
                    <a:pt x="531" y="158"/>
                    <a:pt x="530" y="163"/>
                  </a:cubicBezTo>
                  <a:cubicBezTo>
                    <a:pt x="530" y="164"/>
                    <a:pt x="530" y="165"/>
                    <a:pt x="530" y="166"/>
                  </a:cubicBezTo>
                  <a:cubicBezTo>
                    <a:pt x="526" y="174"/>
                    <a:pt x="524" y="181"/>
                    <a:pt x="520" y="187"/>
                  </a:cubicBezTo>
                  <a:cubicBezTo>
                    <a:pt x="520" y="190"/>
                    <a:pt x="520" y="193"/>
                    <a:pt x="520" y="195"/>
                  </a:cubicBezTo>
                  <a:cubicBezTo>
                    <a:pt x="519" y="195"/>
                    <a:pt x="519" y="195"/>
                    <a:pt x="519" y="195"/>
                  </a:cubicBezTo>
                  <a:cubicBezTo>
                    <a:pt x="518" y="193"/>
                    <a:pt x="515" y="191"/>
                    <a:pt x="514" y="189"/>
                  </a:cubicBezTo>
                  <a:cubicBezTo>
                    <a:pt x="511" y="185"/>
                    <a:pt x="511" y="181"/>
                    <a:pt x="509" y="177"/>
                  </a:cubicBezTo>
                  <a:cubicBezTo>
                    <a:pt x="509" y="175"/>
                    <a:pt x="509" y="173"/>
                    <a:pt x="509" y="171"/>
                  </a:cubicBezTo>
                  <a:cubicBezTo>
                    <a:pt x="507" y="163"/>
                    <a:pt x="509" y="147"/>
                    <a:pt x="508" y="135"/>
                  </a:cubicBezTo>
                  <a:cubicBezTo>
                    <a:pt x="507" y="135"/>
                    <a:pt x="506" y="135"/>
                    <a:pt x="507" y="134"/>
                  </a:cubicBezTo>
                  <a:cubicBezTo>
                    <a:pt x="497" y="136"/>
                    <a:pt x="489" y="139"/>
                    <a:pt x="481" y="142"/>
                  </a:cubicBezTo>
                  <a:cubicBezTo>
                    <a:pt x="476" y="142"/>
                    <a:pt x="472" y="143"/>
                    <a:pt x="467" y="143"/>
                  </a:cubicBezTo>
                  <a:cubicBezTo>
                    <a:pt x="462" y="138"/>
                    <a:pt x="463" y="125"/>
                    <a:pt x="465" y="119"/>
                  </a:cubicBezTo>
                  <a:cubicBezTo>
                    <a:pt x="470" y="117"/>
                    <a:pt x="476" y="112"/>
                    <a:pt x="478" y="108"/>
                  </a:cubicBezTo>
                  <a:cubicBezTo>
                    <a:pt x="478" y="107"/>
                    <a:pt x="478" y="105"/>
                    <a:pt x="478" y="104"/>
                  </a:cubicBezTo>
                  <a:cubicBezTo>
                    <a:pt x="484" y="97"/>
                    <a:pt x="492" y="90"/>
                    <a:pt x="488" y="77"/>
                  </a:cubicBezTo>
                  <a:cubicBezTo>
                    <a:pt x="488" y="77"/>
                    <a:pt x="488" y="77"/>
                    <a:pt x="487" y="77"/>
                  </a:cubicBezTo>
                  <a:cubicBezTo>
                    <a:pt x="473" y="87"/>
                    <a:pt x="476" y="96"/>
                    <a:pt x="467" y="109"/>
                  </a:cubicBezTo>
                  <a:cubicBezTo>
                    <a:pt x="461" y="117"/>
                    <a:pt x="456" y="117"/>
                    <a:pt x="452" y="129"/>
                  </a:cubicBezTo>
                  <a:cubicBezTo>
                    <a:pt x="448" y="140"/>
                    <a:pt x="457" y="156"/>
                    <a:pt x="457" y="165"/>
                  </a:cubicBezTo>
                  <a:cubicBezTo>
                    <a:pt x="455" y="165"/>
                    <a:pt x="455" y="167"/>
                    <a:pt x="454" y="167"/>
                  </a:cubicBezTo>
                  <a:cubicBezTo>
                    <a:pt x="452" y="167"/>
                    <a:pt x="452" y="167"/>
                    <a:pt x="450" y="167"/>
                  </a:cubicBezTo>
                  <a:cubicBezTo>
                    <a:pt x="447" y="163"/>
                    <a:pt x="444" y="159"/>
                    <a:pt x="442" y="153"/>
                  </a:cubicBezTo>
                  <a:cubicBezTo>
                    <a:pt x="440" y="149"/>
                    <a:pt x="441" y="145"/>
                    <a:pt x="439" y="141"/>
                  </a:cubicBezTo>
                  <a:cubicBezTo>
                    <a:pt x="438" y="141"/>
                    <a:pt x="438" y="141"/>
                    <a:pt x="437" y="141"/>
                  </a:cubicBezTo>
                  <a:cubicBezTo>
                    <a:pt x="431" y="151"/>
                    <a:pt x="418" y="157"/>
                    <a:pt x="402" y="157"/>
                  </a:cubicBezTo>
                  <a:cubicBezTo>
                    <a:pt x="402" y="156"/>
                    <a:pt x="400" y="155"/>
                    <a:pt x="400" y="155"/>
                  </a:cubicBezTo>
                  <a:cubicBezTo>
                    <a:pt x="398" y="153"/>
                    <a:pt x="398" y="151"/>
                    <a:pt x="398" y="150"/>
                  </a:cubicBezTo>
                  <a:close/>
                  <a:moveTo>
                    <a:pt x="278" y="104"/>
                  </a:moveTo>
                  <a:cubicBezTo>
                    <a:pt x="279" y="106"/>
                    <a:pt x="280" y="109"/>
                    <a:pt x="281" y="111"/>
                  </a:cubicBezTo>
                  <a:cubicBezTo>
                    <a:pt x="282" y="111"/>
                    <a:pt x="282" y="111"/>
                    <a:pt x="282" y="111"/>
                  </a:cubicBezTo>
                  <a:cubicBezTo>
                    <a:pt x="283" y="108"/>
                    <a:pt x="286" y="101"/>
                    <a:pt x="283" y="99"/>
                  </a:cubicBezTo>
                  <a:cubicBezTo>
                    <a:pt x="283" y="99"/>
                    <a:pt x="282" y="99"/>
                    <a:pt x="282" y="98"/>
                  </a:cubicBezTo>
                  <a:cubicBezTo>
                    <a:pt x="281" y="98"/>
                    <a:pt x="280" y="98"/>
                    <a:pt x="279" y="99"/>
                  </a:cubicBezTo>
                  <a:cubicBezTo>
                    <a:pt x="279" y="102"/>
                    <a:pt x="278" y="101"/>
                    <a:pt x="278" y="104"/>
                  </a:cubicBezTo>
                  <a:close/>
                  <a:moveTo>
                    <a:pt x="257" y="97"/>
                  </a:moveTo>
                  <a:cubicBezTo>
                    <a:pt x="257" y="97"/>
                    <a:pt x="257" y="98"/>
                    <a:pt x="257" y="99"/>
                  </a:cubicBezTo>
                  <a:cubicBezTo>
                    <a:pt x="258" y="99"/>
                    <a:pt x="258" y="99"/>
                    <a:pt x="258" y="99"/>
                  </a:cubicBezTo>
                  <a:cubicBezTo>
                    <a:pt x="258" y="99"/>
                    <a:pt x="259" y="99"/>
                    <a:pt x="259" y="99"/>
                  </a:cubicBezTo>
                  <a:cubicBezTo>
                    <a:pt x="260" y="98"/>
                    <a:pt x="260" y="97"/>
                    <a:pt x="261" y="97"/>
                  </a:cubicBezTo>
                  <a:cubicBezTo>
                    <a:pt x="261" y="95"/>
                    <a:pt x="261" y="95"/>
                    <a:pt x="260" y="93"/>
                  </a:cubicBezTo>
                  <a:cubicBezTo>
                    <a:pt x="260" y="93"/>
                    <a:pt x="260" y="93"/>
                    <a:pt x="260" y="93"/>
                  </a:cubicBezTo>
                  <a:cubicBezTo>
                    <a:pt x="259" y="93"/>
                    <a:pt x="259" y="93"/>
                    <a:pt x="259" y="93"/>
                  </a:cubicBezTo>
                  <a:cubicBezTo>
                    <a:pt x="258" y="94"/>
                    <a:pt x="258" y="95"/>
                    <a:pt x="257" y="97"/>
                  </a:cubicBezTo>
                  <a:close/>
                  <a:moveTo>
                    <a:pt x="236" y="104"/>
                  </a:moveTo>
                  <a:cubicBezTo>
                    <a:pt x="236" y="105"/>
                    <a:pt x="237" y="105"/>
                    <a:pt x="238" y="105"/>
                  </a:cubicBezTo>
                  <a:cubicBezTo>
                    <a:pt x="241" y="104"/>
                    <a:pt x="242" y="102"/>
                    <a:pt x="245" y="100"/>
                  </a:cubicBezTo>
                  <a:cubicBezTo>
                    <a:pt x="245" y="99"/>
                    <a:pt x="245" y="98"/>
                    <a:pt x="245" y="97"/>
                  </a:cubicBezTo>
                  <a:cubicBezTo>
                    <a:pt x="244" y="97"/>
                    <a:pt x="244" y="97"/>
                    <a:pt x="244" y="97"/>
                  </a:cubicBezTo>
                  <a:cubicBezTo>
                    <a:pt x="244" y="97"/>
                    <a:pt x="243" y="97"/>
                    <a:pt x="242" y="97"/>
                  </a:cubicBezTo>
                  <a:cubicBezTo>
                    <a:pt x="240" y="99"/>
                    <a:pt x="238" y="101"/>
                    <a:pt x="236" y="104"/>
                  </a:cubicBezTo>
                  <a:close/>
                  <a:moveTo>
                    <a:pt x="216" y="151"/>
                  </a:moveTo>
                  <a:cubicBezTo>
                    <a:pt x="217" y="152"/>
                    <a:pt x="225" y="157"/>
                    <a:pt x="226" y="158"/>
                  </a:cubicBezTo>
                  <a:cubicBezTo>
                    <a:pt x="230" y="159"/>
                    <a:pt x="253" y="155"/>
                    <a:pt x="254" y="154"/>
                  </a:cubicBezTo>
                  <a:cubicBezTo>
                    <a:pt x="254" y="153"/>
                    <a:pt x="253" y="151"/>
                    <a:pt x="252" y="149"/>
                  </a:cubicBezTo>
                  <a:cubicBezTo>
                    <a:pt x="253" y="149"/>
                    <a:pt x="253" y="149"/>
                    <a:pt x="253" y="149"/>
                  </a:cubicBezTo>
                  <a:cubicBezTo>
                    <a:pt x="259" y="147"/>
                    <a:pt x="266" y="162"/>
                    <a:pt x="274" y="147"/>
                  </a:cubicBezTo>
                  <a:cubicBezTo>
                    <a:pt x="280" y="149"/>
                    <a:pt x="289" y="157"/>
                    <a:pt x="296" y="153"/>
                  </a:cubicBezTo>
                  <a:cubicBezTo>
                    <a:pt x="309" y="147"/>
                    <a:pt x="312" y="126"/>
                    <a:pt x="312" y="104"/>
                  </a:cubicBezTo>
                  <a:cubicBezTo>
                    <a:pt x="312" y="97"/>
                    <a:pt x="313" y="86"/>
                    <a:pt x="310" y="81"/>
                  </a:cubicBezTo>
                  <a:cubicBezTo>
                    <a:pt x="310" y="78"/>
                    <a:pt x="310" y="75"/>
                    <a:pt x="310" y="73"/>
                  </a:cubicBezTo>
                  <a:cubicBezTo>
                    <a:pt x="310" y="67"/>
                    <a:pt x="310" y="56"/>
                    <a:pt x="308" y="51"/>
                  </a:cubicBezTo>
                  <a:cubicBezTo>
                    <a:pt x="308" y="49"/>
                    <a:pt x="307" y="45"/>
                    <a:pt x="307" y="43"/>
                  </a:cubicBezTo>
                  <a:cubicBezTo>
                    <a:pt x="305" y="35"/>
                    <a:pt x="304" y="27"/>
                    <a:pt x="301" y="21"/>
                  </a:cubicBezTo>
                  <a:cubicBezTo>
                    <a:pt x="270" y="17"/>
                    <a:pt x="248" y="27"/>
                    <a:pt x="235" y="46"/>
                  </a:cubicBezTo>
                  <a:cubicBezTo>
                    <a:pt x="232" y="50"/>
                    <a:pt x="222" y="63"/>
                    <a:pt x="225" y="70"/>
                  </a:cubicBezTo>
                  <a:cubicBezTo>
                    <a:pt x="233" y="70"/>
                    <a:pt x="243" y="58"/>
                    <a:pt x="249" y="54"/>
                  </a:cubicBezTo>
                  <a:cubicBezTo>
                    <a:pt x="250" y="54"/>
                    <a:pt x="254" y="53"/>
                    <a:pt x="254" y="53"/>
                  </a:cubicBezTo>
                  <a:cubicBezTo>
                    <a:pt x="280" y="51"/>
                    <a:pt x="264" y="71"/>
                    <a:pt x="264" y="83"/>
                  </a:cubicBezTo>
                  <a:cubicBezTo>
                    <a:pt x="268" y="85"/>
                    <a:pt x="278" y="95"/>
                    <a:pt x="284" y="92"/>
                  </a:cubicBezTo>
                  <a:cubicBezTo>
                    <a:pt x="284" y="91"/>
                    <a:pt x="285" y="90"/>
                    <a:pt x="286" y="90"/>
                  </a:cubicBezTo>
                  <a:cubicBezTo>
                    <a:pt x="293" y="90"/>
                    <a:pt x="311" y="103"/>
                    <a:pt x="302" y="112"/>
                  </a:cubicBezTo>
                  <a:cubicBezTo>
                    <a:pt x="299" y="115"/>
                    <a:pt x="294" y="117"/>
                    <a:pt x="290" y="120"/>
                  </a:cubicBezTo>
                  <a:cubicBezTo>
                    <a:pt x="285" y="123"/>
                    <a:pt x="280" y="129"/>
                    <a:pt x="274" y="133"/>
                  </a:cubicBezTo>
                  <a:cubicBezTo>
                    <a:pt x="274" y="133"/>
                    <a:pt x="272" y="133"/>
                    <a:pt x="273" y="134"/>
                  </a:cubicBezTo>
                  <a:cubicBezTo>
                    <a:pt x="268" y="137"/>
                    <a:pt x="260" y="139"/>
                    <a:pt x="254" y="143"/>
                  </a:cubicBezTo>
                  <a:cubicBezTo>
                    <a:pt x="251" y="145"/>
                    <a:pt x="243" y="143"/>
                    <a:pt x="240" y="143"/>
                  </a:cubicBezTo>
                  <a:cubicBezTo>
                    <a:pt x="238" y="140"/>
                    <a:pt x="232" y="133"/>
                    <a:pt x="236" y="127"/>
                  </a:cubicBezTo>
                  <a:cubicBezTo>
                    <a:pt x="237" y="124"/>
                    <a:pt x="242" y="120"/>
                    <a:pt x="244" y="119"/>
                  </a:cubicBezTo>
                  <a:cubicBezTo>
                    <a:pt x="244" y="116"/>
                    <a:pt x="243" y="116"/>
                    <a:pt x="241" y="116"/>
                  </a:cubicBezTo>
                  <a:cubicBezTo>
                    <a:pt x="238" y="121"/>
                    <a:pt x="227" y="110"/>
                    <a:pt x="226" y="108"/>
                  </a:cubicBezTo>
                  <a:cubicBezTo>
                    <a:pt x="226" y="105"/>
                    <a:pt x="226" y="102"/>
                    <a:pt x="226" y="99"/>
                  </a:cubicBezTo>
                  <a:cubicBezTo>
                    <a:pt x="229" y="98"/>
                    <a:pt x="231" y="95"/>
                    <a:pt x="234" y="93"/>
                  </a:cubicBezTo>
                  <a:cubicBezTo>
                    <a:pt x="242" y="89"/>
                    <a:pt x="256" y="87"/>
                    <a:pt x="252" y="74"/>
                  </a:cubicBezTo>
                  <a:cubicBezTo>
                    <a:pt x="252" y="74"/>
                    <a:pt x="251" y="74"/>
                    <a:pt x="250" y="74"/>
                  </a:cubicBezTo>
                  <a:cubicBezTo>
                    <a:pt x="246" y="78"/>
                    <a:pt x="227" y="77"/>
                    <a:pt x="223" y="83"/>
                  </a:cubicBezTo>
                  <a:cubicBezTo>
                    <a:pt x="220" y="86"/>
                    <a:pt x="223" y="93"/>
                    <a:pt x="221" y="97"/>
                  </a:cubicBezTo>
                  <a:cubicBezTo>
                    <a:pt x="219" y="97"/>
                    <a:pt x="220" y="103"/>
                    <a:pt x="218" y="105"/>
                  </a:cubicBezTo>
                  <a:cubicBezTo>
                    <a:pt x="214" y="114"/>
                    <a:pt x="219" y="132"/>
                    <a:pt x="217" y="141"/>
                  </a:cubicBezTo>
                  <a:cubicBezTo>
                    <a:pt x="217" y="144"/>
                    <a:pt x="216" y="149"/>
                    <a:pt x="216" y="151"/>
                  </a:cubicBezTo>
                  <a:close/>
                  <a:moveTo>
                    <a:pt x="197" y="154"/>
                  </a:moveTo>
                  <a:cubicBezTo>
                    <a:pt x="197" y="141"/>
                    <a:pt x="202" y="127"/>
                    <a:pt x="205" y="115"/>
                  </a:cubicBezTo>
                  <a:cubicBezTo>
                    <a:pt x="205" y="113"/>
                    <a:pt x="205" y="110"/>
                    <a:pt x="205" y="107"/>
                  </a:cubicBezTo>
                  <a:cubicBezTo>
                    <a:pt x="205" y="93"/>
                    <a:pt x="199" y="79"/>
                    <a:pt x="201" y="66"/>
                  </a:cubicBezTo>
                  <a:cubicBezTo>
                    <a:pt x="205" y="39"/>
                    <a:pt x="229" y="25"/>
                    <a:pt x="252" y="17"/>
                  </a:cubicBezTo>
                  <a:cubicBezTo>
                    <a:pt x="261" y="15"/>
                    <a:pt x="289" y="6"/>
                    <a:pt x="300" y="13"/>
                  </a:cubicBezTo>
                  <a:cubicBezTo>
                    <a:pt x="302" y="13"/>
                    <a:pt x="306" y="13"/>
                    <a:pt x="308" y="15"/>
                  </a:cubicBezTo>
                  <a:cubicBezTo>
                    <a:pt x="330" y="29"/>
                    <a:pt x="324" y="79"/>
                    <a:pt x="325" y="113"/>
                  </a:cubicBezTo>
                  <a:cubicBezTo>
                    <a:pt x="325" y="129"/>
                    <a:pt x="328" y="154"/>
                    <a:pt x="320" y="163"/>
                  </a:cubicBezTo>
                  <a:cubicBezTo>
                    <a:pt x="318" y="166"/>
                    <a:pt x="294" y="183"/>
                    <a:pt x="287" y="179"/>
                  </a:cubicBezTo>
                  <a:cubicBezTo>
                    <a:pt x="280" y="175"/>
                    <a:pt x="274" y="165"/>
                    <a:pt x="264" y="164"/>
                  </a:cubicBezTo>
                  <a:cubicBezTo>
                    <a:pt x="261" y="163"/>
                    <a:pt x="257" y="167"/>
                    <a:pt x="254" y="168"/>
                  </a:cubicBezTo>
                  <a:cubicBezTo>
                    <a:pt x="252" y="169"/>
                    <a:pt x="230" y="173"/>
                    <a:pt x="226" y="171"/>
                  </a:cubicBezTo>
                  <a:cubicBezTo>
                    <a:pt x="221" y="170"/>
                    <a:pt x="220" y="167"/>
                    <a:pt x="216" y="164"/>
                  </a:cubicBezTo>
                  <a:cubicBezTo>
                    <a:pt x="216" y="164"/>
                    <a:pt x="216" y="164"/>
                    <a:pt x="216" y="164"/>
                  </a:cubicBezTo>
                  <a:cubicBezTo>
                    <a:pt x="213" y="166"/>
                    <a:pt x="211" y="170"/>
                    <a:pt x="206" y="170"/>
                  </a:cubicBezTo>
                  <a:cubicBezTo>
                    <a:pt x="204" y="168"/>
                    <a:pt x="202" y="166"/>
                    <a:pt x="201" y="164"/>
                  </a:cubicBezTo>
                  <a:cubicBezTo>
                    <a:pt x="199" y="161"/>
                    <a:pt x="199" y="158"/>
                    <a:pt x="197" y="154"/>
                  </a:cubicBezTo>
                  <a:close/>
                  <a:moveTo>
                    <a:pt x="83" y="79"/>
                  </a:moveTo>
                  <a:cubicBezTo>
                    <a:pt x="84" y="83"/>
                    <a:pt x="84" y="85"/>
                    <a:pt x="85" y="87"/>
                  </a:cubicBezTo>
                  <a:cubicBezTo>
                    <a:pt x="92" y="84"/>
                    <a:pt x="115" y="69"/>
                    <a:pt x="116" y="62"/>
                  </a:cubicBezTo>
                  <a:cubicBezTo>
                    <a:pt x="116" y="62"/>
                    <a:pt x="116" y="62"/>
                    <a:pt x="115" y="62"/>
                  </a:cubicBezTo>
                  <a:cubicBezTo>
                    <a:pt x="111" y="60"/>
                    <a:pt x="105" y="62"/>
                    <a:pt x="101" y="63"/>
                  </a:cubicBezTo>
                  <a:cubicBezTo>
                    <a:pt x="98" y="63"/>
                    <a:pt x="96" y="63"/>
                    <a:pt x="93" y="63"/>
                  </a:cubicBezTo>
                  <a:cubicBezTo>
                    <a:pt x="84" y="65"/>
                    <a:pt x="82" y="70"/>
                    <a:pt x="83" y="79"/>
                  </a:cubicBezTo>
                  <a:close/>
                  <a:moveTo>
                    <a:pt x="32" y="97"/>
                  </a:moveTo>
                  <a:cubicBezTo>
                    <a:pt x="36" y="101"/>
                    <a:pt x="36" y="104"/>
                    <a:pt x="36" y="112"/>
                  </a:cubicBezTo>
                  <a:cubicBezTo>
                    <a:pt x="38" y="113"/>
                    <a:pt x="38" y="113"/>
                    <a:pt x="38" y="114"/>
                  </a:cubicBezTo>
                  <a:cubicBezTo>
                    <a:pt x="41" y="114"/>
                    <a:pt x="44" y="114"/>
                    <a:pt x="46" y="113"/>
                  </a:cubicBezTo>
                  <a:cubicBezTo>
                    <a:pt x="47" y="111"/>
                    <a:pt x="50" y="108"/>
                    <a:pt x="50" y="106"/>
                  </a:cubicBezTo>
                  <a:cubicBezTo>
                    <a:pt x="52" y="100"/>
                    <a:pt x="53" y="86"/>
                    <a:pt x="49" y="83"/>
                  </a:cubicBezTo>
                  <a:cubicBezTo>
                    <a:pt x="49" y="83"/>
                    <a:pt x="49" y="82"/>
                    <a:pt x="48" y="82"/>
                  </a:cubicBezTo>
                  <a:cubicBezTo>
                    <a:pt x="42" y="82"/>
                    <a:pt x="34" y="89"/>
                    <a:pt x="32" y="94"/>
                  </a:cubicBezTo>
                  <a:cubicBezTo>
                    <a:pt x="32" y="95"/>
                    <a:pt x="32" y="96"/>
                    <a:pt x="32" y="97"/>
                  </a:cubicBezTo>
                  <a:close/>
                  <a:moveTo>
                    <a:pt x="3" y="66"/>
                  </a:moveTo>
                  <a:cubicBezTo>
                    <a:pt x="9" y="66"/>
                    <a:pt x="12" y="70"/>
                    <a:pt x="14" y="73"/>
                  </a:cubicBezTo>
                  <a:cubicBezTo>
                    <a:pt x="16" y="73"/>
                    <a:pt x="18" y="73"/>
                    <a:pt x="19" y="73"/>
                  </a:cubicBezTo>
                  <a:cubicBezTo>
                    <a:pt x="22" y="71"/>
                    <a:pt x="24" y="69"/>
                    <a:pt x="26" y="67"/>
                  </a:cubicBezTo>
                  <a:cubicBezTo>
                    <a:pt x="31" y="64"/>
                    <a:pt x="38" y="63"/>
                    <a:pt x="44" y="60"/>
                  </a:cubicBezTo>
                  <a:cubicBezTo>
                    <a:pt x="48" y="57"/>
                    <a:pt x="51" y="59"/>
                    <a:pt x="54" y="55"/>
                  </a:cubicBezTo>
                  <a:cubicBezTo>
                    <a:pt x="57" y="47"/>
                    <a:pt x="51" y="40"/>
                    <a:pt x="54" y="31"/>
                  </a:cubicBezTo>
                  <a:cubicBezTo>
                    <a:pt x="55" y="26"/>
                    <a:pt x="56" y="23"/>
                    <a:pt x="57" y="17"/>
                  </a:cubicBezTo>
                  <a:cubicBezTo>
                    <a:pt x="57" y="17"/>
                    <a:pt x="56" y="5"/>
                    <a:pt x="58" y="7"/>
                  </a:cubicBezTo>
                  <a:cubicBezTo>
                    <a:pt x="58" y="6"/>
                    <a:pt x="58" y="6"/>
                    <a:pt x="59" y="6"/>
                  </a:cubicBezTo>
                  <a:cubicBezTo>
                    <a:pt x="69" y="5"/>
                    <a:pt x="83" y="21"/>
                    <a:pt x="92" y="27"/>
                  </a:cubicBezTo>
                  <a:cubicBezTo>
                    <a:pt x="92" y="35"/>
                    <a:pt x="89" y="43"/>
                    <a:pt x="90" y="51"/>
                  </a:cubicBezTo>
                  <a:cubicBezTo>
                    <a:pt x="100" y="55"/>
                    <a:pt x="115" y="50"/>
                    <a:pt x="126" y="48"/>
                  </a:cubicBezTo>
                  <a:cubicBezTo>
                    <a:pt x="130" y="48"/>
                    <a:pt x="134" y="48"/>
                    <a:pt x="138" y="49"/>
                  </a:cubicBezTo>
                  <a:cubicBezTo>
                    <a:pt x="140" y="50"/>
                    <a:pt x="142" y="53"/>
                    <a:pt x="144" y="53"/>
                  </a:cubicBezTo>
                  <a:cubicBezTo>
                    <a:pt x="144" y="53"/>
                    <a:pt x="144" y="55"/>
                    <a:pt x="144" y="55"/>
                  </a:cubicBezTo>
                  <a:cubicBezTo>
                    <a:pt x="140" y="59"/>
                    <a:pt x="136" y="64"/>
                    <a:pt x="133" y="68"/>
                  </a:cubicBezTo>
                  <a:cubicBezTo>
                    <a:pt x="130" y="71"/>
                    <a:pt x="120" y="76"/>
                    <a:pt x="114" y="79"/>
                  </a:cubicBezTo>
                  <a:cubicBezTo>
                    <a:pt x="110" y="82"/>
                    <a:pt x="104" y="83"/>
                    <a:pt x="104" y="90"/>
                  </a:cubicBezTo>
                  <a:cubicBezTo>
                    <a:pt x="105" y="91"/>
                    <a:pt x="106" y="91"/>
                    <a:pt x="106" y="92"/>
                  </a:cubicBezTo>
                  <a:cubicBezTo>
                    <a:pt x="114" y="95"/>
                    <a:pt x="125" y="91"/>
                    <a:pt x="128" y="99"/>
                  </a:cubicBezTo>
                  <a:cubicBezTo>
                    <a:pt x="129" y="101"/>
                    <a:pt x="130" y="103"/>
                    <a:pt x="129" y="105"/>
                  </a:cubicBezTo>
                  <a:cubicBezTo>
                    <a:pt x="124" y="112"/>
                    <a:pt x="112" y="106"/>
                    <a:pt x="105" y="111"/>
                  </a:cubicBezTo>
                  <a:cubicBezTo>
                    <a:pt x="99" y="115"/>
                    <a:pt x="94" y="120"/>
                    <a:pt x="89" y="124"/>
                  </a:cubicBezTo>
                  <a:cubicBezTo>
                    <a:pt x="84" y="127"/>
                    <a:pt x="79" y="125"/>
                    <a:pt x="76" y="130"/>
                  </a:cubicBezTo>
                  <a:cubicBezTo>
                    <a:pt x="72" y="136"/>
                    <a:pt x="76" y="147"/>
                    <a:pt x="74" y="153"/>
                  </a:cubicBezTo>
                  <a:cubicBezTo>
                    <a:pt x="74" y="155"/>
                    <a:pt x="73" y="156"/>
                    <a:pt x="73" y="157"/>
                  </a:cubicBezTo>
                  <a:cubicBezTo>
                    <a:pt x="64" y="159"/>
                    <a:pt x="66" y="177"/>
                    <a:pt x="59" y="183"/>
                  </a:cubicBezTo>
                  <a:cubicBezTo>
                    <a:pt x="57" y="172"/>
                    <a:pt x="50" y="162"/>
                    <a:pt x="48" y="152"/>
                  </a:cubicBezTo>
                  <a:cubicBezTo>
                    <a:pt x="48" y="147"/>
                    <a:pt x="50" y="142"/>
                    <a:pt x="46" y="139"/>
                  </a:cubicBezTo>
                  <a:cubicBezTo>
                    <a:pt x="44" y="138"/>
                    <a:pt x="40" y="139"/>
                    <a:pt x="38" y="138"/>
                  </a:cubicBezTo>
                  <a:cubicBezTo>
                    <a:pt x="36" y="132"/>
                    <a:pt x="34" y="123"/>
                    <a:pt x="26" y="121"/>
                  </a:cubicBezTo>
                  <a:cubicBezTo>
                    <a:pt x="23" y="120"/>
                    <a:pt x="22" y="122"/>
                    <a:pt x="17" y="122"/>
                  </a:cubicBezTo>
                  <a:cubicBezTo>
                    <a:pt x="16" y="120"/>
                    <a:pt x="15" y="116"/>
                    <a:pt x="14" y="114"/>
                  </a:cubicBezTo>
                  <a:cubicBezTo>
                    <a:pt x="12" y="111"/>
                    <a:pt x="7" y="110"/>
                    <a:pt x="5" y="107"/>
                  </a:cubicBezTo>
                  <a:cubicBezTo>
                    <a:pt x="5" y="107"/>
                    <a:pt x="5" y="107"/>
                    <a:pt x="5" y="107"/>
                  </a:cubicBezTo>
                  <a:cubicBezTo>
                    <a:pt x="3" y="102"/>
                    <a:pt x="5" y="99"/>
                    <a:pt x="4" y="96"/>
                  </a:cubicBezTo>
                  <a:cubicBezTo>
                    <a:pt x="4" y="94"/>
                    <a:pt x="1" y="93"/>
                    <a:pt x="0" y="90"/>
                  </a:cubicBezTo>
                  <a:cubicBezTo>
                    <a:pt x="4" y="85"/>
                    <a:pt x="3" y="76"/>
                    <a:pt x="3" y="6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59" name="Freeform 37"/>
            <p:cNvSpPr>
              <a:spLocks noEditPoints="1"/>
            </p:cNvSpPr>
            <p:nvPr/>
          </p:nvSpPr>
          <p:spPr bwMode="auto">
            <a:xfrm>
              <a:off x="8797988" y="4643741"/>
              <a:ext cx="334963" cy="325438"/>
            </a:xfrm>
            <a:custGeom>
              <a:avLst/>
              <a:gdLst>
                <a:gd name="T0" fmla="*/ 218 w 225"/>
                <a:gd name="T1" fmla="*/ 76 h 216"/>
                <a:gd name="T2" fmla="*/ 170 w 225"/>
                <a:gd name="T3" fmla="*/ 32 h 216"/>
                <a:gd name="T4" fmla="*/ 113 w 225"/>
                <a:gd name="T5" fmla="*/ 0 h 216"/>
                <a:gd name="T6" fmla="*/ 56 w 225"/>
                <a:gd name="T7" fmla="*/ 32 h 216"/>
                <a:gd name="T8" fmla="*/ 8 w 225"/>
                <a:gd name="T9" fmla="*/ 76 h 216"/>
                <a:gd name="T10" fmla="*/ 21 w 225"/>
                <a:gd name="T11" fmla="*/ 140 h 216"/>
                <a:gd name="T12" fmla="*/ 48 w 225"/>
                <a:gd name="T13" fmla="*/ 200 h 216"/>
                <a:gd name="T14" fmla="*/ 112 w 225"/>
                <a:gd name="T15" fmla="*/ 207 h 216"/>
                <a:gd name="T16" fmla="*/ 177 w 225"/>
                <a:gd name="T17" fmla="*/ 200 h 216"/>
                <a:gd name="T18" fmla="*/ 204 w 225"/>
                <a:gd name="T19" fmla="*/ 140 h 216"/>
                <a:gd name="T20" fmla="*/ 218 w 225"/>
                <a:gd name="T21" fmla="*/ 76 h 216"/>
                <a:gd name="T22" fmla="*/ 113 w 225"/>
                <a:gd name="T23" fmla="*/ 201 h 216"/>
                <a:gd name="T24" fmla="*/ 22 w 225"/>
                <a:gd name="T25" fmla="*/ 110 h 216"/>
                <a:gd name="T26" fmla="*/ 113 w 225"/>
                <a:gd name="T27" fmla="*/ 20 h 216"/>
                <a:gd name="T28" fmla="*/ 204 w 225"/>
                <a:gd name="T29" fmla="*/ 111 h 216"/>
                <a:gd name="T30" fmla="*/ 113 w 225"/>
                <a:gd name="T31" fmla="*/ 201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5" h="216">
                  <a:moveTo>
                    <a:pt x="218" y="76"/>
                  </a:moveTo>
                  <a:cubicBezTo>
                    <a:pt x="210" y="53"/>
                    <a:pt x="191" y="37"/>
                    <a:pt x="170" y="32"/>
                  </a:cubicBezTo>
                  <a:cubicBezTo>
                    <a:pt x="158" y="13"/>
                    <a:pt x="137" y="0"/>
                    <a:pt x="113" y="0"/>
                  </a:cubicBezTo>
                  <a:cubicBezTo>
                    <a:pt x="89" y="0"/>
                    <a:pt x="68" y="13"/>
                    <a:pt x="56" y="32"/>
                  </a:cubicBezTo>
                  <a:cubicBezTo>
                    <a:pt x="34" y="37"/>
                    <a:pt x="15" y="53"/>
                    <a:pt x="8" y="76"/>
                  </a:cubicBezTo>
                  <a:cubicBezTo>
                    <a:pt x="0" y="99"/>
                    <a:pt x="6" y="123"/>
                    <a:pt x="21" y="140"/>
                  </a:cubicBezTo>
                  <a:cubicBezTo>
                    <a:pt x="18" y="163"/>
                    <a:pt x="28" y="185"/>
                    <a:pt x="48" y="200"/>
                  </a:cubicBezTo>
                  <a:cubicBezTo>
                    <a:pt x="67" y="214"/>
                    <a:pt x="92" y="216"/>
                    <a:pt x="112" y="207"/>
                  </a:cubicBezTo>
                  <a:cubicBezTo>
                    <a:pt x="133" y="216"/>
                    <a:pt x="158" y="214"/>
                    <a:pt x="177" y="200"/>
                  </a:cubicBezTo>
                  <a:cubicBezTo>
                    <a:pt x="197" y="186"/>
                    <a:pt x="206" y="163"/>
                    <a:pt x="204" y="140"/>
                  </a:cubicBezTo>
                  <a:cubicBezTo>
                    <a:pt x="220" y="123"/>
                    <a:pt x="225" y="99"/>
                    <a:pt x="218" y="76"/>
                  </a:cubicBezTo>
                  <a:close/>
                  <a:moveTo>
                    <a:pt x="113" y="201"/>
                  </a:moveTo>
                  <a:cubicBezTo>
                    <a:pt x="63" y="201"/>
                    <a:pt x="22" y="160"/>
                    <a:pt x="22" y="110"/>
                  </a:cubicBezTo>
                  <a:cubicBezTo>
                    <a:pt x="22" y="60"/>
                    <a:pt x="62" y="20"/>
                    <a:pt x="113" y="20"/>
                  </a:cubicBezTo>
                  <a:cubicBezTo>
                    <a:pt x="163" y="20"/>
                    <a:pt x="204" y="61"/>
                    <a:pt x="204" y="111"/>
                  </a:cubicBezTo>
                  <a:cubicBezTo>
                    <a:pt x="204" y="161"/>
                    <a:pt x="163" y="201"/>
                    <a:pt x="113" y="20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60" name="Freeform 38"/>
            <p:cNvSpPr>
              <a:spLocks noEditPoints="1"/>
            </p:cNvSpPr>
            <p:nvPr/>
          </p:nvSpPr>
          <p:spPr bwMode="auto">
            <a:xfrm>
              <a:off x="8872600" y="4775504"/>
              <a:ext cx="84138" cy="26988"/>
            </a:xfrm>
            <a:custGeom>
              <a:avLst/>
              <a:gdLst>
                <a:gd name="T0" fmla="*/ 4 w 56"/>
                <a:gd name="T1" fmla="*/ 17 h 18"/>
                <a:gd name="T2" fmla="*/ 0 w 56"/>
                <a:gd name="T3" fmla="*/ 7 h 18"/>
                <a:gd name="T4" fmla="*/ 3 w 56"/>
                <a:gd name="T5" fmla="*/ 2 h 18"/>
                <a:gd name="T6" fmla="*/ 8 w 56"/>
                <a:gd name="T7" fmla="*/ 0 h 18"/>
                <a:gd name="T8" fmla="*/ 15 w 56"/>
                <a:gd name="T9" fmla="*/ 13 h 18"/>
                <a:gd name="T10" fmla="*/ 19 w 56"/>
                <a:gd name="T11" fmla="*/ 14 h 18"/>
                <a:gd name="T12" fmla="*/ 22 w 56"/>
                <a:gd name="T13" fmla="*/ 14 h 18"/>
                <a:gd name="T14" fmla="*/ 20 w 56"/>
                <a:gd name="T15" fmla="*/ 12 h 18"/>
                <a:gd name="T16" fmla="*/ 14 w 56"/>
                <a:gd name="T17" fmla="*/ 6 h 18"/>
                <a:gd name="T18" fmla="*/ 20 w 56"/>
                <a:gd name="T19" fmla="*/ 0 h 18"/>
                <a:gd name="T20" fmla="*/ 26 w 56"/>
                <a:gd name="T21" fmla="*/ 8 h 18"/>
                <a:gd name="T22" fmla="*/ 19 w 56"/>
                <a:gd name="T23" fmla="*/ 18 h 18"/>
                <a:gd name="T24" fmla="*/ 15 w 56"/>
                <a:gd name="T25" fmla="*/ 13 h 18"/>
                <a:gd name="T26" fmla="*/ 22 w 56"/>
                <a:gd name="T27" fmla="*/ 3 h 18"/>
                <a:gd name="T28" fmla="*/ 18 w 56"/>
                <a:gd name="T29" fmla="*/ 3 h 18"/>
                <a:gd name="T30" fmla="*/ 18 w 56"/>
                <a:gd name="T31" fmla="*/ 8 h 18"/>
                <a:gd name="T32" fmla="*/ 22 w 56"/>
                <a:gd name="T33" fmla="*/ 8 h 18"/>
                <a:gd name="T34" fmla="*/ 30 w 56"/>
                <a:gd name="T35" fmla="*/ 13 h 18"/>
                <a:gd name="T36" fmla="*/ 34 w 56"/>
                <a:gd name="T37" fmla="*/ 14 h 18"/>
                <a:gd name="T38" fmla="*/ 38 w 56"/>
                <a:gd name="T39" fmla="*/ 14 h 18"/>
                <a:gd name="T40" fmla="*/ 38 w 56"/>
                <a:gd name="T41" fmla="*/ 9 h 18"/>
                <a:gd name="T42" fmla="*/ 33 w 56"/>
                <a:gd name="T43" fmla="*/ 10 h 18"/>
                <a:gd name="T44" fmla="*/ 32 w 56"/>
                <a:gd name="T45" fmla="*/ 0 h 18"/>
                <a:gd name="T46" fmla="*/ 41 w 56"/>
                <a:gd name="T47" fmla="*/ 3 h 18"/>
                <a:gd name="T48" fmla="*/ 34 w 56"/>
                <a:gd name="T49" fmla="*/ 6 h 18"/>
                <a:gd name="T50" fmla="*/ 41 w 56"/>
                <a:gd name="T51" fmla="*/ 8 h 18"/>
                <a:gd name="T52" fmla="*/ 41 w 56"/>
                <a:gd name="T53" fmla="*/ 16 h 18"/>
                <a:gd name="T54" fmla="*/ 32 w 56"/>
                <a:gd name="T55" fmla="*/ 17 h 18"/>
                <a:gd name="T56" fmla="*/ 48 w 56"/>
                <a:gd name="T57" fmla="*/ 8 h 18"/>
                <a:gd name="T58" fmla="*/ 45 w 56"/>
                <a:gd name="T59" fmla="*/ 4 h 18"/>
                <a:gd name="T60" fmla="*/ 50 w 56"/>
                <a:gd name="T61" fmla="*/ 0 h 18"/>
                <a:gd name="T62" fmla="*/ 56 w 56"/>
                <a:gd name="T63" fmla="*/ 4 h 18"/>
                <a:gd name="T64" fmla="*/ 53 w 56"/>
                <a:gd name="T65" fmla="*/ 8 h 18"/>
                <a:gd name="T66" fmla="*/ 56 w 56"/>
                <a:gd name="T67" fmla="*/ 12 h 18"/>
                <a:gd name="T68" fmla="*/ 50 w 56"/>
                <a:gd name="T69" fmla="*/ 18 h 18"/>
                <a:gd name="T70" fmla="*/ 44 w 56"/>
                <a:gd name="T71" fmla="*/ 13 h 18"/>
                <a:gd name="T72" fmla="*/ 48 w 56"/>
                <a:gd name="T73" fmla="*/ 8 h 18"/>
                <a:gd name="T74" fmla="*/ 49 w 56"/>
                <a:gd name="T75" fmla="*/ 6 h 18"/>
                <a:gd name="T76" fmla="*/ 52 w 56"/>
                <a:gd name="T77" fmla="*/ 6 h 18"/>
                <a:gd name="T78" fmla="*/ 52 w 56"/>
                <a:gd name="T79" fmla="*/ 3 h 18"/>
                <a:gd name="T80" fmla="*/ 49 w 56"/>
                <a:gd name="T81" fmla="*/ 3 h 18"/>
                <a:gd name="T82" fmla="*/ 48 w 56"/>
                <a:gd name="T83" fmla="*/ 12 h 18"/>
                <a:gd name="T84" fmla="*/ 51 w 56"/>
                <a:gd name="T85" fmla="*/ 15 h 18"/>
                <a:gd name="T86" fmla="*/ 54 w 56"/>
                <a:gd name="T87" fmla="*/ 12 h 18"/>
                <a:gd name="T88" fmla="*/ 51 w 56"/>
                <a:gd name="T89" fmla="*/ 9 h 18"/>
                <a:gd name="T90" fmla="*/ 48 w 56"/>
                <a:gd name="T91" fmla="*/ 12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6" h="18">
                  <a:moveTo>
                    <a:pt x="8" y="17"/>
                  </a:moveTo>
                  <a:cubicBezTo>
                    <a:pt x="4" y="17"/>
                    <a:pt x="4" y="17"/>
                    <a:pt x="4" y="17"/>
                  </a:cubicBezTo>
                  <a:cubicBezTo>
                    <a:pt x="4" y="4"/>
                    <a:pt x="4" y="4"/>
                    <a:pt x="4" y="4"/>
                  </a:cubicBezTo>
                  <a:cubicBezTo>
                    <a:pt x="3" y="6"/>
                    <a:pt x="2" y="6"/>
                    <a:pt x="0" y="7"/>
                  </a:cubicBezTo>
                  <a:cubicBezTo>
                    <a:pt x="0" y="4"/>
                    <a:pt x="0" y="4"/>
                    <a:pt x="0" y="4"/>
                  </a:cubicBezTo>
                  <a:cubicBezTo>
                    <a:pt x="1" y="4"/>
                    <a:pt x="2" y="3"/>
                    <a:pt x="3" y="2"/>
                  </a:cubicBezTo>
                  <a:cubicBezTo>
                    <a:pt x="4" y="2"/>
                    <a:pt x="4" y="1"/>
                    <a:pt x="5" y="0"/>
                  </a:cubicBezTo>
                  <a:cubicBezTo>
                    <a:pt x="8" y="0"/>
                    <a:pt x="8" y="0"/>
                    <a:pt x="8" y="0"/>
                  </a:cubicBezTo>
                  <a:cubicBezTo>
                    <a:pt x="8" y="17"/>
                    <a:pt x="8" y="17"/>
                    <a:pt x="8" y="17"/>
                  </a:cubicBezTo>
                  <a:close/>
                  <a:moveTo>
                    <a:pt x="15" y="13"/>
                  </a:moveTo>
                  <a:cubicBezTo>
                    <a:pt x="18" y="13"/>
                    <a:pt x="18" y="13"/>
                    <a:pt x="18" y="13"/>
                  </a:cubicBezTo>
                  <a:cubicBezTo>
                    <a:pt x="18" y="14"/>
                    <a:pt x="18" y="14"/>
                    <a:pt x="19" y="14"/>
                  </a:cubicBezTo>
                  <a:cubicBezTo>
                    <a:pt x="19" y="15"/>
                    <a:pt x="20" y="15"/>
                    <a:pt x="20" y="15"/>
                  </a:cubicBezTo>
                  <a:cubicBezTo>
                    <a:pt x="21" y="15"/>
                    <a:pt x="21" y="14"/>
                    <a:pt x="22" y="14"/>
                  </a:cubicBezTo>
                  <a:cubicBezTo>
                    <a:pt x="22" y="13"/>
                    <a:pt x="23" y="12"/>
                    <a:pt x="23" y="10"/>
                  </a:cubicBezTo>
                  <a:cubicBezTo>
                    <a:pt x="22" y="11"/>
                    <a:pt x="21" y="12"/>
                    <a:pt x="20" y="12"/>
                  </a:cubicBezTo>
                  <a:cubicBezTo>
                    <a:pt x="18" y="12"/>
                    <a:pt x="17" y="11"/>
                    <a:pt x="16" y="10"/>
                  </a:cubicBezTo>
                  <a:cubicBezTo>
                    <a:pt x="15" y="9"/>
                    <a:pt x="14" y="8"/>
                    <a:pt x="14" y="6"/>
                  </a:cubicBezTo>
                  <a:cubicBezTo>
                    <a:pt x="14" y="4"/>
                    <a:pt x="15" y="2"/>
                    <a:pt x="16" y="1"/>
                  </a:cubicBezTo>
                  <a:cubicBezTo>
                    <a:pt x="17" y="0"/>
                    <a:pt x="18" y="0"/>
                    <a:pt x="20" y="0"/>
                  </a:cubicBezTo>
                  <a:cubicBezTo>
                    <a:pt x="22" y="0"/>
                    <a:pt x="23" y="0"/>
                    <a:pt x="24" y="2"/>
                  </a:cubicBezTo>
                  <a:cubicBezTo>
                    <a:pt x="26" y="3"/>
                    <a:pt x="26" y="5"/>
                    <a:pt x="26" y="8"/>
                  </a:cubicBezTo>
                  <a:cubicBezTo>
                    <a:pt x="26" y="12"/>
                    <a:pt x="25" y="14"/>
                    <a:pt x="24" y="16"/>
                  </a:cubicBezTo>
                  <a:cubicBezTo>
                    <a:pt x="23" y="17"/>
                    <a:pt x="21" y="18"/>
                    <a:pt x="19" y="18"/>
                  </a:cubicBezTo>
                  <a:cubicBezTo>
                    <a:pt x="18" y="18"/>
                    <a:pt x="17" y="17"/>
                    <a:pt x="16" y="16"/>
                  </a:cubicBezTo>
                  <a:cubicBezTo>
                    <a:pt x="16" y="16"/>
                    <a:pt x="15" y="15"/>
                    <a:pt x="15" y="13"/>
                  </a:cubicBezTo>
                  <a:close/>
                  <a:moveTo>
                    <a:pt x="22" y="6"/>
                  </a:moveTo>
                  <a:cubicBezTo>
                    <a:pt x="22" y="4"/>
                    <a:pt x="22" y="4"/>
                    <a:pt x="22" y="3"/>
                  </a:cubicBezTo>
                  <a:cubicBezTo>
                    <a:pt x="21" y="2"/>
                    <a:pt x="21" y="2"/>
                    <a:pt x="20" y="2"/>
                  </a:cubicBezTo>
                  <a:cubicBezTo>
                    <a:pt x="19" y="2"/>
                    <a:pt x="19" y="3"/>
                    <a:pt x="18" y="3"/>
                  </a:cubicBezTo>
                  <a:cubicBezTo>
                    <a:pt x="18" y="4"/>
                    <a:pt x="18" y="4"/>
                    <a:pt x="18" y="6"/>
                  </a:cubicBezTo>
                  <a:cubicBezTo>
                    <a:pt x="18" y="7"/>
                    <a:pt x="18" y="8"/>
                    <a:pt x="18" y="8"/>
                  </a:cubicBezTo>
                  <a:cubicBezTo>
                    <a:pt x="19" y="8"/>
                    <a:pt x="20" y="9"/>
                    <a:pt x="20" y="9"/>
                  </a:cubicBezTo>
                  <a:cubicBezTo>
                    <a:pt x="21" y="9"/>
                    <a:pt x="21" y="8"/>
                    <a:pt x="22" y="8"/>
                  </a:cubicBezTo>
                  <a:cubicBezTo>
                    <a:pt x="22" y="8"/>
                    <a:pt x="22" y="7"/>
                    <a:pt x="22" y="6"/>
                  </a:cubicBezTo>
                  <a:close/>
                  <a:moveTo>
                    <a:pt x="30" y="13"/>
                  </a:moveTo>
                  <a:cubicBezTo>
                    <a:pt x="34" y="12"/>
                    <a:pt x="34" y="12"/>
                    <a:pt x="34" y="12"/>
                  </a:cubicBezTo>
                  <a:cubicBezTo>
                    <a:pt x="34" y="13"/>
                    <a:pt x="34" y="14"/>
                    <a:pt x="34" y="14"/>
                  </a:cubicBezTo>
                  <a:cubicBezTo>
                    <a:pt x="35" y="15"/>
                    <a:pt x="36" y="15"/>
                    <a:pt x="36" y="15"/>
                  </a:cubicBezTo>
                  <a:cubicBezTo>
                    <a:pt x="37" y="15"/>
                    <a:pt x="37" y="15"/>
                    <a:pt x="38" y="14"/>
                  </a:cubicBezTo>
                  <a:cubicBezTo>
                    <a:pt x="38" y="14"/>
                    <a:pt x="39" y="13"/>
                    <a:pt x="39" y="12"/>
                  </a:cubicBezTo>
                  <a:cubicBezTo>
                    <a:pt x="39" y="10"/>
                    <a:pt x="38" y="10"/>
                    <a:pt x="38" y="9"/>
                  </a:cubicBezTo>
                  <a:cubicBezTo>
                    <a:pt x="38" y="9"/>
                    <a:pt x="37" y="8"/>
                    <a:pt x="36" y="8"/>
                  </a:cubicBezTo>
                  <a:cubicBezTo>
                    <a:pt x="35" y="8"/>
                    <a:pt x="34" y="9"/>
                    <a:pt x="33" y="10"/>
                  </a:cubicBezTo>
                  <a:cubicBezTo>
                    <a:pt x="30" y="9"/>
                    <a:pt x="30" y="9"/>
                    <a:pt x="30" y="9"/>
                  </a:cubicBezTo>
                  <a:cubicBezTo>
                    <a:pt x="32" y="0"/>
                    <a:pt x="32" y="0"/>
                    <a:pt x="32" y="0"/>
                  </a:cubicBezTo>
                  <a:cubicBezTo>
                    <a:pt x="41" y="0"/>
                    <a:pt x="41" y="0"/>
                    <a:pt x="41" y="0"/>
                  </a:cubicBezTo>
                  <a:cubicBezTo>
                    <a:pt x="41" y="3"/>
                    <a:pt x="41" y="3"/>
                    <a:pt x="41" y="3"/>
                  </a:cubicBezTo>
                  <a:cubicBezTo>
                    <a:pt x="35" y="3"/>
                    <a:pt x="35" y="3"/>
                    <a:pt x="35" y="3"/>
                  </a:cubicBezTo>
                  <a:cubicBezTo>
                    <a:pt x="34" y="6"/>
                    <a:pt x="34" y="6"/>
                    <a:pt x="34" y="6"/>
                  </a:cubicBezTo>
                  <a:cubicBezTo>
                    <a:pt x="35" y="6"/>
                    <a:pt x="36" y="6"/>
                    <a:pt x="37" y="6"/>
                  </a:cubicBezTo>
                  <a:cubicBezTo>
                    <a:pt x="38" y="6"/>
                    <a:pt x="40" y="6"/>
                    <a:pt x="41" y="8"/>
                  </a:cubicBezTo>
                  <a:cubicBezTo>
                    <a:pt x="42" y="9"/>
                    <a:pt x="42" y="10"/>
                    <a:pt x="42" y="12"/>
                  </a:cubicBezTo>
                  <a:cubicBezTo>
                    <a:pt x="42" y="14"/>
                    <a:pt x="42" y="15"/>
                    <a:pt x="41" y="16"/>
                  </a:cubicBezTo>
                  <a:cubicBezTo>
                    <a:pt x="40" y="18"/>
                    <a:pt x="38" y="18"/>
                    <a:pt x="36" y="18"/>
                  </a:cubicBezTo>
                  <a:cubicBezTo>
                    <a:pt x="35" y="18"/>
                    <a:pt x="33" y="18"/>
                    <a:pt x="32" y="17"/>
                  </a:cubicBezTo>
                  <a:cubicBezTo>
                    <a:pt x="31" y="16"/>
                    <a:pt x="30" y="14"/>
                    <a:pt x="30" y="13"/>
                  </a:cubicBezTo>
                  <a:close/>
                  <a:moveTo>
                    <a:pt x="48" y="8"/>
                  </a:moveTo>
                  <a:cubicBezTo>
                    <a:pt x="47" y="7"/>
                    <a:pt x="46" y="7"/>
                    <a:pt x="46" y="6"/>
                  </a:cubicBezTo>
                  <a:cubicBezTo>
                    <a:pt x="46" y="5"/>
                    <a:pt x="45" y="5"/>
                    <a:pt x="45" y="4"/>
                  </a:cubicBezTo>
                  <a:cubicBezTo>
                    <a:pt x="45" y="3"/>
                    <a:pt x="46" y="2"/>
                    <a:pt x="46" y="1"/>
                  </a:cubicBezTo>
                  <a:cubicBezTo>
                    <a:pt x="47" y="0"/>
                    <a:pt x="49" y="0"/>
                    <a:pt x="50" y="0"/>
                  </a:cubicBezTo>
                  <a:cubicBezTo>
                    <a:pt x="52" y="0"/>
                    <a:pt x="54" y="0"/>
                    <a:pt x="54" y="1"/>
                  </a:cubicBezTo>
                  <a:cubicBezTo>
                    <a:pt x="55" y="2"/>
                    <a:pt x="56" y="3"/>
                    <a:pt x="56" y="4"/>
                  </a:cubicBezTo>
                  <a:cubicBezTo>
                    <a:pt x="56" y="5"/>
                    <a:pt x="56" y="6"/>
                    <a:pt x="55" y="6"/>
                  </a:cubicBezTo>
                  <a:cubicBezTo>
                    <a:pt x="55" y="7"/>
                    <a:pt x="54" y="8"/>
                    <a:pt x="53" y="8"/>
                  </a:cubicBezTo>
                  <a:cubicBezTo>
                    <a:pt x="54" y="8"/>
                    <a:pt x="55" y="9"/>
                    <a:pt x="56" y="10"/>
                  </a:cubicBezTo>
                  <a:cubicBezTo>
                    <a:pt x="56" y="10"/>
                    <a:pt x="56" y="11"/>
                    <a:pt x="56" y="12"/>
                  </a:cubicBezTo>
                  <a:cubicBezTo>
                    <a:pt x="56" y="14"/>
                    <a:pt x="56" y="15"/>
                    <a:pt x="55" y="16"/>
                  </a:cubicBezTo>
                  <a:cubicBezTo>
                    <a:pt x="54" y="18"/>
                    <a:pt x="52" y="18"/>
                    <a:pt x="50" y="18"/>
                  </a:cubicBezTo>
                  <a:cubicBezTo>
                    <a:pt x="49" y="18"/>
                    <a:pt x="48" y="18"/>
                    <a:pt x="46" y="17"/>
                  </a:cubicBezTo>
                  <a:cubicBezTo>
                    <a:pt x="45" y="16"/>
                    <a:pt x="44" y="14"/>
                    <a:pt x="44" y="13"/>
                  </a:cubicBezTo>
                  <a:cubicBezTo>
                    <a:pt x="44" y="12"/>
                    <a:pt x="45" y="11"/>
                    <a:pt x="45" y="10"/>
                  </a:cubicBezTo>
                  <a:cubicBezTo>
                    <a:pt x="46" y="9"/>
                    <a:pt x="47" y="8"/>
                    <a:pt x="48" y="8"/>
                  </a:cubicBezTo>
                  <a:close/>
                  <a:moveTo>
                    <a:pt x="49" y="4"/>
                  </a:moveTo>
                  <a:cubicBezTo>
                    <a:pt x="49" y="5"/>
                    <a:pt x="49" y="6"/>
                    <a:pt x="49" y="6"/>
                  </a:cubicBezTo>
                  <a:cubicBezTo>
                    <a:pt x="50" y="6"/>
                    <a:pt x="50" y="6"/>
                    <a:pt x="51" y="6"/>
                  </a:cubicBezTo>
                  <a:cubicBezTo>
                    <a:pt x="52" y="6"/>
                    <a:pt x="52" y="6"/>
                    <a:pt x="52" y="6"/>
                  </a:cubicBezTo>
                  <a:cubicBezTo>
                    <a:pt x="53" y="6"/>
                    <a:pt x="53" y="5"/>
                    <a:pt x="53" y="4"/>
                  </a:cubicBezTo>
                  <a:cubicBezTo>
                    <a:pt x="53" y="4"/>
                    <a:pt x="53" y="3"/>
                    <a:pt x="52" y="3"/>
                  </a:cubicBezTo>
                  <a:cubicBezTo>
                    <a:pt x="52" y="2"/>
                    <a:pt x="52" y="2"/>
                    <a:pt x="51" y="2"/>
                  </a:cubicBezTo>
                  <a:cubicBezTo>
                    <a:pt x="50" y="2"/>
                    <a:pt x="50" y="2"/>
                    <a:pt x="49" y="3"/>
                  </a:cubicBezTo>
                  <a:cubicBezTo>
                    <a:pt x="49" y="3"/>
                    <a:pt x="49" y="4"/>
                    <a:pt x="49" y="4"/>
                  </a:cubicBezTo>
                  <a:close/>
                  <a:moveTo>
                    <a:pt x="48" y="12"/>
                  </a:moveTo>
                  <a:cubicBezTo>
                    <a:pt x="48" y="13"/>
                    <a:pt x="49" y="14"/>
                    <a:pt x="49" y="14"/>
                  </a:cubicBezTo>
                  <a:cubicBezTo>
                    <a:pt x="50" y="15"/>
                    <a:pt x="50" y="15"/>
                    <a:pt x="51" y="15"/>
                  </a:cubicBezTo>
                  <a:cubicBezTo>
                    <a:pt x="52" y="15"/>
                    <a:pt x="52" y="15"/>
                    <a:pt x="53" y="14"/>
                  </a:cubicBezTo>
                  <a:cubicBezTo>
                    <a:pt x="53" y="14"/>
                    <a:pt x="54" y="13"/>
                    <a:pt x="54" y="12"/>
                  </a:cubicBezTo>
                  <a:cubicBezTo>
                    <a:pt x="54" y="11"/>
                    <a:pt x="53" y="10"/>
                    <a:pt x="53" y="10"/>
                  </a:cubicBezTo>
                  <a:cubicBezTo>
                    <a:pt x="52" y="10"/>
                    <a:pt x="52" y="9"/>
                    <a:pt x="51" y="9"/>
                  </a:cubicBezTo>
                  <a:cubicBezTo>
                    <a:pt x="50" y="9"/>
                    <a:pt x="50" y="10"/>
                    <a:pt x="49" y="10"/>
                  </a:cubicBezTo>
                  <a:cubicBezTo>
                    <a:pt x="49" y="11"/>
                    <a:pt x="48" y="11"/>
                    <a:pt x="48"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61" name="Freeform 39"/>
            <p:cNvSpPr>
              <a:spLocks noEditPoints="1"/>
            </p:cNvSpPr>
            <p:nvPr/>
          </p:nvSpPr>
          <p:spPr bwMode="auto">
            <a:xfrm>
              <a:off x="8729725" y="4570716"/>
              <a:ext cx="474663" cy="477838"/>
            </a:xfrm>
            <a:custGeom>
              <a:avLst/>
              <a:gdLst>
                <a:gd name="T0" fmla="*/ 159 w 318"/>
                <a:gd name="T1" fmla="*/ 0 h 318"/>
                <a:gd name="T2" fmla="*/ 0 w 318"/>
                <a:gd name="T3" fmla="*/ 159 h 318"/>
                <a:gd name="T4" fmla="*/ 159 w 318"/>
                <a:gd name="T5" fmla="*/ 318 h 318"/>
                <a:gd name="T6" fmla="*/ 318 w 318"/>
                <a:gd name="T7" fmla="*/ 159 h 318"/>
                <a:gd name="T8" fmla="*/ 159 w 318"/>
                <a:gd name="T9" fmla="*/ 0 h 318"/>
                <a:gd name="T10" fmla="*/ 159 w 318"/>
                <a:gd name="T11" fmla="*/ 312 h 318"/>
                <a:gd name="T12" fmla="*/ 6 w 318"/>
                <a:gd name="T13" fmla="*/ 159 h 318"/>
                <a:gd name="T14" fmla="*/ 159 w 318"/>
                <a:gd name="T15" fmla="*/ 6 h 318"/>
                <a:gd name="T16" fmla="*/ 312 w 318"/>
                <a:gd name="T17" fmla="*/ 160 h 318"/>
                <a:gd name="T18" fmla="*/ 159 w 318"/>
                <a:gd name="T19" fmla="*/ 31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18" h="318">
                  <a:moveTo>
                    <a:pt x="159" y="0"/>
                  </a:moveTo>
                  <a:cubicBezTo>
                    <a:pt x="71" y="0"/>
                    <a:pt x="0" y="72"/>
                    <a:pt x="0" y="159"/>
                  </a:cubicBezTo>
                  <a:cubicBezTo>
                    <a:pt x="0" y="247"/>
                    <a:pt x="71" y="318"/>
                    <a:pt x="159" y="318"/>
                  </a:cubicBezTo>
                  <a:cubicBezTo>
                    <a:pt x="246" y="318"/>
                    <a:pt x="318" y="247"/>
                    <a:pt x="318" y="159"/>
                  </a:cubicBezTo>
                  <a:cubicBezTo>
                    <a:pt x="317" y="72"/>
                    <a:pt x="246" y="0"/>
                    <a:pt x="159" y="0"/>
                  </a:cubicBezTo>
                  <a:close/>
                  <a:moveTo>
                    <a:pt x="159" y="312"/>
                  </a:moveTo>
                  <a:cubicBezTo>
                    <a:pt x="74" y="312"/>
                    <a:pt x="6" y="244"/>
                    <a:pt x="6" y="159"/>
                  </a:cubicBezTo>
                  <a:cubicBezTo>
                    <a:pt x="6" y="75"/>
                    <a:pt x="74" y="6"/>
                    <a:pt x="159" y="6"/>
                  </a:cubicBezTo>
                  <a:cubicBezTo>
                    <a:pt x="243" y="6"/>
                    <a:pt x="312" y="75"/>
                    <a:pt x="312" y="160"/>
                  </a:cubicBezTo>
                  <a:cubicBezTo>
                    <a:pt x="312" y="244"/>
                    <a:pt x="243" y="312"/>
                    <a:pt x="159" y="3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62" name="Freeform 40"/>
            <p:cNvSpPr>
              <a:spLocks noEditPoints="1"/>
            </p:cNvSpPr>
            <p:nvPr/>
          </p:nvSpPr>
          <p:spPr bwMode="auto">
            <a:xfrm>
              <a:off x="8763063" y="4810429"/>
              <a:ext cx="407988" cy="204788"/>
            </a:xfrm>
            <a:custGeom>
              <a:avLst/>
              <a:gdLst>
                <a:gd name="T0" fmla="*/ 258 w 274"/>
                <a:gd name="T1" fmla="*/ 63 h 137"/>
                <a:gd name="T2" fmla="*/ 1 w 274"/>
                <a:gd name="T3" fmla="*/ 12 h 137"/>
                <a:gd name="T4" fmla="*/ 14 w 274"/>
                <a:gd name="T5" fmla="*/ 9 h 137"/>
                <a:gd name="T6" fmla="*/ 1 w 274"/>
                <a:gd name="T7" fmla="*/ 17 h 137"/>
                <a:gd name="T8" fmla="*/ 16 w 274"/>
                <a:gd name="T9" fmla="*/ 29 h 137"/>
                <a:gd name="T10" fmla="*/ 11 w 274"/>
                <a:gd name="T11" fmla="*/ 27 h 137"/>
                <a:gd name="T12" fmla="*/ 14 w 274"/>
                <a:gd name="T13" fmla="*/ 36 h 137"/>
                <a:gd name="T14" fmla="*/ 18 w 274"/>
                <a:gd name="T15" fmla="*/ 47 h 137"/>
                <a:gd name="T16" fmla="*/ 21 w 274"/>
                <a:gd name="T17" fmla="*/ 57 h 137"/>
                <a:gd name="T18" fmla="*/ 21 w 274"/>
                <a:gd name="T19" fmla="*/ 55 h 137"/>
                <a:gd name="T20" fmla="*/ 19 w 274"/>
                <a:gd name="T21" fmla="*/ 66 h 137"/>
                <a:gd name="T22" fmla="*/ 22 w 274"/>
                <a:gd name="T23" fmla="*/ 62 h 137"/>
                <a:gd name="T24" fmla="*/ 22 w 274"/>
                <a:gd name="T25" fmla="*/ 71 h 137"/>
                <a:gd name="T26" fmla="*/ 30 w 274"/>
                <a:gd name="T27" fmla="*/ 71 h 137"/>
                <a:gd name="T28" fmla="*/ 30 w 274"/>
                <a:gd name="T29" fmla="*/ 86 h 137"/>
                <a:gd name="T30" fmla="*/ 36 w 274"/>
                <a:gd name="T31" fmla="*/ 79 h 137"/>
                <a:gd name="T32" fmla="*/ 47 w 274"/>
                <a:gd name="T33" fmla="*/ 90 h 137"/>
                <a:gd name="T34" fmla="*/ 58 w 274"/>
                <a:gd name="T35" fmla="*/ 96 h 137"/>
                <a:gd name="T36" fmla="*/ 51 w 274"/>
                <a:gd name="T37" fmla="*/ 95 h 137"/>
                <a:gd name="T38" fmla="*/ 58 w 274"/>
                <a:gd name="T39" fmla="*/ 105 h 137"/>
                <a:gd name="T40" fmla="*/ 67 w 274"/>
                <a:gd name="T41" fmla="*/ 106 h 137"/>
                <a:gd name="T42" fmla="*/ 76 w 274"/>
                <a:gd name="T43" fmla="*/ 112 h 137"/>
                <a:gd name="T44" fmla="*/ 82 w 274"/>
                <a:gd name="T45" fmla="*/ 111 h 137"/>
                <a:gd name="T46" fmla="*/ 78 w 274"/>
                <a:gd name="T47" fmla="*/ 113 h 137"/>
                <a:gd name="T48" fmla="*/ 83 w 274"/>
                <a:gd name="T49" fmla="*/ 123 h 137"/>
                <a:gd name="T50" fmla="*/ 97 w 274"/>
                <a:gd name="T51" fmla="*/ 121 h 137"/>
                <a:gd name="T52" fmla="*/ 100 w 274"/>
                <a:gd name="T53" fmla="*/ 125 h 137"/>
                <a:gd name="T54" fmla="*/ 108 w 274"/>
                <a:gd name="T55" fmla="*/ 126 h 137"/>
                <a:gd name="T56" fmla="*/ 113 w 274"/>
                <a:gd name="T57" fmla="*/ 126 h 137"/>
                <a:gd name="T58" fmla="*/ 132 w 274"/>
                <a:gd name="T59" fmla="*/ 136 h 137"/>
                <a:gd name="T60" fmla="*/ 126 w 274"/>
                <a:gd name="T61" fmla="*/ 130 h 137"/>
                <a:gd name="T62" fmla="*/ 128 w 274"/>
                <a:gd name="T63" fmla="*/ 135 h 137"/>
                <a:gd name="T64" fmla="*/ 135 w 274"/>
                <a:gd name="T65" fmla="*/ 135 h 137"/>
                <a:gd name="T66" fmla="*/ 149 w 274"/>
                <a:gd name="T67" fmla="*/ 136 h 137"/>
                <a:gd name="T68" fmla="*/ 152 w 274"/>
                <a:gd name="T69" fmla="*/ 133 h 137"/>
                <a:gd name="T70" fmla="*/ 167 w 274"/>
                <a:gd name="T71" fmla="*/ 131 h 137"/>
                <a:gd name="T72" fmla="*/ 180 w 274"/>
                <a:gd name="T73" fmla="*/ 128 h 137"/>
                <a:gd name="T74" fmla="*/ 175 w 274"/>
                <a:gd name="T75" fmla="*/ 122 h 137"/>
                <a:gd name="T76" fmla="*/ 187 w 274"/>
                <a:gd name="T77" fmla="*/ 119 h 137"/>
                <a:gd name="T78" fmla="*/ 192 w 274"/>
                <a:gd name="T79" fmla="*/ 117 h 137"/>
                <a:gd name="T80" fmla="*/ 199 w 274"/>
                <a:gd name="T81" fmla="*/ 119 h 137"/>
                <a:gd name="T82" fmla="*/ 203 w 274"/>
                <a:gd name="T83" fmla="*/ 119 h 137"/>
                <a:gd name="T84" fmla="*/ 217 w 274"/>
                <a:gd name="T85" fmla="*/ 111 h 137"/>
                <a:gd name="T86" fmla="*/ 217 w 274"/>
                <a:gd name="T87" fmla="*/ 106 h 137"/>
                <a:gd name="T88" fmla="*/ 232 w 274"/>
                <a:gd name="T89" fmla="*/ 96 h 137"/>
                <a:gd name="T90" fmla="*/ 231 w 274"/>
                <a:gd name="T91" fmla="*/ 97 h 137"/>
                <a:gd name="T92" fmla="*/ 238 w 274"/>
                <a:gd name="T93" fmla="*/ 95 h 137"/>
                <a:gd name="T94" fmla="*/ 234 w 274"/>
                <a:gd name="T95" fmla="*/ 85 h 137"/>
                <a:gd name="T96" fmla="*/ 242 w 274"/>
                <a:gd name="T97" fmla="*/ 73 h 137"/>
                <a:gd name="T98" fmla="*/ 238 w 274"/>
                <a:gd name="T99" fmla="*/ 77 h 137"/>
                <a:gd name="T100" fmla="*/ 252 w 274"/>
                <a:gd name="T101" fmla="*/ 71 h 137"/>
                <a:gd name="T102" fmla="*/ 266 w 274"/>
                <a:gd name="T103" fmla="*/ 40 h 137"/>
                <a:gd name="T104" fmla="*/ 258 w 274"/>
                <a:gd name="T105" fmla="*/ 48 h 137"/>
                <a:gd name="T106" fmla="*/ 268 w 274"/>
                <a:gd name="T107" fmla="*/ 35 h 137"/>
                <a:gd name="T108" fmla="*/ 259 w 274"/>
                <a:gd name="T109" fmla="*/ 22 h 137"/>
                <a:gd name="T110" fmla="*/ 262 w 274"/>
                <a:gd name="T111" fmla="*/ 27 h 137"/>
                <a:gd name="T112" fmla="*/ 273 w 274"/>
                <a:gd name="T113" fmla="*/ 17 h 137"/>
                <a:gd name="T114" fmla="*/ 273 w 274"/>
                <a:gd name="T115" fmla="*/ 12 h 137"/>
                <a:gd name="T116" fmla="*/ 266 w 274"/>
                <a:gd name="T117" fmla="*/ 7 h 137"/>
                <a:gd name="T118" fmla="*/ 269 w 274"/>
                <a:gd name="T119" fmla="*/ 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74" h="137">
                  <a:moveTo>
                    <a:pt x="250" y="51"/>
                  </a:moveTo>
                  <a:cubicBezTo>
                    <a:pt x="250" y="51"/>
                    <a:pt x="250" y="51"/>
                    <a:pt x="250" y="51"/>
                  </a:cubicBezTo>
                  <a:cubicBezTo>
                    <a:pt x="250" y="52"/>
                    <a:pt x="250" y="52"/>
                    <a:pt x="250" y="52"/>
                  </a:cubicBezTo>
                  <a:cubicBezTo>
                    <a:pt x="250" y="53"/>
                    <a:pt x="250" y="53"/>
                    <a:pt x="249" y="53"/>
                  </a:cubicBezTo>
                  <a:cubicBezTo>
                    <a:pt x="249" y="53"/>
                    <a:pt x="248" y="53"/>
                    <a:pt x="248" y="53"/>
                  </a:cubicBezTo>
                  <a:cubicBezTo>
                    <a:pt x="248" y="53"/>
                    <a:pt x="248" y="53"/>
                    <a:pt x="248" y="53"/>
                  </a:cubicBezTo>
                  <a:cubicBezTo>
                    <a:pt x="248" y="54"/>
                    <a:pt x="248" y="54"/>
                    <a:pt x="249" y="55"/>
                  </a:cubicBezTo>
                  <a:cubicBezTo>
                    <a:pt x="251" y="56"/>
                    <a:pt x="251" y="56"/>
                    <a:pt x="251" y="56"/>
                  </a:cubicBezTo>
                  <a:cubicBezTo>
                    <a:pt x="252" y="53"/>
                    <a:pt x="252" y="53"/>
                    <a:pt x="252" y="53"/>
                  </a:cubicBezTo>
                  <a:cubicBezTo>
                    <a:pt x="253" y="54"/>
                    <a:pt x="253" y="54"/>
                    <a:pt x="253" y="54"/>
                  </a:cubicBezTo>
                  <a:cubicBezTo>
                    <a:pt x="252" y="56"/>
                    <a:pt x="252" y="56"/>
                    <a:pt x="252" y="56"/>
                  </a:cubicBezTo>
                  <a:cubicBezTo>
                    <a:pt x="258" y="59"/>
                    <a:pt x="258" y="59"/>
                    <a:pt x="258" y="59"/>
                  </a:cubicBezTo>
                  <a:cubicBezTo>
                    <a:pt x="258" y="60"/>
                    <a:pt x="259" y="59"/>
                    <a:pt x="260" y="58"/>
                  </a:cubicBezTo>
                  <a:cubicBezTo>
                    <a:pt x="260" y="58"/>
                    <a:pt x="260" y="58"/>
                    <a:pt x="260" y="58"/>
                  </a:cubicBezTo>
                  <a:cubicBezTo>
                    <a:pt x="258" y="63"/>
                    <a:pt x="258" y="63"/>
                    <a:pt x="258" y="63"/>
                  </a:cubicBezTo>
                  <a:cubicBezTo>
                    <a:pt x="257" y="63"/>
                    <a:pt x="257" y="63"/>
                    <a:pt x="257" y="63"/>
                  </a:cubicBezTo>
                  <a:cubicBezTo>
                    <a:pt x="258" y="62"/>
                    <a:pt x="258" y="62"/>
                    <a:pt x="257" y="61"/>
                  </a:cubicBezTo>
                  <a:cubicBezTo>
                    <a:pt x="251" y="58"/>
                    <a:pt x="251" y="58"/>
                    <a:pt x="251" y="58"/>
                  </a:cubicBezTo>
                  <a:cubicBezTo>
                    <a:pt x="250" y="60"/>
                    <a:pt x="250" y="60"/>
                    <a:pt x="250" y="60"/>
                  </a:cubicBezTo>
                  <a:cubicBezTo>
                    <a:pt x="250" y="59"/>
                    <a:pt x="250" y="59"/>
                    <a:pt x="250" y="59"/>
                  </a:cubicBezTo>
                  <a:cubicBezTo>
                    <a:pt x="250" y="58"/>
                    <a:pt x="250" y="58"/>
                    <a:pt x="250" y="58"/>
                  </a:cubicBezTo>
                  <a:cubicBezTo>
                    <a:pt x="250" y="57"/>
                    <a:pt x="250" y="57"/>
                    <a:pt x="250" y="57"/>
                  </a:cubicBezTo>
                  <a:cubicBezTo>
                    <a:pt x="249" y="57"/>
                    <a:pt x="248" y="56"/>
                    <a:pt x="248" y="55"/>
                  </a:cubicBezTo>
                  <a:cubicBezTo>
                    <a:pt x="247" y="54"/>
                    <a:pt x="247" y="53"/>
                    <a:pt x="248" y="52"/>
                  </a:cubicBezTo>
                  <a:cubicBezTo>
                    <a:pt x="248" y="52"/>
                    <a:pt x="249" y="51"/>
                    <a:pt x="250" y="51"/>
                  </a:cubicBezTo>
                  <a:cubicBezTo>
                    <a:pt x="250" y="51"/>
                    <a:pt x="250" y="51"/>
                    <a:pt x="250" y="51"/>
                  </a:cubicBezTo>
                  <a:close/>
                  <a:moveTo>
                    <a:pt x="14" y="15"/>
                  </a:moveTo>
                  <a:cubicBezTo>
                    <a:pt x="14" y="14"/>
                    <a:pt x="14" y="13"/>
                    <a:pt x="12" y="13"/>
                  </a:cubicBezTo>
                  <a:cubicBezTo>
                    <a:pt x="5" y="13"/>
                    <a:pt x="5" y="13"/>
                    <a:pt x="5" y="13"/>
                  </a:cubicBezTo>
                  <a:cubicBezTo>
                    <a:pt x="4" y="13"/>
                    <a:pt x="2" y="13"/>
                    <a:pt x="1" y="12"/>
                  </a:cubicBezTo>
                  <a:cubicBezTo>
                    <a:pt x="0" y="11"/>
                    <a:pt x="0" y="10"/>
                    <a:pt x="0" y="8"/>
                  </a:cubicBezTo>
                  <a:cubicBezTo>
                    <a:pt x="0" y="7"/>
                    <a:pt x="0" y="5"/>
                    <a:pt x="1" y="5"/>
                  </a:cubicBezTo>
                  <a:cubicBezTo>
                    <a:pt x="2" y="3"/>
                    <a:pt x="3" y="3"/>
                    <a:pt x="5" y="3"/>
                  </a:cubicBezTo>
                  <a:cubicBezTo>
                    <a:pt x="12" y="2"/>
                    <a:pt x="12" y="2"/>
                    <a:pt x="12" y="2"/>
                  </a:cubicBezTo>
                  <a:cubicBezTo>
                    <a:pt x="13" y="2"/>
                    <a:pt x="13" y="1"/>
                    <a:pt x="13" y="0"/>
                  </a:cubicBezTo>
                  <a:cubicBezTo>
                    <a:pt x="14" y="0"/>
                    <a:pt x="14" y="0"/>
                    <a:pt x="14" y="0"/>
                  </a:cubicBezTo>
                  <a:cubicBezTo>
                    <a:pt x="14" y="6"/>
                    <a:pt x="14" y="6"/>
                    <a:pt x="14" y="6"/>
                  </a:cubicBezTo>
                  <a:cubicBezTo>
                    <a:pt x="14" y="6"/>
                    <a:pt x="14" y="6"/>
                    <a:pt x="14" y="6"/>
                  </a:cubicBezTo>
                  <a:cubicBezTo>
                    <a:pt x="14" y="5"/>
                    <a:pt x="13" y="4"/>
                    <a:pt x="12" y="4"/>
                  </a:cubicBezTo>
                  <a:cubicBezTo>
                    <a:pt x="5" y="5"/>
                    <a:pt x="5" y="5"/>
                    <a:pt x="5" y="5"/>
                  </a:cubicBezTo>
                  <a:cubicBezTo>
                    <a:pt x="4" y="5"/>
                    <a:pt x="3" y="5"/>
                    <a:pt x="2" y="5"/>
                  </a:cubicBezTo>
                  <a:cubicBezTo>
                    <a:pt x="1" y="6"/>
                    <a:pt x="1" y="7"/>
                    <a:pt x="1" y="8"/>
                  </a:cubicBezTo>
                  <a:cubicBezTo>
                    <a:pt x="1" y="11"/>
                    <a:pt x="3" y="12"/>
                    <a:pt x="6" y="12"/>
                  </a:cubicBezTo>
                  <a:cubicBezTo>
                    <a:pt x="13" y="11"/>
                    <a:pt x="13" y="11"/>
                    <a:pt x="13" y="11"/>
                  </a:cubicBezTo>
                  <a:cubicBezTo>
                    <a:pt x="14" y="11"/>
                    <a:pt x="14" y="11"/>
                    <a:pt x="14" y="9"/>
                  </a:cubicBezTo>
                  <a:cubicBezTo>
                    <a:pt x="14" y="9"/>
                    <a:pt x="14" y="9"/>
                    <a:pt x="14" y="9"/>
                  </a:cubicBezTo>
                  <a:cubicBezTo>
                    <a:pt x="14" y="15"/>
                    <a:pt x="14" y="15"/>
                    <a:pt x="14" y="15"/>
                  </a:cubicBezTo>
                  <a:cubicBezTo>
                    <a:pt x="14" y="15"/>
                    <a:pt x="14" y="15"/>
                    <a:pt x="14" y="15"/>
                  </a:cubicBezTo>
                  <a:close/>
                  <a:moveTo>
                    <a:pt x="3" y="27"/>
                  </a:moveTo>
                  <a:cubicBezTo>
                    <a:pt x="2" y="23"/>
                    <a:pt x="2" y="23"/>
                    <a:pt x="2" y="23"/>
                  </a:cubicBezTo>
                  <a:cubicBezTo>
                    <a:pt x="2" y="23"/>
                    <a:pt x="2" y="23"/>
                    <a:pt x="2" y="23"/>
                  </a:cubicBezTo>
                  <a:cubicBezTo>
                    <a:pt x="2" y="23"/>
                    <a:pt x="3" y="24"/>
                    <a:pt x="4" y="24"/>
                  </a:cubicBezTo>
                  <a:cubicBezTo>
                    <a:pt x="9" y="23"/>
                    <a:pt x="9" y="23"/>
                    <a:pt x="9" y="23"/>
                  </a:cubicBezTo>
                  <a:cubicBezTo>
                    <a:pt x="10" y="23"/>
                    <a:pt x="10" y="23"/>
                    <a:pt x="10" y="22"/>
                  </a:cubicBezTo>
                  <a:cubicBezTo>
                    <a:pt x="11" y="22"/>
                    <a:pt x="11" y="21"/>
                    <a:pt x="10" y="21"/>
                  </a:cubicBezTo>
                  <a:cubicBezTo>
                    <a:pt x="10" y="20"/>
                    <a:pt x="10" y="19"/>
                    <a:pt x="9" y="19"/>
                  </a:cubicBezTo>
                  <a:cubicBezTo>
                    <a:pt x="3" y="20"/>
                    <a:pt x="3" y="20"/>
                    <a:pt x="3" y="20"/>
                  </a:cubicBezTo>
                  <a:cubicBezTo>
                    <a:pt x="2" y="20"/>
                    <a:pt x="2" y="21"/>
                    <a:pt x="2" y="21"/>
                  </a:cubicBezTo>
                  <a:cubicBezTo>
                    <a:pt x="2" y="21"/>
                    <a:pt x="2" y="21"/>
                    <a:pt x="2" y="21"/>
                  </a:cubicBezTo>
                  <a:cubicBezTo>
                    <a:pt x="1" y="17"/>
                    <a:pt x="1" y="17"/>
                    <a:pt x="1" y="17"/>
                  </a:cubicBezTo>
                  <a:cubicBezTo>
                    <a:pt x="1" y="17"/>
                    <a:pt x="1" y="17"/>
                    <a:pt x="1" y="17"/>
                  </a:cubicBezTo>
                  <a:cubicBezTo>
                    <a:pt x="1" y="18"/>
                    <a:pt x="2" y="18"/>
                    <a:pt x="3" y="18"/>
                  </a:cubicBezTo>
                  <a:cubicBezTo>
                    <a:pt x="8" y="17"/>
                    <a:pt x="8" y="17"/>
                    <a:pt x="8" y="17"/>
                  </a:cubicBezTo>
                  <a:cubicBezTo>
                    <a:pt x="9" y="17"/>
                    <a:pt x="9" y="17"/>
                    <a:pt x="9" y="17"/>
                  </a:cubicBezTo>
                  <a:cubicBezTo>
                    <a:pt x="9" y="17"/>
                    <a:pt x="9" y="17"/>
                    <a:pt x="9" y="16"/>
                  </a:cubicBezTo>
                  <a:cubicBezTo>
                    <a:pt x="10" y="16"/>
                    <a:pt x="10" y="16"/>
                    <a:pt x="10" y="16"/>
                  </a:cubicBezTo>
                  <a:cubicBezTo>
                    <a:pt x="11" y="19"/>
                    <a:pt x="11" y="19"/>
                    <a:pt x="11" y="19"/>
                  </a:cubicBezTo>
                  <a:cubicBezTo>
                    <a:pt x="10" y="19"/>
                    <a:pt x="10" y="19"/>
                    <a:pt x="10" y="19"/>
                  </a:cubicBezTo>
                  <a:cubicBezTo>
                    <a:pt x="11" y="20"/>
                    <a:pt x="12" y="21"/>
                    <a:pt x="12" y="22"/>
                  </a:cubicBezTo>
                  <a:cubicBezTo>
                    <a:pt x="12" y="23"/>
                    <a:pt x="11" y="24"/>
                    <a:pt x="9" y="25"/>
                  </a:cubicBezTo>
                  <a:cubicBezTo>
                    <a:pt x="4" y="25"/>
                    <a:pt x="4" y="25"/>
                    <a:pt x="4" y="25"/>
                  </a:cubicBezTo>
                  <a:cubicBezTo>
                    <a:pt x="3" y="26"/>
                    <a:pt x="3" y="26"/>
                    <a:pt x="3" y="27"/>
                  </a:cubicBezTo>
                  <a:cubicBezTo>
                    <a:pt x="3" y="27"/>
                    <a:pt x="3" y="27"/>
                    <a:pt x="3" y="27"/>
                  </a:cubicBezTo>
                  <a:close/>
                  <a:moveTo>
                    <a:pt x="16" y="29"/>
                  </a:moveTo>
                  <a:cubicBezTo>
                    <a:pt x="16" y="29"/>
                    <a:pt x="16" y="29"/>
                    <a:pt x="16" y="29"/>
                  </a:cubicBezTo>
                  <a:cubicBezTo>
                    <a:pt x="15" y="29"/>
                    <a:pt x="15" y="29"/>
                    <a:pt x="15" y="29"/>
                  </a:cubicBezTo>
                  <a:cubicBezTo>
                    <a:pt x="15" y="28"/>
                    <a:pt x="15" y="28"/>
                    <a:pt x="15" y="28"/>
                  </a:cubicBezTo>
                  <a:cubicBezTo>
                    <a:pt x="15" y="27"/>
                    <a:pt x="16" y="27"/>
                    <a:pt x="16" y="27"/>
                  </a:cubicBezTo>
                  <a:cubicBezTo>
                    <a:pt x="16" y="27"/>
                    <a:pt x="16" y="27"/>
                    <a:pt x="17" y="27"/>
                  </a:cubicBezTo>
                  <a:cubicBezTo>
                    <a:pt x="17" y="27"/>
                    <a:pt x="17" y="28"/>
                    <a:pt x="17" y="28"/>
                  </a:cubicBezTo>
                  <a:cubicBezTo>
                    <a:pt x="17" y="29"/>
                    <a:pt x="17" y="29"/>
                    <a:pt x="17" y="29"/>
                  </a:cubicBezTo>
                  <a:cubicBezTo>
                    <a:pt x="17" y="29"/>
                    <a:pt x="17" y="29"/>
                    <a:pt x="16" y="29"/>
                  </a:cubicBezTo>
                  <a:close/>
                  <a:moveTo>
                    <a:pt x="4" y="33"/>
                  </a:moveTo>
                  <a:cubicBezTo>
                    <a:pt x="3" y="29"/>
                    <a:pt x="3" y="29"/>
                    <a:pt x="3" y="29"/>
                  </a:cubicBezTo>
                  <a:cubicBezTo>
                    <a:pt x="4" y="29"/>
                    <a:pt x="4" y="29"/>
                    <a:pt x="4" y="29"/>
                  </a:cubicBezTo>
                  <a:cubicBezTo>
                    <a:pt x="4" y="30"/>
                    <a:pt x="4" y="30"/>
                    <a:pt x="5" y="30"/>
                  </a:cubicBezTo>
                  <a:cubicBezTo>
                    <a:pt x="10" y="29"/>
                    <a:pt x="10" y="29"/>
                    <a:pt x="10" y="29"/>
                  </a:cubicBezTo>
                  <a:cubicBezTo>
                    <a:pt x="11" y="29"/>
                    <a:pt x="11" y="28"/>
                    <a:pt x="11" y="28"/>
                  </a:cubicBezTo>
                  <a:cubicBezTo>
                    <a:pt x="11" y="27"/>
                    <a:pt x="11" y="27"/>
                    <a:pt x="11" y="27"/>
                  </a:cubicBezTo>
                  <a:cubicBezTo>
                    <a:pt x="11" y="27"/>
                    <a:pt x="11" y="27"/>
                    <a:pt x="11" y="27"/>
                  </a:cubicBezTo>
                  <a:cubicBezTo>
                    <a:pt x="13" y="30"/>
                    <a:pt x="13" y="30"/>
                    <a:pt x="13" y="30"/>
                  </a:cubicBezTo>
                  <a:cubicBezTo>
                    <a:pt x="5" y="32"/>
                    <a:pt x="5" y="32"/>
                    <a:pt x="5" y="32"/>
                  </a:cubicBezTo>
                  <a:cubicBezTo>
                    <a:pt x="5" y="32"/>
                    <a:pt x="4" y="33"/>
                    <a:pt x="4" y="33"/>
                  </a:cubicBezTo>
                  <a:cubicBezTo>
                    <a:pt x="4" y="33"/>
                    <a:pt x="4" y="33"/>
                    <a:pt x="4" y="33"/>
                  </a:cubicBezTo>
                  <a:close/>
                  <a:moveTo>
                    <a:pt x="16" y="42"/>
                  </a:moveTo>
                  <a:cubicBezTo>
                    <a:pt x="16" y="41"/>
                    <a:pt x="15" y="41"/>
                    <a:pt x="14" y="41"/>
                  </a:cubicBezTo>
                  <a:cubicBezTo>
                    <a:pt x="6" y="40"/>
                    <a:pt x="6" y="40"/>
                    <a:pt x="6" y="40"/>
                  </a:cubicBezTo>
                  <a:cubicBezTo>
                    <a:pt x="6" y="40"/>
                    <a:pt x="6" y="40"/>
                    <a:pt x="6" y="40"/>
                  </a:cubicBezTo>
                  <a:cubicBezTo>
                    <a:pt x="6" y="40"/>
                    <a:pt x="6" y="40"/>
                    <a:pt x="6" y="40"/>
                  </a:cubicBezTo>
                  <a:cubicBezTo>
                    <a:pt x="13" y="35"/>
                    <a:pt x="13" y="35"/>
                    <a:pt x="13" y="35"/>
                  </a:cubicBezTo>
                  <a:cubicBezTo>
                    <a:pt x="14" y="34"/>
                    <a:pt x="14" y="33"/>
                    <a:pt x="14" y="33"/>
                  </a:cubicBezTo>
                  <a:cubicBezTo>
                    <a:pt x="14" y="33"/>
                    <a:pt x="14" y="33"/>
                    <a:pt x="14" y="33"/>
                  </a:cubicBezTo>
                  <a:cubicBezTo>
                    <a:pt x="15" y="37"/>
                    <a:pt x="15" y="37"/>
                    <a:pt x="15" y="37"/>
                  </a:cubicBezTo>
                  <a:cubicBezTo>
                    <a:pt x="15" y="37"/>
                    <a:pt x="15" y="37"/>
                    <a:pt x="15" y="37"/>
                  </a:cubicBezTo>
                  <a:cubicBezTo>
                    <a:pt x="15" y="37"/>
                    <a:pt x="14" y="36"/>
                    <a:pt x="14" y="36"/>
                  </a:cubicBezTo>
                  <a:cubicBezTo>
                    <a:pt x="14" y="36"/>
                    <a:pt x="14" y="36"/>
                    <a:pt x="13" y="37"/>
                  </a:cubicBezTo>
                  <a:cubicBezTo>
                    <a:pt x="9" y="40"/>
                    <a:pt x="9" y="40"/>
                    <a:pt x="9" y="40"/>
                  </a:cubicBezTo>
                  <a:cubicBezTo>
                    <a:pt x="14" y="40"/>
                    <a:pt x="14" y="40"/>
                    <a:pt x="14" y="40"/>
                  </a:cubicBezTo>
                  <a:cubicBezTo>
                    <a:pt x="14" y="40"/>
                    <a:pt x="15" y="40"/>
                    <a:pt x="15" y="40"/>
                  </a:cubicBezTo>
                  <a:cubicBezTo>
                    <a:pt x="16" y="40"/>
                    <a:pt x="16" y="40"/>
                    <a:pt x="16" y="39"/>
                  </a:cubicBezTo>
                  <a:cubicBezTo>
                    <a:pt x="16" y="39"/>
                    <a:pt x="16" y="39"/>
                    <a:pt x="16" y="39"/>
                  </a:cubicBezTo>
                  <a:cubicBezTo>
                    <a:pt x="16" y="42"/>
                    <a:pt x="16" y="42"/>
                    <a:pt x="16" y="42"/>
                  </a:cubicBezTo>
                  <a:cubicBezTo>
                    <a:pt x="16" y="42"/>
                    <a:pt x="16" y="42"/>
                    <a:pt x="16" y="42"/>
                  </a:cubicBezTo>
                  <a:close/>
                  <a:moveTo>
                    <a:pt x="14" y="53"/>
                  </a:moveTo>
                  <a:cubicBezTo>
                    <a:pt x="13" y="53"/>
                    <a:pt x="12" y="53"/>
                    <a:pt x="11" y="52"/>
                  </a:cubicBezTo>
                  <a:cubicBezTo>
                    <a:pt x="10" y="51"/>
                    <a:pt x="10" y="51"/>
                    <a:pt x="9" y="50"/>
                  </a:cubicBezTo>
                  <a:cubicBezTo>
                    <a:pt x="9" y="49"/>
                    <a:pt x="9" y="48"/>
                    <a:pt x="9" y="47"/>
                  </a:cubicBezTo>
                  <a:cubicBezTo>
                    <a:pt x="10" y="46"/>
                    <a:pt x="11" y="45"/>
                    <a:pt x="12" y="45"/>
                  </a:cubicBezTo>
                  <a:cubicBezTo>
                    <a:pt x="13" y="44"/>
                    <a:pt x="14" y="44"/>
                    <a:pt x="16" y="45"/>
                  </a:cubicBezTo>
                  <a:cubicBezTo>
                    <a:pt x="17" y="45"/>
                    <a:pt x="18" y="46"/>
                    <a:pt x="18" y="47"/>
                  </a:cubicBezTo>
                  <a:cubicBezTo>
                    <a:pt x="18" y="48"/>
                    <a:pt x="18" y="49"/>
                    <a:pt x="18" y="50"/>
                  </a:cubicBezTo>
                  <a:cubicBezTo>
                    <a:pt x="18" y="51"/>
                    <a:pt x="17" y="51"/>
                    <a:pt x="16" y="52"/>
                  </a:cubicBezTo>
                  <a:cubicBezTo>
                    <a:pt x="14" y="46"/>
                    <a:pt x="14" y="46"/>
                    <a:pt x="14" y="46"/>
                  </a:cubicBezTo>
                  <a:cubicBezTo>
                    <a:pt x="12" y="46"/>
                    <a:pt x="12" y="47"/>
                    <a:pt x="11" y="48"/>
                  </a:cubicBezTo>
                  <a:cubicBezTo>
                    <a:pt x="10" y="49"/>
                    <a:pt x="10" y="49"/>
                    <a:pt x="10" y="51"/>
                  </a:cubicBezTo>
                  <a:cubicBezTo>
                    <a:pt x="11" y="51"/>
                    <a:pt x="11" y="52"/>
                    <a:pt x="12" y="52"/>
                  </a:cubicBezTo>
                  <a:cubicBezTo>
                    <a:pt x="13" y="52"/>
                    <a:pt x="14" y="52"/>
                    <a:pt x="14" y="53"/>
                  </a:cubicBezTo>
                  <a:cubicBezTo>
                    <a:pt x="14" y="53"/>
                    <a:pt x="14" y="53"/>
                    <a:pt x="14" y="53"/>
                  </a:cubicBezTo>
                  <a:close/>
                  <a:moveTo>
                    <a:pt x="16" y="49"/>
                  </a:moveTo>
                  <a:cubicBezTo>
                    <a:pt x="18" y="49"/>
                    <a:pt x="18" y="48"/>
                    <a:pt x="18" y="47"/>
                  </a:cubicBezTo>
                  <a:cubicBezTo>
                    <a:pt x="17" y="45"/>
                    <a:pt x="16" y="45"/>
                    <a:pt x="14" y="45"/>
                  </a:cubicBezTo>
                  <a:cubicBezTo>
                    <a:pt x="16" y="49"/>
                    <a:pt x="16" y="49"/>
                    <a:pt x="16" y="49"/>
                  </a:cubicBezTo>
                  <a:close/>
                  <a:moveTo>
                    <a:pt x="22" y="58"/>
                  </a:moveTo>
                  <a:cubicBezTo>
                    <a:pt x="22" y="58"/>
                    <a:pt x="21" y="58"/>
                    <a:pt x="21" y="57"/>
                  </a:cubicBezTo>
                  <a:cubicBezTo>
                    <a:pt x="21" y="57"/>
                    <a:pt x="21" y="57"/>
                    <a:pt x="21" y="57"/>
                  </a:cubicBezTo>
                  <a:cubicBezTo>
                    <a:pt x="21" y="56"/>
                    <a:pt x="21" y="56"/>
                    <a:pt x="21" y="56"/>
                  </a:cubicBezTo>
                  <a:cubicBezTo>
                    <a:pt x="21" y="55"/>
                    <a:pt x="21" y="55"/>
                    <a:pt x="20" y="55"/>
                  </a:cubicBezTo>
                  <a:cubicBezTo>
                    <a:pt x="20" y="55"/>
                    <a:pt x="20" y="55"/>
                    <a:pt x="19" y="55"/>
                  </a:cubicBezTo>
                  <a:cubicBezTo>
                    <a:pt x="15" y="57"/>
                    <a:pt x="15" y="57"/>
                    <a:pt x="15" y="57"/>
                  </a:cubicBezTo>
                  <a:cubicBezTo>
                    <a:pt x="14" y="58"/>
                    <a:pt x="14" y="59"/>
                    <a:pt x="14" y="59"/>
                  </a:cubicBezTo>
                  <a:cubicBezTo>
                    <a:pt x="14" y="59"/>
                    <a:pt x="14" y="59"/>
                    <a:pt x="14" y="59"/>
                  </a:cubicBezTo>
                  <a:cubicBezTo>
                    <a:pt x="12" y="55"/>
                    <a:pt x="12" y="55"/>
                    <a:pt x="12" y="55"/>
                  </a:cubicBezTo>
                  <a:cubicBezTo>
                    <a:pt x="12" y="55"/>
                    <a:pt x="12" y="55"/>
                    <a:pt x="12" y="55"/>
                  </a:cubicBezTo>
                  <a:cubicBezTo>
                    <a:pt x="13" y="56"/>
                    <a:pt x="14" y="56"/>
                    <a:pt x="14" y="56"/>
                  </a:cubicBezTo>
                  <a:cubicBezTo>
                    <a:pt x="19" y="54"/>
                    <a:pt x="19" y="54"/>
                    <a:pt x="19" y="54"/>
                  </a:cubicBezTo>
                  <a:cubicBezTo>
                    <a:pt x="20" y="53"/>
                    <a:pt x="20" y="53"/>
                    <a:pt x="20" y="53"/>
                  </a:cubicBezTo>
                  <a:cubicBezTo>
                    <a:pt x="20" y="53"/>
                    <a:pt x="20" y="52"/>
                    <a:pt x="20" y="52"/>
                  </a:cubicBezTo>
                  <a:cubicBezTo>
                    <a:pt x="20" y="52"/>
                    <a:pt x="20" y="52"/>
                    <a:pt x="20" y="52"/>
                  </a:cubicBezTo>
                  <a:cubicBezTo>
                    <a:pt x="22" y="54"/>
                    <a:pt x="22" y="54"/>
                    <a:pt x="22" y="54"/>
                  </a:cubicBezTo>
                  <a:cubicBezTo>
                    <a:pt x="21" y="55"/>
                    <a:pt x="21" y="55"/>
                    <a:pt x="21" y="55"/>
                  </a:cubicBezTo>
                  <a:cubicBezTo>
                    <a:pt x="22" y="55"/>
                    <a:pt x="23" y="56"/>
                    <a:pt x="24" y="57"/>
                  </a:cubicBezTo>
                  <a:cubicBezTo>
                    <a:pt x="24" y="57"/>
                    <a:pt x="24" y="57"/>
                    <a:pt x="24" y="57"/>
                  </a:cubicBezTo>
                  <a:cubicBezTo>
                    <a:pt x="23" y="58"/>
                    <a:pt x="22" y="58"/>
                    <a:pt x="22" y="58"/>
                  </a:cubicBezTo>
                  <a:close/>
                  <a:moveTo>
                    <a:pt x="21" y="67"/>
                  </a:moveTo>
                  <a:cubicBezTo>
                    <a:pt x="20" y="68"/>
                    <a:pt x="19" y="68"/>
                    <a:pt x="18" y="67"/>
                  </a:cubicBezTo>
                  <a:cubicBezTo>
                    <a:pt x="18" y="67"/>
                    <a:pt x="17" y="67"/>
                    <a:pt x="17" y="66"/>
                  </a:cubicBezTo>
                  <a:cubicBezTo>
                    <a:pt x="17" y="65"/>
                    <a:pt x="16" y="65"/>
                    <a:pt x="16" y="65"/>
                  </a:cubicBezTo>
                  <a:cubicBezTo>
                    <a:pt x="16" y="64"/>
                    <a:pt x="16" y="64"/>
                    <a:pt x="16" y="63"/>
                  </a:cubicBezTo>
                  <a:cubicBezTo>
                    <a:pt x="16" y="63"/>
                    <a:pt x="16" y="63"/>
                    <a:pt x="16" y="63"/>
                  </a:cubicBezTo>
                  <a:cubicBezTo>
                    <a:pt x="16" y="63"/>
                    <a:pt x="16" y="63"/>
                    <a:pt x="16" y="63"/>
                  </a:cubicBezTo>
                  <a:cubicBezTo>
                    <a:pt x="18" y="61"/>
                    <a:pt x="18" y="61"/>
                    <a:pt x="18" y="61"/>
                  </a:cubicBezTo>
                  <a:cubicBezTo>
                    <a:pt x="18" y="61"/>
                    <a:pt x="18" y="61"/>
                    <a:pt x="18" y="61"/>
                  </a:cubicBezTo>
                  <a:cubicBezTo>
                    <a:pt x="17" y="63"/>
                    <a:pt x="16" y="64"/>
                    <a:pt x="17" y="65"/>
                  </a:cubicBezTo>
                  <a:cubicBezTo>
                    <a:pt x="18" y="65"/>
                    <a:pt x="18" y="66"/>
                    <a:pt x="18" y="66"/>
                  </a:cubicBezTo>
                  <a:cubicBezTo>
                    <a:pt x="18" y="66"/>
                    <a:pt x="19" y="66"/>
                    <a:pt x="19" y="66"/>
                  </a:cubicBezTo>
                  <a:cubicBezTo>
                    <a:pt x="20" y="65"/>
                    <a:pt x="20" y="65"/>
                    <a:pt x="20" y="63"/>
                  </a:cubicBezTo>
                  <a:cubicBezTo>
                    <a:pt x="20" y="62"/>
                    <a:pt x="20" y="62"/>
                    <a:pt x="20" y="62"/>
                  </a:cubicBezTo>
                  <a:cubicBezTo>
                    <a:pt x="20" y="61"/>
                    <a:pt x="20" y="60"/>
                    <a:pt x="21" y="59"/>
                  </a:cubicBezTo>
                  <a:cubicBezTo>
                    <a:pt x="22" y="59"/>
                    <a:pt x="22" y="59"/>
                    <a:pt x="23" y="59"/>
                  </a:cubicBezTo>
                  <a:cubicBezTo>
                    <a:pt x="24" y="59"/>
                    <a:pt x="24" y="60"/>
                    <a:pt x="25" y="61"/>
                  </a:cubicBezTo>
                  <a:cubicBezTo>
                    <a:pt x="25" y="61"/>
                    <a:pt x="25" y="61"/>
                    <a:pt x="25" y="62"/>
                  </a:cubicBezTo>
                  <a:cubicBezTo>
                    <a:pt x="25" y="62"/>
                    <a:pt x="25" y="63"/>
                    <a:pt x="26" y="63"/>
                  </a:cubicBezTo>
                  <a:cubicBezTo>
                    <a:pt x="26" y="63"/>
                    <a:pt x="26" y="63"/>
                    <a:pt x="26" y="63"/>
                  </a:cubicBezTo>
                  <a:cubicBezTo>
                    <a:pt x="26" y="63"/>
                    <a:pt x="26" y="63"/>
                    <a:pt x="26" y="63"/>
                  </a:cubicBezTo>
                  <a:cubicBezTo>
                    <a:pt x="24" y="64"/>
                    <a:pt x="24" y="64"/>
                    <a:pt x="24" y="64"/>
                  </a:cubicBezTo>
                  <a:cubicBezTo>
                    <a:pt x="24" y="64"/>
                    <a:pt x="24" y="64"/>
                    <a:pt x="24" y="64"/>
                  </a:cubicBezTo>
                  <a:cubicBezTo>
                    <a:pt x="25" y="63"/>
                    <a:pt x="25" y="61"/>
                    <a:pt x="25" y="61"/>
                  </a:cubicBezTo>
                  <a:cubicBezTo>
                    <a:pt x="25" y="60"/>
                    <a:pt x="24" y="60"/>
                    <a:pt x="24" y="60"/>
                  </a:cubicBezTo>
                  <a:cubicBezTo>
                    <a:pt x="24" y="60"/>
                    <a:pt x="23" y="60"/>
                    <a:pt x="23" y="60"/>
                  </a:cubicBezTo>
                  <a:cubicBezTo>
                    <a:pt x="22" y="60"/>
                    <a:pt x="22" y="61"/>
                    <a:pt x="22" y="62"/>
                  </a:cubicBezTo>
                  <a:cubicBezTo>
                    <a:pt x="22" y="64"/>
                    <a:pt x="22" y="64"/>
                    <a:pt x="22" y="64"/>
                  </a:cubicBezTo>
                  <a:cubicBezTo>
                    <a:pt x="22" y="66"/>
                    <a:pt x="22" y="67"/>
                    <a:pt x="21" y="67"/>
                  </a:cubicBezTo>
                  <a:close/>
                  <a:moveTo>
                    <a:pt x="33" y="67"/>
                  </a:moveTo>
                  <a:cubicBezTo>
                    <a:pt x="32" y="67"/>
                    <a:pt x="32" y="67"/>
                    <a:pt x="32" y="67"/>
                  </a:cubicBezTo>
                  <a:cubicBezTo>
                    <a:pt x="32" y="67"/>
                    <a:pt x="32" y="66"/>
                    <a:pt x="31" y="66"/>
                  </a:cubicBezTo>
                  <a:cubicBezTo>
                    <a:pt x="31" y="66"/>
                    <a:pt x="31" y="66"/>
                    <a:pt x="31" y="65"/>
                  </a:cubicBezTo>
                  <a:cubicBezTo>
                    <a:pt x="31" y="65"/>
                    <a:pt x="32" y="65"/>
                    <a:pt x="32" y="65"/>
                  </a:cubicBezTo>
                  <a:cubicBezTo>
                    <a:pt x="32" y="65"/>
                    <a:pt x="32" y="64"/>
                    <a:pt x="32" y="65"/>
                  </a:cubicBezTo>
                  <a:cubicBezTo>
                    <a:pt x="33" y="65"/>
                    <a:pt x="33" y="65"/>
                    <a:pt x="33" y="65"/>
                  </a:cubicBezTo>
                  <a:cubicBezTo>
                    <a:pt x="33" y="65"/>
                    <a:pt x="34" y="65"/>
                    <a:pt x="33" y="66"/>
                  </a:cubicBezTo>
                  <a:cubicBezTo>
                    <a:pt x="33" y="66"/>
                    <a:pt x="33" y="66"/>
                    <a:pt x="33" y="67"/>
                  </a:cubicBezTo>
                  <a:close/>
                  <a:moveTo>
                    <a:pt x="22" y="75"/>
                  </a:moveTo>
                  <a:cubicBezTo>
                    <a:pt x="20" y="71"/>
                    <a:pt x="20" y="71"/>
                    <a:pt x="20" y="71"/>
                  </a:cubicBezTo>
                  <a:cubicBezTo>
                    <a:pt x="20" y="71"/>
                    <a:pt x="20" y="71"/>
                    <a:pt x="20" y="71"/>
                  </a:cubicBezTo>
                  <a:cubicBezTo>
                    <a:pt x="21" y="71"/>
                    <a:pt x="22" y="72"/>
                    <a:pt x="22" y="71"/>
                  </a:cubicBezTo>
                  <a:cubicBezTo>
                    <a:pt x="27" y="69"/>
                    <a:pt x="27" y="69"/>
                    <a:pt x="27" y="69"/>
                  </a:cubicBezTo>
                  <a:cubicBezTo>
                    <a:pt x="28" y="68"/>
                    <a:pt x="28" y="68"/>
                    <a:pt x="28" y="67"/>
                  </a:cubicBezTo>
                  <a:cubicBezTo>
                    <a:pt x="27" y="67"/>
                    <a:pt x="27" y="67"/>
                    <a:pt x="27" y="67"/>
                  </a:cubicBezTo>
                  <a:cubicBezTo>
                    <a:pt x="28" y="67"/>
                    <a:pt x="28" y="67"/>
                    <a:pt x="28" y="67"/>
                  </a:cubicBezTo>
                  <a:cubicBezTo>
                    <a:pt x="30" y="69"/>
                    <a:pt x="30" y="69"/>
                    <a:pt x="30" y="69"/>
                  </a:cubicBezTo>
                  <a:cubicBezTo>
                    <a:pt x="24" y="73"/>
                    <a:pt x="24" y="73"/>
                    <a:pt x="24" y="73"/>
                  </a:cubicBezTo>
                  <a:cubicBezTo>
                    <a:pt x="22" y="73"/>
                    <a:pt x="22" y="73"/>
                    <a:pt x="22" y="75"/>
                  </a:cubicBezTo>
                  <a:cubicBezTo>
                    <a:pt x="22" y="75"/>
                    <a:pt x="22" y="75"/>
                    <a:pt x="22" y="75"/>
                  </a:cubicBezTo>
                  <a:close/>
                  <a:moveTo>
                    <a:pt x="28" y="80"/>
                  </a:moveTo>
                  <a:cubicBezTo>
                    <a:pt x="27" y="80"/>
                    <a:pt x="26" y="80"/>
                    <a:pt x="26" y="79"/>
                  </a:cubicBezTo>
                  <a:cubicBezTo>
                    <a:pt x="26" y="79"/>
                    <a:pt x="25" y="79"/>
                    <a:pt x="25" y="79"/>
                  </a:cubicBezTo>
                  <a:cubicBezTo>
                    <a:pt x="24" y="78"/>
                    <a:pt x="24" y="77"/>
                    <a:pt x="26" y="76"/>
                  </a:cubicBezTo>
                  <a:cubicBezTo>
                    <a:pt x="31" y="73"/>
                    <a:pt x="31" y="73"/>
                    <a:pt x="31" y="73"/>
                  </a:cubicBezTo>
                  <a:cubicBezTo>
                    <a:pt x="30" y="71"/>
                    <a:pt x="30" y="71"/>
                    <a:pt x="30" y="71"/>
                  </a:cubicBezTo>
                  <a:cubicBezTo>
                    <a:pt x="30" y="71"/>
                    <a:pt x="30" y="71"/>
                    <a:pt x="30" y="71"/>
                  </a:cubicBezTo>
                  <a:cubicBezTo>
                    <a:pt x="30" y="71"/>
                    <a:pt x="30" y="71"/>
                    <a:pt x="30" y="71"/>
                  </a:cubicBezTo>
                  <a:cubicBezTo>
                    <a:pt x="31" y="72"/>
                    <a:pt x="32" y="72"/>
                    <a:pt x="34" y="72"/>
                  </a:cubicBezTo>
                  <a:cubicBezTo>
                    <a:pt x="34" y="72"/>
                    <a:pt x="34" y="72"/>
                    <a:pt x="34" y="72"/>
                  </a:cubicBezTo>
                  <a:cubicBezTo>
                    <a:pt x="32" y="73"/>
                    <a:pt x="32" y="73"/>
                    <a:pt x="32" y="73"/>
                  </a:cubicBezTo>
                  <a:cubicBezTo>
                    <a:pt x="33" y="75"/>
                    <a:pt x="33" y="75"/>
                    <a:pt x="33" y="75"/>
                  </a:cubicBezTo>
                  <a:cubicBezTo>
                    <a:pt x="33" y="75"/>
                    <a:pt x="33" y="75"/>
                    <a:pt x="33" y="75"/>
                  </a:cubicBezTo>
                  <a:cubicBezTo>
                    <a:pt x="32" y="74"/>
                    <a:pt x="32" y="74"/>
                    <a:pt x="32" y="74"/>
                  </a:cubicBezTo>
                  <a:cubicBezTo>
                    <a:pt x="27" y="77"/>
                    <a:pt x="27" y="77"/>
                    <a:pt x="27" y="77"/>
                  </a:cubicBezTo>
                  <a:cubicBezTo>
                    <a:pt x="26" y="78"/>
                    <a:pt x="26" y="79"/>
                    <a:pt x="26" y="79"/>
                  </a:cubicBezTo>
                  <a:cubicBezTo>
                    <a:pt x="27" y="79"/>
                    <a:pt x="27" y="79"/>
                    <a:pt x="28" y="80"/>
                  </a:cubicBezTo>
                  <a:cubicBezTo>
                    <a:pt x="28" y="80"/>
                    <a:pt x="28" y="80"/>
                    <a:pt x="28" y="80"/>
                  </a:cubicBezTo>
                  <a:close/>
                  <a:moveTo>
                    <a:pt x="40" y="84"/>
                  </a:moveTo>
                  <a:cubicBezTo>
                    <a:pt x="40" y="84"/>
                    <a:pt x="40" y="83"/>
                    <a:pt x="40" y="83"/>
                  </a:cubicBezTo>
                  <a:cubicBezTo>
                    <a:pt x="39" y="83"/>
                    <a:pt x="39" y="83"/>
                    <a:pt x="39" y="83"/>
                  </a:cubicBezTo>
                  <a:cubicBezTo>
                    <a:pt x="30" y="86"/>
                    <a:pt x="30" y="86"/>
                    <a:pt x="30" y="86"/>
                  </a:cubicBezTo>
                  <a:cubicBezTo>
                    <a:pt x="28" y="87"/>
                    <a:pt x="26" y="87"/>
                    <a:pt x="25" y="86"/>
                  </a:cubicBezTo>
                  <a:cubicBezTo>
                    <a:pt x="24" y="85"/>
                    <a:pt x="25" y="84"/>
                    <a:pt x="25" y="84"/>
                  </a:cubicBezTo>
                  <a:cubicBezTo>
                    <a:pt x="25" y="84"/>
                    <a:pt x="26" y="84"/>
                    <a:pt x="26" y="84"/>
                  </a:cubicBezTo>
                  <a:cubicBezTo>
                    <a:pt x="26" y="84"/>
                    <a:pt x="26" y="84"/>
                    <a:pt x="26" y="84"/>
                  </a:cubicBezTo>
                  <a:cubicBezTo>
                    <a:pt x="26" y="84"/>
                    <a:pt x="27" y="85"/>
                    <a:pt x="27" y="85"/>
                  </a:cubicBezTo>
                  <a:cubicBezTo>
                    <a:pt x="27" y="85"/>
                    <a:pt x="27" y="85"/>
                    <a:pt x="27" y="85"/>
                  </a:cubicBezTo>
                  <a:cubicBezTo>
                    <a:pt x="28" y="86"/>
                    <a:pt x="29" y="86"/>
                    <a:pt x="31" y="85"/>
                  </a:cubicBezTo>
                  <a:cubicBezTo>
                    <a:pt x="34" y="78"/>
                    <a:pt x="34" y="78"/>
                    <a:pt x="34" y="78"/>
                  </a:cubicBezTo>
                  <a:cubicBezTo>
                    <a:pt x="35" y="77"/>
                    <a:pt x="35" y="77"/>
                    <a:pt x="35" y="77"/>
                  </a:cubicBezTo>
                  <a:cubicBezTo>
                    <a:pt x="35" y="77"/>
                    <a:pt x="35" y="77"/>
                    <a:pt x="34" y="76"/>
                  </a:cubicBezTo>
                  <a:cubicBezTo>
                    <a:pt x="35" y="76"/>
                    <a:pt x="35" y="76"/>
                    <a:pt x="35" y="76"/>
                  </a:cubicBezTo>
                  <a:cubicBezTo>
                    <a:pt x="38" y="79"/>
                    <a:pt x="38" y="79"/>
                    <a:pt x="38" y="79"/>
                  </a:cubicBezTo>
                  <a:cubicBezTo>
                    <a:pt x="37" y="79"/>
                    <a:pt x="37" y="79"/>
                    <a:pt x="37" y="79"/>
                  </a:cubicBezTo>
                  <a:cubicBezTo>
                    <a:pt x="37" y="79"/>
                    <a:pt x="36" y="79"/>
                    <a:pt x="36" y="79"/>
                  </a:cubicBezTo>
                  <a:cubicBezTo>
                    <a:pt x="36" y="79"/>
                    <a:pt x="36" y="79"/>
                    <a:pt x="36" y="79"/>
                  </a:cubicBezTo>
                  <a:cubicBezTo>
                    <a:pt x="33" y="84"/>
                    <a:pt x="33" y="84"/>
                    <a:pt x="33" y="84"/>
                  </a:cubicBezTo>
                  <a:cubicBezTo>
                    <a:pt x="38" y="83"/>
                    <a:pt x="38" y="83"/>
                    <a:pt x="38" y="83"/>
                  </a:cubicBezTo>
                  <a:cubicBezTo>
                    <a:pt x="38" y="83"/>
                    <a:pt x="39" y="82"/>
                    <a:pt x="39" y="82"/>
                  </a:cubicBezTo>
                  <a:cubicBezTo>
                    <a:pt x="39" y="82"/>
                    <a:pt x="39" y="82"/>
                    <a:pt x="39" y="82"/>
                  </a:cubicBezTo>
                  <a:cubicBezTo>
                    <a:pt x="39" y="81"/>
                    <a:pt x="39" y="81"/>
                    <a:pt x="38" y="81"/>
                  </a:cubicBezTo>
                  <a:cubicBezTo>
                    <a:pt x="39" y="81"/>
                    <a:pt x="39" y="81"/>
                    <a:pt x="39" y="81"/>
                  </a:cubicBezTo>
                  <a:cubicBezTo>
                    <a:pt x="40" y="84"/>
                    <a:pt x="40" y="84"/>
                    <a:pt x="40" y="84"/>
                  </a:cubicBezTo>
                  <a:cubicBezTo>
                    <a:pt x="40" y="84"/>
                    <a:pt x="40" y="84"/>
                    <a:pt x="40" y="84"/>
                  </a:cubicBezTo>
                  <a:close/>
                  <a:moveTo>
                    <a:pt x="47" y="97"/>
                  </a:moveTo>
                  <a:cubicBezTo>
                    <a:pt x="46" y="97"/>
                    <a:pt x="45" y="98"/>
                    <a:pt x="44" y="98"/>
                  </a:cubicBezTo>
                  <a:cubicBezTo>
                    <a:pt x="42" y="98"/>
                    <a:pt x="41" y="98"/>
                    <a:pt x="40" y="97"/>
                  </a:cubicBezTo>
                  <a:cubicBezTo>
                    <a:pt x="40" y="96"/>
                    <a:pt x="39" y="95"/>
                    <a:pt x="39" y="94"/>
                  </a:cubicBezTo>
                  <a:cubicBezTo>
                    <a:pt x="39" y="93"/>
                    <a:pt x="40" y="91"/>
                    <a:pt x="41" y="91"/>
                  </a:cubicBezTo>
                  <a:cubicBezTo>
                    <a:pt x="42" y="90"/>
                    <a:pt x="43" y="89"/>
                    <a:pt x="44" y="89"/>
                  </a:cubicBezTo>
                  <a:cubicBezTo>
                    <a:pt x="45" y="89"/>
                    <a:pt x="46" y="89"/>
                    <a:pt x="47" y="90"/>
                  </a:cubicBezTo>
                  <a:cubicBezTo>
                    <a:pt x="48" y="91"/>
                    <a:pt x="49" y="92"/>
                    <a:pt x="49" y="93"/>
                  </a:cubicBezTo>
                  <a:cubicBezTo>
                    <a:pt x="49" y="95"/>
                    <a:pt x="48" y="95"/>
                    <a:pt x="47" y="97"/>
                  </a:cubicBezTo>
                  <a:close/>
                  <a:moveTo>
                    <a:pt x="45" y="96"/>
                  </a:moveTo>
                  <a:cubicBezTo>
                    <a:pt x="46" y="95"/>
                    <a:pt x="47" y="94"/>
                    <a:pt x="47" y="93"/>
                  </a:cubicBezTo>
                  <a:cubicBezTo>
                    <a:pt x="48" y="92"/>
                    <a:pt x="47" y="91"/>
                    <a:pt x="47" y="90"/>
                  </a:cubicBezTo>
                  <a:cubicBezTo>
                    <a:pt x="46" y="90"/>
                    <a:pt x="46" y="89"/>
                    <a:pt x="45" y="90"/>
                  </a:cubicBezTo>
                  <a:cubicBezTo>
                    <a:pt x="44" y="90"/>
                    <a:pt x="44" y="91"/>
                    <a:pt x="43" y="91"/>
                  </a:cubicBezTo>
                  <a:cubicBezTo>
                    <a:pt x="42" y="92"/>
                    <a:pt x="41" y="93"/>
                    <a:pt x="41" y="94"/>
                  </a:cubicBezTo>
                  <a:cubicBezTo>
                    <a:pt x="40" y="95"/>
                    <a:pt x="40" y="96"/>
                    <a:pt x="41" y="97"/>
                  </a:cubicBezTo>
                  <a:cubicBezTo>
                    <a:pt x="42" y="97"/>
                    <a:pt x="42" y="97"/>
                    <a:pt x="43" y="97"/>
                  </a:cubicBezTo>
                  <a:cubicBezTo>
                    <a:pt x="44" y="97"/>
                    <a:pt x="44" y="97"/>
                    <a:pt x="45" y="96"/>
                  </a:cubicBezTo>
                  <a:close/>
                  <a:moveTo>
                    <a:pt x="60" y="97"/>
                  </a:moveTo>
                  <a:cubicBezTo>
                    <a:pt x="59" y="97"/>
                    <a:pt x="59" y="97"/>
                    <a:pt x="59" y="97"/>
                  </a:cubicBezTo>
                  <a:cubicBezTo>
                    <a:pt x="59" y="97"/>
                    <a:pt x="59" y="97"/>
                    <a:pt x="59" y="97"/>
                  </a:cubicBezTo>
                  <a:cubicBezTo>
                    <a:pt x="58" y="97"/>
                    <a:pt x="58" y="97"/>
                    <a:pt x="58" y="96"/>
                  </a:cubicBezTo>
                  <a:cubicBezTo>
                    <a:pt x="58" y="96"/>
                    <a:pt x="58" y="95"/>
                    <a:pt x="58" y="95"/>
                  </a:cubicBezTo>
                  <a:cubicBezTo>
                    <a:pt x="58" y="95"/>
                    <a:pt x="58" y="95"/>
                    <a:pt x="58" y="95"/>
                  </a:cubicBezTo>
                  <a:cubicBezTo>
                    <a:pt x="58" y="94"/>
                    <a:pt x="57" y="94"/>
                    <a:pt x="56" y="95"/>
                  </a:cubicBezTo>
                  <a:cubicBezTo>
                    <a:pt x="54" y="97"/>
                    <a:pt x="54" y="97"/>
                    <a:pt x="54" y="97"/>
                  </a:cubicBezTo>
                  <a:cubicBezTo>
                    <a:pt x="56" y="99"/>
                    <a:pt x="56" y="99"/>
                    <a:pt x="56" y="99"/>
                  </a:cubicBezTo>
                  <a:cubicBezTo>
                    <a:pt x="56" y="99"/>
                    <a:pt x="56" y="99"/>
                    <a:pt x="56" y="99"/>
                  </a:cubicBezTo>
                  <a:cubicBezTo>
                    <a:pt x="54" y="97"/>
                    <a:pt x="54" y="97"/>
                    <a:pt x="54" y="97"/>
                  </a:cubicBezTo>
                  <a:cubicBezTo>
                    <a:pt x="50" y="103"/>
                    <a:pt x="50" y="103"/>
                    <a:pt x="50" y="103"/>
                  </a:cubicBezTo>
                  <a:cubicBezTo>
                    <a:pt x="49" y="103"/>
                    <a:pt x="49" y="104"/>
                    <a:pt x="50" y="105"/>
                  </a:cubicBezTo>
                  <a:cubicBezTo>
                    <a:pt x="50" y="105"/>
                    <a:pt x="50" y="105"/>
                    <a:pt x="50" y="105"/>
                  </a:cubicBezTo>
                  <a:cubicBezTo>
                    <a:pt x="46" y="102"/>
                    <a:pt x="46" y="102"/>
                    <a:pt x="46" y="102"/>
                  </a:cubicBezTo>
                  <a:cubicBezTo>
                    <a:pt x="46" y="101"/>
                    <a:pt x="46" y="101"/>
                    <a:pt x="46" y="101"/>
                  </a:cubicBezTo>
                  <a:cubicBezTo>
                    <a:pt x="47" y="102"/>
                    <a:pt x="48" y="102"/>
                    <a:pt x="48" y="101"/>
                  </a:cubicBezTo>
                  <a:cubicBezTo>
                    <a:pt x="52" y="96"/>
                    <a:pt x="52" y="96"/>
                    <a:pt x="52" y="96"/>
                  </a:cubicBezTo>
                  <a:cubicBezTo>
                    <a:pt x="51" y="95"/>
                    <a:pt x="51" y="95"/>
                    <a:pt x="51" y="95"/>
                  </a:cubicBezTo>
                  <a:cubicBezTo>
                    <a:pt x="52" y="95"/>
                    <a:pt x="52" y="95"/>
                    <a:pt x="52" y="95"/>
                  </a:cubicBezTo>
                  <a:cubicBezTo>
                    <a:pt x="53" y="96"/>
                    <a:pt x="53" y="96"/>
                    <a:pt x="53" y="96"/>
                  </a:cubicBezTo>
                  <a:cubicBezTo>
                    <a:pt x="53" y="95"/>
                    <a:pt x="53" y="95"/>
                    <a:pt x="53" y="95"/>
                  </a:cubicBezTo>
                  <a:cubicBezTo>
                    <a:pt x="54" y="95"/>
                    <a:pt x="55" y="94"/>
                    <a:pt x="56" y="94"/>
                  </a:cubicBezTo>
                  <a:cubicBezTo>
                    <a:pt x="57" y="94"/>
                    <a:pt x="58" y="94"/>
                    <a:pt x="59" y="95"/>
                  </a:cubicBezTo>
                  <a:cubicBezTo>
                    <a:pt x="59" y="95"/>
                    <a:pt x="60" y="95"/>
                    <a:pt x="60" y="96"/>
                  </a:cubicBezTo>
                  <a:cubicBezTo>
                    <a:pt x="60" y="96"/>
                    <a:pt x="60" y="96"/>
                    <a:pt x="60" y="97"/>
                  </a:cubicBezTo>
                  <a:close/>
                  <a:moveTo>
                    <a:pt x="65" y="111"/>
                  </a:moveTo>
                  <a:cubicBezTo>
                    <a:pt x="64" y="113"/>
                    <a:pt x="63" y="113"/>
                    <a:pt x="62" y="113"/>
                  </a:cubicBezTo>
                  <a:cubicBezTo>
                    <a:pt x="61" y="113"/>
                    <a:pt x="60" y="113"/>
                    <a:pt x="59" y="112"/>
                  </a:cubicBezTo>
                  <a:cubicBezTo>
                    <a:pt x="58" y="112"/>
                    <a:pt x="58" y="111"/>
                    <a:pt x="58" y="111"/>
                  </a:cubicBezTo>
                  <a:cubicBezTo>
                    <a:pt x="57" y="111"/>
                    <a:pt x="57" y="110"/>
                    <a:pt x="57" y="110"/>
                  </a:cubicBezTo>
                  <a:cubicBezTo>
                    <a:pt x="56" y="109"/>
                    <a:pt x="56" y="110"/>
                    <a:pt x="56" y="110"/>
                  </a:cubicBezTo>
                  <a:cubicBezTo>
                    <a:pt x="56" y="109"/>
                    <a:pt x="56" y="109"/>
                    <a:pt x="56" y="109"/>
                  </a:cubicBezTo>
                  <a:cubicBezTo>
                    <a:pt x="58" y="105"/>
                    <a:pt x="58" y="105"/>
                    <a:pt x="58" y="105"/>
                  </a:cubicBezTo>
                  <a:cubicBezTo>
                    <a:pt x="58" y="106"/>
                    <a:pt x="58" y="106"/>
                    <a:pt x="58" y="106"/>
                  </a:cubicBezTo>
                  <a:cubicBezTo>
                    <a:pt x="57" y="108"/>
                    <a:pt x="58" y="110"/>
                    <a:pt x="59" y="111"/>
                  </a:cubicBezTo>
                  <a:cubicBezTo>
                    <a:pt x="60" y="112"/>
                    <a:pt x="60" y="112"/>
                    <a:pt x="61" y="112"/>
                  </a:cubicBezTo>
                  <a:cubicBezTo>
                    <a:pt x="62" y="112"/>
                    <a:pt x="62" y="111"/>
                    <a:pt x="62" y="111"/>
                  </a:cubicBezTo>
                  <a:cubicBezTo>
                    <a:pt x="63" y="110"/>
                    <a:pt x="63" y="109"/>
                    <a:pt x="62" y="107"/>
                  </a:cubicBezTo>
                  <a:cubicBezTo>
                    <a:pt x="62" y="105"/>
                    <a:pt x="62" y="105"/>
                    <a:pt x="62" y="105"/>
                  </a:cubicBezTo>
                  <a:cubicBezTo>
                    <a:pt x="61" y="104"/>
                    <a:pt x="61" y="102"/>
                    <a:pt x="62" y="101"/>
                  </a:cubicBezTo>
                  <a:cubicBezTo>
                    <a:pt x="62" y="100"/>
                    <a:pt x="63" y="100"/>
                    <a:pt x="64" y="99"/>
                  </a:cubicBezTo>
                  <a:cubicBezTo>
                    <a:pt x="65" y="99"/>
                    <a:pt x="66" y="99"/>
                    <a:pt x="67" y="100"/>
                  </a:cubicBezTo>
                  <a:cubicBezTo>
                    <a:pt x="67" y="101"/>
                    <a:pt x="68" y="101"/>
                    <a:pt x="68" y="101"/>
                  </a:cubicBezTo>
                  <a:cubicBezTo>
                    <a:pt x="68" y="102"/>
                    <a:pt x="68" y="102"/>
                    <a:pt x="69" y="102"/>
                  </a:cubicBezTo>
                  <a:cubicBezTo>
                    <a:pt x="69" y="102"/>
                    <a:pt x="69" y="102"/>
                    <a:pt x="70" y="102"/>
                  </a:cubicBezTo>
                  <a:cubicBezTo>
                    <a:pt x="70" y="103"/>
                    <a:pt x="70" y="103"/>
                    <a:pt x="70" y="103"/>
                  </a:cubicBezTo>
                  <a:cubicBezTo>
                    <a:pt x="68" y="107"/>
                    <a:pt x="68" y="107"/>
                    <a:pt x="68" y="107"/>
                  </a:cubicBezTo>
                  <a:cubicBezTo>
                    <a:pt x="67" y="106"/>
                    <a:pt x="67" y="106"/>
                    <a:pt x="67" y="106"/>
                  </a:cubicBezTo>
                  <a:cubicBezTo>
                    <a:pt x="68" y="104"/>
                    <a:pt x="68" y="102"/>
                    <a:pt x="66" y="101"/>
                  </a:cubicBezTo>
                  <a:cubicBezTo>
                    <a:pt x="66" y="101"/>
                    <a:pt x="65" y="101"/>
                    <a:pt x="64" y="101"/>
                  </a:cubicBezTo>
                  <a:cubicBezTo>
                    <a:pt x="64" y="101"/>
                    <a:pt x="64" y="101"/>
                    <a:pt x="63" y="101"/>
                  </a:cubicBezTo>
                  <a:cubicBezTo>
                    <a:pt x="63" y="102"/>
                    <a:pt x="63" y="102"/>
                    <a:pt x="63" y="103"/>
                  </a:cubicBezTo>
                  <a:cubicBezTo>
                    <a:pt x="63" y="103"/>
                    <a:pt x="63" y="104"/>
                    <a:pt x="64" y="105"/>
                  </a:cubicBezTo>
                  <a:cubicBezTo>
                    <a:pt x="64" y="107"/>
                    <a:pt x="64" y="107"/>
                    <a:pt x="64" y="107"/>
                  </a:cubicBezTo>
                  <a:cubicBezTo>
                    <a:pt x="66" y="109"/>
                    <a:pt x="66" y="111"/>
                    <a:pt x="65" y="111"/>
                  </a:cubicBezTo>
                  <a:close/>
                  <a:moveTo>
                    <a:pt x="74" y="117"/>
                  </a:moveTo>
                  <a:cubicBezTo>
                    <a:pt x="73" y="118"/>
                    <a:pt x="72" y="119"/>
                    <a:pt x="71" y="119"/>
                  </a:cubicBezTo>
                  <a:cubicBezTo>
                    <a:pt x="70" y="119"/>
                    <a:pt x="69" y="119"/>
                    <a:pt x="68" y="118"/>
                  </a:cubicBezTo>
                  <a:cubicBezTo>
                    <a:pt x="68" y="118"/>
                    <a:pt x="67" y="117"/>
                    <a:pt x="67" y="116"/>
                  </a:cubicBezTo>
                  <a:cubicBezTo>
                    <a:pt x="66" y="115"/>
                    <a:pt x="67" y="113"/>
                    <a:pt x="68" y="112"/>
                  </a:cubicBezTo>
                  <a:cubicBezTo>
                    <a:pt x="68" y="111"/>
                    <a:pt x="69" y="110"/>
                    <a:pt x="70" y="110"/>
                  </a:cubicBezTo>
                  <a:cubicBezTo>
                    <a:pt x="72" y="109"/>
                    <a:pt x="73" y="109"/>
                    <a:pt x="74" y="110"/>
                  </a:cubicBezTo>
                  <a:cubicBezTo>
                    <a:pt x="75" y="111"/>
                    <a:pt x="75" y="111"/>
                    <a:pt x="76" y="112"/>
                  </a:cubicBezTo>
                  <a:cubicBezTo>
                    <a:pt x="76" y="113"/>
                    <a:pt x="76" y="113"/>
                    <a:pt x="76" y="113"/>
                  </a:cubicBezTo>
                  <a:cubicBezTo>
                    <a:pt x="76" y="114"/>
                    <a:pt x="75" y="114"/>
                    <a:pt x="75" y="114"/>
                  </a:cubicBezTo>
                  <a:cubicBezTo>
                    <a:pt x="75" y="114"/>
                    <a:pt x="75" y="114"/>
                    <a:pt x="74" y="114"/>
                  </a:cubicBezTo>
                  <a:cubicBezTo>
                    <a:pt x="74" y="114"/>
                    <a:pt x="74" y="113"/>
                    <a:pt x="74" y="113"/>
                  </a:cubicBezTo>
                  <a:cubicBezTo>
                    <a:pt x="74" y="113"/>
                    <a:pt x="74" y="113"/>
                    <a:pt x="74" y="113"/>
                  </a:cubicBezTo>
                  <a:cubicBezTo>
                    <a:pt x="74" y="112"/>
                    <a:pt x="74" y="112"/>
                    <a:pt x="74" y="111"/>
                  </a:cubicBezTo>
                  <a:cubicBezTo>
                    <a:pt x="74" y="111"/>
                    <a:pt x="74" y="111"/>
                    <a:pt x="73" y="111"/>
                  </a:cubicBezTo>
                  <a:cubicBezTo>
                    <a:pt x="72" y="110"/>
                    <a:pt x="72" y="110"/>
                    <a:pt x="70" y="111"/>
                  </a:cubicBezTo>
                  <a:cubicBezTo>
                    <a:pt x="70" y="111"/>
                    <a:pt x="69" y="111"/>
                    <a:pt x="69" y="112"/>
                  </a:cubicBezTo>
                  <a:cubicBezTo>
                    <a:pt x="68" y="113"/>
                    <a:pt x="68" y="114"/>
                    <a:pt x="68" y="115"/>
                  </a:cubicBezTo>
                  <a:cubicBezTo>
                    <a:pt x="68" y="116"/>
                    <a:pt x="68" y="117"/>
                    <a:pt x="69" y="117"/>
                  </a:cubicBezTo>
                  <a:cubicBezTo>
                    <a:pt x="71" y="118"/>
                    <a:pt x="72" y="118"/>
                    <a:pt x="74" y="117"/>
                  </a:cubicBezTo>
                  <a:cubicBezTo>
                    <a:pt x="74" y="117"/>
                    <a:pt x="74" y="117"/>
                    <a:pt x="74" y="117"/>
                  </a:cubicBezTo>
                  <a:close/>
                  <a:moveTo>
                    <a:pt x="83" y="111"/>
                  </a:moveTo>
                  <a:cubicBezTo>
                    <a:pt x="83" y="111"/>
                    <a:pt x="82" y="111"/>
                    <a:pt x="82" y="111"/>
                  </a:cubicBezTo>
                  <a:cubicBezTo>
                    <a:pt x="82" y="111"/>
                    <a:pt x="82" y="111"/>
                    <a:pt x="81" y="111"/>
                  </a:cubicBezTo>
                  <a:cubicBezTo>
                    <a:pt x="81" y="111"/>
                    <a:pt x="81" y="111"/>
                    <a:pt x="81" y="111"/>
                  </a:cubicBezTo>
                  <a:cubicBezTo>
                    <a:pt x="81" y="110"/>
                    <a:pt x="81" y="110"/>
                    <a:pt x="81" y="110"/>
                  </a:cubicBezTo>
                  <a:cubicBezTo>
                    <a:pt x="81" y="109"/>
                    <a:pt x="81" y="109"/>
                    <a:pt x="82" y="109"/>
                  </a:cubicBezTo>
                  <a:cubicBezTo>
                    <a:pt x="82" y="109"/>
                    <a:pt x="82" y="109"/>
                    <a:pt x="82" y="109"/>
                  </a:cubicBezTo>
                  <a:cubicBezTo>
                    <a:pt x="83" y="109"/>
                    <a:pt x="83" y="110"/>
                    <a:pt x="83" y="110"/>
                  </a:cubicBezTo>
                  <a:cubicBezTo>
                    <a:pt x="83" y="111"/>
                    <a:pt x="83" y="111"/>
                    <a:pt x="83" y="111"/>
                  </a:cubicBezTo>
                  <a:close/>
                  <a:moveTo>
                    <a:pt x="78" y="123"/>
                  </a:moveTo>
                  <a:cubicBezTo>
                    <a:pt x="74" y="121"/>
                    <a:pt x="74" y="121"/>
                    <a:pt x="74" y="121"/>
                  </a:cubicBezTo>
                  <a:cubicBezTo>
                    <a:pt x="74" y="121"/>
                    <a:pt x="74" y="121"/>
                    <a:pt x="74" y="121"/>
                  </a:cubicBezTo>
                  <a:cubicBezTo>
                    <a:pt x="75" y="121"/>
                    <a:pt x="76" y="121"/>
                    <a:pt x="76" y="120"/>
                  </a:cubicBezTo>
                  <a:cubicBezTo>
                    <a:pt x="78" y="115"/>
                    <a:pt x="78" y="115"/>
                    <a:pt x="78" y="115"/>
                  </a:cubicBezTo>
                  <a:cubicBezTo>
                    <a:pt x="79" y="115"/>
                    <a:pt x="79" y="114"/>
                    <a:pt x="78" y="114"/>
                  </a:cubicBezTo>
                  <a:cubicBezTo>
                    <a:pt x="78" y="114"/>
                    <a:pt x="78" y="114"/>
                    <a:pt x="78" y="114"/>
                  </a:cubicBezTo>
                  <a:cubicBezTo>
                    <a:pt x="78" y="113"/>
                    <a:pt x="78" y="113"/>
                    <a:pt x="78" y="113"/>
                  </a:cubicBezTo>
                  <a:cubicBezTo>
                    <a:pt x="81" y="114"/>
                    <a:pt x="81" y="114"/>
                    <a:pt x="81" y="114"/>
                  </a:cubicBezTo>
                  <a:cubicBezTo>
                    <a:pt x="78" y="121"/>
                    <a:pt x="78" y="121"/>
                    <a:pt x="78" y="121"/>
                  </a:cubicBezTo>
                  <a:cubicBezTo>
                    <a:pt x="77" y="122"/>
                    <a:pt x="78" y="123"/>
                    <a:pt x="78" y="123"/>
                  </a:cubicBezTo>
                  <a:cubicBezTo>
                    <a:pt x="78" y="123"/>
                    <a:pt x="78" y="123"/>
                    <a:pt x="78" y="123"/>
                  </a:cubicBezTo>
                  <a:close/>
                  <a:moveTo>
                    <a:pt x="89" y="124"/>
                  </a:moveTo>
                  <a:cubicBezTo>
                    <a:pt x="88" y="125"/>
                    <a:pt x="87" y="125"/>
                    <a:pt x="86" y="126"/>
                  </a:cubicBezTo>
                  <a:cubicBezTo>
                    <a:pt x="85" y="126"/>
                    <a:pt x="84" y="126"/>
                    <a:pt x="84" y="126"/>
                  </a:cubicBezTo>
                  <a:cubicBezTo>
                    <a:pt x="82" y="125"/>
                    <a:pt x="82" y="125"/>
                    <a:pt x="82" y="124"/>
                  </a:cubicBezTo>
                  <a:cubicBezTo>
                    <a:pt x="81" y="123"/>
                    <a:pt x="81" y="121"/>
                    <a:pt x="82" y="120"/>
                  </a:cubicBezTo>
                  <a:cubicBezTo>
                    <a:pt x="82" y="119"/>
                    <a:pt x="83" y="118"/>
                    <a:pt x="84" y="117"/>
                  </a:cubicBezTo>
                  <a:cubicBezTo>
                    <a:pt x="85" y="117"/>
                    <a:pt x="86" y="117"/>
                    <a:pt x="87" y="117"/>
                  </a:cubicBezTo>
                  <a:cubicBezTo>
                    <a:pt x="88" y="118"/>
                    <a:pt x="89" y="119"/>
                    <a:pt x="89" y="119"/>
                  </a:cubicBezTo>
                  <a:cubicBezTo>
                    <a:pt x="90" y="120"/>
                    <a:pt x="90" y="121"/>
                    <a:pt x="89" y="122"/>
                  </a:cubicBezTo>
                  <a:cubicBezTo>
                    <a:pt x="83" y="119"/>
                    <a:pt x="83" y="119"/>
                    <a:pt x="83" y="119"/>
                  </a:cubicBezTo>
                  <a:cubicBezTo>
                    <a:pt x="83" y="121"/>
                    <a:pt x="83" y="122"/>
                    <a:pt x="83" y="123"/>
                  </a:cubicBezTo>
                  <a:cubicBezTo>
                    <a:pt x="83" y="124"/>
                    <a:pt x="84" y="124"/>
                    <a:pt x="84" y="125"/>
                  </a:cubicBezTo>
                  <a:cubicBezTo>
                    <a:pt x="85" y="125"/>
                    <a:pt x="86" y="125"/>
                    <a:pt x="86" y="125"/>
                  </a:cubicBezTo>
                  <a:cubicBezTo>
                    <a:pt x="88" y="125"/>
                    <a:pt x="88" y="124"/>
                    <a:pt x="89" y="124"/>
                  </a:cubicBezTo>
                  <a:cubicBezTo>
                    <a:pt x="89" y="124"/>
                    <a:pt x="89" y="124"/>
                    <a:pt x="89" y="124"/>
                  </a:cubicBezTo>
                  <a:close/>
                  <a:moveTo>
                    <a:pt x="88" y="120"/>
                  </a:moveTo>
                  <a:cubicBezTo>
                    <a:pt x="88" y="119"/>
                    <a:pt x="88" y="118"/>
                    <a:pt x="87" y="117"/>
                  </a:cubicBezTo>
                  <a:cubicBezTo>
                    <a:pt x="86" y="117"/>
                    <a:pt x="84" y="117"/>
                    <a:pt x="84" y="119"/>
                  </a:cubicBezTo>
                  <a:cubicBezTo>
                    <a:pt x="88" y="120"/>
                    <a:pt x="88" y="120"/>
                    <a:pt x="88" y="120"/>
                  </a:cubicBezTo>
                  <a:close/>
                  <a:moveTo>
                    <a:pt x="98" y="131"/>
                  </a:moveTo>
                  <a:cubicBezTo>
                    <a:pt x="94" y="129"/>
                    <a:pt x="94" y="129"/>
                    <a:pt x="94" y="129"/>
                  </a:cubicBezTo>
                  <a:cubicBezTo>
                    <a:pt x="94" y="129"/>
                    <a:pt x="94" y="129"/>
                    <a:pt x="94" y="129"/>
                  </a:cubicBezTo>
                  <a:cubicBezTo>
                    <a:pt x="95" y="129"/>
                    <a:pt x="96" y="129"/>
                    <a:pt x="96" y="128"/>
                  </a:cubicBezTo>
                  <a:cubicBezTo>
                    <a:pt x="98" y="123"/>
                    <a:pt x="98" y="123"/>
                    <a:pt x="98" y="123"/>
                  </a:cubicBezTo>
                  <a:cubicBezTo>
                    <a:pt x="98" y="123"/>
                    <a:pt x="98" y="123"/>
                    <a:pt x="98" y="122"/>
                  </a:cubicBezTo>
                  <a:cubicBezTo>
                    <a:pt x="98" y="122"/>
                    <a:pt x="97" y="122"/>
                    <a:pt x="97" y="121"/>
                  </a:cubicBezTo>
                  <a:cubicBezTo>
                    <a:pt x="96" y="121"/>
                    <a:pt x="95" y="121"/>
                    <a:pt x="94" y="122"/>
                  </a:cubicBezTo>
                  <a:cubicBezTo>
                    <a:pt x="93" y="127"/>
                    <a:pt x="93" y="127"/>
                    <a:pt x="93" y="127"/>
                  </a:cubicBezTo>
                  <a:cubicBezTo>
                    <a:pt x="92" y="128"/>
                    <a:pt x="93" y="129"/>
                    <a:pt x="94" y="129"/>
                  </a:cubicBezTo>
                  <a:cubicBezTo>
                    <a:pt x="94" y="129"/>
                    <a:pt x="94" y="129"/>
                    <a:pt x="94" y="129"/>
                  </a:cubicBezTo>
                  <a:cubicBezTo>
                    <a:pt x="90" y="128"/>
                    <a:pt x="90" y="128"/>
                    <a:pt x="90" y="128"/>
                  </a:cubicBezTo>
                  <a:cubicBezTo>
                    <a:pt x="90" y="127"/>
                    <a:pt x="90" y="127"/>
                    <a:pt x="90" y="127"/>
                  </a:cubicBezTo>
                  <a:cubicBezTo>
                    <a:pt x="90" y="128"/>
                    <a:pt x="91" y="127"/>
                    <a:pt x="91" y="127"/>
                  </a:cubicBezTo>
                  <a:cubicBezTo>
                    <a:pt x="93" y="121"/>
                    <a:pt x="93" y="121"/>
                    <a:pt x="93" y="121"/>
                  </a:cubicBezTo>
                  <a:cubicBezTo>
                    <a:pt x="93" y="121"/>
                    <a:pt x="93" y="121"/>
                    <a:pt x="93" y="121"/>
                  </a:cubicBezTo>
                  <a:cubicBezTo>
                    <a:pt x="93" y="121"/>
                    <a:pt x="93" y="120"/>
                    <a:pt x="92" y="120"/>
                  </a:cubicBezTo>
                  <a:cubicBezTo>
                    <a:pt x="92" y="120"/>
                    <a:pt x="92" y="120"/>
                    <a:pt x="92" y="120"/>
                  </a:cubicBezTo>
                  <a:cubicBezTo>
                    <a:pt x="96" y="120"/>
                    <a:pt x="96" y="120"/>
                    <a:pt x="96" y="120"/>
                  </a:cubicBezTo>
                  <a:cubicBezTo>
                    <a:pt x="95" y="121"/>
                    <a:pt x="95" y="121"/>
                    <a:pt x="95" y="121"/>
                  </a:cubicBezTo>
                  <a:cubicBezTo>
                    <a:pt x="96" y="121"/>
                    <a:pt x="98" y="121"/>
                    <a:pt x="99" y="121"/>
                  </a:cubicBezTo>
                  <a:cubicBezTo>
                    <a:pt x="100" y="121"/>
                    <a:pt x="101" y="123"/>
                    <a:pt x="100" y="125"/>
                  </a:cubicBezTo>
                  <a:cubicBezTo>
                    <a:pt x="98" y="129"/>
                    <a:pt x="98" y="129"/>
                    <a:pt x="98" y="129"/>
                  </a:cubicBezTo>
                  <a:cubicBezTo>
                    <a:pt x="98" y="130"/>
                    <a:pt x="98" y="131"/>
                    <a:pt x="98" y="131"/>
                  </a:cubicBezTo>
                  <a:cubicBezTo>
                    <a:pt x="98" y="131"/>
                    <a:pt x="98" y="131"/>
                    <a:pt x="98" y="131"/>
                  </a:cubicBezTo>
                  <a:close/>
                  <a:moveTo>
                    <a:pt x="109" y="130"/>
                  </a:moveTo>
                  <a:cubicBezTo>
                    <a:pt x="108" y="131"/>
                    <a:pt x="107" y="132"/>
                    <a:pt x="107" y="132"/>
                  </a:cubicBezTo>
                  <a:cubicBezTo>
                    <a:pt x="106" y="133"/>
                    <a:pt x="105" y="133"/>
                    <a:pt x="104" y="133"/>
                  </a:cubicBezTo>
                  <a:cubicBezTo>
                    <a:pt x="103" y="132"/>
                    <a:pt x="102" y="132"/>
                    <a:pt x="102" y="131"/>
                  </a:cubicBezTo>
                  <a:cubicBezTo>
                    <a:pt x="101" y="129"/>
                    <a:pt x="101" y="128"/>
                    <a:pt x="101" y="127"/>
                  </a:cubicBezTo>
                  <a:cubicBezTo>
                    <a:pt x="102" y="126"/>
                    <a:pt x="102" y="125"/>
                    <a:pt x="103" y="124"/>
                  </a:cubicBezTo>
                  <a:cubicBezTo>
                    <a:pt x="104" y="123"/>
                    <a:pt x="106" y="123"/>
                    <a:pt x="107" y="123"/>
                  </a:cubicBezTo>
                  <a:cubicBezTo>
                    <a:pt x="108" y="123"/>
                    <a:pt x="108" y="123"/>
                    <a:pt x="109" y="124"/>
                  </a:cubicBezTo>
                  <a:cubicBezTo>
                    <a:pt x="109" y="125"/>
                    <a:pt x="110" y="125"/>
                    <a:pt x="109" y="126"/>
                  </a:cubicBezTo>
                  <a:cubicBezTo>
                    <a:pt x="109" y="126"/>
                    <a:pt x="109" y="126"/>
                    <a:pt x="109" y="126"/>
                  </a:cubicBezTo>
                  <a:cubicBezTo>
                    <a:pt x="108" y="126"/>
                    <a:pt x="108" y="126"/>
                    <a:pt x="108" y="126"/>
                  </a:cubicBezTo>
                  <a:cubicBezTo>
                    <a:pt x="108" y="126"/>
                    <a:pt x="108" y="126"/>
                    <a:pt x="108" y="126"/>
                  </a:cubicBezTo>
                  <a:cubicBezTo>
                    <a:pt x="108" y="125"/>
                    <a:pt x="108" y="125"/>
                    <a:pt x="108" y="125"/>
                  </a:cubicBezTo>
                  <a:cubicBezTo>
                    <a:pt x="108" y="125"/>
                    <a:pt x="108" y="124"/>
                    <a:pt x="108" y="124"/>
                  </a:cubicBezTo>
                  <a:cubicBezTo>
                    <a:pt x="107" y="123"/>
                    <a:pt x="107" y="123"/>
                    <a:pt x="107" y="123"/>
                  </a:cubicBezTo>
                  <a:cubicBezTo>
                    <a:pt x="106" y="123"/>
                    <a:pt x="105" y="123"/>
                    <a:pt x="104" y="124"/>
                  </a:cubicBezTo>
                  <a:cubicBezTo>
                    <a:pt x="104" y="124"/>
                    <a:pt x="104" y="125"/>
                    <a:pt x="103" y="126"/>
                  </a:cubicBezTo>
                  <a:cubicBezTo>
                    <a:pt x="103" y="127"/>
                    <a:pt x="103" y="128"/>
                    <a:pt x="104" y="129"/>
                  </a:cubicBezTo>
                  <a:cubicBezTo>
                    <a:pt x="104" y="129"/>
                    <a:pt x="105" y="130"/>
                    <a:pt x="106" y="130"/>
                  </a:cubicBezTo>
                  <a:cubicBezTo>
                    <a:pt x="106" y="131"/>
                    <a:pt x="107" y="131"/>
                    <a:pt x="109" y="130"/>
                  </a:cubicBezTo>
                  <a:cubicBezTo>
                    <a:pt x="109" y="130"/>
                    <a:pt x="109" y="130"/>
                    <a:pt x="109" y="130"/>
                  </a:cubicBezTo>
                  <a:close/>
                  <a:moveTo>
                    <a:pt x="119" y="132"/>
                  </a:moveTo>
                  <a:cubicBezTo>
                    <a:pt x="118" y="133"/>
                    <a:pt x="118" y="133"/>
                    <a:pt x="117" y="134"/>
                  </a:cubicBezTo>
                  <a:cubicBezTo>
                    <a:pt x="116" y="134"/>
                    <a:pt x="115" y="135"/>
                    <a:pt x="114" y="134"/>
                  </a:cubicBezTo>
                  <a:cubicBezTo>
                    <a:pt x="113" y="134"/>
                    <a:pt x="112" y="133"/>
                    <a:pt x="112" y="133"/>
                  </a:cubicBezTo>
                  <a:cubicBezTo>
                    <a:pt x="111" y="131"/>
                    <a:pt x="111" y="130"/>
                    <a:pt x="111" y="129"/>
                  </a:cubicBezTo>
                  <a:cubicBezTo>
                    <a:pt x="112" y="128"/>
                    <a:pt x="112" y="127"/>
                    <a:pt x="113" y="126"/>
                  </a:cubicBezTo>
                  <a:cubicBezTo>
                    <a:pt x="114" y="125"/>
                    <a:pt x="115" y="125"/>
                    <a:pt x="116" y="125"/>
                  </a:cubicBezTo>
                  <a:cubicBezTo>
                    <a:pt x="118" y="125"/>
                    <a:pt x="118" y="126"/>
                    <a:pt x="119" y="127"/>
                  </a:cubicBezTo>
                  <a:cubicBezTo>
                    <a:pt x="119" y="127"/>
                    <a:pt x="120" y="128"/>
                    <a:pt x="119" y="129"/>
                  </a:cubicBezTo>
                  <a:cubicBezTo>
                    <a:pt x="113" y="128"/>
                    <a:pt x="113" y="128"/>
                    <a:pt x="113" y="128"/>
                  </a:cubicBezTo>
                  <a:cubicBezTo>
                    <a:pt x="112" y="129"/>
                    <a:pt x="113" y="131"/>
                    <a:pt x="113" y="131"/>
                  </a:cubicBezTo>
                  <a:cubicBezTo>
                    <a:pt x="114" y="132"/>
                    <a:pt x="114" y="133"/>
                    <a:pt x="115" y="133"/>
                  </a:cubicBezTo>
                  <a:cubicBezTo>
                    <a:pt x="116" y="133"/>
                    <a:pt x="116" y="133"/>
                    <a:pt x="117" y="133"/>
                  </a:cubicBezTo>
                  <a:cubicBezTo>
                    <a:pt x="118" y="133"/>
                    <a:pt x="118" y="132"/>
                    <a:pt x="119" y="132"/>
                  </a:cubicBezTo>
                  <a:cubicBezTo>
                    <a:pt x="119" y="132"/>
                    <a:pt x="119" y="132"/>
                    <a:pt x="119" y="132"/>
                  </a:cubicBezTo>
                  <a:close/>
                  <a:moveTo>
                    <a:pt x="117" y="129"/>
                  </a:moveTo>
                  <a:cubicBezTo>
                    <a:pt x="117" y="127"/>
                    <a:pt x="116" y="126"/>
                    <a:pt x="115" y="126"/>
                  </a:cubicBezTo>
                  <a:cubicBezTo>
                    <a:pt x="114" y="125"/>
                    <a:pt x="113" y="126"/>
                    <a:pt x="112" y="128"/>
                  </a:cubicBezTo>
                  <a:cubicBezTo>
                    <a:pt x="117" y="129"/>
                    <a:pt x="117" y="129"/>
                    <a:pt x="117" y="129"/>
                  </a:cubicBezTo>
                  <a:close/>
                  <a:moveTo>
                    <a:pt x="133" y="135"/>
                  </a:moveTo>
                  <a:cubicBezTo>
                    <a:pt x="132" y="136"/>
                    <a:pt x="132" y="136"/>
                    <a:pt x="132" y="136"/>
                  </a:cubicBezTo>
                  <a:cubicBezTo>
                    <a:pt x="132" y="137"/>
                    <a:pt x="131" y="137"/>
                    <a:pt x="131" y="137"/>
                  </a:cubicBezTo>
                  <a:cubicBezTo>
                    <a:pt x="130" y="137"/>
                    <a:pt x="130" y="136"/>
                    <a:pt x="130" y="135"/>
                  </a:cubicBezTo>
                  <a:cubicBezTo>
                    <a:pt x="130" y="135"/>
                    <a:pt x="129" y="136"/>
                    <a:pt x="128" y="136"/>
                  </a:cubicBezTo>
                  <a:cubicBezTo>
                    <a:pt x="128" y="136"/>
                    <a:pt x="127" y="136"/>
                    <a:pt x="127" y="136"/>
                  </a:cubicBezTo>
                  <a:cubicBezTo>
                    <a:pt x="126" y="136"/>
                    <a:pt x="126" y="136"/>
                    <a:pt x="125" y="135"/>
                  </a:cubicBezTo>
                  <a:cubicBezTo>
                    <a:pt x="125" y="135"/>
                    <a:pt x="125" y="135"/>
                    <a:pt x="125" y="134"/>
                  </a:cubicBezTo>
                  <a:cubicBezTo>
                    <a:pt x="125" y="133"/>
                    <a:pt x="126" y="132"/>
                    <a:pt x="127" y="131"/>
                  </a:cubicBezTo>
                  <a:cubicBezTo>
                    <a:pt x="128" y="131"/>
                    <a:pt x="129" y="130"/>
                    <a:pt x="130" y="130"/>
                  </a:cubicBezTo>
                  <a:cubicBezTo>
                    <a:pt x="130" y="129"/>
                    <a:pt x="130" y="129"/>
                    <a:pt x="130" y="129"/>
                  </a:cubicBezTo>
                  <a:cubicBezTo>
                    <a:pt x="130" y="128"/>
                    <a:pt x="130" y="127"/>
                    <a:pt x="129" y="127"/>
                  </a:cubicBezTo>
                  <a:cubicBezTo>
                    <a:pt x="128" y="127"/>
                    <a:pt x="128" y="127"/>
                    <a:pt x="128" y="128"/>
                  </a:cubicBezTo>
                  <a:cubicBezTo>
                    <a:pt x="128" y="128"/>
                    <a:pt x="128" y="128"/>
                    <a:pt x="128" y="128"/>
                  </a:cubicBezTo>
                  <a:cubicBezTo>
                    <a:pt x="128" y="129"/>
                    <a:pt x="128" y="129"/>
                    <a:pt x="128" y="129"/>
                  </a:cubicBezTo>
                  <a:cubicBezTo>
                    <a:pt x="128" y="129"/>
                    <a:pt x="128" y="129"/>
                    <a:pt x="127" y="129"/>
                  </a:cubicBezTo>
                  <a:cubicBezTo>
                    <a:pt x="127" y="130"/>
                    <a:pt x="127" y="130"/>
                    <a:pt x="126" y="130"/>
                  </a:cubicBezTo>
                  <a:cubicBezTo>
                    <a:pt x="126" y="130"/>
                    <a:pt x="126" y="130"/>
                    <a:pt x="126" y="129"/>
                  </a:cubicBezTo>
                  <a:cubicBezTo>
                    <a:pt x="125" y="129"/>
                    <a:pt x="125" y="129"/>
                    <a:pt x="126" y="129"/>
                  </a:cubicBezTo>
                  <a:cubicBezTo>
                    <a:pt x="126" y="128"/>
                    <a:pt x="126" y="128"/>
                    <a:pt x="127" y="127"/>
                  </a:cubicBezTo>
                  <a:cubicBezTo>
                    <a:pt x="128" y="127"/>
                    <a:pt x="128" y="127"/>
                    <a:pt x="129" y="127"/>
                  </a:cubicBezTo>
                  <a:cubicBezTo>
                    <a:pt x="130" y="127"/>
                    <a:pt x="131" y="127"/>
                    <a:pt x="132" y="128"/>
                  </a:cubicBezTo>
                  <a:cubicBezTo>
                    <a:pt x="132" y="128"/>
                    <a:pt x="132" y="129"/>
                    <a:pt x="132" y="130"/>
                  </a:cubicBezTo>
                  <a:cubicBezTo>
                    <a:pt x="132" y="135"/>
                    <a:pt x="132" y="135"/>
                    <a:pt x="132" y="135"/>
                  </a:cubicBezTo>
                  <a:cubicBezTo>
                    <a:pt x="132" y="135"/>
                    <a:pt x="132" y="135"/>
                    <a:pt x="132" y="135"/>
                  </a:cubicBezTo>
                  <a:cubicBezTo>
                    <a:pt x="132" y="135"/>
                    <a:pt x="132" y="135"/>
                    <a:pt x="133" y="135"/>
                  </a:cubicBezTo>
                  <a:cubicBezTo>
                    <a:pt x="133" y="135"/>
                    <a:pt x="133" y="135"/>
                    <a:pt x="133" y="135"/>
                  </a:cubicBezTo>
                  <a:close/>
                  <a:moveTo>
                    <a:pt x="130" y="134"/>
                  </a:moveTo>
                  <a:cubicBezTo>
                    <a:pt x="130" y="131"/>
                    <a:pt x="130" y="131"/>
                    <a:pt x="130" y="131"/>
                  </a:cubicBezTo>
                  <a:cubicBezTo>
                    <a:pt x="129" y="131"/>
                    <a:pt x="128" y="131"/>
                    <a:pt x="128" y="131"/>
                  </a:cubicBezTo>
                  <a:cubicBezTo>
                    <a:pt x="127" y="132"/>
                    <a:pt x="126" y="132"/>
                    <a:pt x="126" y="133"/>
                  </a:cubicBezTo>
                  <a:cubicBezTo>
                    <a:pt x="126" y="134"/>
                    <a:pt x="127" y="135"/>
                    <a:pt x="128" y="135"/>
                  </a:cubicBezTo>
                  <a:cubicBezTo>
                    <a:pt x="128" y="135"/>
                    <a:pt x="129" y="135"/>
                    <a:pt x="130" y="134"/>
                  </a:cubicBezTo>
                  <a:close/>
                  <a:moveTo>
                    <a:pt x="144" y="136"/>
                  </a:moveTo>
                  <a:cubicBezTo>
                    <a:pt x="140" y="136"/>
                    <a:pt x="140" y="136"/>
                    <a:pt x="140" y="136"/>
                  </a:cubicBezTo>
                  <a:cubicBezTo>
                    <a:pt x="140" y="136"/>
                    <a:pt x="140" y="136"/>
                    <a:pt x="140" y="136"/>
                  </a:cubicBezTo>
                  <a:cubicBezTo>
                    <a:pt x="140" y="136"/>
                    <a:pt x="141" y="135"/>
                    <a:pt x="141" y="135"/>
                  </a:cubicBezTo>
                  <a:cubicBezTo>
                    <a:pt x="141" y="129"/>
                    <a:pt x="141" y="129"/>
                    <a:pt x="141" y="129"/>
                  </a:cubicBezTo>
                  <a:cubicBezTo>
                    <a:pt x="141" y="129"/>
                    <a:pt x="141" y="129"/>
                    <a:pt x="140" y="128"/>
                  </a:cubicBezTo>
                  <a:cubicBezTo>
                    <a:pt x="140" y="128"/>
                    <a:pt x="140" y="128"/>
                    <a:pt x="139" y="128"/>
                  </a:cubicBezTo>
                  <a:cubicBezTo>
                    <a:pt x="138" y="128"/>
                    <a:pt x="138" y="128"/>
                    <a:pt x="137" y="129"/>
                  </a:cubicBezTo>
                  <a:cubicBezTo>
                    <a:pt x="137" y="135"/>
                    <a:pt x="137" y="135"/>
                    <a:pt x="137" y="135"/>
                  </a:cubicBezTo>
                  <a:cubicBezTo>
                    <a:pt x="137" y="135"/>
                    <a:pt x="137" y="136"/>
                    <a:pt x="138" y="136"/>
                  </a:cubicBezTo>
                  <a:cubicBezTo>
                    <a:pt x="138" y="136"/>
                    <a:pt x="138" y="136"/>
                    <a:pt x="138" y="136"/>
                  </a:cubicBezTo>
                  <a:cubicBezTo>
                    <a:pt x="134" y="136"/>
                    <a:pt x="134" y="136"/>
                    <a:pt x="134" y="136"/>
                  </a:cubicBezTo>
                  <a:cubicBezTo>
                    <a:pt x="134" y="136"/>
                    <a:pt x="134" y="136"/>
                    <a:pt x="134" y="136"/>
                  </a:cubicBezTo>
                  <a:cubicBezTo>
                    <a:pt x="134" y="136"/>
                    <a:pt x="135" y="135"/>
                    <a:pt x="135" y="135"/>
                  </a:cubicBezTo>
                  <a:cubicBezTo>
                    <a:pt x="135" y="129"/>
                    <a:pt x="135" y="129"/>
                    <a:pt x="135" y="129"/>
                  </a:cubicBezTo>
                  <a:cubicBezTo>
                    <a:pt x="135" y="129"/>
                    <a:pt x="135" y="128"/>
                    <a:pt x="134" y="128"/>
                  </a:cubicBezTo>
                  <a:cubicBezTo>
                    <a:pt x="134" y="128"/>
                    <a:pt x="134" y="128"/>
                    <a:pt x="133" y="128"/>
                  </a:cubicBezTo>
                  <a:cubicBezTo>
                    <a:pt x="133" y="128"/>
                    <a:pt x="133" y="128"/>
                    <a:pt x="133" y="128"/>
                  </a:cubicBezTo>
                  <a:cubicBezTo>
                    <a:pt x="136" y="127"/>
                    <a:pt x="136" y="127"/>
                    <a:pt x="136" y="127"/>
                  </a:cubicBezTo>
                  <a:cubicBezTo>
                    <a:pt x="136" y="128"/>
                    <a:pt x="136" y="128"/>
                    <a:pt x="136" y="128"/>
                  </a:cubicBezTo>
                  <a:cubicBezTo>
                    <a:pt x="137" y="127"/>
                    <a:pt x="138" y="127"/>
                    <a:pt x="140" y="127"/>
                  </a:cubicBezTo>
                  <a:cubicBezTo>
                    <a:pt x="141" y="127"/>
                    <a:pt x="142" y="127"/>
                    <a:pt x="142" y="130"/>
                  </a:cubicBezTo>
                  <a:cubicBezTo>
                    <a:pt x="142" y="135"/>
                    <a:pt x="142" y="135"/>
                    <a:pt x="142" y="135"/>
                  </a:cubicBezTo>
                  <a:cubicBezTo>
                    <a:pt x="143" y="135"/>
                    <a:pt x="143" y="136"/>
                    <a:pt x="144" y="136"/>
                  </a:cubicBezTo>
                  <a:cubicBezTo>
                    <a:pt x="144" y="136"/>
                    <a:pt x="144" y="136"/>
                    <a:pt x="144" y="136"/>
                  </a:cubicBezTo>
                  <a:close/>
                  <a:moveTo>
                    <a:pt x="155" y="134"/>
                  </a:moveTo>
                  <a:cubicBezTo>
                    <a:pt x="154" y="135"/>
                    <a:pt x="153" y="135"/>
                    <a:pt x="152" y="136"/>
                  </a:cubicBezTo>
                  <a:cubicBezTo>
                    <a:pt x="152" y="134"/>
                    <a:pt x="152" y="134"/>
                    <a:pt x="152" y="134"/>
                  </a:cubicBezTo>
                  <a:cubicBezTo>
                    <a:pt x="151" y="135"/>
                    <a:pt x="150" y="136"/>
                    <a:pt x="149" y="136"/>
                  </a:cubicBezTo>
                  <a:cubicBezTo>
                    <a:pt x="148" y="136"/>
                    <a:pt x="148" y="136"/>
                    <a:pt x="147" y="135"/>
                  </a:cubicBezTo>
                  <a:cubicBezTo>
                    <a:pt x="146" y="134"/>
                    <a:pt x="145" y="133"/>
                    <a:pt x="145" y="131"/>
                  </a:cubicBezTo>
                  <a:cubicBezTo>
                    <a:pt x="145" y="130"/>
                    <a:pt x="146" y="129"/>
                    <a:pt x="146" y="128"/>
                  </a:cubicBezTo>
                  <a:cubicBezTo>
                    <a:pt x="146" y="127"/>
                    <a:pt x="148" y="126"/>
                    <a:pt x="149" y="126"/>
                  </a:cubicBezTo>
                  <a:cubicBezTo>
                    <a:pt x="150" y="126"/>
                    <a:pt x="150" y="126"/>
                    <a:pt x="151" y="127"/>
                  </a:cubicBezTo>
                  <a:cubicBezTo>
                    <a:pt x="150" y="124"/>
                    <a:pt x="150" y="124"/>
                    <a:pt x="150" y="124"/>
                  </a:cubicBezTo>
                  <a:cubicBezTo>
                    <a:pt x="150" y="123"/>
                    <a:pt x="150" y="123"/>
                    <a:pt x="150" y="123"/>
                  </a:cubicBezTo>
                  <a:cubicBezTo>
                    <a:pt x="150" y="123"/>
                    <a:pt x="150" y="123"/>
                    <a:pt x="149" y="123"/>
                  </a:cubicBezTo>
                  <a:cubicBezTo>
                    <a:pt x="149" y="123"/>
                    <a:pt x="149" y="123"/>
                    <a:pt x="149" y="123"/>
                  </a:cubicBezTo>
                  <a:cubicBezTo>
                    <a:pt x="150" y="123"/>
                    <a:pt x="150" y="122"/>
                    <a:pt x="152" y="121"/>
                  </a:cubicBezTo>
                  <a:cubicBezTo>
                    <a:pt x="153" y="133"/>
                    <a:pt x="153" y="133"/>
                    <a:pt x="153" y="133"/>
                  </a:cubicBezTo>
                  <a:cubicBezTo>
                    <a:pt x="153" y="134"/>
                    <a:pt x="153" y="134"/>
                    <a:pt x="153" y="134"/>
                  </a:cubicBezTo>
                  <a:cubicBezTo>
                    <a:pt x="154" y="134"/>
                    <a:pt x="155" y="134"/>
                    <a:pt x="155" y="134"/>
                  </a:cubicBezTo>
                  <a:cubicBezTo>
                    <a:pt x="155" y="134"/>
                    <a:pt x="155" y="134"/>
                    <a:pt x="155" y="134"/>
                  </a:cubicBezTo>
                  <a:close/>
                  <a:moveTo>
                    <a:pt x="152" y="133"/>
                  </a:moveTo>
                  <a:cubicBezTo>
                    <a:pt x="152" y="129"/>
                    <a:pt x="152" y="129"/>
                    <a:pt x="152" y="129"/>
                  </a:cubicBezTo>
                  <a:cubicBezTo>
                    <a:pt x="152" y="128"/>
                    <a:pt x="151" y="128"/>
                    <a:pt x="151" y="127"/>
                  </a:cubicBezTo>
                  <a:cubicBezTo>
                    <a:pt x="150" y="127"/>
                    <a:pt x="150" y="127"/>
                    <a:pt x="149" y="127"/>
                  </a:cubicBezTo>
                  <a:cubicBezTo>
                    <a:pt x="148" y="127"/>
                    <a:pt x="148" y="127"/>
                    <a:pt x="147" y="128"/>
                  </a:cubicBezTo>
                  <a:cubicBezTo>
                    <a:pt x="147" y="129"/>
                    <a:pt x="147" y="130"/>
                    <a:pt x="147" y="131"/>
                  </a:cubicBezTo>
                  <a:cubicBezTo>
                    <a:pt x="147" y="132"/>
                    <a:pt x="147" y="133"/>
                    <a:pt x="148" y="134"/>
                  </a:cubicBezTo>
                  <a:cubicBezTo>
                    <a:pt x="148" y="135"/>
                    <a:pt x="149" y="135"/>
                    <a:pt x="150" y="135"/>
                  </a:cubicBezTo>
                  <a:cubicBezTo>
                    <a:pt x="150" y="135"/>
                    <a:pt x="150" y="135"/>
                    <a:pt x="151" y="135"/>
                  </a:cubicBezTo>
                  <a:cubicBezTo>
                    <a:pt x="152" y="134"/>
                    <a:pt x="152" y="134"/>
                    <a:pt x="152" y="133"/>
                  </a:cubicBezTo>
                  <a:close/>
                  <a:moveTo>
                    <a:pt x="170" y="122"/>
                  </a:moveTo>
                  <a:cubicBezTo>
                    <a:pt x="170" y="122"/>
                    <a:pt x="170" y="122"/>
                    <a:pt x="170" y="122"/>
                  </a:cubicBezTo>
                  <a:cubicBezTo>
                    <a:pt x="169" y="121"/>
                    <a:pt x="169" y="120"/>
                    <a:pt x="169" y="120"/>
                  </a:cubicBezTo>
                  <a:cubicBezTo>
                    <a:pt x="168" y="120"/>
                    <a:pt x="168" y="120"/>
                    <a:pt x="167" y="120"/>
                  </a:cubicBezTo>
                  <a:cubicBezTo>
                    <a:pt x="165" y="120"/>
                    <a:pt x="165" y="120"/>
                    <a:pt x="165" y="120"/>
                  </a:cubicBezTo>
                  <a:cubicBezTo>
                    <a:pt x="167" y="131"/>
                    <a:pt x="167" y="131"/>
                    <a:pt x="167" y="131"/>
                  </a:cubicBezTo>
                  <a:cubicBezTo>
                    <a:pt x="168" y="132"/>
                    <a:pt x="168" y="132"/>
                    <a:pt x="170" y="132"/>
                  </a:cubicBezTo>
                  <a:cubicBezTo>
                    <a:pt x="170" y="132"/>
                    <a:pt x="170" y="132"/>
                    <a:pt x="170" y="132"/>
                  </a:cubicBezTo>
                  <a:cubicBezTo>
                    <a:pt x="164" y="133"/>
                    <a:pt x="164" y="133"/>
                    <a:pt x="164" y="133"/>
                  </a:cubicBezTo>
                  <a:cubicBezTo>
                    <a:pt x="164" y="133"/>
                    <a:pt x="164" y="133"/>
                    <a:pt x="164" y="133"/>
                  </a:cubicBezTo>
                  <a:cubicBezTo>
                    <a:pt x="165" y="133"/>
                    <a:pt x="166" y="132"/>
                    <a:pt x="165" y="131"/>
                  </a:cubicBezTo>
                  <a:cubicBezTo>
                    <a:pt x="163" y="121"/>
                    <a:pt x="163" y="121"/>
                    <a:pt x="163" y="121"/>
                  </a:cubicBezTo>
                  <a:cubicBezTo>
                    <a:pt x="161" y="121"/>
                    <a:pt x="161" y="121"/>
                    <a:pt x="161" y="121"/>
                  </a:cubicBezTo>
                  <a:cubicBezTo>
                    <a:pt x="160" y="121"/>
                    <a:pt x="160" y="122"/>
                    <a:pt x="159" y="122"/>
                  </a:cubicBezTo>
                  <a:cubicBezTo>
                    <a:pt x="159" y="123"/>
                    <a:pt x="159" y="123"/>
                    <a:pt x="159" y="124"/>
                  </a:cubicBezTo>
                  <a:cubicBezTo>
                    <a:pt x="159" y="124"/>
                    <a:pt x="159" y="124"/>
                    <a:pt x="159" y="124"/>
                  </a:cubicBezTo>
                  <a:cubicBezTo>
                    <a:pt x="158" y="121"/>
                    <a:pt x="158" y="121"/>
                    <a:pt x="158" y="121"/>
                  </a:cubicBezTo>
                  <a:cubicBezTo>
                    <a:pt x="169" y="118"/>
                    <a:pt x="169" y="118"/>
                    <a:pt x="169" y="118"/>
                  </a:cubicBezTo>
                  <a:cubicBezTo>
                    <a:pt x="170" y="122"/>
                    <a:pt x="170" y="122"/>
                    <a:pt x="170" y="122"/>
                  </a:cubicBezTo>
                  <a:close/>
                  <a:moveTo>
                    <a:pt x="181" y="125"/>
                  </a:moveTo>
                  <a:cubicBezTo>
                    <a:pt x="181" y="126"/>
                    <a:pt x="181" y="127"/>
                    <a:pt x="180" y="128"/>
                  </a:cubicBezTo>
                  <a:cubicBezTo>
                    <a:pt x="180" y="129"/>
                    <a:pt x="179" y="130"/>
                    <a:pt x="178" y="130"/>
                  </a:cubicBezTo>
                  <a:cubicBezTo>
                    <a:pt x="177" y="131"/>
                    <a:pt x="176" y="131"/>
                    <a:pt x="176" y="130"/>
                  </a:cubicBezTo>
                  <a:cubicBezTo>
                    <a:pt x="174" y="129"/>
                    <a:pt x="174" y="128"/>
                    <a:pt x="173" y="127"/>
                  </a:cubicBezTo>
                  <a:cubicBezTo>
                    <a:pt x="173" y="126"/>
                    <a:pt x="173" y="125"/>
                    <a:pt x="173" y="123"/>
                  </a:cubicBezTo>
                  <a:cubicBezTo>
                    <a:pt x="174" y="122"/>
                    <a:pt x="174" y="121"/>
                    <a:pt x="176" y="121"/>
                  </a:cubicBezTo>
                  <a:cubicBezTo>
                    <a:pt x="177" y="121"/>
                    <a:pt x="178" y="121"/>
                    <a:pt x="178" y="121"/>
                  </a:cubicBezTo>
                  <a:cubicBezTo>
                    <a:pt x="179" y="121"/>
                    <a:pt x="180" y="122"/>
                    <a:pt x="180" y="123"/>
                  </a:cubicBezTo>
                  <a:cubicBezTo>
                    <a:pt x="174" y="125"/>
                    <a:pt x="174" y="125"/>
                    <a:pt x="174" y="125"/>
                  </a:cubicBezTo>
                  <a:cubicBezTo>
                    <a:pt x="175" y="126"/>
                    <a:pt x="176" y="127"/>
                    <a:pt x="176" y="128"/>
                  </a:cubicBezTo>
                  <a:cubicBezTo>
                    <a:pt x="177" y="129"/>
                    <a:pt x="178" y="129"/>
                    <a:pt x="179" y="128"/>
                  </a:cubicBezTo>
                  <a:cubicBezTo>
                    <a:pt x="180" y="128"/>
                    <a:pt x="180" y="127"/>
                    <a:pt x="181" y="127"/>
                  </a:cubicBezTo>
                  <a:cubicBezTo>
                    <a:pt x="180" y="127"/>
                    <a:pt x="181" y="126"/>
                    <a:pt x="181" y="125"/>
                  </a:cubicBezTo>
                  <a:cubicBezTo>
                    <a:pt x="181" y="125"/>
                    <a:pt x="181" y="125"/>
                    <a:pt x="181" y="125"/>
                  </a:cubicBezTo>
                  <a:close/>
                  <a:moveTo>
                    <a:pt x="178" y="123"/>
                  </a:moveTo>
                  <a:cubicBezTo>
                    <a:pt x="177" y="122"/>
                    <a:pt x="176" y="121"/>
                    <a:pt x="175" y="122"/>
                  </a:cubicBezTo>
                  <a:cubicBezTo>
                    <a:pt x="174" y="122"/>
                    <a:pt x="173" y="123"/>
                    <a:pt x="173" y="125"/>
                  </a:cubicBezTo>
                  <a:cubicBezTo>
                    <a:pt x="178" y="123"/>
                    <a:pt x="178" y="123"/>
                    <a:pt x="178" y="123"/>
                  </a:cubicBezTo>
                  <a:close/>
                  <a:moveTo>
                    <a:pt x="190" y="122"/>
                  </a:moveTo>
                  <a:cubicBezTo>
                    <a:pt x="190" y="123"/>
                    <a:pt x="190" y="124"/>
                    <a:pt x="190" y="125"/>
                  </a:cubicBezTo>
                  <a:cubicBezTo>
                    <a:pt x="189" y="126"/>
                    <a:pt x="188" y="127"/>
                    <a:pt x="188" y="127"/>
                  </a:cubicBezTo>
                  <a:cubicBezTo>
                    <a:pt x="186" y="127"/>
                    <a:pt x="186" y="127"/>
                    <a:pt x="184" y="127"/>
                  </a:cubicBezTo>
                  <a:cubicBezTo>
                    <a:pt x="183" y="127"/>
                    <a:pt x="182" y="125"/>
                    <a:pt x="182" y="124"/>
                  </a:cubicBezTo>
                  <a:cubicBezTo>
                    <a:pt x="182" y="123"/>
                    <a:pt x="182" y="122"/>
                    <a:pt x="182" y="121"/>
                  </a:cubicBezTo>
                  <a:cubicBezTo>
                    <a:pt x="182" y="119"/>
                    <a:pt x="183" y="119"/>
                    <a:pt x="185" y="118"/>
                  </a:cubicBezTo>
                  <a:cubicBezTo>
                    <a:pt x="186" y="118"/>
                    <a:pt x="186" y="118"/>
                    <a:pt x="187" y="118"/>
                  </a:cubicBezTo>
                  <a:cubicBezTo>
                    <a:pt x="188" y="118"/>
                    <a:pt x="188" y="118"/>
                    <a:pt x="188" y="119"/>
                  </a:cubicBezTo>
                  <a:cubicBezTo>
                    <a:pt x="188" y="119"/>
                    <a:pt x="188" y="119"/>
                    <a:pt x="188" y="119"/>
                  </a:cubicBezTo>
                  <a:cubicBezTo>
                    <a:pt x="188" y="120"/>
                    <a:pt x="188" y="120"/>
                    <a:pt x="188" y="120"/>
                  </a:cubicBezTo>
                  <a:cubicBezTo>
                    <a:pt x="188" y="120"/>
                    <a:pt x="188" y="120"/>
                    <a:pt x="187" y="120"/>
                  </a:cubicBezTo>
                  <a:cubicBezTo>
                    <a:pt x="187" y="120"/>
                    <a:pt x="187" y="119"/>
                    <a:pt x="187" y="119"/>
                  </a:cubicBezTo>
                  <a:cubicBezTo>
                    <a:pt x="187" y="119"/>
                    <a:pt x="186" y="119"/>
                    <a:pt x="186" y="119"/>
                  </a:cubicBezTo>
                  <a:cubicBezTo>
                    <a:pt x="186" y="119"/>
                    <a:pt x="185" y="119"/>
                    <a:pt x="185" y="119"/>
                  </a:cubicBezTo>
                  <a:cubicBezTo>
                    <a:pt x="184" y="119"/>
                    <a:pt x="183" y="120"/>
                    <a:pt x="183" y="121"/>
                  </a:cubicBezTo>
                  <a:cubicBezTo>
                    <a:pt x="183" y="121"/>
                    <a:pt x="183" y="122"/>
                    <a:pt x="184" y="123"/>
                  </a:cubicBezTo>
                  <a:cubicBezTo>
                    <a:pt x="184" y="124"/>
                    <a:pt x="185" y="125"/>
                    <a:pt x="186" y="125"/>
                  </a:cubicBezTo>
                  <a:cubicBezTo>
                    <a:pt x="186" y="126"/>
                    <a:pt x="187" y="126"/>
                    <a:pt x="188" y="126"/>
                  </a:cubicBezTo>
                  <a:cubicBezTo>
                    <a:pt x="189" y="125"/>
                    <a:pt x="190" y="124"/>
                    <a:pt x="190" y="122"/>
                  </a:cubicBezTo>
                  <a:cubicBezTo>
                    <a:pt x="190" y="122"/>
                    <a:pt x="190" y="122"/>
                    <a:pt x="190" y="122"/>
                  </a:cubicBezTo>
                  <a:close/>
                  <a:moveTo>
                    <a:pt x="202" y="120"/>
                  </a:moveTo>
                  <a:cubicBezTo>
                    <a:pt x="198" y="122"/>
                    <a:pt x="198" y="122"/>
                    <a:pt x="198" y="122"/>
                  </a:cubicBezTo>
                  <a:cubicBezTo>
                    <a:pt x="198" y="121"/>
                    <a:pt x="198" y="121"/>
                    <a:pt x="198" y="121"/>
                  </a:cubicBezTo>
                  <a:cubicBezTo>
                    <a:pt x="199" y="121"/>
                    <a:pt x="199" y="121"/>
                    <a:pt x="198" y="120"/>
                  </a:cubicBezTo>
                  <a:cubicBezTo>
                    <a:pt x="196" y="115"/>
                    <a:pt x="196" y="115"/>
                    <a:pt x="196" y="115"/>
                  </a:cubicBezTo>
                  <a:cubicBezTo>
                    <a:pt x="195" y="114"/>
                    <a:pt x="195" y="114"/>
                    <a:pt x="194" y="115"/>
                  </a:cubicBezTo>
                  <a:cubicBezTo>
                    <a:pt x="193" y="115"/>
                    <a:pt x="192" y="116"/>
                    <a:pt x="192" y="117"/>
                  </a:cubicBezTo>
                  <a:cubicBezTo>
                    <a:pt x="194" y="121"/>
                    <a:pt x="194" y="121"/>
                    <a:pt x="194" y="121"/>
                  </a:cubicBezTo>
                  <a:cubicBezTo>
                    <a:pt x="195" y="122"/>
                    <a:pt x="196" y="122"/>
                    <a:pt x="196" y="122"/>
                  </a:cubicBezTo>
                  <a:cubicBezTo>
                    <a:pt x="196" y="122"/>
                    <a:pt x="196" y="122"/>
                    <a:pt x="196" y="122"/>
                  </a:cubicBezTo>
                  <a:cubicBezTo>
                    <a:pt x="192" y="124"/>
                    <a:pt x="192" y="124"/>
                    <a:pt x="192" y="124"/>
                  </a:cubicBezTo>
                  <a:cubicBezTo>
                    <a:pt x="192" y="124"/>
                    <a:pt x="192" y="124"/>
                    <a:pt x="192" y="124"/>
                  </a:cubicBezTo>
                  <a:cubicBezTo>
                    <a:pt x="193" y="123"/>
                    <a:pt x="193" y="123"/>
                    <a:pt x="192" y="122"/>
                  </a:cubicBezTo>
                  <a:cubicBezTo>
                    <a:pt x="188" y="113"/>
                    <a:pt x="188" y="113"/>
                    <a:pt x="188" y="113"/>
                  </a:cubicBezTo>
                  <a:cubicBezTo>
                    <a:pt x="187" y="113"/>
                    <a:pt x="187" y="113"/>
                    <a:pt x="187" y="113"/>
                  </a:cubicBezTo>
                  <a:cubicBezTo>
                    <a:pt x="187" y="113"/>
                    <a:pt x="186" y="113"/>
                    <a:pt x="186" y="113"/>
                  </a:cubicBezTo>
                  <a:cubicBezTo>
                    <a:pt x="186" y="113"/>
                    <a:pt x="186" y="113"/>
                    <a:pt x="186" y="113"/>
                  </a:cubicBezTo>
                  <a:cubicBezTo>
                    <a:pt x="186" y="112"/>
                    <a:pt x="187" y="111"/>
                    <a:pt x="188" y="110"/>
                  </a:cubicBezTo>
                  <a:cubicBezTo>
                    <a:pt x="191" y="116"/>
                    <a:pt x="191" y="116"/>
                    <a:pt x="191" y="116"/>
                  </a:cubicBezTo>
                  <a:cubicBezTo>
                    <a:pt x="192" y="114"/>
                    <a:pt x="192" y="113"/>
                    <a:pt x="193" y="113"/>
                  </a:cubicBezTo>
                  <a:cubicBezTo>
                    <a:pt x="195" y="112"/>
                    <a:pt x="196" y="113"/>
                    <a:pt x="197" y="115"/>
                  </a:cubicBezTo>
                  <a:cubicBezTo>
                    <a:pt x="199" y="119"/>
                    <a:pt x="199" y="119"/>
                    <a:pt x="199" y="119"/>
                  </a:cubicBezTo>
                  <a:cubicBezTo>
                    <a:pt x="200" y="120"/>
                    <a:pt x="201" y="120"/>
                    <a:pt x="202" y="120"/>
                  </a:cubicBezTo>
                  <a:cubicBezTo>
                    <a:pt x="202" y="120"/>
                    <a:pt x="202" y="120"/>
                    <a:pt x="202" y="120"/>
                  </a:cubicBezTo>
                  <a:close/>
                  <a:moveTo>
                    <a:pt x="212" y="114"/>
                  </a:moveTo>
                  <a:cubicBezTo>
                    <a:pt x="208" y="116"/>
                    <a:pt x="208" y="116"/>
                    <a:pt x="208" y="116"/>
                  </a:cubicBezTo>
                  <a:cubicBezTo>
                    <a:pt x="208" y="116"/>
                    <a:pt x="208" y="116"/>
                    <a:pt x="208" y="116"/>
                  </a:cubicBezTo>
                  <a:cubicBezTo>
                    <a:pt x="209" y="115"/>
                    <a:pt x="209" y="115"/>
                    <a:pt x="209" y="114"/>
                  </a:cubicBezTo>
                  <a:cubicBezTo>
                    <a:pt x="206" y="110"/>
                    <a:pt x="206" y="110"/>
                    <a:pt x="206" y="110"/>
                  </a:cubicBezTo>
                  <a:cubicBezTo>
                    <a:pt x="206" y="109"/>
                    <a:pt x="206" y="109"/>
                    <a:pt x="206" y="109"/>
                  </a:cubicBezTo>
                  <a:cubicBezTo>
                    <a:pt x="205" y="109"/>
                    <a:pt x="205" y="109"/>
                    <a:pt x="204" y="109"/>
                  </a:cubicBezTo>
                  <a:cubicBezTo>
                    <a:pt x="203" y="110"/>
                    <a:pt x="202" y="111"/>
                    <a:pt x="202" y="111"/>
                  </a:cubicBezTo>
                  <a:cubicBezTo>
                    <a:pt x="205" y="116"/>
                    <a:pt x="205" y="116"/>
                    <a:pt x="205" y="116"/>
                  </a:cubicBezTo>
                  <a:cubicBezTo>
                    <a:pt x="206" y="117"/>
                    <a:pt x="206" y="117"/>
                    <a:pt x="207" y="117"/>
                  </a:cubicBezTo>
                  <a:cubicBezTo>
                    <a:pt x="207" y="117"/>
                    <a:pt x="207" y="117"/>
                    <a:pt x="207" y="117"/>
                  </a:cubicBezTo>
                  <a:cubicBezTo>
                    <a:pt x="203" y="119"/>
                    <a:pt x="203" y="119"/>
                    <a:pt x="203" y="119"/>
                  </a:cubicBezTo>
                  <a:cubicBezTo>
                    <a:pt x="203" y="119"/>
                    <a:pt x="203" y="119"/>
                    <a:pt x="203" y="119"/>
                  </a:cubicBezTo>
                  <a:cubicBezTo>
                    <a:pt x="204" y="119"/>
                    <a:pt x="204" y="118"/>
                    <a:pt x="204" y="117"/>
                  </a:cubicBezTo>
                  <a:cubicBezTo>
                    <a:pt x="201" y="113"/>
                    <a:pt x="201" y="113"/>
                    <a:pt x="201" y="113"/>
                  </a:cubicBezTo>
                  <a:cubicBezTo>
                    <a:pt x="200" y="112"/>
                    <a:pt x="200" y="112"/>
                    <a:pt x="200" y="112"/>
                  </a:cubicBezTo>
                  <a:cubicBezTo>
                    <a:pt x="200" y="112"/>
                    <a:pt x="200" y="112"/>
                    <a:pt x="199" y="113"/>
                  </a:cubicBezTo>
                  <a:cubicBezTo>
                    <a:pt x="199" y="112"/>
                    <a:pt x="199" y="112"/>
                    <a:pt x="199" y="112"/>
                  </a:cubicBezTo>
                  <a:cubicBezTo>
                    <a:pt x="201" y="110"/>
                    <a:pt x="201" y="110"/>
                    <a:pt x="201" y="110"/>
                  </a:cubicBezTo>
                  <a:cubicBezTo>
                    <a:pt x="202" y="111"/>
                    <a:pt x="202" y="111"/>
                    <a:pt x="202" y="111"/>
                  </a:cubicBezTo>
                  <a:cubicBezTo>
                    <a:pt x="202" y="110"/>
                    <a:pt x="203" y="109"/>
                    <a:pt x="204" y="108"/>
                  </a:cubicBezTo>
                  <a:cubicBezTo>
                    <a:pt x="205" y="107"/>
                    <a:pt x="206" y="108"/>
                    <a:pt x="208" y="110"/>
                  </a:cubicBezTo>
                  <a:cubicBezTo>
                    <a:pt x="210" y="114"/>
                    <a:pt x="210" y="114"/>
                    <a:pt x="210" y="114"/>
                  </a:cubicBezTo>
                  <a:cubicBezTo>
                    <a:pt x="210" y="114"/>
                    <a:pt x="211" y="115"/>
                    <a:pt x="212" y="114"/>
                  </a:cubicBezTo>
                  <a:cubicBezTo>
                    <a:pt x="212" y="114"/>
                    <a:pt x="212" y="114"/>
                    <a:pt x="212" y="114"/>
                  </a:cubicBezTo>
                  <a:close/>
                  <a:moveTo>
                    <a:pt x="218" y="104"/>
                  </a:moveTo>
                  <a:cubicBezTo>
                    <a:pt x="219" y="105"/>
                    <a:pt x="219" y="107"/>
                    <a:pt x="219" y="108"/>
                  </a:cubicBezTo>
                  <a:cubicBezTo>
                    <a:pt x="219" y="109"/>
                    <a:pt x="218" y="110"/>
                    <a:pt x="217" y="111"/>
                  </a:cubicBezTo>
                  <a:cubicBezTo>
                    <a:pt x="216" y="112"/>
                    <a:pt x="215" y="112"/>
                    <a:pt x="214" y="112"/>
                  </a:cubicBezTo>
                  <a:cubicBezTo>
                    <a:pt x="212" y="111"/>
                    <a:pt x="211" y="111"/>
                    <a:pt x="210" y="110"/>
                  </a:cubicBezTo>
                  <a:cubicBezTo>
                    <a:pt x="210" y="109"/>
                    <a:pt x="209" y="107"/>
                    <a:pt x="209" y="106"/>
                  </a:cubicBezTo>
                  <a:cubicBezTo>
                    <a:pt x="209" y="105"/>
                    <a:pt x="210" y="104"/>
                    <a:pt x="211" y="103"/>
                  </a:cubicBezTo>
                  <a:cubicBezTo>
                    <a:pt x="212" y="102"/>
                    <a:pt x="214" y="102"/>
                    <a:pt x="215" y="102"/>
                  </a:cubicBezTo>
                  <a:cubicBezTo>
                    <a:pt x="216" y="102"/>
                    <a:pt x="217" y="103"/>
                    <a:pt x="218" y="104"/>
                  </a:cubicBezTo>
                  <a:close/>
                  <a:moveTo>
                    <a:pt x="217" y="106"/>
                  </a:moveTo>
                  <a:cubicBezTo>
                    <a:pt x="216" y="105"/>
                    <a:pt x="215" y="104"/>
                    <a:pt x="214" y="103"/>
                  </a:cubicBezTo>
                  <a:cubicBezTo>
                    <a:pt x="213" y="103"/>
                    <a:pt x="212" y="103"/>
                    <a:pt x="212" y="103"/>
                  </a:cubicBezTo>
                  <a:cubicBezTo>
                    <a:pt x="211" y="104"/>
                    <a:pt x="211" y="105"/>
                    <a:pt x="211" y="105"/>
                  </a:cubicBezTo>
                  <a:cubicBezTo>
                    <a:pt x="211" y="106"/>
                    <a:pt x="211" y="107"/>
                    <a:pt x="212" y="108"/>
                  </a:cubicBezTo>
                  <a:cubicBezTo>
                    <a:pt x="212" y="109"/>
                    <a:pt x="213" y="110"/>
                    <a:pt x="214" y="110"/>
                  </a:cubicBezTo>
                  <a:cubicBezTo>
                    <a:pt x="215" y="111"/>
                    <a:pt x="216" y="111"/>
                    <a:pt x="217" y="110"/>
                  </a:cubicBezTo>
                  <a:cubicBezTo>
                    <a:pt x="218" y="110"/>
                    <a:pt x="218" y="109"/>
                    <a:pt x="218" y="108"/>
                  </a:cubicBezTo>
                  <a:cubicBezTo>
                    <a:pt x="218" y="107"/>
                    <a:pt x="217" y="107"/>
                    <a:pt x="217" y="106"/>
                  </a:cubicBezTo>
                  <a:close/>
                  <a:moveTo>
                    <a:pt x="226" y="103"/>
                  </a:moveTo>
                  <a:cubicBezTo>
                    <a:pt x="222" y="107"/>
                    <a:pt x="222" y="107"/>
                    <a:pt x="222" y="107"/>
                  </a:cubicBezTo>
                  <a:cubicBezTo>
                    <a:pt x="222" y="106"/>
                    <a:pt x="222" y="106"/>
                    <a:pt x="222" y="106"/>
                  </a:cubicBezTo>
                  <a:cubicBezTo>
                    <a:pt x="223" y="105"/>
                    <a:pt x="223" y="105"/>
                    <a:pt x="223" y="104"/>
                  </a:cubicBezTo>
                  <a:cubicBezTo>
                    <a:pt x="216" y="97"/>
                    <a:pt x="216" y="97"/>
                    <a:pt x="216" y="97"/>
                  </a:cubicBezTo>
                  <a:cubicBezTo>
                    <a:pt x="216" y="96"/>
                    <a:pt x="216" y="96"/>
                    <a:pt x="215" y="96"/>
                  </a:cubicBezTo>
                  <a:cubicBezTo>
                    <a:pt x="215" y="96"/>
                    <a:pt x="215" y="96"/>
                    <a:pt x="214" y="97"/>
                  </a:cubicBezTo>
                  <a:cubicBezTo>
                    <a:pt x="214" y="97"/>
                    <a:pt x="214" y="97"/>
                    <a:pt x="214" y="97"/>
                  </a:cubicBezTo>
                  <a:cubicBezTo>
                    <a:pt x="214" y="97"/>
                    <a:pt x="214" y="97"/>
                    <a:pt x="214" y="97"/>
                  </a:cubicBezTo>
                  <a:cubicBezTo>
                    <a:pt x="214" y="96"/>
                    <a:pt x="215" y="95"/>
                    <a:pt x="216" y="94"/>
                  </a:cubicBezTo>
                  <a:cubicBezTo>
                    <a:pt x="224" y="103"/>
                    <a:pt x="224" y="103"/>
                    <a:pt x="224" y="103"/>
                  </a:cubicBezTo>
                  <a:cubicBezTo>
                    <a:pt x="224" y="104"/>
                    <a:pt x="225" y="104"/>
                    <a:pt x="226" y="103"/>
                  </a:cubicBezTo>
                  <a:cubicBezTo>
                    <a:pt x="226" y="103"/>
                    <a:pt x="226" y="103"/>
                    <a:pt x="226" y="103"/>
                  </a:cubicBezTo>
                  <a:close/>
                  <a:moveTo>
                    <a:pt x="231" y="93"/>
                  </a:moveTo>
                  <a:cubicBezTo>
                    <a:pt x="232" y="94"/>
                    <a:pt x="232" y="95"/>
                    <a:pt x="232" y="96"/>
                  </a:cubicBezTo>
                  <a:cubicBezTo>
                    <a:pt x="232" y="97"/>
                    <a:pt x="232" y="99"/>
                    <a:pt x="230" y="99"/>
                  </a:cubicBezTo>
                  <a:cubicBezTo>
                    <a:pt x="230" y="100"/>
                    <a:pt x="228" y="101"/>
                    <a:pt x="227" y="101"/>
                  </a:cubicBezTo>
                  <a:cubicBezTo>
                    <a:pt x="226" y="101"/>
                    <a:pt x="225" y="100"/>
                    <a:pt x="224" y="99"/>
                  </a:cubicBezTo>
                  <a:cubicBezTo>
                    <a:pt x="223" y="98"/>
                    <a:pt x="222" y="97"/>
                    <a:pt x="222" y="96"/>
                  </a:cubicBezTo>
                  <a:cubicBezTo>
                    <a:pt x="222" y="95"/>
                    <a:pt x="223" y="93"/>
                    <a:pt x="224" y="93"/>
                  </a:cubicBezTo>
                  <a:cubicBezTo>
                    <a:pt x="225" y="92"/>
                    <a:pt x="226" y="91"/>
                    <a:pt x="227" y="91"/>
                  </a:cubicBezTo>
                  <a:cubicBezTo>
                    <a:pt x="229" y="91"/>
                    <a:pt x="230" y="91"/>
                    <a:pt x="231" y="93"/>
                  </a:cubicBezTo>
                  <a:close/>
                  <a:moveTo>
                    <a:pt x="230" y="95"/>
                  </a:moveTo>
                  <a:cubicBezTo>
                    <a:pt x="229" y="94"/>
                    <a:pt x="228" y="93"/>
                    <a:pt x="227" y="93"/>
                  </a:cubicBezTo>
                  <a:cubicBezTo>
                    <a:pt x="226" y="92"/>
                    <a:pt x="225" y="92"/>
                    <a:pt x="224" y="93"/>
                  </a:cubicBezTo>
                  <a:cubicBezTo>
                    <a:pt x="224" y="93"/>
                    <a:pt x="224" y="94"/>
                    <a:pt x="224" y="95"/>
                  </a:cubicBezTo>
                  <a:cubicBezTo>
                    <a:pt x="224" y="96"/>
                    <a:pt x="224" y="96"/>
                    <a:pt x="225" y="97"/>
                  </a:cubicBezTo>
                  <a:cubicBezTo>
                    <a:pt x="226" y="98"/>
                    <a:pt x="227" y="99"/>
                    <a:pt x="228" y="99"/>
                  </a:cubicBezTo>
                  <a:cubicBezTo>
                    <a:pt x="229" y="99"/>
                    <a:pt x="230" y="99"/>
                    <a:pt x="231" y="99"/>
                  </a:cubicBezTo>
                  <a:cubicBezTo>
                    <a:pt x="232" y="98"/>
                    <a:pt x="232" y="97"/>
                    <a:pt x="231" y="97"/>
                  </a:cubicBezTo>
                  <a:cubicBezTo>
                    <a:pt x="231" y="96"/>
                    <a:pt x="231" y="95"/>
                    <a:pt x="230" y="95"/>
                  </a:cubicBezTo>
                  <a:close/>
                  <a:moveTo>
                    <a:pt x="236" y="82"/>
                  </a:moveTo>
                  <a:cubicBezTo>
                    <a:pt x="234" y="83"/>
                    <a:pt x="234" y="83"/>
                    <a:pt x="234" y="83"/>
                  </a:cubicBezTo>
                  <a:cubicBezTo>
                    <a:pt x="235" y="83"/>
                    <a:pt x="236" y="84"/>
                    <a:pt x="236" y="84"/>
                  </a:cubicBezTo>
                  <a:cubicBezTo>
                    <a:pt x="237" y="85"/>
                    <a:pt x="237" y="85"/>
                    <a:pt x="237" y="87"/>
                  </a:cubicBezTo>
                  <a:cubicBezTo>
                    <a:pt x="237" y="87"/>
                    <a:pt x="237" y="88"/>
                    <a:pt x="236" y="89"/>
                  </a:cubicBezTo>
                  <a:cubicBezTo>
                    <a:pt x="236" y="89"/>
                    <a:pt x="236" y="89"/>
                    <a:pt x="236" y="90"/>
                  </a:cubicBezTo>
                  <a:cubicBezTo>
                    <a:pt x="236" y="91"/>
                    <a:pt x="236" y="91"/>
                    <a:pt x="236" y="91"/>
                  </a:cubicBezTo>
                  <a:cubicBezTo>
                    <a:pt x="236" y="92"/>
                    <a:pt x="237" y="91"/>
                    <a:pt x="238" y="90"/>
                  </a:cubicBezTo>
                  <a:cubicBezTo>
                    <a:pt x="239" y="89"/>
                    <a:pt x="240" y="88"/>
                    <a:pt x="240" y="87"/>
                  </a:cubicBezTo>
                  <a:cubicBezTo>
                    <a:pt x="241" y="87"/>
                    <a:pt x="242" y="87"/>
                    <a:pt x="242" y="88"/>
                  </a:cubicBezTo>
                  <a:cubicBezTo>
                    <a:pt x="243" y="88"/>
                    <a:pt x="243" y="89"/>
                    <a:pt x="243" y="91"/>
                  </a:cubicBezTo>
                  <a:cubicBezTo>
                    <a:pt x="243" y="92"/>
                    <a:pt x="242" y="93"/>
                    <a:pt x="242" y="94"/>
                  </a:cubicBezTo>
                  <a:cubicBezTo>
                    <a:pt x="241" y="95"/>
                    <a:pt x="240" y="95"/>
                    <a:pt x="239" y="96"/>
                  </a:cubicBezTo>
                  <a:cubicBezTo>
                    <a:pt x="238" y="96"/>
                    <a:pt x="238" y="96"/>
                    <a:pt x="238" y="95"/>
                  </a:cubicBezTo>
                  <a:cubicBezTo>
                    <a:pt x="237" y="95"/>
                    <a:pt x="237" y="95"/>
                    <a:pt x="237" y="94"/>
                  </a:cubicBezTo>
                  <a:cubicBezTo>
                    <a:pt x="237" y="94"/>
                    <a:pt x="237" y="93"/>
                    <a:pt x="237" y="93"/>
                  </a:cubicBezTo>
                  <a:cubicBezTo>
                    <a:pt x="237" y="93"/>
                    <a:pt x="237" y="93"/>
                    <a:pt x="236" y="93"/>
                  </a:cubicBezTo>
                  <a:cubicBezTo>
                    <a:pt x="236" y="93"/>
                    <a:pt x="236" y="93"/>
                    <a:pt x="236" y="93"/>
                  </a:cubicBezTo>
                  <a:cubicBezTo>
                    <a:pt x="235" y="93"/>
                    <a:pt x="235" y="92"/>
                    <a:pt x="235" y="92"/>
                  </a:cubicBezTo>
                  <a:cubicBezTo>
                    <a:pt x="235" y="91"/>
                    <a:pt x="235" y="91"/>
                    <a:pt x="235" y="90"/>
                  </a:cubicBezTo>
                  <a:cubicBezTo>
                    <a:pt x="234" y="91"/>
                    <a:pt x="233" y="91"/>
                    <a:pt x="232" y="90"/>
                  </a:cubicBezTo>
                  <a:cubicBezTo>
                    <a:pt x="231" y="89"/>
                    <a:pt x="230" y="89"/>
                    <a:pt x="230" y="87"/>
                  </a:cubicBezTo>
                  <a:cubicBezTo>
                    <a:pt x="230" y="87"/>
                    <a:pt x="231" y="85"/>
                    <a:pt x="232" y="85"/>
                  </a:cubicBezTo>
                  <a:cubicBezTo>
                    <a:pt x="232" y="84"/>
                    <a:pt x="232" y="84"/>
                    <a:pt x="233" y="83"/>
                  </a:cubicBezTo>
                  <a:cubicBezTo>
                    <a:pt x="234" y="83"/>
                    <a:pt x="234" y="83"/>
                    <a:pt x="234" y="83"/>
                  </a:cubicBezTo>
                  <a:cubicBezTo>
                    <a:pt x="235" y="81"/>
                    <a:pt x="235" y="81"/>
                    <a:pt x="235" y="81"/>
                  </a:cubicBezTo>
                  <a:cubicBezTo>
                    <a:pt x="236" y="82"/>
                    <a:pt x="236" y="82"/>
                    <a:pt x="236" y="82"/>
                  </a:cubicBezTo>
                  <a:close/>
                  <a:moveTo>
                    <a:pt x="236" y="86"/>
                  </a:moveTo>
                  <a:cubicBezTo>
                    <a:pt x="235" y="86"/>
                    <a:pt x="234" y="85"/>
                    <a:pt x="234" y="85"/>
                  </a:cubicBezTo>
                  <a:cubicBezTo>
                    <a:pt x="233" y="85"/>
                    <a:pt x="232" y="85"/>
                    <a:pt x="232" y="85"/>
                  </a:cubicBezTo>
                  <a:cubicBezTo>
                    <a:pt x="231" y="86"/>
                    <a:pt x="231" y="86"/>
                    <a:pt x="231" y="87"/>
                  </a:cubicBezTo>
                  <a:cubicBezTo>
                    <a:pt x="231" y="87"/>
                    <a:pt x="232" y="87"/>
                    <a:pt x="232" y="88"/>
                  </a:cubicBezTo>
                  <a:cubicBezTo>
                    <a:pt x="233" y="88"/>
                    <a:pt x="233" y="89"/>
                    <a:pt x="234" y="89"/>
                  </a:cubicBezTo>
                  <a:cubicBezTo>
                    <a:pt x="235" y="89"/>
                    <a:pt x="235" y="89"/>
                    <a:pt x="236" y="89"/>
                  </a:cubicBezTo>
                  <a:cubicBezTo>
                    <a:pt x="237" y="88"/>
                    <a:pt x="236" y="87"/>
                    <a:pt x="236" y="86"/>
                  </a:cubicBezTo>
                  <a:close/>
                  <a:moveTo>
                    <a:pt x="242" y="89"/>
                  </a:moveTo>
                  <a:cubicBezTo>
                    <a:pt x="242" y="89"/>
                    <a:pt x="241" y="89"/>
                    <a:pt x="240" y="89"/>
                  </a:cubicBezTo>
                  <a:cubicBezTo>
                    <a:pt x="240" y="90"/>
                    <a:pt x="240" y="90"/>
                    <a:pt x="239" y="91"/>
                  </a:cubicBezTo>
                  <a:cubicBezTo>
                    <a:pt x="238" y="92"/>
                    <a:pt x="238" y="92"/>
                    <a:pt x="237" y="93"/>
                  </a:cubicBezTo>
                  <a:cubicBezTo>
                    <a:pt x="237" y="93"/>
                    <a:pt x="238" y="94"/>
                    <a:pt x="238" y="95"/>
                  </a:cubicBezTo>
                  <a:cubicBezTo>
                    <a:pt x="239" y="95"/>
                    <a:pt x="240" y="95"/>
                    <a:pt x="241" y="93"/>
                  </a:cubicBezTo>
                  <a:cubicBezTo>
                    <a:pt x="242" y="93"/>
                    <a:pt x="242" y="91"/>
                    <a:pt x="243" y="91"/>
                  </a:cubicBezTo>
                  <a:cubicBezTo>
                    <a:pt x="243" y="90"/>
                    <a:pt x="242" y="89"/>
                    <a:pt x="242" y="89"/>
                  </a:cubicBezTo>
                  <a:close/>
                  <a:moveTo>
                    <a:pt x="242" y="73"/>
                  </a:moveTo>
                  <a:cubicBezTo>
                    <a:pt x="242" y="73"/>
                    <a:pt x="242" y="73"/>
                    <a:pt x="242" y="74"/>
                  </a:cubicBezTo>
                  <a:cubicBezTo>
                    <a:pt x="242" y="74"/>
                    <a:pt x="242" y="74"/>
                    <a:pt x="242" y="75"/>
                  </a:cubicBezTo>
                  <a:cubicBezTo>
                    <a:pt x="247" y="83"/>
                    <a:pt x="247" y="83"/>
                    <a:pt x="247" y="83"/>
                  </a:cubicBezTo>
                  <a:cubicBezTo>
                    <a:pt x="248" y="85"/>
                    <a:pt x="248" y="86"/>
                    <a:pt x="247" y="87"/>
                  </a:cubicBezTo>
                  <a:cubicBezTo>
                    <a:pt x="246" y="88"/>
                    <a:pt x="246" y="88"/>
                    <a:pt x="245" y="87"/>
                  </a:cubicBezTo>
                  <a:cubicBezTo>
                    <a:pt x="245" y="87"/>
                    <a:pt x="245" y="87"/>
                    <a:pt x="245" y="87"/>
                  </a:cubicBezTo>
                  <a:cubicBezTo>
                    <a:pt x="245" y="86"/>
                    <a:pt x="245" y="86"/>
                    <a:pt x="245" y="86"/>
                  </a:cubicBezTo>
                  <a:cubicBezTo>
                    <a:pt x="245" y="86"/>
                    <a:pt x="246" y="85"/>
                    <a:pt x="246" y="85"/>
                  </a:cubicBezTo>
                  <a:cubicBezTo>
                    <a:pt x="246" y="85"/>
                    <a:pt x="246" y="85"/>
                    <a:pt x="246" y="85"/>
                  </a:cubicBezTo>
                  <a:cubicBezTo>
                    <a:pt x="247" y="85"/>
                    <a:pt x="246" y="83"/>
                    <a:pt x="245" y="81"/>
                  </a:cubicBezTo>
                  <a:cubicBezTo>
                    <a:pt x="238" y="80"/>
                    <a:pt x="238" y="80"/>
                    <a:pt x="238" y="80"/>
                  </a:cubicBezTo>
                  <a:cubicBezTo>
                    <a:pt x="237" y="80"/>
                    <a:pt x="237" y="80"/>
                    <a:pt x="236" y="80"/>
                  </a:cubicBezTo>
                  <a:cubicBezTo>
                    <a:pt x="236" y="80"/>
                    <a:pt x="236" y="80"/>
                    <a:pt x="236" y="80"/>
                  </a:cubicBezTo>
                  <a:cubicBezTo>
                    <a:pt x="235" y="80"/>
                    <a:pt x="235" y="80"/>
                    <a:pt x="235" y="80"/>
                  </a:cubicBezTo>
                  <a:cubicBezTo>
                    <a:pt x="238" y="77"/>
                    <a:pt x="238" y="77"/>
                    <a:pt x="238" y="77"/>
                  </a:cubicBezTo>
                  <a:cubicBezTo>
                    <a:pt x="238" y="77"/>
                    <a:pt x="238" y="77"/>
                    <a:pt x="238" y="77"/>
                  </a:cubicBezTo>
                  <a:cubicBezTo>
                    <a:pt x="238" y="78"/>
                    <a:pt x="238" y="78"/>
                    <a:pt x="238" y="78"/>
                  </a:cubicBezTo>
                  <a:cubicBezTo>
                    <a:pt x="238" y="78"/>
                    <a:pt x="238" y="79"/>
                    <a:pt x="239" y="79"/>
                  </a:cubicBezTo>
                  <a:cubicBezTo>
                    <a:pt x="244" y="80"/>
                    <a:pt x="244" y="80"/>
                    <a:pt x="244" y="80"/>
                  </a:cubicBezTo>
                  <a:cubicBezTo>
                    <a:pt x="242" y="75"/>
                    <a:pt x="242" y="75"/>
                    <a:pt x="242" y="75"/>
                  </a:cubicBezTo>
                  <a:cubicBezTo>
                    <a:pt x="241" y="75"/>
                    <a:pt x="241" y="75"/>
                    <a:pt x="241" y="75"/>
                  </a:cubicBezTo>
                  <a:cubicBezTo>
                    <a:pt x="241" y="75"/>
                    <a:pt x="241" y="75"/>
                    <a:pt x="241" y="75"/>
                  </a:cubicBezTo>
                  <a:cubicBezTo>
                    <a:pt x="240" y="75"/>
                    <a:pt x="240" y="75"/>
                    <a:pt x="240" y="75"/>
                  </a:cubicBezTo>
                  <a:cubicBezTo>
                    <a:pt x="240" y="75"/>
                    <a:pt x="240" y="75"/>
                    <a:pt x="240" y="75"/>
                  </a:cubicBezTo>
                  <a:cubicBezTo>
                    <a:pt x="242" y="73"/>
                    <a:pt x="242" y="73"/>
                    <a:pt x="242" y="73"/>
                  </a:cubicBezTo>
                  <a:cubicBezTo>
                    <a:pt x="242" y="73"/>
                    <a:pt x="242" y="73"/>
                    <a:pt x="242" y="73"/>
                  </a:cubicBezTo>
                  <a:close/>
                  <a:moveTo>
                    <a:pt x="253" y="63"/>
                  </a:moveTo>
                  <a:cubicBezTo>
                    <a:pt x="254" y="64"/>
                    <a:pt x="255" y="65"/>
                    <a:pt x="255" y="66"/>
                  </a:cubicBezTo>
                  <a:cubicBezTo>
                    <a:pt x="256" y="67"/>
                    <a:pt x="256" y="68"/>
                    <a:pt x="255" y="69"/>
                  </a:cubicBezTo>
                  <a:cubicBezTo>
                    <a:pt x="254" y="71"/>
                    <a:pt x="253" y="71"/>
                    <a:pt x="252" y="71"/>
                  </a:cubicBezTo>
                  <a:cubicBezTo>
                    <a:pt x="251" y="72"/>
                    <a:pt x="250" y="71"/>
                    <a:pt x="248" y="71"/>
                  </a:cubicBezTo>
                  <a:cubicBezTo>
                    <a:pt x="247" y="70"/>
                    <a:pt x="246" y="69"/>
                    <a:pt x="246" y="68"/>
                  </a:cubicBezTo>
                  <a:cubicBezTo>
                    <a:pt x="246" y="67"/>
                    <a:pt x="246" y="66"/>
                    <a:pt x="246" y="65"/>
                  </a:cubicBezTo>
                  <a:cubicBezTo>
                    <a:pt x="247" y="63"/>
                    <a:pt x="248" y="63"/>
                    <a:pt x="249" y="62"/>
                  </a:cubicBezTo>
                  <a:cubicBezTo>
                    <a:pt x="250" y="62"/>
                    <a:pt x="252" y="62"/>
                    <a:pt x="253" y="63"/>
                  </a:cubicBezTo>
                  <a:close/>
                  <a:moveTo>
                    <a:pt x="252" y="65"/>
                  </a:moveTo>
                  <a:cubicBezTo>
                    <a:pt x="251" y="64"/>
                    <a:pt x="250" y="64"/>
                    <a:pt x="249" y="64"/>
                  </a:cubicBezTo>
                  <a:cubicBezTo>
                    <a:pt x="248" y="64"/>
                    <a:pt x="247" y="64"/>
                    <a:pt x="247" y="65"/>
                  </a:cubicBezTo>
                  <a:cubicBezTo>
                    <a:pt x="246" y="66"/>
                    <a:pt x="246" y="66"/>
                    <a:pt x="247" y="67"/>
                  </a:cubicBezTo>
                  <a:cubicBezTo>
                    <a:pt x="247" y="68"/>
                    <a:pt x="248" y="68"/>
                    <a:pt x="249" y="69"/>
                  </a:cubicBezTo>
                  <a:cubicBezTo>
                    <a:pt x="250" y="69"/>
                    <a:pt x="251" y="69"/>
                    <a:pt x="252" y="70"/>
                  </a:cubicBezTo>
                  <a:cubicBezTo>
                    <a:pt x="253" y="70"/>
                    <a:pt x="254" y="69"/>
                    <a:pt x="254" y="69"/>
                  </a:cubicBezTo>
                  <a:cubicBezTo>
                    <a:pt x="255" y="68"/>
                    <a:pt x="255" y="67"/>
                    <a:pt x="254" y="66"/>
                  </a:cubicBezTo>
                  <a:cubicBezTo>
                    <a:pt x="254" y="66"/>
                    <a:pt x="253" y="65"/>
                    <a:pt x="252" y="65"/>
                  </a:cubicBezTo>
                  <a:close/>
                  <a:moveTo>
                    <a:pt x="266" y="40"/>
                  </a:moveTo>
                  <a:cubicBezTo>
                    <a:pt x="267" y="42"/>
                    <a:pt x="267" y="44"/>
                    <a:pt x="266" y="46"/>
                  </a:cubicBezTo>
                  <a:cubicBezTo>
                    <a:pt x="265" y="48"/>
                    <a:pt x="264" y="49"/>
                    <a:pt x="262" y="50"/>
                  </a:cubicBezTo>
                  <a:cubicBezTo>
                    <a:pt x="261" y="51"/>
                    <a:pt x="259" y="51"/>
                    <a:pt x="257" y="50"/>
                  </a:cubicBezTo>
                  <a:cubicBezTo>
                    <a:pt x="255" y="49"/>
                    <a:pt x="254" y="48"/>
                    <a:pt x="253" y="47"/>
                  </a:cubicBezTo>
                  <a:cubicBezTo>
                    <a:pt x="252" y="45"/>
                    <a:pt x="252" y="43"/>
                    <a:pt x="253" y="41"/>
                  </a:cubicBezTo>
                  <a:cubicBezTo>
                    <a:pt x="254" y="41"/>
                    <a:pt x="254" y="40"/>
                    <a:pt x="254" y="39"/>
                  </a:cubicBezTo>
                  <a:cubicBezTo>
                    <a:pt x="255" y="39"/>
                    <a:pt x="255" y="38"/>
                    <a:pt x="255" y="38"/>
                  </a:cubicBezTo>
                  <a:cubicBezTo>
                    <a:pt x="255" y="38"/>
                    <a:pt x="255" y="37"/>
                    <a:pt x="255" y="37"/>
                  </a:cubicBezTo>
                  <a:cubicBezTo>
                    <a:pt x="255" y="37"/>
                    <a:pt x="255" y="37"/>
                    <a:pt x="255" y="37"/>
                  </a:cubicBezTo>
                  <a:cubicBezTo>
                    <a:pt x="259" y="38"/>
                    <a:pt x="259" y="38"/>
                    <a:pt x="259" y="38"/>
                  </a:cubicBezTo>
                  <a:cubicBezTo>
                    <a:pt x="259" y="39"/>
                    <a:pt x="259" y="39"/>
                    <a:pt x="259" y="39"/>
                  </a:cubicBezTo>
                  <a:cubicBezTo>
                    <a:pt x="258" y="39"/>
                    <a:pt x="257" y="39"/>
                    <a:pt x="256" y="39"/>
                  </a:cubicBezTo>
                  <a:cubicBezTo>
                    <a:pt x="255" y="39"/>
                    <a:pt x="254" y="40"/>
                    <a:pt x="254" y="41"/>
                  </a:cubicBezTo>
                  <a:cubicBezTo>
                    <a:pt x="254" y="43"/>
                    <a:pt x="254" y="44"/>
                    <a:pt x="254" y="45"/>
                  </a:cubicBezTo>
                  <a:cubicBezTo>
                    <a:pt x="255" y="47"/>
                    <a:pt x="256" y="47"/>
                    <a:pt x="258" y="48"/>
                  </a:cubicBezTo>
                  <a:cubicBezTo>
                    <a:pt x="260" y="49"/>
                    <a:pt x="261" y="49"/>
                    <a:pt x="263" y="49"/>
                  </a:cubicBezTo>
                  <a:cubicBezTo>
                    <a:pt x="264" y="48"/>
                    <a:pt x="265" y="47"/>
                    <a:pt x="266" y="46"/>
                  </a:cubicBezTo>
                  <a:cubicBezTo>
                    <a:pt x="266" y="45"/>
                    <a:pt x="266" y="43"/>
                    <a:pt x="266" y="42"/>
                  </a:cubicBezTo>
                  <a:cubicBezTo>
                    <a:pt x="266" y="42"/>
                    <a:pt x="266" y="41"/>
                    <a:pt x="266" y="40"/>
                  </a:cubicBezTo>
                  <a:cubicBezTo>
                    <a:pt x="266" y="40"/>
                    <a:pt x="266" y="40"/>
                    <a:pt x="266" y="40"/>
                  </a:cubicBezTo>
                  <a:close/>
                  <a:moveTo>
                    <a:pt x="270" y="30"/>
                  </a:moveTo>
                  <a:cubicBezTo>
                    <a:pt x="269" y="34"/>
                    <a:pt x="269" y="34"/>
                    <a:pt x="269" y="34"/>
                  </a:cubicBezTo>
                  <a:cubicBezTo>
                    <a:pt x="269" y="34"/>
                    <a:pt x="269" y="34"/>
                    <a:pt x="269" y="34"/>
                  </a:cubicBezTo>
                  <a:cubicBezTo>
                    <a:pt x="269" y="33"/>
                    <a:pt x="269" y="33"/>
                    <a:pt x="268" y="32"/>
                  </a:cubicBezTo>
                  <a:cubicBezTo>
                    <a:pt x="263" y="31"/>
                    <a:pt x="263" y="31"/>
                    <a:pt x="263" y="31"/>
                  </a:cubicBezTo>
                  <a:cubicBezTo>
                    <a:pt x="262" y="31"/>
                    <a:pt x="261" y="31"/>
                    <a:pt x="261" y="32"/>
                  </a:cubicBezTo>
                  <a:cubicBezTo>
                    <a:pt x="260" y="33"/>
                    <a:pt x="261" y="33"/>
                    <a:pt x="261" y="34"/>
                  </a:cubicBezTo>
                  <a:cubicBezTo>
                    <a:pt x="266" y="36"/>
                    <a:pt x="266" y="36"/>
                    <a:pt x="266" y="36"/>
                  </a:cubicBezTo>
                  <a:cubicBezTo>
                    <a:pt x="267" y="36"/>
                    <a:pt x="268" y="36"/>
                    <a:pt x="268" y="35"/>
                  </a:cubicBezTo>
                  <a:cubicBezTo>
                    <a:pt x="268" y="35"/>
                    <a:pt x="268" y="35"/>
                    <a:pt x="268" y="35"/>
                  </a:cubicBezTo>
                  <a:cubicBezTo>
                    <a:pt x="267" y="39"/>
                    <a:pt x="267" y="39"/>
                    <a:pt x="267" y="39"/>
                  </a:cubicBezTo>
                  <a:cubicBezTo>
                    <a:pt x="267" y="39"/>
                    <a:pt x="267" y="39"/>
                    <a:pt x="267" y="39"/>
                  </a:cubicBezTo>
                  <a:cubicBezTo>
                    <a:pt x="267" y="38"/>
                    <a:pt x="267" y="38"/>
                    <a:pt x="266" y="37"/>
                  </a:cubicBezTo>
                  <a:cubicBezTo>
                    <a:pt x="256" y="35"/>
                    <a:pt x="256" y="35"/>
                    <a:pt x="256" y="35"/>
                  </a:cubicBezTo>
                  <a:cubicBezTo>
                    <a:pt x="256" y="35"/>
                    <a:pt x="255" y="35"/>
                    <a:pt x="255" y="35"/>
                  </a:cubicBezTo>
                  <a:cubicBezTo>
                    <a:pt x="255" y="35"/>
                    <a:pt x="255" y="35"/>
                    <a:pt x="255" y="35"/>
                  </a:cubicBezTo>
                  <a:cubicBezTo>
                    <a:pt x="254" y="35"/>
                    <a:pt x="254" y="35"/>
                    <a:pt x="254" y="35"/>
                  </a:cubicBezTo>
                  <a:cubicBezTo>
                    <a:pt x="254" y="35"/>
                    <a:pt x="254" y="34"/>
                    <a:pt x="254" y="32"/>
                  </a:cubicBezTo>
                  <a:cubicBezTo>
                    <a:pt x="260" y="34"/>
                    <a:pt x="260" y="34"/>
                    <a:pt x="260" y="34"/>
                  </a:cubicBezTo>
                  <a:cubicBezTo>
                    <a:pt x="260" y="33"/>
                    <a:pt x="259" y="31"/>
                    <a:pt x="260" y="31"/>
                  </a:cubicBezTo>
                  <a:cubicBezTo>
                    <a:pt x="260" y="29"/>
                    <a:pt x="261" y="28"/>
                    <a:pt x="263" y="29"/>
                  </a:cubicBezTo>
                  <a:cubicBezTo>
                    <a:pt x="268" y="30"/>
                    <a:pt x="268" y="30"/>
                    <a:pt x="268" y="30"/>
                  </a:cubicBezTo>
                  <a:cubicBezTo>
                    <a:pt x="270" y="31"/>
                    <a:pt x="270" y="31"/>
                    <a:pt x="270" y="30"/>
                  </a:cubicBezTo>
                  <a:cubicBezTo>
                    <a:pt x="270" y="30"/>
                    <a:pt x="270" y="30"/>
                    <a:pt x="270" y="30"/>
                  </a:cubicBezTo>
                  <a:close/>
                  <a:moveTo>
                    <a:pt x="259" y="22"/>
                  </a:moveTo>
                  <a:cubicBezTo>
                    <a:pt x="259" y="22"/>
                    <a:pt x="259" y="22"/>
                    <a:pt x="260" y="23"/>
                  </a:cubicBezTo>
                  <a:cubicBezTo>
                    <a:pt x="260" y="23"/>
                    <a:pt x="260" y="23"/>
                    <a:pt x="260" y="23"/>
                  </a:cubicBezTo>
                  <a:cubicBezTo>
                    <a:pt x="259" y="24"/>
                    <a:pt x="260" y="24"/>
                    <a:pt x="259" y="24"/>
                  </a:cubicBezTo>
                  <a:cubicBezTo>
                    <a:pt x="259" y="24"/>
                    <a:pt x="259" y="25"/>
                    <a:pt x="258" y="24"/>
                  </a:cubicBezTo>
                  <a:cubicBezTo>
                    <a:pt x="258" y="24"/>
                    <a:pt x="258" y="24"/>
                    <a:pt x="258" y="24"/>
                  </a:cubicBezTo>
                  <a:cubicBezTo>
                    <a:pt x="258" y="23"/>
                    <a:pt x="257" y="23"/>
                    <a:pt x="258" y="23"/>
                  </a:cubicBezTo>
                  <a:cubicBezTo>
                    <a:pt x="258" y="23"/>
                    <a:pt x="258" y="23"/>
                    <a:pt x="258" y="22"/>
                  </a:cubicBezTo>
                  <a:cubicBezTo>
                    <a:pt x="258" y="22"/>
                    <a:pt x="258" y="22"/>
                    <a:pt x="259" y="22"/>
                  </a:cubicBezTo>
                  <a:close/>
                  <a:moveTo>
                    <a:pt x="272" y="23"/>
                  </a:moveTo>
                  <a:cubicBezTo>
                    <a:pt x="271" y="28"/>
                    <a:pt x="271" y="28"/>
                    <a:pt x="271" y="28"/>
                  </a:cubicBezTo>
                  <a:cubicBezTo>
                    <a:pt x="270" y="28"/>
                    <a:pt x="270" y="28"/>
                    <a:pt x="270" y="28"/>
                  </a:cubicBezTo>
                  <a:cubicBezTo>
                    <a:pt x="270" y="27"/>
                    <a:pt x="270" y="26"/>
                    <a:pt x="269" y="26"/>
                  </a:cubicBezTo>
                  <a:cubicBezTo>
                    <a:pt x="264" y="25"/>
                    <a:pt x="264" y="25"/>
                    <a:pt x="264" y="25"/>
                  </a:cubicBezTo>
                  <a:cubicBezTo>
                    <a:pt x="263" y="25"/>
                    <a:pt x="262" y="25"/>
                    <a:pt x="262" y="26"/>
                  </a:cubicBezTo>
                  <a:cubicBezTo>
                    <a:pt x="262" y="26"/>
                    <a:pt x="262" y="26"/>
                    <a:pt x="262" y="27"/>
                  </a:cubicBezTo>
                  <a:cubicBezTo>
                    <a:pt x="262" y="27"/>
                    <a:pt x="262" y="27"/>
                    <a:pt x="262" y="27"/>
                  </a:cubicBezTo>
                  <a:cubicBezTo>
                    <a:pt x="262" y="23"/>
                    <a:pt x="262" y="23"/>
                    <a:pt x="262" y="23"/>
                  </a:cubicBezTo>
                  <a:cubicBezTo>
                    <a:pt x="269" y="24"/>
                    <a:pt x="269" y="24"/>
                    <a:pt x="269" y="24"/>
                  </a:cubicBezTo>
                  <a:cubicBezTo>
                    <a:pt x="271" y="25"/>
                    <a:pt x="271" y="24"/>
                    <a:pt x="272" y="23"/>
                  </a:cubicBezTo>
                  <a:cubicBezTo>
                    <a:pt x="272" y="23"/>
                    <a:pt x="272" y="23"/>
                    <a:pt x="272" y="23"/>
                  </a:cubicBezTo>
                  <a:close/>
                  <a:moveTo>
                    <a:pt x="273" y="12"/>
                  </a:moveTo>
                  <a:cubicBezTo>
                    <a:pt x="273" y="16"/>
                    <a:pt x="273" y="16"/>
                    <a:pt x="273" y="16"/>
                  </a:cubicBezTo>
                  <a:cubicBezTo>
                    <a:pt x="272" y="16"/>
                    <a:pt x="272" y="16"/>
                    <a:pt x="272" y="16"/>
                  </a:cubicBezTo>
                  <a:cubicBezTo>
                    <a:pt x="272" y="15"/>
                    <a:pt x="272" y="15"/>
                    <a:pt x="271" y="15"/>
                  </a:cubicBezTo>
                  <a:cubicBezTo>
                    <a:pt x="266" y="14"/>
                    <a:pt x="266" y="14"/>
                    <a:pt x="266" y="14"/>
                  </a:cubicBezTo>
                  <a:cubicBezTo>
                    <a:pt x="266" y="14"/>
                    <a:pt x="266" y="14"/>
                    <a:pt x="265" y="14"/>
                  </a:cubicBezTo>
                  <a:cubicBezTo>
                    <a:pt x="265" y="15"/>
                    <a:pt x="265" y="15"/>
                    <a:pt x="265" y="15"/>
                  </a:cubicBezTo>
                  <a:cubicBezTo>
                    <a:pt x="265" y="16"/>
                    <a:pt x="265" y="17"/>
                    <a:pt x="266" y="18"/>
                  </a:cubicBezTo>
                  <a:cubicBezTo>
                    <a:pt x="271" y="19"/>
                    <a:pt x="271" y="19"/>
                    <a:pt x="271" y="19"/>
                  </a:cubicBezTo>
                  <a:cubicBezTo>
                    <a:pt x="272" y="19"/>
                    <a:pt x="272" y="18"/>
                    <a:pt x="273" y="17"/>
                  </a:cubicBezTo>
                  <a:cubicBezTo>
                    <a:pt x="273" y="17"/>
                    <a:pt x="273" y="17"/>
                    <a:pt x="273" y="17"/>
                  </a:cubicBezTo>
                  <a:cubicBezTo>
                    <a:pt x="273" y="22"/>
                    <a:pt x="273" y="22"/>
                    <a:pt x="273" y="22"/>
                  </a:cubicBezTo>
                  <a:cubicBezTo>
                    <a:pt x="272" y="22"/>
                    <a:pt x="272" y="22"/>
                    <a:pt x="272" y="22"/>
                  </a:cubicBezTo>
                  <a:cubicBezTo>
                    <a:pt x="272" y="21"/>
                    <a:pt x="272" y="21"/>
                    <a:pt x="271" y="20"/>
                  </a:cubicBezTo>
                  <a:cubicBezTo>
                    <a:pt x="265" y="19"/>
                    <a:pt x="265" y="19"/>
                    <a:pt x="265" y="19"/>
                  </a:cubicBezTo>
                  <a:cubicBezTo>
                    <a:pt x="265" y="19"/>
                    <a:pt x="264" y="19"/>
                    <a:pt x="264" y="19"/>
                  </a:cubicBezTo>
                  <a:cubicBezTo>
                    <a:pt x="264" y="19"/>
                    <a:pt x="264" y="20"/>
                    <a:pt x="264" y="21"/>
                  </a:cubicBezTo>
                  <a:cubicBezTo>
                    <a:pt x="264" y="21"/>
                    <a:pt x="264" y="21"/>
                    <a:pt x="264" y="21"/>
                  </a:cubicBezTo>
                  <a:cubicBezTo>
                    <a:pt x="263" y="17"/>
                    <a:pt x="263" y="17"/>
                    <a:pt x="263" y="17"/>
                  </a:cubicBezTo>
                  <a:cubicBezTo>
                    <a:pt x="265" y="18"/>
                    <a:pt x="265" y="18"/>
                    <a:pt x="265" y="18"/>
                  </a:cubicBezTo>
                  <a:cubicBezTo>
                    <a:pt x="264" y="17"/>
                    <a:pt x="263" y="16"/>
                    <a:pt x="264" y="15"/>
                  </a:cubicBezTo>
                  <a:cubicBezTo>
                    <a:pt x="264" y="13"/>
                    <a:pt x="265" y="12"/>
                    <a:pt x="267" y="13"/>
                  </a:cubicBezTo>
                  <a:cubicBezTo>
                    <a:pt x="272" y="13"/>
                    <a:pt x="272" y="13"/>
                    <a:pt x="272" y="13"/>
                  </a:cubicBezTo>
                  <a:cubicBezTo>
                    <a:pt x="272" y="13"/>
                    <a:pt x="273" y="13"/>
                    <a:pt x="273" y="12"/>
                  </a:cubicBezTo>
                  <a:cubicBezTo>
                    <a:pt x="273" y="12"/>
                    <a:pt x="273" y="12"/>
                    <a:pt x="273" y="12"/>
                  </a:cubicBezTo>
                  <a:close/>
                  <a:moveTo>
                    <a:pt x="273" y="1"/>
                  </a:moveTo>
                  <a:cubicBezTo>
                    <a:pt x="273" y="2"/>
                    <a:pt x="273" y="2"/>
                    <a:pt x="274" y="2"/>
                  </a:cubicBezTo>
                  <a:cubicBezTo>
                    <a:pt x="274" y="3"/>
                    <a:pt x="274" y="3"/>
                    <a:pt x="274" y="3"/>
                  </a:cubicBezTo>
                  <a:cubicBezTo>
                    <a:pt x="274" y="4"/>
                    <a:pt x="274" y="4"/>
                    <a:pt x="272" y="5"/>
                  </a:cubicBezTo>
                  <a:cubicBezTo>
                    <a:pt x="273" y="5"/>
                    <a:pt x="273" y="5"/>
                    <a:pt x="274" y="6"/>
                  </a:cubicBezTo>
                  <a:cubicBezTo>
                    <a:pt x="274" y="7"/>
                    <a:pt x="274" y="7"/>
                    <a:pt x="274" y="7"/>
                  </a:cubicBezTo>
                  <a:cubicBezTo>
                    <a:pt x="274" y="8"/>
                    <a:pt x="274" y="9"/>
                    <a:pt x="273" y="9"/>
                  </a:cubicBezTo>
                  <a:cubicBezTo>
                    <a:pt x="273" y="9"/>
                    <a:pt x="272" y="10"/>
                    <a:pt x="272" y="10"/>
                  </a:cubicBezTo>
                  <a:cubicBezTo>
                    <a:pt x="270" y="10"/>
                    <a:pt x="270" y="9"/>
                    <a:pt x="269" y="8"/>
                  </a:cubicBezTo>
                  <a:cubicBezTo>
                    <a:pt x="268" y="7"/>
                    <a:pt x="268" y="6"/>
                    <a:pt x="268" y="5"/>
                  </a:cubicBezTo>
                  <a:cubicBezTo>
                    <a:pt x="267" y="5"/>
                    <a:pt x="267" y="5"/>
                    <a:pt x="267" y="5"/>
                  </a:cubicBezTo>
                  <a:cubicBezTo>
                    <a:pt x="265" y="5"/>
                    <a:pt x="264" y="5"/>
                    <a:pt x="264" y="6"/>
                  </a:cubicBezTo>
                  <a:cubicBezTo>
                    <a:pt x="264" y="7"/>
                    <a:pt x="265" y="7"/>
                    <a:pt x="265" y="7"/>
                  </a:cubicBezTo>
                  <a:cubicBezTo>
                    <a:pt x="266" y="7"/>
                    <a:pt x="266" y="7"/>
                    <a:pt x="266" y="7"/>
                  </a:cubicBezTo>
                  <a:cubicBezTo>
                    <a:pt x="266" y="7"/>
                    <a:pt x="266" y="7"/>
                    <a:pt x="266" y="7"/>
                  </a:cubicBezTo>
                  <a:cubicBezTo>
                    <a:pt x="266" y="7"/>
                    <a:pt x="266" y="7"/>
                    <a:pt x="267" y="8"/>
                  </a:cubicBezTo>
                  <a:cubicBezTo>
                    <a:pt x="267" y="8"/>
                    <a:pt x="267" y="8"/>
                    <a:pt x="267" y="9"/>
                  </a:cubicBezTo>
                  <a:cubicBezTo>
                    <a:pt x="267" y="9"/>
                    <a:pt x="267" y="9"/>
                    <a:pt x="267" y="9"/>
                  </a:cubicBezTo>
                  <a:cubicBezTo>
                    <a:pt x="266" y="10"/>
                    <a:pt x="266" y="10"/>
                    <a:pt x="266" y="10"/>
                  </a:cubicBezTo>
                  <a:cubicBezTo>
                    <a:pt x="266" y="10"/>
                    <a:pt x="265" y="9"/>
                    <a:pt x="265" y="9"/>
                  </a:cubicBezTo>
                  <a:cubicBezTo>
                    <a:pt x="264" y="8"/>
                    <a:pt x="264" y="7"/>
                    <a:pt x="264" y="7"/>
                  </a:cubicBezTo>
                  <a:cubicBezTo>
                    <a:pt x="264" y="5"/>
                    <a:pt x="265" y="5"/>
                    <a:pt x="265" y="4"/>
                  </a:cubicBezTo>
                  <a:cubicBezTo>
                    <a:pt x="266" y="4"/>
                    <a:pt x="266" y="3"/>
                    <a:pt x="268" y="3"/>
                  </a:cubicBezTo>
                  <a:cubicBezTo>
                    <a:pt x="272" y="3"/>
                    <a:pt x="272" y="3"/>
                    <a:pt x="272" y="3"/>
                  </a:cubicBezTo>
                  <a:cubicBezTo>
                    <a:pt x="272" y="3"/>
                    <a:pt x="273" y="3"/>
                    <a:pt x="273" y="3"/>
                  </a:cubicBezTo>
                  <a:cubicBezTo>
                    <a:pt x="273" y="3"/>
                    <a:pt x="273" y="3"/>
                    <a:pt x="272" y="2"/>
                  </a:cubicBezTo>
                  <a:cubicBezTo>
                    <a:pt x="273" y="1"/>
                    <a:pt x="273" y="1"/>
                    <a:pt x="273" y="1"/>
                  </a:cubicBezTo>
                  <a:close/>
                  <a:moveTo>
                    <a:pt x="272" y="5"/>
                  </a:moveTo>
                  <a:cubicBezTo>
                    <a:pt x="268" y="5"/>
                    <a:pt x="268" y="5"/>
                    <a:pt x="268" y="5"/>
                  </a:cubicBezTo>
                  <a:cubicBezTo>
                    <a:pt x="269" y="6"/>
                    <a:pt x="269" y="7"/>
                    <a:pt x="269" y="7"/>
                  </a:cubicBezTo>
                  <a:cubicBezTo>
                    <a:pt x="270" y="8"/>
                    <a:pt x="270" y="8"/>
                    <a:pt x="271" y="8"/>
                  </a:cubicBezTo>
                  <a:cubicBezTo>
                    <a:pt x="272" y="8"/>
                    <a:pt x="272" y="8"/>
                    <a:pt x="272" y="7"/>
                  </a:cubicBezTo>
                  <a:cubicBezTo>
                    <a:pt x="273" y="6"/>
                    <a:pt x="272" y="5"/>
                    <a:pt x="272"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63" name="Freeform 41"/>
            <p:cNvSpPr/>
            <p:nvPr/>
          </p:nvSpPr>
          <p:spPr bwMode="auto">
            <a:xfrm>
              <a:off x="8913875" y="4712004"/>
              <a:ext cx="161925" cy="150813"/>
            </a:xfrm>
            <a:custGeom>
              <a:avLst/>
              <a:gdLst>
                <a:gd name="T0" fmla="*/ 86 w 108"/>
                <a:gd name="T1" fmla="*/ 99 h 100"/>
                <a:gd name="T2" fmla="*/ 46 w 108"/>
                <a:gd name="T3" fmla="*/ 0 h 100"/>
                <a:gd name="T4" fmla="*/ 56 w 108"/>
                <a:gd name="T5" fmla="*/ 58 h 100"/>
                <a:gd name="T6" fmla="*/ 0 w 108"/>
                <a:gd name="T7" fmla="*/ 100 h 100"/>
                <a:gd name="T8" fmla="*/ 57 w 108"/>
                <a:gd name="T9" fmla="*/ 59 h 100"/>
                <a:gd name="T10" fmla="*/ 65 w 108"/>
                <a:gd name="T11" fmla="*/ 18 h 100"/>
                <a:gd name="T12" fmla="*/ 41 w 108"/>
                <a:gd name="T13" fmla="*/ 97 h 100"/>
                <a:gd name="T14" fmla="*/ 64 w 108"/>
                <a:gd name="T15" fmla="*/ 14 h 100"/>
                <a:gd name="T16" fmla="*/ 65 w 108"/>
                <a:gd name="T17" fmla="*/ 98 h 100"/>
                <a:gd name="T18" fmla="*/ 62 w 108"/>
                <a:gd name="T19" fmla="*/ 9 h 100"/>
                <a:gd name="T20" fmla="*/ 86 w 108"/>
                <a:gd name="T21" fmla="*/ 99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8" h="100">
                  <a:moveTo>
                    <a:pt x="86" y="99"/>
                  </a:moveTo>
                  <a:cubicBezTo>
                    <a:pt x="108" y="48"/>
                    <a:pt x="88" y="16"/>
                    <a:pt x="46" y="0"/>
                  </a:cubicBezTo>
                  <a:cubicBezTo>
                    <a:pt x="71" y="10"/>
                    <a:pt x="66" y="42"/>
                    <a:pt x="56" y="58"/>
                  </a:cubicBezTo>
                  <a:cubicBezTo>
                    <a:pt x="45" y="74"/>
                    <a:pt x="28" y="87"/>
                    <a:pt x="0" y="100"/>
                  </a:cubicBezTo>
                  <a:cubicBezTo>
                    <a:pt x="30" y="88"/>
                    <a:pt x="48" y="73"/>
                    <a:pt x="57" y="59"/>
                  </a:cubicBezTo>
                  <a:cubicBezTo>
                    <a:pt x="65" y="44"/>
                    <a:pt x="67" y="32"/>
                    <a:pt x="65" y="18"/>
                  </a:cubicBezTo>
                  <a:cubicBezTo>
                    <a:pt x="78" y="47"/>
                    <a:pt x="67" y="72"/>
                    <a:pt x="41" y="97"/>
                  </a:cubicBezTo>
                  <a:cubicBezTo>
                    <a:pt x="71" y="71"/>
                    <a:pt x="81" y="43"/>
                    <a:pt x="64" y="14"/>
                  </a:cubicBezTo>
                  <a:cubicBezTo>
                    <a:pt x="89" y="42"/>
                    <a:pt x="82" y="72"/>
                    <a:pt x="65" y="98"/>
                  </a:cubicBezTo>
                  <a:cubicBezTo>
                    <a:pt x="86" y="68"/>
                    <a:pt x="90" y="36"/>
                    <a:pt x="62" y="9"/>
                  </a:cubicBezTo>
                  <a:cubicBezTo>
                    <a:pt x="96" y="30"/>
                    <a:pt x="101" y="59"/>
                    <a:pt x="86" y="9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64" name="Freeform 42"/>
            <p:cNvSpPr/>
            <p:nvPr/>
          </p:nvSpPr>
          <p:spPr bwMode="auto">
            <a:xfrm>
              <a:off x="8942450" y="4694541"/>
              <a:ext cx="49213" cy="20638"/>
            </a:xfrm>
            <a:custGeom>
              <a:avLst/>
              <a:gdLst>
                <a:gd name="T0" fmla="*/ 19 w 33"/>
                <a:gd name="T1" fmla="*/ 14 h 14"/>
                <a:gd name="T2" fmla="*/ 0 w 33"/>
                <a:gd name="T3" fmla="*/ 0 h 14"/>
                <a:gd name="T4" fmla="*/ 33 w 33"/>
                <a:gd name="T5" fmla="*/ 5 h 14"/>
                <a:gd name="T6" fmla="*/ 18 w 33"/>
                <a:gd name="T7" fmla="*/ 6 h 14"/>
                <a:gd name="T8" fmla="*/ 19 w 33"/>
                <a:gd name="T9" fmla="*/ 14 h 14"/>
              </a:gdLst>
              <a:ahLst/>
              <a:cxnLst>
                <a:cxn ang="0">
                  <a:pos x="T0" y="T1"/>
                </a:cxn>
                <a:cxn ang="0">
                  <a:pos x="T2" y="T3"/>
                </a:cxn>
                <a:cxn ang="0">
                  <a:pos x="T4" y="T5"/>
                </a:cxn>
                <a:cxn ang="0">
                  <a:pos x="T6" y="T7"/>
                </a:cxn>
                <a:cxn ang="0">
                  <a:pos x="T8" y="T9"/>
                </a:cxn>
              </a:cxnLst>
              <a:rect l="0" t="0" r="r" b="b"/>
              <a:pathLst>
                <a:path w="33" h="14">
                  <a:moveTo>
                    <a:pt x="19" y="14"/>
                  </a:moveTo>
                  <a:cubicBezTo>
                    <a:pt x="13" y="8"/>
                    <a:pt x="8" y="4"/>
                    <a:pt x="0" y="0"/>
                  </a:cubicBezTo>
                  <a:cubicBezTo>
                    <a:pt x="11" y="0"/>
                    <a:pt x="25" y="3"/>
                    <a:pt x="33" y="5"/>
                  </a:cubicBezTo>
                  <a:cubicBezTo>
                    <a:pt x="24" y="4"/>
                    <a:pt x="20" y="5"/>
                    <a:pt x="18" y="6"/>
                  </a:cubicBezTo>
                  <a:cubicBezTo>
                    <a:pt x="16" y="8"/>
                    <a:pt x="17" y="10"/>
                    <a:pt x="19"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65" name="Freeform 43"/>
            <p:cNvSpPr/>
            <p:nvPr/>
          </p:nvSpPr>
          <p:spPr bwMode="auto">
            <a:xfrm>
              <a:off x="8867838" y="4856466"/>
              <a:ext cx="195263" cy="30163"/>
            </a:xfrm>
            <a:custGeom>
              <a:avLst/>
              <a:gdLst>
                <a:gd name="T0" fmla="*/ 70 w 131"/>
                <a:gd name="T1" fmla="*/ 20 h 20"/>
                <a:gd name="T2" fmla="*/ 77 w 131"/>
                <a:gd name="T3" fmla="*/ 12 h 20"/>
                <a:gd name="T4" fmla="*/ 100 w 131"/>
                <a:gd name="T5" fmla="*/ 12 h 20"/>
                <a:gd name="T6" fmla="*/ 131 w 131"/>
                <a:gd name="T7" fmla="*/ 14 h 20"/>
                <a:gd name="T8" fmla="*/ 124 w 131"/>
                <a:gd name="T9" fmla="*/ 8 h 20"/>
                <a:gd name="T10" fmla="*/ 101 w 131"/>
                <a:gd name="T11" fmla="*/ 5 h 20"/>
                <a:gd name="T12" fmla="*/ 77 w 131"/>
                <a:gd name="T13" fmla="*/ 0 h 20"/>
                <a:gd name="T14" fmla="*/ 65 w 131"/>
                <a:gd name="T15" fmla="*/ 12 h 20"/>
                <a:gd name="T16" fmla="*/ 53 w 131"/>
                <a:gd name="T17" fmla="*/ 0 h 20"/>
                <a:gd name="T18" fmla="*/ 30 w 131"/>
                <a:gd name="T19" fmla="*/ 5 h 20"/>
                <a:gd name="T20" fmla="*/ 7 w 131"/>
                <a:gd name="T21" fmla="*/ 8 h 20"/>
                <a:gd name="T22" fmla="*/ 0 w 131"/>
                <a:gd name="T23" fmla="*/ 14 h 20"/>
                <a:gd name="T24" fmla="*/ 31 w 131"/>
                <a:gd name="T25" fmla="*/ 12 h 20"/>
                <a:gd name="T26" fmla="*/ 54 w 131"/>
                <a:gd name="T27" fmla="*/ 12 h 20"/>
                <a:gd name="T28" fmla="*/ 61 w 131"/>
                <a:gd name="T29" fmla="*/ 20 h 20"/>
                <a:gd name="T30" fmla="*/ 70 w 131"/>
                <a:gd name="T31"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31" h="20">
                  <a:moveTo>
                    <a:pt x="70" y="20"/>
                  </a:moveTo>
                  <a:cubicBezTo>
                    <a:pt x="70" y="16"/>
                    <a:pt x="71" y="14"/>
                    <a:pt x="77" y="12"/>
                  </a:cubicBezTo>
                  <a:cubicBezTo>
                    <a:pt x="83" y="10"/>
                    <a:pt x="89" y="11"/>
                    <a:pt x="100" y="12"/>
                  </a:cubicBezTo>
                  <a:cubicBezTo>
                    <a:pt x="111" y="14"/>
                    <a:pt x="120" y="15"/>
                    <a:pt x="131" y="14"/>
                  </a:cubicBezTo>
                  <a:cubicBezTo>
                    <a:pt x="127" y="12"/>
                    <a:pt x="126" y="10"/>
                    <a:pt x="124" y="8"/>
                  </a:cubicBezTo>
                  <a:cubicBezTo>
                    <a:pt x="115" y="8"/>
                    <a:pt x="109" y="7"/>
                    <a:pt x="101" y="5"/>
                  </a:cubicBezTo>
                  <a:cubicBezTo>
                    <a:pt x="93" y="2"/>
                    <a:pt x="83" y="0"/>
                    <a:pt x="77" y="0"/>
                  </a:cubicBezTo>
                  <a:cubicBezTo>
                    <a:pt x="71" y="1"/>
                    <a:pt x="67" y="4"/>
                    <a:pt x="65" y="12"/>
                  </a:cubicBezTo>
                  <a:cubicBezTo>
                    <a:pt x="63" y="4"/>
                    <a:pt x="59" y="1"/>
                    <a:pt x="53" y="0"/>
                  </a:cubicBezTo>
                  <a:cubicBezTo>
                    <a:pt x="47" y="0"/>
                    <a:pt x="38" y="2"/>
                    <a:pt x="30" y="5"/>
                  </a:cubicBezTo>
                  <a:cubicBezTo>
                    <a:pt x="22" y="7"/>
                    <a:pt x="16" y="8"/>
                    <a:pt x="7" y="8"/>
                  </a:cubicBezTo>
                  <a:cubicBezTo>
                    <a:pt x="5" y="10"/>
                    <a:pt x="4" y="12"/>
                    <a:pt x="0" y="14"/>
                  </a:cubicBezTo>
                  <a:cubicBezTo>
                    <a:pt x="11" y="15"/>
                    <a:pt x="20" y="14"/>
                    <a:pt x="31" y="12"/>
                  </a:cubicBezTo>
                  <a:cubicBezTo>
                    <a:pt x="41" y="11"/>
                    <a:pt x="48" y="10"/>
                    <a:pt x="54" y="12"/>
                  </a:cubicBezTo>
                  <a:cubicBezTo>
                    <a:pt x="60" y="14"/>
                    <a:pt x="61" y="16"/>
                    <a:pt x="61" y="20"/>
                  </a:cubicBezTo>
                  <a:cubicBezTo>
                    <a:pt x="70" y="20"/>
                    <a:pt x="70" y="20"/>
                    <a:pt x="70" y="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66" name="Freeform 44"/>
            <p:cNvSpPr>
              <a:spLocks noEditPoints="1"/>
            </p:cNvSpPr>
            <p:nvPr/>
          </p:nvSpPr>
          <p:spPr bwMode="auto">
            <a:xfrm>
              <a:off x="8840850" y="4681841"/>
              <a:ext cx="252413" cy="257175"/>
            </a:xfrm>
            <a:custGeom>
              <a:avLst/>
              <a:gdLst>
                <a:gd name="T0" fmla="*/ 85 w 170"/>
                <a:gd name="T1" fmla="*/ 0 h 171"/>
                <a:gd name="T2" fmla="*/ 0 w 170"/>
                <a:gd name="T3" fmla="*/ 86 h 171"/>
                <a:gd name="T4" fmla="*/ 85 w 170"/>
                <a:gd name="T5" fmla="*/ 171 h 171"/>
                <a:gd name="T6" fmla="*/ 170 w 170"/>
                <a:gd name="T7" fmla="*/ 86 h 171"/>
                <a:gd name="T8" fmla="*/ 85 w 170"/>
                <a:gd name="T9" fmla="*/ 0 h 171"/>
                <a:gd name="T10" fmla="*/ 85 w 170"/>
                <a:gd name="T11" fmla="*/ 168 h 171"/>
                <a:gd name="T12" fmla="*/ 2 w 170"/>
                <a:gd name="T13" fmla="*/ 85 h 171"/>
                <a:gd name="T14" fmla="*/ 85 w 170"/>
                <a:gd name="T15" fmla="*/ 3 h 171"/>
                <a:gd name="T16" fmla="*/ 167 w 170"/>
                <a:gd name="T17" fmla="*/ 85 h 171"/>
                <a:gd name="T18" fmla="*/ 85 w 170"/>
                <a:gd name="T19" fmla="*/ 168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0" h="171">
                  <a:moveTo>
                    <a:pt x="85" y="0"/>
                  </a:moveTo>
                  <a:cubicBezTo>
                    <a:pt x="38" y="0"/>
                    <a:pt x="0" y="38"/>
                    <a:pt x="0" y="86"/>
                  </a:cubicBezTo>
                  <a:cubicBezTo>
                    <a:pt x="0" y="132"/>
                    <a:pt x="38" y="171"/>
                    <a:pt x="85" y="171"/>
                  </a:cubicBezTo>
                  <a:cubicBezTo>
                    <a:pt x="132" y="171"/>
                    <a:pt x="170" y="133"/>
                    <a:pt x="170" y="86"/>
                  </a:cubicBezTo>
                  <a:cubicBezTo>
                    <a:pt x="170" y="38"/>
                    <a:pt x="132" y="0"/>
                    <a:pt x="85" y="0"/>
                  </a:cubicBezTo>
                  <a:close/>
                  <a:moveTo>
                    <a:pt x="85" y="168"/>
                  </a:moveTo>
                  <a:cubicBezTo>
                    <a:pt x="39" y="168"/>
                    <a:pt x="2" y="131"/>
                    <a:pt x="2" y="85"/>
                  </a:cubicBezTo>
                  <a:cubicBezTo>
                    <a:pt x="2" y="40"/>
                    <a:pt x="39" y="3"/>
                    <a:pt x="85" y="3"/>
                  </a:cubicBezTo>
                  <a:cubicBezTo>
                    <a:pt x="130" y="3"/>
                    <a:pt x="167" y="40"/>
                    <a:pt x="167" y="85"/>
                  </a:cubicBezTo>
                  <a:cubicBezTo>
                    <a:pt x="167" y="131"/>
                    <a:pt x="130" y="168"/>
                    <a:pt x="85" y="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67" name="Freeform 45"/>
            <p:cNvSpPr>
              <a:spLocks noEditPoints="1"/>
            </p:cNvSpPr>
            <p:nvPr/>
          </p:nvSpPr>
          <p:spPr bwMode="auto">
            <a:xfrm>
              <a:off x="9091675" y="4667554"/>
              <a:ext cx="39688" cy="36513"/>
            </a:xfrm>
            <a:custGeom>
              <a:avLst/>
              <a:gdLst>
                <a:gd name="T0" fmla="*/ 13 w 26"/>
                <a:gd name="T1" fmla="*/ 16 h 25"/>
                <a:gd name="T2" fmla="*/ 11 w 26"/>
                <a:gd name="T3" fmla="*/ 25 h 25"/>
                <a:gd name="T4" fmla="*/ 7 w 26"/>
                <a:gd name="T5" fmla="*/ 24 h 25"/>
                <a:gd name="T6" fmla="*/ 9 w 26"/>
                <a:gd name="T7" fmla="*/ 19 h 25"/>
                <a:gd name="T8" fmla="*/ 10 w 26"/>
                <a:gd name="T9" fmla="*/ 14 h 25"/>
                <a:gd name="T10" fmla="*/ 10 w 26"/>
                <a:gd name="T11" fmla="*/ 14 h 25"/>
                <a:gd name="T12" fmla="*/ 13 w 26"/>
                <a:gd name="T13" fmla="*/ 16 h 25"/>
                <a:gd name="T14" fmla="*/ 25 w 26"/>
                <a:gd name="T15" fmla="*/ 0 h 25"/>
                <a:gd name="T16" fmla="*/ 26 w 26"/>
                <a:gd name="T17" fmla="*/ 2 h 25"/>
                <a:gd name="T18" fmla="*/ 21 w 26"/>
                <a:gd name="T19" fmla="*/ 7 h 25"/>
                <a:gd name="T20" fmla="*/ 18 w 26"/>
                <a:gd name="T21" fmla="*/ 9 h 25"/>
                <a:gd name="T22" fmla="*/ 22 w 26"/>
                <a:gd name="T23" fmla="*/ 11 h 25"/>
                <a:gd name="T24" fmla="*/ 22 w 26"/>
                <a:gd name="T25" fmla="*/ 11 h 25"/>
                <a:gd name="T26" fmla="*/ 23 w 26"/>
                <a:gd name="T27" fmla="*/ 9 h 25"/>
                <a:gd name="T28" fmla="*/ 23 w 26"/>
                <a:gd name="T29" fmla="*/ 9 h 25"/>
                <a:gd name="T30" fmla="*/ 24 w 26"/>
                <a:gd name="T31" fmla="*/ 9 h 25"/>
                <a:gd name="T32" fmla="*/ 25 w 26"/>
                <a:gd name="T33" fmla="*/ 14 h 25"/>
                <a:gd name="T34" fmla="*/ 26 w 26"/>
                <a:gd name="T35" fmla="*/ 15 h 25"/>
                <a:gd name="T36" fmla="*/ 26 w 26"/>
                <a:gd name="T37" fmla="*/ 16 h 25"/>
                <a:gd name="T38" fmla="*/ 25 w 26"/>
                <a:gd name="T39" fmla="*/ 16 h 25"/>
                <a:gd name="T40" fmla="*/ 23 w 26"/>
                <a:gd name="T41" fmla="*/ 16 h 25"/>
                <a:gd name="T42" fmla="*/ 22 w 26"/>
                <a:gd name="T43" fmla="*/ 15 h 25"/>
                <a:gd name="T44" fmla="*/ 13 w 26"/>
                <a:gd name="T45" fmla="*/ 11 h 25"/>
                <a:gd name="T46" fmla="*/ 4 w 26"/>
                <a:gd name="T47" fmla="*/ 13 h 25"/>
                <a:gd name="T48" fmla="*/ 2 w 26"/>
                <a:gd name="T49" fmla="*/ 8 h 25"/>
                <a:gd name="T50" fmla="*/ 2 w 26"/>
                <a:gd name="T51" fmla="*/ 8 h 25"/>
                <a:gd name="T52" fmla="*/ 3 w 26"/>
                <a:gd name="T53" fmla="*/ 8 h 25"/>
                <a:gd name="T54" fmla="*/ 5 w 26"/>
                <a:gd name="T55" fmla="*/ 10 h 25"/>
                <a:gd name="T56" fmla="*/ 11 w 26"/>
                <a:gd name="T57" fmla="*/ 10 h 25"/>
                <a:gd name="T58" fmla="*/ 11 w 26"/>
                <a:gd name="T59" fmla="*/ 9 h 25"/>
                <a:gd name="T60" fmla="*/ 8 w 26"/>
                <a:gd name="T61" fmla="*/ 3 h 25"/>
                <a:gd name="T62" fmla="*/ 9 w 26"/>
                <a:gd name="T63" fmla="*/ 2 h 25"/>
                <a:gd name="T64" fmla="*/ 10 w 26"/>
                <a:gd name="T65" fmla="*/ 2 h 25"/>
                <a:gd name="T66" fmla="*/ 11 w 26"/>
                <a:gd name="T67" fmla="*/ 5 h 25"/>
                <a:gd name="T68" fmla="*/ 12 w 26"/>
                <a:gd name="T69" fmla="*/ 6 h 25"/>
                <a:gd name="T70" fmla="*/ 15 w 26"/>
                <a:gd name="T71" fmla="*/ 8 h 25"/>
                <a:gd name="T72" fmla="*/ 22 w 26"/>
                <a:gd name="T73" fmla="*/ 2 h 25"/>
                <a:gd name="T74" fmla="*/ 24 w 26"/>
                <a:gd name="T75" fmla="*/ 0 h 25"/>
                <a:gd name="T76" fmla="*/ 25 w 26"/>
                <a:gd name="T77"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6" h="25">
                  <a:moveTo>
                    <a:pt x="13" y="16"/>
                  </a:moveTo>
                  <a:cubicBezTo>
                    <a:pt x="14" y="18"/>
                    <a:pt x="13" y="24"/>
                    <a:pt x="11" y="25"/>
                  </a:cubicBezTo>
                  <a:cubicBezTo>
                    <a:pt x="10" y="25"/>
                    <a:pt x="7" y="25"/>
                    <a:pt x="7" y="24"/>
                  </a:cubicBezTo>
                  <a:cubicBezTo>
                    <a:pt x="7" y="22"/>
                    <a:pt x="8" y="21"/>
                    <a:pt x="9" y="19"/>
                  </a:cubicBezTo>
                  <a:cubicBezTo>
                    <a:pt x="10" y="18"/>
                    <a:pt x="9" y="16"/>
                    <a:pt x="10" y="14"/>
                  </a:cubicBezTo>
                  <a:cubicBezTo>
                    <a:pt x="10" y="14"/>
                    <a:pt x="10" y="14"/>
                    <a:pt x="10" y="14"/>
                  </a:cubicBezTo>
                  <a:cubicBezTo>
                    <a:pt x="11" y="15"/>
                    <a:pt x="12" y="15"/>
                    <a:pt x="13" y="16"/>
                  </a:cubicBezTo>
                  <a:close/>
                  <a:moveTo>
                    <a:pt x="25" y="0"/>
                  </a:moveTo>
                  <a:cubicBezTo>
                    <a:pt x="25" y="0"/>
                    <a:pt x="26" y="1"/>
                    <a:pt x="26" y="2"/>
                  </a:cubicBezTo>
                  <a:cubicBezTo>
                    <a:pt x="26" y="3"/>
                    <a:pt x="23" y="6"/>
                    <a:pt x="21" y="7"/>
                  </a:cubicBezTo>
                  <a:cubicBezTo>
                    <a:pt x="20" y="8"/>
                    <a:pt x="19" y="8"/>
                    <a:pt x="18" y="9"/>
                  </a:cubicBezTo>
                  <a:cubicBezTo>
                    <a:pt x="19" y="10"/>
                    <a:pt x="20" y="11"/>
                    <a:pt x="22" y="11"/>
                  </a:cubicBezTo>
                  <a:cubicBezTo>
                    <a:pt x="22" y="11"/>
                    <a:pt x="22" y="11"/>
                    <a:pt x="22" y="11"/>
                  </a:cubicBezTo>
                  <a:cubicBezTo>
                    <a:pt x="23" y="10"/>
                    <a:pt x="23" y="10"/>
                    <a:pt x="23" y="9"/>
                  </a:cubicBezTo>
                  <a:cubicBezTo>
                    <a:pt x="23" y="9"/>
                    <a:pt x="23" y="9"/>
                    <a:pt x="23" y="9"/>
                  </a:cubicBezTo>
                  <a:cubicBezTo>
                    <a:pt x="23" y="9"/>
                    <a:pt x="23" y="9"/>
                    <a:pt x="24" y="9"/>
                  </a:cubicBezTo>
                  <a:cubicBezTo>
                    <a:pt x="23" y="11"/>
                    <a:pt x="24" y="12"/>
                    <a:pt x="25" y="14"/>
                  </a:cubicBezTo>
                  <a:cubicBezTo>
                    <a:pt x="26" y="14"/>
                    <a:pt x="25" y="15"/>
                    <a:pt x="26" y="15"/>
                  </a:cubicBezTo>
                  <a:cubicBezTo>
                    <a:pt x="26" y="16"/>
                    <a:pt x="26" y="15"/>
                    <a:pt x="26" y="16"/>
                  </a:cubicBezTo>
                  <a:cubicBezTo>
                    <a:pt x="25" y="16"/>
                    <a:pt x="25" y="16"/>
                    <a:pt x="25" y="16"/>
                  </a:cubicBezTo>
                  <a:cubicBezTo>
                    <a:pt x="24" y="16"/>
                    <a:pt x="24" y="16"/>
                    <a:pt x="23" y="16"/>
                  </a:cubicBezTo>
                  <a:cubicBezTo>
                    <a:pt x="23" y="16"/>
                    <a:pt x="22" y="15"/>
                    <a:pt x="22" y="15"/>
                  </a:cubicBezTo>
                  <a:cubicBezTo>
                    <a:pt x="19" y="13"/>
                    <a:pt x="16" y="11"/>
                    <a:pt x="13" y="11"/>
                  </a:cubicBezTo>
                  <a:cubicBezTo>
                    <a:pt x="11" y="12"/>
                    <a:pt x="6" y="14"/>
                    <a:pt x="4" y="13"/>
                  </a:cubicBezTo>
                  <a:cubicBezTo>
                    <a:pt x="2" y="13"/>
                    <a:pt x="0" y="9"/>
                    <a:pt x="2" y="8"/>
                  </a:cubicBezTo>
                  <a:cubicBezTo>
                    <a:pt x="2" y="8"/>
                    <a:pt x="2" y="8"/>
                    <a:pt x="2" y="8"/>
                  </a:cubicBezTo>
                  <a:cubicBezTo>
                    <a:pt x="2" y="8"/>
                    <a:pt x="3" y="8"/>
                    <a:pt x="3" y="8"/>
                  </a:cubicBezTo>
                  <a:cubicBezTo>
                    <a:pt x="4" y="9"/>
                    <a:pt x="5" y="10"/>
                    <a:pt x="5" y="10"/>
                  </a:cubicBezTo>
                  <a:cubicBezTo>
                    <a:pt x="7" y="10"/>
                    <a:pt x="10" y="10"/>
                    <a:pt x="11" y="10"/>
                  </a:cubicBezTo>
                  <a:cubicBezTo>
                    <a:pt x="11" y="9"/>
                    <a:pt x="11" y="9"/>
                    <a:pt x="11" y="9"/>
                  </a:cubicBezTo>
                  <a:cubicBezTo>
                    <a:pt x="9" y="6"/>
                    <a:pt x="7" y="6"/>
                    <a:pt x="8" y="3"/>
                  </a:cubicBezTo>
                  <a:cubicBezTo>
                    <a:pt x="8" y="2"/>
                    <a:pt x="9" y="2"/>
                    <a:pt x="9" y="2"/>
                  </a:cubicBezTo>
                  <a:cubicBezTo>
                    <a:pt x="9" y="2"/>
                    <a:pt x="10" y="2"/>
                    <a:pt x="10" y="2"/>
                  </a:cubicBezTo>
                  <a:cubicBezTo>
                    <a:pt x="10" y="3"/>
                    <a:pt x="11" y="4"/>
                    <a:pt x="11" y="5"/>
                  </a:cubicBezTo>
                  <a:cubicBezTo>
                    <a:pt x="12" y="5"/>
                    <a:pt x="12" y="6"/>
                    <a:pt x="12" y="6"/>
                  </a:cubicBezTo>
                  <a:cubicBezTo>
                    <a:pt x="13" y="6"/>
                    <a:pt x="14" y="8"/>
                    <a:pt x="15" y="8"/>
                  </a:cubicBezTo>
                  <a:cubicBezTo>
                    <a:pt x="16" y="8"/>
                    <a:pt x="21" y="4"/>
                    <a:pt x="22" y="2"/>
                  </a:cubicBezTo>
                  <a:cubicBezTo>
                    <a:pt x="23" y="2"/>
                    <a:pt x="23" y="0"/>
                    <a:pt x="24" y="0"/>
                  </a:cubicBezTo>
                  <a:cubicBezTo>
                    <a:pt x="25" y="0"/>
                    <a:pt x="25" y="0"/>
                    <a:pt x="2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68" name="Freeform 46"/>
            <p:cNvSpPr>
              <a:spLocks noEditPoints="1"/>
            </p:cNvSpPr>
            <p:nvPr/>
          </p:nvSpPr>
          <p:spPr bwMode="auto">
            <a:xfrm>
              <a:off x="9120250" y="4715179"/>
              <a:ext cx="53975" cy="44450"/>
            </a:xfrm>
            <a:custGeom>
              <a:avLst/>
              <a:gdLst>
                <a:gd name="T0" fmla="*/ 32 w 36"/>
                <a:gd name="T1" fmla="*/ 11 h 30"/>
                <a:gd name="T2" fmla="*/ 36 w 36"/>
                <a:gd name="T3" fmla="*/ 16 h 30"/>
                <a:gd name="T4" fmla="*/ 30 w 36"/>
                <a:gd name="T5" fmla="*/ 16 h 30"/>
                <a:gd name="T6" fmla="*/ 26 w 36"/>
                <a:gd name="T7" fmla="*/ 13 h 30"/>
                <a:gd name="T8" fmla="*/ 27 w 36"/>
                <a:gd name="T9" fmla="*/ 16 h 30"/>
                <a:gd name="T10" fmla="*/ 23 w 36"/>
                <a:gd name="T11" fmla="*/ 22 h 30"/>
                <a:gd name="T12" fmla="*/ 14 w 36"/>
                <a:gd name="T13" fmla="*/ 21 h 30"/>
                <a:gd name="T14" fmla="*/ 14 w 36"/>
                <a:gd name="T15" fmla="*/ 24 h 30"/>
                <a:gd name="T16" fmla="*/ 14 w 36"/>
                <a:gd name="T17" fmla="*/ 30 h 30"/>
                <a:gd name="T18" fmla="*/ 10 w 36"/>
                <a:gd name="T19" fmla="*/ 24 h 30"/>
                <a:gd name="T20" fmla="*/ 1 w 36"/>
                <a:gd name="T21" fmla="*/ 18 h 30"/>
                <a:gd name="T22" fmla="*/ 3 w 36"/>
                <a:gd name="T23" fmla="*/ 19 h 30"/>
                <a:gd name="T24" fmla="*/ 9 w 36"/>
                <a:gd name="T25" fmla="*/ 24 h 30"/>
                <a:gd name="T26" fmla="*/ 9 w 36"/>
                <a:gd name="T27" fmla="*/ 23 h 30"/>
                <a:gd name="T28" fmla="*/ 6 w 36"/>
                <a:gd name="T29" fmla="*/ 20 h 30"/>
                <a:gd name="T30" fmla="*/ 4 w 36"/>
                <a:gd name="T31" fmla="*/ 12 h 30"/>
                <a:gd name="T32" fmla="*/ 8 w 36"/>
                <a:gd name="T33" fmla="*/ 18 h 30"/>
                <a:gd name="T34" fmla="*/ 12 w 36"/>
                <a:gd name="T35" fmla="*/ 20 h 30"/>
                <a:gd name="T36" fmla="*/ 17 w 36"/>
                <a:gd name="T37" fmla="*/ 19 h 30"/>
                <a:gd name="T38" fmla="*/ 14 w 36"/>
                <a:gd name="T39" fmla="*/ 16 h 30"/>
                <a:gd name="T40" fmla="*/ 21 w 36"/>
                <a:gd name="T41" fmla="*/ 20 h 30"/>
                <a:gd name="T42" fmla="*/ 24 w 36"/>
                <a:gd name="T43" fmla="*/ 18 h 30"/>
                <a:gd name="T44" fmla="*/ 14 w 36"/>
                <a:gd name="T45" fmla="*/ 12 h 30"/>
                <a:gd name="T46" fmla="*/ 10 w 36"/>
                <a:gd name="T47" fmla="*/ 14 h 30"/>
                <a:gd name="T48" fmla="*/ 10 w 36"/>
                <a:gd name="T49" fmla="*/ 12 h 30"/>
                <a:gd name="T50" fmla="*/ 14 w 36"/>
                <a:gd name="T51" fmla="*/ 6 h 30"/>
                <a:gd name="T52" fmla="*/ 21 w 36"/>
                <a:gd name="T53" fmla="*/ 10 h 30"/>
                <a:gd name="T54" fmla="*/ 32 w 36"/>
                <a:gd name="T55" fmla="*/ 14 h 30"/>
                <a:gd name="T56" fmla="*/ 32 w 36"/>
                <a:gd name="T57" fmla="*/ 14 h 30"/>
                <a:gd name="T58" fmla="*/ 29 w 36"/>
                <a:gd name="T59" fmla="*/ 6 h 30"/>
                <a:gd name="T60" fmla="*/ 32 w 36"/>
                <a:gd name="T61" fmla="*/ 6 h 30"/>
                <a:gd name="T62" fmla="*/ 34 w 36"/>
                <a:gd name="T63" fmla="*/ 0 h 30"/>
                <a:gd name="T64" fmla="*/ 29 w 36"/>
                <a:gd name="T65"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6" h="30">
                  <a:moveTo>
                    <a:pt x="32" y="6"/>
                  </a:moveTo>
                  <a:cubicBezTo>
                    <a:pt x="33" y="8"/>
                    <a:pt x="31" y="10"/>
                    <a:pt x="32" y="11"/>
                  </a:cubicBezTo>
                  <a:cubicBezTo>
                    <a:pt x="32" y="11"/>
                    <a:pt x="32" y="12"/>
                    <a:pt x="32" y="12"/>
                  </a:cubicBezTo>
                  <a:cubicBezTo>
                    <a:pt x="34" y="12"/>
                    <a:pt x="36" y="14"/>
                    <a:pt x="36" y="16"/>
                  </a:cubicBezTo>
                  <a:cubicBezTo>
                    <a:pt x="36" y="17"/>
                    <a:pt x="34" y="19"/>
                    <a:pt x="33" y="19"/>
                  </a:cubicBezTo>
                  <a:cubicBezTo>
                    <a:pt x="32" y="18"/>
                    <a:pt x="30" y="16"/>
                    <a:pt x="30" y="16"/>
                  </a:cubicBezTo>
                  <a:cubicBezTo>
                    <a:pt x="29" y="14"/>
                    <a:pt x="27" y="14"/>
                    <a:pt x="26" y="13"/>
                  </a:cubicBezTo>
                  <a:cubicBezTo>
                    <a:pt x="26" y="13"/>
                    <a:pt x="26" y="13"/>
                    <a:pt x="26" y="13"/>
                  </a:cubicBezTo>
                  <a:cubicBezTo>
                    <a:pt x="26" y="13"/>
                    <a:pt x="26" y="13"/>
                    <a:pt x="26" y="13"/>
                  </a:cubicBezTo>
                  <a:cubicBezTo>
                    <a:pt x="26" y="14"/>
                    <a:pt x="27" y="14"/>
                    <a:pt x="27" y="16"/>
                  </a:cubicBezTo>
                  <a:cubicBezTo>
                    <a:pt x="27" y="18"/>
                    <a:pt x="28" y="21"/>
                    <a:pt x="24" y="23"/>
                  </a:cubicBezTo>
                  <a:cubicBezTo>
                    <a:pt x="24" y="22"/>
                    <a:pt x="24" y="22"/>
                    <a:pt x="23" y="22"/>
                  </a:cubicBezTo>
                  <a:cubicBezTo>
                    <a:pt x="22" y="22"/>
                    <a:pt x="21" y="20"/>
                    <a:pt x="20" y="20"/>
                  </a:cubicBezTo>
                  <a:cubicBezTo>
                    <a:pt x="19" y="22"/>
                    <a:pt x="16" y="21"/>
                    <a:pt x="14" y="21"/>
                  </a:cubicBezTo>
                  <a:cubicBezTo>
                    <a:pt x="13" y="21"/>
                    <a:pt x="13" y="22"/>
                    <a:pt x="13" y="22"/>
                  </a:cubicBezTo>
                  <a:cubicBezTo>
                    <a:pt x="14" y="22"/>
                    <a:pt x="14" y="23"/>
                    <a:pt x="14" y="24"/>
                  </a:cubicBezTo>
                  <a:cubicBezTo>
                    <a:pt x="15" y="24"/>
                    <a:pt x="18" y="26"/>
                    <a:pt x="18" y="28"/>
                  </a:cubicBezTo>
                  <a:cubicBezTo>
                    <a:pt x="18" y="29"/>
                    <a:pt x="16" y="30"/>
                    <a:pt x="14" y="30"/>
                  </a:cubicBezTo>
                  <a:cubicBezTo>
                    <a:pt x="14" y="28"/>
                    <a:pt x="13" y="26"/>
                    <a:pt x="11" y="25"/>
                  </a:cubicBezTo>
                  <a:cubicBezTo>
                    <a:pt x="10" y="25"/>
                    <a:pt x="11" y="24"/>
                    <a:pt x="10" y="24"/>
                  </a:cubicBezTo>
                  <a:cubicBezTo>
                    <a:pt x="9" y="25"/>
                    <a:pt x="8" y="26"/>
                    <a:pt x="7" y="26"/>
                  </a:cubicBezTo>
                  <a:cubicBezTo>
                    <a:pt x="3" y="25"/>
                    <a:pt x="0" y="22"/>
                    <a:pt x="1" y="18"/>
                  </a:cubicBezTo>
                  <a:cubicBezTo>
                    <a:pt x="2" y="17"/>
                    <a:pt x="2" y="16"/>
                    <a:pt x="2" y="15"/>
                  </a:cubicBezTo>
                  <a:cubicBezTo>
                    <a:pt x="3" y="16"/>
                    <a:pt x="3" y="18"/>
                    <a:pt x="3" y="19"/>
                  </a:cubicBezTo>
                  <a:cubicBezTo>
                    <a:pt x="3" y="19"/>
                    <a:pt x="3" y="20"/>
                    <a:pt x="4" y="20"/>
                  </a:cubicBezTo>
                  <a:cubicBezTo>
                    <a:pt x="5" y="22"/>
                    <a:pt x="7" y="23"/>
                    <a:pt x="9" y="24"/>
                  </a:cubicBezTo>
                  <a:cubicBezTo>
                    <a:pt x="9" y="24"/>
                    <a:pt x="9" y="24"/>
                    <a:pt x="9" y="23"/>
                  </a:cubicBezTo>
                  <a:cubicBezTo>
                    <a:pt x="9" y="23"/>
                    <a:pt x="9" y="23"/>
                    <a:pt x="9" y="23"/>
                  </a:cubicBezTo>
                  <a:cubicBezTo>
                    <a:pt x="9" y="22"/>
                    <a:pt x="8" y="22"/>
                    <a:pt x="8" y="21"/>
                  </a:cubicBezTo>
                  <a:cubicBezTo>
                    <a:pt x="8" y="21"/>
                    <a:pt x="7" y="20"/>
                    <a:pt x="6" y="20"/>
                  </a:cubicBezTo>
                  <a:cubicBezTo>
                    <a:pt x="5" y="19"/>
                    <a:pt x="3" y="14"/>
                    <a:pt x="4" y="13"/>
                  </a:cubicBezTo>
                  <a:cubicBezTo>
                    <a:pt x="4" y="13"/>
                    <a:pt x="4" y="12"/>
                    <a:pt x="4" y="12"/>
                  </a:cubicBezTo>
                  <a:cubicBezTo>
                    <a:pt x="5" y="12"/>
                    <a:pt x="5" y="12"/>
                    <a:pt x="5" y="13"/>
                  </a:cubicBezTo>
                  <a:cubicBezTo>
                    <a:pt x="6" y="14"/>
                    <a:pt x="7" y="16"/>
                    <a:pt x="8" y="18"/>
                  </a:cubicBezTo>
                  <a:cubicBezTo>
                    <a:pt x="9" y="18"/>
                    <a:pt x="10" y="19"/>
                    <a:pt x="11" y="20"/>
                  </a:cubicBezTo>
                  <a:cubicBezTo>
                    <a:pt x="11" y="20"/>
                    <a:pt x="11" y="20"/>
                    <a:pt x="12" y="20"/>
                  </a:cubicBezTo>
                  <a:cubicBezTo>
                    <a:pt x="13" y="19"/>
                    <a:pt x="14" y="19"/>
                    <a:pt x="16" y="19"/>
                  </a:cubicBezTo>
                  <a:cubicBezTo>
                    <a:pt x="16" y="19"/>
                    <a:pt x="17" y="19"/>
                    <a:pt x="17" y="19"/>
                  </a:cubicBezTo>
                  <a:cubicBezTo>
                    <a:pt x="17" y="18"/>
                    <a:pt x="15" y="17"/>
                    <a:pt x="15" y="17"/>
                  </a:cubicBezTo>
                  <a:cubicBezTo>
                    <a:pt x="14" y="16"/>
                    <a:pt x="14" y="16"/>
                    <a:pt x="14" y="16"/>
                  </a:cubicBezTo>
                  <a:cubicBezTo>
                    <a:pt x="16" y="14"/>
                    <a:pt x="17" y="16"/>
                    <a:pt x="19" y="18"/>
                  </a:cubicBezTo>
                  <a:cubicBezTo>
                    <a:pt x="20" y="19"/>
                    <a:pt x="20" y="19"/>
                    <a:pt x="21" y="20"/>
                  </a:cubicBezTo>
                  <a:cubicBezTo>
                    <a:pt x="22" y="20"/>
                    <a:pt x="23" y="21"/>
                    <a:pt x="24" y="20"/>
                  </a:cubicBezTo>
                  <a:cubicBezTo>
                    <a:pt x="24" y="19"/>
                    <a:pt x="24" y="19"/>
                    <a:pt x="24" y="18"/>
                  </a:cubicBezTo>
                  <a:cubicBezTo>
                    <a:pt x="24" y="15"/>
                    <a:pt x="20" y="12"/>
                    <a:pt x="17" y="12"/>
                  </a:cubicBezTo>
                  <a:cubicBezTo>
                    <a:pt x="16" y="11"/>
                    <a:pt x="14" y="10"/>
                    <a:pt x="14" y="12"/>
                  </a:cubicBezTo>
                  <a:cubicBezTo>
                    <a:pt x="14" y="12"/>
                    <a:pt x="13" y="14"/>
                    <a:pt x="13" y="14"/>
                  </a:cubicBezTo>
                  <a:cubicBezTo>
                    <a:pt x="12" y="14"/>
                    <a:pt x="11" y="14"/>
                    <a:pt x="10" y="14"/>
                  </a:cubicBezTo>
                  <a:cubicBezTo>
                    <a:pt x="10" y="14"/>
                    <a:pt x="10" y="14"/>
                    <a:pt x="10" y="14"/>
                  </a:cubicBezTo>
                  <a:cubicBezTo>
                    <a:pt x="10" y="13"/>
                    <a:pt x="10" y="13"/>
                    <a:pt x="10" y="12"/>
                  </a:cubicBezTo>
                  <a:cubicBezTo>
                    <a:pt x="10" y="12"/>
                    <a:pt x="9" y="12"/>
                    <a:pt x="9" y="11"/>
                  </a:cubicBezTo>
                  <a:cubicBezTo>
                    <a:pt x="9" y="10"/>
                    <a:pt x="13" y="6"/>
                    <a:pt x="14" y="6"/>
                  </a:cubicBezTo>
                  <a:cubicBezTo>
                    <a:pt x="16" y="8"/>
                    <a:pt x="17" y="8"/>
                    <a:pt x="19" y="9"/>
                  </a:cubicBezTo>
                  <a:cubicBezTo>
                    <a:pt x="20" y="9"/>
                    <a:pt x="21" y="10"/>
                    <a:pt x="21" y="10"/>
                  </a:cubicBezTo>
                  <a:cubicBezTo>
                    <a:pt x="23" y="11"/>
                    <a:pt x="24" y="11"/>
                    <a:pt x="26" y="12"/>
                  </a:cubicBezTo>
                  <a:cubicBezTo>
                    <a:pt x="28" y="12"/>
                    <a:pt x="30" y="14"/>
                    <a:pt x="32" y="14"/>
                  </a:cubicBezTo>
                  <a:cubicBezTo>
                    <a:pt x="32" y="14"/>
                    <a:pt x="32" y="14"/>
                    <a:pt x="32" y="14"/>
                  </a:cubicBezTo>
                  <a:cubicBezTo>
                    <a:pt x="32" y="14"/>
                    <a:pt x="32" y="14"/>
                    <a:pt x="32" y="14"/>
                  </a:cubicBezTo>
                  <a:cubicBezTo>
                    <a:pt x="30" y="13"/>
                    <a:pt x="27" y="12"/>
                    <a:pt x="28" y="10"/>
                  </a:cubicBezTo>
                  <a:cubicBezTo>
                    <a:pt x="28" y="8"/>
                    <a:pt x="30" y="8"/>
                    <a:pt x="29" y="6"/>
                  </a:cubicBezTo>
                  <a:cubicBezTo>
                    <a:pt x="30" y="6"/>
                    <a:pt x="30" y="6"/>
                    <a:pt x="30" y="6"/>
                  </a:cubicBezTo>
                  <a:cubicBezTo>
                    <a:pt x="31" y="6"/>
                    <a:pt x="31" y="6"/>
                    <a:pt x="32" y="6"/>
                  </a:cubicBezTo>
                  <a:close/>
                  <a:moveTo>
                    <a:pt x="34" y="0"/>
                  </a:moveTo>
                  <a:cubicBezTo>
                    <a:pt x="34" y="0"/>
                    <a:pt x="34" y="0"/>
                    <a:pt x="34" y="0"/>
                  </a:cubicBezTo>
                  <a:cubicBezTo>
                    <a:pt x="33" y="2"/>
                    <a:pt x="29" y="6"/>
                    <a:pt x="26" y="6"/>
                  </a:cubicBezTo>
                  <a:cubicBezTo>
                    <a:pt x="25" y="4"/>
                    <a:pt x="27" y="2"/>
                    <a:pt x="29" y="0"/>
                  </a:cubicBezTo>
                  <a:cubicBezTo>
                    <a:pt x="30" y="1"/>
                    <a:pt x="32" y="0"/>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69" name="Freeform 47"/>
            <p:cNvSpPr>
              <a:spLocks noEditPoints="1"/>
            </p:cNvSpPr>
            <p:nvPr/>
          </p:nvSpPr>
          <p:spPr bwMode="auto">
            <a:xfrm>
              <a:off x="9037700" y="4621516"/>
              <a:ext cx="53975" cy="46038"/>
            </a:xfrm>
            <a:custGeom>
              <a:avLst/>
              <a:gdLst>
                <a:gd name="T0" fmla="*/ 13 w 36"/>
                <a:gd name="T1" fmla="*/ 14 h 30"/>
                <a:gd name="T2" fmla="*/ 10 w 36"/>
                <a:gd name="T3" fmla="*/ 17 h 30"/>
                <a:gd name="T4" fmla="*/ 10 w 36"/>
                <a:gd name="T5" fmla="*/ 17 h 30"/>
                <a:gd name="T6" fmla="*/ 13 w 36"/>
                <a:gd name="T7" fmla="*/ 14 h 30"/>
                <a:gd name="T8" fmla="*/ 13 w 36"/>
                <a:gd name="T9" fmla="*/ 14 h 30"/>
                <a:gd name="T10" fmla="*/ 26 w 36"/>
                <a:gd name="T11" fmla="*/ 1 h 30"/>
                <a:gd name="T12" fmla="*/ 27 w 36"/>
                <a:gd name="T13" fmla="*/ 1 h 30"/>
                <a:gd name="T14" fmla="*/ 25 w 36"/>
                <a:gd name="T15" fmla="*/ 7 h 30"/>
                <a:gd name="T16" fmla="*/ 22 w 36"/>
                <a:gd name="T17" fmla="*/ 10 h 30"/>
                <a:gd name="T18" fmla="*/ 22 w 36"/>
                <a:gd name="T19" fmla="*/ 11 h 30"/>
                <a:gd name="T20" fmla="*/ 25 w 36"/>
                <a:gd name="T21" fmla="*/ 11 h 30"/>
                <a:gd name="T22" fmla="*/ 26 w 36"/>
                <a:gd name="T23" fmla="*/ 10 h 30"/>
                <a:gd name="T24" fmla="*/ 29 w 36"/>
                <a:gd name="T25" fmla="*/ 13 h 30"/>
                <a:gd name="T26" fmla="*/ 28 w 36"/>
                <a:gd name="T27" fmla="*/ 14 h 30"/>
                <a:gd name="T28" fmla="*/ 21 w 36"/>
                <a:gd name="T29" fmla="*/ 14 h 30"/>
                <a:gd name="T30" fmla="*/ 19 w 36"/>
                <a:gd name="T31" fmla="*/ 13 h 30"/>
                <a:gd name="T32" fmla="*/ 16 w 36"/>
                <a:gd name="T33" fmla="*/ 18 h 30"/>
                <a:gd name="T34" fmla="*/ 16 w 36"/>
                <a:gd name="T35" fmla="*/ 18 h 30"/>
                <a:gd name="T36" fmla="*/ 21 w 36"/>
                <a:gd name="T37" fmla="*/ 20 h 30"/>
                <a:gd name="T38" fmla="*/ 20 w 36"/>
                <a:gd name="T39" fmla="*/ 24 h 30"/>
                <a:gd name="T40" fmla="*/ 20 w 36"/>
                <a:gd name="T41" fmla="*/ 27 h 30"/>
                <a:gd name="T42" fmla="*/ 14 w 36"/>
                <a:gd name="T43" fmla="*/ 27 h 30"/>
                <a:gd name="T44" fmla="*/ 15 w 36"/>
                <a:gd name="T45" fmla="*/ 21 h 30"/>
                <a:gd name="T46" fmla="*/ 14 w 36"/>
                <a:gd name="T47" fmla="*/ 21 h 30"/>
                <a:gd name="T48" fmla="*/ 9 w 36"/>
                <a:gd name="T49" fmla="*/ 28 h 30"/>
                <a:gd name="T50" fmla="*/ 9 w 36"/>
                <a:gd name="T51" fmla="*/ 28 h 30"/>
                <a:gd name="T52" fmla="*/ 9 w 36"/>
                <a:gd name="T53" fmla="*/ 22 h 30"/>
                <a:gd name="T54" fmla="*/ 11 w 36"/>
                <a:gd name="T55" fmla="*/ 20 h 30"/>
                <a:gd name="T56" fmla="*/ 8 w 36"/>
                <a:gd name="T57" fmla="*/ 20 h 30"/>
                <a:gd name="T58" fmla="*/ 6 w 36"/>
                <a:gd name="T59" fmla="*/ 21 h 30"/>
                <a:gd name="T60" fmla="*/ 1 w 36"/>
                <a:gd name="T61" fmla="*/ 23 h 30"/>
                <a:gd name="T62" fmla="*/ 0 w 36"/>
                <a:gd name="T63" fmla="*/ 22 h 30"/>
                <a:gd name="T64" fmla="*/ 1 w 36"/>
                <a:gd name="T65" fmla="*/ 19 h 30"/>
                <a:gd name="T66" fmla="*/ 3 w 36"/>
                <a:gd name="T67" fmla="*/ 15 h 30"/>
                <a:gd name="T68" fmla="*/ 13 w 36"/>
                <a:gd name="T69" fmla="*/ 13 h 30"/>
                <a:gd name="T70" fmla="*/ 16 w 36"/>
                <a:gd name="T71" fmla="*/ 14 h 30"/>
                <a:gd name="T72" fmla="*/ 16 w 36"/>
                <a:gd name="T73" fmla="*/ 14 h 30"/>
                <a:gd name="T74" fmla="*/ 16 w 36"/>
                <a:gd name="T75" fmla="*/ 13 h 30"/>
                <a:gd name="T76" fmla="*/ 15 w 36"/>
                <a:gd name="T77" fmla="*/ 13 h 30"/>
                <a:gd name="T78" fmla="*/ 13 w 36"/>
                <a:gd name="T79" fmla="*/ 8 h 30"/>
                <a:gd name="T80" fmla="*/ 13 w 36"/>
                <a:gd name="T81" fmla="*/ 8 h 30"/>
                <a:gd name="T82" fmla="*/ 18 w 36"/>
                <a:gd name="T83" fmla="*/ 11 h 30"/>
                <a:gd name="T84" fmla="*/ 20 w 36"/>
                <a:gd name="T85" fmla="*/ 9 h 30"/>
                <a:gd name="T86" fmla="*/ 21 w 36"/>
                <a:gd name="T87" fmla="*/ 7 h 30"/>
                <a:gd name="T88" fmla="*/ 24 w 36"/>
                <a:gd name="T89" fmla="*/ 4 h 30"/>
                <a:gd name="T90" fmla="*/ 26 w 36"/>
                <a:gd name="T91" fmla="*/ 1 h 30"/>
                <a:gd name="T92" fmla="*/ 26 w 36"/>
                <a:gd name="T93" fmla="*/ 1 h 30"/>
                <a:gd name="T94" fmla="*/ 31 w 36"/>
                <a:gd name="T95" fmla="*/ 3 h 30"/>
                <a:gd name="T96" fmla="*/ 35 w 36"/>
                <a:gd name="T97" fmla="*/ 7 h 30"/>
                <a:gd name="T98" fmla="*/ 36 w 36"/>
                <a:gd name="T99" fmla="*/ 9 h 30"/>
                <a:gd name="T100" fmla="*/ 31 w 36"/>
                <a:gd name="T101" fmla="*/ 10 h 30"/>
                <a:gd name="T102" fmla="*/ 31 w 36"/>
                <a:gd name="T103" fmla="*/ 8 h 30"/>
                <a:gd name="T104" fmla="*/ 30 w 36"/>
                <a:gd name="T105" fmla="*/ 8 h 30"/>
                <a:gd name="T106" fmla="*/ 31 w 36"/>
                <a:gd name="T107" fmla="*/ 3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6" h="30">
                  <a:moveTo>
                    <a:pt x="13" y="14"/>
                  </a:moveTo>
                  <a:cubicBezTo>
                    <a:pt x="13" y="14"/>
                    <a:pt x="10" y="16"/>
                    <a:pt x="10" y="17"/>
                  </a:cubicBezTo>
                  <a:cubicBezTo>
                    <a:pt x="10" y="17"/>
                    <a:pt x="10" y="17"/>
                    <a:pt x="10" y="17"/>
                  </a:cubicBezTo>
                  <a:cubicBezTo>
                    <a:pt x="13" y="19"/>
                    <a:pt x="14" y="17"/>
                    <a:pt x="13" y="14"/>
                  </a:cubicBezTo>
                  <a:cubicBezTo>
                    <a:pt x="13" y="14"/>
                    <a:pt x="13" y="14"/>
                    <a:pt x="13" y="14"/>
                  </a:cubicBezTo>
                  <a:close/>
                  <a:moveTo>
                    <a:pt x="26" y="1"/>
                  </a:moveTo>
                  <a:cubicBezTo>
                    <a:pt x="26" y="1"/>
                    <a:pt x="26" y="1"/>
                    <a:pt x="27" y="1"/>
                  </a:cubicBezTo>
                  <a:cubicBezTo>
                    <a:pt x="27" y="2"/>
                    <a:pt x="25" y="6"/>
                    <a:pt x="25" y="7"/>
                  </a:cubicBezTo>
                  <a:cubicBezTo>
                    <a:pt x="24" y="8"/>
                    <a:pt x="22" y="10"/>
                    <a:pt x="22" y="10"/>
                  </a:cubicBezTo>
                  <a:cubicBezTo>
                    <a:pt x="22" y="10"/>
                    <a:pt x="22" y="10"/>
                    <a:pt x="22" y="11"/>
                  </a:cubicBezTo>
                  <a:cubicBezTo>
                    <a:pt x="23" y="12"/>
                    <a:pt x="25" y="12"/>
                    <a:pt x="25" y="11"/>
                  </a:cubicBezTo>
                  <a:cubicBezTo>
                    <a:pt x="26" y="10"/>
                    <a:pt x="25" y="10"/>
                    <a:pt x="26" y="10"/>
                  </a:cubicBezTo>
                  <a:cubicBezTo>
                    <a:pt x="27" y="10"/>
                    <a:pt x="29" y="12"/>
                    <a:pt x="29" y="13"/>
                  </a:cubicBezTo>
                  <a:cubicBezTo>
                    <a:pt x="29" y="13"/>
                    <a:pt x="29" y="14"/>
                    <a:pt x="28" y="14"/>
                  </a:cubicBezTo>
                  <a:cubicBezTo>
                    <a:pt x="25" y="13"/>
                    <a:pt x="23" y="14"/>
                    <a:pt x="21" y="14"/>
                  </a:cubicBezTo>
                  <a:cubicBezTo>
                    <a:pt x="20" y="14"/>
                    <a:pt x="20" y="13"/>
                    <a:pt x="19" y="13"/>
                  </a:cubicBezTo>
                  <a:cubicBezTo>
                    <a:pt x="18" y="14"/>
                    <a:pt x="16" y="17"/>
                    <a:pt x="16" y="18"/>
                  </a:cubicBezTo>
                  <a:cubicBezTo>
                    <a:pt x="16" y="18"/>
                    <a:pt x="16" y="18"/>
                    <a:pt x="16" y="18"/>
                  </a:cubicBezTo>
                  <a:cubicBezTo>
                    <a:pt x="18" y="19"/>
                    <a:pt x="19" y="17"/>
                    <a:pt x="21" y="20"/>
                  </a:cubicBezTo>
                  <a:cubicBezTo>
                    <a:pt x="21" y="22"/>
                    <a:pt x="20" y="22"/>
                    <a:pt x="20" y="24"/>
                  </a:cubicBezTo>
                  <a:cubicBezTo>
                    <a:pt x="19" y="25"/>
                    <a:pt x="20" y="26"/>
                    <a:pt x="20" y="27"/>
                  </a:cubicBezTo>
                  <a:cubicBezTo>
                    <a:pt x="19" y="30"/>
                    <a:pt x="15" y="29"/>
                    <a:pt x="14" y="27"/>
                  </a:cubicBezTo>
                  <a:cubicBezTo>
                    <a:pt x="13" y="26"/>
                    <a:pt x="15" y="22"/>
                    <a:pt x="15" y="21"/>
                  </a:cubicBezTo>
                  <a:cubicBezTo>
                    <a:pt x="14" y="21"/>
                    <a:pt x="14" y="21"/>
                    <a:pt x="14" y="21"/>
                  </a:cubicBezTo>
                  <a:cubicBezTo>
                    <a:pt x="11" y="22"/>
                    <a:pt x="11" y="26"/>
                    <a:pt x="9" y="28"/>
                  </a:cubicBezTo>
                  <a:cubicBezTo>
                    <a:pt x="9" y="28"/>
                    <a:pt x="9" y="28"/>
                    <a:pt x="9" y="28"/>
                  </a:cubicBezTo>
                  <a:cubicBezTo>
                    <a:pt x="8" y="27"/>
                    <a:pt x="9" y="24"/>
                    <a:pt x="9" y="22"/>
                  </a:cubicBezTo>
                  <a:cubicBezTo>
                    <a:pt x="10" y="22"/>
                    <a:pt x="11" y="21"/>
                    <a:pt x="11" y="20"/>
                  </a:cubicBezTo>
                  <a:cubicBezTo>
                    <a:pt x="10" y="20"/>
                    <a:pt x="9" y="19"/>
                    <a:pt x="8" y="20"/>
                  </a:cubicBezTo>
                  <a:cubicBezTo>
                    <a:pt x="7" y="20"/>
                    <a:pt x="7" y="21"/>
                    <a:pt x="6" y="21"/>
                  </a:cubicBezTo>
                  <a:cubicBezTo>
                    <a:pt x="5" y="22"/>
                    <a:pt x="3" y="23"/>
                    <a:pt x="1" y="23"/>
                  </a:cubicBezTo>
                  <a:cubicBezTo>
                    <a:pt x="1" y="23"/>
                    <a:pt x="1" y="22"/>
                    <a:pt x="0" y="22"/>
                  </a:cubicBezTo>
                  <a:cubicBezTo>
                    <a:pt x="1" y="20"/>
                    <a:pt x="1" y="20"/>
                    <a:pt x="1" y="19"/>
                  </a:cubicBezTo>
                  <a:cubicBezTo>
                    <a:pt x="1" y="18"/>
                    <a:pt x="3" y="17"/>
                    <a:pt x="3" y="15"/>
                  </a:cubicBezTo>
                  <a:cubicBezTo>
                    <a:pt x="7" y="15"/>
                    <a:pt x="9" y="13"/>
                    <a:pt x="13" y="13"/>
                  </a:cubicBezTo>
                  <a:cubicBezTo>
                    <a:pt x="14" y="13"/>
                    <a:pt x="15" y="15"/>
                    <a:pt x="16" y="14"/>
                  </a:cubicBezTo>
                  <a:cubicBezTo>
                    <a:pt x="16" y="14"/>
                    <a:pt x="16" y="14"/>
                    <a:pt x="16" y="14"/>
                  </a:cubicBezTo>
                  <a:cubicBezTo>
                    <a:pt x="16" y="14"/>
                    <a:pt x="16" y="14"/>
                    <a:pt x="16" y="13"/>
                  </a:cubicBezTo>
                  <a:cubicBezTo>
                    <a:pt x="15" y="13"/>
                    <a:pt x="15" y="13"/>
                    <a:pt x="15" y="13"/>
                  </a:cubicBezTo>
                  <a:cubicBezTo>
                    <a:pt x="12" y="12"/>
                    <a:pt x="12" y="10"/>
                    <a:pt x="13" y="8"/>
                  </a:cubicBezTo>
                  <a:cubicBezTo>
                    <a:pt x="13" y="8"/>
                    <a:pt x="13" y="8"/>
                    <a:pt x="13" y="8"/>
                  </a:cubicBezTo>
                  <a:cubicBezTo>
                    <a:pt x="14" y="10"/>
                    <a:pt x="17" y="11"/>
                    <a:pt x="18" y="11"/>
                  </a:cubicBezTo>
                  <a:cubicBezTo>
                    <a:pt x="19" y="10"/>
                    <a:pt x="19" y="10"/>
                    <a:pt x="20" y="9"/>
                  </a:cubicBezTo>
                  <a:cubicBezTo>
                    <a:pt x="20" y="8"/>
                    <a:pt x="21" y="8"/>
                    <a:pt x="21" y="7"/>
                  </a:cubicBezTo>
                  <a:cubicBezTo>
                    <a:pt x="22" y="6"/>
                    <a:pt x="23" y="5"/>
                    <a:pt x="24" y="4"/>
                  </a:cubicBezTo>
                  <a:cubicBezTo>
                    <a:pt x="24" y="4"/>
                    <a:pt x="25" y="1"/>
                    <a:pt x="26" y="1"/>
                  </a:cubicBezTo>
                  <a:cubicBezTo>
                    <a:pt x="25" y="0"/>
                    <a:pt x="26" y="1"/>
                    <a:pt x="26" y="1"/>
                  </a:cubicBezTo>
                  <a:close/>
                  <a:moveTo>
                    <a:pt x="31" y="3"/>
                  </a:moveTo>
                  <a:cubicBezTo>
                    <a:pt x="32" y="4"/>
                    <a:pt x="34" y="5"/>
                    <a:pt x="35" y="7"/>
                  </a:cubicBezTo>
                  <a:cubicBezTo>
                    <a:pt x="35" y="8"/>
                    <a:pt x="36" y="9"/>
                    <a:pt x="36" y="9"/>
                  </a:cubicBezTo>
                  <a:cubicBezTo>
                    <a:pt x="35" y="12"/>
                    <a:pt x="32" y="12"/>
                    <a:pt x="31" y="10"/>
                  </a:cubicBezTo>
                  <a:cubicBezTo>
                    <a:pt x="31" y="10"/>
                    <a:pt x="31" y="9"/>
                    <a:pt x="31" y="8"/>
                  </a:cubicBezTo>
                  <a:cubicBezTo>
                    <a:pt x="30" y="8"/>
                    <a:pt x="30" y="8"/>
                    <a:pt x="30" y="8"/>
                  </a:cubicBezTo>
                  <a:cubicBezTo>
                    <a:pt x="31" y="6"/>
                    <a:pt x="29" y="4"/>
                    <a:pt x="3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70" name="Freeform 48"/>
            <p:cNvSpPr>
              <a:spLocks noEditPoints="1"/>
            </p:cNvSpPr>
            <p:nvPr/>
          </p:nvSpPr>
          <p:spPr bwMode="auto">
            <a:xfrm>
              <a:off x="8913875" y="4588179"/>
              <a:ext cx="36513" cy="52388"/>
            </a:xfrm>
            <a:custGeom>
              <a:avLst/>
              <a:gdLst>
                <a:gd name="T0" fmla="*/ 14 w 24"/>
                <a:gd name="T1" fmla="*/ 5 h 34"/>
                <a:gd name="T2" fmla="*/ 14 w 24"/>
                <a:gd name="T3" fmla="*/ 5 h 34"/>
                <a:gd name="T4" fmla="*/ 14 w 24"/>
                <a:gd name="T5" fmla="*/ 5 h 34"/>
                <a:gd name="T6" fmla="*/ 14 w 24"/>
                <a:gd name="T7" fmla="*/ 4 h 34"/>
                <a:gd name="T8" fmla="*/ 14 w 24"/>
                <a:gd name="T9" fmla="*/ 4 h 34"/>
                <a:gd name="T10" fmla="*/ 14 w 24"/>
                <a:gd name="T11" fmla="*/ 4 h 34"/>
                <a:gd name="T12" fmla="*/ 14 w 24"/>
                <a:gd name="T13" fmla="*/ 4 h 34"/>
                <a:gd name="T14" fmla="*/ 20 w 24"/>
                <a:gd name="T15" fmla="*/ 2 h 34"/>
                <a:gd name="T16" fmla="*/ 14 w 24"/>
                <a:gd name="T17" fmla="*/ 7 h 34"/>
                <a:gd name="T18" fmla="*/ 22 w 24"/>
                <a:gd name="T19" fmla="*/ 15 h 34"/>
                <a:gd name="T20" fmla="*/ 16 w 24"/>
                <a:gd name="T21" fmla="*/ 18 h 34"/>
                <a:gd name="T22" fmla="*/ 15 w 24"/>
                <a:gd name="T23" fmla="*/ 23 h 34"/>
                <a:gd name="T24" fmla="*/ 17 w 24"/>
                <a:gd name="T25" fmla="*/ 22 h 34"/>
                <a:gd name="T26" fmla="*/ 24 w 24"/>
                <a:gd name="T27" fmla="*/ 24 h 34"/>
                <a:gd name="T28" fmla="*/ 18 w 24"/>
                <a:gd name="T29" fmla="*/ 26 h 34"/>
                <a:gd name="T30" fmla="*/ 9 w 24"/>
                <a:gd name="T31" fmla="*/ 32 h 34"/>
                <a:gd name="T32" fmla="*/ 16 w 24"/>
                <a:gd name="T33" fmla="*/ 27 h 34"/>
                <a:gd name="T34" fmla="*/ 10 w 24"/>
                <a:gd name="T35" fmla="*/ 29 h 34"/>
                <a:gd name="T36" fmla="*/ 7 w 24"/>
                <a:gd name="T37" fmla="*/ 28 h 34"/>
                <a:gd name="T38" fmla="*/ 14 w 24"/>
                <a:gd name="T39" fmla="*/ 25 h 34"/>
                <a:gd name="T40" fmla="*/ 13 w 24"/>
                <a:gd name="T41" fmla="*/ 24 h 34"/>
                <a:gd name="T42" fmla="*/ 14 w 24"/>
                <a:gd name="T43" fmla="*/ 19 h 34"/>
                <a:gd name="T44" fmla="*/ 9 w 24"/>
                <a:gd name="T45" fmla="*/ 22 h 34"/>
                <a:gd name="T46" fmla="*/ 9 w 24"/>
                <a:gd name="T47" fmla="*/ 20 h 34"/>
                <a:gd name="T48" fmla="*/ 17 w 24"/>
                <a:gd name="T49" fmla="*/ 16 h 34"/>
                <a:gd name="T50" fmla="*/ 14 w 24"/>
                <a:gd name="T51" fmla="*/ 10 h 34"/>
                <a:gd name="T52" fmla="*/ 7 w 24"/>
                <a:gd name="T53" fmla="*/ 17 h 34"/>
                <a:gd name="T54" fmla="*/ 4 w 24"/>
                <a:gd name="T55" fmla="*/ 26 h 34"/>
                <a:gd name="T56" fmla="*/ 2 w 24"/>
                <a:gd name="T57" fmla="*/ 19 h 34"/>
                <a:gd name="T58" fmla="*/ 6 w 24"/>
                <a:gd name="T59" fmla="*/ 12 h 34"/>
                <a:gd name="T60" fmla="*/ 12 w 24"/>
                <a:gd name="T61" fmla="*/ 7 h 34"/>
                <a:gd name="T62" fmla="*/ 8 w 24"/>
                <a:gd name="T63" fmla="*/ 6 h 34"/>
                <a:gd name="T64" fmla="*/ 1 w 24"/>
                <a:gd name="T65" fmla="*/ 3 h 34"/>
                <a:gd name="T66" fmla="*/ 4 w 24"/>
                <a:gd name="T67" fmla="*/ 7 h 34"/>
                <a:gd name="T68" fmla="*/ 0 w 24"/>
                <a:gd name="T69" fmla="*/ 5 h 34"/>
                <a:gd name="T70" fmla="*/ 1 w 24"/>
                <a:gd name="T71" fmla="*/ 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4" h="34">
                  <a:moveTo>
                    <a:pt x="14" y="5"/>
                  </a:moveTo>
                  <a:cubicBezTo>
                    <a:pt x="14" y="5"/>
                    <a:pt x="14" y="5"/>
                    <a:pt x="14" y="5"/>
                  </a:cubicBezTo>
                  <a:cubicBezTo>
                    <a:pt x="14" y="5"/>
                    <a:pt x="14" y="5"/>
                    <a:pt x="14" y="5"/>
                  </a:cubicBezTo>
                  <a:cubicBezTo>
                    <a:pt x="14" y="5"/>
                    <a:pt x="14" y="5"/>
                    <a:pt x="14" y="5"/>
                  </a:cubicBezTo>
                  <a:cubicBezTo>
                    <a:pt x="14" y="5"/>
                    <a:pt x="14" y="5"/>
                    <a:pt x="14" y="5"/>
                  </a:cubicBezTo>
                  <a:cubicBezTo>
                    <a:pt x="14" y="5"/>
                    <a:pt x="14" y="5"/>
                    <a:pt x="14" y="5"/>
                  </a:cubicBezTo>
                  <a:cubicBezTo>
                    <a:pt x="14" y="5"/>
                    <a:pt x="14" y="5"/>
                    <a:pt x="14" y="5"/>
                  </a:cubicBezTo>
                  <a:close/>
                  <a:moveTo>
                    <a:pt x="14" y="4"/>
                  </a:moveTo>
                  <a:cubicBezTo>
                    <a:pt x="14" y="4"/>
                    <a:pt x="14" y="4"/>
                    <a:pt x="14" y="4"/>
                  </a:cubicBezTo>
                  <a:cubicBezTo>
                    <a:pt x="14" y="4"/>
                    <a:pt x="14" y="4"/>
                    <a:pt x="14" y="4"/>
                  </a:cubicBezTo>
                  <a:cubicBezTo>
                    <a:pt x="14" y="4"/>
                    <a:pt x="14" y="4"/>
                    <a:pt x="14" y="4"/>
                  </a:cubicBezTo>
                  <a:cubicBezTo>
                    <a:pt x="14" y="4"/>
                    <a:pt x="14" y="4"/>
                    <a:pt x="14" y="4"/>
                  </a:cubicBezTo>
                  <a:cubicBezTo>
                    <a:pt x="14" y="4"/>
                    <a:pt x="14" y="4"/>
                    <a:pt x="14" y="4"/>
                  </a:cubicBezTo>
                  <a:cubicBezTo>
                    <a:pt x="14" y="4"/>
                    <a:pt x="14" y="4"/>
                    <a:pt x="14" y="4"/>
                  </a:cubicBezTo>
                  <a:close/>
                  <a:moveTo>
                    <a:pt x="16" y="1"/>
                  </a:moveTo>
                  <a:cubicBezTo>
                    <a:pt x="17" y="0"/>
                    <a:pt x="19" y="1"/>
                    <a:pt x="20" y="2"/>
                  </a:cubicBezTo>
                  <a:cubicBezTo>
                    <a:pt x="20" y="2"/>
                    <a:pt x="21" y="2"/>
                    <a:pt x="20" y="2"/>
                  </a:cubicBezTo>
                  <a:cubicBezTo>
                    <a:pt x="20" y="4"/>
                    <a:pt x="16" y="5"/>
                    <a:pt x="14" y="7"/>
                  </a:cubicBezTo>
                  <a:cubicBezTo>
                    <a:pt x="15" y="8"/>
                    <a:pt x="16" y="7"/>
                    <a:pt x="18" y="8"/>
                  </a:cubicBezTo>
                  <a:cubicBezTo>
                    <a:pt x="20" y="8"/>
                    <a:pt x="24" y="12"/>
                    <a:pt x="22" y="15"/>
                  </a:cubicBezTo>
                  <a:cubicBezTo>
                    <a:pt x="21" y="16"/>
                    <a:pt x="20" y="16"/>
                    <a:pt x="19" y="16"/>
                  </a:cubicBezTo>
                  <a:cubicBezTo>
                    <a:pt x="18" y="17"/>
                    <a:pt x="17" y="16"/>
                    <a:pt x="16" y="18"/>
                  </a:cubicBezTo>
                  <a:cubicBezTo>
                    <a:pt x="16" y="18"/>
                    <a:pt x="16" y="19"/>
                    <a:pt x="17" y="20"/>
                  </a:cubicBezTo>
                  <a:cubicBezTo>
                    <a:pt x="16" y="21"/>
                    <a:pt x="16" y="22"/>
                    <a:pt x="15" y="23"/>
                  </a:cubicBezTo>
                  <a:cubicBezTo>
                    <a:pt x="16" y="24"/>
                    <a:pt x="16" y="24"/>
                    <a:pt x="17" y="24"/>
                  </a:cubicBezTo>
                  <a:cubicBezTo>
                    <a:pt x="17" y="23"/>
                    <a:pt x="17" y="23"/>
                    <a:pt x="17" y="22"/>
                  </a:cubicBezTo>
                  <a:cubicBezTo>
                    <a:pt x="18" y="22"/>
                    <a:pt x="21" y="22"/>
                    <a:pt x="22" y="22"/>
                  </a:cubicBezTo>
                  <a:cubicBezTo>
                    <a:pt x="23" y="22"/>
                    <a:pt x="23" y="24"/>
                    <a:pt x="24" y="24"/>
                  </a:cubicBezTo>
                  <a:cubicBezTo>
                    <a:pt x="23" y="25"/>
                    <a:pt x="23" y="25"/>
                    <a:pt x="23" y="26"/>
                  </a:cubicBezTo>
                  <a:cubicBezTo>
                    <a:pt x="21" y="27"/>
                    <a:pt x="20" y="24"/>
                    <a:pt x="18" y="26"/>
                  </a:cubicBezTo>
                  <a:cubicBezTo>
                    <a:pt x="17" y="27"/>
                    <a:pt x="19" y="29"/>
                    <a:pt x="19" y="31"/>
                  </a:cubicBezTo>
                  <a:cubicBezTo>
                    <a:pt x="18" y="34"/>
                    <a:pt x="11" y="34"/>
                    <a:pt x="9" y="32"/>
                  </a:cubicBezTo>
                  <a:cubicBezTo>
                    <a:pt x="9" y="32"/>
                    <a:pt x="9" y="32"/>
                    <a:pt x="9" y="32"/>
                  </a:cubicBezTo>
                  <a:cubicBezTo>
                    <a:pt x="12" y="30"/>
                    <a:pt x="16" y="30"/>
                    <a:pt x="16" y="27"/>
                  </a:cubicBezTo>
                  <a:cubicBezTo>
                    <a:pt x="16" y="27"/>
                    <a:pt x="16" y="27"/>
                    <a:pt x="16" y="27"/>
                  </a:cubicBezTo>
                  <a:cubicBezTo>
                    <a:pt x="14" y="27"/>
                    <a:pt x="12" y="29"/>
                    <a:pt x="10" y="29"/>
                  </a:cubicBezTo>
                  <a:cubicBezTo>
                    <a:pt x="10" y="29"/>
                    <a:pt x="8" y="29"/>
                    <a:pt x="8" y="29"/>
                  </a:cubicBezTo>
                  <a:cubicBezTo>
                    <a:pt x="8" y="28"/>
                    <a:pt x="7" y="28"/>
                    <a:pt x="7" y="28"/>
                  </a:cubicBezTo>
                  <a:cubicBezTo>
                    <a:pt x="7" y="28"/>
                    <a:pt x="7" y="28"/>
                    <a:pt x="7" y="28"/>
                  </a:cubicBezTo>
                  <a:cubicBezTo>
                    <a:pt x="9" y="27"/>
                    <a:pt x="14" y="26"/>
                    <a:pt x="14" y="25"/>
                  </a:cubicBezTo>
                  <a:cubicBezTo>
                    <a:pt x="14" y="24"/>
                    <a:pt x="14" y="24"/>
                    <a:pt x="14" y="24"/>
                  </a:cubicBezTo>
                  <a:cubicBezTo>
                    <a:pt x="14" y="24"/>
                    <a:pt x="13" y="24"/>
                    <a:pt x="13" y="24"/>
                  </a:cubicBezTo>
                  <a:cubicBezTo>
                    <a:pt x="13" y="23"/>
                    <a:pt x="13" y="22"/>
                    <a:pt x="13" y="22"/>
                  </a:cubicBezTo>
                  <a:cubicBezTo>
                    <a:pt x="13" y="21"/>
                    <a:pt x="14" y="20"/>
                    <a:pt x="14" y="19"/>
                  </a:cubicBezTo>
                  <a:cubicBezTo>
                    <a:pt x="14" y="19"/>
                    <a:pt x="14" y="19"/>
                    <a:pt x="13" y="19"/>
                  </a:cubicBezTo>
                  <a:cubicBezTo>
                    <a:pt x="12" y="18"/>
                    <a:pt x="10" y="21"/>
                    <a:pt x="9" y="22"/>
                  </a:cubicBezTo>
                  <a:cubicBezTo>
                    <a:pt x="9" y="22"/>
                    <a:pt x="9" y="22"/>
                    <a:pt x="9" y="22"/>
                  </a:cubicBezTo>
                  <a:cubicBezTo>
                    <a:pt x="9" y="22"/>
                    <a:pt x="9" y="21"/>
                    <a:pt x="9" y="20"/>
                  </a:cubicBezTo>
                  <a:cubicBezTo>
                    <a:pt x="9" y="18"/>
                    <a:pt x="12" y="16"/>
                    <a:pt x="14" y="17"/>
                  </a:cubicBezTo>
                  <a:cubicBezTo>
                    <a:pt x="15" y="17"/>
                    <a:pt x="16" y="16"/>
                    <a:pt x="17" y="16"/>
                  </a:cubicBezTo>
                  <a:cubicBezTo>
                    <a:pt x="17" y="15"/>
                    <a:pt x="18" y="14"/>
                    <a:pt x="18" y="14"/>
                  </a:cubicBezTo>
                  <a:cubicBezTo>
                    <a:pt x="19" y="11"/>
                    <a:pt x="16" y="10"/>
                    <a:pt x="14" y="10"/>
                  </a:cubicBezTo>
                  <a:cubicBezTo>
                    <a:pt x="12" y="10"/>
                    <a:pt x="10" y="12"/>
                    <a:pt x="10" y="13"/>
                  </a:cubicBezTo>
                  <a:cubicBezTo>
                    <a:pt x="9" y="14"/>
                    <a:pt x="8" y="16"/>
                    <a:pt x="7" y="17"/>
                  </a:cubicBezTo>
                  <a:cubicBezTo>
                    <a:pt x="6" y="18"/>
                    <a:pt x="6" y="19"/>
                    <a:pt x="5" y="20"/>
                  </a:cubicBezTo>
                  <a:cubicBezTo>
                    <a:pt x="4" y="22"/>
                    <a:pt x="5" y="24"/>
                    <a:pt x="4" y="26"/>
                  </a:cubicBezTo>
                  <a:cubicBezTo>
                    <a:pt x="1" y="26"/>
                    <a:pt x="0" y="24"/>
                    <a:pt x="0" y="21"/>
                  </a:cubicBezTo>
                  <a:cubicBezTo>
                    <a:pt x="0" y="21"/>
                    <a:pt x="1" y="20"/>
                    <a:pt x="2" y="19"/>
                  </a:cubicBezTo>
                  <a:cubicBezTo>
                    <a:pt x="2" y="18"/>
                    <a:pt x="3" y="17"/>
                    <a:pt x="3" y="16"/>
                  </a:cubicBezTo>
                  <a:cubicBezTo>
                    <a:pt x="4" y="15"/>
                    <a:pt x="5" y="14"/>
                    <a:pt x="6" y="12"/>
                  </a:cubicBezTo>
                  <a:cubicBezTo>
                    <a:pt x="8" y="11"/>
                    <a:pt x="11" y="9"/>
                    <a:pt x="12" y="7"/>
                  </a:cubicBezTo>
                  <a:cubicBezTo>
                    <a:pt x="12" y="7"/>
                    <a:pt x="12" y="7"/>
                    <a:pt x="12" y="7"/>
                  </a:cubicBezTo>
                  <a:cubicBezTo>
                    <a:pt x="10" y="7"/>
                    <a:pt x="8" y="7"/>
                    <a:pt x="8" y="6"/>
                  </a:cubicBezTo>
                  <a:cubicBezTo>
                    <a:pt x="8" y="6"/>
                    <a:pt x="8" y="6"/>
                    <a:pt x="8" y="6"/>
                  </a:cubicBezTo>
                  <a:cubicBezTo>
                    <a:pt x="12" y="4"/>
                    <a:pt x="14" y="2"/>
                    <a:pt x="16" y="1"/>
                  </a:cubicBezTo>
                  <a:close/>
                  <a:moveTo>
                    <a:pt x="1" y="3"/>
                  </a:moveTo>
                  <a:cubicBezTo>
                    <a:pt x="2" y="3"/>
                    <a:pt x="2" y="3"/>
                    <a:pt x="2" y="3"/>
                  </a:cubicBezTo>
                  <a:cubicBezTo>
                    <a:pt x="2" y="4"/>
                    <a:pt x="4" y="7"/>
                    <a:pt x="4" y="7"/>
                  </a:cubicBezTo>
                  <a:cubicBezTo>
                    <a:pt x="4" y="9"/>
                    <a:pt x="5" y="9"/>
                    <a:pt x="4" y="10"/>
                  </a:cubicBezTo>
                  <a:cubicBezTo>
                    <a:pt x="1" y="10"/>
                    <a:pt x="0" y="9"/>
                    <a:pt x="0" y="5"/>
                  </a:cubicBezTo>
                  <a:cubicBezTo>
                    <a:pt x="0" y="4"/>
                    <a:pt x="0" y="4"/>
                    <a:pt x="0" y="3"/>
                  </a:cubicBezTo>
                  <a:cubicBezTo>
                    <a:pt x="0" y="3"/>
                    <a:pt x="1" y="3"/>
                    <a:pt x="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71" name="Freeform 49"/>
            <p:cNvSpPr>
              <a:spLocks noEditPoints="1"/>
            </p:cNvSpPr>
            <p:nvPr/>
          </p:nvSpPr>
          <p:spPr bwMode="auto">
            <a:xfrm>
              <a:off x="8971025" y="4589766"/>
              <a:ext cx="50800" cy="52388"/>
            </a:xfrm>
            <a:custGeom>
              <a:avLst/>
              <a:gdLst>
                <a:gd name="T0" fmla="*/ 17 w 34"/>
                <a:gd name="T1" fmla="*/ 16 h 34"/>
                <a:gd name="T2" fmla="*/ 20 w 34"/>
                <a:gd name="T3" fmla="*/ 27 h 34"/>
                <a:gd name="T4" fmla="*/ 18 w 34"/>
                <a:gd name="T5" fmla="*/ 21 h 34"/>
                <a:gd name="T6" fmla="*/ 20 w 34"/>
                <a:gd name="T7" fmla="*/ 21 h 34"/>
                <a:gd name="T8" fmla="*/ 25 w 34"/>
                <a:gd name="T9" fmla="*/ 18 h 34"/>
                <a:gd name="T10" fmla="*/ 22 w 34"/>
                <a:gd name="T11" fmla="*/ 20 h 34"/>
                <a:gd name="T12" fmla="*/ 21 w 34"/>
                <a:gd name="T13" fmla="*/ 14 h 34"/>
                <a:gd name="T14" fmla="*/ 28 w 34"/>
                <a:gd name="T15" fmla="*/ 6 h 34"/>
                <a:gd name="T16" fmla="*/ 26 w 34"/>
                <a:gd name="T17" fmla="*/ 10 h 34"/>
                <a:gd name="T18" fmla="*/ 28 w 34"/>
                <a:gd name="T19" fmla="*/ 6 h 34"/>
                <a:gd name="T20" fmla="*/ 26 w 34"/>
                <a:gd name="T21" fmla="*/ 0 h 34"/>
                <a:gd name="T22" fmla="*/ 28 w 34"/>
                <a:gd name="T23" fmla="*/ 5 h 34"/>
                <a:gd name="T24" fmla="*/ 34 w 34"/>
                <a:gd name="T25" fmla="*/ 9 h 34"/>
                <a:gd name="T26" fmla="*/ 28 w 34"/>
                <a:gd name="T27" fmla="*/ 13 h 34"/>
                <a:gd name="T28" fmla="*/ 28 w 34"/>
                <a:gd name="T29" fmla="*/ 17 h 34"/>
                <a:gd name="T30" fmla="*/ 27 w 34"/>
                <a:gd name="T31" fmla="*/ 25 h 34"/>
                <a:gd name="T32" fmla="*/ 32 w 34"/>
                <a:gd name="T33" fmla="*/ 31 h 34"/>
                <a:gd name="T34" fmla="*/ 26 w 34"/>
                <a:gd name="T35" fmla="*/ 30 h 34"/>
                <a:gd name="T36" fmla="*/ 22 w 34"/>
                <a:gd name="T37" fmla="*/ 30 h 34"/>
                <a:gd name="T38" fmla="*/ 15 w 34"/>
                <a:gd name="T39" fmla="*/ 29 h 34"/>
                <a:gd name="T40" fmla="*/ 13 w 34"/>
                <a:gd name="T41" fmla="*/ 26 h 34"/>
                <a:gd name="T42" fmla="*/ 13 w 34"/>
                <a:gd name="T43" fmla="*/ 31 h 34"/>
                <a:gd name="T44" fmla="*/ 10 w 34"/>
                <a:gd name="T45" fmla="*/ 27 h 34"/>
                <a:gd name="T46" fmla="*/ 8 w 34"/>
                <a:gd name="T47" fmla="*/ 23 h 34"/>
                <a:gd name="T48" fmla="*/ 2 w 34"/>
                <a:gd name="T49" fmla="*/ 19 h 34"/>
                <a:gd name="T50" fmla="*/ 4 w 34"/>
                <a:gd name="T51" fmla="*/ 16 h 34"/>
                <a:gd name="T52" fmla="*/ 13 w 34"/>
                <a:gd name="T53" fmla="*/ 15 h 34"/>
                <a:gd name="T54" fmla="*/ 16 w 34"/>
                <a:gd name="T55" fmla="*/ 9 h 34"/>
                <a:gd name="T56" fmla="*/ 11 w 34"/>
                <a:gd name="T57" fmla="*/ 7 h 34"/>
                <a:gd name="T58" fmla="*/ 10 w 34"/>
                <a:gd name="T59" fmla="*/ 5 h 34"/>
                <a:gd name="T60" fmla="*/ 12 w 34"/>
                <a:gd name="T61" fmla="*/ 6 h 34"/>
                <a:gd name="T62" fmla="*/ 20 w 34"/>
                <a:gd name="T63" fmla="*/ 0 h 34"/>
                <a:gd name="T64" fmla="*/ 23 w 34"/>
                <a:gd name="T65" fmla="*/ 1 h 34"/>
                <a:gd name="T66" fmla="*/ 17 w 34"/>
                <a:gd name="T67" fmla="*/ 11 h 34"/>
                <a:gd name="T68" fmla="*/ 19 w 34"/>
                <a:gd name="T69" fmla="*/ 11 h 34"/>
                <a:gd name="T70" fmla="*/ 23 w 34"/>
                <a:gd name="T71" fmla="*/ 7 h 34"/>
                <a:gd name="T72" fmla="*/ 26 w 34"/>
                <a:gd name="T73"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4" h="34">
                  <a:moveTo>
                    <a:pt x="21" y="13"/>
                  </a:moveTo>
                  <a:cubicBezTo>
                    <a:pt x="19" y="14"/>
                    <a:pt x="18" y="15"/>
                    <a:pt x="17" y="16"/>
                  </a:cubicBezTo>
                  <a:cubicBezTo>
                    <a:pt x="16" y="18"/>
                    <a:pt x="12" y="21"/>
                    <a:pt x="14" y="24"/>
                  </a:cubicBezTo>
                  <a:cubicBezTo>
                    <a:pt x="15" y="26"/>
                    <a:pt x="17" y="28"/>
                    <a:pt x="20" y="27"/>
                  </a:cubicBezTo>
                  <a:cubicBezTo>
                    <a:pt x="20" y="27"/>
                    <a:pt x="20" y="27"/>
                    <a:pt x="21" y="27"/>
                  </a:cubicBezTo>
                  <a:cubicBezTo>
                    <a:pt x="20" y="25"/>
                    <a:pt x="19" y="22"/>
                    <a:pt x="18" y="21"/>
                  </a:cubicBezTo>
                  <a:cubicBezTo>
                    <a:pt x="18" y="21"/>
                    <a:pt x="18" y="21"/>
                    <a:pt x="18" y="21"/>
                  </a:cubicBezTo>
                  <a:cubicBezTo>
                    <a:pt x="19" y="21"/>
                    <a:pt x="20" y="21"/>
                    <a:pt x="20" y="21"/>
                  </a:cubicBezTo>
                  <a:cubicBezTo>
                    <a:pt x="21" y="22"/>
                    <a:pt x="24" y="24"/>
                    <a:pt x="24" y="23"/>
                  </a:cubicBezTo>
                  <a:cubicBezTo>
                    <a:pt x="25" y="22"/>
                    <a:pt x="26" y="19"/>
                    <a:pt x="25" y="18"/>
                  </a:cubicBezTo>
                  <a:cubicBezTo>
                    <a:pt x="25" y="18"/>
                    <a:pt x="25" y="18"/>
                    <a:pt x="24" y="18"/>
                  </a:cubicBezTo>
                  <a:cubicBezTo>
                    <a:pt x="24" y="18"/>
                    <a:pt x="23" y="19"/>
                    <a:pt x="22" y="20"/>
                  </a:cubicBezTo>
                  <a:cubicBezTo>
                    <a:pt x="22" y="20"/>
                    <a:pt x="22" y="19"/>
                    <a:pt x="21" y="19"/>
                  </a:cubicBezTo>
                  <a:cubicBezTo>
                    <a:pt x="21" y="17"/>
                    <a:pt x="21" y="16"/>
                    <a:pt x="21" y="14"/>
                  </a:cubicBezTo>
                  <a:cubicBezTo>
                    <a:pt x="22" y="13"/>
                    <a:pt x="21" y="13"/>
                    <a:pt x="21" y="13"/>
                  </a:cubicBezTo>
                  <a:close/>
                  <a:moveTo>
                    <a:pt x="28" y="6"/>
                  </a:moveTo>
                  <a:cubicBezTo>
                    <a:pt x="28" y="7"/>
                    <a:pt x="26" y="9"/>
                    <a:pt x="26" y="10"/>
                  </a:cubicBezTo>
                  <a:cubicBezTo>
                    <a:pt x="26" y="10"/>
                    <a:pt x="26" y="10"/>
                    <a:pt x="26" y="10"/>
                  </a:cubicBezTo>
                  <a:cubicBezTo>
                    <a:pt x="27" y="10"/>
                    <a:pt x="30" y="9"/>
                    <a:pt x="30" y="9"/>
                  </a:cubicBezTo>
                  <a:cubicBezTo>
                    <a:pt x="30" y="8"/>
                    <a:pt x="29" y="7"/>
                    <a:pt x="28" y="6"/>
                  </a:cubicBezTo>
                  <a:cubicBezTo>
                    <a:pt x="28" y="6"/>
                    <a:pt x="28" y="6"/>
                    <a:pt x="28" y="6"/>
                  </a:cubicBezTo>
                  <a:close/>
                  <a:moveTo>
                    <a:pt x="26" y="0"/>
                  </a:moveTo>
                  <a:cubicBezTo>
                    <a:pt x="28" y="1"/>
                    <a:pt x="29" y="1"/>
                    <a:pt x="29" y="3"/>
                  </a:cubicBezTo>
                  <a:cubicBezTo>
                    <a:pt x="29" y="3"/>
                    <a:pt x="28" y="4"/>
                    <a:pt x="28" y="5"/>
                  </a:cubicBezTo>
                  <a:cubicBezTo>
                    <a:pt x="29" y="7"/>
                    <a:pt x="32" y="7"/>
                    <a:pt x="34" y="8"/>
                  </a:cubicBezTo>
                  <a:cubicBezTo>
                    <a:pt x="34" y="9"/>
                    <a:pt x="34" y="9"/>
                    <a:pt x="34" y="9"/>
                  </a:cubicBezTo>
                  <a:cubicBezTo>
                    <a:pt x="32" y="11"/>
                    <a:pt x="30" y="11"/>
                    <a:pt x="29" y="11"/>
                  </a:cubicBezTo>
                  <a:cubicBezTo>
                    <a:pt x="28" y="12"/>
                    <a:pt x="28" y="12"/>
                    <a:pt x="28" y="13"/>
                  </a:cubicBezTo>
                  <a:cubicBezTo>
                    <a:pt x="26" y="13"/>
                    <a:pt x="25" y="13"/>
                    <a:pt x="24" y="15"/>
                  </a:cubicBezTo>
                  <a:cubicBezTo>
                    <a:pt x="25" y="16"/>
                    <a:pt x="28" y="16"/>
                    <a:pt x="28" y="17"/>
                  </a:cubicBezTo>
                  <a:cubicBezTo>
                    <a:pt x="28" y="18"/>
                    <a:pt x="28" y="21"/>
                    <a:pt x="28" y="22"/>
                  </a:cubicBezTo>
                  <a:cubicBezTo>
                    <a:pt x="27" y="23"/>
                    <a:pt x="26" y="24"/>
                    <a:pt x="27" y="25"/>
                  </a:cubicBezTo>
                  <a:cubicBezTo>
                    <a:pt x="27" y="26"/>
                    <a:pt x="29" y="26"/>
                    <a:pt x="30" y="27"/>
                  </a:cubicBezTo>
                  <a:cubicBezTo>
                    <a:pt x="31" y="28"/>
                    <a:pt x="32" y="29"/>
                    <a:pt x="32" y="31"/>
                  </a:cubicBezTo>
                  <a:cubicBezTo>
                    <a:pt x="32" y="32"/>
                    <a:pt x="30" y="34"/>
                    <a:pt x="28" y="33"/>
                  </a:cubicBezTo>
                  <a:cubicBezTo>
                    <a:pt x="27" y="33"/>
                    <a:pt x="26" y="31"/>
                    <a:pt x="26" y="30"/>
                  </a:cubicBezTo>
                  <a:cubicBezTo>
                    <a:pt x="25" y="30"/>
                    <a:pt x="25" y="30"/>
                    <a:pt x="24" y="29"/>
                  </a:cubicBezTo>
                  <a:cubicBezTo>
                    <a:pt x="24" y="29"/>
                    <a:pt x="22" y="30"/>
                    <a:pt x="22" y="30"/>
                  </a:cubicBezTo>
                  <a:cubicBezTo>
                    <a:pt x="21" y="30"/>
                    <a:pt x="21" y="30"/>
                    <a:pt x="20" y="30"/>
                  </a:cubicBezTo>
                  <a:cubicBezTo>
                    <a:pt x="19" y="30"/>
                    <a:pt x="17" y="30"/>
                    <a:pt x="15" y="29"/>
                  </a:cubicBezTo>
                  <a:cubicBezTo>
                    <a:pt x="15" y="28"/>
                    <a:pt x="14" y="27"/>
                    <a:pt x="14" y="26"/>
                  </a:cubicBezTo>
                  <a:cubicBezTo>
                    <a:pt x="14" y="26"/>
                    <a:pt x="14" y="26"/>
                    <a:pt x="13" y="26"/>
                  </a:cubicBezTo>
                  <a:cubicBezTo>
                    <a:pt x="13" y="26"/>
                    <a:pt x="13" y="26"/>
                    <a:pt x="13" y="26"/>
                  </a:cubicBezTo>
                  <a:cubicBezTo>
                    <a:pt x="13" y="27"/>
                    <a:pt x="14" y="31"/>
                    <a:pt x="13" y="31"/>
                  </a:cubicBezTo>
                  <a:cubicBezTo>
                    <a:pt x="12" y="31"/>
                    <a:pt x="12" y="30"/>
                    <a:pt x="11" y="30"/>
                  </a:cubicBezTo>
                  <a:cubicBezTo>
                    <a:pt x="10" y="29"/>
                    <a:pt x="11" y="28"/>
                    <a:pt x="10" y="27"/>
                  </a:cubicBezTo>
                  <a:cubicBezTo>
                    <a:pt x="10" y="26"/>
                    <a:pt x="9" y="25"/>
                    <a:pt x="9" y="25"/>
                  </a:cubicBezTo>
                  <a:cubicBezTo>
                    <a:pt x="8" y="24"/>
                    <a:pt x="9" y="23"/>
                    <a:pt x="8" y="23"/>
                  </a:cubicBezTo>
                  <a:cubicBezTo>
                    <a:pt x="8" y="23"/>
                    <a:pt x="4" y="24"/>
                    <a:pt x="3" y="23"/>
                  </a:cubicBezTo>
                  <a:cubicBezTo>
                    <a:pt x="2" y="23"/>
                    <a:pt x="0" y="21"/>
                    <a:pt x="2" y="19"/>
                  </a:cubicBezTo>
                  <a:cubicBezTo>
                    <a:pt x="2" y="19"/>
                    <a:pt x="3" y="19"/>
                    <a:pt x="3" y="18"/>
                  </a:cubicBezTo>
                  <a:cubicBezTo>
                    <a:pt x="4" y="18"/>
                    <a:pt x="3" y="17"/>
                    <a:pt x="4" y="16"/>
                  </a:cubicBezTo>
                  <a:cubicBezTo>
                    <a:pt x="4" y="16"/>
                    <a:pt x="6" y="17"/>
                    <a:pt x="6" y="17"/>
                  </a:cubicBezTo>
                  <a:cubicBezTo>
                    <a:pt x="8" y="17"/>
                    <a:pt x="12" y="16"/>
                    <a:pt x="13" y="15"/>
                  </a:cubicBezTo>
                  <a:cubicBezTo>
                    <a:pt x="13" y="14"/>
                    <a:pt x="14" y="12"/>
                    <a:pt x="14" y="11"/>
                  </a:cubicBezTo>
                  <a:cubicBezTo>
                    <a:pt x="14" y="10"/>
                    <a:pt x="15" y="10"/>
                    <a:pt x="16" y="9"/>
                  </a:cubicBezTo>
                  <a:cubicBezTo>
                    <a:pt x="16" y="9"/>
                    <a:pt x="16" y="9"/>
                    <a:pt x="15" y="8"/>
                  </a:cubicBezTo>
                  <a:cubicBezTo>
                    <a:pt x="14" y="8"/>
                    <a:pt x="13" y="8"/>
                    <a:pt x="11" y="7"/>
                  </a:cubicBezTo>
                  <a:cubicBezTo>
                    <a:pt x="11" y="7"/>
                    <a:pt x="11" y="7"/>
                    <a:pt x="10" y="6"/>
                  </a:cubicBezTo>
                  <a:cubicBezTo>
                    <a:pt x="10" y="6"/>
                    <a:pt x="10" y="6"/>
                    <a:pt x="10" y="5"/>
                  </a:cubicBezTo>
                  <a:cubicBezTo>
                    <a:pt x="10" y="5"/>
                    <a:pt x="10" y="5"/>
                    <a:pt x="11" y="5"/>
                  </a:cubicBezTo>
                  <a:cubicBezTo>
                    <a:pt x="12" y="5"/>
                    <a:pt x="12" y="6"/>
                    <a:pt x="12" y="6"/>
                  </a:cubicBezTo>
                  <a:cubicBezTo>
                    <a:pt x="13" y="6"/>
                    <a:pt x="17" y="5"/>
                    <a:pt x="17" y="4"/>
                  </a:cubicBezTo>
                  <a:cubicBezTo>
                    <a:pt x="18" y="3"/>
                    <a:pt x="18" y="1"/>
                    <a:pt x="20" y="0"/>
                  </a:cubicBezTo>
                  <a:cubicBezTo>
                    <a:pt x="21" y="0"/>
                    <a:pt x="22" y="0"/>
                    <a:pt x="23" y="1"/>
                  </a:cubicBezTo>
                  <a:cubicBezTo>
                    <a:pt x="23" y="1"/>
                    <a:pt x="23" y="1"/>
                    <a:pt x="23" y="1"/>
                  </a:cubicBezTo>
                  <a:cubicBezTo>
                    <a:pt x="22" y="3"/>
                    <a:pt x="21" y="3"/>
                    <a:pt x="20" y="5"/>
                  </a:cubicBezTo>
                  <a:cubicBezTo>
                    <a:pt x="18" y="6"/>
                    <a:pt x="18" y="9"/>
                    <a:pt x="17" y="11"/>
                  </a:cubicBezTo>
                  <a:cubicBezTo>
                    <a:pt x="17" y="11"/>
                    <a:pt x="16" y="12"/>
                    <a:pt x="16" y="13"/>
                  </a:cubicBezTo>
                  <a:cubicBezTo>
                    <a:pt x="18" y="13"/>
                    <a:pt x="18" y="11"/>
                    <a:pt x="19" y="11"/>
                  </a:cubicBezTo>
                  <a:cubicBezTo>
                    <a:pt x="20" y="11"/>
                    <a:pt x="22" y="11"/>
                    <a:pt x="22" y="10"/>
                  </a:cubicBezTo>
                  <a:cubicBezTo>
                    <a:pt x="23" y="9"/>
                    <a:pt x="22" y="8"/>
                    <a:pt x="23" y="7"/>
                  </a:cubicBezTo>
                  <a:cubicBezTo>
                    <a:pt x="24" y="6"/>
                    <a:pt x="24" y="4"/>
                    <a:pt x="25" y="3"/>
                  </a:cubicBezTo>
                  <a:cubicBezTo>
                    <a:pt x="26" y="2"/>
                    <a:pt x="25" y="1"/>
                    <a:pt x="2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72" name="Freeform 50"/>
            <p:cNvSpPr>
              <a:spLocks noEditPoints="1"/>
            </p:cNvSpPr>
            <p:nvPr/>
          </p:nvSpPr>
          <p:spPr bwMode="auto">
            <a:xfrm>
              <a:off x="8756713" y="4715179"/>
              <a:ext cx="52388" cy="44450"/>
            </a:xfrm>
            <a:custGeom>
              <a:avLst/>
              <a:gdLst>
                <a:gd name="T0" fmla="*/ 15 w 35"/>
                <a:gd name="T1" fmla="*/ 20 h 30"/>
                <a:gd name="T2" fmla="*/ 16 w 35"/>
                <a:gd name="T3" fmla="*/ 24 h 30"/>
                <a:gd name="T4" fmla="*/ 18 w 35"/>
                <a:gd name="T5" fmla="*/ 23 h 30"/>
                <a:gd name="T6" fmla="*/ 20 w 35"/>
                <a:gd name="T7" fmla="*/ 24 h 30"/>
                <a:gd name="T8" fmla="*/ 20 w 35"/>
                <a:gd name="T9" fmla="*/ 24 h 30"/>
                <a:gd name="T10" fmla="*/ 21 w 35"/>
                <a:gd name="T11" fmla="*/ 22 h 30"/>
                <a:gd name="T12" fmla="*/ 16 w 35"/>
                <a:gd name="T13" fmla="*/ 20 h 30"/>
                <a:gd name="T14" fmla="*/ 15 w 35"/>
                <a:gd name="T15" fmla="*/ 20 h 30"/>
                <a:gd name="T16" fmla="*/ 14 w 35"/>
                <a:gd name="T17" fmla="*/ 7 h 30"/>
                <a:gd name="T18" fmla="*/ 16 w 35"/>
                <a:gd name="T19" fmla="*/ 13 h 30"/>
                <a:gd name="T20" fmla="*/ 18 w 35"/>
                <a:gd name="T21" fmla="*/ 13 h 30"/>
                <a:gd name="T22" fmla="*/ 18 w 35"/>
                <a:gd name="T23" fmla="*/ 13 h 30"/>
                <a:gd name="T24" fmla="*/ 14 w 35"/>
                <a:gd name="T25" fmla="*/ 6 h 30"/>
                <a:gd name="T26" fmla="*/ 14 w 35"/>
                <a:gd name="T27" fmla="*/ 6 h 30"/>
                <a:gd name="T28" fmla="*/ 14 w 35"/>
                <a:gd name="T29" fmla="*/ 7 h 30"/>
                <a:gd name="T30" fmla="*/ 0 w 35"/>
                <a:gd name="T31" fmla="*/ 14 h 30"/>
                <a:gd name="T32" fmla="*/ 6 w 35"/>
                <a:gd name="T33" fmla="*/ 9 h 30"/>
                <a:gd name="T34" fmla="*/ 11 w 35"/>
                <a:gd name="T35" fmla="*/ 10 h 30"/>
                <a:gd name="T36" fmla="*/ 12 w 35"/>
                <a:gd name="T37" fmla="*/ 3 h 30"/>
                <a:gd name="T38" fmla="*/ 15 w 35"/>
                <a:gd name="T39" fmla="*/ 0 h 30"/>
                <a:gd name="T40" fmla="*/ 18 w 35"/>
                <a:gd name="T41" fmla="*/ 6 h 30"/>
                <a:gd name="T42" fmla="*/ 20 w 35"/>
                <a:gd name="T43" fmla="*/ 10 h 30"/>
                <a:gd name="T44" fmla="*/ 20 w 35"/>
                <a:gd name="T45" fmla="*/ 9 h 30"/>
                <a:gd name="T46" fmla="*/ 22 w 35"/>
                <a:gd name="T47" fmla="*/ 5 h 30"/>
                <a:gd name="T48" fmla="*/ 24 w 35"/>
                <a:gd name="T49" fmla="*/ 5 h 30"/>
                <a:gd name="T50" fmla="*/ 24 w 35"/>
                <a:gd name="T51" fmla="*/ 9 h 30"/>
                <a:gd name="T52" fmla="*/ 25 w 35"/>
                <a:gd name="T53" fmla="*/ 14 h 30"/>
                <a:gd name="T54" fmla="*/ 25 w 35"/>
                <a:gd name="T55" fmla="*/ 16 h 30"/>
                <a:gd name="T56" fmla="*/ 30 w 35"/>
                <a:gd name="T57" fmla="*/ 18 h 30"/>
                <a:gd name="T58" fmla="*/ 31 w 35"/>
                <a:gd name="T59" fmla="*/ 20 h 30"/>
                <a:gd name="T60" fmla="*/ 34 w 35"/>
                <a:gd name="T61" fmla="*/ 22 h 30"/>
                <a:gd name="T62" fmla="*/ 35 w 35"/>
                <a:gd name="T63" fmla="*/ 23 h 30"/>
                <a:gd name="T64" fmla="*/ 35 w 35"/>
                <a:gd name="T65" fmla="*/ 23 h 30"/>
                <a:gd name="T66" fmla="*/ 29 w 35"/>
                <a:gd name="T67" fmla="*/ 23 h 30"/>
                <a:gd name="T68" fmla="*/ 26 w 35"/>
                <a:gd name="T69" fmla="*/ 23 h 30"/>
                <a:gd name="T70" fmla="*/ 25 w 35"/>
                <a:gd name="T71" fmla="*/ 24 h 30"/>
                <a:gd name="T72" fmla="*/ 21 w 35"/>
                <a:gd name="T73" fmla="*/ 26 h 30"/>
                <a:gd name="T74" fmla="*/ 21 w 35"/>
                <a:gd name="T75" fmla="*/ 28 h 30"/>
                <a:gd name="T76" fmla="*/ 19 w 35"/>
                <a:gd name="T77" fmla="*/ 28 h 30"/>
                <a:gd name="T78" fmla="*/ 17 w 35"/>
                <a:gd name="T79" fmla="*/ 30 h 30"/>
                <a:gd name="T80" fmla="*/ 14 w 35"/>
                <a:gd name="T81" fmla="*/ 30 h 30"/>
                <a:gd name="T82" fmla="*/ 14 w 35"/>
                <a:gd name="T83" fmla="*/ 30 h 30"/>
                <a:gd name="T84" fmla="*/ 9 w 35"/>
                <a:gd name="T85" fmla="*/ 28 h 30"/>
                <a:gd name="T86" fmla="*/ 11 w 35"/>
                <a:gd name="T87" fmla="*/ 26 h 30"/>
                <a:gd name="T88" fmla="*/ 11 w 35"/>
                <a:gd name="T89" fmla="*/ 23 h 30"/>
                <a:gd name="T90" fmla="*/ 10 w 35"/>
                <a:gd name="T91" fmla="*/ 17 h 30"/>
                <a:gd name="T92" fmla="*/ 8 w 35"/>
                <a:gd name="T93" fmla="*/ 16 h 30"/>
                <a:gd name="T94" fmla="*/ 6 w 35"/>
                <a:gd name="T95" fmla="*/ 16 h 30"/>
                <a:gd name="T96" fmla="*/ 4 w 35"/>
                <a:gd name="T97" fmla="*/ 15 h 30"/>
                <a:gd name="T98" fmla="*/ 0 w 35"/>
                <a:gd name="T99" fmla="*/ 14 h 30"/>
                <a:gd name="T100" fmla="*/ 0 w 35"/>
                <a:gd name="T101" fmla="*/ 14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5" h="30">
                  <a:moveTo>
                    <a:pt x="15" y="20"/>
                  </a:moveTo>
                  <a:cubicBezTo>
                    <a:pt x="15" y="22"/>
                    <a:pt x="16" y="22"/>
                    <a:pt x="16" y="24"/>
                  </a:cubicBezTo>
                  <a:cubicBezTo>
                    <a:pt x="18" y="24"/>
                    <a:pt x="18" y="23"/>
                    <a:pt x="18" y="23"/>
                  </a:cubicBezTo>
                  <a:cubicBezTo>
                    <a:pt x="19" y="23"/>
                    <a:pt x="20" y="24"/>
                    <a:pt x="20" y="24"/>
                  </a:cubicBezTo>
                  <a:cubicBezTo>
                    <a:pt x="20" y="24"/>
                    <a:pt x="20" y="24"/>
                    <a:pt x="20" y="24"/>
                  </a:cubicBezTo>
                  <a:cubicBezTo>
                    <a:pt x="20" y="24"/>
                    <a:pt x="21" y="23"/>
                    <a:pt x="21" y="22"/>
                  </a:cubicBezTo>
                  <a:cubicBezTo>
                    <a:pt x="20" y="21"/>
                    <a:pt x="18" y="20"/>
                    <a:pt x="16" y="20"/>
                  </a:cubicBezTo>
                  <a:cubicBezTo>
                    <a:pt x="15" y="20"/>
                    <a:pt x="15" y="20"/>
                    <a:pt x="15" y="20"/>
                  </a:cubicBezTo>
                  <a:close/>
                  <a:moveTo>
                    <a:pt x="14" y="7"/>
                  </a:moveTo>
                  <a:cubicBezTo>
                    <a:pt x="14" y="10"/>
                    <a:pt x="12" y="12"/>
                    <a:pt x="16" y="13"/>
                  </a:cubicBezTo>
                  <a:cubicBezTo>
                    <a:pt x="17" y="13"/>
                    <a:pt x="17" y="13"/>
                    <a:pt x="18" y="13"/>
                  </a:cubicBezTo>
                  <a:cubicBezTo>
                    <a:pt x="18" y="13"/>
                    <a:pt x="18" y="13"/>
                    <a:pt x="18" y="13"/>
                  </a:cubicBezTo>
                  <a:cubicBezTo>
                    <a:pt x="16" y="11"/>
                    <a:pt x="16" y="8"/>
                    <a:pt x="14" y="6"/>
                  </a:cubicBezTo>
                  <a:cubicBezTo>
                    <a:pt x="14" y="6"/>
                    <a:pt x="14" y="6"/>
                    <a:pt x="14" y="6"/>
                  </a:cubicBezTo>
                  <a:cubicBezTo>
                    <a:pt x="14" y="6"/>
                    <a:pt x="14" y="6"/>
                    <a:pt x="14" y="7"/>
                  </a:cubicBezTo>
                  <a:close/>
                  <a:moveTo>
                    <a:pt x="0" y="14"/>
                  </a:moveTo>
                  <a:cubicBezTo>
                    <a:pt x="1" y="13"/>
                    <a:pt x="5" y="9"/>
                    <a:pt x="6" y="9"/>
                  </a:cubicBezTo>
                  <a:cubicBezTo>
                    <a:pt x="8" y="9"/>
                    <a:pt x="9" y="10"/>
                    <a:pt x="11" y="10"/>
                  </a:cubicBezTo>
                  <a:cubicBezTo>
                    <a:pt x="12" y="8"/>
                    <a:pt x="12" y="6"/>
                    <a:pt x="12" y="3"/>
                  </a:cubicBezTo>
                  <a:cubicBezTo>
                    <a:pt x="12" y="2"/>
                    <a:pt x="14" y="0"/>
                    <a:pt x="15" y="0"/>
                  </a:cubicBezTo>
                  <a:cubicBezTo>
                    <a:pt x="16" y="2"/>
                    <a:pt x="17" y="4"/>
                    <a:pt x="18" y="6"/>
                  </a:cubicBezTo>
                  <a:cubicBezTo>
                    <a:pt x="18" y="7"/>
                    <a:pt x="18" y="9"/>
                    <a:pt x="20" y="10"/>
                  </a:cubicBezTo>
                  <a:cubicBezTo>
                    <a:pt x="20" y="10"/>
                    <a:pt x="20" y="10"/>
                    <a:pt x="20" y="9"/>
                  </a:cubicBezTo>
                  <a:cubicBezTo>
                    <a:pt x="21" y="9"/>
                    <a:pt x="21" y="6"/>
                    <a:pt x="22" y="5"/>
                  </a:cubicBezTo>
                  <a:cubicBezTo>
                    <a:pt x="22" y="5"/>
                    <a:pt x="23" y="5"/>
                    <a:pt x="24" y="5"/>
                  </a:cubicBezTo>
                  <a:cubicBezTo>
                    <a:pt x="25" y="6"/>
                    <a:pt x="24" y="8"/>
                    <a:pt x="24" y="9"/>
                  </a:cubicBezTo>
                  <a:cubicBezTo>
                    <a:pt x="24" y="11"/>
                    <a:pt x="25" y="12"/>
                    <a:pt x="25" y="14"/>
                  </a:cubicBezTo>
                  <a:cubicBezTo>
                    <a:pt x="26" y="15"/>
                    <a:pt x="25" y="15"/>
                    <a:pt x="25" y="16"/>
                  </a:cubicBezTo>
                  <a:cubicBezTo>
                    <a:pt x="26" y="18"/>
                    <a:pt x="29" y="17"/>
                    <a:pt x="30" y="18"/>
                  </a:cubicBezTo>
                  <a:cubicBezTo>
                    <a:pt x="31" y="19"/>
                    <a:pt x="31" y="20"/>
                    <a:pt x="31" y="20"/>
                  </a:cubicBezTo>
                  <a:cubicBezTo>
                    <a:pt x="32" y="21"/>
                    <a:pt x="33" y="21"/>
                    <a:pt x="34" y="22"/>
                  </a:cubicBezTo>
                  <a:cubicBezTo>
                    <a:pt x="34" y="22"/>
                    <a:pt x="35" y="22"/>
                    <a:pt x="35" y="23"/>
                  </a:cubicBezTo>
                  <a:cubicBezTo>
                    <a:pt x="35" y="23"/>
                    <a:pt x="35" y="23"/>
                    <a:pt x="35" y="23"/>
                  </a:cubicBezTo>
                  <a:cubicBezTo>
                    <a:pt x="33" y="22"/>
                    <a:pt x="31" y="23"/>
                    <a:pt x="29" y="23"/>
                  </a:cubicBezTo>
                  <a:cubicBezTo>
                    <a:pt x="28" y="23"/>
                    <a:pt x="27" y="22"/>
                    <a:pt x="26" y="23"/>
                  </a:cubicBezTo>
                  <a:cubicBezTo>
                    <a:pt x="26" y="23"/>
                    <a:pt x="25" y="24"/>
                    <a:pt x="25" y="24"/>
                  </a:cubicBezTo>
                  <a:cubicBezTo>
                    <a:pt x="24" y="25"/>
                    <a:pt x="22" y="24"/>
                    <a:pt x="21" y="26"/>
                  </a:cubicBezTo>
                  <a:cubicBezTo>
                    <a:pt x="21" y="26"/>
                    <a:pt x="21" y="27"/>
                    <a:pt x="21" y="28"/>
                  </a:cubicBezTo>
                  <a:cubicBezTo>
                    <a:pt x="20" y="28"/>
                    <a:pt x="20" y="28"/>
                    <a:pt x="19" y="28"/>
                  </a:cubicBezTo>
                  <a:cubicBezTo>
                    <a:pt x="18" y="28"/>
                    <a:pt x="18" y="29"/>
                    <a:pt x="17" y="30"/>
                  </a:cubicBezTo>
                  <a:cubicBezTo>
                    <a:pt x="16" y="30"/>
                    <a:pt x="15" y="28"/>
                    <a:pt x="14" y="30"/>
                  </a:cubicBezTo>
                  <a:cubicBezTo>
                    <a:pt x="14" y="30"/>
                    <a:pt x="14" y="30"/>
                    <a:pt x="14" y="30"/>
                  </a:cubicBezTo>
                  <a:cubicBezTo>
                    <a:pt x="13" y="28"/>
                    <a:pt x="11" y="28"/>
                    <a:pt x="9" y="28"/>
                  </a:cubicBezTo>
                  <a:cubicBezTo>
                    <a:pt x="10" y="26"/>
                    <a:pt x="11" y="26"/>
                    <a:pt x="11" y="26"/>
                  </a:cubicBezTo>
                  <a:cubicBezTo>
                    <a:pt x="12" y="25"/>
                    <a:pt x="11" y="24"/>
                    <a:pt x="11" y="23"/>
                  </a:cubicBezTo>
                  <a:cubicBezTo>
                    <a:pt x="10" y="21"/>
                    <a:pt x="10" y="19"/>
                    <a:pt x="10" y="17"/>
                  </a:cubicBezTo>
                  <a:cubicBezTo>
                    <a:pt x="9" y="17"/>
                    <a:pt x="9" y="17"/>
                    <a:pt x="8" y="16"/>
                  </a:cubicBezTo>
                  <a:cubicBezTo>
                    <a:pt x="7" y="16"/>
                    <a:pt x="6" y="16"/>
                    <a:pt x="6" y="16"/>
                  </a:cubicBezTo>
                  <a:cubicBezTo>
                    <a:pt x="5" y="16"/>
                    <a:pt x="4" y="15"/>
                    <a:pt x="4" y="15"/>
                  </a:cubicBezTo>
                  <a:cubicBezTo>
                    <a:pt x="2" y="14"/>
                    <a:pt x="1" y="15"/>
                    <a:pt x="0" y="14"/>
                  </a:cubicBezTo>
                  <a:cubicBezTo>
                    <a:pt x="0" y="14"/>
                    <a:pt x="0" y="14"/>
                    <a:pt x="0"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73" name="Freeform 51"/>
            <p:cNvSpPr>
              <a:spLocks noEditPoints="1"/>
            </p:cNvSpPr>
            <p:nvPr/>
          </p:nvSpPr>
          <p:spPr bwMode="auto">
            <a:xfrm>
              <a:off x="8791638" y="4653266"/>
              <a:ext cx="50800" cy="55563"/>
            </a:xfrm>
            <a:custGeom>
              <a:avLst/>
              <a:gdLst>
                <a:gd name="T0" fmla="*/ 20 w 34"/>
                <a:gd name="T1" fmla="*/ 18 h 37"/>
                <a:gd name="T2" fmla="*/ 22 w 34"/>
                <a:gd name="T3" fmla="*/ 19 h 37"/>
                <a:gd name="T4" fmla="*/ 20 w 34"/>
                <a:gd name="T5" fmla="*/ 17 h 37"/>
                <a:gd name="T6" fmla="*/ 14 w 34"/>
                <a:gd name="T7" fmla="*/ 22 h 37"/>
                <a:gd name="T8" fmla="*/ 14 w 34"/>
                <a:gd name="T9" fmla="*/ 24 h 37"/>
                <a:gd name="T10" fmla="*/ 15 w 34"/>
                <a:gd name="T11" fmla="*/ 22 h 37"/>
                <a:gd name="T12" fmla="*/ 14 w 34"/>
                <a:gd name="T13" fmla="*/ 22 h 37"/>
                <a:gd name="T14" fmla="*/ 16 w 34"/>
                <a:gd name="T15" fmla="*/ 20 h 37"/>
                <a:gd name="T16" fmla="*/ 16 w 34"/>
                <a:gd name="T17" fmla="*/ 20 h 37"/>
                <a:gd name="T18" fmla="*/ 16 w 34"/>
                <a:gd name="T19" fmla="*/ 19 h 37"/>
                <a:gd name="T20" fmla="*/ 10 w 34"/>
                <a:gd name="T21" fmla="*/ 5 h 37"/>
                <a:gd name="T22" fmla="*/ 6 w 34"/>
                <a:gd name="T23" fmla="*/ 17 h 37"/>
                <a:gd name="T24" fmla="*/ 8 w 34"/>
                <a:gd name="T25" fmla="*/ 20 h 37"/>
                <a:gd name="T26" fmla="*/ 15 w 34"/>
                <a:gd name="T27" fmla="*/ 16 h 37"/>
                <a:gd name="T28" fmla="*/ 20 w 34"/>
                <a:gd name="T29" fmla="*/ 14 h 37"/>
                <a:gd name="T30" fmla="*/ 25 w 34"/>
                <a:gd name="T31" fmla="*/ 15 h 37"/>
                <a:gd name="T32" fmla="*/ 23 w 34"/>
                <a:gd name="T33" fmla="*/ 27 h 37"/>
                <a:gd name="T34" fmla="*/ 18 w 34"/>
                <a:gd name="T35" fmla="*/ 27 h 37"/>
                <a:gd name="T36" fmla="*/ 17 w 34"/>
                <a:gd name="T37" fmla="*/ 24 h 37"/>
                <a:gd name="T38" fmla="*/ 13 w 34"/>
                <a:gd name="T39" fmla="*/ 25 h 37"/>
                <a:gd name="T40" fmla="*/ 12 w 34"/>
                <a:gd name="T41" fmla="*/ 17 h 37"/>
                <a:gd name="T42" fmla="*/ 10 w 34"/>
                <a:gd name="T43" fmla="*/ 22 h 37"/>
                <a:gd name="T44" fmla="*/ 17 w 34"/>
                <a:gd name="T45" fmla="*/ 32 h 37"/>
                <a:gd name="T46" fmla="*/ 20 w 34"/>
                <a:gd name="T47" fmla="*/ 33 h 37"/>
                <a:gd name="T48" fmla="*/ 24 w 34"/>
                <a:gd name="T49" fmla="*/ 29 h 37"/>
                <a:gd name="T50" fmla="*/ 23 w 34"/>
                <a:gd name="T51" fmla="*/ 28 h 37"/>
                <a:gd name="T52" fmla="*/ 26 w 34"/>
                <a:gd name="T53" fmla="*/ 25 h 37"/>
                <a:gd name="T54" fmla="*/ 21 w 34"/>
                <a:gd name="T55" fmla="*/ 10 h 37"/>
                <a:gd name="T56" fmla="*/ 17 w 34"/>
                <a:gd name="T57" fmla="*/ 6 h 37"/>
                <a:gd name="T58" fmla="*/ 10 w 34"/>
                <a:gd name="T59" fmla="*/ 5 h 37"/>
                <a:gd name="T60" fmla="*/ 12 w 34"/>
                <a:gd name="T61" fmla="*/ 1 h 37"/>
                <a:gd name="T62" fmla="*/ 27 w 34"/>
                <a:gd name="T63" fmla="*/ 12 h 37"/>
                <a:gd name="T64" fmla="*/ 31 w 34"/>
                <a:gd name="T65" fmla="*/ 27 h 37"/>
                <a:gd name="T66" fmla="*/ 26 w 34"/>
                <a:gd name="T67" fmla="*/ 30 h 37"/>
                <a:gd name="T68" fmla="*/ 20 w 34"/>
                <a:gd name="T69" fmla="*/ 35 h 37"/>
                <a:gd name="T70" fmla="*/ 19 w 34"/>
                <a:gd name="T71" fmla="*/ 37 h 37"/>
                <a:gd name="T72" fmla="*/ 14 w 34"/>
                <a:gd name="T73" fmla="*/ 35 h 37"/>
                <a:gd name="T74" fmla="*/ 8 w 34"/>
                <a:gd name="T75" fmla="*/ 27 h 37"/>
                <a:gd name="T76" fmla="*/ 3 w 34"/>
                <a:gd name="T77" fmla="*/ 23 h 37"/>
                <a:gd name="T78" fmla="*/ 4 w 34"/>
                <a:gd name="T79" fmla="*/ 8 h 37"/>
                <a:gd name="T80" fmla="*/ 5 w 34"/>
                <a:gd name="T81" fmla="*/ 5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4" h="37">
                  <a:moveTo>
                    <a:pt x="20" y="17"/>
                  </a:moveTo>
                  <a:cubicBezTo>
                    <a:pt x="20" y="17"/>
                    <a:pt x="20" y="18"/>
                    <a:pt x="20" y="18"/>
                  </a:cubicBezTo>
                  <a:cubicBezTo>
                    <a:pt x="20" y="18"/>
                    <a:pt x="21" y="19"/>
                    <a:pt x="22" y="19"/>
                  </a:cubicBezTo>
                  <a:cubicBezTo>
                    <a:pt x="22" y="19"/>
                    <a:pt x="22" y="19"/>
                    <a:pt x="22" y="19"/>
                  </a:cubicBezTo>
                  <a:cubicBezTo>
                    <a:pt x="22" y="18"/>
                    <a:pt x="22" y="18"/>
                    <a:pt x="22" y="18"/>
                  </a:cubicBezTo>
                  <a:cubicBezTo>
                    <a:pt x="21" y="17"/>
                    <a:pt x="21" y="17"/>
                    <a:pt x="20" y="17"/>
                  </a:cubicBezTo>
                  <a:cubicBezTo>
                    <a:pt x="20" y="17"/>
                    <a:pt x="20" y="17"/>
                    <a:pt x="20" y="17"/>
                  </a:cubicBezTo>
                  <a:close/>
                  <a:moveTo>
                    <a:pt x="14" y="22"/>
                  </a:moveTo>
                  <a:cubicBezTo>
                    <a:pt x="14" y="23"/>
                    <a:pt x="14" y="23"/>
                    <a:pt x="14" y="24"/>
                  </a:cubicBezTo>
                  <a:cubicBezTo>
                    <a:pt x="14" y="24"/>
                    <a:pt x="14" y="24"/>
                    <a:pt x="14" y="24"/>
                  </a:cubicBezTo>
                  <a:cubicBezTo>
                    <a:pt x="14" y="24"/>
                    <a:pt x="14" y="24"/>
                    <a:pt x="14" y="24"/>
                  </a:cubicBezTo>
                  <a:cubicBezTo>
                    <a:pt x="15" y="23"/>
                    <a:pt x="14" y="23"/>
                    <a:pt x="15" y="22"/>
                  </a:cubicBezTo>
                  <a:cubicBezTo>
                    <a:pt x="15" y="22"/>
                    <a:pt x="14" y="22"/>
                    <a:pt x="14" y="22"/>
                  </a:cubicBezTo>
                  <a:cubicBezTo>
                    <a:pt x="14" y="22"/>
                    <a:pt x="14" y="22"/>
                    <a:pt x="14" y="22"/>
                  </a:cubicBezTo>
                  <a:close/>
                  <a:moveTo>
                    <a:pt x="16" y="19"/>
                  </a:moveTo>
                  <a:cubicBezTo>
                    <a:pt x="16" y="19"/>
                    <a:pt x="16" y="19"/>
                    <a:pt x="16" y="20"/>
                  </a:cubicBezTo>
                  <a:cubicBezTo>
                    <a:pt x="16" y="20"/>
                    <a:pt x="16" y="20"/>
                    <a:pt x="16" y="20"/>
                  </a:cubicBezTo>
                  <a:cubicBezTo>
                    <a:pt x="16" y="20"/>
                    <a:pt x="16" y="20"/>
                    <a:pt x="16" y="20"/>
                  </a:cubicBezTo>
                  <a:cubicBezTo>
                    <a:pt x="16" y="19"/>
                    <a:pt x="16" y="19"/>
                    <a:pt x="16" y="19"/>
                  </a:cubicBezTo>
                  <a:cubicBezTo>
                    <a:pt x="16" y="19"/>
                    <a:pt x="16" y="19"/>
                    <a:pt x="16" y="19"/>
                  </a:cubicBezTo>
                  <a:cubicBezTo>
                    <a:pt x="16" y="19"/>
                    <a:pt x="16" y="19"/>
                    <a:pt x="16" y="19"/>
                  </a:cubicBezTo>
                  <a:close/>
                  <a:moveTo>
                    <a:pt x="10" y="5"/>
                  </a:moveTo>
                  <a:cubicBezTo>
                    <a:pt x="9" y="6"/>
                    <a:pt x="8" y="7"/>
                    <a:pt x="7" y="8"/>
                  </a:cubicBezTo>
                  <a:cubicBezTo>
                    <a:pt x="5" y="11"/>
                    <a:pt x="6" y="14"/>
                    <a:pt x="6" y="17"/>
                  </a:cubicBezTo>
                  <a:cubicBezTo>
                    <a:pt x="6" y="18"/>
                    <a:pt x="7" y="20"/>
                    <a:pt x="8" y="20"/>
                  </a:cubicBezTo>
                  <a:cubicBezTo>
                    <a:pt x="8" y="20"/>
                    <a:pt x="8" y="20"/>
                    <a:pt x="8" y="20"/>
                  </a:cubicBezTo>
                  <a:cubicBezTo>
                    <a:pt x="9" y="19"/>
                    <a:pt x="8" y="12"/>
                    <a:pt x="12" y="12"/>
                  </a:cubicBezTo>
                  <a:cubicBezTo>
                    <a:pt x="13" y="12"/>
                    <a:pt x="14" y="15"/>
                    <a:pt x="15" y="16"/>
                  </a:cubicBezTo>
                  <a:cubicBezTo>
                    <a:pt x="16" y="16"/>
                    <a:pt x="18" y="16"/>
                    <a:pt x="19" y="15"/>
                  </a:cubicBezTo>
                  <a:cubicBezTo>
                    <a:pt x="19" y="15"/>
                    <a:pt x="19" y="15"/>
                    <a:pt x="20" y="14"/>
                  </a:cubicBezTo>
                  <a:cubicBezTo>
                    <a:pt x="21" y="14"/>
                    <a:pt x="22" y="13"/>
                    <a:pt x="24" y="13"/>
                  </a:cubicBezTo>
                  <a:cubicBezTo>
                    <a:pt x="24" y="14"/>
                    <a:pt x="24" y="14"/>
                    <a:pt x="25" y="15"/>
                  </a:cubicBezTo>
                  <a:cubicBezTo>
                    <a:pt x="25" y="16"/>
                    <a:pt x="24" y="17"/>
                    <a:pt x="24" y="18"/>
                  </a:cubicBezTo>
                  <a:cubicBezTo>
                    <a:pt x="24" y="21"/>
                    <a:pt x="24" y="24"/>
                    <a:pt x="23" y="27"/>
                  </a:cubicBezTo>
                  <a:cubicBezTo>
                    <a:pt x="22" y="27"/>
                    <a:pt x="22" y="28"/>
                    <a:pt x="21" y="29"/>
                  </a:cubicBezTo>
                  <a:cubicBezTo>
                    <a:pt x="20" y="28"/>
                    <a:pt x="19" y="28"/>
                    <a:pt x="18" y="27"/>
                  </a:cubicBezTo>
                  <a:cubicBezTo>
                    <a:pt x="18" y="26"/>
                    <a:pt x="18" y="25"/>
                    <a:pt x="18" y="25"/>
                  </a:cubicBezTo>
                  <a:cubicBezTo>
                    <a:pt x="18" y="25"/>
                    <a:pt x="17" y="25"/>
                    <a:pt x="17" y="24"/>
                  </a:cubicBezTo>
                  <a:cubicBezTo>
                    <a:pt x="17" y="24"/>
                    <a:pt x="17" y="25"/>
                    <a:pt x="16" y="25"/>
                  </a:cubicBezTo>
                  <a:cubicBezTo>
                    <a:pt x="15" y="25"/>
                    <a:pt x="14" y="26"/>
                    <a:pt x="13" y="25"/>
                  </a:cubicBezTo>
                  <a:cubicBezTo>
                    <a:pt x="13" y="25"/>
                    <a:pt x="12" y="24"/>
                    <a:pt x="12" y="24"/>
                  </a:cubicBezTo>
                  <a:cubicBezTo>
                    <a:pt x="12" y="23"/>
                    <a:pt x="15" y="17"/>
                    <a:pt x="12" y="17"/>
                  </a:cubicBezTo>
                  <a:cubicBezTo>
                    <a:pt x="12" y="17"/>
                    <a:pt x="12" y="17"/>
                    <a:pt x="12" y="17"/>
                  </a:cubicBezTo>
                  <a:cubicBezTo>
                    <a:pt x="12" y="18"/>
                    <a:pt x="10" y="21"/>
                    <a:pt x="10" y="22"/>
                  </a:cubicBezTo>
                  <a:cubicBezTo>
                    <a:pt x="10" y="23"/>
                    <a:pt x="11" y="23"/>
                    <a:pt x="11" y="25"/>
                  </a:cubicBezTo>
                  <a:cubicBezTo>
                    <a:pt x="12" y="27"/>
                    <a:pt x="15" y="30"/>
                    <a:pt x="17" y="32"/>
                  </a:cubicBezTo>
                  <a:cubicBezTo>
                    <a:pt x="18" y="33"/>
                    <a:pt x="18" y="33"/>
                    <a:pt x="18" y="33"/>
                  </a:cubicBezTo>
                  <a:cubicBezTo>
                    <a:pt x="19" y="33"/>
                    <a:pt x="20" y="33"/>
                    <a:pt x="20" y="33"/>
                  </a:cubicBezTo>
                  <a:cubicBezTo>
                    <a:pt x="21" y="33"/>
                    <a:pt x="23" y="29"/>
                    <a:pt x="24" y="29"/>
                  </a:cubicBezTo>
                  <a:cubicBezTo>
                    <a:pt x="24" y="29"/>
                    <a:pt x="24" y="29"/>
                    <a:pt x="24" y="29"/>
                  </a:cubicBezTo>
                  <a:cubicBezTo>
                    <a:pt x="24" y="29"/>
                    <a:pt x="24" y="29"/>
                    <a:pt x="23" y="28"/>
                  </a:cubicBezTo>
                  <a:cubicBezTo>
                    <a:pt x="23" y="28"/>
                    <a:pt x="23" y="28"/>
                    <a:pt x="23" y="28"/>
                  </a:cubicBezTo>
                  <a:cubicBezTo>
                    <a:pt x="24" y="27"/>
                    <a:pt x="25" y="28"/>
                    <a:pt x="26" y="27"/>
                  </a:cubicBezTo>
                  <a:cubicBezTo>
                    <a:pt x="26" y="26"/>
                    <a:pt x="26" y="25"/>
                    <a:pt x="26" y="25"/>
                  </a:cubicBezTo>
                  <a:cubicBezTo>
                    <a:pt x="27" y="24"/>
                    <a:pt x="29" y="24"/>
                    <a:pt x="30" y="23"/>
                  </a:cubicBezTo>
                  <a:cubicBezTo>
                    <a:pt x="31" y="19"/>
                    <a:pt x="25" y="12"/>
                    <a:pt x="21" y="10"/>
                  </a:cubicBezTo>
                  <a:cubicBezTo>
                    <a:pt x="21" y="9"/>
                    <a:pt x="20" y="8"/>
                    <a:pt x="19" y="7"/>
                  </a:cubicBezTo>
                  <a:cubicBezTo>
                    <a:pt x="18" y="7"/>
                    <a:pt x="18" y="7"/>
                    <a:pt x="17" y="6"/>
                  </a:cubicBezTo>
                  <a:cubicBezTo>
                    <a:pt x="15" y="5"/>
                    <a:pt x="14" y="3"/>
                    <a:pt x="12" y="3"/>
                  </a:cubicBezTo>
                  <a:cubicBezTo>
                    <a:pt x="11" y="3"/>
                    <a:pt x="10" y="4"/>
                    <a:pt x="10" y="5"/>
                  </a:cubicBezTo>
                  <a:close/>
                  <a:moveTo>
                    <a:pt x="7" y="5"/>
                  </a:moveTo>
                  <a:cubicBezTo>
                    <a:pt x="9" y="3"/>
                    <a:pt x="10" y="1"/>
                    <a:pt x="12" y="1"/>
                  </a:cubicBezTo>
                  <a:cubicBezTo>
                    <a:pt x="16" y="0"/>
                    <a:pt x="20" y="5"/>
                    <a:pt x="24" y="9"/>
                  </a:cubicBezTo>
                  <a:cubicBezTo>
                    <a:pt x="25" y="10"/>
                    <a:pt x="26" y="11"/>
                    <a:pt x="27" y="12"/>
                  </a:cubicBezTo>
                  <a:cubicBezTo>
                    <a:pt x="29" y="15"/>
                    <a:pt x="33" y="17"/>
                    <a:pt x="34" y="20"/>
                  </a:cubicBezTo>
                  <a:cubicBezTo>
                    <a:pt x="34" y="21"/>
                    <a:pt x="33" y="27"/>
                    <a:pt x="31" y="27"/>
                  </a:cubicBezTo>
                  <a:cubicBezTo>
                    <a:pt x="30" y="28"/>
                    <a:pt x="27" y="27"/>
                    <a:pt x="26" y="29"/>
                  </a:cubicBezTo>
                  <a:cubicBezTo>
                    <a:pt x="26" y="29"/>
                    <a:pt x="26" y="30"/>
                    <a:pt x="26" y="30"/>
                  </a:cubicBezTo>
                  <a:cubicBezTo>
                    <a:pt x="26" y="31"/>
                    <a:pt x="23" y="34"/>
                    <a:pt x="22" y="35"/>
                  </a:cubicBezTo>
                  <a:cubicBezTo>
                    <a:pt x="21" y="35"/>
                    <a:pt x="20" y="35"/>
                    <a:pt x="20" y="35"/>
                  </a:cubicBezTo>
                  <a:cubicBezTo>
                    <a:pt x="19" y="36"/>
                    <a:pt x="20" y="37"/>
                    <a:pt x="19" y="37"/>
                  </a:cubicBezTo>
                  <a:cubicBezTo>
                    <a:pt x="19" y="37"/>
                    <a:pt x="19" y="37"/>
                    <a:pt x="19" y="37"/>
                  </a:cubicBezTo>
                  <a:cubicBezTo>
                    <a:pt x="18" y="37"/>
                    <a:pt x="17" y="37"/>
                    <a:pt x="16" y="37"/>
                  </a:cubicBezTo>
                  <a:cubicBezTo>
                    <a:pt x="16" y="37"/>
                    <a:pt x="14" y="35"/>
                    <a:pt x="14" y="35"/>
                  </a:cubicBezTo>
                  <a:cubicBezTo>
                    <a:pt x="14" y="33"/>
                    <a:pt x="12" y="31"/>
                    <a:pt x="11" y="29"/>
                  </a:cubicBezTo>
                  <a:cubicBezTo>
                    <a:pt x="10" y="28"/>
                    <a:pt x="8" y="27"/>
                    <a:pt x="8" y="27"/>
                  </a:cubicBezTo>
                  <a:cubicBezTo>
                    <a:pt x="7" y="26"/>
                    <a:pt x="6" y="25"/>
                    <a:pt x="5" y="25"/>
                  </a:cubicBezTo>
                  <a:cubicBezTo>
                    <a:pt x="5" y="24"/>
                    <a:pt x="4" y="23"/>
                    <a:pt x="3" y="23"/>
                  </a:cubicBezTo>
                  <a:cubicBezTo>
                    <a:pt x="0" y="18"/>
                    <a:pt x="1" y="17"/>
                    <a:pt x="2" y="12"/>
                  </a:cubicBezTo>
                  <a:cubicBezTo>
                    <a:pt x="2" y="11"/>
                    <a:pt x="3" y="9"/>
                    <a:pt x="4" y="8"/>
                  </a:cubicBezTo>
                  <a:cubicBezTo>
                    <a:pt x="4" y="8"/>
                    <a:pt x="4" y="8"/>
                    <a:pt x="4" y="8"/>
                  </a:cubicBezTo>
                  <a:cubicBezTo>
                    <a:pt x="4" y="7"/>
                    <a:pt x="5" y="6"/>
                    <a:pt x="5" y="5"/>
                  </a:cubicBezTo>
                  <a:cubicBezTo>
                    <a:pt x="6" y="5"/>
                    <a:pt x="7" y="5"/>
                    <a:pt x="7"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74" name="Freeform 52"/>
            <p:cNvSpPr>
              <a:spLocks noEditPoints="1"/>
            </p:cNvSpPr>
            <p:nvPr/>
          </p:nvSpPr>
          <p:spPr bwMode="auto">
            <a:xfrm>
              <a:off x="8847200" y="4611991"/>
              <a:ext cx="46038" cy="58738"/>
            </a:xfrm>
            <a:custGeom>
              <a:avLst/>
              <a:gdLst>
                <a:gd name="T0" fmla="*/ 8 w 31"/>
                <a:gd name="T1" fmla="*/ 31 h 39"/>
                <a:gd name="T2" fmla="*/ 9 w 31"/>
                <a:gd name="T3" fmla="*/ 30 h 39"/>
                <a:gd name="T4" fmla="*/ 8 w 31"/>
                <a:gd name="T5" fmla="*/ 26 h 39"/>
                <a:gd name="T6" fmla="*/ 18 w 31"/>
                <a:gd name="T7" fmla="*/ 18 h 39"/>
                <a:gd name="T8" fmla="*/ 18 w 31"/>
                <a:gd name="T9" fmla="*/ 21 h 39"/>
                <a:gd name="T10" fmla="*/ 19 w 31"/>
                <a:gd name="T11" fmla="*/ 18 h 39"/>
                <a:gd name="T12" fmla="*/ 7 w 31"/>
                <a:gd name="T13" fmla="*/ 22 h 39"/>
                <a:gd name="T14" fmla="*/ 6 w 31"/>
                <a:gd name="T15" fmla="*/ 23 h 39"/>
                <a:gd name="T16" fmla="*/ 7 w 31"/>
                <a:gd name="T17" fmla="*/ 22 h 39"/>
                <a:gd name="T18" fmla="*/ 7 w 31"/>
                <a:gd name="T19" fmla="*/ 22 h 39"/>
                <a:gd name="T20" fmla="*/ 23 w 31"/>
                <a:gd name="T21" fmla="*/ 12 h 39"/>
                <a:gd name="T22" fmla="*/ 23 w 31"/>
                <a:gd name="T23" fmla="*/ 12 h 39"/>
                <a:gd name="T24" fmla="*/ 23 w 31"/>
                <a:gd name="T25" fmla="*/ 11 h 39"/>
                <a:gd name="T26" fmla="*/ 10 w 31"/>
                <a:gd name="T27" fmla="*/ 19 h 39"/>
                <a:gd name="T28" fmla="*/ 10 w 31"/>
                <a:gd name="T29" fmla="*/ 23 h 39"/>
                <a:gd name="T30" fmla="*/ 10 w 31"/>
                <a:gd name="T31" fmla="*/ 19 h 39"/>
                <a:gd name="T32" fmla="*/ 15 w 31"/>
                <a:gd name="T33" fmla="*/ 13 h 39"/>
                <a:gd name="T34" fmla="*/ 16 w 31"/>
                <a:gd name="T35" fmla="*/ 14 h 39"/>
                <a:gd name="T36" fmla="*/ 15 w 31"/>
                <a:gd name="T37" fmla="*/ 13 h 39"/>
                <a:gd name="T38" fmla="*/ 9 w 31"/>
                <a:gd name="T39" fmla="*/ 16 h 39"/>
                <a:gd name="T40" fmla="*/ 9 w 31"/>
                <a:gd name="T41" fmla="*/ 18 h 39"/>
                <a:gd name="T42" fmla="*/ 9 w 31"/>
                <a:gd name="T43" fmla="*/ 16 h 39"/>
                <a:gd name="T44" fmla="*/ 19 w 31"/>
                <a:gd name="T45" fmla="*/ 4 h 39"/>
                <a:gd name="T46" fmla="*/ 23 w 31"/>
                <a:gd name="T47" fmla="*/ 7 h 39"/>
                <a:gd name="T48" fmla="*/ 29 w 31"/>
                <a:gd name="T49" fmla="*/ 9 h 39"/>
                <a:gd name="T50" fmla="*/ 25 w 31"/>
                <a:gd name="T51" fmla="*/ 16 h 39"/>
                <a:gd name="T52" fmla="*/ 29 w 31"/>
                <a:gd name="T53" fmla="*/ 26 h 39"/>
                <a:gd name="T54" fmla="*/ 30 w 31"/>
                <a:gd name="T55" fmla="*/ 30 h 39"/>
                <a:gd name="T56" fmla="*/ 31 w 31"/>
                <a:gd name="T57" fmla="*/ 32 h 39"/>
                <a:gd name="T58" fmla="*/ 22 w 31"/>
                <a:gd name="T59" fmla="*/ 23 h 39"/>
                <a:gd name="T60" fmla="*/ 16 w 31"/>
                <a:gd name="T61" fmla="*/ 29 h 39"/>
                <a:gd name="T62" fmla="*/ 15 w 31"/>
                <a:gd name="T63" fmla="*/ 22 h 39"/>
                <a:gd name="T64" fmla="*/ 15 w 31"/>
                <a:gd name="T65" fmla="*/ 19 h 39"/>
                <a:gd name="T66" fmla="*/ 12 w 31"/>
                <a:gd name="T67" fmla="*/ 19 h 39"/>
                <a:gd name="T68" fmla="*/ 13 w 31"/>
                <a:gd name="T69" fmla="*/ 29 h 39"/>
                <a:gd name="T70" fmla="*/ 17 w 31"/>
                <a:gd name="T71" fmla="*/ 34 h 39"/>
                <a:gd name="T72" fmla="*/ 14 w 31"/>
                <a:gd name="T73" fmla="*/ 33 h 39"/>
                <a:gd name="T74" fmla="*/ 12 w 31"/>
                <a:gd name="T75" fmla="*/ 32 h 39"/>
                <a:gd name="T76" fmla="*/ 7 w 31"/>
                <a:gd name="T77" fmla="*/ 39 h 39"/>
                <a:gd name="T78" fmla="*/ 6 w 31"/>
                <a:gd name="T79" fmla="*/ 33 h 39"/>
                <a:gd name="T80" fmla="*/ 6 w 31"/>
                <a:gd name="T81" fmla="*/ 26 h 39"/>
                <a:gd name="T82" fmla="*/ 2 w 31"/>
                <a:gd name="T83" fmla="*/ 29 h 39"/>
                <a:gd name="T84" fmla="*/ 4 w 31"/>
                <a:gd name="T85" fmla="*/ 13 h 39"/>
                <a:gd name="T86" fmla="*/ 6 w 31"/>
                <a:gd name="T87" fmla="*/ 9 h 39"/>
                <a:gd name="T88" fmla="*/ 3 w 31"/>
                <a:gd name="T89" fmla="*/ 23 h 39"/>
                <a:gd name="T90" fmla="*/ 3 w 31"/>
                <a:gd name="T91" fmla="*/ 27 h 39"/>
                <a:gd name="T92" fmla="*/ 9 w 31"/>
                <a:gd name="T93" fmla="*/ 14 h 39"/>
                <a:gd name="T94" fmla="*/ 13 w 31"/>
                <a:gd name="T95" fmla="*/ 15 h 39"/>
                <a:gd name="T96" fmla="*/ 12 w 31"/>
                <a:gd name="T97" fmla="*/ 9 h 39"/>
                <a:gd name="T98" fmla="*/ 11 w 31"/>
                <a:gd name="T99" fmla="*/ 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1" h="39">
                  <a:moveTo>
                    <a:pt x="8" y="26"/>
                  </a:moveTo>
                  <a:cubicBezTo>
                    <a:pt x="8" y="27"/>
                    <a:pt x="8" y="30"/>
                    <a:pt x="8" y="31"/>
                  </a:cubicBezTo>
                  <a:cubicBezTo>
                    <a:pt x="8" y="31"/>
                    <a:pt x="8" y="31"/>
                    <a:pt x="8" y="31"/>
                  </a:cubicBezTo>
                  <a:cubicBezTo>
                    <a:pt x="8" y="31"/>
                    <a:pt x="9" y="31"/>
                    <a:pt x="9" y="30"/>
                  </a:cubicBezTo>
                  <a:cubicBezTo>
                    <a:pt x="9" y="29"/>
                    <a:pt x="11" y="27"/>
                    <a:pt x="9" y="26"/>
                  </a:cubicBezTo>
                  <a:cubicBezTo>
                    <a:pt x="9" y="26"/>
                    <a:pt x="9" y="26"/>
                    <a:pt x="8" y="26"/>
                  </a:cubicBezTo>
                  <a:cubicBezTo>
                    <a:pt x="9" y="26"/>
                    <a:pt x="8" y="26"/>
                    <a:pt x="8" y="26"/>
                  </a:cubicBezTo>
                  <a:close/>
                  <a:moveTo>
                    <a:pt x="18" y="18"/>
                  </a:moveTo>
                  <a:cubicBezTo>
                    <a:pt x="18" y="19"/>
                    <a:pt x="17" y="20"/>
                    <a:pt x="17" y="21"/>
                  </a:cubicBezTo>
                  <a:cubicBezTo>
                    <a:pt x="17" y="21"/>
                    <a:pt x="17" y="21"/>
                    <a:pt x="18" y="21"/>
                  </a:cubicBezTo>
                  <a:cubicBezTo>
                    <a:pt x="18" y="21"/>
                    <a:pt x="18" y="21"/>
                    <a:pt x="18" y="21"/>
                  </a:cubicBezTo>
                  <a:cubicBezTo>
                    <a:pt x="19" y="21"/>
                    <a:pt x="21" y="19"/>
                    <a:pt x="19" y="18"/>
                  </a:cubicBezTo>
                  <a:cubicBezTo>
                    <a:pt x="19" y="17"/>
                    <a:pt x="19" y="17"/>
                    <a:pt x="18" y="18"/>
                  </a:cubicBezTo>
                  <a:close/>
                  <a:moveTo>
                    <a:pt x="7" y="22"/>
                  </a:moveTo>
                  <a:cubicBezTo>
                    <a:pt x="7" y="22"/>
                    <a:pt x="7" y="23"/>
                    <a:pt x="6" y="23"/>
                  </a:cubicBezTo>
                  <a:cubicBezTo>
                    <a:pt x="6" y="23"/>
                    <a:pt x="6" y="23"/>
                    <a:pt x="6" y="23"/>
                  </a:cubicBezTo>
                  <a:cubicBezTo>
                    <a:pt x="7" y="23"/>
                    <a:pt x="7" y="23"/>
                    <a:pt x="7" y="23"/>
                  </a:cubicBezTo>
                  <a:cubicBezTo>
                    <a:pt x="7" y="22"/>
                    <a:pt x="7" y="22"/>
                    <a:pt x="7" y="22"/>
                  </a:cubicBezTo>
                  <a:cubicBezTo>
                    <a:pt x="7" y="22"/>
                    <a:pt x="7" y="22"/>
                    <a:pt x="7" y="22"/>
                  </a:cubicBezTo>
                  <a:cubicBezTo>
                    <a:pt x="7" y="22"/>
                    <a:pt x="7" y="22"/>
                    <a:pt x="7" y="22"/>
                  </a:cubicBezTo>
                  <a:close/>
                  <a:moveTo>
                    <a:pt x="23" y="11"/>
                  </a:moveTo>
                  <a:cubicBezTo>
                    <a:pt x="23" y="12"/>
                    <a:pt x="23" y="12"/>
                    <a:pt x="23" y="12"/>
                  </a:cubicBezTo>
                  <a:cubicBezTo>
                    <a:pt x="23" y="12"/>
                    <a:pt x="23" y="12"/>
                    <a:pt x="23" y="12"/>
                  </a:cubicBezTo>
                  <a:cubicBezTo>
                    <a:pt x="23" y="12"/>
                    <a:pt x="23" y="12"/>
                    <a:pt x="23" y="12"/>
                  </a:cubicBezTo>
                  <a:cubicBezTo>
                    <a:pt x="23" y="12"/>
                    <a:pt x="23" y="12"/>
                    <a:pt x="23" y="11"/>
                  </a:cubicBezTo>
                  <a:cubicBezTo>
                    <a:pt x="23" y="11"/>
                    <a:pt x="23" y="11"/>
                    <a:pt x="23" y="11"/>
                  </a:cubicBezTo>
                  <a:cubicBezTo>
                    <a:pt x="23" y="11"/>
                    <a:pt x="23" y="11"/>
                    <a:pt x="23" y="11"/>
                  </a:cubicBezTo>
                  <a:close/>
                  <a:moveTo>
                    <a:pt x="10" y="19"/>
                  </a:moveTo>
                  <a:cubicBezTo>
                    <a:pt x="9" y="20"/>
                    <a:pt x="9" y="23"/>
                    <a:pt x="10" y="23"/>
                  </a:cubicBezTo>
                  <a:cubicBezTo>
                    <a:pt x="10" y="23"/>
                    <a:pt x="10" y="23"/>
                    <a:pt x="10" y="23"/>
                  </a:cubicBezTo>
                  <a:cubicBezTo>
                    <a:pt x="11" y="22"/>
                    <a:pt x="11" y="20"/>
                    <a:pt x="11" y="19"/>
                  </a:cubicBezTo>
                  <a:cubicBezTo>
                    <a:pt x="11" y="19"/>
                    <a:pt x="10" y="19"/>
                    <a:pt x="10" y="19"/>
                  </a:cubicBezTo>
                  <a:close/>
                  <a:moveTo>
                    <a:pt x="15" y="13"/>
                  </a:moveTo>
                  <a:cubicBezTo>
                    <a:pt x="15" y="13"/>
                    <a:pt x="15" y="13"/>
                    <a:pt x="15" y="13"/>
                  </a:cubicBezTo>
                  <a:cubicBezTo>
                    <a:pt x="15" y="14"/>
                    <a:pt x="15" y="14"/>
                    <a:pt x="15" y="14"/>
                  </a:cubicBezTo>
                  <a:cubicBezTo>
                    <a:pt x="16" y="14"/>
                    <a:pt x="16" y="14"/>
                    <a:pt x="16" y="14"/>
                  </a:cubicBezTo>
                  <a:cubicBezTo>
                    <a:pt x="16" y="14"/>
                    <a:pt x="16" y="13"/>
                    <a:pt x="16" y="13"/>
                  </a:cubicBezTo>
                  <a:cubicBezTo>
                    <a:pt x="16" y="13"/>
                    <a:pt x="16" y="13"/>
                    <a:pt x="15" y="13"/>
                  </a:cubicBezTo>
                  <a:cubicBezTo>
                    <a:pt x="16" y="13"/>
                    <a:pt x="16" y="13"/>
                    <a:pt x="15" y="13"/>
                  </a:cubicBezTo>
                  <a:close/>
                  <a:moveTo>
                    <a:pt x="9" y="16"/>
                  </a:moveTo>
                  <a:cubicBezTo>
                    <a:pt x="8" y="17"/>
                    <a:pt x="8" y="18"/>
                    <a:pt x="9" y="18"/>
                  </a:cubicBezTo>
                  <a:cubicBezTo>
                    <a:pt x="9" y="18"/>
                    <a:pt x="9" y="18"/>
                    <a:pt x="9" y="18"/>
                  </a:cubicBezTo>
                  <a:cubicBezTo>
                    <a:pt x="9" y="17"/>
                    <a:pt x="9" y="17"/>
                    <a:pt x="9" y="16"/>
                  </a:cubicBezTo>
                  <a:cubicBezTo>
                    <a:pt x="9" y="15"/>
                    <a:pt x="9" y="16"/>
                    <a:pt x="9" y="16"/>
                  </a:cubicBezTo>
                  <a:close/>
                  <a:moveTo>
                    <a:pt x="11" y="1"/>
                  </a:moveTo>
                  <a:cubicBezTo>
                    <a:pt x="13" y="0"/>
                    <a:pt x="17" y="2"/>
                    <a:pt x="19" y="4"/>
                  </a:cubicBezTo>
                  <a:cubicBezTo>
                    <a:pt x="19" y="5"/>
                    <a:pt x="19" y="6"/>
                    <a:pt x="20" y="6"/>
                  </a:cubicBezTo>
                  <a:cubicBezTo>
                    <a:pt x="21" y="7"/>
                    <a:pt x="22" y="7"/>
                    <a:pt x="23" y="7"/>
                  </a:cubicBezTo>
                  <a:cubicBezTo>
                    <a:pt x="24" y="8"/>
                    <a:pt x="25" y="9"/>
                    <a:pt x="25" y="9"/>
                  </a:cubicBezTo>
                  <a:cubicBezTo>
                    <a:pt x="27" y="9"/>
                    <a:pt x="28" y="9"/>
                    <a:pt x="29" y="9"/>
                  </a:cubicBezTo>
                  <a:cubicBezTo>
                    <a:pt x="29" y="9"/>
                    <a:pt x="29" y="9"/>
                    <a:pt x="29" y="10"/>
                  </a:cubicBezTo>
                  <a:cubicBezTo>
                    <a:pt x="28" y="12"/>
                    <a:pt x="25" y="14"/>
                    <a:pt x="25" y="16"/>
                  </a:cubicBezTo>
                  <a:cubicBezTo>
                    <a:pt x="25" y="18"/>
                    <a:pt x="27" y="19"/>
                    <a:pt x="27" y="21"/>
                  </a:cubicBezTo>
                  <a:cubicBezTo>
                    <a:pt x="28" y="23"/>
                    <a:pt x="29" y="24"/>
                    <a:pt x="29" y="26"/>
                  </a:cubicBezTo>
                  <a:cubicBezTo>
                    <a:pt x="29" y="26"/>
                    <a:pt x="29" y="27"/>
                    <a:pt x="30" y="27"/>
                  </a:cubicBezTo>
                  <a:cubicBezTo>
                    <a:pt x="30" y="28"/>
                    <a:pt x="30" y="29"/>
                    <a:pt x="30" y="30"/>
                  </a:cubicBezTo>
                  <a:cubicBezTo>
                    <a:pt x="30" y="31"/>
                    <a:pt x="31" y="31"/>
                    <a:pt x="31" y="32"/>
                  </a:cubicBezTo>
                  <a:cubicBezTo>
                    <a:pt x="31" y="32"/>
                    <a:pt x="31" y="32"/>
                    <a:pt x="31" y="32"/>
                  </a:cubicBezTo>
                  <a:cubicBezTo>
                    <a:pt x="29" y="31"/>
                    <a:pt x="27" y="30"/>
                    <a:pt x="25" y="28"/>
                  </a:cubicBezTo>
                  <a:cubicBezTo>
                    <a:pt x="24" y="26"/>
                    <a:pt x="23" y="24"/>
                    <a:pt x="22" y="23"/>
                  </a:cubicBezTo>
                  <a:cubicBezTo>
                    <a:pt x="22" y="23"/>
                    <a:pt x="22" y="23"/>
                    <a:pt x="22" y="23"/>
                  </a:cubicBezTo>
                  <a:cubicBezTo>
                    <a:pt x="20" y="25"/>
                    <a:pt x="19" y="27"/>
                    <a:pt x="16" y="29"/>
                  </a:cubicBezTo>
                  <a:cubicBezTo>
                    <a:pt x="15" y="28"/>
                    <a:pt x="13" y="26"/>
                    <a:pt x="14" y="25"/>
                  </a:cubicBezTo>
                  <a:cubicBezTo>
                    <a:pt x="14" y="24"/>
                    <a:pt x="15" y="23"/>
                    <a:pt x="15" y="22"/>
                  </a:cubicBezTo>
                  <a:cubicBezTo>
                    <a:pt x="15" y="22"/>
                    <a:pt x="14" y="21"/>
                    <a:pt x="14" y="21"/>
                  </a:cubicBezTo>
                  <a:cubicBezTo>
                    <a:pt x="14" y="20"/>
                    <a:pt x="14" y="19"/>
                    <a:pt x="15" y="19"/>
                  </a:cubicBezTo>
                  <a:cubicBezTo>
                    <a:pt x="15" y="18"/>
                    <a:pt x="14" y="15"/>
                    <a:pt x="13" y="16"/>
                  </a:cubicBezTo>
                  <a:cubicBezTo>
                    <a:pt x="12" y="16"/>
                    <a:pt x="12" y="18"/>
                    <a:pt x="12" y="19"/>
                  </a:cubicBezTo>
                  <a:cubicBezTo>
                    <a:pt x="12" y="20"/>
                    <a:pt x="13" y="21"/>
                    <a:pt x="13" y="23"/>
                  </a:cubicBezTo>
                  <a:cubicBezTo>
                    <a:pt x="13" y="25"/>
                    <a:pt x="11" y="26"/>
                    <a:pt x="13" y="29"/>
                  </a:cubicBezTo>
                  <a:cubicBezTo>
                    <a:pt x="14" y="31"/>
                    <a:pt x="17" y="33"/>
                    <a:pt x="17" y="34"/>
                  </a:cubicBezTo>
                  <a:cubicBezTo>
                    <a:pt x="17" y="34"/>
                    <a:pt x="17" y="34"/>
                    <a:pt x="17" y="34"/>
                  </a:cubicBezTo>
                  <a:cubicBezTo>
                    <a:pt x="17" y="35"/>
                    <a:pt x="17" y="35"/>
                    <a:pt x="17" y="35"/>
                  </a:cubicBezTo>
                  <a:cubicBezTo>
                    <a:pt x="16" y="34"/>
                    <a:pt x="15" y="34"/>
                    <a:pt x="14" y="33"/>
                  </a:cubicBezTo>
                  <a:cubicBezTo>
                    <a:pt x="13" y="33"/>
                    <a:pt x="13" y="32"/>
                    <a:pt x="12" y="32"/>
                  </a:cubicBezTo>
                  <a:cubicBezTo>
                    <a:pt x="12" y="32"/>
                    <a:pt x="12" y="32"/>
                    <a:pt x="12" y="32"/>
                  </a:cubicBezTo>
                  <a:cubicBezTo>
                    <a:pt x="11" y="34"/>
                    <a:pt x="11" y="37"/>
                    <a:pt x="8" y="39"/>
                  </a:cubicBezTo>
                  <a:cubicBezTo>
                    <a:pt x="7" y="39"/>
                    <a:pt x="7" y="39"/>
                    <a:pt x="7" y="39"/>
                  </a:cubicBezTo>
                  <a:cubicBezTo>
                    <a:pt x="7" y="38"/>
                    <a:pt x="5" y="36"/>
                    <a:pt x="5" y="35"/>
                  </a:cubicBezTo>
                  <a:cubicBezTo>
                    <a:pt x="5" y="34"/>
                    <a:pt x="5" y="33"/>
                    <a:pt x="6" y="33"/>
                  </a:cubicBezTo>
                  <a:cubicBezTo>
                    <a:pt x="6" y="31"/>
                    <a:pt x="6" y="28"/>
                    <a:pt x="6" y="26"/>
                  </a:cubicBezTo>
                  <a:cubicBezTo>
                    <a:pt x="6" y="26"/>
                    <a:pt x="6" y="26"/>
                    <a:pt x="6" y="26"/>
                  </a:cubicBezTo>
                  <a:cubicBezTo>
                    <a:pt x="6" y="26"/>
                    <a:pt x="6" y="26"/>
                    <a:pt x="6" y="26"/>
                  </a:cubicBezTo>
                  <a:cubicBezTo>
                    <a:pt x="5" y="27"/>
                    <a:pt x="3" y="29"/>
                    <a:pt x="2" y="29"/>
                  </a:cubicBezTo>
                  <a:cubicBezTo>
                    <a:pt x="0" y="27"/>
                    <a:pt x="2" y="23"/>
                    <a:pt x="3" y="21"/>
                  </a:cubicBezTo>
                  <a:cubicBezTo>
                    <a:pt x="3" y="19"/>
                    <a:pt x="4" y="14"/>
                    <a:pt x="4" y="13"/>
                  </a:cubicBezTo>
                  <a:cubicBezTo>
                    <a:pt x="3" y="12"/>
                    <a:pt x="3" y="11"/>
                    <a:pt x="3" y="11"/>
                  </a:cubicBezTo>
                  <a:cubicBezTo>
                    <a:pt x="3" y="9"/>
                    <a:pt x="5" y="9"/>
                    <a:pt x="6" y="9"/>
                  </a:cubicBezTo>
                  <a:cubicBezTo>
                    <a:pt x="7" y="11"/>
                    <a:pt x="6" y="12"/>
                    <a:pt x="6" y="14"/>
                  </a:cubicBezTo>
                  <a:cubicBezTo>
                    <a:pt x="5" y="17"/>
                    <a:pt x="4" y="21"/>
                    <a:pt x="3" y="23"/>
                  </a:cubicBezTo>
                  <a:cubicBezTo>
                    <a:pt x="3" y="24"/>
                    <a:pt x="3" y="25"/>
                    <a:pt x="3" y="26"/>
                  </a:cubicBezTo>
                  <a:cubicBezTo>
                    <a:pt x="3" y="26"/>
                    <a:pt x="3" y="26"/>
                    <a:pt x="3" y="27"/>
                  </a:cubicBezTo>
                  <a:cubicBezTo>
                    <a:pt x="3" y="26"/>
                    <a:pt x="8" y="22"/>
                    <a:pt x="8" y="22"/>
                  </a:cubicBezTo>
                  <a:cubicBezTo>
                    <a:pt x="9" y="20"/>
                    <a:pt x="5" y="15"/>
                    <a:pt x="9" y="14"/>
                  </a:cubicBezTo>
                  <a:cubicBezTo>
                    <a:pt x="10" y="15"/>
                    <a:pt x="12" y="15"/>
                    <a:pt x="13" y="15"/>
                  </a:cubicBezTo>
                  <a:cubicBezTo>
                    <a:pt x="13" y="15"/>
                    <a:pt x="13" y="15"/>
                    <a:pt x="13" y="15"/>
                  </a:cubicBezTo>
                  <a:cubicBezTo>
                    <a:pt x="13" y="13"/>
                    <a:pt x="13" y="13"/>
                    <a:pt x="11" y="12"/>
                  </a:cubicBezTo>
                  <a:cubicBezTo>
                    <a:pt x="11" y="11"/>
                    <a:pt x="11" y="10"/>
                    <a:pt x="12" y="9"/>
                  </a:cubicBezTo>
                  <a:cubicBezTo>
                    <a:pt x="13" y="10"/>
                    <a:pt x="14" y="10"/>
                    <a:pt x="15" y="10"/>
                  </a:cubicBezTo>
                  <a:cubicBezTo>
                    <a:pt x="15" y="7"/>
                    <a:pt x="11" y="3"/>
                    <a:pt x="1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图注">
    <p:spTree>
      <p:nvGrpSpPr>
        <p:cNvPr id="1" name=""/>
        <p:cNvGrpSpPr/>
        <p:nvPr/>
      </p:nvGrpSpPr>
      <p:grpSpPr>
        <a:xfrm>
          <a:off x="0" y="0"/>
          <a:ext cx="0" cy="0"/>
          <a:chOff x="0" y="0"/>
          <a:chExt cx="0" cy="0"/>
        </a:xfrm>
      </p:grpSpPr>
      <p:sp>
        <p:nvSpPr>
          <p:cNvPr id="4" name="图片占位符 3"/>
          <p:cNvSpPr>
            <a:spLocks noGrp="1"/>
          </p:cNvSpPr>
          <p:nvPr>
            <p:ph type="pic" sz="quarter" idx="13"/>
          </p:nvPr>
        </p:nvSpPr>
        <p:spPr>
          <a:xfrm>
            <a:off x="228093" y="221381"/>
            <a:ext cx="8124229" cy="5833980"/>
          </a:xfrm>
        </p:spPr>
        <p:txBody>
          <a:bodyPr anchor="t"/>
          <a:lstStyle>
            <a:lvl1pPr algn="ctr">
              <a:defRPr/>
            </a:lvl1pPr>
          </a:lstStyle>
          <a:p>
            <a:r>
              <a:rPr lang="zh-CN" altLang="en-US"/>
              <a:t>单击图标添加图片</a:t>
            </a:r>
            <a:endParaRPr lang="zh-CN" altLang="en-US" dirty="0"/>
          </a:p>
        </p:txBody>
      </p:sp>
      <p:sp>
        <p:nvSpPr>
          <p:cNvPr id="9" name="文本占位符 8"/>
          <p:cNvSpPr>
            <a:spLocks noGrp="1"/>
          </p:cNvSpPr>
          <p:nvPr>
            <p:ph type="body" sz="quarter" idx="14" hasCustomPrompt="1"/>
          </p:nvPr>
        </p:nvSpPr>
        <p:spPr>
          <a:xfrm>
            <a:off x="-16989" y="385562"/>
            <a:ext cx="1488080" cy="640515"/>
          </a:xfrm>
          <a:solidFill>
            <a:schemeClr val="accent1"/>
          </a:solidFill>
          <a:effectLst>
            <a:outerShdw dist="127000" dir="2040000" algn="ctr" rotWithShape="0">
              <a:schemeClr val="accent2"/>
            </a:outerShdw>
          </a:effectLst>
        </p:spPr>
        <p:txBody>
          <a:bodyPr wrap="square" lIns="180000" tIns="180000" rIns="180000" bIns="180000">
            <a:spAutoFit/>
          </a:bodyPr>
          <a:lstStyle>
            <a:lvl1pPr marL="0" indent="0" algn="r">
              <a:lnSpc>
                <a:spcPct val="100000"/>
              </a:lnSpc>
              <a:buNone/>
              <a:defRPr sz="1800">
                <a:solidFill>
                  <a:schemeClr val="bg2"/>
                </a:solidFill>
                <a:effectLst/>
              </a:defRPr>
            </a:lvl1pPr>
          </a:lstStyle>
          <a:p>
            <a:pPr lvl="0"/>
            <a:r>
              <a:rPr lang="zh-CN" altLang="en-US" dirty="0"/>
              <a:t>图片说明</a:t>
            </a:r>
            <a:endParaRPr lang="zh-CN" altLang="en-US" dirty="0"/>
          </a:p>
        </p:txBody>
      </p:sp>
      <p:sp>
        <p:nvSpPr>
          <p:cNvPr id="50" name="任意多边形 49"/>
          <p:cNvSpPr/>
          <p:nvPr/>
        </p:nvSpPr>
        <p:spPr>
          <a:xfrm>
            <a:off x="1" y="6477000"/>
            <a:ext cx="7919911" cy="381000"/>
          </a:xfrm>
          <a:custGeom>
            <a:avLst/>
            <a:gdLst>
              <a:gd name="connsiteX0" fmla="*/ 0 w 10559881"/>
              <a:gd name="connsiteY0" fmla="*/ 0 h 381000"/>
              <a:gd name="connsiteX1" fmla="*/ 10559881 w 10559881"/>
              <a:gd name="connsiteY1" fmla="*/ 0 h 381000"/>
              <a:gd name="connsiteX2" fmla="*/ 10519784 w 10559881"/>
              <a:gd name="connsiteY2" fmla="*/ 381000 h 381000"/>
              <a:gd name="connsiteX3" fmla="*/ 0 w 10559881"/>
              <a:gd name="connsiteY3" fmla="*/ 381000 h 381000"/>
            </a:gdLst>
            <a:ahLst/>
            <a:cxnLst>
              <a:cxn ang="0">
                <a:pos x="connsiteX0" y="connsiteY0"/>
              </a:cxn>
              <a:cxn ang="0">
                <a:pos x="connsiteX1" y="connsiteY1"/>
              </a:cxn>
              <a:cxn ang="0">
                <a:pos x="connsiteX2" y="connsiteY2"/>
              </a:cxn>
              <a:cxn ang="0">
                <a:pos x="connsiteX3" y="connsiteY3"/>
              </a:cxn>
            </a:cxnLst>
            <a:rect l="l" t="t" r="r" b="b"/>
            <a:pathLst>
              <a:path w="10559881" h="381000">
                <a:moveTo>
                  <a:pt x="0" y="0"/>
                </a:moveTo>
                <a:lnTo>
                  <a:pt x="10559881" y="0"/>
                </a:lnTo>
                <a:lnTo>
                  <a:pt x="10519784" y="381000"/>
                </a:lnTo>
                <a:lnTo>
                  <a:pt x="0" y="38100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p>
        </p:txBody>
      </p:sp>
      <p:sp>
        <p:nvSpPr>
          <p:cNvPr id="51" name="任意多边形 50"/>
          <p:cNvSpPr/>
          <p:nvPr/>
        </p:nvSpPr>
        <p:spPr>
          <a:xfrm>
            <a:off x="0" y="6336064"/>
            <a:ext cx="7791672" cy="521937"/>
          </a:xfrm>
          <a:custGeom>
            <a:avLst/>
            <a:gdLst>
              <a:gd name="connsiteX0" fmla="*/ 0 w 10388896"/>
              <a:gd name="connsiteY0" fmla="*/ 0 h 521937"/>
              <a:gd name="connsiteX1" fmla="*/ 10388896 w 10388896"/>
              <a:gd name="connsiteY1" fmla="*/ 0 h 521937"/>
              <a:gd name="connsiteX2" fmla="*/ 10333967 w 10388896"/>
              <a:gd name="connsiteY2" fmla="*/ 521937 h 521937"/>
              <a:gd name="connsiteX3" fmla="*/ 0 w 10388896"/>
              <a:gd name="connsiteY3" fmla="*/ 521937 h 521937"/>
            </a:gdLst>
            <a:ahLst/>
            <a:cxnLst>
              <a:cxn ang="0">
                <a:pos x="connsiteX0" y="connsiteY0"/>
              </a:cxn>
              <a:cxn ang="0">
                <a:pos x="connsiteX1" y="connsiteY1"/>
              </a:cxn>
              <a:cxn ang="0">
                <a:pos x="connsiteX2" y="connsiteY2"/>
              </a:cxn>
              <a:cxn ang="0">
                <a:pos x="connsiteX3" y="connsiteY3"/>
              </a:cxn>
            </a:cxnLst>
            <a:rect l="l" t="t" r="r" b="b"/>
            <a:pathLst>
              <a:path w="10388896" h="521937">
                <a:moveTo>
                  <a:pt x="0" y="0"/>
                </a:moveTo>
                <a:lnTo>
                  <a:pt x="10388896" y="0"/>
                </a:lnTo>
                <a:lnTo>
                  <a:pt x="10333967" y="521937"/>
                </a:lnTo>
                <a:lnTo>
                  <a:pt x="0" y="521937"/>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p>
        </p:txBody>
      </p:sp>
      <p:sp>
        <p:nvSpPr>
          <p:cNvPr id="52" name="任意多边形 51"/>
          <p:cNvSpPr/>
          <p:nvPr/>
        </p:nvSpPr>
        <p:spPr>
          <a:xfrm>
            <a:off x="8403167" y="6163733"/>
            <a:ext cx="766052" cy="529167"/>
          </a:xfrm>
          <a:custGeom>
            <a:avLst/>
            <a:gdLst>
              <a:gd name="connsiteX0" fmla="*/ 60660 w 874872"/>
              <a:gd name="connsiteY0" fmla="*/ 0 h 662516"/>
              <a:gd name="connsiteX1" fmla="*/ 874872 w 874872"/>
              <a:gd name="connsiteY1" fmla="*/ 0 h 662516"/>
              <a:gd name="connsiteX2" fmla="*/ 874872 w 874872"/>
              <a:gd name="connsiteY2" fmla="*/ 464985 h 662516"/>
              <a:gd name="connsiteX3" fmla="*/ 856786 w 874872"/>
              <a:gd name="connsiteY3" fmla="*/ 662516 h 662516"/>
              <a:gd name="connsiteX4" fmla="*/ 0 w 874872"/>
              <a:gd name="connsiteY4" fmla="*/ 662516 h 6625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4872" h="662516">
                <a:moveTo>
                  <a:pt x="60660" y="0"/>
                </a:moveTo>
                <a:lnTo>
                  <a:pt x="874872" y="0"/>
                </a:lnTo>
                <a:lnTo>
                  <a:pt x="874872" y="464985"/>
                </a:lnTo>
                <a:lnTo>
                  <a:pt x="856786" y="662516"/>
                </a:lnTo>
                <a:lnTo>
                  <a:pt x="0" y="662516"/>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15" dirty="0"/>
              <a:t>          </a:t>
            </a:r>
            <a:endParaRPr lang="zh-CN" altLang="en-US" sz="1015" dirty="0"/>
          </a:p>
        </p:txBody>
      </p:sp>
      <p:sp>
        <p:nvSpPr>
          <p:cNvPr id="53" name="任意多边形 52"/>
          <p:cNvSpPr/>
          <p:nvPr/>
        </p:nvSpPr>
        <p:spPr>
          <a:xfrm>
            <a:off x="8501632" y="6115049"/>
            <a:ext cx="667589" cy="529167"/>
          </a:xfrm>
          <a:custGeom>
            <a:avLst/>
            <a:gdLst>
              <a:gd name="connsiteX0" fmla="*/ 60660 w 762423"/>
              <a:gd name="connsiteY0" fmla="*/ 0 h 662516"/>
              <a:gd name="connsiteX1" fmla="*/ 762423 w 762423"/>
              <a:gd name="connsiteY1" fmla="*/ 0 h 662516"/>
              <a:gd name="connsiteX2" fmla="*/ 762423 w 762423"/>
              <a:gd name="connsiteY2" fmla="*/ 662516 h 662516"/>
              <a:gd name="connsiteX3" fmla="*/ 0 w 762423"/>
              <a:gd name="connsiteY3" fmla="*/ 662516 h 662516"/>
            </a:gdLst>
            <a:ahLst/>
            <a:cxnLst>
              <a:cxn ang="0">
                <a:pos x="connsiteX0" y="connsiteY0"/>
              </a:cxn>
              <a:cxn ang="0">
                <a:pos x="connsiteX1" y="connsiteY1"/>
              </a:cxn>
              <a:cxn ang="0">
                <a:pos x="connsiteX2" y="connsiteY2"/>
              </a:cxn>
              <a:cxn ang="0">
                <a:pos x="connsiteX3" y="connsiteY3"/>
              </a:cxn>
            </a:cxnLst>
            <a:rect l="l" t="t" r="r" b="b"/>
            <a:pathLst>
              <a:path w="762423" h="662516">
                <a:moveTo>
                  <a:pt x="60660" y="0"/>
                </a:moveTo>
                <a:lnTo>
                  <a:pt x="762423" y="0"/>
                </a:lnTo>
                <a:lnTo>
                  <a:pt x="762423" y="662516"/>
                </a:lnTo>
                <a:lnTo>
                  <a:pt x="0" y="662516"/>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15" dirty="0"/>
              <a:t>          </a:t>
            </a:r>
            <a:endParaRPr lang="zh-CN" altLang="en-US" sz="1015" dirty="0"/>
          </a:p>
        </p:txBody>
      </p:sp>
      <p:sp>
        <p:nvSpPr>
          <p:cNvPr id="54" name="灯片编号占位符 1"/>
          <p:cNvSpPr>
            <a:spLocks noGrp="1"/>
          </p:cNvSpPr>
          <p:nvPr>
            <p:ph type="sldNum" sz="quarter" idx="15"/>
          </p:nvPr>
        </p:nvSpPr>
        <p:spPr>
          <a:xfrm>
            <a:off x="8623298" y="6142411"/>
            <a:ext cx="460164" cy="461588"/>
          </a:xfrm>
        </p:spPr>
        <p:txBody>
          <a:bodyPr/>
          <a:lstStyle/>
          <a:p>
            <a:fld id="{5BFD90BE-674B-4941-8A47-F36542803188}" type="slidenum">
              <a:rPr lang="zh-CN" altLang="en-US" smtClean="0"/>
            </a:fld>
            <a:endParaRPr lang="zh-CN" altLang="en-US"/>
          </a:p>
        </p:txBody>
      </p:sp>
      <p:grpSp>
        <p:nvGrpSpPr>
          <p:cNvPr id="55" name="组合 54"/>
          <p:cNvGrpSpPr>
            <a:grpSpLocks noChangeAspect="1"/>
          </p:cNvGrpSpPr>
          <p:nvPr/>
        </p:nvGrpSpPr>
        <p:grpSpPr>
          <a:xfrm>
            <a:off x="137516" y="6473825"/>
            <a:ext cx="1683197" cy="284152"/>
            <a:chOff x="8729725" y="4570716"/>
            <a:chExt cx="2830513" cy="477838"/>
          </a:xfrm>
          <a:solidFill>
            <a:schemeClr val="accent4"/>
          </a:solidFill>
        </p:grpSpPr>
        <p:sp>
          <p:nvSpPr>
            <p:cNvPr id="56" name="Freeform 34"/>
            <p:cNvSpPr>
              <a:spLocks noEditPoints="1"/>
            </p:cNvSpPr>
            <p:nvPr/>
          </p:nvSpPr>
          <p:spPr bwMode="auto">
            <a:xfrm>
              <a:off x="9304400" y="4945366"/>
              <a:ext cx="1363663" cy="101600"/>
            </a:xfrm>
            <a:custGeom>
              <a:avLst/>
              <a:gdLst>
                <a:gd name="T0" fmla="*/ 15 w 915"/>
                <a:gd name="T1" fmla="*/ 51 h 68"/>
                <a:gd name="T2" fmla="*/ 14 w 915"/>
                <a:gd name="T3" fmla="*/ 11 h 68"/>
                <a:gd name="T4" fmla="*/ 35 w 915"/>
                <a:gd name="T5" fmla="*/ 4 h 68"/>
                <a:gd name="T6" fmla="*/ 77 w 915"/>
                <a:gd name="T7" fmla="*/ 51 h 68"/>
                <a:gd name="T8" fmla="*/ 74 w 915"/>
                <a:gd name="T9" fmla="*/ 51 h 68"/>
                <a:gd name="T10" fmla="*/ 57 w 915"/>
                <a:gd name="T11" fmla="*/ 21 h 68"/>
                <a:gd name="T12" fmla="*/ 108 w 915"/>
                <a:gd name="T13" fmla="*/ 0 h 68"/>
                <a:gd name="T14" fmla="*/ 104 w 915"/>
                <a:gd name="T15" fmla="*/ 32 h 68"/>
                <a:gd name="T16" fmla="*/ 134 w 915"/>
                <a:gd name="T17" fmla="*/ 21 h 68"/>
                <a:gd name="T18" fmla="*/ 155 w 915"/>
                <a:gd name="T19" fmla="*/ 21 h 68"/>
                <a:gd name="T20" fmla="*/ 187 w 915"/>
                <a:gd name="T21" fmla="*/ 46 h 68"/>
                <a:gd name="T22" fmla="*/ 169 w 915"/>
                <a:gd name="T23" fmla="*/ 29 h 68"/>
                <a:gd name="T24" fmla="*/ 221 w 915"/>
                <a:gd name="T25" fmla="*/ 24 h 68"/>
                <a:gd name="T26" fmla="*/ 198 w 915"/>
                <a:gd name="T27" fmla="*/ 52 h 68"/>
                <a:gd name="T28" fmla="*/ 209 w 915"/>
                <a:gd name="T29" fmla="*/ 18 h 68"/>
                <a:gd name="T30" fmla="*/ 247 w 915"/>
                <a:gd name="T31" fmla="*/ 51 h 68"/>
                <a:gd name="T32" fmla="*/ 244 w 915"/>
                <a:gd name="T33" fmla="*/ 42 h 68"/>
                <a:gd name="T34" fmla="*/ 271 w 915"/>
                <a:gd name="T35" fmla="*/ 1 h 68"/>
                <a:gd name="T36" fmla="*/ 276 w 915"/>
                <a:gd name="T37" fmla="*/ 51 h 68"/>
                <a:gd name="T38" fmla="*/ 259 w 915"/>
                <a:gd name="T39" fmla="*/ 22 h 68"/>
                <a:gd name="T40" fmla="*/ 301 w 915"/>
                <a:gd name="T41" fmla="*/ 46 h 68"/>
                <a:gd name="T42" fmla="*/ 292 w 915"/>
                <a:gd name="T43" fmla="*/ 7 h 68"/>
                <a:gd name="T44" fmla="*/ 333 w 915"/>
                <a:gd name="T45" fmla="*/ 20 h 68"/>
                <a:gd name="T46" fmla="*/ 309 w 915"/>
                <a:gd name="T47" fmla="*/ 67 h 68"/>
                <a:gd name="T48" fmla="*/ 305 w 915"/>
                <a:gd name="T49" fmla="*/ 19 h 68"/>
                <a:gd name="T50" fmla="*/ 379 w 915"/>
                <a:gd name="T51" fmla="*/ 18 h 68"/>
                <a:gd name="T52" fmla="*/ 415 w 915"/>
                <a:gd name="T53" fmla="*/ 44 h 68"/>
                <a:gd name="T54" fmla="*/ 403 w 915"/>
                <a:gd name="T55" fmla="*/ 21 h 68"/>
                <a:gd name="T56" fmla="*/ 425 w 915"/>
                <a:gd name="T57" fmla="*/ 5 h 68"/>
                <a:gd name="T58" fmla="*/ 475 w 915"/>
                <a:gd name="T59" fmla="*/ 19 h 68"/>
                <a:gd name="T60" fmla="*/ 465 w 915"/>
                <a:gd name="T61" fmla="*/ 54 h 68"/>
                <a:gd name="T62" fmla="*/ 471 w 915"/>
                <a:gd name="T63" fmla="*/ 48 h 68"/>
                <a:gd name="T64" fmla="*/ 474 w 915"/>
                <a:gd name="T65" fmla="*/ 4 h 68"/>
                <a:gd name="T66" fmla="*/ 516 w 915"/>
                <a:gd name="T67" fmla="*/ 28 h 68"/>
                <a:gd name="T68" fmla="*/ 517 w 915"/>
                <a:gd name="T69" fmla="*/ 40 h 68"/>
                <a:gd name="T70" fmla="*/ 537 w 915"/>
                <a:gd name="T71" fmla="*/ 49 h 68"/>
                <a:gd name="T72" fmla="*/ 528 w 915"/>
                <a:gd name="T73" fmla="*/ 23 h 68"/>
                <a:gd name="T74" fmla="*/ 565 w 915"/>
                <a:gd name="T75" fmla="*/ 53 h 68"/>
                <a:gd name="T76" fmla="*/ 563 w 915"/>
                <a:gd name="T77" fmla="*/ 21 h 68"/>
                <a:gd name="T78" fmla="*/ 620 w 915"/>
                <a:gd name="T79" fmla="*/ 52 h 68"/>
                <a:gd name="T80" fmla="*/ 596 w 915"/>
                <a:gd name="T81" fmla="*/ 49 h 68"/>
                <a:gd name="T82" fmla="*/ 587 w 915"/>
                <a:gd name="T83" fmla="*/ 22 h 68"/>
                <a:gd name="T84" fmla="*/ 642 w 915"/>
                <a:gd name="T85" fmla="*/ 17 h 68"/>
                <a:gd name="T86" fmla="*/ 643 w 915"/>
                <a:gd name="T87" fmla="*/ 48 h 68"/>
                <a:gd name="T88" fmla="*/ 667 w 915"/>
                <a:gd name="T89" fmla="*/ 49 h 68"/>
                <a:gd name="T90" fmla="*/ 671 w 915"/>
                <a:gd name="T91" fmla="*/ 23 h 68"/>
                <a:gd name="T92" fmla="*/ 726 w 915"/>
                <a:gd name="T93" fmla="*/ 20 h 68"/>
                <a:gd name="T94" fmla="*/ 739 w 915"/>
                <a:gd name="T95" fmla="*/ 29 h 68"/>
                <a:gd name="T96" fmla="*/ 731 w 915"/>
                <a:gd name="T97" fmla="*/ 33 h 68"/>
                <a:gd name="T98" fmla="*/ 778 w 915"/>
                <a:gd name="T99" fmla="*/ 45 h 68"/>
                <a:gd name="T100" fmla="*/ 771 w 915"/>
                <a:gd name="T101" fmla="*/ 24 h 68"/>
                <a:gd name="T102" fmla="*/ 753 w 915"/>
                <a:gd name="T103" fmla="*/ 45 h 68"/>
                <a:gd name="T104" fmla="*/ 803 w 915"/>
                <a:gd name="T105" fmla="*/ 54 h 68"/>
                <a:gd name="T106" fmla="*/ 816 w 915"/>
                <a:gd name="T107" fmla="*/ 0 h 68"/>
                <a:gd name="T108" fmla="*/ 812 w 915"/>
                <a:gd name="T109" fmla="*/ 29 h 68"/>
                <a:gd name="T110" fmla="*/ 881 w 915"/>
                <a:gd name="T111" fmla="*/ 10 h 68"/>
                <a:gd name="T112" fmla="*/ 859 w 915"/>
                <a:gd name="T113" fmla="*/ 49 h 68"/>
                <a:gd name="T114" fmla="*/ 903 w 915"/>
                <a:gd name="T115" fmla="*/ 48 h 68"/>
                <a:gd name="T116" fmla="*/ 891 w 915"/>
                <a:gd name="T117" fmla="*/ 31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915" h="68">
                  <a:moveTo>
                    <a:pt x="35" y="4"/>
                  </a:moveTo>
                  <a:cubicBezTo>
                    <a:pt x="35" y="3"/>
                    <a:pt x="35" y="3"/>
                    <a:pt x="35" y="3"/>
                  </a:cubicBezTo>
                  <a:cubicBezTo>
                    <a:pt x="53" y="3"/>
                    <a:pt x="53" y="3"/>
                    <a:pt x="53" y="3"/>
                  </a:cubicBezTo>
                  <a:cubicBezTo>
                    <a:pt x="53" y="4"/>
                    <a:pt x="53" y="4"/>
                    <a:pt x="53" y="4"/>
                  </a:cubicBezTo>
                  <a:cubicBezTo>
                    <a:pt x="51" y="4"/>
                    <a:pt x="51" y="4"/>
                    <a:pt x="51" y="4"/>
                  </a:cubicBezTo>
                  <a:cubicBezTo>
                    <a:pt x="49" y="4"/>
                    <a:pt x="47" y="5"/>
                    <a:pt x="46" y="6"/>
                  </a:cubicBezTo>
                  <a:cubicBezTo>
                    <a:pt x="46" y="7"/>
                    <a:pt x="45" y="9"/>
                    <a:pt x="45" y="11"/>
                  </a:cubicBezTo>
                  <a:cubicBezTo>
                    <a:pt x="45" y="32"/>
                    <a:pt x="45" y="32"/>
                    <a:pt x="45" y="32"/>
                  </a:cubicBezTo>
                  <a:cubicBezTo>
                    <a:pt x="45" y="37"/>
                    <a:pt x="45" y="41"/>
                    <a:pt x="44" y="43"/>
                  </a:cubicBezTo>
                  <a:cubicBezTo>
                    <a:pt x="43" y="46"/>
                    <a:pt x="41" y="49"/>
                    <a:pt x="38" y="51"/>
                  </a:cubicBezTo>
                  <a:cubicBezTo>
                    <a:pt x="35" y="53"/>
                    <a:pt x="31" y="53"/>
                    <a:pt x="27" y="53"/>
                  </a:cubicBezTo>
                  <a:cubicBezTo>
                    <a:pt x="21" y="53"/>
                    <a:pt x="17" y="53"/>
                    <a:pt x="15" y="51"/>
                  </a:cubicBezTo>
                  <a:cubicBezTo>
                    <a:pt x="12" y="49"/>
                    <a:pt x="10" y="46"/>
                    <a:pt x="9" y="43"/>
                  </a:cubicBezTo>
                  <a:cubicBezTo>
                    <a:pt x="8" y="41"/>
                    <a:pt x="7" y="37"/>
                    <a:pt x="7" y="31"/>
                  </a:cubicBezTo>
                  <a:cubicBezTo>
                    <a:pt x="7" y="11"/>
                    <a:pt x="7" y="11"/>
                    <a:pt x="7" y="11"/>
                  </a:cubicBezTo>
                  <a:cubicBezTo>
                    <a:pt x="7" y="8"/>
                    <a:pt x="7" y="6"/>
                    <a:pt x="6" y="5"/>
                  </a:cubicBezTo>
                  <a:cubicBezTo>
                    <a:pt x="5" y="4"/>
                    <a:pt x="4" y="3"/>
                    <a:pt x="2" y="3"/>
                  </a:cubicBezTo>
                  <a:cubicBezTo>
                    <a:pt x="0" y="3"/>
                    <a:pt x="0" y="3"/>
                    <a:pt x="0" y="3"/>
                  </a:cubicBezTo>
                  <a:cubicBezTo>
                    <a:pt x="0" y="2"/>
                    <a:pt x="0" y="2"/>
                    <a:pt x="0" y="2"/>
                  </a:cubicBezTo>
                  <a:cubicBezTo>
                    <a:pt x="21" y="2"/>
                    <a:pt x="21" y="2"/>
                    <a:pt x="21" y="2"/>
                  </a:cubicBezTo>
                  <a:cubicBezTo>
                    <a:pt x="21" y="3"/>
                    <a:pt x="21" y="3"/>
                    <a:pt x="21" y="3"/>
                  </a:cubicBezTo>
                  <a:cubicBezTo>
                    <a:pt x="19" y="3"/>
                    <a:pt x="19" y="3"/>
                    <a:pt x="19" y="3"/>
                  </a:cubicBezTo>
                  <a:cubicBezTo>
                    <a:pt x="17" y="3"/>
                    <a:pt x="15" y="4"/>
                    <a:pt x="15" y="5"/>
                  </a:cubicBezTo>
                  <a:cubicBezTo>
                    <a:pt x="14" y="6"/>
                    <a:pt x="14" y="8"/>
                    <a:pt x="14" y="11"/>
                  </a:cubicBezTo>
                  <a:cubicBezTo>
                    <a:pt x="14" y="33"/>
                    <a:pt x="14" y="33"/>
                    <a:pt x="14" y="33"/>
                  </a:cubicBezTo>
                  <a:cubicBezTo>
                    <a:pt x="14" y="35"/>
                    <a:pt x="14" y="37"/>
                    <a:pt x="14" y="40"/>
                  </a:cubicBezTo>
                  <a:cubicBezTo>
                    <a:pt x="15" y="43"/>
                    <a:pt x="15" y="45"/>
                    <a:pt x="16" y="46"/>
                  </a:cubicBezTo>
                  <a:cubicBezTo>
                    <a:pt x="17" y="48"/>
                    <a:pt x="19" y="49"/>
                    <a:pt x="20" y="50"/>
                  </a:cubicBezTo>
                  <a:cubicBezTo>
                    <a:pt x="22" y="51"/>
                    <a:pt x="24" y="51"/>
                    <a:pt x="27" y="51"/>
                  </a:cubicBezTo>
                  <a:cubicBezTo>
                    <a:pt x="30" y="51"/>
                    <a:pt x="33" y="50"/>
                    <a:pt x="35" y="49"/>
                  </a:cubicBezTo>
                  <a:cubicBezTo>
                    <a:pt x="37" y="47"/>
                    <a:pt x="39" y="46"/>
                    <a:pt x="40" y="43"/>
                  </a:cubicBezTo>
                  <a:cubicBezTo>
                    <a:pt x="41" y="41"/>
                    <a:pt x="41" y="37"/>
                    <a:pt x="41" y="32"/>
                  </a:cubicBezTo>
                  <a:cubicBezTo>
                    <a:pt x="41" y="12"/>
                    <a:pt x="41" y="12"/>
                    <a:pt x="41" y="12"/>
                  </a:cubicBezTo>
                  <a:cubicBezTo>
                    <a:pt x="41" y="9"/>
                    <a:pt x="41" y="7"/>
                    <a:pt x="40" y="6"/>
                  </a:cubicBezTo>
                  <a:cubicBezTo>
                    <a:pt x="39" y="5"/>
                    <a:pt x="38" y="4"/>
                    <a:pt x="36" y="4"/>
                  </a:cubicBezTo>
                  <a:cubicBezTo>
                    <a:pt x="35" y="4"/>
                    <a:pt x="35" y="4"/>
                    <a:pt x="35" y="4"/>
                  </a:cubicBezTo>
                  <a:close/>
                  <a:moveTo>
                    <a:pt x="69" y="25"/>
                  </a:moveTo>
                  <a:cubicBezTo>
                    <a:pt x="73" y="20"/>
                    <a:pt x="76" y="18"/>
                    <a:pt x="79" y="18"/>
                  </a:cubicBezTo>
                  <a:cubicBezTo>
                    <a:pt x="81" y="18"/>
                    <a:pt x="83" y="18"/>
                    <a:pt x="84" y="19"/>
                  </a:cubicBezTo>
                  <a:cubicBezTo>
                    <a:pt x="85" y="20"/>
                    <a:pt x="87" y="21"/>
                    <a:pt x="87" y="23"/>
                  </a:cubicBezTo>
                  <a:cubicBezTo>
                    <a:pt x="88" y="25"/>
                    <a:pt x="88" y="27"/>
                    <a:pt x="88" y="30"/>
                  </a:cubicBezTo>
                  <a:cubicBezTo>
                    <a:pt x="88" y="45"/>
                    <a:pt x="88" y="45"/>
                    <a:pt x="88" y="45"/>
                  </a:cubicBezTo>
                  <a:cubicBezTo>
                    <a:pt x="88" y="47"/>
                    <a:pt x="88" y="48"/>
                    <a:pt x="89" y="49"/>
                  </a:cubicBezTo>
                  <a:cubicBezTo>
                    <a:pt x="89" y="50"/>
                    <a:pt x="89" y="50"/>
                    <a:pt x="90" y="51"/>
                  </a:cubicBezTo>
                  <a:cubicBezTo>
                    <a:pt x="90" y="51"/>
                    <a:pt x="91" y="51"/>
                    <a:pt x="93" y="51"/>
                  </a:cubicBezTo>
                  <a:cubicBezTo>
                    <a:pt x="93" y="52"/>
                    <a:pt x="93" y="52"/>
                    <a:pt x="93" y="52"/>
                  </a:cubicBezTo>
                  <a:cubicBezTo>
                    <a:pt x="77" y="52"/>
                    <a:pt x="77" y="52"/>
                    <a:pt x="77" y="52"/>
                  </a:cubicBezTo>
                  <a:cubicBezTo>
                    <a:pt x="77" y="51"/>
                    <a:pt x="77" y="51"/>
                    <a:pt x="77" y="51"/>
                  </a:cubicBezTo>
                  <a:cubicBezTo>
                    <a:pt x="78" y="51"/>
                    <a:pt x="78" y="51"/>
                    <a:pt x="78" y="51"/>
                  </a:cubicBezTo>
                  <a:cubicBezTo>
                    <a:pt x="79" y="51"/>
                    <a:pt x="80" y="51"/>
                    <a:pt x="81" y="50"/>
                  </a:cubicBezTo>
                  <a:cubicBezTo>
                    <a:pt x="82" y="50"/>
                    <a:pt x="82" y="49"/>
                    <a:pt x="82" y="48"/>
                  </a:cubicBezTo>
                  <a:cubicBezTo>
                    <a:pt x="82" y="48"/>
                    <a:pt x="82" y="47"/>
                    <a:pt x="82" y="45"/>
                  </a:cubicBezTo>
                  <a:cubicBezTo>
                    <a:pt x="82" y="31"/>
                    <a:pt x="82" y="31"/>
                    <a:pt x="82" y="31"/>
                  </a:cubicBezTo>
                  <a:cubicBezTo>
                    <a:pt x="82" y="27"/>
                    <a:pt x="82" y="25"/>
                    <a:pt x="81" y="24"/>
                  </a:cubicBezTo>
                  <a:cubicBezTo>
                    <a:pt x="80" y="23"/>
                    <a:pt x="79" y="22"/>
                    <a:pt x="77" y="22"/>
                  </a:cubicBezTo>
                  <a:cubicBezTo>
                    <a:pt x="74" y="22"/>
                    <a:pt x="71" y="23"/>
                    <a:pt x="69" y="27"/>
                  </a:cubicBezTo>
                  <a:cubicBezTo>
                    <a:pt x="69" y="45"/>
                    <a:pt x="69" y="45"/>
                    <a:pt x="69" y="45"/>
                  </a:cubicBezTo>
                  <a:cubicBezTo>
                    <a:pt x="69" y="47"/>
                    <a:pt x="69" y="48"/>
                    <a:pt x="69" y="49"/>
                  </a:cubicBezTo>
                  <a:cubicBezTo>
                    <a:pt x="69" y="50"/>
                    <a:pt x="70" y="50"/>
                    <a:pt x="70" y="51"/>
                  </a:cubicBezTo>
                  <a:cubicBezTo>
                    <a:pt x="71" y="51"/>
                    <a:pt x="72" y="51"/>
                    <a:pt x="74" y="51"/>
                  </a:cubicBezTo>
                  <a:cubicBezTo>
                    <a:pt x="74" y="52"/>
                    <a:pt x="74" y="52"/>
                    <a:pt x="74" y="52"/>
                  </a:cubicBezTo>
                  <a:cubicBezTo>
                    <a:pt x="58" y="52"/>
                    <a:pt x="58" y="52"/>
                    <a:pt x="58" y="52"/>
                  </a:cubicBezTo>
                  <a:cubicBezTo>
                    <a:pt x="58" y="51"/>
                    <a:pt x="58" y="51"/>
                    <a:pt x="58" y="51"/>
                  </a:cubicBezTo>
                  <a:cubicBezTo>
                    <a:pt x="59" y="51"/>
                    <a:pt x="59" y="51"/>
                    <a:pt x="59" y="51"/>
                  </a:cubicBezTo>
                  <a:cubicBezTo>
                    <a:pt x="60" y="51"/>
                    <a:pt x="61" y="51"/>
                    <a:pt x="62" y="50"/>
                  </a:cubicBezTo>
                  <a:cubicBezTo>
                    <a:pt x="62" y="49"/>
                    <a:pt x="63" y="47"/>
                    <a:pt x="63" y="45"/>
                  </a:cubicBezTo>
                  <a:cubicBezTo>
                    <a:pt x="63" y="32"/>
                    <a:pt x="63" y="32"/>
                    <a:pt x="63" y="32"/>
                  </a:cubicBezTo>
                  <a:cubicBezTo>
                    <a:pt x="63" y="28"/>
                    <a:pt x="63" y="25"/>
                    <a:pt x="62" y="24"/>
                  </a:cubicBezTo>
                  <a:cubicBezTo>
                    <a:pt x="62" y="23"/>
                    <a:pt x="62" y="23"/>
                    <a:pt x="61" y="22"/>
                  </a:cubicBezTo>
                  <a:cubicBezTo>
                    <a:pt x="61" y="22"/>
                    <a:pt x="61" y="22"/>
                    <a:pt x="60" y="22"/>
                  </a:cubicBezTo>
                  <a:cubicBezTo>
                    <a:pt x="59" y="22"/>
                    <a:pt x="58" y="22"/>
                    <a:pt x="57" y="22"/>
                  </a:cubicBezTo>
                  <a:cubicBezTo>
                    <a:pt x="57" y="21"/>
                    <a:pt x="57" y="21"/>
                    <a:pt x="57" y="21"/>
                  </a:cubicBezTo>
                  <a:cubicBezTo>
                    <a:pt x="67" y="17"/>
                    <a:pt x="67" y="17"/>
                    <a:pt x="67" y="17"/>
                  </a:cubicBezTo>
                  <a:cubicBezTo>
                    <a:pt x="69" y="17"/>
                    <a:pt x="69" y="17"/>
                    <a:pt x="69" y="17"/>
                  </a:cubicBezTo>
                  <a:cubicBezTo>
                    <a:pt x="69" y="25"/>
                    <a:pt x="69" y="25"/>
                    <a:pt x="69" y="25"/>
                  </a:cubicBezTo>
                  <a:close/>
                  <a:moveTo>
                    <a:pt x="108" y="0"/>
                  </a:moveTo>
                  <a:cubicBezTo>
                    <a:pt x="109" y="0"/>
                    <a:pt x="110" y="0"/>
                    <a:pt x="110" y="1"/>
                  </a:cubicBezTo>
                  <a:cubicBezTo>
                    <a:pt x="111" y="2"/>
                    <a:pt x="111" y="3"/>
                    <a:pt x="111" y="4"/>
                  </a:cubicBezTo>
                  <a:cubicBezTo>
                    <a:pt x="111" y="5"/>
                    <a:pt x="111" y="6"/>
                    <a:pt x="110" y="7"/>
                  </a:cubicBezTo>
                  <a:cubicBezTo>
                    <a:pt x="109" y="7"/>
                    <a:pt x="109" y="8"/>
                    <a:pt x="108" y="8"/>
                  </a:cubicBezTo>
                  <a:cubicBezTo>
                    <a:pt x="107" y="8"/>
                    <a:pt x="106" y="7"/>
                    <a:pt x="105" y="7"/>
                  </a:cubicBezTo>
                  <a:cubicBezTo>
                    <a:pt x="105" y="6"/>
                    <a:pt x="104" y="5"/>
                    <a:pt x="104" y="4"/>
                  </a:cubicBezTo>
                  <a:cubicBezTo>
                    <a:pt x="104" y="3"/>
                    <a:pt x="105" y="2"/>
                    <a:pt x="105" y="1"/>
                  </a:cubicBezTo>
                  <a:cubicBezTo>
                    <a:pt x="106" y="0"/>
                    <a:pt x="107" y="0"/>
                    <a:pt x="108" y="0"/>
                  </a:cubicBezTo>
                  <a:close/>
                  <a:moveTo>
                    <a:pt x="111" y="18"/>
                  </a:moveTo>
                  <a:cubicBezTo>
                    <a:pt x="111" y="45"/>
                    <a:pt x="111" y="45"/>
                    <a:pt x="111" y="45"/>
                  </a:cubicBezTo>
                  <a:cubicBezTo>
                    <a:pt x="111" y="47"/>
                    <a:pt x="111" y="49"/>
                    <a:pt x="111" y="49"/>
                  </a:cubicBezTo>
                  <a:cubicBezTo>
                    <a:pt x="111" y="50"/>
                    <a:pt x="112" y="51"/>
                    <a:pt x="112" y="51"/>
                  </a:cubicBezTo>
                  <a:cubicBezTo>
                    <a:pt x="113" y="51"/>
                    <a:pt x="114" y="51"/>
                    <a:pt x="115" y="51"/>
                  </a:cubicBezTo>
                  <a:cubicBezTo>
                    <a:pt x="115" y="53"/>
                    <a:pt x="115" y="53"/>
                    <a:pt x="115" y="53"/>
                  </a:cubicBezTo>
                  <a:cubicBezTo>
                    <a:pt x="99" y="53"/>
                    <a:pt x="99" y="53"/>
                    <a:pt x="99" y="53"/>
                  </a:cubicBezTo>
                  <a:cubicBezTo>
                    <a:pt x="99" y="51"/>
                    <a:pt x="99" y="51"/>
                    <a:pt x="99" y="51"/>
                  </a:cubicBezTo>
                  <a:cubicBezTo>
                    <a:pt x="101" y="51"/>
                    <a:pt x="102" y="51"/>
                    <a:pt x="103" y="51"/>
                  </a:cubicBezTo>
                  <a:cubicBezTo>
                    <a:pt x="103" y="51"/>
                    <a:pt x="103" y="50"/>
                    <a:pt x="104" y="49"/>
                  </a:cubicBezTo>
                  <a:cubicBezTo>
                    <a:pt x="104" y="49"/>
                    <a:pt x="104" y="47"/>
                    <a:pt x="104" y="45"/>
                  </a:cubicBezTo>
                  <a:cubicBezTo>
                    <a:pt x="104" y="32"/>
                    <a:pt x="104" y="32"/>
                    <a:pt x="104" y="32"/>
                  </a:cubicBezTo>
                  <a:cubicBezTo>
                    <a:pt x="104" y="28"/>
                    <a:pt x="104" y="26"/>
                    <a:pt x="104" y="25"/>
                  </a:cubicBezTo>
                  <a:cubicBezTo>
                    <a:pt x="104" y="24"/>
                    <a:pt x="103" y="23"/>
                    <a:pt x="103" y="23"/>
                  </a:cubicBezTo>
                  <a:cubicBezTo>
                    <a:pt x="103" y="23"/>
                    <a:pt x="102" y="23"/>
                    <a:pt x="101" y="23"/>
                  </a:cubicBezTo>
                  <a:cubicBezTo>
                    <a:pt x="101" y="23"/>
                    <a:pt x="100" y="23"/>
                    <a:pt x="99" y="23"/>
                  </a:cubicBezTo>
                  <a:cubicBezTo>
                    <a:pt x="99" y="22"/>
                    <a:pt x="99" y="22"/>
                    <a:pt x="99" y="22"/>
                  </a:cubicBezTo>
                  <a:cubicBezTo>
                    <a:pt x="109" y="18"/>
                    <a:pt x="109" y="18"/>
                    <a:pt x="109" y="18"/>
                  </a:cubicBezTo>
                  <a:cubicBezTo>
                    <a:pt x="111" y="18"/>
                    <a:pt x="111" y="18"/>
                    <a:pt x="111" y="18"/>
                  </a:cubicBezTo>
                  <a:close/>
                  <a:moveTo>
                    <a:pt x="122" y="19"/>
                  </a:moveTo>
                  <a:cubicBezTo>
                    <a:pt x="137" y="19"/>
                    <a:pt x="137" y="19"/>
                    <a:pt x="137" y="19"/>
                  </a:cubicBezTo>
                  <a:cubicBezTo>
                    <a:pt x="137" y="20"/>
                    <a:pt x="137" y="20"/>
                    <a:pt x="137" y="20"/>
                  </a:cubicBezTo>
                  <a:cubicBezTo>
                    <a:pt x="136" y="20"/>
                    <a:pt x="136" y="20"/>
                    <a:pt x="136" y="20"/>
                  </a:cubicBezTo>
                  <a:cubicBezTo>
                    <a:pt x="135" y="20"/>
                    <a:pt x="134" y="20"/>
                    <a:pt x="134" y="21"/>
                  </a:cubicBezTo>
                  <a:cubicBezTo>
                    <a:pt x="133" y="21"/>
                    <a:pt x="133" y="22"/>
                    <a:pt x="133" y="23"/>
                  </a:cubicBezTo>
                  <a:cubicBezTo>
                    <a:pt x="133" y="23"/>
                    <a:pt x="133" y="25"/>
                    <a:pt x="134" y="26"/>
                  </a:cubicBezTo>
                  <a:cubicBezTo>
                    <a:pt x="141" y="45"/>
                    <a:pt x="141" y="45"/>
                    <a:pt x="141" y="45"/>
                  </a:cubicBezTo>
                  <a:cubicBezTo>
                    <a:pt x="149" y="25"/>
                    <a:pt x="149" y="25"/>
                    <a:pt x="149" y="25"/>
                  </a:cubicBezTo>
                  <a:cubicBezTo>
                    <a:pt x="149" y="24"/>
                    <a:pt x="150" y="23"/>
                    <a:pt x="150" y="22"/>
                  </a:cubicBezTo>
                  <a:cubicBezTo>
                    <a:pt x="150" y="21"/>
                    <a:pt x="150" y="21"/>
                    <a:pt x="149" y="21"/>
                  </a:cubicBezTo>
                  <a:cubicBezTo>
                    <a:pt x="149" y="21"/>
                    <a:pt x="149" y="20"/>
                    <a:pt x="149" y="20"/>
                  </a:cubicBezTo>
                  <a:cubicBezTo>
                    <a:pt x="148" y="20"/>
                    <a:pt x="147" y="20"/>
                    <a:pt x="146" y="20"/>
                  </a:cubicBezTo>
                  <a:cubicBezTo>
                    <a:pt x="146" y="19"/>
                    <a:pt x="146" y="19"/>
                    <a:pt x="146" y="19"/>
                  </a:cubicBezTo>
                  <a:cubicBezTo>
                    <a:pt x="157" y="19"/>
                    <a:pt x="157" y="19"/>
                    <a:pt x="157" y="19"/>
                  </a:cubicBezTo>
                  <a:cubicBezTo>
                    <a:pt x="157" y="20"/>
                    <a:pt x="157" y="20"/>
                    <a:pt x="157" y="20"/>
                  </a:cubicBezTo>
                  <a:cubicBezTo>
                    <a:pt x="156" y="20"/>
                    <a:pt x="155" y="20"/>
                    <a:pt x="155" y="21"/>
                  </a:cubicBezTo>
                  <a:cubicBezTo>
                    <a:pt x="154" y="21"/>
                    <a:pt x="153" y="23"/>
                    <a:pt x="152" y="24"/>
                  </a:cubicBezTo>
                  <a:cubicBezTo>
                    <a:pt x="141" y="53"/>
                    <a:pt x="141" y="53"/>
                    <a:pt x="141" y="53"/>
                  </a:cubicBezTo>
                  <a:cubicBezTo>
                    <a:pt x="139" y="53"/>
                    <a:pt x="139" y="53"/>
                    <a:pt x="139" y="53"/>
                  </a:cubicBezTo>
                  <a:cubicBezTo>
                    <a:pt x="127" y="25"/>
                    <a:pt x="127" y="25"/>
                    <a:pt x="127" y="25"/>
                  </a:cubicBezTo>
                  <a:cubicBezTo>
                    <a:pt x="127" y="23"/>
                    <a:pt x="126" y="22"/>
                    <a:pt x="126" y="22"/>
                  </a:cubicBezTo>
                  <a:cubicBezTo>
                    <a:pt x="125" y="21"/>
                    <a:pt x="125" y="21"/>
                    <a:pt x="124" y="20"/>
                  </a:cubicBezTo>
                  <a:cubicBezTo>
                    <a:pt x="123" y="20"/>
                    <a:pt x="123" y="20"/>
                    <a:pt x="121" y="19"/>
                  </a:cubicBezTo>
                  <a:cubicBezTo>
                    <a:pt x="122" y="19"/>
                    <a:pt x="122" y="19"/>
                    <a:pt x="122" y="19"/>
                  </a:cubicBezTo>
                  <a:close/>
                  <a:moveTo>
                    <a:pt x="169" y="31"/>
                  </a:moveTo>
                  <a:cubicBezTo>
                    <a:pt x="169" y="37"/>
                    <a:pt x="170" y="40"/>
                    <a:pt x="173" y="43"/>
                  </a:cubicBezTo>
                  <a:cubicBezTo>
                    <a:pt x="175" y="46"/>
                    <a:pt x="178" y="48"/>
                    <a:pt x="181" y="48"/>
                  </a:cubicBezTo>
                  <a:cubicBezTo>
                    <a:pt x="183" y="48"/>
                    <a:pt x="185" y="47"/>
                    <a:pt x="187" y="46"/>
                  </a:cubicBezTo>
                  <a:cubicBezTo>
                    <a:pt x="188" y="45"/>
                    <a:pt x="189" y="43"/>
                    <a:pt x="191" y="39"/>
                  </a:cubicBezTo>
                  <a:cubicBezTo>
                    <a:pt x="192" y="40"/>
                    <a:pt x="192" y="40"/>
                    <a:pt x="192" y="40"/>
                  </a:cubicBezTo>
                  <a:cubicBezTo>
                    <a:pt x="191" y="43"/>
                    <a:pt x="190" y="47"/>
                    <a:pt x="187" y="49"/>
                  </a:cubicBezTo>
                  <a:cubicBezTo>
                    <a:pt x="185" y="52"/>
                    <a:pt x="182" y="53"/>
                    <a:pt x="178" y="53"/>
                  </a:cubicBezTo>
                  <a:cubicBezTo>
                    <a:pt x="174" y="53"/>
                    <a:pt x="171" y="52"/>
                    <a:pt x="168" y="49"/>
                  </a:cubicBezTo>
                  <a:cubicBezTo>
                    <a:pt x="165" y="45"/>
                    <a:pt x="164" y="41"/>
                    <a:pt x="164" y="36"/>
                  </a:cubicBezTo>
                  <a:cubicBezTo>
                    <a:pt x="164" y="30"/>
                    <a:pt x="166" y="25"/>
                    <a:pt x="169" y="22"/>
                  </a:cubicBezTo>
                  <a:cubicBezTo>
                    <a:pt x="171" y="19"/>
                    <a:pt x="175" y="17"/>
                    <a:pt x="179" y="17"/>
                  </a:cubicBezTo>
                  <a:cubicBezTo>
                    <a:pt x="183" y="17"/>
                    <a:pt x="186" y="19"/>
                    <a:pt x="189" y="21"/>
                  </a:cubicBezTo>
                  <a:cubicBezTo>
                    <a:pt x="191" y="23"/>
                    <a:pt x="192" y="27"/>
                    <a:pt x="192" y="31"/>
                  </a:cubicBezTo>
                  <a:cubicBezTo>
                    <a:pt x="169" y="31"/>
                    <a:pt x="169" y="31"/>
                    <a:pt x="169" y="31"/>
                  </a:cubicBezTo>
                  <a:close/>
                  <a:moveTo>
                    <a:pt x="169" y="29"/>
                  </a:moveTo>
                  <a:cubicBezTo>
                    <a:pt x="184" y="29"/>
                    <a:pt x="184" y="29"/>
                    <a:pt x="184" y="29"/>
                  </a:cubicBezTo>
                  <a:cubicBezTo>
                    <a:pt x="184" y="27"/>
                    <a:pt x="184" y="26"/>
                    <a:pt x="183" y="25"/>
                  </a:cubicBezTo>
                  <a:cubicBezTo>
                    <a:pt x="183" y="24"/>
                    <a:pt x="182" y="23"/>
                    <a:pt x="181" y="22"/>
                  </a:cubicBezTo>
                  <a:cubicBezTo>
                    <a:pt x="179" y="21"/>
                    <a:pt x="178" y="21"/>
                    <a:pt x="177" y="21"/>
                  </a:cubicBezTo>
                  <a:cubicBezTo>
                    <a:pt x="175" y="21"/>
                    <a:pt x="173" y="21"/>
                    <a:pt x="172" y="23"/>
                  </a:cubicBezTo>
                  <a:cubicBezTo>
                    <a:pt x="170" y="24"/>
                    <a:pt x="169" y="27"/>
                    <a:pt x="169" y="29"/>
                  </a:cubicBezTo>
                  <a:close/>
                  <a:moveTo>
                    <a:pt x="209" y="18"/>
                  </a:moveTo>
                  <a:cubicBezTo>
                    <a:pt x="209" y="25"/>
                    <a:pt x="209" y="25"/>
                    <a:pt x="209" y="25"/>
                  </a:cubicBezTo>
                  <a:cubicBezTo>
                    <a:pt x="212" y="20"/>
                    <a:pt x="215" y="18"/>
                    <a:pt x="218" y="18"/>
                  </a:cubicBezTo>
                  <a:cubicBezTo>
                    <a:pt x="219" y="18"/>
                    <a:pt x="220" y="18"/>
                    <a:pt x="221" y="19"/>
                  </a:cubicBezTo>
                  <a:cubicBezTo>
                    <a:pt x="222" y="20"/>
                    <a:pt x="222" y="21"/>
                    <a:pt x="222" y="22"/>
                  </a:cubicBezTo>
                  <a:cubicBezTo>
                    <a:pt x="222" y="23"/>
                    <a:pt x="222" y="23"/>
                    <a:pt x="221" y="24"/>
                  </a:cubicBezTo>
                  <a:cubicBezTo>
                    <a:pt x="221" y="25"/>
                    <a:pt x="220" y="25"/>
                    <a:pt x="219" y="25"/>
                  </a:cubicBezTo>
                  <a:cubicBezTo>
                    <a:pt x="218" y="25"/>
                    <a:pt x="217" y="25"/>
                    <a:pt x="216" y="24"/>
                  </a:cubicBezTo>
                  <a:cubicBezTo>
                    <a:pt x="215" y="23"/>
                    <a:pt x="214" y="23"/>
                    <a:pt x="214" y="23"/>
                  </a:cubicBezTo>
                  <a:cubicBezTo>
                    <a:pt x="213" y="23"/>
                    <a:pt x="213" y="23"/>
                    <a:pt x="213" y="24"/>
                  </a:cubicBezTo>
                  <a:cubicBezTo>
                    <a:pt x="211" y="25"/>
                    <a:pt x="211" y="27"/>
                    <a:pt x="209" y="29"/>
                  </a:cubicBezTo>
                  <a:cubicBezTo>
                    <a:pt x="209" y="45"/>
                    <a:pt x="209" y="45"/>
                    <a:pt x="209" y="45"/>
                  </a:cubicBezTo>
                  <a:cubicBezTo>
                    <a:pt x="209" y="47"/>
                    <a:pt x="210" y="49"/>
                    <a:pt x="210" y="50"/>
                  </a:cubicBezTo>
                  <a:cubicBezTo>
                    <a:pt x="211" y="51"/>
                    <a:pt x="211" y="51"/>
                    <a:pt x="212" y="51"/>
                  </a:cubicBezTo>
                  <a:cubicBezTo>
                    <a:pt x="213" y="52"/>
                    <a:pt x="214" y="52"/>
                    <a:pt x="215" y="52"/>
                  </a:cubicBezTo>
                  <a:cubicBezTo>
                    <a:pt x="215" y="53"/>
                    <a:pt x="215" y="53"/>
                    <a:pt x="215" y="53"/>
                  </a:cubicBezTo>
                  <a:cubicBezTo>
                    <a:pt x="198" y="53"/>
                    <a:pt x="198" y="53"/>
                    <a:pt x="198" y="53"/>
                  </a:cubicBezTo>
                  <a:cubicBezTo>
                    <a:pt x="198" y="52"/>
                    <a:pt x="198" y="52"/>
                    <a:pt x="198" y="52"/>
                  </a:cubicBezTo>
                  <a:cubicBezTo>
                    <a:pt x="200" y="52"/>
                    <a:pt x="201" y="52"/>
                    <a:pt x="202" y="51"/>
                  </a:cubicBezTo>
                  <a:cubicBezTo>
                    <a:pt x="202" y="51"/>
                    <a:pt x="203" y="50"/>
                    <a:pt x="203" y="49"/>
                  </a:cubicBezTo>
                  <a:cubicBezTo>
                    <a:pt x="203" y="49"/>
                    <a:pt x="203" y="48"/>
                    <a:pt x="203" y="46"/>
                  </a:cubicBezTo>
                  <a:cubicBezTo>
                    <a:pt x="203" y="33"/>
                    <a:pt x="203" y="33"/>
                    <a:pt x="203" y="33"/>
                  </a:cubicBezTo>
                  <a:cubicBezTo>
                    <a:pt x="203" y="29"/>
                    <a:pt x="203" y="26"/>
                    <a:pt x="203" y="25"/>
                  </a:cubicBezTo>
                  <a:cubicBezTo>
                    <a:pt x="203" y="25"/>
                    <a:pt x="202" y="24"/>
                    <a:pt x="202" y="24"/>
                  </a:cubicBezTo>
                  <a:cubicBezTo>
                    <a:pt x="201" y="23"/>
                    <a:pt x="201" y="23"/>
                    <a:pt x="200" y="23"/>
                  </a:cubicBezTo>
                  <a:cubicBezTo>
                    <a:pt x="199" y="23"/>
                    <a:pt x="199" y="23"/>
                    <a:pt x="198" y="24"/>
                  </a:cubicBezTo>
                  <a:cubicBezTo>
                    <a:pt x="197" y="23"/>
                    <a:pt x="197" y="23"/>
                    <a:pt x="197" y="23"/>
                  </a:cubicBezTo>
                  <a:cubicBezTo>
                    <a:pt x="207" y="19"/>
                    <a:pt x="207" y="19"/>
                    <a:pt x="207" y="19"/>
                  </a:cubicBezTo>
                  <a:cubicBezTo>
                    <a:pt x="209" y="19"/>
                    <a:pt x="209" y="19"/>
                    <a:pt x="209" y="19"/>
                  </a:cubicBezTo>
                  <a:cubicBezTo>
                    <a:pt x="209" y="18"/>
                    <a:pt x="209" y="18"/>
                    <a:pt x="209" y="18"/>
                  </a:cubicBezTo>
                  <a:close/>
                  <a:moveTo>
                    <a:pt x="249" y="18"/>
                  </a:moveTo>
                  <a:cubicBezTo>
                    <a:pt x="249" y="29"/>
                    <a:pt x="249" y="29"/>
                    <a:pt x="249" y="29"/>
                  </a:cubicBezTo>
                  <a:cubicBezTo>
                    <a:pt x="247" y="29"/>
                    <a:pt x="247" y="29"/>
                    <a:pt x="247" y="29"/>
                  </a:cubicBezTo>
                  <a:cubicBezTo>
                    <a:pt x="247" y="26"/>
                    <a:pt x="245" y="23"/>
                    <a:pt x="244" y="22"/>
                  </a:cubicBezTo>
                  <a:cubicBezTo>
                    <a:pt x="242" y="21"/>
                    <a:pt x="241" y="20"/>
                    <a:pt x="238" y="20"/>
                  </a:cubicBezTo>
                  <a:cubicBezTo>
                    <a:pt x="237" y="20"/>
                    <a:pt x="235" y="20"/>
                    <a:pt x="234" y="21"/>
                  </a:cubicBezTo>
                  <a:cubicBezTo>
                    <a:pt x="233" y="22"/>
                    <a:pt x="233" y="23"/>
                    <a:pt x="233" y="24"/>
                  </a:cubicBezTo>
                  <a:cubicBezTo>
                    <a:pt x="233" y="25"/>
                    <a:pt x="233" y="27"/>
                    <a:pt x="234" y="28"/>
                  </a:cubicBezTo>
                  <a:cubicBezTo>
                    <a:pt x="235" y="29"/>
                    <a:pt x="236" y="30"/>
                    <a:pt x="238" y="31"/>
                  </a:cubicBezTo>
                  <a:cubicBezTo>
                    <a:pt x="243" y="34"/>
                    <a:pt x="243" y="34"/>
                    <a:pt x="243" y="34"/>
                  </a:cubicBezTo>
                  <a:cubicBezTo>
                    <a:pt x="248" y="36"/>
                    <a:pt x="251" y="39"/>
                    <a:pt x="251" y="43"/>
                  </a:cubicBezTo>
                  <a:cubicBezTo>
                    <a:pt x="251" y="47"/>
                    <a:pt x="249" y="49"/>
                    <a:pt x="247" y="51"/>
                  </a:cubicBezTo>
                  <a:cubicBezTo>
                    <a:pt x="245" y="53"/>
                    <a:pt x="243" y="54"/>
                    <a:pt x="240" y="54"/>
                  </a:cubicBezTo>
                  <a:cubicBezTo>
                    <a:pt x="238" y="54"/>
                    <a:pt x="235" y="53"/>
                    <a:pt x="233" y="53"/>
                  </a:cubicBezTo>
                  <a:cubicBezTo>
                    <a:pt x="232" y="52"/>
                    <a:pt x="231" y="52"/>
                    <a:pt x="231" y="52"/>
                  </a:cubicBezTo>
                  <a:cubicBezTo>
                    <a:pt x="231" y="52"/>
                    <a:pt x="230" y="53"/>
                    <a:pt x="230" y="53"/>
                  </a:cubicBezTo>
                  <a:cubicBezTo>
                    <a:pt x="229" y="53"/>
                    <a:pt x="229" y="53"/>
                    <a:pt x="229" y="53"/>
                  </a:cubicBezTo>
                  <a:cubicBezTo>
                    <a:pt x="229" y="41"/>
                    <a:pt x="229" y="41"/>
                    <a:pt x="229" y="41"/>
                  </a:cubicBezTo>
                  <a:cubicBezTo>
                    <a:pt x="230" y="41"/>
                    <a:pt x="230" y="41"/>
                    <a:pt x="230" y="41"/>
                  </a:cubicBezTo>
                  <a:cubicBezTo>
                    <a:pt x="231" y="45"/>
                    <a:pt x="232" y="47"/>
                    <a:pt x="234" y="49"/>
                  </a:cubicBezTo>
                  <a:cubicBezTo>
                    <a:pt x="236" y="51"/>
                    <a:pt x="238" y="52"/>
                    <a:pt x="240" y="52"/>
                  </a:cubicBezTo>
                  <a:cubicBezTo>
                    <a:pt x="242" y="52"/>
                    <a:pt x="243" y="51"/>
                    <a:pt x="244" y="50"/>
                  </a:cubicBezTo>
                  <a:cubicBezTo>
                    <a:pt x="245" y="49"/>
                    <a:pt x="246" y="48"/>
                    <a:pt x="246" y="47"/>
                  </a:cubicBezTo>
                  <a:cubicBezTo>
                    <a:pt x="246" y="45"/>
                    <a:pt x="245" y="43"/>
                    <a:pt x="244" y="42"/>
                  </a:cubicBezTo>
                  <a:cubicBezTo>
                    <a:pt x="243" y="41"/>
                    <a:pt x="241" y="39"/>
                    <a:pt x="237" y="38"/>
                  </a:cubicBezTo>
                  <a:cubicBezTo>
                    <a:pt x="234" y="36"/>
                    <a:pt x="232" y="35"/>
                    <a:pt x="231" y="33"/>
                  </a:cubicBezTo>
                  <a:cubicBezTo>
                    <a:pt x="229" y="31"/>
                    <a:pt x="229" y="30"/>
                    <a:pt x="229" y="28"/>
                  </a:cubicBezTo>
                  <a:cubicBezTo>
                    <a:pt x="229" y="25"/>
                    <a:pt x="230" y="23"/>
                    <a:pt x="232" y="21"/>
                  </a:cubicBezTo>
                  <a:cubicBezTo>
                    <a:pt x="234" y="19"/>
                    <a:pt x="236" y="18"/>
                    <a:pt x="239" y="18"/>
                  </a:cubicBezTo>
                  <a:cubicBezTo>
                    <a:pt x="240" y="18"/>
                    <a:pt x="242" y="18"/>
                    <a:pt x="244" y="19"/>
                  </a:cubicBezTo>
                  <a:cubicBezTo>
                    <a:pt x="245" y="19"/>
                    <a:pt x="246" y="19"/>
                    <a:pt x="246" y="19"/>
                  </a:cubicBezTo>
                  <a:cubicBezTo>
                    <a:pt x="247" y="19"/>
                    <a:pt x="247" y="19"/>
                    <a:pt x="247" y="19"/>
                  </a:cubicBezTo>
                  <a:cubicBezTo>
                    <a:pt x="247" y="19"/>
                    <a:pt x="247" y="18"/>
                    <a:pt x="248" y="17"/>
                  </a:cubicBezTo>
                  <a:cubicBezTo>
                    <a:pt x="249" y="18"/>
                    <a:pt x="249" y="18"/>
                    <a:pt x="249" y="18"/>
                  </a:cubicBezTo>
                  <a:close/>
                  <a:moveTo>
                    <a:pt x="268" y="0"/>
                  </a:moveTo>
                  <a:cubicBezTo>
                    <a:pt x="269" y="0"/>
                    <a:pt x="270" y="0"/>
                    <a:pt x="271" y="1"/>
                  </a:cubicBezTo>
                  <a:cubicBezTo>
                    <a:pt x="271" y="2"/>
                    <a:pt x="272" y="3"/>
                    <a:pt x="272" y="4"/>
                  </a:cubicBezTo>
                  <a:cubicBezTo>
                    <a:pt x="272" y="5"/>
                    <a:pt x="271" y="6"/>
                    <a:pt x="271" y="7"/>
                  </a:cubicBezTo>
                  <a:cubicBezTo>
                    <a:pt x="270" y="7"/>
                    <a:pt x="269" y="8"/>
                    <a:pt x="268" y="8"/>
                  </a:cubicBezTo>
                  <a:cubicBezTo>
                    <a:pt x="267" y="8"/>
                    <a:pt x="266" y="7"/>
                    <a:pt x="266" y="7"/>
                  </a:cubicBezTo>
                  <a:cubicBezTo>
                    <a:pt x="265" y="6"/>
                    <a:pt x="265" y="5"/>
                    <a:pt x="265" y="4"/>
                  </a:cubicBezTo>
                  <a:cubicBezTo>
                    <a:pt x="265" y="3"/>
                    <a:pt x="265" y="2"/>
                    <a:pt x="266" y="1"/>
                  </a:cubicBezTo>
                  <a:cubicBezTo>
                    <a:pt x="266" y="0"/>
                    <a:pt x="267" y="0"/>
                    <a:pt x="268" y="0"/>
                  </a:cubicBezTo>
                  <a:close/>
                  <a:moveTo>
                    <a:pt x="271" y="18"/>
                  </a:moveTo>
                  <a:cubicBezTo>
                    <a:pt x="271" y="45"/>
                    <a:pt x="271" y="45"/>
                    <a:pt x="271" y="45"/>
                  </a:cubicBezTo>
                  <a:cubicBezTo>
                    <a:pt x="271" y="47"/>
                    <a:pt x="271" y="49"/>
                    <a:pt x="271" y="49"/>
                  </a:cubicBezTo>
                  <a:cubicBezTo>
                    <a:pt x="272" y="50"/>
                    <a:pt x="272" y="51"/>
                    <a:pt x="273" y="51"/>
                  </a:cubicBezTo>
                  <a:cubicBezTo>
                    <a:pt x="273" y="51"/>
                    <a:pt x="274" y="51"/>
                    <a:pt x="276" y="51"/>
                  </a:cubicBezTo>
                  <a:cubicBezTo>
                    <a:pt x="276" y="53"/>
                    <a:pt x="276" y="53"/>
                    <a:pt x="276" y="53"/>
                  </a:cubicBezTo>
                  <a:cubicBezTo>
                    <a:pt x="260" y="53"/>
                    <a:pt x="260" y="53"/>
                    <a:pt x="260" y="53"/>
                  </a:cubicBezTo>
                  <a:cubicBezTo>
                    <a:pt x="260" y="51"/>
                    <a:pt x="260" y="51"/>
                    <a:pt x="260" y="51"/>
                  </a:cubicBezTo>
                  <a:cubicBezTo>
                    <a:pt x="261" y="51"/>
                    <a:pt x="263" y="51"/>
                    <a:pt x="263" y="51"/>
                  </a:cubicBezTo>
                  <a:cubicBezTo>
                    <a:pt x="263" y="51"/>
                    <a:pt x="264" y="50"/>
                    <a:pt x="264" y="49"/>
                  </a:cubicBezTo>
                  <a:cubicBezTo>
                    <a:pt x="265" y="49"/>
                    <a:pt x="265" y="47"/>
                    <a:pt x="265" y="45"/>
                  </a:cubicBezTo>
                  <a:cubicBezTo>
                    <a:pt x="265" y="32"/>
                    <a:pt x="265" y="32"/>
                    <a:pt x="265" y="32"/>
                  </a:cubicBezTo>
                  <a:cubicBezTo>
                    <a:pt x="265" y="28"/>
                    <a:pt x="265" y="26"/>
                    <a:pt x="264" y="25"/>
                  </a:cubicBezTo>
                  <a:cubicBezTo>
                    <a:pt x="264" y="24"/>
                    <a:pt x="264" y="23"/>
                    <a:pt x="263" y="23"/>
                  </a:cubicBezTo>
                  <a:cubicBezTo>
                    <a:pt x="263" y="23"/>
                    <a:pt x="263" y="23"/>
                    <a:pt x="262" y="23"/>
                  </a:cubicBezTo>
                  <a:cubicBezTo>
                    <a:pt x="261" y="23"/>
                    <a:pt x="260" y="23"/>
                    <a:pt x="259" y="23"/>
                  </a:cubicBezTo>
                  <a:cubicBezTo>
                    <a:pt x="259" y="22"/>
                    <a:pt x="259" y="22"/>
                    <a:pt x="259" y="22"/>
                  </a:cubicBezTo>
                  <a:cubicBezTo>
                    <a:pt x="269" y="18"/>
                    <a:pt x="269" y="18"/>
                    <a:pt x="269" y="18"/>
                  </a:cubicBezTo>
                  <a:cubicBezTo>
                    <a:pt x="271" y="18"/>
                    <a:pt x="271" y="18"/>
                    <a:pt x="271" y="18"/>
                  </a:cubicBezTo>
                  <a:close/>
                  <a:moveTo>
                    <a:pt x="293" y="7"/>
                  </a:moveTo>
                  <a:cubicBezTo>
                    <a:pt x="293" y="19"/>
                    <a:pt x="293" y="19"/>
                    <a:pt x="293" y="19"/>
                  </a:cubicBezTo>
                  <a:cubicBezTo>
                    <a:pt x="301" y="19"/>
                    <a:pt x="301" y="19"/>
                    <a:pt x="301" y="19"/>
                  </a:cubicBezTo>
                  <a:cubicBezTo>
                    <a:pt x="301" y="21"/>
                    <a:pt x="301" y="21"/>
                    <a:pt x="301" y="21"/>
                  </a:cubicBezTo>
                  <a:cubicBezTo>
                    <a:pt x="293" y="21"/>
                    <a:pt x="293" y="21"/>
                    <a:pt x="293" y="21"/>
                  </a:cubicBezTo>
                  <a:cubicBezTo>
                    <a:pt x="293" y="43"/>
                    <a:pt x="293" y="43"/>
                    <a:pt x="293" y="43"/>
                  </a:cubicBezTo>
                  <a:cubicBezTo>
                    <a:pt x="293" y="45"/>
                    <a:pt x="294" y="47"/>
                    <a:pt x="294" y="48"/>
                  </a:cubicBezTo>
                  <a:cubicBezTo>
                    <a:pt x="295" y="49"/>
                    <a:pt x="295" y="49"/>
                    <a:pt x="297" y="49"/>
                  </a:cubicBezTo>
                  <a:cubicBezTo>
                    <a:pt x="297" y="49"/>
                    <a:pt x="298" y="49"/>
                    <a:pt x="299" y="48"/>
                  </a:cubicBezTo>
                  <a:cubicBezTo>
                    <a:pt x="300" y="48"/>
                    <a:pt x="300" y="47"/>
                    <a:pt x="301" y="46"/>
                  </a:cubicBezTo>
                  <a:cubicBezTo>
                    <a:pt x="302" y="46"/>
                    <a:pt x="302" y="46"/>
                    <a:pt x="302" y="46"/>
                  </a:cubicBezTo>
                  <a:cubicBezTo>
                    <a:pt x="301" y="48"/>
                    <a:pt x="300" y="50"/>
                    <a:pt x="298" y="51"/>
                  </a:cubicBezTo>
                  <a:cubicBezTo>
                    <a:pt x="297" y="53"/>
                    <a:pt x="295" y="53"/>
                    <a:pt x="293" y="53"/>
                  </a:cubicBezTo>
                  <a:cubicBezTo>
                    <a:pt x="292" y="53"/>
                    <a:pt x="291" y="53"/>
                    <a:pt x="290" y="53"/>
                  </a:cubicBezTo>
                  <a:cubicBezTo>
                    <a:pt x="289" y="52"/>
                    <a:pt x="288" y="51"/>
                    <a:pt x="288" y="50"/>
                  </a:cubicBezTo>
                  <a:cubicBezTo>
                    <a:pt x="287" y="49"/>
                    <a:pt x="287" y="47"/>
                    <a:pt x="287" y="44"/>
                  </a:cubicBezTo>
                  <a:cubicBezTo>
                    <a:pt x="287" y="21"/>
                    <a:pt x="287" y="21"/>
                    <a:pt x="287" y="21"/>
                  </a:cubicBezTo>
                  <a:cubicBezTo>
                    <a:pt x="282" y="21"/>
                    <a:pt x="282" y="21"/>
                    <a:pt x="282" y="21"/>
                  </a:cubicBezTo>
                  <a:cubicBezTo>
                    <a:pt x="282" y="20"/>
                    <a:pt x="282" y="20"/>
                    <a:pt x="282" y="20"/>
                  </a:cubicBezTo>
                  <a:cubicBezTo>
                    <a:pt x="283" y="20"/>
                    <a:pt x="285" y="19"/>
                    <a:pt x="286" y="17"/>
                  </a:cubicBezTo>
                  <a:cubicBezTo>
                    <a:pt x="287" y="16"/>
                    <a:pt x="288" y="15"/>
                    <a:pt x="289" y="13"/>
                  </a:cubicBezTo>
                  <a:cubicBezTo>
                    <a:pt x="290" y="12"/>
                    <a:pt x="291" y="10"/>
                    <a:pt x="292" y="7"/>
                  </a:cubicBezTo>
                  <a:cubicBezTo>
                    <a:pt x="293" y="7"/>
                    <a:pt x="293" y="7"/>
                    <a:pt x="293" y="7"/>
                  </a:cubicBezTo>
                  <a:close/>
                  <a:moveTo>
                    <a:pt x="306" y="19"/>
                  </a:moveTo>
                  <a:cubicBezTo>
                    <a:pt x="321" y="19"/>
                    <a:pt x="321" y="19"/>
                    <a:pt x="321" y="19"/>
                  </a:cubicBezTo>
                  <a:cubicBezTo>
                    <a:pt x="321" y="20"/>
                    <a:pt x="321" y="20"/>
                    <a:pt x="321" y="20"/>
                  </a:cubicBezTo>
                  <a:cubicBezTo>
                    <a:pt x="320" y="20"/>
                    <a:pt x="320" y="20"/>
                    <a:pt x="320" y="20"/>
                  </a:cubicBezTo>
                  <a:cubicBezTo>
                    <a:pt x="319" y="20"/>
                    <a:pt x="318" y="20"/>
                    <a:pt x="318" y="21"/>
                  </a:cubicBezTo>
                  <a:cubicBezTo>
                    <a:pt x="317" y="21"/>
                    <a:pt x="317" y="22"/>
                    <a:pt x="317" y="22"/>
                  </a:cubicBezTo>
                  <a:cubicBezTo>
                    <a:pt x="317" y="23"/>
                    <a:pt x="317" y="25"/>
                    <a:pt x="318" y="26"/>
                  </a:cubicBezTo>
                  <a:cubicBezTo>
                    <a:pt x="326" y="43"/>
                    <a:pt x="326" y="43"/>
                    <a:pt x="326" y="43"/>
                  </a:cubicBezTo>
                  <a:cubicBezTo>
                    <a:pt x="333" y="25"/>
                    <a:pt x="333" y="25"/>
                    <a:pt x="333" y="25"/>
                  </a:cubicBezTo>
                  <a:cubicBezTo>
                    <a:pt x="334" y="23"/>
                    <a:pt x="334" y="23"/>
                    <a:pt x="334" y="21"/>
                  </a:cubicBezTo>
                  <a:cubicBezTo>
                    <a:pt x="334" y="21"/>
                    <a:pt x="334" y="21"/>
                    <a:pt x="333" y="20"/>
                  </a:cubicBezTo>
                  <a:cubicBezTo>
                    <a:pt x="333" y="20"/>
                    <a:pt x="333" y="20"/>
                    <a:pt x="333" y="19"/>
                  </a:cubicBezTo>
                  <a:cubicBezTo>
                    <a:pt x="332" y="19"/>
                    <a:pt x="331" y="19"/>
                    <a:pt x="331" y="19"/>
                  </a:cubicBezTo>
                  <a:cubicBezTo>
                    <a:pt x="331" y="18"/>
                    <a:pt x="331" y="18"/>
                    <a:pt x="331" y="18"/>
                  </a:cubicBezTo>
                  <a:cubicBezTo>
                    <a:pt x="341" y="18"/>
                    <a:pt x="341" y="18"/>
                    <a:pt x="341" y="18"/>
                  </a:cubicBezTo>
                  <a:cubicBezTo>
                    <a:pt x="341" y="19"/>
                    <a:pt x="341" y="19"/>
                    <a:pt x="341" y="19"/>
                  </a:cubicBezTo>
                  <a:cubicBezTo>
                    <a:pt x="341" y="19"/>
                    <a:pt x="340" y="19"/>
                    <a:pt x="339" y="19"/>
                  </a:cubicBezTo>
                  <a:cubicBezTo>
                    <a:pt x="339" y="20"/>
                    <a:pt x="338" y="20"/>
                    <a:pt x="338" y="21"/>
                  </a:cubicBezTo>
                  <a:cubicBezTo>
                    <a:pt x="337" y="21"/>
                    <a:pt x="337" y="22"/>
                    <a:pt x="337" y="24"/>
                  </a:cubicBezTo>
                  <a:cubicBezTo>
                    <a:pt x="323" y="58"/>
                    <a:pt x="323" y="58"/>
                    <a:pt x="323" y="58"/>
                  </a:cubicBezTo>
                  <a:cubicBezTo>
                    <a:pt x="322" y="61"/>
                    <a:pt x="321" y="63"/>
                    <a:pt x="318" y="65"/>
                  </a:cubicBezTo>
                  <a:cubicBezTo>
                    <a:pt x="316" y="67"/>
                    <a:pt x="314" y="68"/>
                    <a:pt x="312" y="68"/>
                  </a:cubicBezTo>
                  <a:cubicBezTo>
                    <a:pt x="311" y="68"/>
                    <a:pt x="310" y="67"/>
                    <a:pt x="309" y="67"/>
                  </a:cubicBezTo>
                  <a:cubicBezTo>
                    <a:pt x="308" y="66"/>
                    <a:pt x="307" y="65"/>
                    <a:pt x="307" y="64"/>
                  </a:cubicBezTo>
                  <a:cubicBezTo>
                    <a:pt x="307" y="63"/>
                    <a:pt x="308" y="62"/>
                    <a:pt x="308" y="61"/>
                  </a:cubicBezTo>
                  <a:cubicBezTo>
                    <a:pt x="309" y="61"/>
                    <a:pt x="310" y="61"/>
                    <a:pt x="311" y="61"/>
                  </a:cubicBezTo>
                  <a:cubicBezTo>
                    <a:pt x="312" y="61"/>
                    <a:pt x="313" y="61"/>
                    <a:pt x="314" y="61"/>
                  </a:cubicBezTo>
                  <a:cubicBezTo>
                    <a:pt x="315" y="62"/>
                    <a:pt x="316" y="62"/>
                    <a:pt x="316" y="62"/>
                  </a:cubicBezTo>
                  <a:cubicBezTo>
                    <a:pt x="317" y="62"/>
                    <a:pt x="317" y="61"/>
                    <a:pt x="318" y="61"/>
                  </a:cubicBezTo>
                  <a:cubicBezTo>
                    <a:pt x="319" y="60"/>
                    <a:pt x="320" y="58"/>
                    <a:pt x="321" y="56"/>
                  </a:cubicBezTo>
                  <a:cubicBezTo>
                    <a:pt x="323" y="50"/>
                    <a:pt x="323" y="50"/>
                    <a:pt x="323" y="50"/>
                  </a:cubicBezTo>
                  <a:cubicBezTo>
                    <a:pt x="311" y="25"/>
                    <a:pt x="311" y="25"/>
                    <a:pt x="311" y="25"/>
                  </a:cubicBezTo>
                  <a:cubicBezTo>
                    <a:pt x="311" y="24"/>
                    <a:pt x="311" y="23"/>
                    <a:pt x="310" y="22"/>
                  </a:cubicBezTo>
                  <a:cubicBezTo>
                    <a:pt x="309" y="21"/>
                    <a:pt x="309" y="20"/>
                    <a:pt x="308" y="20"/>
                  </a:cubicBezTo>
                  <a:cubicBezTo>
                    <a:pt x="308" y="20"/>
                    <a:pt x="307" y="19"/>
                    <a:pt x="305" y="19"/>
                  </a:cubicBezTo>
                  <a:cubicBezTo>
                    <a:pt x="306" y="19"/>
                    <a:pt x="306" y="19"/>
                    <a:pt x="306" y="19"/>
                  </a:cubicBezTo>
                  <a:close/>
                  <a:moveTo>
                    <a:pt x="379" y="18"/>
                  </a:moveTo>
                  <a:cubicBezTo>
                    <a:pt x="383" y="18"/>
                    <a:pt x="387" y="20"/>
                    <a:pt x="391" y="24"/>
                  </a:cubicBezTo>
                  <a:cubicBezTo>
                    <a:pt x="393" y="27"/>
                    <a:pt x="395" y="31"/>
                    <a:pt x="395" y="35"/>
                  </a:cubicBezTo>
                  <a:cubicBezTo>
                    <a:pt x="395" y="39"/>
                    <a:pt x="394" y="41"/>
                    <a:pt x="393" y="45"/>
                  </a:cubicBezTo>
                  <a:cubicBezTo>
                    <a:pt x="391" y="48"/>
                    <a:pt x="389" y="50"/>
                    <a:pt x="387" y="52"/>
                  </a:cubicBezTo>
                  <a:cubicBezTo>
                    <a:pt x="385" y="53"/>
                    <a:pt x="382" y="54"/>
                    <a:pt x="379" y="54"/>
                  </a:cubicBezTo>
                  <a:cubicBezTo>
                    <a:pt x="374" y="54"/>
                    <a:pt x="370" y="52"/>
                    <a:pt x="367" y="48"/>
                  </a:cubicBezTo>
                  <a:cubicBezTo>
                    <a:pt x="365" y="45"/>
                    <a:pt x="363" y="41"/>
                    <a:pt x="363" y="37"/>
                  </a:cubicBezTo>
                  <a:cubicBezTo>
                    <a:pt x="363" y="33"/>
                    <a:pt x="364" y="30"/>
                    <a:pt x="366" y="27"/>
                  </a:cubicBezTo>
                  <a:cubicBezTo>
                    <a:pt x="367" y="24"/>
                    <a:pt x="369" y="22"/>
                    <a:pt x="372" y="21"/>
                  </a:cubicBezTo>
                  <a:cubicBezTo>
                    <a:pt x="373" y="19"/>
                    <a:pt x="376" y="18"/>
                    <a:pt x="379" y="18"/>
                  </a:cubicBezTo>
                  <a:close/>
                  <a:moveTo>
                    <a:pt x="377" y="20"/>
                  </a:moveTo>
                  <a:cubicBezTo>
                    <a:pt x="376" y="20"/>
                    <a:pt x="375" y="21"/>
                    <a:pt x="373" y="21"/>
                  </a:cubicBezTo>
                  <a:cubicBezTo>
                    <a:pt x="372" y="22"/>
                    <a:pt x="371" y="23"/>
                    <a:pt x="370" y="25"/>
                  </a:cubicBezTo>
                  <a:cubicBezTo>
                    <a:pt x="369" y="27"/>
                    <a:pt x="369" y="30"/>
                    <a:pt x="369" y="33"/>
                  </a:cubicBezTo>
                  <a:cubicBezTo>
                    <a:pt x="369" y="38"/>
                    <a:pt x="370" y="42"/>
                    <a:pt x="372" y="46"/>
                  </a:cubicBezTo>
                  <a:cubicBezTo>
                    <a:pt x="374" y="49"/>
                    <a:pt x="376" y="51"/>
                    <a:pt x="379" y="51"/>
                  </a:cubicBezTo>
                  <a:cubicBezTo>
                    <a:pt x="382" y="51"/>
                    <a:pt x="384" y="50"/>
                    <a:pt x="385" y="48"/>
                  </a:cubicBezTo>
                  <a:cubicBezTo>
                    <a:pt x="387" y="46"/>
                    <a:pt x="387" y="43"/>
                    <a:pt x="387" y="38"/>
                  </a:cubicBezTo>
                  <a:cubicBezTo>
                    <a:pt x="387" y="32"/>
                    <a:pt x="386" y="27"/>
                    <a:pt x="384" y="24"/>
                  </a:cubicBezTo>
                  <a:cubicBezTo>
                    <a:pt x="382" y="21"/>
                    <a:pt x="380" y="20"/>
                    <a:pt x="377" y="20"/>
                  </a:cubicBezTo>
                  <a:close/>
                  <a:moveTo>
                    <a:pt x="415" y="21"/>
                  </a:moveTo>
                  <a:cubicBezTo>
                    <a:pt x="415" y="44"/>
                    <a:pt x="415" y="44"/>
                    <a:pt x="415" y="44"/>
                  </a:cubicBezTo>
                  <a:cubicBezTo>
                    <a:pt x="415" y="47"/>
                    <a:pt x="416" y="49"/>
                    <a:pt x="416" y="50"/>
                  </a:cubicBezTo>
                  <a:cubicBezTo>
                    <a:pt x="417" y="51"/>
                    <a:pt x="418" y="51"/>
                    <a:pt x="420" y="51"/>
                  </a:cubicBezTo>
                  <a:cubicBezTo>
                    <a:pt x="423" y="51"/>
                    <a:pt x="423" y="51"/>
                    <a:pt x="423" y="51"/>
                  </a:cubicBezTo>
                  <a:cubicBezTo>
                    <a:pt x="423" y="53"/>
                    <a:pt x="423" y="53"/>
                    <a:pt x="423" y="53"/>
                  </a:cubicBezTo>
                  <a:cubicBezTo>
                    <a:pt x="403" y="53"/>
                    <a:pt x="403" y="53"/>
                    <a:pt x="403" y="53"/>
                  </a:cubicBezTo>
                  <a:cubicBezTo>
                    <a:pt x="403" y="51"/>
                    <a:pt x="403" y="51"/>
                    <a:pt x="403" y="51"/>
                  </a:cubicBezTo>
                  <a:cubicBezTo>
                    <a:pt x="405" y="51"/>
                    <a:pt x="405" y="51"/>
                    <a:pt x="405" y="51"/>
                  </a:cubicBezTo>
                  <a:cubicBezTo>
                    <a:pt x="406" y="51"/>
                    <a:pt x="407" y="51"/>
                    <a:pt x="408" y="51"/>
                  </a:cubicBezTo>
                  <a:cubicBezTo>
                    <a:pt x="409" y="50"/>
                    <a:pt x="409" y="49"/>
                    <a:pt x="409" y="49"/>
                  </a:cubicBezTo>
                  <a:cubicBezTo>
                    <a:pt x="410" y="48"/>
                    <a:pt x="410" y="46"/>
                    <a:pt x="410" y="44"/>
                  </a:cubicBezTo>
                  <a:cubicBezTo>
                    <a:pt x="410" y="21"/>
                    <a:pt x="410" y="21"/>
                    <a:pt x="410" y="21"/>
                  </a:cubicBezTo>
                  <a:cubicBezTo>
                    <a:pt x="403" y="21"/>
                    <a:pt x="403" y="21"/>
                    <a:pt x="403" y="21"/>
                  </a:cubicBezTo>
                  <a:cubicBezTo>
                    <a:pt x="403" y="19"/>
                    <a:pt x="403" y="19"/>
                    <a:pt x="403" y="19"/>
                  </a:cubicBezTo>
                  <a:cubicBezTo>
                    <a:pt x="410" y="19"/>
                    <a:pt x="410" y="19"/>
                    <a:pt x="410" y="19"/>
                  </a:cubicBezTo>
                  <a:cubicBezTo>
                    <a:pt x="410" y="16"/>
                    <a:pt x="410" y="16"/>
                    <a:pt x="410" y="16"/>
                  </a:cubicBezTo>
                  <a:cubicBezTo>
                    <a:pt x="410" y="13"/>
                    <a:pt x="410" y="10"/>
                    <a:pt x="411" y="7"/>
                  </a:cubicBezTo>
                  <a:cubicBezTo>
                    <a:pt x="413" y="5"/>
                    <a:pt x="414" y="3"/>
                    <a:pt x="416" y="2"/>
                  </a:cubicBezTo>
                  <a:cubicBezTo>
                    <a:pt x="418" y="0"/>
                    <a:pt x="421" y="0"/>
                    <a:pt x="423" y="0"/>
                  </a:cubicBezTo>
                  <a:cubicBezTo>
                    <a:pt x="426" y="0"/>
                    <a:pt x="428" y="1"/>
                    <a:pt x="430" y="2"/>
                  </a:cubicBezTo>
                  <a:cubicBezTo>
                    <a:pt x="431" y="3"/>
                    <a:pt x="432" y="5"/>
                    <a:pt x="432" y="6"/>
                  </a:cubicBezTo>
                  <a:cubicBezTo>
                    <a:pt x="432" y="7"/>
                    <a:pt x="432" y="7"/>
                    <a:pt x="431" y="8"/>
                  </a:cubicBezTo>
                  <a:cubicBezTo>
                    <a:pt x="431" y="9"/>
                    <a:pt x="430" y="9"/>
                    <a:pt x="429" y="9"/>
                  </a:cubicBezTo>
                  <a:cubicBezTo>
                    <a:pt x="429" y="9"/>
                    <a:pt x="428" y="8"/>
                    <a:pt x="428" y="8"/>
                  </a:cubicBezTo>
                  <a:cubicBezTo>
                    <a:pt x="427" y="7"/>
                    <a:pt x="427" y="7"/>
                    <a:pt x="425" y="5"/>
                  </a:cubicBezTo>
                  <a:cubicBezTo>
                    <a:pt x="425" y="4"/>
                    <a:pt x="424" y="3"/>
                    <a:pt x="423" y="2"/>
                  </a:cubicBezTo>
                  <a:cubicBezTo>
                    <a:pt x="422" y="2"/>
                    <a:pt x="421" y="1"/>
                    <a:pt x="421" y="1"/>
                  </a:cubicBezTo>
                  <a:cubicBezTo>
                    <a:pt x="419" y="1"/>
                    <a:pt x="419" y="2"/>
                    <a:pt x="418" y="2"/>
                  </a:cubicBezTo>
                  <a:cubicBezTo>
                    <a:pt x="417" y="3"/>
                    <a:pt x="417" y="4"/>
                    <a:pt x="416" y="5"/>
                  </a:cubicBezTo>
                  <a:cubicBezTo>
                    <a:pt x="416" y="6"/>
                    <a:pt x="416" y="9"/>
                    <a:pt x="416" y="15"/>
                  </a:cubicBezTo>
                  <a:cubicBezTo>
                    <a:pt x="416" y="17"/>
                    <a:pt x="416" y="17"/>
                    <a:pt x="416" y="17"/>
                  </a:cubicBezTo>
                  <a:cubicBezTo>
                    <a:pt x="424" y="17"/>
                    <a:pt x="424" y="17"/>
                    <a:pt x="424" y="17"/>
                  </a:cubicBezTo>
                  <a:cubicBezTo>
                    <a:pt x="424" y="21"/>
                    <a:pt x="424" y="21"/>
                    <a:pt x="424" y="21"/>
                  </a:cubicBezTo>
                  <a:cubicBezTo>
                    <a:pt x="415" y="21"/>
                    <a:pt x="415" y="21"/>
                    <a:pt x="415" y="21"/>
                  </a:cubicBezTo>
                  <a:close/>
                  <a:moveTo>
                    <a:pt x="477" y="1"/>
                  </a:moveTo>
                  <a:cubicBezTo>
                    <a:pt x="477" y="19"/>
                    <a:pt x="477" y="19"/>
                    <a:pt x="477" y="19"/>
                  </a:cubicBezTo>
                  <a:cubicBezTo>
                    <a:pt x="475" y="19"/>
                    <a:pt x="475" y="19"/>
                    <a:pt x="475" y="19"/>
                  </a:cubicBezTo>
                  <a:cubicBezTo>
                    <a:pt x="475" y="15"/>
                    <a:pt x="474" y="13"/>
                    <a:pt x="473" y="11"/>
                  </a:cubicBezTo>
                  <a:cubicBezTo>
                    <a:pt x="472" y="9"/>
                    <a:pt x="470" y="7"/>
                    <a:pt x="468" y="6"/>
                  </a:cubicBezTo>
                  <a:cubicBezTo>
                    <a:pt x="466" y="5"/>
                    <a:pt x="464" y="4"/>
                    <a:pt x="462" y="4"/>
                  </a:cubicBezTo>
                  <a:cubicBezTo>
                    <a:pt x="459" y="4"/>
                    <a:pt x="457" y="5"/>
                    <a:pt x="456" y="7"/>
                  </a:cubicBezTo>
                  <a:cubicBezTo>
                    <a:pt x="454" y="8"/>
                    <a:pt x="453" y="10"/>
                    <a:pt x="453" y="12"/>
                  </a:cubicBezTo>
                  <a:cubicBezTo>
                    <a:pt x="453" y="13"/>
                    <a:pt x="454" y="15"/>
                    <a:pt x="455" y="16"/>
                  </a:cubicBezTo>
                  <a:cubicBezTo>
                    <a:pt x="457" y="18"/>
                    <a:pt x="460" y="20"/>
                    <a:pt x="465" y="23"/>
                  </a:cubicBezTo>
                  <a:cubicBezTo>
                    <a:pt x="470" y="26"/>
                    <a:pt x="473" y="28"/>
                    <a:pt x="475" y="29"/>
                  </a:cubicBezTo>
                  <a:cubicBezTo>
                    <a:pt x="476" y="31"/>
                    <a:pt x="477" y="32"/>
                    <a:pt x="479" y="34"/>
                  </a:cubicBezTo>
                  <a:cubicBezTo>
                    <a:pt x="479" y="36"/>
                    <a:pt x="480" y="38"/>
                    <a:pt x="480" y="40"/>
                  </a:cubicBezTo>
                  <a:cubicBezTo>
                    <a:pt x="480" y="44"/>
                    <a:pt x="478" y="47"/>
                    <a:pt x="475" y="50"/>
                  </a:cubicBezTo>
                  <a:cubicBezTo>
                    <a:pt x="473" y="53"/>
                    <a:pt x="469" y="54"/>
                    <a:pt x="465" y="54"/>
                  </a:cubicBezTo>
                  <a:cubicBezTo>
                    <a:pt x="463" y="54"/>
                    <a:pt x="462" y="54"/>
                    <a:pt x="461" y="53"/>
                  </a:cubicBezTo>
                  <a:cubicBezTo>
                    <a:pt x="460" y="53"/>
                    <a:pt x="458" y="53"/>
                    <a:pt x="456" y="52"/>
                  </a:cubicBezTo>
                  <a:cubicBezTo>
                    <a:pt x="454" y="51"/>
                    <a:pt x="453" y="51"/>
                    <a:pt x="452" y="51"/>
                  </a:cubicBezTo>
                  <a:cubicBezTo>
                    <a:pt x="451" y="51"/>
                    <a:pt x="451" y="51"/>
                    <a:pt x="450" y="51"/>
                  </a:cubicBezTo>
                  <a:cubicBezTo>
                    <a:pt x="450" y="52"/>
                    <a:pt x="450" y="53"/>
                    <a:pt x="449" y="54"/>
                  </a:cubicBezTo>
                  <a:cubicBezTo>
                    <a:pt x="448" y="54"/>
                    <a:pt x="448" y="54"/>
                    <a:pt x="448" y="54"/>
                  </a:cubicBezTo>
                  <a:cubicBezTo>
                    <a:pt x="448" y="37"/>
                    <a:pt x="448" y="37"/>
                    <a:pt x="448" y="37"/>
                  </a:cubicBezTo>
                  <a:cubicBezTo>
                    <a:pt x="449" y="37"/>
                    <a:pt x="449" y="37"/>
                    <a:pt x="449" y="37"/>
                  </a:cubicBezTo>
                  <a:cubicBezTo>
                    <a:pt x="450" y="40"/>
                    <a:pt x="451" y="43"/>
                    <a:pt x="452" y="45"/>
                  </a:cubicBezTo>
                  <a:cubicBezTo>
                    <a:pt x="453" y="46"/>
                    <a:pt x="455" y="48"/>
                    <a:pt x="457" y="49"/>
                  </a:cubicBezTo>
                  <a:cubicBezTo>
                    <a:pt x="459" y="50"/>
                    <a:pt x="461" y="51"/>
                    <a:pt x="464" y="51"/>
                  </a:cubicBezTo>
                  <a:cubicBezTo>
                    <a:pt x="467" y="51"/>
                    <a:pt x="469" y="50"/>
                    <a:pt x="471" y="48"/>
                  </a:cubicBezTo>
                  <a:cubicBezTo>
                    <a:pt x="473" y="47"/>
                    <a:pt x="473" y="45"/>
                    <a:pt x="473" y="43"/>
                  </a:cubicBezTo>
                  <a:cubicBezTo>
                    <a:pt x="473" y="41"/>
                    <a:pt x="473" y="40"/>
                    <a:pt x="473" y="39"/>
                  </a:cubicBezTo>
                  <a:cubicBezTo>
                    <a:pt x="472" y="38"/>
                    <a:pt x="471" y="37"/>
                    <a:pt x="469" y="35"/>
                  </a:cubicBezTo>
                  <a:cubicBezTo>
                    <a:pt x="469" y="35"/>
                    <a:pt x="466" y="33"/>
                    <a:pt x="462" y="31"/>
                  </a:cubicBezTo>
                  <a:cubicBezTo>
                    <a:pt x="458" y="28"/>
                    <a:pt x="455" y="26"/>
                    <a:pt x="453" y="25"/>
                  </a:cubicBezTo>
                  <a:cubicBezTo>
                    <a:pt x="451" y="23"/>
                    <a:pt x="450" y="22"/>
                    <a:pt x="449" y="20"/>
                  </a:cubicBezTo>
                  <a:cubicBezTo>
                    <a:pt x="448" y="19"/>
                    <a:pt x="448" y="17"/>
                    <a:pt x="448" y="15"/>
                  </a:cubicBezTo>
                  <a:cubicBezTo>
                    <a:pt x="448" y="11"/>
                    <a:pt x="449" y="8"/>
                    <a:pt x="452" y="5"/>
                  </a:cubicBezTo>
                  <a:cubicBezTo>
                    <a:pt x="455" y="3"/>
                    <a:pt x="458" y="1"/>
                    <a:pt x="462" y="1"/>
                  </a:cubicBezTo>
                  <a:cubicBezTo>
                    <a:pt x="464" y="1"/>
                    <a:pt x="467" y="2"/>
                    <a:pt x="470" y="3"/>
                  </a:cubicBezTo>
                  <a:cubicBezTo>
                    <a:pt x="471" y="4"/>
                    <a:pt x="472" y="4"/>
                    <a:pt x="473" y="4"/>
                  </a:cubicBezTo>
                  <a:cubicBezTo>
                    <a:pt x="473" y="4"/>
                    <a:pt x="474" y="4"/>
                    <a:pt x="474" y="4"/>
                  </a:cubicBezTo>
                  <a:cubicBezTo>
                    <a:pt x="475" y="3"/>
                    <a:pt x="475" y="3"/>
                    <a:pt x="475" y="1"/>
                  </a:cubicBezTo>
                  <a:cubicBezTo>
                    <a:pt x="477" y="1"/>
                    <a:pt x="477" y="1"/>
                    <a:pt x="477" y="1"/>
                  </a:cubicBezTo>
                  <a:close/>
                  <a:moveTo>
                    <a:pt x="517" y="40"/>
                  </a:moveTo>
                  <a:cubicBezTo>
                    <a:pt x="517" y="44"/>
                    <a:pt x="515" y="48"/>
                    <a:pt x="512" y="50"/>
                  </a:cubicBezTo>
                  <a:cubicBezTo>
                    <a:pt x="510" y="53"/>
                    <a:pt x="507" y="54"/>
                    <a:pt x="504" y="54"/>
                  </a:cubicBezTo>
                  <a:cubicBezTo>
                    <a:pt x="500" y="54"/>
                    <a:pt x="497" y="52"/>
                    <a:pt x="494" y="49"/>
                  </a:cubicBezTo>
                  <a:cubicBezTo>
                    <a:pt x="491" y="46"/>
                    <a:pt x="490" y="41"/>
                    <a:pt x="490" y="36"/>
                  </a:cubicBezTo>
                  <a:cubicBezTo>
                    <a:pt x="490" y="31"/>
                    <a:pt x="492" y="26"/>
                    <a:pt x="495" y="23"/>
                  </a:cubicBezTo>
                  <a:cubicBezTo>
                    <a:pt x="498" y="19"/>
                    <a:pt x="501" y="17"/>
                    <a:pt x="506" y="17"/>
                  </a:cubicBezTo>
                  <a:cubicBezTo>
                    <a:pt x="509" y="17"/>
                    <a:pt x="512" y="18"/>
                    <a:pt x="514" y="20"/>
                  </a:cubicBezTo>
                  <a:cubicBezTo>
                    <a:pt x="516" y="22"/>
                    <a:pt x="517" y="24"/>
                    <a:pt x="517" y="26"/>
                  </a:cubicBezTo>
                  <a:cubicBezTo>
                    <a:pt x="517" y="27"/>
                    <a:pt x="517" y="27"/>
                    <a:pt x="516" y="28"/>
                  </a:cubicBezTo>
                  <a:cubicBezTo>
                    <a:pt x="516" y="29"/>
                    <a:pt x="515" y="29"/>
                    <a:pt x="514" y="29"/>
                  </a:cubicBezTo>
                  <a:cubicBezTo>
                    <a:pt x="512" y="29"/>
                    <a:pt x="511" y="29"/>
                    <a:pt x="511" y="27"/>
                  </a:cubicBezTo>
                  <a:cubicBezTo>
                    <a:pt x="510" y="27"/>
                    <a:pt x="510" y="26"/>
                    <a:pt x="510" y="25"/>
                  </a:cubicBezTo>
                  <a:cubicBezTo>
                    <a:pt x="510" y="23"/>
                    <a:pt x="509" y="22"/>
                    <a:pt x="508" y="21"/>
                  </a:cubicBezTo>
                  <a:cubicBezTo>
                    <a:pt x="507" y="21"/>
                    <a:pt x="506" y="20"/>
                    <a:pt x="505" y="20"/>
                  </a:cubicBezTo>
                  <a:cubicBezTo>
                    <a:pt x="502" y="20"/>
                    <a:pt x="500" y="21"/>
                    <a:pt x="499" y="23"/>
                  </a:cubicBezTo>
                  <a:cubicBezTo>
                    <a:pt x="497" y="25"/>
                    <a:pt x="496" y="29"/>
                    <a:pt x="496" y="33"/>
                  </a:cubicBezTo>
                  <a:cubicBezTo>
                    <a:pt x="496" y="37"/>
                    <a:pt x="497" y="40"/>
                    <a:pt x="499" y="43"/>
                  </a:cubicBezTo>
                  <a:cubicBezTo>
                    <a:pt x="501" y="47"/>
                    <a:pt x="503" y="48"/>
                    <a:pt x="507" y="48"/>
                  </a:cubicBezTo>
                  <a:cubicBezTo>
                    <a:pt x="509" y="48"/>
                    <a:pt x="511" y="47"/>
                    <a:pt x="513" y="46"/>
                  </a:cubicBezTo>
                  <a:cubicBezTo>
                    <a:pt x="514" y="45"/>
                    <a:pt x="515" y="43"/>
                    <a:pt x="517" y="40"/>
                  </a:cubicBezTo>
                  <a:cubicBezTo>
                    <a:pt x="517" y="40"/>
                    <a:pt x="517" y="40"/>
                    <a:pt x="517" y="40"/>
                  </a:cubicBezTo>
                  <a:close/>
                  <a:moveTo>
                    <a:pt x="534" y="0"/>
                  </a:moveTo>
                  <a:cubicBezTo>
                    <a:pt x="535" y="0"/>
                    <a:pt x="536" y="0"/>
                    <a:pt x="537" y="1"/>
                  </a:cubicBezTo>
                  <a:cubicBezTo>
                    <a:pt x="537" y="2"/>
                    <a:pt x="538" y="3"/>
                    <a:pt x="538" y="4"/>
                  </a:cubicBezTo>
                  <a:cubicBezTo>
                    <a:pt x="538" y="5"/>
                    <a:pt x="537" y="6"/>
                    <a:pt x="537" y="7"/>
                  </a:cubicBezTo>
                  <a:cubicBezTo>
                    <a:pt x="536" y="7"/>
                    <a:pt x="535" y="8"/>
                    <a:pt x="534" y="8"/>
                  </a:cubicBezTo>
                  <a:cubicBezTo>
                    <a:pt x="533" y="8"/>
                    <a:pt x="532" y="7"/>
                    <a:pt x="532" y="7"/>
                  </a:cubicBezTo>
                  <a:cubicBezTo>
                    <a:pt x="531" y="6"/>
                    <a:pt x="531" y="5"/>
                    <a:pt x="531" y="4"/>
                  </a:cubicBezTo>
                  <a:cubicBezTo>
                    <a:pt x="531" y="3"/>
                    <a:pt x="531" y="2"/>
                    <a:pt x="532" y="1"/>
                  </a:cubicBezTo>
                  <a:cubicBezTo>
                    <a:pt x="532" y="0"/>
                    <a:pt x="533" y="0"/>
                    <a:pt x="534" y="0"/>
                  </a:cubicBezTo>
                  <a:close/>
                  <a:moveTo>
                    <a:pt x="537" y="18"/>
                  </a:moveTo>
                  <a:cubicBezTo>
                    <a:pt x="537" y="45"/>
                    <a:pt x="537" y="45"/>
                    <a:pt x="537" y="45"/>
                  </a:cubicBezTo>
                  <a:cubicBezTo>
                    <a:pt x="537" y="47"/>
                    <a:pt x="537" y="49"/>
                    <a:pt x="537" y="49"/>
                  </a:cubicBezTo>
                  <a:cubicBezTo>
                    <a:pt x="538" y="50"/>
                    <a:pt x="538" y="51"/>
                    <a:pt x="539" y="51"/>
                  </a:cubicBezTo>
                  <a:cubicBezTo>
                    <a:pt x="539" y="51"/>
                    <a:pt x="540" y="51"/>
                    <a:pt x="542" y="51"/>
                  </a:cubicBezTo>
                  <a:cubicBezTo>
                    <a:pt x="542" y="53"/>
                    <a:pt x="542" y="53"/>
                    <a:pt x="542" y="53"/>
                  </a:cubicBezTo>
                  <a:cubicBezTo>
                    <a:pt x="526" y="53"/>
                    <a:pt x="526" y="53"/>
                    <a:pt x="526" y="53"/>
                  </a:cubicBezTo>
                  <a:cubicBezTo>
                    <a:pt x="526" y="51"/>
                    <a:pt x="526" y="51"/>
                    <a:pt x="526" y="51"/>
                  </a:cubicBezTo>
                  <a:cubicBezTo>
                    <a:pt x="527" y="51"/>
                    <a:pt x="529" y="51"/>
                    <a:pt x="529" y="51"/>
                  </a:cubicBezTo>
                  <a:cubicBezTo>
                    <a:pt x="529" y="51"/>
                    <a:pt x="530" y="50"/>
                    <a:pt x="530" y="49"/>
                  </a:cubicBezTo>
                  <a:cubicBezTo>
                    <a:pt x="531" y="49"/>
                    <a:pt x="531" y="47"/>
                    <a:pt x="531" y="45"/>
                  </a:cubicBezTo>
                  <a:cubicBezTo>
                    <a:pt x="531" y="32"/>
                    <a:pt x="531" y="32"/>
                    <a:pt x="531" y="32"/>
                  </a:cubicBezTo>
                  <a:cubicBezTo>
                    <a:pt x="531" y="28"/>
                    <a:pt x="531" y="26"/>
                    <a:pt x="530" y="25"/>
                  </a:cubicBezTo>
                  <a:cubicBezTo>
                    <a:pt x="530" y="24"/>
                    <a:pt x="530" y="23"/>
                    <a:pt x="529" y="23"/>
                  </a:cubicBezTo>
                  <a:cubicBezTo>
                    <a:pt x="529" y="23"/>
                    <a:pt x="529" y="23"/>
                    <a:pt x="528" y="23"/>
                  </a:cubicBezTo>
                  <a:cubicBezTo>
                    <a:pt x="527" y="23"/>
                    <a:pt x="526" y="23"/>
                    <a:pt x="525" y="23"/>
                  </a:cubicBezTo>
                  <a:cubicBezTo>
                    <a:pt x="525" y="22"/>
                    <a:pt x="525" y="22"/>
                    <a:pt x="525" y="22"/>
                  </a:cubicBezTo>
                  <a:cubicBezTo>
                    <a:pt x="535" y="18"/>
                    <a:pt x="535" y="18"/>
                    <a:pt x="535" y="18"/>
                  </a:cubicBezTo>
                  <a:cubicBezTo>
                    <a:pt x="537" y="18"/>
                    <a:pt x="537" y="18"/>
                    <a:pt x="537" y="18"/>
                  </a:cubicBezTo>
                  <a:close/>
                  <a:moveTo>
                    <a:pt x="555" y="31"/>
                  </a:moveTo>
                  <a:cubicBezTo>
                    <a:pt x="555" y="37"/>
                    <a:pt x="557" y="40"/>
                    <a:pt x="559" y="43"/>
                  </a:cubicBezTo>
                  <a:cubicBezTo>
                    <a:pt x="561" y="46"/>
                    <a:pt x="564" y="48"/>
                    <a:pt x="567" y="48"/>
                  </a:cubicBezTo>
                  <a:cubicBezTo>
                    <a:pt x="569" y="48"/>
                    <a:pt x="571" y="47"/>
                    <a:pt x="573" y="46"/>
                  </a:cubicBezTo>
                  <a:cubicBezTo>
                    <a:pt x="575" y="45"/>
                    <a:pt x="576" y="43"/>
                    <a:pt x="577" y="39"/>
                  </a:cubicBezTo>
                  <a:cubicBezTo>
                    <a:pt x="578" y="40"/>
                    <a:pt x="578" y="40"/>
                    <a:pt x="578" y="40"/>
                  </a:cubicBezTo>
                  <a:cubicBezTo>
                    <a:pt x="578" y="43"/>
                    <a:pt x="576" y="47"/>
                    <a:pt x="574" y="49"/>
                  </a:cubicBezTo>
                  <a:cubicBezTo>
                    <a:pt x="571" y="52"/>
                    <a:pt x="568" y="53"/>
                    <a:pt x="565" y="53"/>
                  </a:cubicBezTo>
                  <a:cubicBezTo>
                    <a:pt x="561" y="53"/>
                    <a:pt x="557" y="52"/>
                    <a:pt x="555" y="49"/>
                  </a:cubicBezTo>
                  <a:cubicBezTo>
                    <a:pt x="552" y="45"/>
                    <a:pt x="551" y="41"/>
                    <a:pt x="551" y="36"/>
                  </a:cubicBezTo>
                  <a:cubicBezTo>
                    <a:pt x="551" y="30"/>
                    <a:pt x="552" y="25"/>
                    <a:pt x="555" y="22"/>
                  </a:cubicBezTo>
                  <a:cubicBezTo>
                    <a:pt x="558" y="19"/>
                    <a:pt x="561" y="17"/>
                    <a:pt x="566" y="17"/>
                  </a:cubicBezTo>
                  <a:cubicBezTo>
                    <a:pt x="569" y="17"/>
                    <a:pt x="573" y="19"/>
                    <a:pt x="575" y="21"/>
                  </a:cubicBezTo>
                  <a:cubicBezTo>
                    <a:pt x="577" y="23"/>
                    <a:pt x="579" y="27"/>
                    <a:pt x="579" y="31"/>
                  </a:cubicBezTo>
                  <a:cubicBezTo>
                    <a:pt x="555" y="31"/>
                    <a:pt x="555" y="31"/>
                    <a:pt x="555" y="31"/>
                  </a:cubicBezTo>
                  <a:close/>
                  <a:moveTo>
                    <a:pt x="555" y="29"/>
                  </a:moveTo>
                  <a:cubicBezTo>
                    <a:pt x="571" y="29"/>
                    <a:pt x="571" y="29"/>
                    <a:pt x="571" y="29"/>
                  </a:cubicBezTo>
                  <a:cubicBezTo>
                    <a:pt x="571" y="27"/>
                    <a:pt x="570" y="26"/>
                    <a:pt x="570" y="25"/>
                  </a:cubicBezTo>
                  <a:cubicBezTo>
                    <a:pt x="569" y="24"/>
                    <a:pt x="568" y="23"/>
                    <a:pt x="567" y="22"/>
                  </a:cubicBezTo>
                  <a:cubicBezTo>
                    <a:pt x="566" y="21"/>
                    <a:pt x="565" y="21"/>
                    <a:pt x="563" y="21"/>
                  </a:cubicBezTo>
                  <a:cubicBezTo>
                    <a:pt x="561" y="21"/>
                    <a:pt x="560" y="21"/>
                    <a:pt x="558" y="23"/>
                  </a:cubicBezTo>
                  <a:cubicBezTo>
                    <a:pt x="557" y="24"/>
                    <a:pt x="555" y="27"/>
                    <a:pt x="555" y="29"/>
                  </a:cubicBezTo>
                  <a:close/>
                  <a:moveTo>
                    <a:pt x="595" y="25"/>
                  </a:moveTo>
                  <a:cubicBezTo>
                    <a:pt x="599" y="20"/>
                    <a:pt x="603" y="18"/>
                    <a:pt x="606" y="18"/>
                  </a:cubicBezTo>
                  <a:cubicBezTo>
                    <a:pt x="608" y="18"/>
                    <a:pt x="609" y="18"/>
                    <a:pt x="611" y="19"/>
                  </a:cubicBezTo>
                  <a:cubicBezTo>
                    <a:pt x="612" y="20"/>
                    <a:pt x="613" y="21"/>
                    <a:pt x="614" y="23"/>
                  </a:cubicBezTo>
                  <a:cubicBezTo>
                    <a:pt x="615" y="25"/>
                    <a:pt x="615" y="27"/>
                    <a:pt x="615" y="30"/>
                  </a:cubicBezTo>
                  <a:cubicBezTo>
                    <a:pt x="615" y="45"/>
                    <a:pt x="615" y="45"/>
                    <a:pt x="615" y="45"/>
                  </a:cubicBezTo>
                  <a:cubicBezTo>
                    <a:pt x="615" y="47"/>
                    <a:pt x="615" y="48"/>
                    <a:pt x="615" y="49"/>
                  </a:cubicBezTo>
                  <a:cubicBezTo>
                    <a:pt x="616" y="50"/>
                    <a:pt x="616" y="50"/>
                    <a:pt x="617" y="51"/>
                  </a:cubicBezTo>
                  <a:cubicBezTo>
                    <a:pt x="617" y="51"/>
                    <a:pt x="618" y="51"/>
                    <a:pt x="620" y="51"/>
                  </a:cubicBezTo>
                  <a:cubicBezTo>
                    <a:pt x="620" y="52"/>
                    <a:pt x="620" y="52"/>
                    <a:pt x="620" y="52"/>
                  </a:cubicBezTo>
                  <a:cubicBezTo>
                    <a:pt x="604" y="52"/>
                    <a:pt x="604" y="52"/>
                    <a:pt x="604" y="52"/>
                  </a:cubicBezTo>
                  <a:cubicBezTo>
                    <a:pt x="604" y="51"/>
                    <a:pt x="604" y="51"/>
                    <a:pt x="604" y="51"/>
                  </a:cubicBezTo>
                  <a:cubicBezTo>
                    <a:pt x="605" y="51"/>
                    <a:pt x="605" y="51"/>
                    <a:pt x="605" y="51"/>
                  </a:cubicBezTo>
                  <a:cubicBezTo>
                    <a:pt x="606" y="51"/>
                    <a:pt x="607" y="51"/>
                    <a:pt x="608" y="50"/>
                  </a:cubicBezTo>
                  <a:cubicBezTo>
                    <a:pt x="609" y="50"/>
                    <a:pt x="609" y="49"/>
                    <a:pt x="609" y="48"/>
                  </a:cubicBezTo>
                  <a:cubicBezTo>
                    <a:pt x="609" y="48"/>
                    <a:pt x="609" y="47"/>
                    <a:pt x="609" y="45"/>
                  </a:cubicBezTo>
                  <a:cubicBezTo>
                    <a:pt x="609" y="31"/>
                    <a:pt x="609" y="31"/>
                    <a:pt x="609" y="31"/>
                  </a:cubicBezTo>
                  <a:cubicBezTo>
                    <a:pt x="609" y="27"/>
                    <a:pt x="609" y="25"/>
                    <a:pt x="608" y="24"/>
                  </a:cubicBezTo>
                  <a:cubicBezTo>
                    <a:pt x="607" y="23"/>
                    <a:pt x="606" y="22"/>
                    <a:pt x="604" y="22"/>
                  </a:cubicBezTo>
                  <a:cubicBezTo>
                    <a:pt x="601" y="22"/>
                    <a:pt x="598" y="23"/>
                    <a:pt x="595" y="27"/>
                  </a:cubicBezTo>
                  <a:cubicBezTo>
                    <a:pt x="595" y="45"/>
                    <a:pt x="595" y="45"/>
                    <a:pt x="595" y="45"/>
                  </a:cubicBezTo>
                  <a:cubicBezTo>
                    <a:pt x="595" y="47"/>
                    <a:pt x="595" y="48"/>
                    <a:pt x="596" y="49"/>
                  </a:cubicBezTo>
                  <a:cubicBezTo>
                    <a:pt x="596" y="50"/>
                    <a:pt x="597" y="50"/>
                    <a:pt x="597" y="51"/>
                  </a:cubicBezTo>
                  <a:cubicBezTo>
                    <a:pt x="597" y="51"/>
                    <a:pt x="599" y="51"/>
                    <a:pt x="601" y="51"/>
                  </a:cubicBezTo>
                  <a:cubicBezTo>
                    <a:pt x="601" y="52"/>
                    <a:pt x="601" y="52"/>
                    <a:pt x="601" y="52"/>
                  </a:cubicBezTo>
                  <a:cubicBezTo>
                    <a:pt x="585" y="52"/>
                    <a:pt x="585" y="52"/>
                    <a:pt x="585" y="52"/>
                  </a:cubicBezTo>
                  <a:cubicBezTo>
                    <a:pt x="585" y="51"/>
                    <a:pt x="585" y="51"/>
                    <a:pt x="585" y="51"/>
                  </a:cubicBezTo>
                  <a:cubicBezTo>
                    <a:pt x="585" y="51"/>
                    <a:pt x="585" y="51"/>
                    <a:pt x="585" y="51"/>
                  </a:cubicBezTo>
                  <a:cubicBezTo>
                    <a:pt x="587" y="51"/>
                    <a:pt x="588" y="51"/>
                    <a:pt x="589" y="50"/>
                  </a:cubicBezTo>
                  <a:cubicBezTo>
                    <a:pt x="589" y="49"/>
                    <a:pt x="589" y="47"/>
                    <a:pt x="589" y="45"/>
                  </a:cubicBezTo>
                  <a:cubicBezTo>
                    <a:pt x="589" y="32"/>
                    <a:pt x="589" y="32"/>
                    <a:pt x="589" y="32"/>
                  </a:cubicBezTo>
                  <a:cubicBezTo>
                    <a:pt x="589" y="28"/>
                    <a:pt x="589" y="25"/>
                    <a:pt x="589" y="24"/>
                  </a:cubicBezTo>
                  <a:cubicBezTo>
                    <a:pt x="589" y="23"/>
                    <a:pt x="589" y="23"/>
                    <a:pt x="588" y="22"/>
                  </a:cubicBezTo>
                  <a:cubicBezTo>
                    <a:pt x="588" y="22"/>
                    <a:pt x="587" y="22"/>
                    <a:pt x="587" y="22"/>
                  </a:cubicBezTo>
                  <a:cubicBezTo>
                    <a:pt x="586" y="22"/>
                    <a:pt x="585" y="22"/>
                    <a:pt x="584" y="22"/>
                  </a:cubicBezTo>
                  <a:cubicBezTo>
                    <a:pt x="584" y="21"/>
                    <a:pt x="584" y="21"/>
                    <a:pt x="584" y="21"/>
                  </a:cubicBezTo>
                  <a:cubicBezTo>
                    <a:pt x="594" y="17"/>
                    <a:pt x="594" y="17"/>
                    <a:pt x="594" y="17"/>
                  </a:cubicBezTo>
                  <a:cubicBezTo>
                    <a:pt x="595" y="17"/>
                    <a:pt x="595" y="17"/>
                    <a:pt x="595" y="17"/>
                  </a:cubicBezTo>
                  <a:cubicBezTo>
                    <a:pt x="595" y="25"/>
                    <a:pt x="595" y="25"/>
                    <a:pt x="595" y="25"/>
                  </a:cubicBezTo>
                  <a:close/>
                  <a:moveTo>
                    <a:pt x="654" y="40"/>
                  </a:moveTo>
                  <a:cubicBezTo>
                    <a:pt x="653" y="44"/>
                    <a:pt x="651" y="48"/>
                    <a:pt x="649" y="50"/>
                  </a:cubicBezTo>
                  <a:cubicBezTo>
                    <a:pt x="646" y="53"/>
                    <a:pt x="643" y="54"/>
                    <a:pt x="640" y="54"/>
                  </a:cubicBezTo>
                  <a:cubicBezTo>
                    <a:pt x="637" y="54"/>
                    <a:pt x="633" y="52"/>
                    <a:pt x="631" y="49"/>
                  </a:cubicBezTo>
                  <a:cubicBezTo>
                    <a:pt x="628" y="46"/>
                    <a:pt x="627" y="41"/>
                    <a:pt x="627" y="36"/>
                  </a:cubicBezTo>
                  <a:cubicBezTo>
                    <a:pt x="627" y="31"/>
                    <a:pt x="628" y="26"/>
                    <a:pt x="631" y="23"/>
                  </a:cubicBezTo>
                  <a:cubicBezTo>
                    <a:pt x="634" y="19"/>
                    <a:pt x="638" y="17"/>
                    <a:pt x="642" y="17"/>
                  </a:cubicBezTo>
                  <a:cubicBezTo>
                    <a:pt x="645" y="17"/>
                    <a:pt x="648" y="18"/>
                    <a:pt x="650" y="20"/>
                  </a:cubicBezTo>
                  <a:cubicBezTo>
                    <a:pt x="652" y="22"/>
                    <a:pt x="653" y="24"/>
                    <a:pt x="653" y="26"/>
                  </a:cubicBezTo>
                  <a:cubicBezTo>
                    <a:pt x="653" y="27"/>
                    <a:pt x="653" y="27"/>
                    <a:pt x="653" y="28"/>
                  </a:cubicBezTo>
                  <a:cubicBezTo>
                    <a:pt x="652" y="29"/>
                    <a:pt x="651" y="29"/>
                    <a:pt x="650" y="29"/>
                  </a:cubicBezTo>
                  <a:cubicBezTo>
                    <a:pt x="649" y="29"/>
                    <a:pt x="648" y="29"/>
                    <a:pt x="647" y="27"/>
                  </a:cubicBezTo>
                  <a:cubicBezTo>
                    <a:pt x="647" y="27"/>
                    <a:pt x="646" y="26"/>
                    <a:pt x="646" y="25"/>
                  </a:cubicBezTo>
                  <a:cubicBezTo>
                    <a:pt x="646" y="23"/>
                    <a:pt x="645" y="22"/>
                    <a:pt x="645" y="21"/>
                  </a:cubicBezTo>
                  <a:cubicBezTo>
                    <a:pt x="644" y="21"/>
                    <a:pt x="643" y="20"/>
                    <a:pt x="641" y="20"/>
                  </a:cubicBezTo>
                  <a:cubicBezTo>
                    <a:pt x="639" y="20"/>
                    <a:pt x="637" y="21"/>
                    <a:pt x="635" y="23"/>
                  </a:cubicBezTo>
                  <a:cubicBezTo>
                    <a:pt x="633" y="25"/>
                    <a:pt x="633" y="29"/>
                    <a:pt x="633" y="33"/>
                  </a:cubicBezTo>
                  <a:cubicBezTo>
                    <a:pt x="633" y="37"/>
                    <a:pt x="633" y="40"/>
                    <a:pt x="635" y="43"/>
                  </a:cubicBezTo>
                  <a:cubicBezTo>
                    <a:pt x="637" y="47"/>
                    <a:pt x="640" y="48"/>
                    <a:pt x="643" y="48"/>
                  </a:cubicBezTo>
                  <a:cubicBezTo>
                    <a:pt x="645" y="48"/>
                    <a:pt x="647" y="47"/>
                    <a:pt x="649" y="46"/>
                  </a:cubicBezTo>
                  <a:cubicBezTo>
                    <a:pt x="651" y="45"/>
                    <a:pt x="652" y="43"/>
                    <a:pt x="654" y="40"/>
                  </a:cubicBezTo>
                  <a:cubicBezTo>
                    <a:pt x="654" y="40"/>
                    <a:pt x="654" y="40"/>
                    <a:pt x="654" y="40"/>
                  </a:cubicBezTo>
                  <a:close/>
                  <a:moveTo>
                    <a:pt x="668" y="31"/>
                  </a:moveTo>
                  <a:cubicBezTo>
                    <a:pt x="668" y="37"/>
                    <a:pt x="669" y="40"/>
                    <a:pt x="671" y="43"/>
                  </a:cubicBezTo>
                  <a:cubicBezTo>
                    <a:pt x="674" y="46"/>
                    <a:pt x="677" y="48"/>
                    <a:pt x="680" y="48"/>
                  </a:cubicBezTo>
                  <a:cubicBezTo>
                    <a:pt x="682" y="48"/>
                    <a:pt x="684" y="47"/>
                    <a:pt x="685" y="46"/>
                  </a:cubicBezTo>
                  <a:cubicBezTo>
                    <a:pt x="687" y="45"/>
                    <a:pt x="688" y="43"/>
                    <a:pt x="689" y="39"/>
                  </a:cubicBezTo>
                  <a:cubicBezTo>
                    <a:pt x="691" y="40"/>
                    <a:pt x="691" y="40"/>
                    <a:pt x="691" y="40"/>
                  </a:cubicBezTo>
                  <a:cubicBezTo>
                    <a:pt x="690" y="43"/>
                    <a:pt x="689" y="47"/>
                    <a:pt x="686" y="49"/>
                  </a:cubicBezTo>
                  <a:cubicBezTo>
                    <a:pt x="684" y="52"/>
                    <a:pt x="681" y="53"/>
                    <a:pt x="677" y="53"/>
                  </a:cubicBezTo>
                  <a:cubicBezTo>
                    <a:pt x="673" y="53"/>
                    <a:pt x="670" y="52"/>
                    <a:pt x="667" y="49"/>
                  </a:cubicBezTo>
                  <a:cubicBezTo>
                    <a:pt x="664" y="45"/>
                    <a:pt x="663" y="41"/>
                    <a:pt x="663" y="36"/>
                  </a:cubicBezTo>
                  <a:cubicBezTo>
                    <a:pt x="663" y="30"/>
                    <a:pt x="665" y="25"/>
                    <a:pt x="667" y="22"/>
                  </a:cubicBezTo>
                  <a:cubicBezTo>
                    <a:pt x="670" y="19"/>
                    <a:pt x="674" y="17"/>
                    <a:pt x="678" y="17"/>
                  </a:cubicBezTo>
                  <a:cubicBezTo>
                    <a:pt x="682" y="17"/>
                    <a:pt x="685" y="19"/>
                    <a:pt x="687" y="21"/>
                  </a:cubicBezTo>
                  <a:cubicBezTo>
                    <a:pt x="690" y="23"/>
                    <a:pt x="691" y="27"/>
                    <a:pt x="691" y="31"/>
                  </a:cubicBezTo>
                  <a:cubicBezTo>
                    <a:pt x="668" y="31"/>
                    <a:pt x="668" y="31"/>
                    <a:pt x="668" y="31"/>
                  </a:cubicBezTo>
                  <a:close/>
                  <a:moveTo>
                    <a:pt x="668" y="29"/>
                  </a:moveTo>
                  <a:cubicBezTo>
                    <a:pt x="683" y="29"/>
                    <a:pt x="683" y="29"/>
                    <a:pt x="683" y="29"/>
                  </a:cubicBezTo>
                  <a:cubicBezTo>
                    <a:pt x="683" y="27"/>
                    <a:pt x="683" y="26"/>
                    <a:pt x="682" y="25"/>
                  </a:cubicBezTo>
                  <a:cubicBezTo>
                    <a:pt x="682" y="24"/>
                    <a:pt x="681" y="23"/>
                    <a:pt x="679" y="22"/>
                  </a:cubicBezTo>
                  <a:cubicBezTo>
                    <a:pt x="678" y="21"/>
                    <a:pt x="677" y="21"/>
                    <a:pt x="676" y="21"/>
                  </a:cubicBezTo>
                  <a:cubicBezTo>
                    <a:pt x="674" y="21"/>
                    <a:pt x="672" y="21"/>
                    <a:pt x="671" y="23"/>
                  </a:cubicBezTo>
                  <a:cubicBezTo>
                    <a:pt x="669" y="24"/>
                    <a:pt x="668" y="27"/>
                    <a:pt x="668" y="29"/>
                  </a:cubicBezTo>
                  <a:close/>
                  <a:moveTo>
                    <a:pt x="731" y="48"/>
                  </a:moveTo>
                  <a:cubicBezTo>
                    <a:pt x="728" y="51"/>
                    <a:pt x="726" y="52"/>
                    <a:pt x="725" y="53"/>
                  </a:cubicBezTo>
                  <a:cubicBezTo>
                    <a:pt x="724" y="53"/>
                    <a:pt x="722" y="53"/>
                    <a:pt x="721" y="53"/>
                  </a:cubicBezTo>
                  <a:cubicBezTo>
                    <a:pt x="719" y="53"/>
                    <a:pt x="717" y="53"/>
                    <a:pt x="715" y="51"/>
                  </a:cubicBezTo>
                  <a:cubicBezTo>
                    <a:pt x="714" y="49"/>
                    <a:pt x="713" y="47"/>
                    <a:pt x="713" y="45"/>
                  </a:cubicBezTo>
                  <a:cubicBezTo>
                    <a:pt x="713" y="43"/>
                    <a:pt x="714" y="41"/>
                    <a:pt x="715" y="40"/>
                  </a:cubicBezTo>
                  <a:cubicBezTo>
                    <a:pt x="715" y="39"/>
                    <a:pt x="717" y="37"/>
                    <a:pt x="720" y="35"/>
                  </a:cubicBezTo>
                  <a:cubicBezTo>
                    <a:pt x="722" y="34"/>
                    <a:pt x="726" y="32"/>
                    <a:pt x="732" y="30"/>
                  </a:cubicBezTo>
                  <a:cubicBezTo>
                    <a:pt x="732" y="29"/>
                    <a:pt x="732" y="29"/>
                    <a:pt x="732" y="29"/>
                  </a:cubicBezTo>
                  <a:cubicBezTo>
                    <a:pt x="732" y="25"/>
                    <a:pt x="731" y="23"/>
                    <a:pt x="730" y="22"/>
                  </a:cubicBezTo>
                  <a:cubicBezTo>
                    <a:pt x="729" y="21"/>
                    <a:pt x="728" y="20"/>
                    <a:pt x="726" y="20"/>
                  </a:cubicBezTo>
                  <a:cubicBezTo>
                    <a:pt x="724" y="20"/>
                    <a:pt x="723" y="20"/>
                    <a:pt x="722" y="21"/>
                  </a:cubicBezTo>
                  <a:cubicBezTo>
                    <a:pt x="721" y="22"/>
                    <a:pt x="721" y="23"/>
                    <a:pt x="721" y="24"/>
                  </a:cubicBezTo>
                  <a:cubicBezTo>
                    <a:pt x="721" y="26"/>
                    <a:pt x="721" y="26"/>
                    <a:pt x="721" y="26"/>
                  </a:cubicBezTo>
                  <a:cubicBezTo>
                    <a:pt x="721" y="27"/>
                    <a:pt x="721" y="28"/>
                    <a:pt x="720" y="29"/>
                  </a:cubicBezTo>
                  <a:cubicBezTo>
                    <a:pt x="720" y="29"/>
                    <a:pt x="719" y="29"/>
                    <a:pt x="718" y="29"/>
                  </a:cubicBezTo>
                  <a:cubicBezTo>
                    <a:pt x="717" y="29"/>
                    <a:pt x="717" y="29"/>
                    <a:pt x="716" y="29"/>
                  </a:cubicBezTo>
                  <a:cubicBezTo>
                    <a:pt x="716" y="28"/>
                    <a:pt x="715" y="27"/>
                    <a:pt x="715" y="26"/>
                  </a:cubicBezTo>
                  <a:cubicBezTo>
                    <a:pt x="715" y="24"/>
                    <a:pt x="717" y="22"/>
                    <a:pt x="719" y="20"/>
                  </a:cubicBezTo>
                  <a:cubicBezTo>
                    <a:pt x="721" y="18"/>
                    <a:pt x="724" y="17"/>
                    <a:pt x="727" y="17"/>
                  </a:cubicBezTo>
                  <a:cubicBezTo>
                    <a:pt x="730" y="17"/>
                    <a:pt x="733" y="17"/>
                    <a:pt x="735" y="19"/>
                  </a:cubicBezTo>
                  <a:cubicBezTo>
                    <a:pt x="736" y="19"/>
                    <a:pt x="737" y="21"/>
                    <a:pt x="738" y="22"/>
                  </a:cubicBezTo>
                  <a:cubicBezTo>
                    <a:pt x="738" y="23"/>
                    <a:pt x="739" y="25"/>
                    <a:pt x="739" y="29"/>
                  </a:cubicBezTo>
                  <a:cubicBezTo>
                    <a:pt x="739" y="40"/>
                    <a:pt x="739" y="40"/>
                    <a:pt x="739" y="40"/>
                  </a:cubicBezTo>
                  <a:cubicBezTo>
                    <a:pt x="739" y="43"/>
                    <a:pt x="739" y="45"/>
                    <a:pt x="739" y="46"/>
                  </a:cubicBezTo>
                  <a:cubicBezTo>
                    <a:pt x="739" y="47"/>
                    <a:pt x="739" y="47"/>
                    <a:pt x="739" y="48"/>
                  </a:cubicBezTo>
                  <a:cubicBezTo>
                    <a:pt x="739" y="48"/>
                    <a:pt x="739" y="48"/>
                    <a:pt x="740" y="48"/>
                  </a:cubicBezTo>
                  <a:cubicBezTo>
                    <a:pt x="740" y="48"/>
                    <a:pt x="741" y="48"/>
                    <a:pt x="741" y="48"/>
                  </a:cubicBezTo>
                  <a:cubicBezTo>
                    <a:pt x="741" y="47"/>
                    <a:pt x="743" y="47"/>
                    <a:pt x="744" y="45"/>
                  </a:cubicBezTo>
                  <a:cubicBezTo>
                    <a:pt x="744" y="47"/>
                    <a:pt x="744" y="47"/>
                    <a:pt x="744" y="47"/>
                  </a:cubicBezTo>
                  <a:cubicBezTo>
                    <a:pt x="741" y="51"/>
                    <a:pt x="739" y="53"/>
                    <a:pt x="736" y="53"/>
                  </a:cubicBezTo>
                  <a:cubicBezTo>
                    <a:pt x="735" y="53"/>
                    <a:pt x="734" y="52"/>
                    <a:pt x="733" y="51"/>
                  </a:cubicBezTo>
                  <a:cubicBezTo>
                    <a:pt x="732" y="51"/>
                    <a:pt x="731" y="50"/>
                    <a:pt x="731" y="48"/>
                  </a:cubicBezTo>
                  <a:close/>
                  <a:moveTo>
                    <a:pt x="731" y="45"/>
                  </a:moveTo>
                  <a:cubicBezTo>
                    <a:pt x="731" y="33"/>
                    <a:pt x="731" y="33"/>
                    <a:pt x="731" y="33"/>
                  </a:cubicBezTo>
                  <a:cubicBezTo>
                    <a:pt x="728" y="34"/>
                    <a:pt x="725" y="35"/>
                    <a:pt x="725" y="36"/>
                  </a:cubicBezTo>
                  <a:cubicBezTo>
                    <a:pt x="723" y="37"/>
                    <a:pt x="721" y="38"/>
                    <a:pt x="721" y="39"/>
                  </a:cubicBezTo>
                  <a:cubicBezTo>
                    <a:pt x="720" y="41"/>
                    <a:pt x="719" y="42"/>
                    <a:pt x="719" y="43"/>
                  </a:cubicBezTo>
                  <a:cubicBezTo>
                    <a:pt x="719" y="45"/>
                    <a:pt x="720" y="47"/>
                    <a:pt x="721" y="48"/>
                  </a:cubicBezTo>
                  <a:cubicBezTo>
                    <a:pt x="722" y="49"/>
                    <a:pt x="723" y="49"/>
                    <a:pt x="725" y="49"/>
                  </a:cubicBezTo>
                  <a:cubicBezTo>
                    <a:pt x="726" y="49"/>
                    <a:pt x="729" y="48"/>
                    <a:pt x="731" y="45"/>
                  </a:cubicBezTo>
                  <a:close/>
                  <a:moveTo>
                    <a:pt x="759" y="25"/>
                  </a:moveTo>
                  <a:cubicBezTo>
                    <a:pt x="763" y="20"/>
                    <a:pt x="766" y="18"/>
                    <a:pt x="769" y="18"/>
                  </a:cubicBezTo>
                  <a:cubicBezTo>
                    <a:pt x="771" y="18"/>
                    <a:pt x="773" y="18"/>
                    <a:pt x="774" y="19"/>
                  </a:cubicBezTo>
                  <a:cubicBezTo>
                    <a:pt x="775" y="20"/>
                    <a:pt x="777" y="21"/>
                    <a:pt x="777" y="23"/>
                  </a:cubicBezTo>
                  <a:cubicBezTo>
                    <a:pt x="778" y="25"/>
                    <a:pt x="778" y="27"/>
                    <a:pt x="778" y="30"/>
                  </a:cubicBezTo>
                  <a:cubicBezTo>
                    <a:pt x="778" y="45"/>
                    <a:pt x="778" y="45"/>
                    <a:pt x="778" y="45"/>
                  </a:cubicBezTo>
                  <a:cubicBezTo>
                    <a:pt x="778" y="47"/>
                    <a:pt x="778" y="48"/>
                    <a:pt x="779" y="49"/>
                  </a:cubicBezTo>
                  <a:cubicBezTo>
                    <a:pt x="779" y="50"/>
                    <a:pt x="779" y="50"/>
                    <a:pt x="780" y="51"/>
                  </a:cubicBezTo>
                  <a:cubicBezTo>
                    <a:pt x="780" y="51"/>
                    <a:pt x="781" y="51"/>
                    <a:pt x="783" y="51"/>
                  </a:cubicBezTo>
                  <a:cubicBezTo>
                    <a:pt x="783" y="52"/>
                    <a:pt x="783" y="52"/>
                    <a:pt x="783" y="52"/>
                  </a:cubicBezTo>
                  <a:cubicBezTo>
                    <a:pt x="767" y="52"/>
                    <a:pt x="767" y="52"/>
                    <a:pt x="767" y="52"/>
                  </a:cubicBezTo>
                  <a:cubicBezTo>
                    <a:pt x="767" y="51"/>
                    <a:pt x="767" y="51"/>
                    <a:pt x="767" y="51"/>
                  </a:cubicBezTo>
                  <a:cubicBezTo>
                    <a:pt x="768" y="51"/>
                    <a:pt x="768" y="51"/>
                    <a:pt x="768" y="51"/>
                  </a:cubicBezTo>
                  <a:cubicBezTo>
                    <a:pt x="769" y="51"/>
                    <a:pt x="770" y="51"/>
                    <a:pt x="771" y="50"/>
                  </a:cubicBezTo>
                  <a:cubicBezTo>
                    <a:pt x="772" y="50"/>
                    <a:pt x="772" y="49"/>
                    <a:pt x="772" y="48"/>
                  </a:cubicBezTo>
                  <a:cubicBezTo>
                    <a:pt x="772" y="48"/>
                    <a:pt x="772" y="47"/>
                    <a:pt x="772" y="45"/>
                  </a:cubicBezTo>
                  <a:cubicBezTo>
                    <a:pt x="772" y="31"/>
                    <a:pt x="772" y="31"/>
                    <a:pt x="772" y="31"/>
                  </a:cubicBezTo>
                  <a:cubicBezTo>
                    <a:pt x="772" y="27"/>
                    <a:pt x="772" y="25"/>
                    <a:pt x="771" y="24"/>
                  </a:cubicBezTo>
                  <a:cubicBezTo>
                    <a:pt x="770" y="23"/>
                    <a:pt x="769" y="22"/>
                    <a:pt x="767" y="22"/>
                  </a:cubicBezTo>
                  <a:cubicBezTo>
                    <a:pt x="764" y="22"/>
                    <a:pt x="761" y="23"/>
                    <a:pt x="759" y="27"/>
                  </a:cubicBezTo>
                  <a:cubicBezTo>
                    <a:pt x="759" y="45"/>
                    <a:pt x="759" y="45"/>
                    <a:pt x="759" y="45"/>
                  </a:cubicBezTo>
                  <a:cubicBezTo>
                    <a:pt x="759" y="47"/>
                    <a:pt x="759" y="48"/>
                    <a:pt x="759" y="49"/>
                  </a:cubicBezTo>
                  <a:cubicBezTo>
                    <a:pt x="759" y="50"/>
                    <a:pt x="760" y="50"/>
                    <a:pt x="760" y="51"/>
                  </a:cubicBezTo>
                  <a:cubicBezTo>
                    <a:pt x="761" y="51"/>
                    <a:pt x="762" y="51"/>
                    <a:pt x="764" y="51"/>
                  </a:cubicBezTo>
                  <a:cubicBezTo>
                    <a:pt x="764" y="52"/>
                    <a:pt x="764" y="52"/>
                    <a:pt x="764" y="52"/>
                  </a:cubicBezTo>
                  <a:cubicBezTo>
                    <a:pt x="748" y="52"/>
                    <a:pt x="748" y="52"/>
                    <a:pt x="748" y="52"/>
                  </a:cubicBezTo>
                  <a:cubicBezTo>
                    <a:pt x="748" y="51"/>
                    <a:pt x="748" y="51"/>
                    <a:pt x="748" y="51"/>
                  </a:cubicBezTo>
                  <a:cubicBezTo>
                    <a:pt x="749" y="51"/>
                    <a:pt x="749" y="51"/>
                    <a:pt x="749" y="51"/>
                  </a:cubicBezTo>
                  <a:cubicBezTo>
                    <a:pt x="750" y="51"/>
                    <a:pt x="751" y="51"/>
                    <a:pt x="752" y="50"/>
                  </a:cubicBezTo>
                  <a:cubicBezTo>
                    <a:pt x="752" y="49"/>
                    <a:pt x="753" y="47"/>
                    <a:pt x="753" y="45"/>
                  </a:cubicBezTo>
                  <a:cubicBezTo>
                    <a:pt x="753" y="32"/>
                    <a:pt x="753" y="32"/>
                    <a:pt x="753" y="32"/>
                  </a:cubicBezTo>
                  <a:cubicBezTo>
                    <a:pt x="753" y="28"/>
                    <a:pt x="753" y="25"/>
                    <a:pt x="752" y="24"/>
                  </a:cubicBezTo>
                  <a:cubicBezTo>
                    <a:pt x="752" y="23"/>
                    <a:pt x="752" y="23"/>
                    <a:pt x="751" y="22"/>
                  </a:cubicBezTo>
                  <a:cubicBezTo>
                    <a:pt x="751" y="22"/>
                    <a:pt x="751" y="22"/>
                    <a:pt x="750" y="22"/>
                  </a:cubicBezTo>
                  <a:cubicBezTo>
                    <a:pt x="749" y="22"/>
                    <a:pt x="748" y="22"/>
                    <a:pt x="747" y="22"/>
                  </a:cubicBezTo>
                  <a:cubicBezTo>
                    <a:pt x="747" y="21"/>
                    <a:pt x="747" y="21"/>
                    <a:pt x="747" y="21"/>
                  </a:cubicBezTo>
                  <a:cubicBezTo>
                    <a:pt x="757" y="17"/>
                    <a:pt x="757" y="17"/>
                    <a:pt x="757" y="17"/>
                  </a:cubicBezTo>
                  <a:cubicBezTo>
                    <a:pt x="759" y="17"/>
                    <a:pt x="759" y="17"/>
                    <a:pt x="759" y="17"/>
                  </a:cubicBezTo>
                  <a:cubicBezTo>
                    <a:pt x="759" y="25"/>
                    <a:pt x="759" y="25"/>
                    <a:pt x="759" y="25"/>
                  </a:cubicBezTo>
                  <a:close/>
                  <a:moveTo>
                    <a:pt x="812" y="49"/>
                  </a:moveTo>
                  <a:cubicBezTo>
                    <a:pt x="811" y="51"/>
                    <a:pt x="809" y="52"/>
                    <a:pt x="807" y="53"/>
                  </a:cubicBezTo>
                  <a:cubicBezTo>
                    <a:pt x="806" y="53"/>
                    <a:pt x="804" y="54"/>
                    <a:pt x="803" y="54"/>
                  </a:cubicBezTo>
                  <a:cubicBezTo>
                    <a:pt x="799" y="54"/>
                    <a:pt x="796" y="52"/>
                    <a:pt x="793" y="49"/>
                  </a:cubicBezTo>
                  <a:cubicBezTo>
                    <a:pt x="791" y="46"/>
                    <a:pt x="789" y="42"/>
                    <a:pt x="789" y="37"/>
                  </a:cubicBezTo>
                  <a:cubicBezTo>
                    <a:pt x="789" y="32"/>
                    <a:pt x="791" y="28"/>
                    <a:pt x="794" y="24"/>
                  </a:cubicBezTo>
                  <a:cubicBezTo>
                    <a:pt x="797" y="20"/>
                    <a:pt x="801" y="18"/>
                    <a:pt x="805" y="18"/>
                  </a:cubicBezTo>
                  <a:cubicBezTo>
                    <a:pt x="808" y="18"/>
                    <a:pt x="810" y="19"/>
                    <a:pt x="812" y="21"/>
                  </a:cubicBezTo>
                  <a:cubicBezTo>
                    <a:pt x="812" y="14"/>
                    <a:pt x="812" y="14"/>
                    <a:pt x="812" y="14"/>
                  </a:cubicBezTo>
                  <a:cubicBezTo>
                    <a:pt x="812" y="10"/>
                    <a:pt x="812" y="8"/>
                    <a:pt x="812" y="7"/>
                  </a:cubicBezTo>
                  <a:cubicBezTo>
                    <a:pt x="812" y="6"/>
                    <a:pt x="811" y="5"/>
                    <a:pt x="811" y="5"/>
                  </a:cubicBezTo>
                  <a:cubicBezTo>
                    <a:pt x="811" y="5"/>
                    <a:pt x="810" y="5"/>
                    <a:pt x="809" y="5"/>
                  </a:cubicBezTo>
                  <a:cubicBezTo>
                    <a:pt x="809" y="5"/>
                    <a:pt x="808" y="5"/>
                    <a:pt x="807" y="5"/>
                  </a:cubicBezTo>
                  <a:cubicBezTo>
                    <a:pt x="807" y="4"/>
                    <a:pt x="807" y="4"/>
                    <a:pt x="807" y="4"/>
                  </a:cubicBezTo>
                  <a:cubicBezTo>
                    <a:pt x="816" y="0"/>
                    <a:pt x="816" y="0"/>
                    <a:pt x="816" y="0"/>
                  </a:cubicBezTo>
                  <a:cubicBezTo>
                    <a:pt x="818" y="0"/>
                    <a:pt x="818" y="0"/>
                    <a:pt x="818" y="0"/>
                  </a:cubicBezTo>
                  <a:cubicBezTo>
                    <a:pt x="818" y="39"/>
                    <a:pt x="818" y="39"/>
                    <a:pt x="818" y="39"/>
                  </a:cubicBezTo>
                  <a:cubicBezTo>
                    <a:pt x="818" y="43"/>
                    <a:pt x="818" y="45"/>
                    <a:pt x="818" y="46"/>
                  </a:cubicBezTo>
                  <a:cubicBezTo>
                    <a:pt x="818" y="47"/>
                    <a:pt x="819" y="48"/>
                    <a:pt x="819" y="48"/>
                  </a:cubicBezTo>
                  <a:cubicBezTo>
                    <a:pt x="819" y="49"/>
                    <a:pt x="820" y="49"/>
                    <a:pt x="820" y="49"/>
                  </a:cubicBezTo>
                  <a:cubicBezTo>
                    <a:pt x="821" y="49"/>
                    <a:pt x="822" y="48"/>
                    <a:pt x="823" y="48"/>
                  </a:cubicBezTo>
                  <a:cubicBezTo>
                    <a:pt x="823" y="49"/>
                    <a:pt x="823" y="49"/>
                    <a:pt x="823" y="49"/>
                  </a:cubicBezTo>
                  <a:cubicBezTo>
                    <a:pt x="813" y="53"/>
                    <a:pt x="813" y="53"/>
                    <a:pt x="813" y="53"/>
                  </a:cubicBezTo>
                  <a:cubicBezTo>
                    <a:pt x="812" y="53"/>
                    <a:pt x="812" y="53"/>
                    <a:pt x="812" y="53"/>
                  </a:cubicBezTo>
                  <a:cubicBezTo>
                    <a:pt x="812" y="49"/>
                    <a:pt x="812" y="49"/>
                    <a:pt x="812" y="49"/>
                  </a:cubicBezTo>
                  <a:close/>
                  <a:moveTo>
                    <a:pt x="812" y="46"/>
                  </a:moveTo>
                  <a:cubicBezTo>
                    <a:pt x="812" y="29"/>
                    <a:pt x="812" y="29"/>
                    <a:pt x="812" y="29"/>
                  </a:cubicBezTo>
                  <a:cubicBezTo>
                    <a:pt x="812" y="27"/>
                    <a:pt x="812" y="25"/>
                    <a:pt x="811" y="24"/>
                  </a:cubicBezTo>
                  <a:cubicBezTo>
                    <a:pt x="810" y="23"/>
                    <a:pt x="809" y="22"/>
                    <a:pt x="808" y="21"/>
                  </a:cubicBezTo>
                  <a:cubicBezTo>
                    <a:pt x="807" y="20"/>
                    <a:pt x="806" y="20"/>
                    <a:pt x="805" y="20"/>
                  </a:cubicBezTo>
                  <a:cubicBezTo>
                    <a:pt x="803" y="20"/>
                    <a:pt x="801" y="21"/>
                    <a:pt x="799" y="23"/>
                  </a:cubicBezTo>
                  <a:cubicBezTo>
                    <a:pt x="797" y="25"/>
                    <a:pt x="796" y="29"/>
                    <a:pt x="796" y="34"/>
                  </a:cubicBezTo>
                  <a:cubicBezTo>
                    <a:pt x="796" y="39"/>
                    <a:pt x="797" y="43"/>
                    <a:pt x="799" y="45"/>
                  </a:cubicBezTo>
                  <a:cubicBezTo>
                    <a:pt x="801" y="48"/>
                    <a:pt x="803" y="49"/>
                    <a:pt x="806" y="49"/>
                  </a:cubicBezTo>
                  <a:cubicBezTo>
                    <a:pt x="808" y="50"/>
                    <a:pt x="810" y="49"/>
                    <a:pt x="812" y="46"/>
                  </a:cubicBezTo>
                  <a:close/>
                  <a:moveTo>
                    <a:pt x="883" y="3"/>
                  </a:moveTo>
                  <a:cubicBezTo>
                    <a:pt x="883" y="14"/>
                    <a:pt x="883" y="14"/>
                    <a:pt x="883" y="14"/>
                  </a:cubicBezTo>
                  <a:cubicBezTo>
                    <a:pt x="882" y="14"/>
                    <a:pt x="882" y="14"/>
                    <a:pt x="882" y="14"/>
                  </a:cubicBezTo>
                  <a:cubicBezTo>
                    <a:pt x="882" y="12"/>
                    <a:pt x="881" y="11"/>
                    <a:pt x="881" y="10"/>
                  </a:cubicBezTo>
                  <a:cubicBezTo>
                    <a:pt x="880" y="8"/>
                    <a:pt x="879" y="7"/>
                    <a:pt x="878" y="7"/>
                  </a:cubicBezTo>
                  <a:cubicBezTo>
                    <a:pt x="877" y="6"/>
                    <a:pt x="875" y="5"/>
                    <a:pt x="873" y="5"/>
                  </a:cubicBezTo>
                  <a:cubicBezTo>
                    <a:pt x="867" y="5"/>
                    <a:pt x="867" y="5"/>
                    <a:pt x="867" y="5"/>
                  </a:cubicBezTo>
                  <a:cubicBezTo>
                    <a:pt x="867" y="44"/>
                    <a:pt x="867" y="44"/>
                    <a:pt x="867" y="44"/>
                  </a:cubicBezTo>
                  <a:cubicBezTo>
                    <a:pt x="867" y="47"/>
                    <a:pt x="867" y="49"/>
                    <a:pt x="867" y="49"/>
                  </a:cubicBezTo>
                  <a:cubicBezTo>
                    <a:pt x="868" y="51"/>
                    <a:pt x="870" y="51"/>
                    <a:pt x="871" y="51"/>
                  </a:cubicBezTo>
                  <a:cubicBezTo>
                    <a:pt x="873" y="51"/>
                    <a:pt x="873" y="51"/>
                    <a:pt x="873" y="51"/>
                  </a:cubicBezTo>
                  <a:cubicBezTo>
                    <a:pt x="873" y="52"/>
                    <a:pt x="873" y="52"/>
                    <a:pt x="873" y="52"/>
                  </a:cubicBezTo>
                  <a:cubicBezTo>
                    <a:pt x="853" y="52"/>
                    <a:pt x="853" y="52"/>
                    <a:pt x="853" y="52"/>
                  </a:cubicBezTo>
                  <a:cubicBezTo>
                    <a:pt x="853" y="51"/>
                    <a:pt x="853" y="51"/>
                    <a:pt x="853" y="51"/>
                  </a:cubicBezTo>
                  <a:cubicBezTo>
                    <a:pt x="854" y="51"/>
                    <a:pt x="854" y="51"/>
                    <a:pt x="854" y="51"/>
                  </a:cubicBezTo>
                  <a:cubicBezTo>
                    <a:pt x="856" y="51"/>
                    <a:pt x="858" y="50"/>
                    <a:pt x="859" y="49"/>
                  </a:cubicBezTo>
                  <a:cubicBezTo>
                    <a:pt x="859" y="48"/>
                    <a:pt x="859" y="47"/>
                    <a:pt x="859" y="43"/>
                  </a:cubicBezTo>
                  <a:cubicBezTo>
                    <a:pt x="859" y="5"/>
                    <a:pt x="859" y="5"/>
                    <a:pt x="859" y="5"/>
                  </a:cubicBezTo>
                  <a:cubicBezTo>
                    <a:pt x="853" y="5"/>
                    <a:pt x="853" y="5"/>
                    <a:pt x="853" y="5"/>
                  </a:cubicBezTo>
                  <a:cubicBezTo>
                    <a:pt x="851" y="5"/>
                    <a:pt x="849" y="5"/>
                    <a:pt x="849" y="6"/>
                  </a:cubicBezTo>
                  <a:cubicBezTo>
                    <a:pt x="847" y="6"/>
                    <a:pt x="846" y="7"/>
                    <a:pt x="845" y="9"/>
                  </a:cubicBezTo>
                  <a:cubicBezTo>
                    <a:pt x="845" y="10"/>
                    <a:pt x="844" y="12"/>
                    <a:pt x="844" y="14"/>
                  </a:cubicBezTo>
                  <a:cubicBezTo>
                    <a:pt x="843" y="14"/>
                    <a:pt x="843" y="14"/>
                    <a:pt x="843" y="14"/>
                  </a:cubicBezTo>
                  <a:cubicBezTo>
                    <a:pt x="843" y="3"/>
                    <a:pt x="843" y="3"/>
                    <a:pt x="843" y="3"/>
                  </a:cubicBezTo>
                  <a:cubicBezTo>
                    <a:pt x="883" y="3"/>
                    <a:pt x="883" y="3"/>
                    <a:pt x="883" y="3"/>
                  </a:cubicBezTo>
                  <a:close/>
                  <a:moveTo>
                    <a:pt x="891" y="31"/>
                  </a:moveTo>
                  <a:cubicBezTo>
                    <a:pt x="891" y="37"/>
                    <a:pt x="893" y="40"/>
                    <a:pt x="895" y="43"/>
                  </a:cubicBezTo>
                  <a:cubicBezTo>
                    <a:pt x="897" y="46"/>
                    <a:pt x="900" y="48"/>
                    <a:pt x="903" y="48"/>
                  </a:cubicBezTo>
                  <a:cubicBezTo>
                    <a:pt x="905" y="48"/>
                    <a:pt x="907" y="47"/>
                    <a:pt x="909" y="46"/>
                  </a:cubicBezTo>
                  <a:cubicBezTo>
                    <a:pt x="911" y="45"/>
                    <a:pt x="912" y="43"/>
                    <a:pt x="913" y="39"/>
                  </a:cubicBezTo>
                  <a:cubicBezTo>
                    <a:pt x="914" y="40"/>
                    <a:pt x="914" y="40"/>
                    <a:pt x="914" y="40"/>
                  </a:cubicBezTo>
                  <a:cubicBezTo>
                    <a:pt x="914" y="43"/>
                    <a:pt x="912" y="47"/>
                    <a:pt x="910" y="49"/>
                  </a:cubicBezTo>
                  <a:cubicBezTo>
                    <a:pt x="907" y="52"/>
                    <a:pt x="904" y="53"/>
                    <a:pt x="901" y="53"/>
                  </a:cubicBezTo>
                  <a:cubicBezTo>
                    <a:pt x="897" y="53"/>
                    <a:pt x="893" y="52"/>
                    <a:pt x="891" y="49"/>
                  </a:cubicBezTo>
                  <a:cubicBezTo>
                    <a:pt x="888" y="45"/>
                    <a:pt x="887" y="41"/>
                    <a:pt x="887" y="36"/>
                  </a:cubicBezTo>
                  <a:cubicBezTo>
                    <a:pt x="887" y="30"/>
                    <a:pt x="888" y="25"/>
                    <a:pt x="891" y="22"/>
                  </a:cubicBezTo>
                  <a:cubicBezTo>
                    <a:pt x="894" y="19"/>
                    <a:pt x="897" y="17"/>
                    <a:pt x="902" y="17"/>
                  </a:cubicBezTo>
                  <a:cubicBezTo>
                    <a:pt x="905" y="17"/>
                    <a:pt x="909" y="19"/>
                    <a:pt x="911" y="21"/>
                  </a:cubicBezTo>
                  <a:cubicBezTo>
                    <a:pt x="913" y="23"/>
                    <a:pt x="915" y="27"/>
                    <a:pt x="915" y="31"/>
                  </a:cubicBezTo>
                  <a:cubicBezTo>
                    <a:pt x="891" y="31"/>
                    <a:pt x="891" y="31"/>
                    <a:pt x="891" y="31"/>
                  </a:cubicBezTo>
                  <a:close/>
                  <a:moveTo>
                    <a:pt x="891" y="29"/>
                  </a:moveTo>
                  <a:cubicBezTo>
                    <a:pt x="907" y="29"/>
                    <a:pt x="907" y="29"/>
                    <a:pt x="907" y="29"/>
                  </a:cubicBezTo>
                  <a:cubicBezTo>
                    <a:pt x="907" y="27"/>
                    <a:pt x="906" y="26"/>
                    <a:pt x="906" y="25"/>
                  </a:cubicBezTo>
                  <a:cubicBezTo>
                    <a:pt x="905" y="24"/>
                    <a:pt x="904" y="23"/>
                    <a:pt x="903" y="22"/>
                  </a:cubicBezTo>
                  <a:cubicBezTo>
                    <a:pt x="902" y="21"/>
                    <a:pt x="901" y="21"/>
                    <a:pt x="899" y="21"/>
                  </a:cubicBezTo>
                  <a:cubicBezTo>
                    <a:pt x="897" y="21"/>
                    <a:pt x="896" y="21"/>
                    <a:pt x="894" y="23"/>
                  </a:cubicBezTo>
                  <a:cubicBezTo>
                    <a:pt x="893" y="24"/>
                    <a:pt x="892" y="27"/>
                    <a:pt x="891"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57" name="Freeform 35"/>
            <p:cNvSpPr>
              <a:spLocks noEditPoints="1"/>
            </p:cNvSpPr>
            <p:nvPr/>
          </p:nvSpPr>
          <p:spPr bwMode="auto">
            <a:xfrm>
              <a:off x="10679175" y="4943779"/>
              <a:ext cx="873125" cy="103188"/>
            </a:xfrm>
            <a:custGeom>
              <a:avLst/>
              <a:gdLst>
                <a:gd name="T0" fmla="*/ 23 w 586"/>
                <a:gd name="T1" fmla="*/ 21 h 69"/>
                <a:gd name="T2" fmla="*/ 8 w 586"/>
                <a:gd name="T3" fmla="*/ 24 h 69"/>
                <a:gd name="T4" fmla="*/ 45 w 586"/>
                <a:gd name="T5" fmla="*/ 26 h 69"/>
                <a:gd name="T6" fmla="*/ 66 w 586"/>
                <a:gd name="T7" fmla="*/ 52 h 69"/>
                <a:gd name="T8" fmla="*/ 58 w 586"/>
                <a:gd name="T9" fmla="*/ 46 h 69"/>
                <a:gd name="T10" fmla="*/ 46 w 586"/>
                <a:gd name="T11" fmla="*/ 50 h 69"/>
                <a:gd name="T12" fmla="*/ 40 w 586"/>
                <a:gd name="T13" fmla="*/ 46 h 69"/>
                <a:gd name="T14" fmla="*/ 45 w 586"/>
                <a:gd name="T15" fmla="*/ 1 h 69"/>
                <a:gd name="T16" fmla="*/ 106 w 586"/>
                <a:gd name="T17" fmla="*/ 52 h 69"/>
                <a:gd name="T18" fmla="*/ 98 w 586"/>
                <a:gd name="T19" fmla="*/ 46 h 69"/>
                <a:gd name="T20" fmla="*/ 90 w 586"/>
                <a:gd name="T21" fmla="*/ 52 h 69"/>
                <a:gd name="T22" fmla="*/ 78 w 586"/>
                <a:gd name="T23" fmla="*/ 25 h 69"/>
                <a:gd name="T24" fmla="*/ 132 w 586"/>
                <a:gd name="T25" fmla="*/ 19 h 69"/>
                <a:gd name="T26" fmla="*/ 118 w 586"/>
                <a:gd name="T27" fmla="*/ 28 h 69"/>
                <a:gd name="T28" fmla="*/ 133 w 586"/>
                <a:gd name="T29" fmla="*/ 52 h 69"/>
                <a:gd name="T30" fmla="*/ 169 w 586"/>
                <a:gd name="T31" fmla="*/ 52 h 69"/>
                <a:gd name="T32" fmla="*/ 161 w 586"/>
                <a:gd name="T33" fmla="*/ 15 h 69"/>
                <a:gd name="T34" fmla="*/ 167 w 586"/>
                <a:gd name="T35" fmla="*/ 1 h 69"/>
                <a:gd name="T36" fmla="*/ 181 w 586"/>
                <a:gd name="T37" fmla="*/ 38 h 69"/>
                <a:gd name="T38" fmla="*/ 189 w 586"/>
                <a:gd name="T39" fmla="*/ 47 h 69"/>
                <a:gd name="T40" fmla="*/ 222 w 586"/>
                <a:gd name="T41" fmla="*/ 31 h 69"/>
                <a:gd name="T42" fmla="*/ 252 w 586"/>
                <a:gd name="T43" fmla="*/ 24 h 69"/>
                <a:gd name="T44" fmla="*/ 228 w 586"/>
                <a:gd name="T45" fmla="*/ 44 h 69"/>
                <a:gd name="T46" fmla="*/ 249 w 586"/>
                <a:gd name="T47" fmla="*/ 64 h 69"/>
                <a:gd name="T48" fmla="*/ 223 w 586"/>
                <a:gd name="T49" fmla="*/ 48 h 69"/>
                <a:gd name="T50" fmla="*/ 240 w 586"/>
                <a:gd name="T51" fmla="*/ 39 h 69"/>
                <a:gd name="T52" fmla="*/ 238 w 586"/>
                <a:gd name="T53" fmla="*/ 66 h 69"/>
                <a:gd name="T54" fmla="*/ 274 w 586"/>
                <a:gd name="T55" fmla="*/ 21 h 69"/>
                <a:gd name="T56" fmla="*/ 286 w 586"/>
                <a:gd name="T57" fmla="*/ 21 h 69"/>
                <a:gd name="T58" fmla="*/ 290 w 586"/>
                <a:gd name="T59" fmla="*/ 25 h 69"/>
                <a:gd name="T60" fmla="*/ 267 w 586"/>
                <a:gd name="T61" fmla="*/ 62 h 69"/>
                <a:gd name="T62" fmla="*/ 258 w 586"/>
                <a:gd name="T63" fmla="*/ 20 h 69"/>
                <a:gd name="T64" fmla="*/ 319 w 586"/>
                <a:gd name="T65" fmla="*/ 49 h 69"/>
                <a:gd name="T66" fmla="*/ 322 w 586"/>
                <a:gd name="T67" fmla="*/ 34 h 69"/>
                <a:gd name="T68" fmla="*/ 368 w 586"/>
                <a:gd name="T69" fmla="*/ 45 h 69"/>
                <a:gd name="T70" fmla="*/ 360 w 586"/>
                <a:gd name="T71" fmla="*/ 52 h 69"/>
                <a:gd name="T72" fmla="*/ 364 w 586"/>
                <a:gd name="T73" fmla="*/ 8 h 69"/>
                <a:gd name="T74" fmla="*/ 378 w 586"/>
                <a:gd name="T75" fmla="*/ 6 h 69"/>
                <a:gd name="T76" fmla="*/ 377 w 586"/>
                <a:gd name="T77" fmla="*/ 22 h 69"/>
                <a:gd name="T78" fmla="*/ 408 w 586"/>
                <a:gd name="T79" fmla="*/ 16 h 69"/>
                <a:gd name="T80" fmla="*/ 433 w 586"/>
                <a:gd name="T81" fmla="*/ 52 h 69"/>
                <a:gd name="T82" fmla="*/ 435 w 586"/>
                <a:gd name="T83" fmla="*/ 6 h 69"/>
                <a:gd name="T84" fmla="*/ 476 w 586"/>
                <a:gd name="T85" fmla="*/ 20 h 69"/>
                <a:gd name="T86" fmla="*/ 468 w 586"/>
                <a:gd name="T87" fmla="*/ 54 h 69"/>
                <a:gd name="T88" fmla="*/ 472 w 586"/>
                <a:gd name="T89" fmla="*/ 24 h 69"/>
                <a:gd name="T90" fmla="*/ 466 w 586"/>
                <a:gd name="T91" fmla="*/ 54 h 69"/>
                <a:gd name="T92" fmla="*/ 454 w 586"/>
                <a:gd name="T93" fmla="*/ 6 h 69"/>
                <a:gd name="T94" fmla="*/ 502 w 586"/>
                <a:gd name="T95" fmla="*/ 5 h 69"/>
                <a:gd name="T96" fmla="*/ 502 w 586"/>
                <a:gd name="T97" fmla="*/ 46 h 69"/>
                <a:gd name="T98" fmla="*/ 495 w 586"/>
                <a:gd name="T99" fmla="*/ 50 h 69"/>
                <a:gd name="T100" fmla="*/ 500 w 586"/>
                <a:gd name="T101" fmla="*/ 19 h 69"/>
                <a:gd name="T102" fmla="*/ 544 w 586"/>
                <a:gd name="T103" fmla="*/ 50 h 69"/>
                <a:gd name="T104" fmla="*/ 538 w 586"/>
                <a:gd name="T105" fmla="*/ 49 h 69"/>
                <a:gd name="T106" fmla="*/ 526 w 586"/>
                <a:gd name="T107" fmla="*/ 52 h 69"/>
                <a:gd name="T108" fmla="*/ 518 w 586"/>
                <a:gd name="T109" fmla="*/ 33 h 69"/>
                <a:gd name="T110" fmla="*/ 524 w 586"/>
                <a:gd name="T111" fmla="*/ 26 h 69"/>
                <a:gd name="T112" fmla="*/ 574 w 586"/>
                <a:gd name="T113" fmla="*/ 31 h 69"/>
                <a:gd name="T114" fmla="*/ 560 w 586"/>
                <a:gd name="T115" fmla="*/ 30 h 69"/>
                <a:gd name="T116" fmla="*/ 580 w 586"/>
                <a:gd name="T117" fmla="*/ 41 h 69"/>
                <a:gd name="T118" fmla="*/ 575 w 586"/>
                <a:gd name="T119" fmla="*/ 52 h 69"/>
                <a:gd name="T120" fmla="*/ 566 w 586"/>
                <a:gd name="T121" fmla="*/ 5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86" h="69">
                  <a:moveTo>
                    <a:pt x="27" y="41"/>
                  </a:moveTo>
                  <a:cubicBezTo>
                    <a:pt x="26" y="45"/>
                    <a:pt x="24" y="49"/>
                    <a:pt x="22" y="51"/>
                  </a:cubicBezTo>
                  <a:cubicBezTo>
                    <a:pt x="19" y="54"/>
                    <a:pt x="16" y="55"/>
                    <a:pt x="13" y="55"/>
                  </a:cubicBezTo>
                  <a:cubicBezTo>
                    <a:pt x="10" y="55"/>
                    <a:pt x="6" y="53"/>
                    <a:pt x="4" y="50"/>
                  </a:cubicBezTo>
                  <a:cubicBezTo>
                    <a:pt x="1" y="47"/>
                    <a:pt x="0" y="42"/>
                    <a:pt x="0" y="37"/>
                  </a:cubicBezTo>
                  <a:cubicBezTo>
                    <a:pt x="0" y="32"/>
                    <a:pt x="1" y="27"/>
                    <a:pt x="4" y="24"/>
                  </a:cubicBezTo>
                  <a:cubicBezTo>
                    <a:pt x="7" y="20"/>
                    <a:pt x="11" y="18"/>
                    <a:pt x="15" y="18"/>
                  </a:cubicBezTo>
                  <a:cubicBezTo>
                    <a:pt x="18" y="18"/>
                    <a:pt x="21" y="19"/>
                    <a:pt x="23" y="21"/>
                  </a:cubicBezTo>
                  <a:cubicBezTo>
                    <a:pt x="25" y="23"/>
                    <a:pt x="26" y="25"/>
                    <a:pt x="26" y="27"/>
                  </a:cubicBezTo>
                  <a:cubicBezTo>
                    <a:pt x="26" y="28"/>
                    <a:pt x="26" y="28"/>
                    <a:pt x="26" y="29"/>
                  </a:cubicBezTo>
                  <a:cubicBezTo>
                    <a:pt x="25" y="30"/>
                    <a:pt x="24" y="30"/>
                    <a:pt x="23" y="30"/>
                  </a:cubicBezTo>
                  <a:cubicBezTo>
                    <a:pt x="22" y="30"/>
                    <a:pt x="21" y="30"/>
                    <a:pt x="20" y="28"/>
                  </a:cubicBezTo>
                  <a:cubicBezTo>
                    <a:pt x="20" y="28"/>
                    <a:pt x="19" y="27"/>
                    <a:pt x="19" y="26"/>
                  </a:cubicBezTo>
                  <a:cubicBezTo>
                    <a:pt x="19" y="24"/>
                    <a:pt x="18" y="23"/>
                    <a:pt x="18" y="22"/>
                  </a:cubicBezTo>
                  <a:cubicBezTo>
                    <a:pt x="17" y="22"/>
                    <a:pt x="16" y="21"/>
                    <a:pt x="14" y="21"/>
                  </a:cubicBezTo>
                  <a:cubicBezTo>
                    <a:pt x="12" y="21"/>
                    <a:pt x="10" y="22"/>
                    <a:pt x="8" y="24"/>
                  </a:cubicBezTo>
                  <a:cubicBezTo>
                    <a:pt x="6" y="26"/>
                    <a:pt x="6" y="30"/>
                    <a:pt x="6" y="34"/>
                  </a:cubicBezTo>
                  <a:cubicBezTo>
                    <a:pt x="6" y="38"/>
                    <a:pt x="6" y="41"/>
                    <a:pt x="8" y="44"/>
                  </a:cubicBezTo>
                  <a:cubicBezTo>
                    <a:pt x="10" y="48"/>
                    <a:pt x="13" y="49"/>
                    <a:pt x="16" y="49"/>
                  </a:cubicBezTo>
                  <a:cubicBezTo>
                    <a:pt x="18" y="49"/>
                    <a:pt x="20" y="48"/>
                    <a:pt x="22" y="47"/>
                  </a:cubicBezTo>
                  <a:cubicBezTo>
                    <a:pt x="24" y="46"/>
                    <a:pt x="25" y="44"/>
                    <a:pt x="27" y="41"/>
                  </a:cubicBezTo>
                  <a:cubicBezTo>
                    <a:pt x="27" y="41"/>
                    <a:pt x="27" y="41"/>
                    <a:pt x="27" y="41"/>
                  </a:cubicBezTo>
                  <a:close/>
                  <a:moveTo>
                    <a:pt x="45" y="1"/>
                  </a:moveTo>
                  <a:cubicBezTo>
                    <a:pt x="45" y="26"/>
                    <a:pt x="45" y="26"/>
                    <a:pt x="45" y="26"/>
                  </a:cubicBezTo>
                  <a:cubicBezTo>
                    <a:pt x="48" y="22"/>
                    <a:pt x="50" y="21"/>
                    <a:pt x="51" y="20"/>
                  </a:cubicBezTo>
                  <a:cubicBezTo>
                    <a:pt x="53" y="19"/>
                    <a:pt x="54" y="18"/>
                    <a:pt x="56" y="18"/>
                  </a:cubicBezTo>
                  <a:cubicBezTo>
                    <a:pt x="58" y="18"/>
                    <a:pt x="60" y="19"/>
                    <a:pt x="61" y="20"/>
                  </a:cubicBezTo>
                  <a:cubicBezTo>
                    <a:pt x="62" y="21"/>
                    <a:pt x="63" y="23"/>
                    <a:pt x="64" y="25"/>
                  </a:cubicBezTo>
                  <a:cubicBezTo>
                    <a:pt x="64" y="27"/>
                    <a:pt x="64" y="30"/>
                    <a:pt x="64" y="34"/>
                  </a:cubicBezTo>
                  <a:cubicBezTo>
                    <a:pt x="64" y="46"/>
                    <a:pt x="64" y="46"/>
                    <a:pt x="64" y="46"/>
                  </a:cubicBezTo>
                  <a:cubicBezTo>
                    <a:pt x="64" y="48"/>
                    <a:pt x="64" y="50"/>
                    <a:pt x="65" y="50"/>
                  </a:cubicBezTo>
                  <a:cubicBezTo>
                    <a:pt x="65" y="51"/>
                    <a:pt x="66" y="52"/>
                    <a:pt x="66" y="52"/>
                  </a:cubicBezTo>
                  <a:cubicBezTo>
                    <a:pt x="66" y="52"/>
                    <a:pt x="68" y="52"/>
                    <a:pt x="69" y="52"/>
                  </a:cubicBezTo>
                  <a:cubicBezTo>
                    <a:pt x="69" y="54"/>
                    <a:pt x="69" y="54"/>
                    <a:pt x="69" y="54"/>
                  </a:cubicBezTo>
                  <a:cubicBezTo>
                    <a:pt x="53" y="54"/>
                    <a:pt x="53" y="54"/>
                    <a:pt x="53" y="54"/>
                  </a:cubicBezTo>
                  <a:cubicBezTo>
                    <a:pt x="53" y="52"/>
                    <a:pt x="53" y="52"/>
                    <a:pt x="53" y="52"/>
                  </a:cubicBezTo>
                  <a:cubicBezTo>
                    <a:pt x="54" y="52"/>
                    <a:pt x="54" y="52"/>
                    <a:pt x="54" y="52"/>
                  </a:cubicBezTo>
                  <a:cubicBezTo>
                    <a:pt x="56" y="52"/>
                    <a:pt x="56" y="52"/>
                    <a:pt x="57" y="52"/>
                  </a:cubicBezTo>
                  <a:cubicBezTo>
                    <a:pt x="58" y="51"/>
                    <a:pt x="58" y="50"/>
                    <a:pt x="58" y="50"/>
                  </a:cubicBezTo>
                  <a:cubicBezTo>
                    <a:pt x="58" y="49"/>
                    <a:pt x="58" y="48"/>
                    <a:pt x="58" y="46"/>
                  </a:cubicBezTo>
                  <a:cubicBezTo>
                    <a:pt x="58" y="34"/>
                    <a:pt x="58" y="34"/>
                    <a:pt x="58" y="34"/>
                  </a:cubicBezTo>
                  <a:cubicBezTo>
                    <a:pt x="58" y="30"/>
                    <a:pt x="58" y="28"/>
                    <a:pt x="58" y="27"/>
                  </a:cubicBezTo>
                  <a:cubicBezTo>
                    <a:pt x="58" y="26"/>
                    <a:pt x="57" y="25"/>
                    <a:pt x="56" y="24"/>
                  </a:cubicBezTo>
                  <a:cubicBezTo>
                    <a:pt x="56" y="24"/>
                    <a:pt x="55" y="23"/>
                    <a:pt x="54" y="23"/>
                  </a:cubicBezTo>
                  <a:cubicBezTo>
                    <a:pt x="52" y="23"/>
                    <a:pt x="51" y="24"/>
                    <a:pt x="50" y="24"/>
                  </a:cubicBezTo>
                  <a:cubicBezTo>
                    <a:pt x="49" y="25"/>
                    <a:pt x="47" y="26"/>
                    <a:pt x="46" y="28"/>
                  </a:cubicBezTo>
                  <a:cubicBezTo>
                    <a:pt x="46" y="46"/>
                    <a:pt x="46" y="46"/>
                    <a:pt x="46" y="46"/>
                  </a:cubicBezTo>
                  <a:cubicBezTo>
                    <a:pt x="46" y="48"/>
                    <a:pt x="46" y="50"/>
                    <a:pt x="46" y="50"/>
                  </a:cubicBezTo>
                  <a:cubicBezTo>
                    <a:pt x="46" y="51"/>
                    <a:pt x="47" y="52"/>
                    <a:pt x="47" y="52"/>
                  </a:cubicBezTo>
                  <a:cubicBezTo>
                    <a:pt x="48" y="52"/>
                    <a:pt x="49" y="52"/>
                    <a:pt x="51" y="52"/>
                  </a:cubicBezTo>
                  <a:cubicBezTo>
                    <a:pt x="51" y="54"/>
                    <a:pt x="51" y="54"/>
                    <a:pt x="51" y="54"/>
                  </a:cubicBezTo>
                  <a:cubicBezTo>
                    <a:pt x="34" y="54"/>
                    <a:pt x="34" y="54"/>
                    <a:pt x="34" y="54"/>
                  </a:cubicBezTo>
                  <a:cubicBezTo>
                    <a:pt x="34" y="52"/>
                    <a:pt x="34" y="52"/>
                    <a:pt x="34" y="52"/>
                  </a:cubicBezTo>
                  <a:cubicBezTo>
                    <a:pt x="36" y="52"/>
                    <a:pt x="37" y="52"/>
                    <a:pt x="38" y="52"/>
                  </a:cubicBezTo>
                  <a:cubicBezTo>
                    <a:pt x="38" y="51"/>
                    <a:pt x="39" y="51"/>
                    <a:pt x="39" y="50"/>
                  </a:cubicBezTo>
                  <a:cubicBezTo>
                    <a:pt x="40" y="49"/>
                    <a:pt x="40" y="48"/>
                    <a:pt x="40" y="46"/>
                  </a:cubicBezTo>
                  <a:cubicBezTo>
                    <a:pt x="40" y="15"/>
                    <a:pt x="40" y="15"/>
                    <a:pt x="40" y="15"/>
                  </a:cubicBezTo>
                  <a:cubicBezTo>
                    <a:pt x="40" y="11"/>
                    <a:pt x="40" y="8"/>
                    <a:pt x="39" y="8"/>
                  </a:cubicBezTo>
                  <a:cubicBezTo>
                    <a:pt x="39" y="7"/>
                    <a:pt x="39" y="6"/>
                    <a:pt x="38" y="6"/>
                  </a:cubicBezTo>
                  <a:cubicBezTo>
                    <a:pt x="38" y="5"/>
                    <a:pt x="38" y="5"/>
                    <a:pt x="37" y="5"/>
                  </a:cubicBezTo>
                  <a:cubicBezTo>
                    <a:pt x="36" y="5"/>
                    <a:pt x="36" y="5"/>
                    <a:pt x="34" y="6"/>
                  </a:cubicBezTo>
                  <a:cubicBezTo>
                    <a:pt x="34" y="4"/>
                    <a:pt x="34" y="4"/>
                    <a:pt x="34" y="4"/>
                  </a:cubicBezTo>
                  <a:cubicBezTo>
                    <a:pt x="44" y="0"/>
                    <a:pt x="44" y="0"/>
                    <a:pt x="44" y="0"/>
                  </a:cubicBezTo>
                  <a:cubicBezTo>
                    <a:pt x="45" y="1"/>
                    <a:pt x="45" y="1"/>
                    <a:pt x="45" y="1"/>
                  </a:cubicBezTo>
                  <a:close/>
                  <a:moveTo>
                    <a:pt x="85" y="26"/>
                  </a:moveTo>
                  <a:cubicBezTo>
                    <a:pt x="89" y="21"/>
                    <a:pt x="92" y="19"/>
                    <a:pt x="96" y="19"/>
                  </a:cubicBezTo>
                  <a:cubicBezTo>
                    <a:pt x="97" y="19"/>
                    <a:pt x="99" y="19"/>
                    <a:pt x="100" y="20"/>
                  </a:cubicBezTo>
                  <a:cubicBezTo>
                    <a:pt x="102" y="21"/>
                    <a:pt x="103" y="22"/>
                    <a:pt x="104" y="24"/>
                  </a:cubicBezTo>
                  <a:cubicBezTo>
                    <a:pt x="104" y="26"/>
                    <a:pt x="104" y="28"/>
                    <a:pt x="104" y="31"/>
                  </a:cubicBezTo>
                  <a:cubicBezTo>
                    <a:pt x="104" y="46"/>
                    <a:pt x="104" y="46"/>
                    <a:pt x="104" y="46"/>
                  </a:cubicBezTo>
                  <a:cubicBezTo>
                    <a:pt x="104" y="48"/>
                    <a:pt x="104" y="49"/>
                    <a:pt x="105" y="50"/>
                  </a:cubicBezTo>
                  <a:cubicBezTo>
                    <a:pt x="105" y="51"/>
                    <a:pt x="106" y="51"/>
                    <a:pt x="106" y="52"/>
                  </a:cubicBezTo>
                  <a:cubicBezTo>
                    <a:pt x="106" y="52"/>
                    <a:pt x="108" y="52"/>
                    <a:pt x="109" y="52"/>
                  </a:cubicBezTo>
                  <a:cubicBezTo>
                    <a:pt x="109" y="53"/>
                    <a:pt x="109" y="53"/>
                    <a:pt x="109" y="53"/>
                  </a:cubicBezTo>
                  <a:cubicBezTo>
                    <a:pt x="93" y="53"/>
                    <a:pt x="93" y="53"/>
                    <a:pt x="93" y="53"/>
                  </a:cubicBezTo>
                  <a:cubicBezTo>
                    <a:pt x="93" y="52"/>
                    <a:pt x="93" y="52"/>
                    <a:pt x="93" y="52"/>
                  </a:cubicBezTo>
                  <a:cubicBezTo>
                    <a:pt x="94" y="52"/>
                    <a:pt x="94" y="52"/>
                    <a:pt x="94" y="52"/>
                  </a:cubicBezTo>
                  <a:cubicBezTo>
                    <a:pt x="96" y="52"/>
                    <a:pt x="96" y="52"/>
                    <a:pt x="97" y="51"/>
                  </a:cubicBezTo>
                  <a:cubicBezTo>
                    <a:pt x="98" y="51"/>
                    <a:pt x="98" y="50"/>
                    <a:pt x="98" y="49"/>
                  </a:cubicBezTo>
                  <a:cubicBezTo>
                    <a:pt x="98" y="49"/>
                    <a:pt x="98" y="48"/>
                    <a:pt x="98" y="46"/>
                  </a:cubicBezTo>
                  <a:cubicBezTo>
                    <a:pt x="98" y="32"/>
                    <a:pt x="98" y="32"/>
                    <a:pt x="98" y="32"/>
                  </a:cubicBezTo>
                  <a:cubicBezTo>
                    <a:pt x="98" y="28"/>
                    <a:pt x="98" y="26"/>
                    <a:pt x="97" y="25"/>
                  </a:cubicBezTo>
                  <a:cubicBezTo>
                    <a:pt x="96" y="24"/>
                    <a:pt x="95" y="23"/>
                    <a:pt x="93" y="23"/>
                  </a:cubicBezTo>
                  <a:cubicBezTo>
                    <a:pt x="90" y="23"/>
                    <a:pt x="88" y="24"/>
                    <a:pt x="85" y="28"/>
                  </a:cubicBezTo>
                  <a:cubicBezTo>
                    <a:pt x="85" y="46"/>
                    <a:pt x="85" y="46"/>
                    <a:pt x="85" y="46"/>
                  </a:cubicBezTo>
                  <a:cubicBezTo>
                    <a:pt x="85" y="48"/>
                    <a:pt x="85" y="49"/>
                    <a:pt x="85" y="50"/>
                  </a:cubicBezTo>
                  <a:cubicBezTo>
                    <a:pt x="86" y="51"/>
                    <a:pt x="86" y="51"/>
                    <a:pt x="86" y="52"/>
                  </a:cubicBezTo>
                  <a:cubicBezTo>
                    <a:pt x="87" y="52"/>
                    <a:pt x="88" y="52"/>
                    <a:pt x="90" y="52"/>
                  </a:cubicBezTo>
                  <a:cubicBezTo>
                    <a:pt x="90" y="53"/>
                    <a:pt x="90" y="53"/>
                    <a:pt x="90" y="53"/>
                  </a:cubicBezTo>
                  <a:cubicBezTo>
                    <a:pt x="74" y="53"/>
                    <a:pt x="74" y="53"/>
                    <a:pt x="74" y="53"/>
                  </a:cubicBezTo>
                  <a:cubicBezTo>
                    <a:pt x="74" y="52"/>
                    <a:pt x="74" y="52"/>
                    <a:pt x="74" y="52"/>
                  </a:cubicBezTo>
                  <a:cubicBezTo>
                    <a:pt x="75" y="52"/>
                    <a:pt x="75" y="52"/>
                    <a:pt x="75" y="52"/>
                  </a:cubicBezTo>
                  <a:cubicBezTo>
                    <a:pt x="76" y="52"/>
                    <a:pt x="78" y="52"/>
                    <a:pt x="78" y="51"/>
                  </a:cubicBezTo>
                  <a:cubicBezTo>
                    <a:pt x="78" y="50"/>
                    <a:pt x="79" y="48"/>
                    <a:pt x="79" y="46"/>
                  </a:cubicBezTo>
                  <a:cubicBezTo>
                    <a:pt x="79" y="33"/>
                    <a:pt x="79" y="33"/>
                    <a:pt x="79" y="33"/>
                  </a:cubicBezTo>
                  <a:cubicBezTo>
                    <a:pt x="79" y="29"/>
                    <a:pt x="79" y="26"/>
                    <a:pt x="78" y="25"/>
                  </a:cubicBezTo>
                  <a:cubicBezTo>
                    <a:pt x="78" y="24"/>
                    <a:pt x="78" y="24"/>
                    <a:pt x="78" y="23"/>
                  </a:cubicBezTo>
                  <a:cubicBezTo>
                    <a:pt x="77" y="23"/>
                    <a:pt x="77" y="23"/>
                    <a:pt x="76" y="23"/>
                  </a:cubicBezTo>
                  <a:cubicBezTo>
                    <a:pt x="75" y="23"/>
                    <a:pt x="74" y="23"/>
                    <a:pt x="74" y="23"/>
                  </a:cubicBezTo>
                  <a:cubicBezTo>
                    <a:pt x="73" y="22"/>
                    <a:pt x="73" y="22"/>
                    <a:pt x="73" y="22"/>
                  </a:cubicBezTo>
                  <a:cubicBezTo>
                    <a:pt x="83" y="18"/>
                    <a:pt x="83" y="18"/>
                    <a:pt x="83" y="18"/>
                  </a:cubicBezTo>
                  <a:cubicBezTo>
                    <a:pt x="85" y="18"/>
                    <a:pt x="85" y="18"/>
                    <a:pt x="85" y="18"/>
                  </a:cubicBezTo>
                  <a:cubicBezTo>
                    <a:pt x="85" y="26"/>
                    <a:pt x="85" y="26"/>
                    <a:pt x="85" y="26"/>
                  </a:cubicBezTo>
                  <a:close/>
                  <a:moveTo>
                    <a:pt x="132" y="19"/>
                  </a:moveTo>
                  <a:cubicBezTo>
                    <a:pt x="136" y="19"/>
                    <a:pt x="140" y="21"/>
                    <a:pt x="144" y="25"/>
                  </a:cubicBezTo>
                  <a:cubicBezTo>
                    <a:pt x="146" y="28"/>
                    <a:pt x="148" y="32"/>
                    <a:pt x="148" y="36"/>
                  </a:cubicBezTo>
                  <a:cubicBezTo>
                    <a:pt x="148" y="40"/>
                    <a:pt x="147" y="42"/>
                    <a:pt x="146" y="46"/>
                  </a:cubicBezTo>
                  <a:cubicBezTo>
                    <a:pt x="144" y="49"/>
                    <a:pt x="142" y="51"/>
                    <a:pt x="140" y="53"/>
                  </a:cubicBezTo>
                  <a:cubicBezTo>
                    <a:pt x="137" y="54"/>
                    <a:pt x="134" y="55"/>
                    <a:pt x="131" y="55"/>
                  </a:cubicBezTo>
                  <a:cubicBezTo>
                    <a:pt x="126" y="55"/>
                    <a:pt x="122" y="53"/>
                    <a:pt x="120" y="49"/>
                  </a:cubicBezTo>
                  <a:cubicBezTo>
                    <a:pt x="117" y="46"/>
                    <a:pt x="116" y="42"/>
                    <a:pt x="116" y="38"/>
                  </a:cubicBezTo>
                  <a:cubicBezTo>
                    <a:pt x="116" y="34"/>
                    <a:pt x="117" y="31"/>
                    <a:pt x="118" y="28"/>
                  </a:cubicBezTo>
                  <a:cubicBezTo>
                    <a:pt x="120" y="26"/>
                    <a:pt x="122" y="23"/>
                    <a:pt x="124" y="22"/>
                  </a:cubicBezTo>
                  <a:cubicBezTo>
                    <a:pt x="126" y="20"/>
                    <a:pt x="129" y="19"/>
                    <a:pt x="132" y="19"/>
                  </a:cubicBezTo>
                  <a:close/>
                  <a:moveTo>
                    <a:pt x="130" y="21"/>
                  </a:moveTo>
                  <a:cubicBezTo>
                    <a:pt x="129" y="21"/>
                    <a:pt x="128" y="22"/>
                    <a:pt x="127" y="22"/>
                  </a:cubicBezTo>
                  <a:cubicBezTo>
                    <a:pt x="126" y="23"/>
                    <a:pt x="124" y="24"/>
                    <a:pt x="124" y="26"/>
                  </a:cubicBezTo>
                  <a:cubicBezTo>
                    <a:pt x="123" y="28"/>
                    <a:pt x="122" y="31"/>
                    <a:pt x="122" y="34"/>
                  </a:cubicBezTo>
                  <a:cubicBezTo>
                    <a:pt x="122" y="39"/>
                    <a:pt x="123" y="43"/>
                    <a:pt x="125" y="47"/>
                  </a:cubicBezTo>
                  <a:cubicBezTo>
                    <a:pt x="127" y="50"/>
                    <a:pt x="130" y="52"/>
                    <a:pt x="133" y="52"/>
                  </a:cubicBezTo>
                  <a:cubicBezTo>
                    <a:pt x="135" y="52"/>
                    <a:pt x="137" y="51"/>
                    <a:pt x="138" y="49"/>
                  </a:cubicBezTo>
                  <a:cubicBezTo>
                    <a:pt x="140" y="47"/>
                    <a:pt x="141" y="44"/>
                    <a:pt x="141" y="39"/>
                  </a:cubicBezTo>
                  <a:cubicBezTo>
                    <a:pt x="141" y="33"/>
                    <a:pt x="140" y="28"/>
                    <a:pt x="137" y="25"/>
                  </a:cubicBezTo>
                  <a:cubicBezTo>
                    <a:pt x="135" y="22"/>
                    <a:pt x="133" y="21"/>
                    <a:pt x="130" y="21"/>
                  </a:cubicBezTo>
                  <a:close/>
                  <a:moveTo>
                    <a:pt x="167" y="1"/>
                  </a:moveTo>
                  <a:cubicBezTo>
                    <a:pt x="167" y="46"/>
                    <a:pt x="167" y="46"/>
                    <a:pt x="167" y="46"/>
                  </a:cubicBezTo>
                  <a:cubicBezTo>
                    <a:pt x="167" y="48"/>
                    <a:pt x="167" y="50"/>
                    <a:pt x="168" y="50"/>
                  </a:cubicBezTo>
                  <a:cubicBezTo>
                    <a:pt x="168" y="51"/>
                    <a:pt x="168" y="52"/>
                    <a:pt x="169" y="52"/>
                  </a:cubicBezTo>
                  <a:cubicBezTo>
                    <a:pt x="170" y="52"/>
                    <a:pt x="170" y="52"/>
                    <a:pt x="172" y="52"/>
                  </a:cubicBezTo>
                  <a:cubicBezTo>
                    <a:pt x="172" y="54"/>
                    <a:pt x="172" y="54"/>
                    <a:pt x="172" y="54"/>
                  </a:cubicBezTo>
                  <a:cubicBezTo>
                    <a:pt x="156" y="54"/>
                    <a:pt x="156" y="54"/>
                    <a:pt x="156" y="54"/>
                  </a:cubicBezTo>
                  <a:cubicBezTo>
                    <a:pt x="156" y="52"/>
                    <a:pt x="156" y="52"/>
                    <a:pt x="156" y="52"/>
                  </a:cubicBezTo>
                  <a:cubicBezTo>
                    <a:pt x="158" y="52"/>
                    <a:pt x="159" y="52"/>
                    <a:pt x="160" y="52"/>
                  </a:cubicBezTo>
                  <a:cubicBezTo>
                    <a:pt x="160" y="52"/>
                    <a:pt x="160" y="51"/>
                    <a:pt x="161" y="50"/>
                  </a:cubicBezTo>
                  <a:cubicBezTo>
                    <a:pt x="161" y="50"/>
                    <a:pt x="161" y="48"/>
                    <a:pt x="161" y="46"/>
                  </a:cubicBezTo>
                  <a:cubicBezTo>
                    <a:pt x="161" y="15"/>
                    <a:pt x="161" y="15"/>
                    <a:pt x="161" y="15"/>
                  </a:cubicBezTo>
                  <a:cubicBezTo>
                    <a:pt x="161" y="11"/>
                    <a:pt x="161" y="9"/>
                    <a:pt x="161" y="8"/>
                  </a:cubicBezTo>
                  <a:cubicBezTo>
                    <a:pt x="161" y="7"/>
                    <a:pt x="160" y="6"/>
                    <a:pt x="160" y="6"/>
                  </a:cubicBezTo>
                  <a:cubicBezTo>
                    <a:pt x="160" y="6"/>
                    <a:pt x="159" y="6"/>
                    <a:pt x="158" y="6"/>
                  </a:cubicBezTo>
                  <a:cubicBezTo>
                    <a:pt x="158" y="6"/>
                    <a:pt x="157" y="6"/>
                    <a:pt x="156" y="6"/>
                  </a:cubicBezTo>
                  <a:cubicBezTo>
                    <a:pt x="155" y="5"/>
                    <a:pt x="155" y="5"/>
                    <a:pt x="155" y="5"/>
                  </a:cubicBezTo>
                  <a:cubicBezTo>
                    <a:pt x="165" y="1"/>
                    <a:pt x="165" y="1"/>
                    <a:pt x="165" y="1"/>
                  </a:cubicBezTo>
                  <a:cubicBezTo>
                    <a:pt x="167" y="1"/>
                    <a:pt x="167" y="1"/>
                    <a:pt x="167" y="1"/>
                  </a:cubicBezTo>
                  <a:cubicBezTo>
                    <a:pt x="167" y="1"/>
                    <a:pt x="167" y="1"/>
                    <a:pt x="167" y="1"/>
                  </a:cubicBezTo>
                  <a:close/>
                  <a:moveTo>
                    <a:pt x="196" y="19"/>
                  </a:moveTo>
                  <a:cubicBezTo>
                    <a:pt x="201" y="19"/>
                    <a:pt x="205" y="21"/>
                    <a:pt x="208" y="25"/>
                  </a:cubicBezTo>
                  <a:cubicBezTo>
                    <a:pt x="210" y="28"/>
                    <a:pt x="212" y="32"/>
                    <a:pt x="212" y="36"/>
                  </a:cubicBezTo>
                  <a:cubicBezTo>
                    <a:pt x="212" y="40"/>
                    <a:pt x="211" y="42"/>
                    <a:pt x="210" y="46"/>
                  </a:cubicBezTo>
                  <a:cubicBezTo>
                    <a:pt x="209" y="49"/>
                    <a:pt x="207" y="51"/>
                    <a:pt x="204" y="53"/>
                  </a:cubicBezTo>
                  <a:cubicBezTo>
                    <a:pt x="202" y="54"/>
                    <a:pt x="199" y="55"/>
                    <a:pt x="196" y="55"/>
                  </a:cubicBezTo>
                  <a:cubicBezTo>
                    <a:pt x="191" y="55"/>
                    <a:pt x="187" y="53"/>
                    <a:pt x="184" y="49"/>
                  </a:cubicBezTo>
                  <a:cubicBezTo>
                    <a:pt x="182" y="46"/>
                    <a:pt x="181" y="42"/>
                    <a:pt x="181" y="38"/>
                  </a:cubicBezTo>
                  <a:cubicBezTo>
                    <a:pt x="181" y="34"/>
                    <a:pt x="182" y="31"/>
                    <a:pt x="183" y="28"/>
                  </a:cubicBezTo>
                  <a:cubicBezTo>
                    <a:pt x="185" y="26"/>
                    <a:pt x="187" y="23"/>
                    <a:pt x="189" y="22"/>
                  </a:cubicBezTo>
                  <a:cubicBezTo>
                    <a:pt x="190" y="20"/>
                    <a:pt x="193" y="19"/>
                    <a:pt x="196" y="19"/>
                  </a:cubicBezTo>
                  <a:close/>
                  <a:moveTo>
                    <a:pt x="195" y="21"/>
                  </a:moveTo>
                  <a:cubicBezTo>
                    <a:pt x="194" y="21"/>
                    <a:pt x="192" y="22"/>
                    <a:pt x="191" y="22"/>
                  </a:cubicBezTo>
                  <a:cubicBezTo>
                    <a:pt x="190" y="23"/>
                    <a:pt x="188" y="24"/>
                    <a:pt x="188" y="26"/>
                  </a:cubicBezTo>
                  <a:cubicBezTo>
                    <a:pt x="187" y="28"/>
                    <a:pt x="186" y="31"/>
                    <a:pt x="186" y="34"/>
                  </a:cubicBezTo>
                  <a:cubicBezTo>
                    <a:pt x="186" y="39"/>
                    <a:pt x="187" y="43"/>
                    <a:pt x="189" y="47"/>
                  </a:cubicBezTo>
                  <a:cubicBezTo>
                    <a:pt x="191" y="50"/>
                    <a:pt x="194" y="52"/>
                    <a:pt x="197" y="52"/>
                  </a:cubicBezTo>
                  <a:cubicBezTo>
                    <a:pt x="199" y="52"/>
                    <a:pt x="201" y="51"/>
                    <a:pt x="202" y="49"/>
                  </a:cubicBezTo>
                  <a:cubicBezTo>
                    <a:pt x="204" y="47"/>
                    <a:pt x="205" y="44"/>
                    <a:pt x="205" y="39"/>
                  </a:cubicBezTo>
                  <a:cubicBezTo>
                    <a:pt x="205" y="33"/>
                    <a:pt x="204" y="28"/>
                    <a:pt x="201" y="25"/>
                  </a:cubicBezTo>
                  <a:cubicBezTo>
                    <a:pt x="200" y="22"/>
                    <a:pt x="197" y="21"/>
                    <a:pt x="195" y="21"/>
                  </a:cubicBezTo>
                  <a:close/>
                  <a:moveTo>
                    <a:pt x="229" y="41"/>
                  </a:moveTo>
                  <a:cubicBezTo>
                    <a:pt x="227" y="40"/>
                    <a:pt x="225" y="39"/>
                    <a:pt x="224" y="37"/>
                  </a:cubicBezTo>
                  <a:cubicBezTo>
                    <a:pt x="223" y="35"/>
                    <a:pt x="222" y="33"/>
                    <a:pt x="222" y="31"/>
                  </a:cubicBezTo>
                  <a:cubicBezTo>
                    <a:pt x="222" y="28"/>
                    <a:pt x="224" y="24"/>
                    <a:pt x="226" y="22"/>
                  </a:cubicBezTo>
                  <a:cubicBezTo>
                    <a:pt x="228" y="20"/>
                    <a:pt x="232" y="18"/>
                    <a:pt x="235" y="18"/>
                  </a:cubicBezTo>
                  <a:cubicBezTo>
                    <a:pt x="238" y="18"/>
                    <a:pt x="241" y="19"/>
                    <a:pt x="243" y="21"/>
                  </a:cubicBezTo>
                  <a:cubicBezTo>
                    <a:pt x="250" y="21"/>
                    <a:pt x="250" y="21"/>
                    <a:pt x="250" y="21"/>
                  </a:cubicBezTo>
                  <a:cubicBezTo>
                    <a:pt x="251" y="21"/>
                    <a:pt x="252" y="21"/>
                    <a:pt x="252" y="21"/>
                  </a:cubicBezTo>
                  <a:cubicBezTo>
                    <a:pt x="252" y="21"/>
                    <a:pt x="252" y="21"/>
                    <a:pt x="252" y="21"/>
                  </a:cubicBezTo>
                  <a:cubicBezTo>
                    <a:pt x="252" y="22"/>
                    <a:pt x="252" y="22"/>
                    <a:pt x="252" y="22"/>
                  </a:cubicBezTo>
                  <a:cubicBezTo>
                    <a:pt x="252" y="23"/>
                    <a:pt x="252" y="24"/>
                    <a:pt x="252" y="24"/>
                  </a:cubicBezTo>
                  <a:cubicBezTo>
                    <a:pt x="252" y="24"/>
                    <a:pt x="252" y="24"/>
                    <a:pt x="252" y="24"/>
                  </a:cubicBezTo>
                  <a:cubicBezTo>
                    <a:pt x="252" y="24"/>
                    <a:pt x="251" y="24"/>
                    <a:pt x="250" y="24"/>
                  </a:cubicBezTo>
                  <a:cubicBezTo>
                    <a:pt x="246" y="24"/>
                    <a:pt x="246" y="24"/>
                    <a:pt x="246" y="24"/>
                  </a:cubicBezTo>
                  <a:cubicBezTo>
                    <a:pt x="247" y="26"/>
                    <a:pt x="248" y="28"/>
                    <a:pt x="248" y="31"/>
                  </a:cubicBezTo>
                  <a:cubicBezTo>
                    <a:pt x="248" y="34"/>
                    <a:pt x="246" y="37"/>
                    <a:pt x="244" y="39"/>
                  </a:cubicBezTo>
                  <a:cubicBezTo>
                    <a:pt x="242" y="41"/>
                    <a:pt x="238" y="42"/>
                    <a:pt x="235" y="42"/>
                  </a:cubicBezTo>
                  <a:cubicBezTo>
                    <a:pt x="233" y="42"/>
                    <a:pt x="232" y="42"/>
                    <a:pt x="230" y="41"/>
                  </a:cubicBezTo>
                  <a:cubicBezTo>
                    <a:pt x="229" y="42"/>
                    <a:pt x="228" y="43"/>
                    <a:pt x="228" y="44"/>
                  </a:cubicBezTo>
                  <a:cubicBezTo>
                    <a:pt x="228" y="44"/>
                    <a:pt x="228" y="45"/>
                    <a:pt x="228" y="45"/>
                  </a:cubicBezTo>
                  <a:cubicBezTo>
                    <a:pt x="228" y="46"/>
                    <a:pt x="228" y="46"/>
                    <a:pt x="228" y="46"/>
                  </a:cubicBezTo>
                  <a:cubicBezTo>
                    <a:pt x="228" y="47"/>
                    <a:pt x="229" y="47"/>
                    <a:pt x="230" y="47"/>
                  </a:cubicBezTo>
                  <a:cubicBezTo>
                    <a:pt x="231" y="47"/>
                    <a:pt x="233" y="47"/>
                    <a:pt x="236" y="48"/>
                  </a:cubicBezTo>
                  <a:cubicBezTo>
                    <a:pt x="240" y="48"/>
                    <a:pt x="244" y="48"/>
                    <a:pt x="245" y="48"/>
                  </a:cubicBezTo>
                  <a:cubicBezTo>
                    <a:pt x="248" y="48"/>
                    <a:pt x="249" y="49"/>
                    <a:pt x="250" y="50"/>
                  </a:cubicBezTo>
                  <a:cubicBezTo>
                    <a:pt x="252" y="52"/>
                    <a:pt x="252" y="54"/>
                    <a:pt x="252" y="56"/>
                  </a:cubicBezTo>
                  <a:cubicBezTo>
                    <a:pt x="252" y="58"/>
                    <a:pt x="251" y="61"/>
                    <a:pt x="249" y="64"/>
                  </a:cubicBezTo>
                  <a:cubicBezTo>
                    <a:pt x="245" y="67"/>
                    <a:pt x="240" y="69"/>
                    <a:pt x="234" y="69"/>
                  </a:cubicBezTo>
                  <a:cubicBezTo>
                    <a:pt x="230" y="69"/>
                    <a:pt x="226" y="68"/>
                    <a:pt x="223" y="66"/>
                  </a:cubicBezTo>
                  <a:cubicBezTo>
                    <a:pt x="221" y="65"/>
                    <a:pt x="220" y="64"/>
                    <a:pt x="220" y="62"/>
                  </a:cubicBezTo>
                  <a:cubicBezTo>
                    <a:pt x="220" y="62"/>
                    <a:pt x="220" y="61"/>
                    <a:pt x="220" y="60"/>
                  </a:cubicBezTo>
                  <a:cubicBezTo>
                    <a:pt x="221" y="60"/>
                    <a:pt x="222" y="58"/>
                    <a:pt x="223" y="56"/>
                  </a:cubicBezTo>
                  <a:cubicBezTo>
                    <a:pt x="223" y="56"/>
                    <a:pt x="224" y="55"/>
                    <a:pt x="226" y="52"/>
                  </a:cubicBezTo>
                  <a:cubicBezTo>
                    <a:pt x="225" y="52"/>
                    <a:pt x="224" y="51"/>
                    <a:pt x="224" y="50"/>
                  </a:cubicBezTo>
                  <a:cubicBezTo>
                    <a:pt x="223" y="50"/>
                    <a:pt x="223" y="49"/>
                    <a:pt x="223" y="48"/>
                  </a:cubicBezTo>
                  <a:cubicBezTo>
                    <a:pt x="223" y="48"/>
                    <a:pt x="223" y="46"/>
                    <a:pt x="224" y="45"/>
                  </a:cubicBezTo>
                  <a:cubicBezTo>
                    <a:pt x="225" y="45"/>
                    <a:pt x="226" y="44"/>
                    <a:pt x="229" y="41"/>
                  </a:cubicBezTo>
                  <a:close/>
                  <a:moveTo>
                    <a:pt x="235" y="20"/>
                  </a:moveTo>
                  <a:cubicBezTo>
                    <a:pt x="233" y="20"/>
                    <a:pt x="232" y="21"/>
                    <a:pt x="230" y="22"/>
                  </a:cubicBezTo>
                  <a:cubicBezTo>
                    <a:pt x="229" y="24"/>
                    <a:pt x="229" y="26"/>
                    <a:pt x="229" y="29"/>
                  </a:cubicBezTo>
                  <a:cubicBezTo>
                    <a:pt x="229" y="33"/>
                    <a:pt x="230" y="36"/>
                    <a:pt x="231" y="38"/>
                  </a:cubicBezTo>
                  <a:cubicBezTo>
                    <a:pt x="232" y="40"/>
                    <a:pt x="234" y="41"/>
                    <a:pt x="236" y="41"/>
                  </a:cubicBezTo>
                  <a:cubicBezTo>
                    <a:pt x="238" y="41"/>
                    <a:pt x="239" y="40"/>
                    <a:pt x="240" y="39"/>
                  </a:cubicBezTo>
                  <a:cubicBezTo>
                    <a:pt x="242" y="37"/>
                    <a:pt x="242" y="35"/>
                    <a:pt x="242" y="32"/>
                  </a:cubicBezTo>
                  <a:cubicBezTo>
                    <a:pt x="242" y="28"/>
                    <a:pt x="241" y="25"/>
                    <a:pt x="240" y="23"/>
                  </a:cubicBezTo>
                  <a:cubicBezTo>
                    <a:pt x="238" y="21"/>
                    <a:pt x="237" y="20"/>
                    <a:pt x="235" y="20"/>
                  </a:cubicBezTo>
                  <a:close/>
                  <a:moveTo>
                    <a:pt x="228" y="54"/>
                  </a:moveTo>
                  <a:cubicBezTo>
                    <a:pt x="227" y="55"/>
                    <a:pt x="226" y="56"/>
                    <a:pt x="226" y="57"/>
                  </a:cubicBezTo>
                  <a:cubicBezTo>
                    <a:pt x="226" y="58"/>
                    <a:pt x="225" y="59"/>
                    <a:pt x="225" y="60"/>
                  </a:cubicBezTo>
                  <a:cubicBezTo>
                    <a:pt x="225" y="62"/>
                    <a:pt x="226" y="63"/>
                    <a:pt x="227" y="64"/>
                  </a:cubicBezTo>
                  <a:cubicBezTo>
                    <a:pt x="230" y="65"/>
                    <a:pt x="233" y="66"/>
                    <a:pt x="238" y="66"/>
                  </a:cubicBezTo>
                  <a:cubicBezTo>
                    <a:pt x="242" y="66"/>
                    <a:pt x="245" y="65"/>
                    <a:pt x="247" y="64"/>
                  </a:cubicBezTo>
                  <a:cubicBezTo>
                    <a:pt x="249" y="62"/>
                    <a:pt x="250" y="60"/>
                    <a:pt x="250" y="58"/>
                  </a:cubicBezTo>
                  <a:cubicBezTo>
                    <a:pt x="250" y="57"/>
                    <a:pt x="250" y="56"/>
                    <a:pt x="248" y="56"/>
                  </a:cubicBezTo>
                  <a:cubicBezTo>
                    <a:pt x="247" y="55"/>
                    <a:pt x="245" y="55"/>
                    <a:pt x="241" y="55"/>
                  </a:cubicBezTo>
                  <a:cubicBezTo>
                    <a:pt x="236" y="54"/>
                    <a:pt x="231" y="54"/>
                    <a:pt x="228" y="54"/>
                  </a:cubicBezTo>
                  <a:close/>
                  <a:moveTo>
                    <a:pt x="258" y="20"/>
                  </a:moveTo>
                  <a:cubicBezTo>
                    <a:pt x="274" y="20"/>
                    <a:pt x="274" y="20"/>
                    <a:pt x="274" y="20"/>
                  </a:cubicBezTo>
                  <a:cubicBezTo>
                    <a:pt x="274" y="21"/>
                    <a:pt x="274" y="21"/>
                    <a:pt x="274" y="21"/>
                  </a:cubicBezTo>
                  <a:cubicBezTo>
                    <a:pt x="273" y="21"/>
                    <a:pt x="273" y="21"/>
                    <a:pt x="273" y="21"/>
                  </a:cubicBezTo>
                  <a:cubicBezTo>
                    <a:pt x="272" y="21"/>
                    <a:pt x="271" y="21"/>
                    <a:pt x="270" y="22"/>
                  </a:cubicBezTo>
                  <a:cubicBezTo>
                    <a:pt x="270" y="22"/>
                    <a:pt x="270" y="23"/>
                    <a:pt x="270" y="23"/>
                  </a:cubicBezTo>
                  <a:cubicBezTo>
                    <a:pt x="270" y="24"/>
                    <a:pt x="270" y="26"/>
                    <a:pt x="271" y="27"/>
                  </a:cubicBezTo>
                  <a:cubicBezTo>
                    <a:pt x="279" y="44"/>
                    <a:pt x="279" y="44"/>
                    <a:pt x="279" y="44"/>
                  </a:cubicBezTo>
                  <a:cubicBezTo>
                    <a:pt x="286" y="26"/>
                    <a:pt x="286" y="26"/>
                    <a:pt x="286" y="26"/>
                  </a:cubicBezTo>
                  <a:cubicBezTo>
                    <a:pt x="286" y="24"/>
                    <a:pt x="287" y="24"/>
                    <a:pt x="287" y="22"/>
                  </a:cubicBezTo>
                  <a:cubicBezTo>
                    <a:pt x="287" y="22"/>
                    <a:pt x="287" y="22"/>
                    <a:pt x="286" y="21"/>
                  </a:cubicBezTo>
                  <a:cubicBezTo>
                    <a:pt x="286" y="21"/>
                    <a:pt x="286" y="21"/>
                    <a:pt x="286" y="20"/>
                  </a:cubicBezTo>
                  <a:cubicBezTo>
                    <a:pt x="285" y="20"/>
                    <a:pt x="284" y="20"/>
                    <a:pt x="284" y="20"/>
                  </a:cubicBezTo>
                  <a:cubicBezTo>
                    <a:pt x="284" y="19"/>
                    <a:pt x="284" y="19"/>
                    <a:pt x="284" y="19"/>
                  </a:cubicBezTo>
                  <a:cubicBezTo>
                    <a:pt x="294" y="19"/>
                    <a:pt x="294" y="19"/>
                    <a:pt x="294" y="19"/>
                  </a:cubicBezTo>
                  <a:cubicBezTo>
                    <a:pt x="294" y="20"/>
                    <a:pt x="294" y="20"/>
                    <a:pt x="294" y="20"/>
                  </a:cubicBezTo>
                  <a:cubicBezTo>
                    <a:pt x="294" y="20"/>
                    <a:pt x="293" y="20"/>
                    <a:pt x="292" y="20"/>
                  </a:cubicBezTo>
                  <a:cubicBezTo>
                    <a:pt x="292" y="21"/>
                    <a:pt x="292" y="21"/>
                    <a:pt x="291" y="22"/>
                  </a:cubicBezTo>
                  <a:cubicBezTo>
                    <a:pt x="290" y="22"/>
                    <a:pt x="290" y="23"/>
                    <a:pt x="290" y="25"/>
                  </a:cubicBezTo>
                  <a:cubicBezTo>
                    <a:pt x="276" y="59"/>
                    <a:pt x="276" y="59"/>
                    <a:pt x="276" y="59"/>
                  </a:cubicBezTo>
                  <a:cubicBezTo>
                    <a:pt x="275" y="62"/>
                    <a:pt x="274" y="64"/>
                    <a:pt x="271" y="66"/>
                  </a:cubicBezTo>
                  <a:cubicBezTo>
                    <a:pt x="269" y="68"/>
                    <a:pt x="267" y="69"/>
                    <a:pt x="265" y="69"/>
                  </a:cubicBezTo>
                  <a:cubicBezTo>
                    <a:pt x="264" y="69"/>
                    <a:pt x="263" y="68"/>
                    <a:pt x="262" y="68"/>
                  </a:cubicBezTo>
                  <a:cubicBezTo>
                    <a:pt x="261" y="67"/>
                    <a:pt x="260" y="66"/>
                    <a:pt x="260" y="65"/>
                  </a:cubicBezTo>
                  <a:cubicBezTo>
                    <a:pt x="260" y="64"/>
                    <a:pt x="261" y="63"/>
                    <a:pt x="261" y="62"/>
                  </a:cubicBezTo>
                  <a:cubicBezTo>
                    <a:pt x="262" y="62"/>
                    <a:pt x="263" y="62"/>
                    <a:pt x="264" y="62"/>
                  </a:cubicBezTo>
                  <a:cubicBezTo>
                    <a:pt x="265" y="62"/>
                    <a:pt x="266" y="62"/>
                    <a:pt x="267" y="62"/>
                  </a:cubicBezTo>
                  <a:cubicBezTo>
                    <a:pt x="268" y="63"/>
                    <a:pt x="269" y="63"/>
                    <a:pt x="269" y="63"/>
                  </a:cubicBezTo>
                  <a:cubicBezTo>
                    <a:pt x="270" y="63"/>
                    <a:pt x="270" y="62"/>
                    <a:pt x="271" y="62"/>
                  </a:cubicBezTo>
                  <a:cubicBezTo>
                    <a:pt x="272" y="61"/>
                    <a:pt x="273" y="59"/>
                    <a:pt x="274" y="57"/>
                  </a:cubicBezTo>
                  <a:cubicBezTo>
                    <a:pt x="276" y="51"/>
                    <a:pt x="276" y="51"/>
                    <a:pt x="276" y="51"/>
                  </a:cubicBezTo>
                  <a:cubicBezTo>
                    <a:pt x="264" y="26"/>
                    <a:pt x="264" y="26"/>
                    <a:pt x="264" y="26"/>
                  </a:cubicBezTo>
                  <a:cubicBezTo>
                    <a:pt x="264" y="25"/>
                    <a:pt x="264" y="24"/>
                    <a:pt x="263" y="23"/>
                  </a:cubicBezTo>
                  <a:cubicBezTo>
                    <a:pt x="262" y="22"/>
                    <a:pt x="262" y="21"/>
                    <a:pt x="261" y="21"/>
                  </a:cubicBezTo>
                  <a:cubicBezTo>
                    <a:pt x="261" y="21"/>
                    <a:pt x="260" y="20"/>
                    <a:pt x="258" y="20"/>
                  </a:cubicBezTo>
                  <a:cubicBezTo>
                    <a:pt x="258" y="20"/>
                    <a:pt x="258" y="20"/>
                    <a:pt x="258" y="20"/>
                  </a:cubicBezTo>
                  <a:close/>
                  <a:moveTo>
                    <a:pt x="331" y="19"/>
                  </a:moveTo>
                  <a:cubicBezTo>
                    <a:pt x="336" y="19"/>
                    <a:pt x="340" y="21"/>
                    <a:pt x="343" y="25"/>
                  </a:cubicBezTo>
                  <a:cubicBezTo>
                    <a:pt x="346" y="28"/>
                    <a:pt x="347" y="32"/>
                    <a:pt x="347" y="36"/>
                  </a:cubicBezTo>
                  <a:cubicBezTo>
                    <a:pt x="347" y="40"/>
                    <a:pt x="346" y="42"/>
                    <a:pt x="345" y="46"/>
                  </a:cubicBezTo>
                  <a:cubicBezTo>
                    <a:pt x="344" y="49"/>
                    <a:pt x="342" y="51"/>
                    <a:pt x="339" y="53"/>
                  </a:cubicBezTo>
                  <a:cubicBezTo>
                    <a:pt x="336" y="54"/>
                    <a:pt x="334" y="55"/>
                    <a:pt x="331" y="55"/>
                  </a:cubicBezTo>
                  <a:cubicBezTo>
                    <a:pt x="326" y="55"/>
                    <a:pt x="322" y="53"/>
                    <a:pt x="319" y="49"/>
                  </a:cubicBezTo>
                  <a:cubicBezTo>
                    <a:pt x="317" y="46"/>
                    <a:pt x="316" y="42"/>
                    <a:pt x="316" y="38"/>
                  </a:cubicBezTo>
                  <a:cubicBezTo>
                    <a:pt x="316" y="34"/>
                    <a:pt x="316" y="31"/>
                    <a:pt x="318" y="28"/>
                  </a:cubicBezTo>
                  <a:cubicBezTo>
                    <a:pt x="320" y="26"/>
                    <a:pt x="322" y="23"/>
                    <a:pt x="324" y="22"/>
                  </a:cubicBezTo>
                  <a:cubicBezTo>
                    <a:pt x="326" y="20"/>
                    <a:pt x="328" y="19"/>
                    <a:pt x="331" y="19"/>
                  </a:cubicBezTo>
                  <a:close/>
                  <a:moveTo>
                    <a:pt x="330" y="21"/>
                  </a:moveTo>
                  <a:cubicBezTo>
                    <a:pt x="329" y="21"/>
                    <a:pt x="328" y="22"/>
                    <a:pt x="326" y="22"/>
                  </a:cubicBezTo>
                  <a:cubicBezTo>
                    <a:pt x="325" y="23"/>
                    <a:pt x="324" y="24"/>
                    <a:pt x="323" y="26"/>
                  </a:cubicBezTo>
                  <a:cubicBezTo>
                    <a:pt x="322" y="28"/>
                    <a:pt x="322" y="31"/>
                    <a:pt x="322" y="34"/>
                  </a:cubicBezTo>
                  <a:cubicBezTo>
                    <a:pt x="322" y="39"/>
                    <a:pt x="323" y="43"/>
                    <a:pt x="325" y="47"/>
                  </a:cubicBezTo>
                  <a:cubicBezTo>
                    <a:pt x="327" y="50"/>
                    <a:pt x="329" y="52"/>
                    <a:pt x="332" y="52"/>
                  </a:cubicBezTo>
                  <a:cubicBezTo>
                    <a:pt x="335" y="52"/>
                    <a:pt x="337" y="51"/>
                    <a:pt x="338" y="49"/>
                  </a:cubicBezTo>
                  <a:cubicBezTo>
                    <a:pt x="340" y="47"/>
                    <a:pt x="340" y="44"/>
                    <a:pt x="340" y="39"/>
                  </a:cubicBezTo>
                  <a:cubicBezTo>
                    <a:pt x="340" y="33"/>
                    <a:pt x="339" y="28"/>
                    <a:pt x="337" y="25"/>
                  </a:cubicBezTo>
                  <a:cubicBezTo>
                    <a:pt x="335" y="22"/>
                    <a:pt x="332" y="21"/>
                    <a:pt x="330" y="21"/>
                  </a:cubicBezTo>
                  <a:close/>
                  <a:moveTo>
                    <a:pt x="368" y="22"/>
                  </a:moveTo>
                  <a:cubicBezTo>
                    <a:pt x="368" y="45"/>
                    <a:pt x="368" y="45"/>
                    <a:pt x="368" y="45"/>
                  </a:cubicBezTo>
                  <a:cubicBezTo>
                    <a:pt x="368" y="48"/>
                    <a:pt x="368" y="50"/>
                    <a:pt x="369" y="51"/>
                  </a:cubicBezTo>
                  <a:cubicBezTo>
                    <a:pt x="370" y="52"/>
                    <a:pt x="371" y="52"/>
                    <a:pt x="373" y="52"/>
                  </a:cubicBezTo>
                  <a:cubicBezTo>
                    <a:pt x="376" y="52"/>
                    <a:pt x="376" y="52"/>
                    <a:pt x="376" y="52"/>
                  </a:cubicBezTo>
                  <a:cubicBezTo>
                    <a:pt x="376" y="54"/>
                    <a:pt x="376" y="54"/>
                    <a:pt x="376" y="54"/>
                  </a:cubicBezTo>
                  <a:cubicBezTo>
                    <a:pt x="356" y="54"/>
                    <a:pt x="356" y="54"/>
                    <a:pt x="356" y="54"/>
                  </a:cubicBezTo>
                  <a:cubicBezTo>
                    <a:pt x="356" y="52"/>
                    <a:pt x="356" y="52"/>
                    <a:pt x="356" y="52"/>
                  </a:cubicBezTo>
                  <a:cubicBezTo>
                    <a:pt x="358" y="52"/>
                    <a:pt x="358" y="52"/>
                    <a:pt x="358" y="52"/>
                  </a:cubicBezTo>
                  <a:cubicBezTo>
                    <a:pt x="358" y="52"/>
                    <a:pt x="360" y="52"/>
                    <a:pt x="360" y="52"/>
                  </a:cubicBezTo>
                  <a:cubicBezTo>
                    <a:pt x="361" y="51"/>
                    <a:pt x="362" y="50"/>
                    <a:pt x="362" y="50"/>
                  </a:cubicBezTo>
                  <a:cubicBezTo>
                    <a:pt x="362" y="49"/>
                    <a:pt x="362" y="47"/>
                    <a:pt x="362" y="45"/>
                  </a:cubicBezTo>
                  <a:cubicBezTo>
                    <a:pt x="362" y="22"/>
                    <a:pt x="362" y="22"/>
                    <a:pt x="362" y="22"/>
                  </a:cubicBezTo>
                  <a:cubicBezTo>
                    <a:pt x="356" y="22"/>
                    <a:pt x="356" y="22"/>
                    <a:pt x="356" y="22"/>
                  </a:cubicBezTo>
                  <a:cubicBezTo>
                    <a:pt x="356" y="20"/>
                    <a:pt x="356" y="20"/>
                    <a:pt x="356" y="20"/>
                  </a:cubicBezTo>
                  <a:cubicBezTo>
                    <a:pt x="362" y="20"/>
                    <a:pt x="362" y="20"/>
                    <a:pt x="362" y="20"/>
                  </a:cubicBezTo>
                  <a:cubicBezTo>
                    <a:pt x="362" y="17"/>
                    <a:pt x="362" y="17"/>
                    <a:pt x="362" y="17"/>
                  </a:cubicBezTo>
                  <a:cubicBezTo>
                    <a:pt x="362" y="14"/>
                    <a:pt x="363" y="11"/>
                    <a:pt x="364" y="8"/>
                  </a:cubicBezTo>
                  <a:cubicBezTo>
                    <a:pt x="365" y="6"/>
                    <a:pt x="367" y="4"/>
                    <a:pt x="369" y="3"/>
                  </a:cubicBezTo>
                  <a:cubicBezTo>
                    <a:pt x="371" y="2"/>
                    <a:pt x="373" y="1"/>
                    <a:pt x="376" y="1"/>
                  </a:cubicBezTo>
                  <a:cubicBezTo>
                    <a:pt x="378" y="1"/>
                    <a:pt x="381" y="2"/>
                    <a:pt x="383" y="3"/>
                  </a:cubicBezTo>
                  <a:cubicBezTo>
                    <a:pt x="384" y="4"/>
                    <a:pt x="385" y="6"/>
                    <a:pt x="385" y="7"/>
                  </a:cubicBezTo>
                  <a:cubicBezTo>
                    <a:pt x="385" y="8"/>
                    <a:pt x="384" y="8"/>
                    <a:pt x="384" y="9"/>
                  </a:cubicBezTo>
                  <a:cubicBezTo>
                    <a:pt x="383" y="10"/>
                    <a:pt x="383" y="10"/>
                    <a:pt x="382" y="10"/>
                  </a:cubicBezTo>
                  <a:cubicBezTo>
                    <a:pt x="382" y="10"/>
                    <a:pt x="381" y="9"/>
                    <a:pt x="380" y="9"/>
                  </a:cubicBezTo>
                  <a:cubicBezTo>
                    <a:pt x="380" y="8"/>
                    <a:pt x="379" y="8"/>
                    <a:pt x="378" y="6"/>
                  </a:cubicBezTo>
                  <a:cubicBezTo>
                    <a:pt x="377" y="5"/>
                    <a:pt x="376" y="4"/>
                    <a:pt x="376" y="3"/>
                  </a:cubicBezTo>
                  <a:cubicBezTo>
                    <a:pt x="375" y="3"/>
                    <a:pt x="374" y="2"/>
                    <a:pt x="373" y="2"/>
                  </a:cubicBezTo>
                  <a:cubicBezTo>
                    <a:pt x="372" y="2"/>
                    <a:pt x="371" y="3"/>
                    <a:pt x="370" y="3"/>
                  </a:cubicBezTo>
                  <a:cubicBezTo>
                    <a:pt x="370" y="4"/>
                    <a:pt x="369" y="5"/>
                    <a:pt x="369" y="6"/>
                  </a:cubicBezTo>
                  <a:cubicBezTo>
                    <a:pt x="368" y="7"/>
                    <a:pt x="368" y="10"/>
                    <a:pt x="368" y="16"/>
                  </a:cubicBezTo>
                  <a:cubicBezTo>
                    <a:pt x="368" y="18"/>
                    <a:pt x="368" y="18"/>
                    <a:pt x="368" y="18"/>
                  </a:cubicBezTo>
                  <a:cubicBezTo>
                    <a:pt x="377" y="18"/>
                    <a:pt x="377" y="18"/>
                    <a:pt x="377" y="18"/>
                  </a:cubicBezTo>
                  <a:cubicBezTo>
                    <a:pt x="377" y="22"/>
                    <a:pt x="377" y="22"/>
                    <a:pt x="377" y="22"/>
                  </a:cubicBezTo>
                  <a:cubicBezTo>
                    <a:pt x="368" y="22"/>
                    <a:pt x="368" y="22"/>
                    <a:pt x="368" y="22"/>
                  </a:cubicBezTo>
                  <a:close/>
                  <a:moveTo>
                    <a:pt x="440" y="2"/>
                  </a:moveTo>
                  <a:cubicBezTo>
                    <a:pt x="441" y="20"/>
                    <a:pt x="441" y="20"/>
                    <a:pt x="441" y="20"/>
                  </a:cubicBezTo>
                  <a:cubicBezTo>
                    <a:pt x="440" y="20"/>
                    <a:pt x="440" y="20"/>
                    <a:pt x="440" y="20"/>
                  </a:cubicBezTo>
                  <a:cubicBezTo>
                    <a:pt x="438" y="14"/>
                    <a:pt x="436" y="11"/>
                    <a:pt x="433" y="8"/>
                  </a:cubicBezTo>
                  <a:cubicBezTo>
                    <a:pt x="430" y="6"/>
                    <a:pt x="427" y="5"/>
                    <a:pt x="423" y="5"/>
                  </a:cubicBezTo>
                  <a:cubicBezTo>
                    <a:pt x="420" y="5"/>
                    <a:pt x="417" y="6"/>
                    <a:pt x="414" y="8"/>
                  </a:cubicBezTo>
                  <a:cubicBezTo>
                    <a:pt x="412" y="9"/>
                    <a:pt x="410" y="12"/>
                    <a:pt x="408" y="16"/>
                  </a:cubicBezTo>
                  <a:cubicBezTo>
                    <a:pt x="407" y="19"/>
                    <a:pt x="406" y="24"/>
                    <a:pt x="406" y="30"/>
                  </a:cubicBezTo>
                  <a:cubicBezTo>
                    <a:pt x="406" y="34"/>
                    <a:pt x="407" y="38"/>
                    <a:pt x="408" y="42"/>
                  </a:cubicBezTo>
                  <a:cubicBezTo>
                    <a:pt x="409" y="45"/>
                    <a:pt x="412" y="48"/>
                    <a:pt x="414" y="49"/>
                  </a:cubicBezTo>
                  <a:cubicBezTo>
                    <a:pt x="417" y="51"/>
                    <a:pt x="420" y="52"/>
                    <a:pt x="424" y="52"/>
                  </a:cubicBezTo>
                  <a:cubicBezTo>
                    <a:pt x="427" y="52"/>
                    <a:pt x="430" y="51"/>
                    <a:pt x="432" y="50"/>
                  </a:cubicBezTo>
                  <a:cubicBezTo>
                    <a:pt x="435" y="49"/>
                    <a:pt x="438" y="46"/>
                    <a:pt x="440" y="42"/>
                  </a:cubicBezTo>
                  <a:cubicBezTo>
                    <a:pt x="442" y="42"/>
                    <a:pt x="442" y="42"/>
                    <a:pt x="442" y="42"/>
                  </a:cubicBezTo>
                  <a:cubicBezTo>
                    <a:pt x="439" y="47"/>
                    <a:pt x="436" y="50"/>
                    <a:pt x="433" y="52"/>
                  </a:cubicBezTo>
                  <a:cubicBezTo>
                    <a:pt x="430" y="54"/>
                    <a:pt x="426" y="56"/>
                    <a:pt x="422" y="56"/>
                  </a:cubicBezTo>
                  <a:cubicBezTo>
                    <a:pt x="414" y="56"/>
                    <a:pt x="407" y="52"/>
                    <a:pt x="403" y="46"/>
                  </a:cubicBezTo>
                  <a:cubicBezTo>
                    <a:pt x="400" y="42"/>
                    <a:pt x="398" y="36"/>
                    <a:pt x="398" y="30"/>
                  </a:cubicBezTo>
                  <a:cubicBezTo>
                    <a:pt x="398" y="25"/>
                    <a:pt x="399" y="20"/>
                    <a:pt x="401" y="16"/>
                  </a:cubicBezTo>
                  <a:cubicBezTo>
                    <a:pt x="403" y="12"/>
                    <a:pt x="406" y="8"/>
                    <a:pt x="410" y="6"/>
                  </a:cubicBezTo>
                  <a:cubicBezTo>
                    <a:pt x="414" y="4"/>
                    <a:pt x="418" y="3"/>
                    <a:pt x="422" y="3"/>
                  </a:cubicBezTo>
                  <a:cubicBezTo>
                    <a:pt x="426" y="3"/>
                    <a:pt x="429" y="4"/>
                    <a:pt x="433" y="6"/>
                  </a:cubicBezTo>
                  <a:cubicBezTo>
                    <a:pt x="434" y="6"/>
                    <a:pt x="434" y="6"/>
                    <a:pt x="435" y="6"/>
                  </a:cubicBezTo>
                  <a:cubicBezTo>
                    <a:pt x="436" y="6"/>
                    <a:pt x="436" y="6"/>
                    <a:pt x="436" y="6"/>
                  </a:cubicBezTo>
                  <a:cubicBezTo>
                    <a:pt x="437" y="5"/>
                    <a:pt x="438" y="4"/>
                    <a:pt x="438" y="3"/>
                  </a:cubicBezTo>
                  <a:cubicBezTo>
                    <a:pt x="440" y="2"/>
                    <a:pt x="440" y="2"/>
                    <a:pt x="440" y="2"/>
                  </a:cubicBezTo>
                  <a:close/>
                  <a:moveTo>
                    <a:pt x="460" y="1"/>
                  </a:moveTo>
                  <a:cubicBezTo>
                    <a:pt x="460" y="26"/>
                    <a:pt x="460" y="26"/>
                    <a:pt x="460" y="26"/>
                  </a:cubicBezTo>
                  <a:cubicBezTo>
                    <a:pt x="463" y="22"/>
                    <a:pt x="465" y="21"/>
                    <a:pt x="466" y="20"/>
                  </a:cubicBezTo>
                  <a:cubicBezTo>
                    <a:pt x="468" y="19"/>
                    <a:pt x="470" y="18"/>
                    <a:pt x="471" y="18"/>
                  </a:cubicBezTo>
                  <a:cubicBezTo>
                    <a:pt x="473" y="18"/>
                    <a:pt x="475" y="19"/>
                    <a:pt x="476" y="20"/>
                  </a:cubicBezTo>
                  <a:cubicBezTo>
                    <a:pt x="477" y="21"/>
                    <a:pt x="478" y="23"/>
                    <a:pt x="479" y="25"/>
                  </a:cubicBezTo>
                  <a:cubicBezTo>
                    <a:pt x="479" y="27"/>
                    <a:pt x="480" y="30"/>
                    <a:pt x="480" y="34"/>
                  </a:cubicBezTo>
                  <a:cubicBezTo>
                    <a:pt x="480" y="46"/>
                    <a:pt x="480" y="46"/>
                    <a:pt x="480" y="46"/>
                  </a:cubicBezTo>
                  <a:cubicBezTo>
                    <a:pt x="480" y="48"/>
                    <a:pt x="480" y="50"/>
                    <a:pt x="480" y="50"/>
                  </a:cubicBezTo>
                  <a:cubicBezTo>
                    <a:pt x="480" y="51"/>
                    <a:pt x="481" y="52"/>
                    <a:pt x="481" y="52"/>
                  </a:cubicBezTo>
                  <a:cubicBezTo>
                    <a:pt x="482" y="52"/>
                    <a:pt x="483" y="52"/>
                    <a:pt x="484" y="52"/>
                  </a:cubicBezTo>
                  <a:cubicBezTo>
                    <a:pt x="484" y="54"/>
                    <a:pt x="484" y="54"/>
                    <a:pt x="484" y="54"/>
                  </a:cubicBezTo>
                  <a:cubicBezTo>
                    <a:pt x="468" y="54"/>
                    <a:pt x="468" y="54"/>
                    <a:pt x="468" y="54"/>
                  </a:cubicBezTo>
                  <a:cubicBezTo>
                    <a:pt x="468" y="52"/>
                    <a:pt x="468" y="52"/>
                    <a:pt x="468" y="52"/>
                  </a:cubicBezTo>
                  <a:cubicBezTo>
                    <a:pt x="469" y="52"/>
                    <a:pt x="469" y="52"/>
                    <a:pt x="469" y="52"/>
                  </a:cubicBezTo>
                  <a:cubicBezTo>
                    <a:pt x="471" y="52"/>
                    <a:pt x="472" y="52"/>
                    <a:pt x="472" y="52"/>
                  </a:cubicBezTo>
                  <a:cubicBezTo>
                    <a:pt x="473" y="51"/>
                    <a:pt x="474" y="50"/>
                    <a:pt x="474" y="50"/>
                  </a:cubicBezTo>
                  <a:cubicBezTo>
                    <a:pt x="474" y="49"/>
                    <a:pt x="474" y="48"/>
                    <a:pt x="474" y="46"/>
                  </a:cubicBezTo>
                  <a:cubicBezTo>
                    <a:pt x="474" y="34"/>
                    <a:pt x="474" y="34"/>
                    <a:pt x="474" y="34"/>
                  </a:cubicBezTo>
                  <a:cubicBezTo>
                    <a:pt x="474" y="30"/>
                    <a:pt x="474" y="28"/>
                    <a:pt x="473" y="27"/>
                  </a:cubicBezTo>
                  <a:cubicBezTo>
                    <a:pt x="473" y="26"/>
                    <a:pt x="472" y="25"/>
                    <a:pt x="472" y="24"/>
                  </a:cubicBezTo>
                  <a:cubicBezTo>
                    <a:pt x="471" y="24"/>
                    <a:pt x="470" y="23"/>
                    <a:pt x="469" y="23"/>
                  </a:cubicBezTo>
                  <a:cubicBezTo>
                    <a:pt x="468" y="23"/>
                    <a:pt x="466" y="24"/>
                    <a:pt x="465" y="24"/>
                  </a:cubicBezTo>
                  <a:cubicBezTo>
                    <a:pt x="464" y="25"/>
                    <a:pt x="462" y="26"/>
                    <a:pt x="461" y="28"/>
                  </a:cubicBezTo>
                  <a:cubicBezTo>
                    <a:pt x="461" y="46"/>
                    <a:pt x="461" y="46"/>
                    <a:pt x="461" y="46"/>
                  </a:cubicBezTo>
                  <a:cubicBezTo>
                    <a:pt x="461" y="48"/>
                    <a:pt x="461" y="50"/>
                    <a:pt x="461" y="50"/>
                  </a:cubicBezTo>
                  <a:cubicBezTo>
                    <a:pt x="462" y="51"/>
                    <a:pt x="462" y="52"/>
                    <a:pt x="462" y="52"/>
                  </a:cubicBezTo>
                  <a:cubicBezTo>
                    <a:pt x="463" y="52"/>
                    <a:pt x="464" y="52"/>
                    <a:pt x="466" y="52"/>
                  </a:cubicBezTo>
                  <a:cubicBezTo>
                    <a:pt x="466" y="54"/>
                    <a:pt x="466" y="54"/>
                    <a:pt x="466" y="54"/>
                  </a:cubicBezTo>
                  <a:cubicBezTo>
                    <a:pt x="450" y="54"/>
                    <a:pt x="450" y="54"/>
                    <a:pt x="450" y="54"/>
                  </a:cubicBezTo>
                  <a:cubicBezTo>
                    <a:pt x="450" y="52"/>
                    <a:pt x="450" y="52"/>
                    <a:pt x="450" y="52"/>
                  </a:cubicBezTo>
                  <a:cubicBezTo>
                    <a:pt x="451" y="52"/>
                    <a:pt x="452" y="52"/>
                    <a:pt x="453" y="52"/>
                  </a:cubicBezTo>
                  <a:cubicBezTo>
                    <a:pt x="454" y="51"/>
                    <a:pt x="454" y="51"/>
                    <a:pt x="454" y="50"/>
                  </a:cubicBezTo>
                  <a:cubicBezTo>
                    <a:pt x="455" y="49"/>
                    <a:pt x="455" y="48"/>
                    <a:pt x="455" y="46"/>
                  </a:cubicBezTo>
                  <a:cubicBezTo>
                    <a:pt x="455" y="15"/>
                    <a:pt x="455" y="15"/>
                    <a:pt x="455" y="15"/>
                  </a:cubicBezTo>
                  <a:cubicBezTo>
                    <a:pt x="455" y="11"/>
                    <a:pt x="455" y="8"/>
                    <a:pt x="454" y="8"/>
                  </a:cubicBezTo>
                  <a:cubicBezTo>
                    <a:pt x="454" y="7"/>
                    <a:pt x="454" y="6"/>
                    <a:pt x="454" y="6"/>
                  </a:cubicBezTo>
                  <a:cubicBezTo>
                    <a:pt x="453" y="5"/>
                    <a:pt x="453" y="5"/>
                    <a:pt x="452" y="5"/>
                  </a:cubicBezTo>
                  <a:cubicBezTo>
                    <a:pt x="452" y="5"/>
                    <a:pt x="451" y="5"/>
                    <a:pt x="450" y="6"/>
                  </a:cubicBezTo>
                  <a:cubicBezTo>
                    <a:pt x="449" y="4"/>
                    <a:pt x="449" y="4"/>
                    <a:pt x="449" y="4"/>
                  </a:cubicBezTo>
                  <a:cubicBezTo>
                    <a:pt x="459" y="0"/>
                    <a:pt x="459" y="0"/>
                    <a:pt x="459" y="0"/>
                  </a:cubicBezTo>
                  <a:cubicBezTo>
                    <a:pt x="460" y="1"/>
                    <a:pt x="460" y="1"/>
                    <a:pt x="460" y="1"/>
                  </a:cubicBezTo>
                  <a:close/>
                  <a:moveTo>
                    <a:pt x="499" y="1"/>
                  </a:moveTo>
                  <a:cubicBezTo>
                    <a:pt x="500" y="1"/>
                    <a:pt x="501" y="1"/>
                    <a:pt x="501" y="2"/>
                  </a:cubicBezTo>
                  <a:cubicBezTo>
                    <a:pt x="502" y="3"/>
                    <a:pt x="502" y="4"/>
                    <a:pt x="502" y="5"/>
                  </a:cubicBezTo>
                  <a:cubicBezTo>
                    <a:pt x="502" y="6"/>
                    <a:pt x="502" y="7"/>
                    <a:pt x="501" y="8"/>
                  </a:cubicBezTo>
                  <a:cubicBezTo>
                    <a:pt x="500" y="8"/>
                    <a:pt x="500" y="9"/>
                    <a:pt x="499" y="9"/>
                  </a:cubicBezTo>
                  <a:cubicBezTo>
                    <a:pt x="498" y="9"/>
                    <a:pt x="497" y="8"/>
                    <a:pt x="496" y="8"/>
                  </a:cubicBezTo>
                  <a:cubicBezTo>
                    <a:pt x="496" y="7"/>
                    <a:pt x="495" y="6"/>
                    <a:pt x="495" y="5"/>
                  </a:cubicBezTo>
                  <a:cubicBezTo>
                    <a:pt x="495" y="4"/>
                    <a:pt x="496" y="3"/>
                    <a:pt x="496" y="2"/>
                  </a:cubicBezTo>
                  <a:cubicBezTo>
                    <a:pt x="497" y="1"/>
                    <a:pt x="498" y="1"/>
                    <a:pt x="499" y="1"/>
                  </a:cubicBezTo>
                  <a:close/>
                  <a:moveTo>
                    <a:pt x="502" y="19"/>
                  </a:moveTo>
                  <a:cubicBezTo>
                    <a:pt x="502" y="46"/>
                    <a:pt x="502" y="46"/>
                    <a:pt x="502" y="46"/>
                  </a:cubicBezTo>
                  <a:cubicBezTo>
                    <a:pt x="502" y="48"/>
                    <a:pt x="502" y="50"/>
                    <a:pt x="502" y="50"/>
                  </a:cubicBezTo>
                  <a:cubicBezTo>
                    <a:pt x="503" y="51"/>
                    <a:pt x="503" y="52"/>
                    <a:pt x="504" y="52"/>
                  </a:cubicBezTo>
                  <a:cubicBezTo>
                    <a:pt x="504" y="52"/>
                    <a:pt x="505" y="52"/>
                    <a:pt x="507" y="52"/>
                  </a:cubicBezTo>
                  <a:cubicBezTo>
                    <a:pt x="507" y="54"/>
                    <a:pt x="507" y="54"/>
                    <a:pt x="507" y="54"/>
                  </a:cubicBezTo>
                  <a:cubicBezTo>
                    <a:pt x="491" y="54"/>
                    <a:pt x="491" y="54"/>
                    <a:pt x="491" y="54"/>
                  </a:cubicBezTo>
                  <a:cubicBezTo>
                    <a:pt x="491" y="52"/>
                    <a:pt x="491" y="52"/>
                    <a:pt x="491" y="52"/>
                  </a:cubicBezTo>
                  <a:cubicBezTo>
                    <a:pt x="492" y="52"/>
                    <a:pt x="494" y="52"/>
                    <a:pt x="494" y="52"/>
                  </a:cubicBezTo>
                  <a:cubicBezTo>
                    <a:pt x="494" y="52"/>
                    <a:pt x="495" y="51"/>
                    <a:pt x="495" y="50"/>
                  </a:cubicBezTo>
                  <a:cubicBezTo>
                    <a:pt x="496" y="50"/>
                    <a:pt x="496" y="48"/>
                    <a:pt x="496" y="46"/>
                  </a:cubicBezTo>
                  <a:cubicBezTo>
                    <a:pt x="496" y="33"/>
                    <a:pt x="496" y="33"/>
                    <a:pt x="496" y="33"/>
                  </a:cubicBezTo>
                  <a:cubicBezTo>
                    <a:pt x="496" y="29"/>
                    <a:pt x="496" y="27"/>
                    <a:pt x="495" y="26"/>
                  </a:cubicBezTo>
                  <a:cubicBezTo>
                    <a:pt x="495" y="25"/>
                    <a:pt x="495" y="24"/>
                    <a:pt x="494" y="24"/>
                  </a:cubicBezTo>
                  <a:cubicBezTo>
                    <a:pt x="494" y="24"/>
                    <a:pt x="494" y="24"/>
                    <a:pt x="493" y="24"/>
                  </a:cubicBezTo>
                  <a:cubicBezTo>
                    <a:pt x="492" y="24"/>
                    <a:pt x="491" y="24"/>
                    <a:pt x="490" y="24"/>
                  </a:cubicBezTo>
                  <a:cubicBezTo>
                    <a:pt x="490" y="23"/>
                    <a:pt x="490" y="23"/>
                    <a:pt x="490" y="23"/>
                  </a:cubicBezTo>
                  <a:cubicBezTo>
                    <a:pt x="500" y="19"/>
                    <a:pt x="500" y="19"/>
                    <a:pt x="500" y="19"/>
                  </a:cubicBezTo>
                  <a:cubicBezTo>
                    <a:pt x="502" y="19"/>
                    <a:pt x="502" y="19"/>
                    <a:pt x="502" y="19"/>
                  </a:cubicBezTo>
                  <a:close/>
                  <a:moveTo>
                    <a:pt x="524" y="26"/>
                  </a:moveTo>
                  <a:cubicBezTo>
                    <a:pt x="528" y="21"/>
                    <a:pt x="532" y="19"/>
                    <a:pt x="535" y="19"/>
                  </a:cubicBezTo>
                  <a:cubicBezTo>
                    <a:pt x="536" y="19"/>
                    <a:pt x="538" y="19"/>
                    <a:pt x="540" y="20"/>
                  </a:cubicBezTo>
                  <a:cubicBezTo>
                    <a:pt x="541" y="21"/>
                    <a:pt x="542" y="22"/>
                    <a:pt x="543" y="24"/>
                  </a:cubicBezTo>
                  <a:cubicBezTo>
                    <a:pt x="543" y="26"/>
                    <a:pt x="544" y="28"/>
                    <a:pt x="544" y="31"/>
                  </a:cubicBezTo>
                  <a:cubicBezTo>
                    <a:pt x="544" y="46"/>
                    <a:pt x="544" y="46"/>
                    <a:pt x="544" y="46"/>
                  </a:cubicBezTo>
                  <a:cubicBezTo>
                    <a:pt x="544" y="48"/>
                    <a:pt x="544" y="49"/>
                    <a:pt x="544" y="50"/>
                  </a:cubicBezTo>
                  <a:cubicBezTo>
                    <a:pt x="544" y="51"/>
                    <a:pt x="545" y="51"/>
                    <a:pt x="545" y="52"/>
                  </a:cubicBezTo>
                  <a:cubicBezTo>
                    <a:pt x="546" y="52"/>
                    <a:pt x="547" y="52"/>
                    <a:pt x="548" y="52"/>
                  </a:cubicBezTo>
                  <a:cubicBezTo>
                    <a:pt x="548" y="53"/>
                    <a:pt x="548" y="53"/>
                    <a:pt x="548" y="53"/>
                  </a:cubicBezTo>
                  <a:cubicBezTo>
                    <a:pt x="532" y="53"/>
                    <a:pt x="532" y="53"/>
                    <a:pt x="532" y="53"/>
                  </a:cubicBezTo>
                  <a:cubicBezTo>
                    <a:pt x="532" y="52"/>
                    <a:pt x="532" y="52"/>
                    <a:pt x="532" y="52"/>
                  </a:cubicBezTo>
                  <a:cubicBezTo>
                    <a:pt x="533" y="52"/>
                    <a:pt x="533" y="52"/>
                    <a:pt x="533" y="52"/>
                  </a:cubicBezTo>
                  <a:cubicBezTo>
                    <a:pt x="535" y="52"/>
                    <a:pt x="536" y="52"/>
                    <a:pt x="536" y="51"/>
                  </a:cubicBezTo>
                  <a:cubicBezTo>
                    <a:pt x="537" y="51"/>
                    <a:pt x="538" y="50"/>
                    <a:pt x="538" y="49"/>
                  </a:cubicBezTo>
                  <a:cubicBezTo>
                    <a:pt x="538" y="49"/>
                    <a:pt x="538" y="48"/>
                    <a:pt x="538" y="46"/>
                  </a:cubicBezTo>
                  <a:cubicBezTo>
                    <a:pt x="538" y="32"/>
                    <a:pt x="538" y="32"/>
                    <a:pt x="538" y="32"/>
                  </a:cubicBezTo>
                  <a:cubicBezTo>
                    <a:pt x="538" y="28"/>
                    <a:pt x="537" y="26"/>
                    <a:pt x="536" y="25"/>
                  </a:cubicBezTo>
                  <a:cubicBezTo>
                    <a:pt x="536" y="24"/>
                    <a:pt x="534" y="23"/>
                    <a:pt x="532" y="23"/>
                  </a:cubicBezTo>
                  <a:cubicBezTo>
                    <a:pt x="530" y="23"/>
                    <a:pt x="527" y="24"/>
                    <a:pt x="524" y="28"/>
                  </a:cubicBezTo>
                  <a:cubicBezTo>
                    <a:pt x="524" y="46"/>
                    <a:pt x="524" y="46"/>
                    <a:pt x="524" y="46"/>
                  </a:cubicBezTo>
                  <a:cubicBezTo>
                    <a:pt x="524" y="48"/>
                    <a:pt x="524" y="49"/>
                    <a:pt x="524" y="50"/>
                  </a:cubicBezTo>
                  <a:cubicBezTo>
                    <a:pt x="525" y="51"/>
                    <a:pt x="525" y="51"/>
                    <a:pt x="526" y="52"/>
                  </a:cubicBezTo>
                  <a:cubicBezTo>
                    <a:pt x="526" y="52"/>
                    <a:pt x="527" y="52"/>
                    <a:pt x="529" y="52"/>
                  </a:cubicBezTo>
                  <a:cubicBezTo>
                    <a:pt x="529" y="53"/>
                    <a:pt x="529" y="53"/>
                    <a:pt x="529" y="53"/>
                  </a:cubicBezTo>
                  <a:cubicBezTo>
                    <a:pt x="513" y="53"/>
                    <a:pt x="513" y="53"/>
                    <a:pt x="513" y="53"/>
                  </a:cubicBezTo>
                  <a:cubicBezTo>
                    <a:pt x="513" y="52"/>
                    <a:pt x="513" y="52"/>
                    <a:pt x="513" y="52"/>
                  </a:cubicBezTo>
                  <a:cubicBezTo>
                    <a:pt x="514" y="52"/>
                    <a:pt x="514" y="52"/>
                    <a:pt x="514" y="52"/>
                  </a:cubicBezTo>
                  <a:cubicBezTo>
                    <a:pt x="516" y="52"/>
                    <a:pt x="517" y="52"/>
                    <a:pt x="517" y="51"/>
                  </a:cubicBezTo>
                  <a:cubicBezTo>
                    <a:pt x="518" y="50"/>
                    <a:pt x="518" y="48"/>
                    <a:pt x="518" y="46"/>
                  </a:cubicBezTo>
                  <a:cubicBezTo>
                    <a:pt x="518" y="33"/>
                    <a:pt x="518" y="33"/>
                    <a:pt x="518" y="33"/>
                  </a:cubicBezTo>
                  <a:cubicBezTo>
                    <a:pt x="518" y="29"/>
                    <a:pt x="518" y="26"/>
                    <a:pt x="518" y="25"/>
                  </a:cubicBezTo>
                  <a:cubicBezTo>
                    <a:pt x="518" y="24"/>
                    <a:pt x="517" y="24"/>
                    <a:pt x="517" y="23"/>
                  </a:cubicBezTo>
                  <a:cubicBezTo>
                    <a:pt x="516" y="23"/>
                    <a:pt x="516" y="23"/>
                    <a:pt x="515" y="23"/>
                  </a:cubicBezTo>
                  <a:cubicBezTo>
                    <a:pt x="514" y="23"/>
                    <a:pt x="514" y="23"/>
                    <a:pt x="513" y="23"/>
                  </a:cubicBezTo>
                  <a:cubicBezTo>
                    <a:pt x="512" y="22"/>
                    <a:pt x="512" y="22"/>
                    <a:pt x="512" y="22"/>
                  </a:cubicBezTo>
                  <a:cubicBezTo>
                    <a:pt x="522" y="18"/>
                    <a:pt x="522" y="18"/>
                    <a:pt x="522" y="18"/>
                  </a:cubicBezTo>
                  <a:cubicBezTo>
                    <a:pt x="524" y="18"/>
                    <a:pt x="524" y="18"/>
                    <a:pt x="524" y="18"/>
                  </a:cubicBezTo>
                  <a:cubicBezTo>
                    <a:pt x="524" y="26"/>
                    <a:pt x="524" y="26"/>
                    <a:pt x="524" y="26"/>
                  </a:cubicBezTo>
                  <a:close/>
                  <a:moveTo>
                    <a:pt x="573" y="49"/>
                  </a:moveTo>
                  <a:cubicBezTo>
                    <a:pt x="570" y="52"/>
                    <a:pt x="568" y="53"/>
                    <a:pt x="567" y="54"/>
                  </a:cubicBezTo>
                  <a:cubicBezTo>
                    <a:pt x="566" y="54"/>
                    <a:pt x="564" y="54"/>
                    <a:pt x="563" y="54"/>
                  </a:cubicBezTo>
                  <a:cubicBezTo>
                    <a:pt x="560" y="54"/>
                    <a:pt x="559" y="54"/>
                    <a:pt x="557" y="52"/>
                  </a:cubicBezTo>
                  <a:cubicBezTo>
                    <a:pt x="556" y="50"/>
                    <a:pt x="555" y="48"/>
                    <a:pt x="555" y="46"/>
                  </a:cubicBezTo>
                  <a:cubicBezTo>
                    <a:pt x="555" y="44"/>
                    <a:pt x="556" y="42"/>
                    <a:pt x="556" y="41"/>
                  </a:cubicBezTo>
                  <a:cubicBezTo>
                    <a:pt x="557" y="40"/>
                    <a:pt x="559" y="38"/>
                    <a:pt x="562" y="36"/>
                  </a:cubicBezTo>
                  <a:cubicBezTo>
                    <a:pt x="564" y="35"/>
                    <a:pt x="568" y="33"/>
                    <a:pt x="574" y="31"/>
                  </a:cubicBezTo>
                  <a:cubicBezTo>
                    <a:pt x="574" y="30"/>
                    <a:pt x="574" y="30"/>
                    <a:pt x="574" y="30"/>
                  </a:cubicBezTo>
                  <a:cubicBezTo>
                    <a:pt x="574" y="26"/>
                    <a:pt x="573" y="24"/>
                    <a:pt x="572" y="23"/>
                  </a:cubicBezTo>
                  <a:cubicBezTo>
                    <a:pt x="571" y="22"/>
                    <a:pt x="570" y="21"/>
                    <a:pt x="568" y="21"/>
                  </a:cubicBezTo>
                  <a:cubicBezTo>
                    <a:pt x="566" y="21"/>
                    <a:pt x="565" y="21"/>
                    <a:pt x="564" y="22"/>
                  </a:cubicBezTo>
                  <a:cubicBezTo>
                    <a:pt x="563" y="23"/>
                    <a:pt x="563" y="24"/>
                    <a:pt x="563" y="25"/>
                  </a:cubicBezTo>
                  <a:cubicBezTo>
                    <a:pt x="563" y="27"/>
                    <a:pt x="563" y="27"/>
                    <a:pt x="563" y="27"/>
                  </a:cubicBezTo>
                  <a:cubicBezTo>
                    <a:pt x="563" y="28"/>
                    <a:pt x="562" y="29"/>
                    <a:pt x="562" y="30"/>
                  </a:cubicBezTo>
                  <a:cubicBezTo>
                    <a:pt x="562" y="30"/>
                    <a:pt x="561" y="30"/>
                    <a:pt x="560" y="30"/>
                  </a:cubicBezTo>
                  <a:cubicBezTo>
                    <a:pt x="559" y="30"/>
                    <a:pt x="558" y="30"/>
                    <a:pt x="558" y="30"/>
                  </a:cubicBezTo>
                  <a:cubicBezTo>
                    <a:pt x="558" y="29"/>
                    <a:pt x="557" y="28"/>
                    <a:pt x="557" y="27"/>
                  </a:cubicBezTo>
                  <a:cubicBezTo>
                    <a:pt x="557" y="25"/>
                    <a:pt x="558" y="23"/>
                    <a:pt x="560" y="21"/>
                  </a:cubicBezTo>
                  <a:cubicBezTo>
                    <a:pt x="562" y="19"/>
                    <a:pt x="566" y="18"/>
                    <a:pt x="569" y="18"/>
                  </a:cubicBezTo>
                  <a:cubicBezTo>
                    <a:pt x="572" y="18"/>
                    <a:pt x="574" y="18"/>
                    <a:pt x="576" y="20"/>
                  </a:cubicBezTo>
                  <a:cubicBezTo>
                    <a:pt x="578" y="20"/>
                    <a:pt x="579" y="22"/>
                    <a:pt x="580" y="23"/>
                  </a:cubicBezTo>
                  <a:cubicBezTo>
                    <a:pt x="580" y="24"/>
                    <a:pt x="580" y="26"/>
                    <a:pt x="580" y="30"/>
                  </a:cubicBezTo>
                  <a:cubicBezTo>
                    <a:pt x="580" y="41"/>
                    <a:pt x="580" y="41"/>
                    <a:pt x="580" y="41"/>
                  </a:cubicBezTo>
                  <a:cubicBezTo>
                    <a:pt x="580" y="44"/>
                    <a:pt x="580" y="46"/>
                    <a:pt x="580" y="47"/>
                  </a:cubicBezTo>
                  <a:cubicBezTo>
                    <a:pt x="580" y="48"/>
                    <a:pt x="581" y="48"/>
                    <a:pt x="581" y="49"/>
                  </a:cubicBezTo>
                  <a:cubicBezTo>
                    <a:pt x="581" y="49"/>
                    <a:pt x="581" y="49"/>
                    <a:pt x="582" y="49"/>
                  </a:cubicBezTo>
                  <a:cubicBezTo>
                    <a:pt x="582" y="49"/>
                    <a:pt x="582" y="49"/>
                    <a:pt x="583" y="49"/>
                  </a:cubicBezTo>
                  <a:cubicBezTo>
                    <a:pt x="583" y="48"/>
                    <a:pt x="584" y="48"/>
                    <a:pt x="586" y="46"/>
                  </a:cubicBezTo>
                  <a:cubicBezTo>
                    <a:pt x="586" y="48"/>
                    <a:pt x="586" y="48"/>
                    <a:pt x="586" y="48"/>
                  </a:cubicBezTo>
                  <a:cubicBezTo>
                    <a:pt x="583" y="52"/>
                    <a:pt x="580" y="54"/>
                    <a:pt x="578" y="54"/>
                  </a:cubicBezTo>
                  <a:cubicBezTo>
                    <a:pt x="577" y="54"/>
                    <a:pt x="576" y="53"/>
                    <a:pt x="575" y="52"/>
                  </a:cubicBezTo>
                  <a:cubicBezTo>
                    <a:pt x="574" y="52"/>
                    <a:pt x="573" y="51"/>
                    <a:pt x="573" y="49"/>
                  </a:cubicBezTo>
                  <a:close/>
                  <a:moveTo>
                    <a:pt x="573" y="46"/>
                  </a:moveTo>
                  <a:cubicBezTo>
                    <a:pt x="573" y="34"/>
                    <a:pt x="573" y="34"/>
                    <a:pt x="573" y="34"/>
                  </a:cubicBezTo>
                  <a:cubicBezTo>
                    <a:pt x="570" y="35"/>
                    <a:pt x="567" y="36"/>
                    <a:pt x="566" y="37"/>
                  </a:cubicBezTo>
                  <a:cubicBezTo>
                    <a:pt x="564" y="38"/>
                    <a:pt x="563" y="39"/>
                    <a:pt x="562" y="40"/>
                  </a:cubicBezTo>
                  <a:cubicBezTo>
                    <a:pt x="562" y="42"/>
                    <a:pt x="561" y="43"/>
                    <a:pt x="561" y="44"/>
                  </a:cubicBezTo>
                  <a:cubicBezTo>
                    <a:pt x="561" y="46"/>
                    <a:pt x="562" y="48"/>
                    <a:pt x="563" y="49"/>
                  </a:cubicBezTo>
                  <a:cubicBezTo>
                    <a:pt x="564" y="50"/>
                    <a:pt x="565" y="50"/>
                    <a:pt x="566" y="50"/>
                  </a:cubicBezTo>
                  <a:cubicBezTo>
                    <a:pt x="568" y="50"/>
                    <a:pt x="570" y="49"/>
                    <a:pt x="573" y="4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58" name="Freeform 36"/>
            <p:cNvSpPr>
              <a:spLocks noEditPoints="1"/>
            </p:cNvSpPr>
            <p:nvPr/>
          </p:nvSpPr>
          <p:spPr bwMode="auto">
            <a:xfrm>
              <a:off x="9304400" y="4596116"/>
              <a:ext cx="2255838" cy="300038"/>
            </a:xfrm>
            <a:custGeom>
              <a:avLst/>
              <a:gdLst>
                <a:gd name="T0" fmla="*/ 1465 w 1513"/>
                <a:gd name="T1" fmla="*/ 107 h 200"/>
                <a:gd name="T2" fmla="*/ 1416 w 1513"/>
                <a:gd name="T3" fmla="*/ 130 h 200"/>
                <a:gd name="T4" fmla="*/ 1450 w 1513"/>
                <a:gd name="T5" fmla="*/ 47 h 200"/>
                <a:gd name="T6" fmla="*/ 1458 w 1513"/>
                <a:gd name="T7" fmla="*/ 70 h 200"/>
                <a:gd name="T8" fmla="*/ 1467 w 1513"/>
                <a:gd name="T9" fmla="*/ 146 h 200"/>
                <a:gd name="T10" fmla="*/ 1410 w 1513"/>
                <a:gd name="T11" fmla="*/ 171 h 200"/>
                <a:gd name="T12" fmla="*/ 1408 w 1513"/>
                <a:gd name="T13" fmla="*/ 153 h 200"/>
                <a:gd name="T14" fmla="*/ 1272 w 1513"/>
                <a:gd name="T15" fmla="*/ 125 h 200"/>
                <a:gd name="T16" fmla="*/ 1257 w 1513"/>
                <a:gd name="T17" fmla="*/ 79 h 200"/>
                <a:gd name="T18" fmla="*/ 1298 w 1513"/>
                <a:gd name="T19" fmla="*/ 59 h 200"/>
                <a:gd name="T20" fmla="*/ 1220 w 1513"/>
                <a:gd name="T21" fmla="*/ 139 h 200"/>
                <a:gd name="T22" fmla="*/ 1112 w 1513"/>
                <a:gd name="T23" fmla="*/ 16 h 200"/>
                <a:gd name="T24" fmla="*/ 1064 w 1513"/>
                <a:gd name="T25" fmla="*/ 107 h 200"/>
                <a:gd name="T26" fmla="*/ 1074 w 1513"/>
                <a:gd name="T27" fmla="*/ 95 h 200"/>
                <a:gd name="T28" fmla="*/ 1096 w 1513"/>
                <a:gd name="T29" fmla="*/ 49 h 200"/>
                <a:gd name="T30" fmla="*/ 1098 w 1513"/>
                <a:gd name="T31" fmla="*/ 84 h 200"/>
                <a:gd name="T32" fmla="*/ 1101 w 1513"/>
                <a:gd name="T33" fmla="*/ 154 h 200"/>
                <a:gd name="T34" fmla="*/ 1038 w 1513"/>
                <a:gd name="T35" fmla="*/ 172 h 200"/>
                <a:gd name="T36" fmla="*/ 862 w 1513"/>
                <a:gd name="T37" fmla="*/ 136 h 200"/>
                <a:gd name="T38" fmla="*/ 895 w 1513"/>
                <a:gd name="T39" fmla="*/ 103 h 200"/>
                <a:gd name="T40" fmla="*/ 856 w 1513"/>
                <a:gd name="T41" fmla="*/ 83 h 200"/>
                <a:gd name="T42" fmla="*/ 873 w 1513"/>
                <a:gd name="T43" fmla="*/ 80 h 200"/>
                <a:gd name="T44" fmla="*/ 905 w 1513"/>
                <a:gd name="T45" fmla="*/ 38 h 200"/>
                <a:gd name="T46" fmla="*/ 908 w 1513"/>
                <a:gd name="T47" fmla="*/ 83 h 200"/>
                <a:gd name="T48" fmla="*/ 874 w 1513"/>
                <a:gd name="T49" fmla="*/ 168 h 200"/>
                <a:gd name="T50" fmla="*/ 809 w 1513"/>
                <a:gd name="T51" fmla="*/ 149 h 200"/>
                <a:gd name="T52" fmla="*/ 704 w 1513"/>
                <a:gd name="T53" fmla="*/ 45 h 200"/>
                <a:gd name="T54" fmla="*/ 658 w 1513"/>
                <a:gd name="T55" fmla="*/ 45 h 200"/>
                <a:gd name="T56" fmla="*/ 694 w 1513"/>
                <a:gd name="T57" fmla="*/ 50 h 200"/>
                <a:gd name="T58" fmla="*/ 705 w 1513"/>
                <a:gd name="T59" fmla="*/ 55 h 200"/>
                <a:gd name="T60" fmla="*/ 697 w 1513"/>
                <a:gd name="T61" fmla="*/ 139 h 200"/>
                <a:gd name="T62" fmla="*/ 662 w 1513"/>
                <a:gd name="T63" fmla="*/ 179 h 200"/>
                <a:gd name="T64" fmla="*/ 686 w 1513"/>
                <a:gd name="T65" fmla="*/ 141 h 200"/>
                <a:gd name="T66" fmla="*/ 720 w 1513"/>
                <a:gd name="T67" fmla="*/ 90 h 200"/>
                <a:gd name="T68" fmla="*/ 540 w 1513"/>
                <a:gd name="T69" fmla="*/ 92 h 200"/>
                <a:gd name="T70" fmla="*/ 491 w 1513"/>
                <a:gd name="T71" fmla="*/ 115 h 200"/>
                <a:gd name="T72" fmla="*/ 466 w 1513"/>
                <a:gd name="T73" fmla="*/ 70 h 200"/>
                <a:gd name="T74" fmla="*/ 444 w 1513"/>
                <a:gd name="T75" fmla="*/ 90 h 200"/>
                <a:gd name="T76" fmla="*/ 426 w 1513"/>
                <a:gd name="T77" fmla="*/ 96 h 200"/>
                <a:gd name="T78" fmla="*/ 414 w 1513"/>
                <a:gd name="T79" fmla="*/ 90 h 200"/>
                <a:gd name="T80" fmla="*/ 502 w 1513"/>
                <a:gd name="T81" fmla="*/ 43 h 200"/>
                <a:gd name="T82" fmla="*/ 560 w 1513"/>
                <a:gd name="T83" fmla="*/ 85 h 200"/>
                <a:gd name="T84" fmla="*/ 520 w 1513"/>
                <a:gd name="T85" fmla="*/ 187 h 200"/>
                <a:gd name="T86" fmla="*/ 465 w 1513"/>
                <a:gd name="T87" fmla="*/ 119 h 200"/>
                <a:gd name="T88" fmla="*/ 442 w 1513"/>
                <a:gd name="T89" fmla="*/ 153 h 200"/>
                <a:gd name="T90" fmla="*/ 282 w 1513"/>
                <a:gd name="T91" fmla="*/ 98 h 200"/>
                <a:gd name="T92" fmla="*/ 259 w 1513"/>
                <a:gd name="T93" fmla="*/ 93 h 200"/>
                <a:gd name="T94" fmla="*/ 226 w 1513"/>
                <a:gd name="T95" fmla="*/ 158 h 200"/>
                <a:gd name="T96" fmla="*/ 307 w 1513"/>
                <a:gd name="T97" fmla="*/ 43 h 200"/>
                <a:gd name="T98" fmla="*/ 290 w 1513"/>
                <a:gd name="T99" fmla="*/ 120 h 200"/>
                <a:gd name="T100" fmla="*/ 234 w 1513"/>
                <a:gd name="T101" fmla="*/ 93 h 200"/>
                <a:gd name="T102" fmla="*/ 205 w 1513"/>
                <a:gd name="T103" fmla="*/ 107 h 200"/>
                <a:gd name="T104" fmla="*/ 226 w 1513"/>
                <a:gd name="T105" fmla="*/ 171 h 200"/>
                <a:gd name="T106" fmla="*/ 101 w 1513"/>
                <a:gd name="T107" fmla="*/ 63 h 200"/>
                <a:gd name="T108" fmla="*/ 32 w 1513"/>
                <a:gd name="T109" fmla="*/ 94 h 200"/>
                <a:gd name="T110" fmla="*/ 58 w 1513"/>
                <a:gd name="T111" fmla="*/ 7 h 200"/>
                <a:gd name="T112" fmla="*/ 104 w 1513"/>
                <a:gd name="T113" fmla="*/ 90 h 200"/>
                <a:gd name="T114" fmla="*/ 48 w 1513"/>
                <a:gd name="T115" fmla="*/ 152 h 200"/>
                <a:gd name="T116" fmla="*/ 3 w 1513"/>
                <a:gd name="T117" fmla="*/ 66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513" h="200">
                  <a:moveTo>
                    <a:pt x="1410" y="31"/>
                  </a:moveTo>
                  <a:cubicBezTo>
                    <a:pt x="1410" y="28"/>
                    <a:pt x="1410" y="26"/>
                    <a:pt x="1410" y="23"/>
                  </a:cubicBezTo>
                  <a:cubicBezTo>
                    <a:pt x="1418" y="21"/>
                    <a:pt x="1413" y="3"/>
                    <a:pt x="1421" y="0"/>
                  </a:cubicBezTo>
                  <a:cubicBezTo>
                    <a:pt x="1424" y="0"/>
                    <a:pt x="1424" y="0"/>
                    <a:pt x="1424" y="0"/>
                  </a:cubicBezTo>
                  <a:cubicBezTo>
                    <a:pt x="1425" y="3"/>
                    <a:pt x="1427" y="7"/>
                    <a:pt x="1428" y="11"/>
                  </a:cubicBezTo>
                  <a:cubicBezTo>
                    <a:pt x="1428" y="13"/>
                    <a:pt x="1428" y="15"/>
                    <a:pt x="1428" y="17"/>
                  </a:cubicBezTo>
                  <a:cubicBezTo>
                    <a:pt x="1431" y="30"/>
                    <a:pt x="1429" y="36"/>
                    <a:pt x="1427" y="47"/>
                  </a:cubicBezTo>
                  <a:cubicBezTo>
                    <a:pt x="1414" y="49"/>
                    <a:pt x="1415" y="38"/>
                    <a:pt x="1410" y="31"/>
                  </a:cubicBezTo>
                  <a:close/>
                  <a:moveTo>
                    <a:pt x="1442" y="122"/>
                  </a:moveTo>
                  <a:cubicBezTo>
                    <a:pt x="1442" y="107"/>
                    <a:pt x="1454" y="110"/>
                    <a:pt x="1465" y="107"/>
                  </a:cubicBezTo>
                  <a:cubicBezTo>
                    <a:pt x="1470" y="105"/>
                    <a:pt x="1478" y="101"/>
                    <a:pt x="1482" y="97"/>
                  </a:cubicBezTo>
                  <a:cubicBezTo>
                    <a:pt x="1484" y="95"/>
                    <a:pt x="1484" y="93"/>
                    <a:pt x="1486" y="91"/>
                  </a:cubicBezTo>
                  <a:cubicBezTo>
                    <a:pt x="1485" y="90"/>
                    <a:pt x="1485" y="88"/>
                    <a:pt x="1484" y="87"/>
                  </a:cubicBezTo>
                  <a:cubicBezTo>
                    <a:pt x="1482" y="86"/>
                    <a:pt x="1479" y="83"/>
                    <a:pt x="1477" y="83"/>
                  </a:cubicBezTo>
                  <a:cubicBezTo>
                    <a:pt x="1474" y="81"/>
                    <a:pt x="1470" y="82"/>
                    <a:pt x="1468" y="81"/>
                  </a:cubicBezTo>
                  <a:cubicBezTo>
                    <a:pt x="1452" y="83"/>
                    <a:pt x="1429" y="95"/>
                    <a:pt x="1424" y="105"/>
                  </a:cubicBezTo>
                  <a:cubicBezTo>
                    <a:pt x="1424" y="108"/>
                    <a:pt x="1424" y="111"/>
                    <a:pt x="1424" y="113"/>
                  </a:cubicBezTo>
                  <a:cubicBezTo>
                    <a:pt x="1426" y="115"/>
                    <a:pt x="1428" y="117"/>
                    <a:pt x="1430" y="119"/>
                  </a:cubicBezTo>
                  <a:cubicBezTo>
                    <a:pt x="1430" y="126"/>
                    <a:pt x="1430" y="134"/>
                    <a:pt x="1422" y="135"/>
                  </a:cubicBezTo>
                  <a:cubicBezTo>
                    <a:pt x="1420" y="133"/>
                    <a:pt x="1418" y="132"/>
                    <a:pt x="1416" y="130"/>
                  </a:cubicBezTo>
                  <a:cubicBezTo>
                    <a:pt x="1414" y="132"/>
                    <a:pt x="1413" y="133"/>
                    <a:pt x="1409" y="132"/>
                  </a:cubicBezTo>
                  <a:cubicBezTo>
                    <a:pt x="1407" y="128"/>
                    <a:pt x="1397" y="105"/>
                    <a:pt x="1398" y="102"/>
                  </a:cubicBezTo>
                  <a:cubicBezTo>
                    <a:pt x="1399" y="99"/>
                    <a:pt x="1405" y="97"/>
                    <a:pt x="1408" y="96"/>
                  </a:cubicBezTo>
                  <a:cubicBezTo>
                    <a:pt x="1414" y="93"/>
                    <a:pt x="1418" y="86"/>
                    <a:pt x="1423" y="82"/>
                  </a:cubicBezTo>
                  <a:cubicBezTo>
                    <a:pt x="1426" y="80"/>
                    <a:pt x="1430" y="80"/>
                    <a:pt x="1433" y="79"/>
                  </a:cubicBezTo>
                  <a:cubicBezTo>
                    <a:pt x="1441" y="75"/>
                    <a:pt x="1447" y="65"/>
                    <a:pt x="1454" y="59"/>
                  </a:cubicBezTo>
                  <a:cubicBezTo>
                    <a:pt x="1462" y="51"/>
                    <a:pt x="1472" y="50"/>
                    <a:pt x="1478" y="41"/>
                  </a:cubicBezTo>
                  <a:cubicBezTo>
                    <a:pt x="1478" y="41"/>
                    <a:pt x="1478" y="41"/>
                    <a:pt x="1478" y="40"/>
                  </a:cubicBezTo>
                  <a:cubicBezTo>
                    <a:pt x="1477" y="40"/>
                    <a:pt x="1477" y="40"/>
                    <a:pt x="1477" y="40"/>
                  </a:cubicBezTo>
                  <a:cubicBezTo>
                    <a:pt x="1472" y="45"/>
                    <a:pt x="1459" y="54"/>
                    <a:pt x="1450" y="47"/>
                  </a:cubicBezTo>
                  <a:cubicBezTo>
                    <a:pt x="1446" y="45"/>
                    <a:pt x="1447" y="40"/>
                    <a:pt x="1444" y="37"/>
                  </a:cubicBezTo>
                  <a:cubicBezTo>
                    <a:pt x="1443" y="35"/>
                    <a:pt x="1440" y="34"/>
                    <a:pt x="1440" y="31"/>
                  </a:cubicBezTo>
                  <a:cubicBezTo>
                    <a:pt x="1440" y="29"/>
                    <a:pt x="1441" y="28"/>
                    <a:pt x="1441" y="27"/>
                  </a:cubicBezTo>
                  <a:cubicBezTo>
                    <a:pt x="1447" y="27"/>
                    <a:pt x="1459" y="35"/>
                    <a:pt x="1462" y="38"/>
                  </a:cubicBezTo>
                  <a:cubicBezTo>
                    <a:pt x="1471" y="35"/>
                    <a:pt x="1480" y="33"/>
                    <a:pt x="1488" y="28"/>
                  </a:cubicBezTo>
                  <a:cubicBezTo>
                    <a:pt x="1491" y="26"/>
                    <a:pt x="1496" y="30"/>
                    <a:pt x="1498" y="29"/>
                  </a:cubicBezTo>
                  <a:cubicBezTo>
                    <a:pt x="1502" y="32"/>
                    <a:pt x="1508" y="48"/>
                    <a:pt x="1500" y="52"/>
                  </a:cubicBezTo>
                  <a:cubicBezTo>
                    <a:pt x="1496" y="53"/>
                    <a:pt x="1490" y="53"/>
                    <a:pt x="1486" y="54"/>
                  </a:cubicBezTo>
                  <a:cubicBezTo>
                    <a:pt x="1476" y="56"/>
                    <a:pt x="1464" y="63"/>
                    <a:pt x="1457" y="69"/>
                  </a:cubicBezTo>
                  <a:cubicBezTo>
                    <a:pt x="1457" y="69"/>
                    <a:pt x="1458" y="69"/>
                    <a:pt x="1458" y="70"/>
                  </a:cubicBezTo>
                  <a:cubicBezTo>
                    <a:pt x="1458" y="70"/>
                    <a:pt x="1458" y="70"/>
                    <a:pt x="1458" y="70"/>
                  </a:cubicBezTo>
                  <a:cubicBezTo>
                    <a:pt x="1462" y="71"/>
                    <a:pt x="1469" y="68"/>
                    <a:pt x="1474" y="71"/>
                  </a:cubicBezTo>
                  <a:cubicBezTo>
                    <a:pt x="1485" y="76"/>
                    <a:pt x="1500" y="81"/>
                    <a:pt x="1500" y="99"/>
                  </a:cubicBezTo>
                  <a:cubicBezTo>
                    <a:pt x="1497" y="100"/>
                    <a:pt x="1496" y="102"/>
                    <a:pt x="1494" y="103"/>
                  </a:cubicBezTo>
                  <a:cubicBezTo>
                    <a:pt x="1488" y="105"/>
                    <a:pt x="1482" y="105"/>
                    <a:pt x="1477" y="108"/>
                  </a:cubicBezTo>
                  <a:cubicBezTo>
                    <a:pt x="1477" y="109"/>
                    <a:pt x="1477" y="109"/>
                    <a:pt x="1477" y="110"/>
                  </a:cubicBezTo>
                  <a:cubicBezTo>
                    <a:pt x="1478" y="112"/>
                    <a:pt x="1479" y="113"/>
                    <a:pt x="1479" y="118"/>
                  </a:cubicBezTo>
                  <a:cubicBezTo>
                    <a:pt x="1477" y="119"/>
                    <a:pt x="1478" y="122"/>
                    <a:pt x="1476" y="123"/>
                  </a:cubicBezTo>
                  <a:cubicBezTo>
                    <a:pt x="1472" y="130"/>
                    <a:pt x="1465" y="135"/>
                    <a:pt x="1463" y="142"/>
                  </a:cubicBezTo>
                  <a:cubicBezTo>
                    <a:pt x="1464" y="143"/>
                    <a:pt x="1466" y="145"/>
                    <a:pt x="1467" y="146"/>
                  </a:cubicBezTo>
                  <a:cubicBezTo>
                    <a:pt x="1476" y="149"/>
                    <a:pt x="1513" y="129"/>
                    <a:pt x="1508" y="151"/>
                  </a:cubicBezTo>
                  <a:cubicBezTo>
                    <a:pt x="1507" y="154"/>
                    <a:pt x="1505" y="156"/>
                    <a:pt x="1504" y="158"/>
                  </a:cubicBezTo>
                  <a:cubicBezTo>
                    <a:pt x="1500" y="158"/>
                    <a:pt x="1498" y="157"/>
                    <a:pt x="1495" y="157"/>
                  </a:cubicBezTo>
                  <a:cubicBezTo>
                    <a:pt x="1490" y="155"/>
                    <a:pt x="1472" y="161"/>
                    <a:pt x="1469" y="163"/>
                  </a:cubicBezTo>
                  <a:cubicBezTo>
                    <a:pt x="1470" y="169"/>
                    <a:pt x="1471" y="175"/>
                    <a:pt x="1471" y="182"/>
                  </a:cubicBezTo>
                  <a:cubicBezTo>
                    <a:pt x="1469" y="183"/>
                    <a:pt x="1469" y="185"/>
                    <a:pt x="1468" y="186"/>
                  </a:cubicBezTo>
                  <a:cubicBezTo>
                    <a:pt x="1465" y="188"/>
                    <a:pt x="1462" y="187"/>
                    <a:pt x="1458" y="189"/>
                  </a:cubicBezTo>
                  <a:cubicBezTo>
                    <a:pt x="1456" y="190"/>
                    <a:pt x="1453" y="193"/>
                    <a:pt x="1450" y="193"/>
                  </a:cubicBezTo>
                  <a:cubicBezTo>
                    <a:pt x="1432" y="200"/>
                    <a:pt x="1414" y="183"/>
                    <a:pt x="1410" y="171"/>
                  </a:cubicBezTo>
                  <a:cubicBezTo>
                    <a:pt x="1410" y="171"/>
                    <a:pt x="1410" y="171"/>
                    <a:pt x="1410" y="171"/>
                  </a:cubicBezTo>
                  <a:cubicBezTo>
                    <a:pt x="1416" y="171"/>
                    <a:pt x="1423" y="177"/>
                    <a:pt x="1428" y="179"/>
                  </a:cubicBezTo>
                  <a:cubicBezTo>
                    <a:pt x="1430" y="179"/>
                    <a:pt x="1433" y="179"/>
                    <a:pt x="1435" y="179"/>
                  </a:cubicBezTo>
                  <a:cubicBezTo>
                    <a:pt x="1449" y="179"/>
                    <a:pt x="1457" y="174"/>
                    <a:pt x="1463" y="165"/>
                  </a:cubicBezTo>
                  <a:cubicBezTo>
                    <a:pt x="1463" y="164"/>
                    <a:pt x="1463" y="163"/>
                    <a:pt x="1463" y="162"/>
                  </a:cubicBezTo>
                  <a:cubicBezTo>
                    <a:pt x="1462" y="162"/>
                    <a:pt x="1461" y="161"/>
                    <a:pt x="1460" y="161"/>
                  </a:cubicBezTo>
                  <a:cubicBezTo>
                    <a:pt x="1453" y="158"/>
                    <a:pt x="1440" y="165"/>
                    <a:pt x="1434" y="166"/>
                  </a:cubicBezTo>
                  <a:cubicBezTo>
                    <a:pt x="1428" y="167"/>
                    <a:pt x="1413" y="167"/>
                    <a:pt x="1408" y="164"/>
                  </a:cubicBezTo>
                  <a:cubicBezTo>
                    <a:pt x="1406" y="163"/>
                    <a:pt x="1405" y="161"/>
                    <a:pt x="1404" y="160"/>
                  </a:cubicBezTo>
                  <a:cubicBezTo>
                    <a:pt x="1404" y="159"/>
                    <a:pt x="1404" y="157"/>
                    <a:pt x="1404" y="156"/>
                  </a:cubicBezTo>
                  <a:cubicBezTo>
                    <a:pt x="1406" y="155"/>
                    <a:pt x="1407" y="154"/>
                    <a:pt x="1408" y="153"/>
                  </a:cubicBezTo>
                  <a:cubicBezTo>
                    <a:pt x="1418" y="153"/>
                    <a:pt x="1426" y="153"/>
                    <a:pt x="1436" y="153"/>
                  </a:cubicBezTo>
                  <a:cubicBezTo>
                    <a:pt x="1438" y="152"/>
                    <a:pt x="1442" y="149"/>
                    <a:pt x="1444" y="149"/>
                  </a:cubicBezTo>
                  <a:cubicBezTo>
                    <a:pt x="1448" y="147"/>
                    <a:pt x="1452" y="148"/>
                    <a:pt x="1455" y="147"/>
                  </a:cubicBezTo>
                  <a:cubicBezTo>
                    <a:pt x="1456" y="146"/>
                    <a:pt x="1456" y="146"/>
                    <a:pt x="1457" y="145"/>
                  </a:cubicBezTo>
                  <a:cubicBezTo>
                    <a:pt x="1456" y="143"/>
                    <a:pt x="1454" y="139"/>
                    <a:pt x="1456" y="136"/>
                  </a:cubicBezTo>
                  <a:cubicBezTo>
                    <a:pt x="1458" y="129"/>
                    <a:pt x="1460" y="125"/>
                    <a:pt x="1464" y="118"/>
                  </a:cubicBezTo>
                  <a:cubicBezTo>
                    <a:pt x="1463" y="117"/>
                    <a:pt x="1462" y="117"/>
                    <a:pt x="1461" y="117"/>
                  </a:cubicBezTo>
                  <a:cubicBezTo>
                    <a:pt x="1455" y="118"/>
                    <a:pt x="1451" y="121"/>
                    <a:pt x="1442" y="122"/>
                  </a:cubicBezTo>
                  <a:close/>
                  <a:moveTo>
                    <a:pt x="1272" y="127"/>
                  </a:moveTo>
                  <a:cubicBezTo>
                    <a:pt x="1272" y="125"/>
                    <a:pt x="1271" y="126"/>
                    <a:pt x="1272" y="125"/>
                  </a:cubicBezTo>
                  <a:cubicBezTo>
                    <a:pt x="1274" y="119"/>
                    <a:pt x="1285" y="115"/>
                    <a:pt x="1292" y="119"/>
                  </a:cubicBezTo>
                  <a:cubicBezTo>
                    <a:pt x="1301" y="125"/>
                    <a:pt x="1318" y="137"/>
                    <a:pt x="1316" y="154"/>
                  </a:cubicBezTo>
                  <a:cubicBezTo>
                    <a:pt x="1310" y="157"/>
                    <a:pt x="1309" y="164"/>
                    <a:pt x="1298" y="164"/>
                  </a:cubicBezTo>
                  <a:cubicBezTo>
                    <a:pt x="1298" y="161"/>
                    <a:pt x="1294" y="159"/>
                    <a:pt x="1293" y="157"/>
                  </a:cubicBezTo>
                  <a:cubicBezTo>
                    <a:pt x="1292" y="155"/>
                    <a:pt x="1292" y="152"/>
                    <a:pt x="1291" y="149"/>
                  </a:cubicBezTo>
                  <a:cubicBezTo>
                    <a:pt x="1288" y="143"/>
                    <a:pt x="1279" y="128"/>
                    <a:pt x="1272" y="127"/>
                  </a:cubicBezTo>
                  <a:close/>
                  <a:moveTo>
                    <a:pt x="1216" y="87"/>
                  </a:moveTo>
                  <a:cubicBezTo>
                    <a:pt x="1216" y="86"/>
                    <a:pt x="1217" y="85"/>
                    <a:pt x="1217" y="84"/>
                  </a:cubicBezTo>
                  <a:cubicBezTo>
                    <a:pt x="1222" y="85"/>
                    <a:pt x="1227" y="86"/>
                    <a:pt x="1232" y="87"/>
                  </a:cubicBezTo>
                  <a:cubicBezTo>
                    <a:pt x="1237" y="89"/>
                    <a:pt x="1256" y="82"/>
                    <a:pt x="1257" y="79"/>
                  </a:cubicBezTo>
                  <a:cubicBezTo>
                    <a:pt x="1260" y="74"/>
                    <a:pt x="1260" y="41"/>
                    <a:pt x="1257" y="36"/>
                  </a:cubicBezTo>
                  <a:cubicBezTo>
                    <a:pt x="1255" y="31"/>
                    <a:pt x="1252" y="30"/>
                    <a:pt x="1252" y="23"/>
                  </a:cubicBezTo>
                  <a:cubicBezTo>
                    <a:pt x="1256" y="21"/>
                    <a:pt x="1256" y="20"/>
                    <a:pt x="1264" y="20"/>
                  </a:cubicBezTo>
                  <a:cubicBezTo>
                    <a:pt x="1272" y="26"/>
                    <a:pt x="1273" y="39"/>
                    <a:pt x="1273" y="54"/>
                  </a:cubicBezTo>
                  <a:cubicBezTo>
                    <a:pt x="1273" y="59"/>
                    <a:pt x="1271" y="74"/>
                    <a:pt x="1272" y="74"/>
                  </a:cubicBezTo>
                  <a:cubicBezTo>
                    <a:pt x="1276" y="75"/>
                    <a:pt x="1290" y="70"/>
                    <a:pt x="1293" y="68"/>
                  </a:cubicBezTo>
                  <a:cubicBezTo>
                    <a:pt x="1293" y="63"/>
                    <a:pt x="1292" y="61"/>
                    <a:pt x="1288" y="58"/>
                  </a:cubicBezTo>
                  <a:cubicBezTo>
                    <a:pt x="1288" y="57"/>
                    <a:pt x="1288" y="55"/>
                    <a:pt x="1288" y="53"/>
                  </a:cubicBezTo>
                  <a:cubicBezTo>
                    <a:pt x="1289" y="53"/>
                    <a:pt x="1290" y="54"/>
                    <a:pt x="1290" y="54"/>
                  </a:cubicBezTo>
                  <a:cubicBezTo>
                    <a:pt x="1293" y="55"/>
                    <a:pt x="1295" y="59"/>
                    <a:pt x="1298" y="59"/>
                  </a:cubicBezTo>
                  <a:cubicBezTo>
                    <a:pt x="1306" y="62"/>
                    <a:pt x="1314" y="60"/>
                    <a:pt x="1321" y="63"/>
                  </a:cubicBezTo>
                  <a:cubicBezTo>
                    <a:pt x="1322" y="64"/>
                    <a:pt x="1322" y="63"/>
                    <a:pt x="1322" y="65"/>
                  </a:cubicBezTo>
                  <a:cubicBezTo>
                    <a:pt x="1322" y="67"/>
                    <a:pt x="1322" y="69"/>
                    <a:pt x="1322" y="71"/>
                  </a:cubicBezTo>
                  <a:cubicBezTo>
                    <a:pt x="1321" y="71"/>
                    <a:pt x="1320" y="74"/>
                    <a:pt x="1319" y="75"/>
                  </a:cubicBezTo>
                  <a:cubicBezTo>
                    <a:pt x="1317" y="76"/>
                    <a:pt x="1310" y="75"/>
                    <a:pt x="1308" y="76"/>
                  </a:cubicBezTo>
                  <a:cubicBezTo>
                    <a:pt x="1301" y="79"/>
                    <a:pt x="1273" y="90"/>
                    <a:pt x="1268" y="95"/>
                  </a:cubicBezTo>
                  <a:cubicBezTo>
                    <a:pt x="1264" y="99"/>
                    <a:pt x="1266" y="105"/>
                    <a:pt x="1264" y="110"/>
                  </a:cubicBezTo>
                  <a:cubicBezTo>
                    <a:pt x="1260" y="123"/>
                    <a:pt x="1250" y="153"/>
                    <a:pt x="1232" y="145"/>
                  </a:cubicBezTo>
                  <a:cubicBezTo>
                    <a:pt x="1230" y="145"/>
                    <a:pt x="1229" y="145"/>
                    <a:pt x="1228" y="145"/>
                  </a:cubicBezTo>
                  <a:cubicBezTo>
                    <a:pt x="1225" y="143"/>
                    <a:pt x="1223" y="141"/>
                    <a:pt x="1220" y="139"/>
                  </a:cubicBezTo>
                  <a:cubicBezTo>
                    <a:pt x="1220" y="138"/>
                    <a:pt x="1220" y="137"/>
                    <a:pt x="1220" y="135"/>
                  </a:cubicBezTo>
                  <a:cubicBezTo>
                    <a:pt x="1222" y="135"/>
                    <a:pt x="1225" y="131"/>
                    <a:pt x="1227" y="130"/>
                  </a:cubicBezTo>
                  <a:cubicBezTo>
                    <a:pt x="1232" y="128"/>
                    <a:pt x="1236" y="129"/>
                    <a:pt x="1240" y="127"/>
                  </a:cubicBezTo>
                  <a:cubicBezTo>
                    <a:pt x="1246" y="125"/>
                    <a:pt x="1256" y="107"/>
                    <a:pt x="1254" y="101"/>
                  </a:cubicBezTo>
                  <a:cubicBezTo>
                    <a:pt x="1246" y="100"/>
                    <a:pt x="1236" y="101"/>
                    <a:pt x="1228" y="101"/>
                  </a:cubicBezTo>
                  <a:cubicBezTo>
                    <a:pt x="1225" y="98"/>
                    <a:pt x="1222" y="96"/>
                    <a:pt x="1219" y="93"/>
                  </a:cubicBezTo>
                  <a:cubicBezTo>
                    <a:pt x="1217" y="91"/>
                    <a:pt x="1217" y="88"/>
                    <a:pt x="1216" y="87"/>
                  </a:cubicBezTo>
                  <a:close/>
                  <a:moveTo>
                    <a:pt x="1110" y="21"/>
                  </a:moveTo>
                  <a:cubicBezTo>
                    <a:pt x="1110" y="20"/>
                    <a:pt x="1110" y="19"/>
                    <a:pt x="1110" y="17"/>
                  </a:cubicBezTo>
                  <a:cubicBezTo>
                    <a:pt x="1110" y="17"/>
                    <a:pt x="1111" y="16"/>
                    <a:pt x="1112" y="16"/>
                  </a:cubicBezTo>
                  <a:cubicBezTo>
                    <a:pt x="1124" y="17"/>
                    <a:pt x="1148" y="19"/>
                    <a:pt x="1147" y="35"/>
                  </a:cubicBezTo>
                  <a:cubicBezTo>
                    <a:pt x="1142" y="43"/>
                    <a:pt x="1140" y="49"/>
                    <a:pt x="1128" y="45"/>
                  </a:cubicBezTo>
                  <a:cubicBezTo>
                    <a:pt x="1127" y="43"/>
                    <a:pt x="1126" y="41"/>
                    <a:pt x="1124" y="39"/>
                  </a:cubicBezTo>
                  <a:cubicBezTo>
                    <a:pt x="1123" y="38"/>
                    <a:pt x="1121" y="38"/>
                    <a:pt x="1119" y="37"/>
                  </a:cubicBezTo>
                  <a:cubicBezTo>
                    <a:pt x="1119" y="31"/>
                    <a:pt x="1113" y="23"/>
                    <a:pt x="1110" y="21"/>
                  </a:cubicBezTo>
                  <a:close/>
                  <a:moveTo>
                    <a:pt x="1055" y="126"/>
                  </a:moveTo>
                  <a:cubicBezTo>
                    <a:pt x="1058" y="127"/>
                    <a:pt x="1062" y="127"/>
                    <a:pt x="1064" y="125"/>
                  </a:cubicBezTo>
                  <a:cubicBezTo>
                    <a:pt x="1066" y="124"/>
                    <a:pt x="1068" y="125"/>
                    <a:pt x="1070" y="123"/>
                  </a:cubicBezTo>
                  <a:cubicBezTo>
                    <a:pt x="1074" y="119"/>
                    <a:pt x="1070" y="109"/>
                    <a:pt x="1066" y="107"/>
                  </a:cubicBezTo>
                  <a:cubicBezTo>
                    <a:pt x="1066" y="107"/>
                    <a:pt x="1064" y="107"/>
                    <a:pt x="1064" y="107"/>
                  </a:cubicBezTo>
                  <a:cubicBezTo>
                    <a:pt x="1056" y="125"/>
                    <a:pt x="1056" y="125"/>
                    <a:pt x="1056" y="125"/>
                  </a:cubicBezTo>
                  <a:cubicBezTo>
                    <a:pt x="1056" y="125"/>
                    <a:pt x="1056" y="126"/>
                    <a:pt x="1055" y="126"/>
                  </a:cubicBezTo>
                  <a:close/>
                  <a:moveTo>
                    <a:pt x="1021" y="158"/>
                  </a:moveTo>
                  <a:cubicBezTo>
                    <a:pt x="1021" y="153"/>
                    <a:pt x="1024" y="148"/>
                    <a:pt x="1024" y="143"/>
                  </a:cubicBezTo>
                  <a:cubicBezTo>
                    <a:pt x="1025" y="140"/>
                    <a:pt x="1023" y="136"/>
                    <a:pt x="1024" y="133"/>
                  </a:cubicBezTo>
                  <a:cubicBezTo>
                    <a:pt x="1031" y="132"/>
                    <a:pt x="1042" y="114"/>
                    <a:pt x="1048" y="108"/>
                  </a:cubicBezTo>
                  <a:cubicBezTo>
                    <a:pt x="1051" y="106"/>
                    <a:pt x="1056" y="103"/>
                    <a:pt x="1059" y="102"/>
                  </a:cubicBezTo>
                  <a:cubicBezTo>
                    <a:pt x="1060" y="102"/>
                    <a:pt x="1062" y="102"/>
                    <a:pt x="1063" y="103"/>
                  </a:cubicBezTo>
                  <a:cubicBezTo>
                    <a:pt x="1068" y="104"/>
                    <a:pt x="1072" y="102"/>
                    <a:pt x="1075" y="101"/>
                  </a:cubicBezTo>
                  <a:cubicBezTo>
                    <a:pt x="1075" y="99"/>
                    <a:pt x="1075" y="97"/>
                    <a:pt x="1074" y="95"/>
                  </a:cubicBezTo>
                  <a:cubicBezTo>
                    <a:pt x="1074" y="95"/>
                    <a:pt x="1072" y="92"/>
                    <a:pt x="1072" y="93"/>
                  </a:cubicBezTo>
                  <a:cubicBezTo>
                    <a:pt x="1069" y="93"/>
                    <a:pt x="1067" y="96"/>
                    <a:pt x="1065" y="97"/>
                  </a:cubicBezTo>
                  <a:cubicBezTo>
                    <a:pt x="1064" y="97"/>
                    <a:pt x="1062" y="97"/>
                    <a:pt x="1060" y="97"/>
                  </a:cubicBezTo>
                  <a:cubicBezTo>
                    <a:pt x="1051" y="97"/>
                    <a:pt x="1045" y="88"/>
                    <a:pt x="1047" y="79"/>
                  </a:cubicBezTo>
                  <a:cubicBezTo>
                    <a:pt x="1056" y="81"/>
                    <a:pt x="1069" y="81"/>
                    <a:pt x="1076" y="76"/>
                  </a:cubicBezTo>
                  <a:cubicBezTo>
                    <a:pt x="1078" y="64"/>
                    <a:pt x="1079" y="47"/>
                    <a:pt x="1083" y="37"/>
                  </a:cubicBezTo>
                  <a:cubicBezTo>
                    <a:pt x="1085" y="34"/>
                    <a:pt x="1081" y="25"/>
                    <a:pt x="1084" y="18"/>
                  </a:cubicBezTo>
                  <a:cubicBezTo>
                    <a:pt x="1085" y="18"/>
                    <a:pt x="1087" y="18"/>
                    <a:pt x="1089" y="18"/>
                  </a:cubicBezTo>
                  <a:cubicBezTo>
                    <a:pt x="1090" y="19"/>
                    <a:pt x="1091" y="21"/>
                    <a:pt x="1092" y="22"/>
                  </a:cubicBezTo>
                  <a:cubicBezTo>
                    <a:pt x="1092" y="24"/>
                    <a:pt x="1097" y="47"/>
                    <a:pt x="1096" y="49"/>
                  </a:cubicBezTo>
                  <a:cubicBezTo>
                    <a:pt x="1095" y="53"/>
                    <a:pt x="1090" y="67"/>
                    <a:pt x="1092" y="70"/>
                  </a:cubicBezTo>
                  <a:cubicBezTo>
                    <a:pt x="1092" y="71"/>
                    <a:pt x="1092" y="71"/>
                    <a:pt x="1093" y="71"/>
                  </a:cubicBezTo>
                  <a:cubicBezTo>
                    <a:pt x="1099" y="71"/>
                    <a:pt x="1107" y="67"/>
                    <a:pt x="1109" y="62"/>
                  </a:cubicBezTo>
                  <a:cubicBezTo>
                    <a:pt x="1110" y="58"/>
                    <a:pt x="1107" y="56"/>
                    <a:pt x="1108" y="54"/>
                  </a:cubicBezTo>
                  <a:cubicBezTo>
                    <a:pt x="1108" y="54"/>
                    <a:pt x="1109" y="54"/>
                    <a:pt x="1109" y="54"/>
                  </a:cubicBezTo>
                  <a:cubicBezTo>
                    <a:pt x="1113" y="56"/>
                    <a:pt x="1126" y="58"/>
                    <a:pt x="1132" y="59"/>
                  </a:cubicBezTo>
                  <a:cubicBezTo>
                    <a:pt x="1132" y="61"/>
                    <a:pt x="1132" y="63"/>
                    <a:pt x="1132" y="65"/>
                  </a:cubicBezTo>
                  <a:cubicBezTo>
                    <a:pt x="1131" y="65"/>
                    <a:pt x="1130" y="66"/>
                    <a:pt x="1130" y="66"/>
                  </a:cubicBezTo>
                  <a:cubicBezTo>
                    <a:pt x="1129" y="66"/>
                    <a:pt x="1129" y="65"/>
                    <a:pt x="1129" y="65"/>
                  </a:cubicBezTo>
                  <a:cubicBezTo>
                    <a:pt x="1120" y="68"/>
                    <a:pt x="1100" y="77"/>
                    <a:pt x="1098" y="84"/>
                  </a:cubicBezTo>
                  <a:cubicBezTo>
                    <a:pt x="1096" y="84"/>
                    <a:pt x="1093" y="83"/>
                    <a:pt x="1092" y="85"/>
                  </a:cubicBezTo>
                  <a:cubicBezTo>
                    <a:pt x="1085" y="89"/>
                    <a:pt x="1090" y="98"/>
                    <a:pt x="1088" y="106"/>
                  </a:cubicBezTo>
                  <a:cubicBezTo>
                    <a:pt x="1087" y="109"/>
                    <a:pt x="1086" y="112"/>
                    <a:pt x="1087" y="115"/>
                  </a:cubicBezTo>
                  <a:cubicBezTo>
                    <a:pt x="1088" y="115"/>
                    <a:pt x="1089" y="116"/>
                    <a:pt x="1090" y="116"/>
                  </a:cubicBezTo>
                  <a:cubicBezTo>
                    <a:pt x="1095" y="108"/>
                    <a:pt x="1106" y="105"/>
                    <a:pt x="1114" y="111"/>
                  </a:cubicBezTo>
                  <a:cubicBezTo>
                    <a:pt x="1122" y="117"/>
                    <a:pt x="1116" y="123"/>
                    <a:pt x="1119" y="131"/>
                  </a:cubicBezTo>
                  <a:cubicBezTo>
                    <a:pt x="1120" y="136"/>
                    <a:pt x="1126" y="139"/>
                    <a:pt x="1128" y="145"/>
                  </a:cubicBezTo>
                  <a:cubicBezTo>
                    <a:pt x="1128" y="145"/>
                    <a:pt x="1128" y="147"/>
                    <a:pt x="1129" y="146"/>
                  </a:cubicBezTo>
                  <a:cubicBezTo>
                    <a:pt x="1134" y="161"/>
                    <a:pt x="1113" y="161"/>
                    <a:pt x="1105" y="160"/>
                  </a:cubicBezTo>
                  <a:cubicBezTo>
                    <a:pt x="1104" y="158"/>
                    <a:pt x="1102" y="156"/>
                    <a:pt x="1101" y="154"/>
                  </a:cubicBezTo>
                  <a:cubicBezTo>
                    <a:pt x="1098" y="145"/>
                    <a:pt x="1098" y="133"/>
                    <a:pt x="1090" y="130"/>
                  </a:cubicBezTo>
                  <a:cubicBezTo>
                    <a:pt x="1076" y="139"/>
                    <a:pt x="1092" y="160"/>
                    <a:pt x="1085" y="177"/>
                  </a:cubicBezTo>
                  <a:cubicBezTo>
                    <a:pt x="1085" y="177"/>
                    <a:pt x="1085" y="177"/>
                    <a:pt x="1085" y="177"/>
                  </a:cubicBezTo>
                  <a:cubicBezTo>
                    <a:pt x="1083" y="175"/>
                    <a:pt x="1080" y="175"/>
                    <a:pt x="1079" y="173"/>
                  </a:cubicBezTo>
                  <a:cubicBezTo>
                    <a:pt x="1075" y="170"/>
                    <a:pt x="1072" y="163"/>
                    <a:pt x="1070" y="156"/>
                  </a:cubicBezTo>
                  <a:cubicBezTo>
                    <a:pt x="1068" y="149"/>
                    <a:pt x="1074" y="143"/>
                    <a:pt x="1072" y="139"/>
                  </a:cubicBezTo>
                  <a:cubicBezTo>
                    <a:pt x="1071" y="139"/>
                    <a:pt x="1071" y="138"/>
                    <a:pt x="1070" y="137"/>
                  </a:cubicBezTo>
                  <a:cubicBezTo>
                    <a:pt x="1065" y="137"/>
                    <a:pt x="1056" y="139"/>
                    <a:pt x="1054" y="144"/>
                  </a:cubicBezTo>
                  <a:cubicBezTo>
                    <a:pt x="1053" y="147"/>
                    <a:pt x="1054" y="149"/>
                    <a:pt x="1053" y="151"/>
                  </a:cubicBezTo>
                  <a:cubicBezTo>
                    <a:pt x="1050" y="156"/>
                    <a:pt x="1042" y="170"/>
                    <a:pt x="1038" y="172"/>
                  </a:cubicBezTo>
                  <a:cubicBezTo>
                    <a:pt x="1034" y="173"/>
                    <a:pt x="1030" y="171"/>
                    <a:pt x="1027" y="169"/>
                  </a:cubicBezTo>
                  <a:cubicBezTo>
                    <a:pt x="1028" y="163"/>
                    <a:pt x="1024" y="158"/>
                    <a:pt x="1021" y="158"/>
                  </a:cubicBezTo>
                  <a:close/>
                  <a:moveTo>
                    <a:pt x="913" y="65"/>
                  </a:moveTo>
                  <a:cubicBezTo>
                    <a:pt x="914" y="65"/>
                    <a:pt x="913" y="65"/>
                    <a:pt x="915" y="65"/>
                  </a:cubicBezTo>
                  <a:cubicBezTo>
                    <a:pt x="919" y="64"/>
                    <a:pt x="929" y="61"/>
                    <a:pt x="931" y="58"/>
                  </a:cubicBezTo>
                  <a:cubicBezTo>
                    <a:pt x="931" y="57"/>
                    <a:pt x="931" y="55"/>
                    <a:pt x="931" y="54"/>
                  </a:cubicBezTo>
                  <a:cubicBezTo>
                    <a:pt x="929" y="49"/>
                    <a:pt x="924" y="45"/>
                    <a:pt x="920" y="43"/>
                  </a:cubicBezTo>
                  <a:cubicBezTo>
                    <a:pt x="920" y="43"/>
                    <a:pt x="920" y="43"/>
                    <a:pt x="919" y="43"/>
                  </a:cubicBezTo>
                  <a:cubicBezTo>
                    <a:pt x="917" y="47"/>
                    <a:pt x="913" y="58"/>
                    <a:pt x="913" y="65"/>
                  </a:cubicBezTo>
                  <a:close/>
                  <a:moveTo>
                    <a:pt x="862" y="136"/>
                  </a:moveTo>
                  <a:cubicBezTo>
                    <a:pt x="863" y="139"/>
                    <a:pt x="864" y="143"/>
                    <a:pt x="865" y="147"/>
                  </a:cubicBezTo>
                  <a:cubicBezTo>
                    <a:pt x="870" y="155"/>
                    <a:pt x="887" y="161"/>
                    <a:pt x="898" y="154"/>
                  </a:cubicBezTo>
                  <a:cubicBezTo>
                    <a:pt x="900" y="149"/>
                    <a:pt x="886" y="129"/>
                    <a:pt x="882" y="126"/>
                  </a:cubicBezTo>
                  <a:cubicBezTo>
                    <a:pt x="886" y="126"/>
                    <a:pt x="890" y="126"/>
                    <a:pt x="894" y="126"/>
                  </a:cubicBezTo>
                  <a:cubicBezTo>
                    <a:pt x="896" y="127"/>
                    <a:pt x="913" y="133"/>
                    <a:pt x="914" y="132"/>
                  </a:cubicBezTo>
                  <a:cubicBezTo>
                    <a:pt x="918" y="129"/>
                    <a:pt x="918" y="106"/>
                    <a:pt x="916" y="105"/>
                  </a:cubicBezTo>
                  <a:cubicBezTo>
                    <a:pt x="914" y="104"/>
                    <a:pt x="913" y="104"/>
                    <a:pt x="912" y="104"/>
                  </a:cubicBezTo>
                  <a:cubicBezTo>
                    <a:pt x="910" y="107"/>
                    <a:pt x="907" y="113"/>
                    <a:pt x="904" y="116"/>
                  </a:cubicBezTo>
                  <a:cubicBezTo>
                    <a:pt x="903" y="116"/>
                    <a:pt x="902" y="116"/>
                    <a:pt x="902" y="116"/>
                  </a:cubicBezTo>
                  <a:cubicBezTo>
                    <a:pt x="900" y="112"/>
                    <a:pt x="897" y="108"/>
                    <a:pt x="895" y="103"/>
                  </a:cubicBezTo>
                  <a:cubicBezTo>
                    <a:pt x="893" y="99"/>
                    <a:pt x="896" y="91"/>
                    <a:pt x="894" y="87"/>
                  </a:cubicBezTo>
                  <a:cubicBezTo>
                    <a:pt x="881" y="85"/>
                    <a:pt x="881" y="95"/>
                    <a:pt x="876" y="101"/>
                  </a:cubicBezTo>
                  <a:cubicBezTo>
                    <a:pt x="869" y="111"/>
                    <a:pt x="862" y="119"/>
                    <a:pt x="862" y="136"/>
                  </a:cubicBezTo>
                  <a:close/>
                  <a:moveTo>
                    <a:pt x="801" y="141"/>
                  </a:moveTo>
                  <a:cubicBezTo>
                    <a:pt x="801" y="139"/>
                    <a:pt x="801" y="137"/>
                    <a:pt x="801" y="134"/>
                  </a:cubicBezTo>
                  <a:cubicBezTo>
                    <a:pt x="804" y="132"/>
                    <a:pt x="806" y="128"/>
                    <a:pt x="810" y="126"/>
                  </a:cubicBezTo>
                  <a:cubicBezTo>
                    <a:pt x="808" y="123"/>
                    <a:pt x="808" y="120"/>
                    <a:pt x="808" y="116"/>
                  </a:cubicBezTo>
                  <a:cubicBezTo>
                    <a:pt x="811" y="116"/>
                    <a:pt x="820" y="118"/>
                    <a:pt x="825" y="116"/>
                  </a:cubicBezTo>
                  <a:cubicBezTo>
                    <a:pt x="830" y="115"/>
                    <a:pt x="851" y="107"/>
                    <a:pt x="854" y="104"/>
                  </a:cubicBezTo>
                  <a:cubicBezTo>
                    <a:pt x="856" y="100"/>
                    <a:pt x="854" y="87"/>
                    <a:pt x="856" y="83"/>
                  </a:cubicBezTo>
                  <a:cubicBezTo>
                    <a:pt x="857" y="81"/>
                    <a:pt x="863" y="72"/>
                    <a:pt x="861" y="69"/>
                  </a:cubicBezTo>
                  <a:cubicBezTo>
                    <a:pt x="856" y="62"/>
                    <a:pt x="835" y="75"/>
                    <a:pt x="835" y="59"/>
                  </a:cubicBezTo>
                  <a:cubicBezTo>
                    <a:pt x="836" y="59"/>
                    <a:pt x="836" y="59"/>
                    <a:pt x="837" y="58"/>
                  </a:cubicBezTo>
                  <a:cubicBezTo>
                    <a:pt x="840" y="58"/>
                    <a:pt x="843" y="59"/>
                    <a:pt x="845" y="60"/>
                  </a:cubicBezTo>
                  <a:cubicBezTo>
                    <a:pt x="850" y="57"/>
                    <a:pt x="865" y="52"/>
                    <a:pt x="868" y="47"/>
                  </a:cubicBezTo>
                  <a:cubicBezTo>
                    <a:pt x="873" y="39"/>
                    <a:pt x="871" y="30"/>
                    <a:pt x="878" y="23"/>
                  </a:cubicBezTo>
                  <a:cubicBezTo>
                    <a:pt x="884" y="23"/>
                    <a:pt x="888" y="24"/>
                    <a:pt x="893" y="26"/>
                  </a:cubicBezTo>
                  <a:cubicBezTo>
                    <a:pt x="890" y="36"/>
                    <a:pt x="882" y="41"/>
                    <a:pt x="878" y="49"/>
                  </a:cubicBezTo>
                  <a:cubicBezTo>
                    <a:pt x="875" y="56"/>
                    <a:pt x="874" y="68"/>
                    <a:pt x="873" y="74"/>
                  </a:cubicBezTo>
                  <a:cubicBezTo>
                    <a:pt x="873" y="76"/>
                    <a:pt x="873" y="78"/>
                    <a:pt x="873" y="80"/>
                  </a:cubicBezTo>
                  <a:cubicBezTo>
                    <a:pt x="872" y="80"/>
                    <a:pt x="870" y="88"/>
                    <a:pt x="870" y="90"/>
                  </a:cubicBezTo>
                  <a:cubicBezTo>
                    <a:pt x="871" y="90"/>
                    <a:pt x="871" y="91"/>
                    <a:pt x="871" y="91"/>
                  </a:cubicBezTo>
                  <a:cubicBezTo>
                    <a:pt x="872" y="91"/>
                    <a:pt x="872" y="90"/>
                    <a:pt x="873" y="90"/>
                  </a:cubicBezTo>
                  <a:cubicBezTo>
                    <a:pt x="873" y="90"/>
                    <a:pt x="873" y="90"/>
                    <a:pt x="874" y="90"/>
                  </a:cubicBezTo>
                  <a:cubicBezTo>
                    <a:pt x="875" y="89"/>
                    <a:pt x="877" y="87"/>
                    <a:pt x="877" y="85"/>
                  </a:cubicBezTo>
                  <a:cubicBezTo>
                    <a:pt x="877" y="84"/>
                    <a:pt x="877" y="83"/>
                    <a:pt x="877" y="82"/>
                  </a:cubicBezTo>
                  <a:cubicBezTo>
                    <a:pt x="878" y="80"/>
                    <a:pt x="880" y="79"/>
                    <a:pt x="881" y="77"/>
                  </a:cubicBezTo>
                  <a:cubicBezTo>
                    <a:pt x="887" y="77"/>
                    <a:pt x="895" y="75"/>
                    <a:pt x="897" y="72"/>
                  </a:cubicBezTo>
                  <a:cubicBezTo>
                    <a:pt x="899" y="67"/>
                    <a:pt x="897" y="58"/>
                    <a:pt x="899" y="55"/>
                  </a:cubicBezTo>
                  <a:cubicBezTo>
                    <a:pt x="901" y="51"/>
                    <a:pt x="904" y="42"/>
                    <a:pt x="905" y="38"/>
                  </a:cubicBezTo>
                  <a:cubicBezTo>
                    <a:pt x="907" y="29"/>
                    <a:pt x="898" y="22"/>
                    <a:pt x="903" y="17"/>
                  </a:cubicBezTo>
                  <a:cubicBezTo>
                    <a:pt x="907" y="13"/>
                    <a:pt x="915" y="19"/>
                    <a:pt x="917" y="21"/>
                  </a:cubicBezTo>
                  <a:cubicBezTo>
                    <a:pt x="921" y="25"/>
                    <a:pt x="916" y="31"/>
                    <a:pt x="918" y="36"/>
                  </a:cubicBezTo>
                  <a:cubicBezTo>
                    <a:pt x="920" y="41"/>
                    <a:pt x="930" y="45"/>
                    <a:pt x="934" y="47"/>
                  </a:cubicBezTo>
                  <a:cubicBezTo>
                    <a:pt x="938" y="48"/>
                    <a:pt x="943" y="48"/>
                    <a:pt x="948" y="49"/>
                  </a:cubicBezTo>
                  <a:cubicBezTo>
                    <a:pt x="948" y="49"/>
                    <a:pt x="949" y="50"/>
                    <a:pt x="949" y="50"/>
                  </a:cubicBezTo>
                  <a:cubicBezTo>
                    <a:pt x="949" y="51"/>
                    <a:pt x="948" y="53"/>
                    <a:pt x="948" y="54"/>
                  </a:cubicBezTo>
                  <a:cubicBezTo>
                    <a:pt x="945" y="60"/>
                    <a:pt x="935" y="64"/>
                    <a:pt x="930" y="67"/>
                  </a:cubicBezTo>
                  <a:cubicBezTo>
                    <a:pt x="926" y="70"/>
                    <a:pt x="924" y="75"/>
                    <a:pt x="921" y="77"/>
                  </a:cubicBezTo>
                  <a:cubicBezTo>
                    <a:pt x="916" y="80"/>
                    <a:pt x="910" y="79"/>
                    <a:pt x="908" y="83"/>
                  </a:cubicBezTo>
                  <a:cubicBezTo>
                    <a:pt x="908" y="85"/>
                    <a:pt x="907" y="85"/>
                    <a:pt x="907" y="87"/>
                  </a:cubicBezTo>
                  <a:cubicBezTo>
                    <a:pt x="905" y="86"/>
                    <a:pt x="906" y="90"/>
                    <a:pt x="906" y="91"/>
                  </a:cubicBezTo>
                  <a:cubicBezTo>
                    <a:pt x="910" y="93"/>
                    <a:pt x="924" y="95"/>
                    <a:pt x="926" y="99"/>
                  </a:cubicBezTo>
                  <a:cubicBezTo>
                    <a:pt x="930" y="105"/>
                    <a:pt x="930" y="119"/>
                    <a:pt x="928" y="129"/>
                  </a:cubicBezTo>
                  <a:cubicBezTo>
                    <a:pt x="927" y="131"/>
                    <a:pt x="926" y="134"/>
                    <a:pt x="927" y="138"/>
                  </a:cubicBezTo>
                  <a:cubicBezTo>
                    <a:pt x="944" y="144"/>
                    <a:pt x="968" y="157"/>
                    <a:pt x="946" y="175"/>
                  </a:cubicBezTo>
                  <a:cubicBezTo>
                    <a:pt x="930" y="175"/>
                    <a:pt x="930" y="166"/>
                    <a:pt x="917" y="161"/>
                  </a:cubicBezTo>
                  <a:cubicBezTo>
                    <a:pt x="915" y="161"/>
                    <a:pt x="906" y="165"/>
                    <a:pt x="905" y="165"/>
                  </a:cubicBezTo>
                  <a:cubicBezTo>
                    <a:pt x="903" y="165"/>
                    <a:pt x="901" y="165"/>
                    <a:pt x="899" y="165"/>
                  </a:cubicBezTo>
                  <a:cubicBezTo>
                    <a:pt x="892" y="168"/>
                    <a:pt x="882" y="170"/>
                    <a:pt x="874" y="168"/>
                  </a:cubicBezTo>
                  <a:cubicBezTo>
                    <a:pt x="872" y="163"/>
                    <a:pt x="867" y="157"/>
                    <a:pt x="863" y="153"/>
                  </a:cubicBezTo>
                  <a:cubicBezTo>
                    <a:pt x="863" y="153"/>
                    <a:pt x="863" y="153"/>
                    <a:pt x="863" y="153"/>
                  </a:cubicBezTo>
                  <a:cubicBezTo>
                    <a:pt x="862" y="154"/>
                    <a:pt x="862" y="154"/>
                    <a:pt x="862" y="154"/>
                  </a:cubicBezTo>
                  <a:cubicBezTo>
                    <a:pt x="862" y="162"/>
                    <a:pt x="869" y="172"/>
                    <a:pt x="864" y="179"/>
                  </a:cubicBezTo>
                  <a:cubicBezTo>
                    <a:pt x="863" y="179"/>
                    <a:pt x="861" y="179"/>
                    <a:pt x="859" y="178"/>
                  </a:cubicBezTo>
                  <a:cubicBezTo>
                    <a:pt x="855" y="176"/>
                    <a:pt x="854" y="171"/>
                    <a:pt x="851" y="167"/>
                  </a:cubicBezTo>
                  <a:cubicBezTo>
                    <a:pt x="850" y="165"/>
                    <a:pt x="850" y="163"/>
                    <a:pt x="849" y="161"/>
                  </a:cubicBezTo>
                  <a:cubicBezTo>
                    <a:pt x="846" y="159"/>
                    <a:pt x="844" y="156"/>
                    <a:pt x="841" y="153"/>
                  </a:cubicBezTo>
                  <a:cubicBezTo>
                    <a:pt x="839" y="151"/>
                    <a:pt x="840" y="146"/>
                    <a:pt x="837" y="144"/>
                  </a:cubicBezTo>
                  <a:cubicBezTo>
                    <a:pt x="834" y="141"/>
                    <a:pt x="817" y="153"/>
                    <a:pt x="809" y="149"/>
                  </a:cubicBezTo>
                  <a:cubicBezTo>
                    <a:pt x="806" y="147"/>
                    <a:pt x="803" y="144"/>
                    <a:pt x="801" y="141"/>
                  </a:cubicBezTo>
                  <a:close/>
                  <a:moveTo>
                    <a:pt x="704" y="44"/>
                  </a:moveTo>
                  <a:cubicBezTo>
                    <a:pt x="705" y="43"/>
                    <a:pt x="706" y="43"/>
                    <a:pt x="707" y="42"/>
                  </a:cubicBezTo>
                  <a:cubicBezTo>
                    <a:pt x="707" y="41"/>
                    <a:pt x="707" y="41"/>
                    <a:pt x="706" y="40"/>
                  </a:cubicBezTo>
                  <a:cubicBezTo>
                    <a:pt x="706" y="40"/>
                    <a:pt x="706" y="40"/>
                    <a:pt x="706" y="40"/>
                  </a:cubicBezTo>
                  <a:cubicBezTo>
                    <a:pt x="706" y="40"/>
                    <a:pt x="706" y="40"/>
                    <a:pt x="705" y="40"/>
                  </a:cubicBezTo>
                  <a:cubicBezTo>
                    <a:pt x="705" y="41"/>
                    <a:pt x="705" y="43"/>
                    <a:pt x="704" y="44"/>
                  </a:cubicBezTo>
                  <a:close/>
                  <a:moveTo>
                    <a:pt x="702" y="45"/>
                  </a:moveTo>
                  <a:cubicBezTo>
                    <a:pt x="702" y="46"/>
                    <a:pt x="703" y="46"/>
                    <a:pt x="703" y="46"/>
                  </a:cubicBezTo>
                  <a:cubicBezTo>
                    <a:pt x="704" y="46"/>
                    <a:pt x="704" y="46"/>
                    <a:pt x="704" y="45"/>
                  </a:cubicBezTo>
                  <a:cubicBezTo>
                    <a:pt x="704" y="45"/>
                    <a:pt x="704" y="45"/>
                    <a:pt x="704" y="45"/>
                  </a:cubicBezTo>
                  <a:cubicBezTo>
                    <a:pt x="704" y="45"/>
                    <a:pt x="704" y="44"/>
                    <a:pt x="704" y="44"/>
                  </a:cubicBezTo>
                  <a:cubicBezTo>
                    <a:pt x="704" y="44"/>
                    <a:pt x="703" y="43"/>
                    <a:pt x="703" y="43"/>
                  </a:cubicBezTo>
                  <a:cubicBezTo>
                    <a:pt x="703" y="43"/>
                    <a:pt x="703" y="44"/>
                    <a:pt x="702" y="44"/>
                  </a:cubicBezTo>
                  <a:cubicBezTo>
                    <a:pt x="702" y="45"/>
                    <a:pt x="702" y="45"/>
                    <a:pt x="702" y="45"/>
                  </a:cubicBezTo>
                  <a:close/>
                  <a:moveTo>
                    <a:pt x="637" y="47"/>
                  </a:moveTo>
                  <a:cubicBezTo>
                    <a:pt x="637" y="41"/>
                    <a:pt x="637" y="35"/>
                    <a:pt x="639" y="30"/>
                  </a:cubicBezTo>
                  <a:cubicBezTo>
                    <a:pt x="639" y="27"/>
                    <a:pt x="639" y="25"/>
                    <a:pt x="638" y="23"/>
                  </a:cubicBezTo>
                  <a:cubicBezTo>
                    <a:pt x="640" y="23"/>
                    <a:pt x="647" y="21"/>
                    <a:pt x="647" y="21"/>
                  </a:cubicBezTo>
                  <a:cubicBezTo>
                    <a:pt x="652" y="29"/>
                    <a:pt x="651" y="39"/>
                    <a:pt x="658" y="45"/>
                  </a:cubicBezTo>
                  <a:cubicBezTo>
                    <a:pt x="658" y="48"/>
                    <a:pt x="658" y="51"/>
                    <a:pt x="658" y="55"/>
                  </a:cubicBezTo>
                  <a:cubicBezTo>
                    <a:pt x="656" y="55"/>
                    <a:pt x="654" y="58"/>
                    <a:pt x="653" y="59"/>
                  </a:cubicBezTo>
                  <a:cubicBezTo>
                    <a:pt x="643" y="59"/>
                    <a:pt x="640" y="53"/>
                    <a:pt x="637" y="47"/>
                  </a:cubicBezTo>
                  <a:close/>
                  <a:moveTo>
                    <a:pt x="621" y="118"/>
                  </a:moveTo>
                  <a:cubicBezTo>
                    <a:pt x="621" y="113"/>
                    <a:pt x="621" y="109"/>
                    <a:pt x="621" y="105"/>
                  </a:cubicBezTo>
                  <a:cubicBezTo>
                    <a:pt x="628" y="104"/>
                    <a:pt x="632" y="97"/>
                    <a:pt x="636" y="92"/>
                  </a:cubicBezTo>
                  <a:cubicBezTo>
                    <a:pt x="640" y="85"/>
                    <a:pt x="652" y="76"/>
                    <a:pt x="660" y="71"/>
                  </a:cubicBezTo>
                  <a:cubicBezTo>
                    <a:pt x="663" y="70"/>
                    <a:pt x="678" y="62"/>
                    <a:pt x="677" y="61"/>
                  </a:cubicBezTo>
                  <a:cubicBezTo>
                    <a:pt x="680" y="60"/>
                    <a:pt x="693" y="54"/>
                    <a:pt x="694" y="51"/>
                  </a:cubicBezTo>
                  <a:cubicBezTo>
                    <a:pt x="694" y="50"/>
                    <a:pt x="694" y="50"/>
                    <a:pt x="694" y="50"/>
                  </a:cubicBezTo>
                  <a:cubicBezTo>
                    <a:pt x="692" y="49"/>
                    <a:pt x="681" y="45"/>
                    <a:pt x="680" y="44"/>
                  </a:cubicBezTo>
                  <a:cubicBezTo>
                    <a:pt x="678" y="43"/>
                    <a:pt x="676" y="39"/>
                    <a:pt x="675" y="39"/>
                  </a:cubicBezTo>
                  <a:cubicBezTo>
                    <a:pt x="675" y="38"/>
                    <a:pt x="675" y="37"/>
                    <a:pt x="675" y="37"/>
                  </a:cubicBezTo>
                  <a:cubicBezTo>
                    <a:pt x="684" y="39"/>
                    <a:pt x="702" y="36"/>
                    <a:pt x="707" y="33"/>
                  </a:cubicBezTo>
                  <a:cubicBezTo>
                    <a:pt x="709" y="31"/>
                    <a:pt x="712" y="28"/>
                    <a:pt x="716" y="27"/>
                  </a:cubicBezTo>
                  <a:cubicBezTo>
                    <a:pt x="721" y="26"/>
                    <a:pt x="736" y="34"/>
                    <a:pt x="739" y="36"/>
                  </a:cubicBezTo>
                  <a:cubicBezTo>
                    <a:pt x="739" y="38"/>
                    <a:pt x="738" y="39"/>
                    <a:pt x="738" y="41"/>
                  </a:cubicBezTo>
                  <a:cubicBezTo>
                    <a:pt x="736" y="42"/>
                    <a:pt x="734" y="44"/>
                    <a:pt x="732" y="45"/>
                  </a:cubicBezTo>
                  <a:cubicBezTo>
                    <a:pt x="731" y="45"/>
                    <a:pt x="730" y="45"/>
                    <a:pt x="730" y="45"/>
                  </a:cubicBezTo>
                  <a:cubicBezTo>
                    <a:pt x="724" y="47"/>
                    <a:pt x="709" y="51"/>
                    <a:pt x="705" y="55"/>
                  </a:cubicBezTo>
                  <a:cubicBezTo>
                    <a:pt x="706" y="56"/>
                    <a:pt x="706" y="57"/>
                    <a:pt x="706" y="58"/>
                  </a:cubicBezTo>
                  <a:cubicBezTo>
                    <a:pt x="708" y="59"/>
                    <a:pt x="710" y="60"/>
                    <a:pt x="712" y="61"/>
                  </a:cubicBezTo>
                  <a:cubicBezTo>
                    <a:pt x="713" y="61"/>
                    <a:pt x="715" y="61"/>
                    <a:pt x="717" y="61"/>
                  </a:cubicBezTo>
                  <a:cubicBezTo>
                    <a:pt x="724" y="65"/>
                    <a:pt x="744" y="92"/>
                    <a:pt x="730" y="103"/>
                  </a:cubicBezTo>
                  <a:cubicBezTo>
                    <a:pt x="728" y="104"/>
                    <a:pt x="716" y="108"/>
                    <a:pt x="717" y="108"/>
                  </a:cubicBezTo>
                  <a:cubicBezTo>
                    <a:pt x="711" y="111"/>
                    <a:pt x="705" y="106"/>
                    <a:pt x="702" y="111"/>
                  </a:cubicBezTo>
                  <a:cubicBezTo>
                    <a:pt x="702" y="114"/>
                    <a:pt x="702" y="117"/>
                    <a:pt x="702" y="120"/>
                  </a:cubicBezTo>
                  <a:cubicBezTo>
                    <a:pt x="699" y="125"/>
                    <a:pt x="694" y="130"/>
                    <a:pt x="690" y="134"/>
                  </a:cubicBezTo>
                  <a:cubicBezTo>
                    <a:pt x="690" y="136"/>
                    <a:pt x="690" y="137"/>
                    <a:pt x="691" y="137"/>
                  </a:cubicBezTo>
                  <a:cubicBezTo>
                    <a:pt x="692" y="139"/>
                    <a:pt x="695" y="139"/>
                    <a:pt x="697" y="139"/>
                  </a:cubicBezTo>
                  <a:cubicBezTo>
                    <a:pt x="698" y="138"/>
                    <a:pt x="699" y="137"/>
                    <a:pt x="700" y="134"/>
                  </a:cubicBezTo>
                  <a:cubicBezTo>
                    <a:pt x="711" y="134"/>
                    <a:pt x="716" y="138"/>
                    <a:pt x="726" y="140"/>
                  </a:cubicBezTo>
                  <a:cubicBezTo>
                    <a:pt x="727" y="143"/>
                    <a:pt x="730" y="149"/>
                    <a:pt x="729" y="151"/>
                  </a:cubicBezTo>
                  <a:cubicBezTo>
                    <a:pt x="728" y="152"/>
                    <a:pt x="727" y="154"/>
                    <a:pt x="725" y="155"/>
                  </a:cubicBezTo>
                  <a:cubicBezTo>
                    <a:pt x="716" y="158"/>
                    <a:pt x="712" y="149"/>
                    <a:pt x="705" y="150"/>
                  </a:cubicBezTo>
                  <a:cubicBezTo>
                    <a:pt x="704" y="149"/>
                    <a:pt x="700" y="153"/>
                    <a:pt x="699" y="155"/>
                  </a:cubicBezTo>
                  <a:cubicBezTo>
                    <a:pt x="698" y="157"/>
                    <a:pt x="700" y="159"/>
                    <a:pt x="700" y="160"/>
                  </a:cubicBezTo>
                  <a:cubicBezTo>
                    <a:pt x="700" y="162"/>
                    <a:pt x="700" y="164"/>
                    <a:pt x="700" y="166"/>
                  </a:cubicBezTo>
                  <a:cubicBezTo>
                    <a:pt x="702" y="174"/>
                    <a:pt x="698" y="180"/>
                    <a:pt x="692" y="183"/>
                  </a:cubicBezTo>
                  <a:cubicBezTo>
                    <a:pt x="685" y="187"/>
                    <a:pt x="666" y="181"/>
                    <a:pt x="662" y="179"/>
                  </a:cubicBezTo>
                  <a:cubicBezTo>
                    <a:pt x="662" y="177"/>
                    <a:pt x="653" y="173"/>
                    <a:pt x="651" y="173"/>
                  </a:cubicBezTo>
                  <a:cubicBezTo>
                    <a:pt x="651" y="172"/>
                    <a:pt x="652" y="172"/>
                    <a:pt x="652" y="172"/>
                  </a:cubicBezTo>
                  <a:cubicBezTo>
                    <a:pt x="660" y="170"/>
                    <a:pt x="676" y="168"/>
                    <a:pt x="683" y="163"/>
                  </a:cubicBezTo>
                  <a:cubicBezTo>
                    <a:pt x="685" y="162"/>
                    <a:pt x="692" y="157"/>
                    <a:pt x="689" y="155"/>
                  </a:cubicBezTo>
                  <a:cubicBezTo>
                    <a:pt x="685" y="154"/>
                    <a:pt x="675" y="155"/>
                    <a:pt x="672" y="157"/>
                  </a:cubicBezTo>
                  <a:cubicBezTo>
                    <a:pt x="668" y="159"/>
                    <a:pt x="653" y="154"/>
                    <a:pt x="652" y="153"/>
                  </a:cubicBezTo>
                  <a:cubicBezTo>
                    <a:pt x="650" y="152"/>
                    <a:pt x="650" y="151"/>
                    <a:pt x="649" y="149"/>
                  </a:cubicBezTo>
                  <a:cubicBezTo>
                    <a:pt x="649" y="148"/>
                    <a:pt x="649" y="148"/>
                    <a:pt x="650" y="147"/>
                  </a:cubicBezTo>
                  <a:cubicBezTo>
                    <a:pt x="660" y="147"/>
                    <a:pt x="674" y="146"/>
                    <a:pt x="684" y="144"/>
                  </a:cubicBezTo>
                  <a:cubicBezTo>
                    <a:pt x="685" y="143"/>
                    <a:pt x="685" y="142"/>
                    <a:pt x="686" y="141"/>
                  </a:cubicBezTo>
                  <a:cubicBezTo>
                    <a:pt x="686" y="141"/>
                    <a:pt x="686" y="141"/>
                    <a:pt x="686" y="140"/>
                  </a:cubicBezTo>
                  <a:cubicBezTo>
                    <a:pt x="684" y="139"/>
                    <a:pt x="684" y="138"/>
                    <a:pt x="682" y="137"/>
                  </a:cubicBezTo>
                  <a:cubicBezTo>
                    <a:pt x="682" y="133"/>
                    <a:pt x="681" y="129"/>
                    <a:pt x="683" y="125"/>
                  </a:cubicBezTo>
                  <a:cubicBezTo>
                    <a:pt x="685" y="122"/>
                    <a:pt x="691" y="115"/>
                    <a:pt x="690" y="111"/>
                  </a:cubicBezTo>
                  <a:cubicBezTo>
                    <a:pt x="690" y="109"/>
                    <a:pt x="689" y="109"/>
                    <a:pt x="688" y="109"/>
                  </a:cubicBezTo>
                  <a:cubicBezTo>
                    <a:pt x="680" y="105"/>
                    <a:pt x="670" y="123"/>
                    <a:pt x="665" y="118"/>
                  </a:cubicBezTo>
                  <a:cubicBezTo>
                    <a:pt x="666" y="112"/>
                    <a:pt x="667" y="106"/>
                    <a:pt x="670" y="102"/>
                  </a:cubicBezTo>
                  <a:cubicBezTo>
                    <a:pt x="675" y="96"/>
                    <a:pt x="690" y="97"/>
                    <a:pt x="695" y="102"/>
                  </a:cubicBezTo>
                  <a:cubicBezTo>
                    <a:pt x="701" y="102"/>
                    <a:pt x="703" y="100"/>
                    <a:pt x="707" y="98"/>
                  </a:cubicBezTo>
                  <a:cubicBezTo>
                    <a:pt x="711" y="95"/>
                    <a:pt x="717" y="94"/>
                    <a:pt x="720" y="90"/>
                  </a:cubicBezTo>
                  <a:cubicBezTo>
                    <a:pt x="720" y="89"/>
                    <a:pt x="720" y="88"/>
                    <a:pt x="720" y="89"/>
                  </a:cubicBezTo>
                  <a:cubicBezTo>
                    <a:pt x="726" y="78"/>
                    <a:pt x="710" y="68"/>
                    <a:pt x="705" y="66"/>
                  </a:cubicBezTo>
                  <a:cubicBezTo>
                    <a:pt x="694" y="63"/>
                    <a:pt x="681" y="76"/>
                    <a:pt x="678" y="81"/>
                  </a:cubicBezTo>
                  <a:cubicBezTo>
                    <a:pt x="670" y="91"/>
                    <a:pt x="657" y="97"/>
                    <a:pt x="649" y="107"/>
                  </a:cubicBezTo>
                  <a:cubicBezTo>
                    <a:pt x="645" y="112"/>
                    <a:pt x="646" y="118"/>
                    <a:pt x="644" y="123"/>
                  </a:cubicBezTo>
                  <a:cubicBezTo>
                    <a:pt x="643" y="127"/>
                    <a:pt x="640" y="131"/>
                    <a:pt x="639" y="133"/>
                  </a:cubicBezTo>
                  <a:cubicBezTo>
                    <a:pt x="632" y="134"/>
                    <a:pt x="625" y="130"/>
                    <a:pt x="623" y="125"/>
                  </a:cubicBezTo>
                  <a:cubicBezTo>
                    <a:pt x="621" y="123"/>
                    <a:pt x="623" y="120"/>
                    <a:pt x="621" y="118"/>
                  </a:cubicBezTo>
                  <a:close/>
                  <a:moveTo>
                    <a:pt x="537" y="94"/>
                  </a:moveTo>
                  <a:cubicBezTo>
                    <a:pt x="538" y="94"/>
                    <a:pt x="540" y="93"/>
                    <a:pt x="540" y="92"/>
                  </a:cubicBezTo>
                  <a:cubicBezTo>
                    <a:pt x="541" y="91"/>
                    <a:pt x="540" y="90"/>
                    <a:pt x="540" y="89"/>
                  </a:cubicBezTo>
                  <a:cubicBezTo>
                    <a:pt x="539" y="90"/>
                    <a:pt x="539" y="90"/>
                    <a:pt x="539" y="90"/>
                  </a:cubicBezTo>
                  <a:cubicBezTo>
                    <a:pt x="538" y="91"/>
                    <a:pt x="538" y="93"/>
                    <a:pt x="537" y="94"/>
                  </a:cubicBezTo>
                  <a:close/>
                  <a:moveTo>
                    <a:pt x="503" y="79"/>
                  </a:moveTo>
                  <a:cubicBezTo>
                    <a:pt x="504" y="80"/>
                    <a:pt x="505" y="81"/>
                    <a:pt x="507" y="79"/>
                  </a:cubicBezTo>
                  <a:cubicBezTo>
                    <a:pt x="507" y="77"/>
                    <a:pt x="508" y="77"/>
                    <a:pt x="508" y="75"/>
                  </a:cubicBezTo>
                  <a:cubicBezTo>
                    <a:pt x="508" y="75"/>
                    <a:pt x="507" y="75"/>
                    <a:pt x="507" y="74"/>
                  </a:cubicBezTo>
                  <a:cubicBezTo>
                    <a:pt x="506" y="75"/>
                    <a:pt x="505" y="75"/>
                    <a:pt x="504" y="75"/>
                  </a:cubicBezTo>
                  <a:cubicBezTo>
                    <a:pt x="504" y="77"/>
                    <a:pt x="504" y="77"/>
                    <a:pt x="503" y="79"/>
                  </a:cubicBezTo>
                  <a:close/>
                  <a:moveTo>
                    <a:pt x="491" y="115"/>
                  </a:moveTo>
                  <a:cubicBezTo>
                    <a:pt x="496" y="117"/>
                    <a:pt x="504" y="111"/>
                    <a:pt x="507" y="108"/>
                  </a:cubicBezTo>
                  <a:cubicBezTo>
                    <a:pt x="506" y="107"/>
                    <a:pt x="506" y="105"/>
                    <a:pt x="506" y="104"/>
                  </a:cubicBezTo>
                  <a:cubicBezTo>
                    <a:pt x="505" y="104"/>
                    <a:pt x="505" y="103"/>
                    <a:pt x="504" y="103"/>
                  </a:cubicBezTo>
                  <a:cubicBezTo>
                    <a:pt x="501" y="105"/>
                    <a:pt x="494" y="109"/>
                    <a:pt x="491" y="113"/>
                  </a:cubicBezTo>
                  <a:cubicBezTo>
                    <a:pt x="491" y="113"/>
                    <a:pt x="491" y="114"/>
                    <a:pt x="491" y="115"/>
                  </a:cubicBezTo>
                  <a:close/>
                  <a:moveTo>
                    <a:pt x="460" y="78"/>
                  </a:moveTo>
                  <a:cubicBezTo>
                    <a:pt x="461" y="79"/>
                    <a:pt x="462" y="79"/>
                    <a:pt x="463" y="79"/>
                  </a:cubicBezTo>
                  <a:cubicBezTo>
                    <a:pt x="466" y="77"/>
                    <a:pt x="468" y="75"/>
                    <a:pt x="470" y="73"/>
                  </a:cubicBezTo>
                  <a:cubicBezTo>
                    <a:pt x="470" y="71"/>
                    <a:pt x="470" y="71"/>
                    <a:pt x="470" y="69"/>
                  </a:cubicBezTo>
                  <a:cubicBezTo>
                    <a:pt x="468" y="69"/>
                    <a:pt x="467" y="70"/>
                    <a:pt x="466" y="70"/>
                  </a:cubicBezTo>
                  <a:cubicBezTo>
                    <a:pt x="464" y="71"/>
                    <a:pt x="461" y="74"/>
                    <a:pt x="460" y="78"/>
                  </a:cubicBezTo>
                  <a:close/>
                  <a:moveTo>
                    <a:pt x="453" y="106"/>
                  </a:moveTo>
                  <a:cubicBezTo>
                    <a:pt x="454" y="106"/>
                    <a:pt x="454" y="106"/>
                    <a:pt x="455" y="106"/>
                  </a:cubicBezTo>
                  <a:cubicBezTo>
                    <a:pt x="457" y="103"/>
                    <a:pt x="473" y="90"/>
                    <a:pt x="469" y="87"/>
                  </a:cubicBezTo>
                  <a:cubicBezTo>
                    <a:pt x="458" y="82"/>
                    <a:pt x="453" y="96"/>
                    <a:pt x="453" y="106"/>
                  </a:cubicBezTo>
                  <a:close/>
                  <a:moveTo>
                    <a:pt x="438" y="93"/>
                  </a:moveTo>
                  <a:cubicBezTo>
                    <a:pt x="439" y="93"/>
                    <a:pt x="440" y="94"/>
                    <a:pt x="440" y="95"/>
                  </a:cubicBezTo>
                  <a:cubicBezTo>
                    <a:pt x="442" y="95"/>
                    <a:pt x="443" y="95"/>
                    <a:pt x="444" y="95"/>
                  </a:cubicBezTo>
                  <a:cubicBezTo>
                    <a:pt x="445" y="94"/>
                    <a:pt x="446" y="93"/>
                    <a:pt x="446" y="92"/>
                  </a:cubicBezTo>
                  <a:cubicBezTo>
                    <a:pt x="445" y="91"/>
                    <a:pt x="444" y="91"/>
                    <a:pt x="444" y="90"/>
                  </a:cubicBezTo>
                  <a:cubicBezTo>
                    <a:pt x="444" y="91"/>
                    <a:pt x="439" y="91"/>
                    <a:pt x="438" y="92"/>
                  </a:cubicBezTo>
                  <a:cubicBezTo>
                    <a:pt x="438" y="92"/>
                    <a:pt x="438" y="92"/>
                    <a:pt x="438" y="93"/>
                  </a:cubicBezTo>
                  <a:close/>
                  <a:moveTo>
                    <a:pt x="425" y="130"/>
                  </a:moveTo>
                  <a:cubicBezTo>
                    <a:pt x="429" y="129"/>
                    <a:pt x="448" y="117"/>
                    <a:pt x="439" y="112"/>
                  </a:cubicBezTo>
                  <a:cubicBezTo>
                    <a:pt x="438" y="112"/>
                    <a:pt x="438" y="112"/>
                    <a:pt x="437" y="112"/>
                  </a:cubicBezTo>
                  <a:cubicBezTo>
                    <a:pt x="435" y="119"/>
                    <a:pt x="428" y="123"/>
                    <a:pt x="425" y="130"/>
                  </a:cubicBezTo>
                  <a:close/>
                  <a:moveTo>
                    <a:pt x="398" y="150"/>
                  </a:moveTo>
                  <a:cubicBezTo>
                    <a:pt x="398" y="144"/>
                    <a:pt x="399" y="138"/>
                    <a:pt x="399" y="133"/>
                  </a:cubicBezTo>
                  <a:cubicBezTo>
                    <a:pt x="403" y="131"/>
                    <a:pt x="426" y="102"/>
                    <a:pt x="429" y="97"/>
                  </a:cubicBezTo>
                  <a:cubicBezTo>
                    <a:pt x="428" y="96"/>
                    <a:pt x="428" y="96"/>
                    <a:pt x="426" y="96"/>
                  </a:cubicBezTo>
                  <a:cubicBezTo>
                    <a:pt x="424" y="97"/>
                    <a:pt x="405" y="104"/>
                    <a:pt x="401" y="101"/>
                  </a:cubicBezTo>
                  <a:cubicBezTo>
                    <a:pt x="400" y="100"/>
                    <a:pt x="400" y="100"/>
                    <a:pt x="400" y="100"/>
                  </a:cubicBezTo>
                  <a:cubicBezTo>
                    <a:pt x="400" y="86"/>
                    <a:pt x="411" y="79"/>
                    <a:pt x="418" y="74"/>
                  </a:cubicBezTo>
                  <a:cubicBezTo>
                    <a:pt x="424" y="70"/>
                    <a:pt x="428" y="65"/>
                    <a:pt x="432" y="60"/>
                  </a:cubicBezTo>
                  <a:cubicBezTo>
                    <a:pt x="437" y="54"/>
                    <a:pt x="450" y="45"/>
                    <a:pt x="453" y="38"/>
                  </a:cubicBezTo>
                  <a:cubicBezTo>
                    <a:pt x="454" y="34"/>
                    <a:pt x="454" y="29"/>
                    <a:pt x="454" y="25"/>
                  </a:cubicBezTo>
                  <a:cubicBezTo>
                    <a:pt x="462" y="22"/>
                    <a:pt x="468" y="24"/>
                    <a:pt x="473" y="28"/>
                  </a:cubicBezTo>
                  <a:cubicBezTo>
                    <a:pt x="468" y="46"/>
                    <a:pt x="437" y="68"/>
                    <a:pt x="423" y="81"/>
                  </a:cubicBezTo>
                  <a:cubicBezTo>
                    <a:pt x="420" y="84"/>
                    <a:pt x="416" y="86"/>
                    <a:pt x="413" y="89"/>
                  </a:cubicBezTo>
                  <a:cubicBezTo>
                    <a:pt x="413" y="90"/>
                    <a:pt x="413" y="90"/>
                    <a:pt x="414" y="90"/>
                  </a:cubicBezTo>
                  <a:cubicBezTo>
                    <a:pt x="419" y="90"/>
                    <a:pt x="426" y="88"/>
                    <a:pt x="430" y="86"/>
                  </a:cubicBezTo>
                  <a:cubicBezTo>
                    <a:pt x="436" y="85"/>
                    <a:pt x="441" y="85"/>
                    <a:pt x="447" y="84"/>
                  </a:cubicBezTo>
                  <a:cubicBezTo>
                    <a:pt x="451" y="81"/>
                    <a:pt x="451" y="77"/>
                    <a:pt x="453" y="73"/>
                  </a:cubicBezTo>
                  <a:cubicBezTo>
                    <a:pt x="457" y="67"/>
                    <a:pt x="460" y="60"/>
                    <a:pt x="466" y="55"/>
                  </a:cubicBezTo>
                  <a:cubicBezTo>
                    <a:pt x="469" y="55"/>
                    <a:pt x="472" y="55"/>
                    <a:pt x="474" y="55"/>
                  </a:cubicBezTo>
                  <a:cubicBezTo>
                    <a:pt x="475" y="57"/>
                    <a:pt x="477" y="58"/>
                    <a:pt x="478" y="59"/>
                  </a:cubicBezTo>
                  <a:cubicBezTo>
                    <a:pt x="481" y="63"/>
                    <a:pt x="483" y="67"/>
                    <a:pt x="485" y="71"/>
                  </a:cubicBezTo>
                  <a:cubicBezTo>
                    <a:pt x="488" y="69"/>
                    <a:pt x="495" y="62"/>
                    <a:pt x="492" y="57"/>
                  </a:cubicBezTo>
                  <a:cubicBezTo>
                    <a:pt x="491" y="54"/>
                    <a:pt x="488" y="53"/>
                    <a:pt x="490" y="49"/>
                  </a:cubicBezTo>
                  <a:cubicBezTo>
                    <a:pt x="490" y="46"/>
                    <a:pt x="498" y="42"/>
                    <a:pt x="502" y="43"/>
                  </a:cubicBezTo>
                  <a:cubicBezTo>
                    <a:pt x="502" y="47"/>
                    <a:pt x="506" y="51"/>
                    <a:pt x="508" y="53"/>
                  </a:cubicBezTo>
                  <a:cubicBezTo>
                    <a:pt x="515" y="55"/>
                    <a:pt x="513" y="47"/>
                    <a:pt x="514" y="43"/>
                  </a:cubicBezTo>
                  <a:cubicBezTo>
                    <a:pt x="517" y="34"/>
                    <a:pt x="512" y="13"/>
                    <a:pt x="524" y="13"/>
                  </a:cubicBezTo>
                  <a:cubicBezTo>
                    <a:pt x="525" y="15"/>
                    <a:pt x="530" y="19"/>
                    <a:pt x="532" y="21"/>
                  </a:cubicBezTo>
                  <a:cubicBezTo>
                    <a:pt x="532" y="21"/>
                    <a:pt x="532" y="21"/>
                    <a:pt x="533" y="21"/>
                  </a:cubicBezTo>
                  <a:cubicBezTo>
                    <a:pt x="535" y="25"/>
                    <a:pt x="536" y="27"/>
                    <a:pt x="539" y="30"/>
                  </a:cubicBezTo>
                  <a:cubicBezTo>
                    <a:pt x="541" y="34"/>
                    <a:pt x="544" y="42"/>
                    <a:pt x="545" y="47"/>
                  </a:cubicBezTo>
                  <a:cubicBezTo>
                    <a:pt x="546" y="51"/>
                    <a:pt x="542" y="54"/>
                    <a:pt x="543" y="59"/>
                  </a:cubicBezTo>
                  <a:cubicBezTo>
                    <a:pt x="546" y="65"/>
                    <a:pt x="553" y="69"/>
                    <a:pt x="556" y="75"/>
                  </a:cubicBezTo>
                  <a:cubicBezTo>
                    <a:pt x="558" y="79"/>
                    <a:pt x="558" y="83"/>
                    <a:pt x="560" y="85"/>
                  </a:cubicBezTo>
                  <a:cubicBezTo>
                    <a:pt x="564" y="89"/>
                    <a:pt x="570" y="91"/>
                    <a:pt x="574" y="95"/>
                  </a:cubicBezTo>
                  <a:cubicBezTo>
                    <a:pt x="574" y="97"/>
                    <a:pt x="574" y="98"/>
                    <a:pt x="574" y="99"/>
                  </a:cubicBezTo>
                  <a:cubicBezTo>
                    <a:pt x="572" y="100"/>
                    <a:pt x="570" y="102"/>
                    <a:pt x="568" y="103"/>
                  </a:cubicBezTo>
                  <a:cubicBezTo>
                    <a:pt x="565" y="105"/>
                    <a:pt x="561" y="104"/>
                    <a:pt x="559" y="105"/>
                  </a:cubicBezTo>
                  <a:cubicBezTo>
                    <a:pt x="552" y="106"/>
                    <a:pt x="543" y="109"/>
                    <a:pt x="539" y="114"/>
                  </a:cubicBezTo>
                  <a:cubicBezTo>
                    <a:pt x="536" y="117"/>
                    <a:pt x="536" y="135"/>
                    <a:pt x="535" y="141"/>
                  </a:cubicBezTo>
                  <a:cubicBezTo>
                    <a:pt x="535" y="143"/>
                    <a:pt x="534" y="145"/>
                    <a:pt x="534" y="148"/>
                  </a:cubicBezTo>
                  <a:cubicBezTo>
                    <a:pt x="532" y="152"/>
                    <a:pt x="531" y="158"/>
                    <a:pt x="530" y="163"/>
                  </a:cubicBezTo>
                  <a:cubicBezTo>
                    <a:pt x="530" y="164"/>
                    <a:pt x="530" y="165"/>
                    <a:pt x="530" y="166"/>
                  </a:cubicBezTo>
                  <a:cubicBezTo>
                    <a:pt x="526" y="174"/>
                    <a:pt x="524" y="181"/>
                    <a:pt x="520" y="187"/>
                  </a:cubicBezTo>
                  <a:cubicBezTo>
                    <a:pt x="520" y="190"/>
                    <a:pt x="520" y="193"/>
                    <a:pt x="520" y="195"/>
                  </a:cubicBezTo>
                  <a:cubicBezTo>
                    <a:pt x="519" y="195"/>
                    <a:pt x="519" y="195"/>
                    <a:pt x="519" y="195"/>
                  </a:cubicBezTo>
                  <a:cubicBezTo>
                    <a:pt x="518" y="193"/>
                    <a:pt x="515" y="191"/>
                    <a:pt x="514" y="189"/>
                  </a:cubicBezTo>
                  <a:cubicBezTo>
                    <a:pt x="511" y="185"/>
                    <a:pt x="511" y="181"/>
                    <a:pt x="509" y="177"/>
                  </a:cubicBezTo>
                  <a:cubicBezTo>
                    <a:pt x="509" y="175"/>
                    <a:pt x="509" y="173"/>
                    <a:pt x="509" y="171"/>
                  </a:cubicBezTo>
                  <a:cubicBezTo>
                    <a:pt x="507" y="163"/>
                    <a:pt x="509" y="147"/>
                    <a:pt x="508" y="135"/>
                  </a:cubicBezTo>
                  <a:cubicBezTo>
                    <a:pt x="507" y="135"/>
                    <a:pt x="506" y="135"/>
                    <a:pt x="507" y="134"/>
                  </a:cubicBezTo>
                  <a:cubicBezTo>
                    <a:pt x="497" y="136"/>
                    <a:pt x="489" y="139"/>
                    <a:pt x="481" y="142"/>
                  </a:cubicBezTo>
                  <a:cubicBezTo>
                    <a:pt x="476" y="142"/>
                    <a:pt x="472" y="143"/>
                    <a:pt x="467" y="143"/>
                  </a:cubicBezTo>
                  <a:cubicBezTo>
                    <a:pt x="462" y="138"/>
                    <a:pt x="463" y="125"/>
                    <a:pt x="465" y="119"/>
                  </a:cubicBezTo>
                  <a:cubicBezTo>
                    <a:pt x="470" y="117"/>
                    <a:pt x="476" y="112"/>
                    <a:pt x="478" y="108"/>
                  </a:cubicBezTo>
                  <a:cubicBezTo>
                    <a:pt x="478" y="107"/>
                    <a:pt x="478" y="105"/>
                    <a:pt x="478" y="104"/>
                  </a:cubicBezTo>
                  <a:cubicBezTo>
                    <a:pt x="484" y="97"/>
                    <a:pt x="492" y="90"/>
                    <a:pt x="488" y="77"/>
                  </a:cubicBezTo>
                  <a:cubicBezTo>
                    <a:pt x="488" y="77"/>
                    <a:pt x="488" y="77"/>
                    <a:pt x="487" y="77"/>
                  </a:cubicBezTo>
                  <a:cubicBezTo>
                    <a:pt x="473" y="87"/>
                    <a:pt x="476" y="96"/>
                    <a:pt x="467" y="109"/>
                  </a:cubicBezTo>
                  <a:cubicBezTo>
                    <a:pt x="461" y="117"/>
                    <a:pt x="456" y="117"/>
                    <a:pt x="452" y="129"/>
                  </a:cubicBezTo>
                  <a:cubicBezTo>
                    <a:pt x="448" y="140"/>
                    <a:pt x="457" y="156"/>
                    <a:pt x="457" y="165"/>
                  </a:cubicBezTo>
                  <a:cubicBezTo>
                    <a:pt x="455" y="165"/>
                    <a:pt x="455" y="167"/>
                    <a:pt x="454" y="167"/>
                  </a:cubicBezTo>
                  <a:cubicBezTo>
                    <a:pt x="452" y="167"/>
                    <a:pt x="452" y="167"/>
                    <a:pt x="450" y="167"/>
                  </a:cubicBezTo>
                  <a:cubicBezTo>
                    <a:pt x="447" y="163"/>
                    <a:pt x="444" y="159"/>
                    <a:pt x="442" y="153"/>
                  </a:cubicBezTo>
                  <a:cubicBezTo>
                    <a:pt x="440" y="149"/>
                    <a:pt x="441" y="145"/>
                    <a:pt x="439" y="141"/>
                  </a:cubicBezTo>
                  <a:cubicBezTo>
                    <a:pt x="438" y="141"/>
                    <a:pt x="438" y="141"/>
                    <a:pt x="437" y="141"/>
                  </a:cubicBezTo>
                  <a:cubicBezTo>
                    <a:pt x="431" y="151"/>
                    <a:pt x="418" y="157"/>
                    <a:pt x="402" y="157"/>
                  </a:cubicBezTo>
                  <a:cubicBezTo>
                    <a:pt x="402" y="156"/>
                    <a:pt x="400" y="155"/>
                    <a:pt x="400" y="155"/>
                  </a:cubicBezTo>
                  <a:cubicBezTo>
                    <a:pt x="398" y="153"/>
                    <a:pt x="398" y="151"/>
                    <a:pt x="398" y="150"/>
                  </a:cubicBezTo>
                  <a:close/>
                  <a:moveTo>
                    <a:pt x="278" y="104"/>
                  </a:moveTo>
                  <a:cubicBezTo>
                    <a:pt x="279" y="106"/>
                    <a:pt x="280" y="109"/>
                    <a:pt x="281" y="111"/>
                  </a:cubicBezTo>
                  <a:cubicBezTo>
                    <a:pt x="282" y="111"/>
                    <a:pt x="282" y="111"/>
                    <a:pt x="282" y="111"/>
                  </a:cubicBezTo>
                  <a:cubicBezTo>
                    <a:pt x="283" y="108"/>
                    <a:pt x="286" y="101"/>
                    <a:pt x="283" y="99"/>
                  </a:cubicBezTo>
                  <a:cubicBezTo>
                    <a:pt x="283" y="99"/>
                    <a:pt x="282" y="99"/>
                    <a:pt x="282" y="98"/>
                  </a:cubicBezTo>
                  <a:cubicBezTo>
                    <a:pt x="281" y="98"/>
                    <a:pt x="280" y="98"/>
                    <a:pt x="279" y="99"/>
                  </a:cubicBezTo>
                  <a:cubicBezTo>
                    <a:pt x="279" y="102"/>
                    <a:pt x="278" y="101"/>
                    <a:pt x="278" y="104"/>
                  </a:cubicBezTo>
                  <a:close/>
                  <a:moveTo>
                    <a:pt x="257" y="97"/>
                  </a:moveTo>
                  <a:cubicBezTo>
                    <a:pt x="257" y="97"/>
                    <a:pt x="257" y="98"/>
                    <a:pt x="257" y="99"/>
                  </a:cubicBezTo>
                  <a:cubicBezTo>
                    <a:pt x="258" y="99"/>
                    <a:pt x="258" y="99"/>
                    <a:pt x="258" y="99"/>
                  </a:cubicBezTo>
                  <a:cubicBezTo>
                    <a:pt x="258" y="99"/>
                    <a:pt x="259" y="99"/>
                    <a:pt x="259" y="99"/>
                  </a:cubicBezTo>
                  <a:cubicBezTo>
                    <a:pt x="260" y="98"/>
                    <a:pt x="260" y="97"/>
                    <a:pt x="261" y="97"/>
                  </a:cubicBezTo>
                  <a:cubicBezTo>
                    <a:pt x="261" y="95"/>
                    <a:pt x="261" y="95"/>
                    <a:pt x="260" y="93"/>
                  </a:cubicBezTo>
                  <a:cubicBezTo>
                    <a:pt x="260" y="93"/>
                    <a:pt x="260" y="93"/>
                    <a:pt x="260" y="93"/>
                  </a:cubicBezTo>
                  <a:cubicBezTo>
                    <a:pt x="259" y="93"/>
                    <a:pt x="259" y="93"/>
                    <a:pt x="259" y="93"/>
                  </a:cubicBezTo>
                  <a:cubicBezTo>
                    <a:pt x="258" y="94"/>
                    <a:pt x="258" y="95"/>
                    <a:pt x="257" y="97"/>
                  </a:cubicBezTo>
                  <a:close/>
                  <a:moveTo>
                    <a:pt x="236" y="104"/>
                  </a:moveTo>
                  <a:cubicBezTo>
                    <a:pt x="236" y="105"/>
                    <a:pt x="237" y="105"/>
                    <a:pt x="238" y="105"/>
                  </a:cubicBezTo>
                  <a:cubicBezTo>
                    <a:pt x="241" y="104"/>
                    <a:pt x="242" y="102"/>
                    <a:pt x="245" y="100"/>
                  </a:cubicBezTo>
                  <a:cubicBezTo>
                    <a:pt x="245" y="99"/>
                    <a:pt x="245" y="98"/>
                    <a:pt x="245" y="97"/>
                  </a:cubicBezTo>
                  <a:cubicBezTo>
                    <a:pt x="244" y="97"/>
                    <a:pt x="244" y="97"/>
                    <a:pt x="244" y="97"/>
                  </a:cubicBezTo>
                  <a:cubicBezTo>
                    <a:pt x="244" y="97"/>
                    <a:pt x="243" y="97"/>
                    <a:pt x="242" y="97"/>
                  </a:cubicBezTo>
                  <a:cubicBezTo>
                    <a:pt x="240" y="99"/>
                    <a:pt x="238" y="101"/>
                    <a:pt x="236" y="104"/>
                  </a:cubicBezTo>
                  <a:close/>
                  <a:moveTo>
                    <a:pt x="216" y="151"/>
                  </a:moveTo>
                  <a:cubicBezTo>
                    <a:pt x="217" y="152"/>
                    <a:pt x="225" y="157"/>
                    <a:pt x="226" y="158"/>
                  </a:cubicBezTo>
                  <a:cubicBezTo>
                    <a:pt x="230" y="159"/>
                    <a:pt x="253" y="155"/>
                    <a:pt x="254" y="154"/>
                  </a:cubicBezTo>
                  <a:cubicBezTo>
                    <a:pt x="254" y="153"/>
                    <a:pt x="253" y="151"/>
                    <a:pt x="252" y="149"/>
                  </a:cubicBezTo>
                  <a:cubicBezTo>
                    <a:pt x="253" y="149"/>
                    <a:pt x="253" y="149"/>
                    <a:pt x="253" y="149"/>
                  </a:cubicBezTo>
                  <a:cubicBezTo>
                    <a:pt x="259" y="147"/>
                    <a:pt x="266" y="162"/>
                    <a:pt x="274" y="147"/>
                  </a:cubicBezTo>
                  <a:cubicBezTo>
                    <a:pt x="280" y="149"/>
                    <a:pt x="289" y="157"/>
                    <a:pt x="296" y="153"/>
                  </a:cubicBezTo>
                  <a:cubicBezTo>
                    <a:pt x="309" y="147"/>
                    <a:pt x="312" y="126"/>
                    <a:pt x="312" y="104"/>
                  </a:cubicBezTo>
                  <a:cubicBezTo>
                    <a:pt x="312" y="97"/>
                    <a:pt x="313" y="86"/>
                    <a:pt x="310" y="81"/>
                  </a:cubicBezTo>
                  <a:cubicBezTo>
                    <a:pt x="310" y="78"/>
                    <a:pt x="310" y="75"/>
                    <a:pt x="310" y="73"/>
                  </a:cubicBezTo>
                  <a:cubicBezTo>
                    <a:pt x="310" y="67"/>
                    <a:pt x="310" y="56"/>
                    <a:pt x="308" y="51"/>
                  </a:cubicBezTo>
                  <a:cubicBezTo>
                    <a:pt x="308" y="49"/>
                    <a:pt x="307" y="45"/>
                    <a:pt x="307" y="43"/>
                  </a:cubicBezTo>
                  <a:cubicBezTo>
                    <a:pt x="305" y="35"/>
                    <a:pt x="304" y="27"/>
                    <a:pt x="301" y="21"/>
                  </a:cubicBezTo>
                  <a:cubicBezTo>
                    <a:pt x="270" y="17"/>
                    <a:pt x="248" y="27"/>
                    <a:pt x="235" y="46"/>
                  </a:cubicBezTo>
                  <a:cubicBezTo>
                    <a:pt x="232" y="50"/>
                    <a:pt x="222" y="63"/>
                    <a:pt x="225" y="70"/>
                  </a:cubicBezTo>
                  <a:cubicBezTo>
                    <a:pt x="233" y="70"/>
                    <a:pt x="243" y="58"/>
                    <a:pt x="249" y="54"/>
                  </a:cubicBezTo>
                  <a:cubicBezTo>
                    <a:pt x="250" y="54"/>
                    <a:pt x="254" y="53"/>
                    <a:pt x="254" y="53"/>
                  </a:cubicBezTo>
                  <a:cubicBezTo>
                    <a:pt x="280" y="51"/>
                    <a:pt x="264" y="71"/>
                    <a:pt x="264" y="83"/>
                  </a:cubicBezTo>
                  <a:cubicBezTo>
                    <a:pt x="268" y="85"/>
                    <a:pt x="278" y="95"/>
                    <a:pt x="284" y="92"/>
                  </a:cubicBezTo>
                  <a:cubicBezTo>
                    <a:pt x="284" y="91"/>
                    <a:pt x="285" y="90"/>
                    <a:pt x="286" y="90"/>
                  </a:cubicBezTo>
                  <a:cubicBezTo>
                    <a:pt x="293" y="90"/>
                    <a:pt x="311" y="103"/>
                    <a:pt x="302" y="112"/>
                  </a:cubicBezTo>
                  <a:cubicBezTo>
                    <a:pt x="299" y="115"/>
                    <a:pt x="294" y="117"/>
                    <a:pt x="290" y="120"/>
                  </a:cubicBezTo>
                  <a:cubicBezTo>
                    <a:pt x="285" y="123"/>
                    <a:pt x="280" y="129"/>
                    <a:pt x="274" y="133"/>
                  </a:cubicBezTo>
                  <a:cubicBezTo>
                    <a:pt x="274" y="133"/>
                    <a:pt x="272" y="133"/>
                    <a:pt x="273" y="134"/>
                  </a:cubicBezTo>
                  <a:cubicBezTo>
                    <a:pt x="268" y="137"/>
                    <a:pt x="260" y="139"/>
                    <a:pt x="254" y="143"/>
                  </a:cubicBezTo>
                  <a:cubicBezTo>
                    <a:pt x="251" y="145"/>
                    <a:pt x="243" y="143"/>
                    <a:pt x="240" y="143"/>
                  </a:cubicBezTo>
                  <a:cubicBezTo>
                    <a:pt x="238" y="140"/>
                    <a:pt x="232" y="133"/>
                    <a:pt x="236" y="127"/>
                  </a:cubicBezTo>
                  <a:cubicBezTo>
                    <a:pt x="237" y="124"/>
                    <a:pt x="242" y="120"/>
                    <a:pt x="244" y="119"/>
                  </a:cubicBezTo>
                  <a:cubicBezTo>
                    <a:pt x="244" y="116"/>
                    <a:pt x="243" y="116"/>
                    <a:pt x="241" y="116"/>
                  </a:cubicBezTo>
                  <a:cubicBezTo>
                    <a:pt x="238" y="121"/>
                    <a:pt x="227" y="110"/>
                    <a:pt x="226" y="108"/>
                  </a:cubicBezTo>
                  <a:cubicBezTo>
                    <a:pt x="226" y="105"/>
                    <a:pt x="226" y="102"/>
                    <a:pt x="226" y="99"/>
                  </a:cubicBezTo>
                  <a:cubicBezTo>
                    <a:pt x="229" y="98"/>
                    <a:pt x="231" y="95"/>
                    <a:pt x="234" y="93"/>
                  </a:cubicBezTo>
                  <a:cubicBezTo>
                    <a:pt x="242" y="89"/>
                    <a:pt x="256" y="87"/>
                    <a:pt x="252" y="74"/>
                  </a:cubicBezTo>
                  <a:cubicBezTo>
                    <a:pt x="252" y="74"/>
                    <a:pt x="251" y="74"/>
                    <a:pt x="250" y="74"/>
                  </a:cubicBezTo>
                  <a:cubicBezTo>
                    <a:pt x="246" y="78"/>
                    <a:pt x="227" y="77"/>
                    <a:pt x="223" y="83"/>
                  </a:cubicBezTo>
                  <a:cubicBezTo>
                    <a:pt x="220" y="86"/>
                    <a:pt x="223" y="93"/>
                    <a:pt x="221" y="97"/>
                  </a:cubicBezTo>
                  <a:cubicBezTo>
                    <a:pt x="219" y="97"/>
                    <a:pt x="220" y="103"/>
                    <a:pt x="218" y="105"/>
                  </a:cubicBezTo>
                  <a:cubicBezTo>
                    <a:pt x="214" y="114"/>
                    <a:pt x="219" y="132"/>
                    <a:pt x="217" y="141"/>
                  </a:cubicBezTo>
                  <a:cubicBezTo>
                    <a:pt x="217" y="144"/>
                    <a:pt x="216" y="149"/>
                    <a:pt x="216" y="151"/>
                  </a:cubicBezTo>
                  <a:close/>
                  <a:moveTo>
                    <a:pt x="197" y="154"/>
                  </a:moveTo>
                  <a:cubicBezTo>
                    <a:pt x="197" y="141"/>
                    <a:pt x="202" y="127"/>
                    <a:pt x="205" y="115"/>
                  </a:cubicBezTo>
                  <a:cubicBezTo>
                    <a:pt x="205" y="113"/>
                    <a:pt x="205" y="110"/>
                    <a:pt x="205" y="107"/>
                  </a:cubicBezTo>
                  <a:cubicBezTo>
                    <a:pt x="205" y="93"/>
                    <a:pt x="199" y="79"/>
                    <a:pt x="201" y="66"/>
                  </a:cubicBezTo>
                  <a:cubicBezTo>
                    <a:pt x="205" y="39"/>
                    <a:pt x="229" y="25"/>
                    <a:pt x="252" y="17"/>
                  </a:cubicBezTo>
                  <a:cubicBezTo>
                    <a:pt x="261" y="15"/>
                    <a:pt x="289" y="6"/>
                    <a:pt x="300" y="13"/>
                  </a:cubicBezTo>
                  <a:cubicBezTo>
                    <a:pt x="302" y="13"/>
                    <a:pt x="306" y="13"/>
                    <a:pt x="308" y="15"/>
                  </a:cubicBezTo>
                  <a:cubicBezTo>
                    <a:pt x="330" y="29"/>
                    <a:pt x="324" y="79"/>
                    <a:pt x="325" y="113"/>
                  </a:cubicBezTo>
                  <a:cubicBezTo>
                    <a:pt x="325" y="129"/>
                    <a:pt x="328" y="154"/>
                    <a:pt x="320" y="163"/>
                  </a:cubicBezTo>
                  <a:cubicBezTo>
                    <a:pt x="318" y="166"/>
                    <a:pt x="294" y="183"/>
                    <a:pt x="287" y="179"/>
                  </a:cubicBezTo>
                  <a:cubicBezTo>
                    <a:pt x="280" y="175"/>
                    <a:pt x="274" y="165"/>
                    <a:pt x="264" y="164"/>
                  </a:cubicBezTo>
                  <a:cubicBezTo>
                    <a:pt x="261" y="163"/>
                    <a:pt x="257" y="167"/>
                    <a:pt x="254" y="168"/>
                  </a:cubicBezTo>
                  <a:cubicBezTo>
                    <a:pt x="252" y="169"/>
                    <a:pt x="230" y="173"/>
                    <a:pt x="226" y="171"/>
                  </a:cubicBezTo>
                  <a:cubicBezTo>
                    <a:pt x="221" y="170"/>
                    <a:pt x="220" y="167"/>
                    <a:pt x="216" y="164"/>
                  </a:cubicBezTo>
                  <a:cubicBezTo>
                    <a:pt x="216" y="164"/>
                    <a:pt x="216" y="164"/>
                    <a:pt x="216" y="164"/>
                  </a:cubicBezTo>
                  <a:cubicBezTo>
                    <a:pt x="213" y="166"/>
                    <a:pt x="211" y="170"/>
                    <a:pt x="206" y="170"/>
                  </a:cubicBezTo>
                  <a:cubicBezTo>
                    <a:pt x="204" y="168"/>
                    <a:pt x="202" y="166"/>
                    <a:pt x="201" y="164"/>
                  </a:cubicBezTo>
                  <a:cubicBezTo>
                    <a:pt x="199" y="161"/>
                    <a:pt x="199" y="158"/>
                    <a:pt x="197" y="154"/>
                  </a:cubicBezTo>
                  <a:close/>
                  <a:moveTo>
                    <a:pt x="83" y="79"/>
                  </a:moveTo>
                  <a:cubicBezTo>
                    <a:pt x="84" y="83"/>
                    <a:pt x="84" y="85"/>
                    <a:pt x="85" y="87"/>
                  </a:cubicBezTo>
                  <a:cubicBezTo>
                    <a:pt x="92" y="84"/>
                    <a:pt x="115" y="69"/>
                    <a:pt x="116" y="62"/>
                  </a:cubicBezTo>
                  <a:cubicBezTo>
                    <a:pt x="116" y="62"/>
                    <a:pt x="116" y="62"/>
                    <a:pt x="115" y="62"/>
                  </a:cubicBezTo>
                  <a:cubicBezTo>
                    <a:pt x="111" y="60"/>
                    <a:pt x="105" y="62"/>
                    <a:pt x="101" y="63"/>
                  </a:cubicBezTo>
                  <a:cubicBezTo>
                    <a:pt x="98" y="63"/>
                    <a:pt x="96" y="63"/>
                    <a:pt x="93" y="63"/>
                  </a:cubicBezTo>
                  <a:cubicBezTo>
                    <a:pt x="84" y="65"/>
                    <a:pt x="82" y="70"/>
                    <a:pt x="83" y="79"/>
                  </a:cubicBezTo>
                  <a:close/>
                  <a:moveTo>
                    <a:pt x="32" y="97"/>
                  </a:moveTo>
                  <a:cubicBezTo>
                    <a:pt x="36" y="101"/>
                    <a:pt x="36" y="104"/>
                    <a:pt x="36" y="112"/>
                  </a:cubicBezTo>
                  <a:cubicBezTo>
                    <a:pt x="38" y="113"/>
                    <a:pt x="38" y="113"/>
                    <a:pt x="38" y="114"/>
                  </a:cubicBezTo>
                  <a:cubicBezTo>
                    <a:pt x="41" y="114"/>
                    <a:pt x="44" y="114"/>
                    <a:pt x="46" y="113"/>
                  </a:cubicBezTo>
                  <a:cubicBezTo>
                    <a:pt x="47" y="111"/>
                    <a:pt x="50" y="108"/>
                    <a:pt x="50" y="106"/>
                  </a:cubicBezTo>
                  <a:cubicBezTo>
                    <a:pt x="52" y="100"/>
                    <a:pt x="53" y="86"/>
                    <a:pt x="49" y="83"/>
                  </a:cubicBezTo>
                  <a:cubicBezTo>
                    <a:pt x="49" y="83"/>
                    <a:pt x="49" y="82"/>
                    <a:pt x="48" y="82"/>
                  </a:cubicBezTo>
                  <a:cubicBezTo>
                    <a:pt x="42" y="82"/>
                    <a:pt x="34" y="89"/>
                    <a:pt x="32" y="94"/>
                  </a:cubicBezTo>
                  <a:cubicBezTo>
                    <a:pt x="32" y="95"/>
                    <a:pt x="32" y="96"/>
                    <a:pt x="32" y="97"/>
                  </a:cubicBezTo>
                  <a:close/>
                  <a:moveTo>
                    <a:pt x="3" y="66"/>
                  </a:moveTo>
                  <a:cubicBezTo>
                    <a:pt x="9" y="66"/>
                    <a:pt x="12" y="70"/>
                    <a:pt x="14" y="73"/>
                  </a:cubicBezTo>
                  <a:cubicBezTo>
                    <a:pt x="16" y="73"/>
                    <a:pt x="18" y="73"/>
                    <a:pt x="19" y="73"/>
                  </a:cubicBezTo>
                  <a:cubicBezTo>
                    <a:pt x="22" y="71"/>
                    <a:pt x="24" y="69"/>
                    <a:pt x="26" y="67"/>
                  </a:cubicBezTo>
                  <a:cubicBezTo>
                    <a:pt x="31" y="64"/>
                    <a:pt x="38" y="63"/>
                    <a:pt x="44" y="60"/>
                  </a:cubicBezTo>
                  <a:cubicBezTo>
                    <a:pt x="48" y="57"/>
                    <a:pt x="51" y="59"/>
                    <a:pt x="54" y="55"/>
                  </a:cubicBezTo>
                  <a:cubicBezTo>
                    <a:pt x="57" y="47"/>
                    <a:pt x="51" y="40"/>
                    <a:pt x="54" y="31"/>
                  </a:cubicBezTo>
                  <a:cubicBezTo>
                    <a:pt x="55" y="26"/>
                    <a:pt x="56" y="23"/>
                    <a:pt x="57" y="17"/>
                  </a:cubicBezTo>
                  <a:cubicBezTo>
                    <a:pt x="57" y="17"/>
                    <a:pt x="56" y="5"/>
                    <a:pt x="58" y="7"/>
                  </a:cubicBezTo>
                  <a:cubicBezTo>
                    <a:pt x="58" y="6"/>
                    <a:pt x="58" y="6"/>
                    <a:pt x="59" y="6"/>
                  </a:cubicBezTo>
                  <a:cubicBezTo>
                    <a:pt x="69" y="5"/>
                    <a:pt x="83" y="21"/>
                    <a:pt x="92" y="27"/>
                  </a:cubicBezTo>
                  <a:cubicBezTo>
                    <a:pt x="92" y="35"/>
                    <a:pt x="89" y="43"/>
                    <a:pt x="90" y="51"/>
                  </a:cubicBezTo>
                  <a:cubicBezTo>
                    <a:pt x="100" y="55"/>
                    <a:pt x="115" y="50"/>
                    <a:pt x="126" y="48"/>
                  </a:cubicBezTo>
                  <a:cubicBezTo>
                    <a:pt x="130" y="48"/>
                    <a:pt x="134" y="48"/>
                    <a:pt x="138" y="49"/>
                  </a:cubicBezTo>
                  <a:cubicBezTo>
                    <a:pt x="140" y="50"/>
                    <a:pt x="142" y="53"/>
                    <a:pt x="144" y="53"/>
                  </a:cubicBezTo>
                  <a:cubicBezTo>
                    <a:pt x="144" y="53"/>
                    <a:pt x="144" y="55"/>
                    <a:pt x="144" y="55"/>
                  </a:cubicBezTo>
                  <a:cubicBezTo>
                    <a:pt x="140" y="59"/>
                    <a:pt x="136" y="64"/>
                    <a:pt x="133" y="68"/>
                  </a:cubicBezTo>
                  <a:cubicBezTo>
                    <a:pt x="130" y="71"/>
                    <a:pt x="120" y="76"/>
                    <a:pt x="114" y="79"/>
                  </a:cubicBezTo>
                  <a:cubicBezTo>
                    <a:pt x="110" y="82"/>
                    <a:pt x="104" y="83"/>
                    <a:pt x="104" y="90"/>
                  </a:cubicBezTo>
                  <a:cubicBezTo>
                    <a:pt x="105" y="91"/>
                    <a:pt x="106" y="91"/>
                    <a:pt x="106" y="92"/>
                  </a:cubicBezTo>
                  <a:cubicBezTo>
                    <a:pt x="114" y="95"/>
                    <a:pt x="125" y="91"/>
                    <a:pt x="128" y="99"/>
                  </a:cubicBezTo>
                  <a:cubicBezTo>
                    <a:pt x="129" y="101"/>
                    <a:pt x="130" y="103"/>
                    <a:pt x="129" y="105"/>
                  </a:cubicBezTo>
                  <a:cubicBezTo>
                    <a:pt x="124" y="112"/>
                    <a:pt x="112" y="106"/>
                    <a:pt x="105" y="111"/>
                  </a:cubicBezTo>
                  <a:cubicBezTo>
                    <a:pt x="99" y="115"/>
                    <a:pt x="94" y="120"/>
                    <a:pt x="89" y="124"/>
                  </a:cubicBezTo>
                  <a:cubicBezTo>
                    <a:pt x="84" y="127"/>
                    <a:pt x="79" y="125"/>
                    <a:pt x="76" y="130"/>
                  </a:cubicBezTo>
                  <a:cubicBezTo>
                    <a:pt x="72" y="136"/>
                    <a:pt x="76" y="147"/>
                    <a:pt x="74" y="153"/>
                  </a:cubicBezTo>
                  <a:cubicBezTo>
                    <a:pt x="74" y="155"/>
                    <a:pt x="73" y="156"/>
                    <a:pt x="73" y="157"/>
                  </a:cubicBezTo>
                  <a:cubicBezTo>
                    <a:pt x="64" y="159"/>
                    <a:pt x="66" y="177"/>
                    <a:pt x="59" y="183"/>
                  </a:cubicBezTo>
                  <a:cubicBezTo>
                    <a:pt x="57" y="172"/>
                    <a:pt x="50" y="162"/>
                    <a:pt x="48" y="152"/>
                  </a:cubicBezTo>
                  <a:cubicBezTo>
                    <a:pt x="48" y="147"/>
                    <a:pt x="50" y="142"/>
                    <a:pt x="46" y="139"/>
                  </a:cubicBezTo>
                  <a:cubicBezTo>
                    <a:pt x="44" y="138"/>
                    <a:pt x="40" y="139"/>
                    <a:pt x="38" y="138"/>
                  </a:cubicBezTo>
                  <a:cubicBezTo>
                    <a:pt x="36" y="132"/>
                    <a:pt x="34" y="123"/>
                    <a:pt x="26" y="121"/>
                  </a:cubicBezTo>
                  <a:cubicBezTo>
                    <a:pt x="23" y="120"/>
                    <a:pt x="22" y="122"/>
                    <a:pt x="17" y="122"/>
                  </a:cubicBezTo>
                  <a:cubicBezTo>
                    <a:pt x="16" y="120"/>
                    <a:pt x="15" y="116"/>
                    <a:pt x="14" y="114"/>
                  </a:cubicBezTo>
                  <a:cubicBezTo>
                    <a:pt x="12" y="111"/>
                    <a:pt x="7" y="110"/>
                    <a:pt x="5" y="107"/>
                  </a:cubicBezTo>
                  <a:cubicBezTo>
                    <a:pt x="5" y="107"/>
                    <a:pt x="5" y="107"/>
                    <a:pt x="5" y="107"/>
                  </a:cubicBezTo>
                  <a:cubicBezTo>
                    <a:pt x="3" y="102"/>
                    <a:pt x="5" y="99"/>
                    <a:pt x="4" y="96"/>
                  </a:cubicBezTo>
                  <a:cubicBezTo>
                    <a:pt x="4" y="94"/>
                    <a:pt x="1" y="93"/>
                    <a:pt x="0" y="90"/>
                  </a:cubicBezTo>
                  <a:cubicBezTo>
                    <a:pt x="4" y="85"/>
                    <a:pt x="3" y="76"/>
                    <a:pt x="3" y="6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59" name="Freeform 37"/>
            <p:cNvSpPr>
              <a:spLocks noEditPoints="1"/>
            </p:cNvSpPr>
            <p:nvPr/>
          </p:nvSpPr>
          <p:spPr bwMode="auto">
            <a:xfrm>
              <a:off x="8797988" y="4643741"/>
              <a:ext cx="334963" cy="325438"/>
            </a:xfrm>
            <a:custGeom>
              <a:avLst/>
              <a:gdLst>
                <a:gd name="T0" fmla="*/ 218 w 225"/>
                <a:gd name="T1" fmla="*/ 76 h 216"/>
                <a:gd name="T2" fmla="*/ 170 w 225"/>
                <a:gd name="T3" fmla="*/ 32 h 216"/>
                <a:gd name="T4" fmla="*/ 113 w 225"/>
                <a:gd name="T5" fmla="*/ 0 h 216"/>
                <a:gd name="T6" fmla="*/ 56 w 225"/>
                <a:gd name="T7" fmla="*/ 32 h 216"/>
                <a:gd name="T8" fmla="*/ 8 w 225"/>
                <a:gd name="T9" fmla="*/ 76 h 216"/>
                <a:gd name="T10" fmla="*/ 21 w 225"/>
                <a:gd name="T11" fmla="*/ 140 h 216"/>
                <a:gd name="T12" fmla="*/ 48 w 225"/>
                <a:gd name="T13" fmla="*/ 200 h 216"/>
                <a:gd name="T14" fmla="*/ 112 w 225"/>
                <a:gd name="T15" fmla="*/ 207 h 216"/>
                <a:gd name="T16" fmla="*/ 177 w 225"/>
                <a:gd name="T17" fmla="*/ 200 h 216"/>
                <a:gd name="T18" fmla="*/ 204 w 225"/>
                <a:gd name="T19" fmla="*/ 140 h 216"/>
                <a:gd name="T20" fmla="*/ 218 w 225"/>
                <a:gd name="T21" fmla="*/ 76 h 216"/>
                <a:gd name="T22" fmla="*/ 113 w 225"/>
                <a:gd name="T23" fmla="*/ 201 h 216"/>
                <a:gd name="T24" fmla="*/ 22 w 225"/>
                <a:gd name="T25" fmla="*/ 110 h 216"/>
                <a:gd name="T26" fmla="*/ 113 w 225"/>
                <a:gd name="T27" fmla="*/ 20 h 216"/>
                <a:gd name="T28" fmla="*/ 204 w 225"/>
                <a:gd name="T29" fmla="*/ 111 h 216"/>
                <a:gd name="T30" fmla="*/ 113 w 225"/>
                <a:gd name="T31" fmla="*/ 201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5" h="216">
                  <a:moveTo>
                    <a:pt x="218" y="76"/>
                  </a:moveTo>
                  <a:cubicBezTo>
                    <a:pt x="210" y="53"/>
                    <a:pt x="191" y="37"/>
                    <a:pt x="170" y="32"/>
                  </a:cubicBezTo>
                  <a:cubicBezTo>
                    <a:pt x="158" y="13"/>
                    <a:pt x="137" y="0"/>
                    <a:pt x="113" y="0"/>
                  </a:cubicBezTo>
                  <a:cubicBezTo>
                    <a:pt x="89" y="0"/>
                    <a:pt x="68" y="13"/>
                    <a:pt x="56" y="32"/>
                  </a:cubicBezTo>
                  <a:cubicBezTo>
                    <a:pt x="34" y="37"/>
                    <a:pt x="15" y="53"/>
                    <a:pt x="8" y="76"/>
                  </a:cubicBezTo>
                  <a:cubicBezTo>
                    <a:pt x="0" y="99"/>
                    <a:pt x="6" y="123"/>
                    <a:pt x="21" y="140"/>
                  </a:cubicBezTo>
                  <a:cubicBezTo>
                    <a:pt x="18" y="163"/>
                    <a:pt x="28" y="185"/>
                    <a:pt x="48" y="200"/>
                  </a:cubicBezTo>
                  <a:cubicBezTo>
                    <a:pt x="67" y="214"/>
                    <a:pt x="92" y="216"/>
                    <a:pt x="112" y="207"/>
                  </a:cubicBezTo>
                  <a:cubicBezTo>
                    <a:pt x="133" y="216"/>
                    <a:pt x="158" y="214"/>
                    <a:pt x="177" y="200"/>
                  </a:cubicBezTo>
                  <a:cubicBezTo>
                    <a:pt x="197" y="186"/>
                    <a:pt x="206" y="163"/>
                    <a:pt x="204" y="140"/>
                  </a:cubicBezTo>
                  <a:cubicBezTo>
                    <a:pt x="220" y="123"/>
                    <a:pt x="225" y="99"/>
                    <a:pt x="218" y="76"/>
                  </a:cubicBezTo>
                  <a:close/>
                  <a:moveTo>
                    <a:pt x="113" y="201"/>
                  </a:moveTo>
                  <a:cubicBezTo>
                    <a:pt x="63" y="201"/>
                    <a:pt x="22" y="160"/>
                    <a:pt x="22" y="110"/>
                  </a:cubicBezTo>
                  <a:cubicBezTo>
                    <a:pt x="22" y="60"/>
                    <a:pt x="62" y="20"/>
                    <a:pt x="113" y="20"/>
                  </a:cubicBezTo>
                  <a:cubicBezTo>
                    <a:pt x="163" y="20"/>
                    <a:pt x="204" y="61"/>
                    <a:pt x="204" y="111"/>
                  </a:cubicBezTo>
                  <a:cubicBezTo>
                    <a:pt x="204" y="161"/>
                    <a:pt x="163" y="201"/>
                    <a:pt x="113" y="20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60" name="Freeform 38"/>
            <p:cNvSpPr>
              <a:spLocks noEditPoints="1"/>
            </p:cNvSpPr>
            <p:nvPr/>
          </p:nvSpPr>
          <p:spPr bwMode="auto">
            <a:xfrm>
              <a:off x="8872600" y="4775504"/>
              <a:ext cx="84138" cy="26988"/>
            </a:xfrm>
            <a:custGeom>
              <a:avLst/>
              <a:gdLst>
                <a:gd name="T0" fmla="*/ 4 w 56"/>
                <a:gd name="T1" fmla="*/ 17 h 18"/>
                <a:gd name="T2" fmla="*/ 0 w 56"/>
                <a:gd name="T3" fmla="*/ 7 h 18"/>
                <a:gd name="T4" fmla="*/ 3 w 56"/>
                <a:gd name="T5" fmla="*/ 2 h 18"/>
                <a:gd name="T6" fmla="*/ 8 w 56"/>
                <a:gd name="T7" fmla="*/ 0 h 18"/>
                <a:gd name="T8" fmla="*/ 15 w 56"/>
                <a:gd name="T9" fmla="*/ 13 h 18"/>
                <a:gd name="T10" fmla="*/ 19 w 56"/>
                <a:gd name="T11" fmla="*/ 14 h 18"/>
                <a:gd name="T12" fmla="*/ 22 w 56"/>
                <a:gd name="T13" fmla="*/ 14 h 18"/>
                <a:gd name="T14" fmla="*/ 20 w 56"/>
                <a:gd name="T15" fmla="*/ 12 h 18"/>
                <a:gd name="T16" fmla="*/ 14 w 56"/>
                <a:gd name="T17" fmla="*/ 6 h 18"/>
                <a:gd name="T18" fmla="*/ 20 w 56"/>
                <a:gd name="T19" fmla="*/ 0 h 18"/>
                <a:gd name="T20" fmla="*/ 26 w 56"/>
                <a:gd name="T21" fmla="*/ 8 h 18"/>
                <a:gd name="T22" fmla="*/ 19 w 56"/>
                <a:gd name="T23" fmla="*/ 18 h 18"/>
                <a:gd name="T24" fmla="*/ 15 w 56"/>
                <a:gd name="T25" fmla="*/ 13 h 18"/>
                <a:gd name="T26" fmla="*/ 22 w 56"/>
                <a:gd name="T27" fmla="*/ 3 h 18"/>
                <a:gd name="T28" fmla="*/ 18 w 56"/>
                <a:gd name="T29" fmla="*/ 3 h 18"/>
                <a:gd name="T30" fmla="*/ 18 w 56"/>
                <a:gd name="T31" fmla="*/ 8 h 18"/>
                <a:gd name="T32" fmla="*/ 22 w 56"/>
                <a:gd name="T33" fmla="*/ 8 h 18"/>
                <a:gd name="T34" fmla="*/ 30 w 56"/>
                <a:gd name="T35" fmla="*/ 13 h 18"/>
                <a:gd name="T36" fmla="*/ 34 w 56"/>
                <a:gd name="T37" fmla="*/ 14 h 18"/>
                <a:gd name="T38" fmla="*/ 38 w 56"/>
                <a:gd name="T39" fmla="*/ 14 h 18"/>
                <a:gd name="T40" fmla="*/ 38 w 56"/>
                <a:gd name="T41" fmla="*/ 9 h 18"/>
                <a:gd name="T42" fmla="*/ 33 w 56"/>
                <a:gd name="T43" fmla="*/ 10 h 18"/>
                <a:gd name="T44" fmla="*/ 32 w 56"/>
                <a:gd name="T45" fmla="*/ 0 h 18"/>
                <a:gd name="T46" fmla="*/ 41 w 56"/>
                <a:gd name="T47" fmla="*/ 3 h 18"/>
                <a:gd name="T48" fmla="*/ 34 w 56"/>
                <a:gd name="T49" fmla="*/ 6 h 18"/>
                <a:gd name="T50" fmla="*/ 41 w 56"/>
                <a:gd name="T51" fmla="*/ 8 h 18"/>
                <a:gd name="T52" fmla="*/ 41 w 56"/>
                <a:gd name="T53" fmla="*/ 16 h 18"/>
                <a:gd name="T54" fmla="*/ 32 w 56"/>
                <a:gd name="T55" fmla="*/ 17 h 18"/>
                <a:gd name="T56" fmla="*/ 48 w 56"/>
                <a:gd name="T57" fmla="*/ 8 h 18"/>
                <a:gd name="T58" fmla="*/ 45 w 56"/>
                <a:gd name="T59" fmla="*/ 4 h 18"/>
                <a:gd name="T60" fmla="*/ 50 w 56"/>
                <a:gd name="T61" fmla="*/ 0 h 18"/>
                <a:gd name="T62" fmla="*/ 56 w 56"/>
                <a:gd name="T63" fmla="*/ 4 h 18"/>
                <a:gd name="T64" fmla="*/ 53 w 56"/>
                <a:gd name="T65" fmla="*/ 8 h 18"/>
                <a:gd name="T66" fmla="*/ 56 w 56"/>
                <a:gd name="T67" fmla="*/ 12 h 18"/>
                <a:gd name="T68" fmla="*/ 50 w 56"/>
                <a:gd name="T69" fmla="*/ 18 h 18"/>
                <a:gd name="T70" fmla="*/ 44 w 56"/>
                <a:gd name="T71" fmla="*/ 13 h 18"/>
                <a:gd name="T72" fmla="*/ 48 w 56"/>
                <a:gd name="T73" fmla="*/ 8 h 18"/>
                <a:gd name="T74" fmla="*/ 49 w 56"/>
                <a:gd name="T75" fmla="*/ 6 h 18"/>
                <a:gd name="T76" fmla="*/ 52 w 56"/>
                <a:gd name="T77" fmla="*/ 6 h 18"/>
                <a:gd name="T78" fmla="*/ 52 w 56"/>
                <a:gd name="T79" fmla="*/ 3 h 18"/>
                <a:gd name="T80" fmla="*/ 49 w 56"/>
                <a:gd name="T81" fmla="*/ 3 h 18"/>
                <a:gd name="T82" fmla="*/ 48 w 56"/>
                <a:gd name="T83" fmla="*/ 12 h 18"/>
                <a:gd name="T84" fmla="*/ 51 w 56"/>
                <a:gd name="T85" fmla="*/ 15 h 18"/>
                <a:gd name="T86" fmla="*/ 54 w 56"/>
                <a:gd name="T87" fmla="*/ 12 h 18"/>
                <a:gd name="T88" fmla="*/ 51 w 56"/>
                <a:gd name="T89" fmla="*/ 9 h 18"/>
                <a:gd name="T90" fmla="*/ 48 w 56"/>
                <a:gd name="T91" fmla="*/ 12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6" h="18">
                  <a:moveTo>
                    <a:pt x="8" y="17"/>
                  </a:moveTo>
                  <a:cubicBezTo>
                    <a:pt x="4" y="17"/>
                    <a:pt x="4" y="17"/>
                    <a:pt x="4" y="17"/>
                  </a:cubicBezTo>
                  <a:cubicBezTo>
                    <a:pt x="4" y="4"/>
                    <a:pt x="4" y="4"/>
                    <a:pt x="4" y="4"/>
                  </a:cubicBezTo>
                  <a:cubicBezTo>
                    <a:pt x="3" y="6"/>
                    <a:pt x="2" y="6"/>
                    <a:pt x="0" y="7"/>
                  </a:cubicBezTo>
                  <a:cubicBezTo>
                    <a:pt x="0" y="4"/>
                    <a:pt x="0" y="4"/>
                    <a:pt x="0" y="4"/>
                  </a:cubicBezTo>
                  <a:cubicBezTo>
                    <a:pt x="1" y="4"/>
                    <a:pt x="2" y="3"/>
                    <a:pt x="3" y="2"/>
                  </a:cubicBezTo>
                  <a:cubicBezTo>
                    <a:pt x="4" y="2"/>
                    <a:pt x="4" y="1"/>
                    <a:pt x="5" y="0"/>
                  </a:cubicBezTo>
                  <a:cubicBezTo>
                    <a:pt x="8" y="0"/>
                    <a:pt x="8" y="0"/>
                    <a:pt x="8" y="0"/>
                  </a:cubicBezTo>
                  <a:cubicBezTo>
                    <a:pt x="8" y="17"/>
                    <a:pt x="8" y="17"/>
                    <a:pt x="8" y="17"/>
                  </a:cubicBezTo>
                  <a:close/>
                  <a:moveTo>
                    <a:pt x="15" y="13"/>
                  </a:moveTo>
                  <a:cubicBezTo>
                    <a:pt x="18" y="13"/>
                    <a:pt x="18" y="13"/>
                    <a:pt x="18" y="13"/>
                  </a:cubicBezTo>
                  <a:cubicBezTo>
                    <a:pt x="18" y="14"/>
                    <a:pt x="18" y="14"/>
                    <a:pt x="19" y="14"/>
                  </a:cubicBezTo>
                  <a:cubicBezTo>
                    <a:pt x="19" y="15"/>
                    <a:pt x="20" y="15"/>
                    <a:pt x="20" y="15"/>
                  </a:cubicBezTo>
                  <a:cubicBezTo>
                    <a:pt x="21" y="15"/>
                    <a:pt x="21" y="14"/>
                    <a:pt x="22" y="14"/>
                  </a:cubicBezTo>
                  <a:cubicBezTo>
                    <a:pt x="22" y="13"/>
                    <a:pt x="23" y="12"/>
                    <a:pt x="23" y="10"/>
                  </a:cubicBezTo>
                  <a:cubicBezTo>
                    <a:pt x="22" y="11"/>
                    <a:pt x="21" y="12"/>
                    <a:pt x="20" y="12"/>
                  </a:cubicBezTo>
                  <a:cubicBezTo>
                    <a:pt x="18" y="12"/>
                    <a:pt x="17" y="11"/>
                    <a:pt x="16" y="10"/>
                  </a:cubicBezTo>
                  <a:cubicBezTo>
                    <a:pt x="15" y="9"/>
                    <a:pt x="14" y="8"/>
                    <a:pt x="14" y="6"/>
                  </a:cubicBezTo>
                  <a:cubicBezTo>
                    <a:pt x="14" y="4"/>
                    <a:pt x="15" y="2"/>
                    <a:pt x="16" y="1"/>
                  </a:cubicBezTo>
                  <a:cubicBezTo>
                    <a:pt x="17" y="0"/>
                    <a:pt x="18" y="0"/>
                    <a:pt x="20" y="0"/>
                  </a:cubicBezTo>
                  <a:cubicBezTo>
                    <a:pt x="22" y="0"/>
                    <a:pt x="23" y="0"/>
                    <a:pt x="24" y="2"/>
                  </a:cubicBezTo>
                  <a:cubicBezTo>
                    <a:pt x="26" y="3"/>
                    <a:pt x="26" y="5"/>
                    <a:pt x="26" y="8"/>
                  </a:cubicBezTo>
                  <a:cubicBezTo>
                    <a:pt x="26" y="12"/>
                    <a:pt x="25" y="14"/>
                    <a:pt x="24" y="16"/>
                  </a:cubicBezTo>
                  <a:cubicBezTo>
                    <a:pt x="23" y="17"/>
                    <a:pt x="21" y="18"/>
                    <a:pt x="19" y="18"/>
                  </a:cubicBezTo>
                  <a:cubicBezTo>
                    <a:pt x="18" y="18"/>
                    <a:pt x="17" y="17"/>
                    <a:pt x="16" y="16"/>
                  </a:cubicBezTo>
                  <a:cubicBezTo>
                    <a:pt x="16" y="16"/>
                    <a:pt x="15" y="15"/>
                    <a:pt x="15" y="13"/>
                  </a:cubicBezTo>
                  <a:close/>
                  <a:moveTo>
                    <a:pt x="22" y="6"/>
                  </a:moveTo>
                  <a:cubicBezTo>
                    <a:pt x="22" y="4"/>
                    <a:pt x="22" y="4"/>
                    <a:pt x="22" y="3"/>
                  </a:cubicBezTo>
                  <a:cubicBezTo>
                    <a:pt x="21" y="2"/>
                    <a:pt x="21" y="2"/>
                    <a:pt x="20" y="2"/>
                  </a:cubicBezTo>
                  <a:cubicBezTo>
                    <a:pt x="19" y="2"/>
                    <a:pt x="19" y="3"/>
                    <a:pt x="18" y="3"/>
                  </a:cubicBezTo>
                  <a:cubicBezTo>
                    <a:pt x="18" y="4"/>
                    <a:pt x="18" y="4"/>
                    <a:pt x="18" y="6"/>
                  </a:cubicBezTo>
                  <a:cubicBezTo>
                    <a:pt x="18" y="7"/>
                    <a:pt x="18" y="8"/>
                    <a:pt x="18" y="8"/>
                  </a:cubicBezTo>
                  <a:cubicBezTo>
                    <a:pt x="19" y="8"/>
                    <a:pt x="20" y="9"/>
                    <a:pt x="20" y="9"/>
                  </a:cubicBezTo>
                  <a:cubicBezTo>
                    <a:pt x="21" y="9"/>
                    <a:pt x="21" y="8"/>
                    <a:pt x="22" y="8"/>
                  </a:cubicBezTo>
                  <a:cubicBezTo>
                    <a:pt x="22" y="8"/>
                    <a:pt x="22" y="7"/>
                    <a:pt x="22" y="6"/>
                  </a:cubicBezTo>
                  <a:close/>
                  <a:moveTo>
                    <a:pt x="30" y="13"/>
                  </a:moveTo>
                  <a:cubicBezTo>
                    <a:pt x="34" y="12"/>
                    <a:pt x="34" y="12"/>
                    <a:pt x="34" y="12"/>
                  </a:cubicBezTo>
                  <a:cubicBezTo>
                    <a:pt x="34" y="13"/>
                    <a:pt x="34" y="14"/>
                    <a:pt x="34" y="14"/>
                  </a:cubicBezTo>
                  <a:cubicBezTo>
                    <a:pt x="35" y="15"/>
                    <a:pt x="36" y="15"/>
                    <a:pt x="36" y="15"/>
                  </a:cubicBezTo>
                  <a:cubicBezTo>
                    <a:pt x="37" y="15"/>
                    <a:pt x="37" y="15"/>
                    <a:pt x="38" y="14"/>
                  </a:cubicBezTo>
                  <a:cubicBezTo>
                    <a:pt x="38" y="14"/>
                    <a:pt x="39" y="13"/>
                    <a:pt x="39" y="12"/>
                  </a:cubicBezTo>
                  <a:cubicBezTo>
                    <a:pt x="39" y="10"/>
                    <a:pt x="38" y="10"/>
                    <a:pt x="38" y="9"/>
                  </a:cubicBezTo>
                  <a:cubicBezTo>
                    <a:pt x="38" y="9"/>
                    <a:pt x="37" y="8"/>
                    <a:pt x="36" y="8"/>
                  </a:cubicBezTo>
                  <a:cubicBezTo>
                    <a:pt x="35" y="8"/>
                    <a:pt x="34" y="9"/>
                    <a:pt x="33" y="10"/>
                  </a:cubicBezTo>
                  <a:cubicBezTo>
                    <a:pt x="30" y="9"/>
                    <a:pt x="30" y="9"/>
                    <a:pt x="30" y="9"/>
                  </a:cubicBezTo>
                  <a:cubicBezTo>
                    <a:pt x="32" y="0"/>
                    <a:pt x="32" y="0"/>
                    <a:pt x="32" y="0"/>
                  </a:cubicBezTo>
                  <a:cubicBezTo>
                    <a:pt x="41" y="0"/>
                    <a:pt x="41" y="0"/>
                    <a:pt x="41" y="0"/>
                  </a:cubicBezTo>
                  <a:cubicBezTo>
                    <a:pt x="41" y="3"/>
                    <a:pt x="41" y="3"/>
                    <a:pt x="41" y="3"/>
                  </a:cubicBezTo>
                  <a:cubicBezTo>
                    <a:pt x="35" y="3"/>
                    <a:pt x="35" y="3"/>
                    <a:pt x="35" y="3"/>
                  </a:cubicBezTo>
                  <a:cubicBezTo>
                    <a:pt x="34" y="6"/>
                    <a:pt x="34" y="6"/>
                    <a:pt x="34" y="6"/>
                  </a:cubicBezTo>
                  <a:cubicBezTo>
                    <a:pt x="35" y="6"/>
                    <a:pt x="36" y="6"/>
                    <a:pt x="37" y="6"/>
                  </a:cubicBezTo>
                  <a:cubicBezTo>
                    <a:pt x="38" y="6"/>
                    <a:pt x="40" y="6"/>
                    <a:pt x="41" y="8"/>
                  </a:cubicBezTo>
                  <a:cubicBezTo>
                    <a:pt x="42" y="9"/>
                    <a:pt x="42" y="10"/>
                    <a:pt x="42" y="12"/>
                  </a:cubicBezTo>
                  <a:cubicBezTo>
                    <a:pt x="42" y="14"/>
                    <a:pt x="42" y="15"/>
                    <a:pt x="41" y="16"/>
                  </a:cubicBezTo>
                  <a:cubicBezTo>
                    <a:pt x="40" y="18"/>
                    <a:pt x="38" y="18"/>
                    <a:pt x="36" y="18"/>
                  </a:cubicBezTo>
                  <a:cubicBezTo>
                    <a:pt x="35" y="18"/>
                    <a:pt x="33" y="18"/>
                    <a:pt x="32" y="17"/>
                  </a:cubicBezTo>
                  <a:cubicBezTo>
                    <a:pt x="31" y="16"/>
                    <a:pt x="30" y="14"/>
                    <a:pt x="30" y="13"/>
                  </a:cubicBezTo>
                  <a:close/>
                  <a:moveTo>
                    <a:pt x="48" y="8"/>
                  </a:moveTo>
                  <a:cubicBezTo>
                    <a:pt x="47" y="7"/>
                    <a:pt x="46" y="7"/>
                    <a:pt x="46" y="6"/>
                  </a:cubicBezTo>
                  <a:cubicBezTo>
                    <a:pt x="46" y="5"/>
                    <a:pt x="45" y="5"/>
                    <a:pt x="45" y="4"/>
                  </a:cubicBezTo>
                  <a:cubicBezTo>
                    <a:pt x="45" y="3"/>
                    <a:pt x="46" y="2"/>
                    <a:pt x="46" y="1"/>
                  </a:cubicBezTo>
                  <a:cubicBezTo>
                    <a:pt x="47" y="0"/>
                    <a:pt x="49" y="0"/>
                    <a:pt x="50" y="0"/>
                  </a:cubicBezTo>
                  <a:cubicBezTo>
                    <a:pt x="52" y="0"/>
                    <a:pt x="54" y="0"/>
                    <a:pt x="54" y="1"/>
                  </a:cubicBezTo>
                  <a:cubicBezTo>
                    <a:pt x="55" y="2"/>
                    <a:pt x="56" y="3"/>
                    <a:pt x="56" y="4"/>
                  </a:cubicBezTo>
                  <a:cubicBezTo>
                    <a:pt x="56" y="5"/>
                    <a:pt x="56" y="6"/>
                    <a:pt x="55" y="6"/>
                  </a:cubicBezTo>
                  <a:cubicBezTo>
                    <a:pt x="55" y="7"/>
                    <a:pt x="54" y="8"/>
                    <a:pt x="53" y="8"/>
                  </a:cubicBezTo>
                  <a:cubicBezTo>
                    <a:pt x="54" y="8"/>
                    <a:pt x="55" y="9"/>
                    <a:pt x="56" y="10"/>
                  </a:cubicBezTo>
                  <a:cubicBezTo>
                    <a:pt x="56" y="10"/>
                    <a:pt x="56" y="11"/>
                    <a:pt x="56" y="12"/>
                  </a:cubicBezTo>
                  <a:cubicBezTo>
                    <a:pt x="56" y="14"/>
                    <a:pt x="56" y="15"/>
                    <a:pt x="55" y="16"/>
                  </a:cubicBezTo>
                  <a:cubicBezTo>
                    <a:pt x="54" y="18"/>
                    <a:pt x="52" y="18"/>
                    <a:pt x="50" y="18"/>
                  </a:cubicBezTo>
                  <a:cubicBezTo>
                    <a:pt x="49" y="18"/>
                    <a:pt x="48" y="18"/>
                    <a:pt x="46" y="17"/>
                  </a:cubicBezTo>
                  <a:cubicBezTo>
                    <a:pt x="45" y="16"/>
                    <a:pt x="44" y="14"/>
                    <a:pt x="44" y="13"/>
                  </a:cubicBezTo>
                  <a:cubicBezTo>
                    <a:pt x="44" y="12"/>
                    <a:pt x="45" y="11"/>
                    <a:pt x="45" y="10"/>
                  </a:cubicBezTo>
                  <a:cubicBezTo>
                    <a:pt x="46" y="9"/>
                    <a:pt x="47" y="8"/>
                    <a:pt x="48" y="8"/>
                  </a:cubicBezTo>
                  <a:close/>
                  <a:moveTo>
                    <a:pt x="49" y="4"/>
                  </a:moveTo>
                  <a:cubicBezTo>
                    <a:pt x="49" y="5"/>
                    <a:pt x="49" y="6"/>
                    <a:pt x="49" y="6"/>
                  </a:cubicBezTo>
                  <a:cubicBezTo>
                    <a:pt x="50" y="6"/>
                    <a:pt x="50" y="6"/>
                    <a:pt x="51" y="6"/>
                  </a:cubicBezTo>
                  <a:cubicBezTo>
                    <a:pt x="52" y="6"/>
                    <a:pt x="52" y="6"/>
                    <a:pt x="52" y="6"/>
                  </a:cubicBezTo>
                  <a:cubicBezTo>
                    <a:pt x="53" y="6"/>
                    <a:pt x="53" y="5"/>
                    <a:pt x="53" y="4"/>
                  </a:cubicBezTo>
                  <a:cubicBezTo>
                    <a:pt x="53" y="4"/>
                    <a:pt x="53" y="3"/>
                    <a:pt x="52" y="3"/>
                  </a:cubicBezTo>
                  <a:cubicBezTo>
                    <a:pt x="52" y="2"/>
                    <a:pt x="52" y="2"/>
                    <a:pt x="51" y="2"/>
                  </a:cubicBezTo>
                  <a:cubicBezTo>
                    <a:pt x="50" y="2"/>
                    <a:pt x="50" y="2"/>
                    <a:pt x="49" y="3"/>
                  </a:cubicBezTo>
                  <a:cubicBezTo>
                    <a:pt x="49" y="3"/>
                    <a:pt x="49" y="4"/>
                    <a:pt x="49" y="4"/>
                  </a:cubicBezTo>
                  <a:close/>
                  <a:moveTo>
                    <a:pt x="48" y="12"/>
                  </a:moveTo>
                  <a:cubicBezTo>
                    <a:pt x="48" y="13"/>
                    <a:pt x="49" y="14"/>
                    <a:pt x="49" y="14"/>
                  </a:cubicBezTo>
                  <a:cubicBezTo>
                    <a:pt x="50" y="15"/>
                    <a:pt x="50" y="15"/>
                    <a:pt x="51" y="15"/>
                  </a:cubicBezTo>
                  <a:cubicBezTo>
                    <a:pt x="52" y="15"/>
                    <a:pt x="52" y="15"/>
                    <a:pt x="53" y="14"/>
                  </a:cubicBezTo>
                  <a:cubicBezTo>
                    <a:pt x="53" y="14"/>
                    <a:pt x="54" y="13"/>
                    <a:pt x="54" y="12"/>
                  </a:cubicBezTo>
                  <a:cubicBezTo>
                    <a:pt x="54" y="11"/>
                    <a:pt x="53" y="10"/>
                    <a:pt x="53" y="10"/>
                  </a:cubicBezTo>
                  <a:cubicBezTo>
                    <a:pt x="52" y="10"/>
                    <a:pt x="52" y="9"/>
                    <a:pt x="51" y="9"/>
                  </a:cubicBezTo>
                  <a:cubicBezTo>
                    <a:pt x="50" y="9"/>
                    <a:pt x="50" y="10"/>
                    <a:pt x="49" y="10"/>
                  </a:cubicBezTo>
                  <a:cubicBezTo>
                    <a:pt x="49" y="11"/>
                    <a:pt x="48" y="11"/>
                    <a:pt x="48"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61" name="Freeform 39"/>
            <p:cNvSpPr>
              <a:spLocks noEditPoints="1"/>
            </p:cNvSpPr>
            <p:nvPr/>
          </p:nvSpPr>
          <p:spPr bwMode="auto">
            <a:xfrm>
              <a:off x="8729725" y="4570716"/>
              <a:ext cx="474663" cy="477838"/>
            </a:xfrm>
            <a:custGeom>
              <a:avLst/>
              <a:gdLst>
                <a:gd name="T0" fmla="*/ 159 w 318"/>
                <a:gd name="T1" fmla="*/ 0 h 318"/>
                <a:gd name="T2" fmla="*/ 0 w 318"/>
                <a:gd name="T3" fmla="*/ 159 h 318"/>
                <a:gd name="T4" fmla="*/ 159 w 318"/>
                <a:gd name="T5" fmla="*/ 318 h 318"/>
                <a:gd name="T6" fmla="*/ 318 w 318"/>
                <a:gd name="T7" fmla="*/ 159 h 318"/>
                <a:gd name="T8" fmla="*/ 159 w 318"/>
                <a:gd name="T9" fmla="*/ 0 h 318"/>
                <a:gd name="T10" fmla="*/ 159 w 318"/>
                <a:gd name="T11" fmla="*/ 312 h 318"/>
                <a:gd name="T12" fmla="*/ 6 w 318"/>
                <a:gd name="T13" fmla="*/ 159 h 318"/>
                <a:gd name="T14" fmla="*/ 159 w 318"/>
                <a:gd name="T15" fmla="*/ 6 h 318"/>
                <a:gd name="T16" fmla="*/ 312 w 318"/>
                <a:gd name="T17" fmla="*/ 160 h 318"/>
                <a:gd name="T18" fmla="*/ 159 w 318"/>
                <a:gd name="T19" fmla="*/ 31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18" h="318">
                  <a:moveTo>
                    <a:pt x="159" y="0"/>
                  </a:moveTo>
                  <a:cubicBezTo>
                    <a:pt x="71" y="0"/>
                    <a:pt x="0" y="72"/>
                    <a:pt x="0" y="159"/>
                  </a:cubicBezTo>
                  <a:cubicBezTo>
                    <a:pt x="0" y="247"/>
                    <a:pt x="71" y="318"/>
                    <a:pt x="159" y="318"/>
                  </a:cubicBezTo>
                  <a:cubicBezTo>
                    <a:pt x="246" y="318"/>
                    <a:pt x="318" y="247"/>
                    <a:pt x="318" y="159"/>
                  </a:cubicBezTo>
                  <a:cubicBezTo>
                    <a:pt x="317" y="72"/>
                    <a:pt x="246" y="0"/>
                    <a:pt x="159" y="0"/>
                  </a:cubicBezTo>
                  <a:close/>
                  <a:moveTo>
                    <a:pt x="159" y="312"/>
                  </a:moveTo>
                  <a:cubicBezTo>
                    <a:pt x="74" y="312"/>
                    <a:pt x="6" y="244"/>
                    <a:pt x="6" y="159"/>
                  </a:cubicBezTo>
                  <a:cubicBezTo>
                    <a:pt x="6" y="75"/>
                    <a:pt x="74" y="6"/>
                    <a:pt x="159" y="6"/>
                  </a:cubicBezTo>
                  <a:cubicBezTo>
                    <a:pt x="243" y="6"/>
                    <a:pt x="312" y="75"/>
                    <a:pt x="312" y="160"/>
                  </a:cubicBezTo>
                  <a:cubicBezTo>
                    <a:pt x="312" y="244"/>
                    <a:pt x="243" y="312"/>
                    <a:pt x="159" y="3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62" name="Freeform 40"/>
            <p:cNvSpPr>
              <a:spLocks noEditPoints="1"/>
            </p:cNvSpPr>
            <p:nvPr/>
          </p:nvSpPr>
          <p:spPr bwMode="auto">
            <a:xfrm>
              <a:off x="8763063" y="4810429"/>
              <a:ext cx="407988" cy="204788"/>
            </a:xfrm>
            <a:custGeom>
              <a:avLst/>
              <a:gdLst>
                <a:gd name="T0" fmla="*/ 258 w 274"/>
                <a:gd name="T1" fmla="*/ 63 h 137"/>
                <a:gd name="T2" fmla="*/ 1 w 274"/>
                <a:gd name="T3" fmla="*/ 12 h 137"/>
                <a:gd name="T4" fmla="*/ 14 w 274"/>
                <a:gd name="T5" fmla="*/ 9 h 137"/>
                <a:gd name="T6" fmla="*/ 1 w 274"/>
                <a:gd name="T7" fmla="*/ 17 h 137"/>
                <a:gd name="T8" fmla="*/ 16 w 274"/>
                <a:gd name="T9" fmla="*/ 29 h 137"/>
                <a:gd name="T10" fmla="*/ 11 w 274"/>
                <a:gd name="T11" fmla="*/ 27 h 137"/>
                <a:gd name="T12" fmla="*/ 14 w 274"/>
                <a:gd name="T13" fmla="*/ 36 h 137"/>
                <a:gd name="T14" fmla="*/ 18 w 274"/>
                <a:gd name="T15" fmla="*/ 47 h 137"/>
                <a:gd name="T16" fmla="*/ 21 w 274"/>
                <a:gd name="T17" fmla="*/ 57 h 137"/>
                <a:gd name="T18" fmla="*/ 21 w 274"/>
                <a:gd name="T19" fmla="*/ 55 h 137"/>
                <a:gd name="T20" fmla="*/ 19 w 274"/>
                <a:gd name="T21" fmla="*/ 66 h 137"/>
                <a:gd name="T22" fmla="*/ 22 w 274"/>
                <a:gd name="T23" fmla="*/ 62 h 137"/>
                <a:gd name="T24" fmla="*/ 22 w 274"/>
                <a:gd name="T25" fmla="*/ 71 h 137"/>
                <a:gd name="T26" fmla="*/ 30 w 274"/>
                <a:gd name="T27" fmla="*/ 71 h 137"/>
                <a:gd name="T28" fmla="*/ 30 w 274"/>
                <a:gd name="T29" fmla="*/ 86 h 137"/>
                <a:gd name="T30" fmla="*/ 36 w 274"/>
                <a:gd name="T31" fmla="*/ 79 h 137"/>
                <a:gd name="T32" fmla="*/ 47 w 274"/>
                <a:gd name="T33" fmla="*/ 90 h 137"/>
                <a:gd name="T34" fmla="*/ 58 w 274"/>
                <a:gd name="T35" fmla="*/ 96 h 137"/>
                <a:gd name="T36" fmla="*/ 51 w 274"/>
                <a:gd name="T37" fmla="*/ 95 h 137"/>
                <a:gd name="T38" fmla="*/ 58 w 274"/>
                <a:gd name="T39" fmla="*/ 105 h 137"/>
                <a:gd name="T40" fmla="*/ 67 w 274"/>
                <a:gd name="T41" fmla="*/ 106 h 137"/>
                <a:gd name="T42" fmla="*/ 76 w 274"/>
                <a:gd name="T43" fmla="*/ 112 h 137"/>
                <a:gd name="T44" fmla="*/ 82 w 274"/>
                <a:gd name="T45" fmla="*/ 111 h 137"/>
                <a:gd name="T46" fmla="*/ 78 w 274"/>
                <a:gd name="T47" fmla="*/ 113 h 137"/>
                <a:gd name="T48" fmla="*/ 83 w 274"/>
                <a:gd name="T49" fmla="*/ 123 h 137"/>
                <a:gd name="T50" fmla="*/ 97 w 274"/>
                <a:gd name="T51" fmla="*/ 121 h 137"/>
                <a:gd name="T52" fmla="*/ 100 w 274"/>
                <a:gd name="T53" fmla="*/ 125 h 137"/>
                <a:gd name="T54" fmla="*/ 108 w 274"/>
                <a:gd name="T55" fmla="*/ 126 h 137"/>
                <a:gd name="T56" fmla="*/ 113 w 274"/>
                <a:gd name="T57" fmla="*/ 126 h 137"/>
                <a:gd name="T58" fmla="*/ 132 w 274"/>
                <a:gd name="T59" fmla="*/ 136 h 137"/>
                <a:gd name="T60" fmla="*/ 126 w 274"/>
                <a:gd name="T61" fmla="*/ 130 h 137"/>
                <a:gd name="T62" fmla="*/ 128 w 274"/>
                <a:gd name="T63" fmla="*/ 135 h 137"/>
                <a:gd name="T64" fmla="*/ 135 w 274"/>
                <a:gd name="T65" fmla="*/ 135 h 137"/>
                <a:gd name="T66" fmla="*/ 149 w 274"/>
                <a:gd name="T67" fmla="*/ 136 h 137"/>
                <a:gd name="T68" fmla="*/ 152 w 274"/>
                <a:gd name="T69" fmla="*/ 133 h 137"/>
                <a:gd name="T70" fmla="*/ 167 w 274"/>
                <a:gd name="T71" fmla="*/ 131 h 137"/>
                <a:gd name="T72" fmla="*/ 180 w 274"/>
                <a:gd name="T73" fmla="*/ 128 h 137"/>
                <a:gd name="T74" fmla="*/ 175 w 274"/>
                <a:gd name="T75" fmla="*/ 122 h 137"/>
                <a:gd name="T76" fmla="*/ 187 w 274"/>
                <a:gd name="T77" fmla="*/ 119 h 137"/>
                <a:gd name="T78" fmla="*/ 192 w 274"/>
                <a:gd name="T79" fmla="*/ 117 h 137"/>
                <a:gd name="T80" fmla="*/ 199 w 274"/>
                <a:gd name="T81" fmla="*/ 119 h 137"/>
                <a:gd name="T82" fmla="*/ 203 w 274"/>
                <a:gd name="T83" fmla="*/ 119 h 137"/>
                <a:gd name="T84" fmla="*/ 217 w 274"/>
                <a:gd name="T85" fmla="*/ 111 h 137"/>
                <a:gd name="T86" fmla="*/ 217 w 274"/>
                <a:gd name="T87" fmla="*/ 106 h 137"/>
                <a:gd name="T88" fmla="*/ 232 w 274"/>
                <a:gd name="T89" fmla="*/ 96 h 137"/>
                <a:gd name="T90" fmla="*/ 231 w 274"/>
                <a:gd name="T91" fmla="*/ 97 h 137"/>
                <a:gd name="T92" fmla="*/ 238 w 274"/>
                <a:gd name="T93" fmla="*/ 95 h 137"/>
                <a:gd name="T94" fmla="*/ 234 w 274"/>
                <a:gd name="T95" fmla="*/ 85 h 137"/>
                <a:gd name="T96" fmla="*/ 242 w 274"/>
                <a:gd name="T97" fmla="*/ 73 h 137"/>
                <a:gd name="T98" fmla="*/ 238 w 274"/>
                <a:gd name="T99" fmla="*/ 77 h 137"/>
                <a:gd name="T100" fmla="*/ 252 w 274"/>
                <a:gd name="T101" fmla="*/ 71 h 137"/>
                <a:gd name="T102" fmla="*/ 266 w 274"/>
                <a:gd name="T103" fmla="*/ 40 h 137"/>
                <a:gd name="T104" fmla="*/ 258 w 274"/>
                <a:gd name="T105" fmla="*/ 48 h 137"/>
                <a:gd name="T106" fmla="*/ 268 w 274"/>
                <a:gd name="T107" fmla="*/ 35 h 137"/>
                <a:gd name="T108" fmla="*/ 259 w 274"/>
                <a:gd name="T109" fmla="*/ 22 h 137"/>
                <a:gd name="T110" fmla="*/ 262 w 274"/>
                <a:gd name="T111" fmla="*/ 27 h 137"/>
                <a:gd name="T112" fmla="*/ 273 w 274"/>
                <a:gd name="T113" fmla="*/ 17 h 137"/>
                <a:gd name="T114" fmla="*/ 273 w 274"/>
                <a:gd name="T115" fmla="*/ 12 h 137"/>
                <a:gd name="T116" fmla="*/ 266 w 274"/>
                <a:gd name="T117" fmla="*/ 7 h 137"/>
                <a:gd name="T118" fmla="*/ 269 w 274"/>
                <a:gd name="T119" fmla="*/ 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74" h="137">
                  <a:moveTo>
                    <a:pt x="250" y="51"/>
                  </a:moveTo>
                  <a:cubicBezTo>
                    <a:pt x="250" y="51"/>
                    <a:pt x="250" y="51"/>
                    <a:pt x="250" y="51"/>
                  </a:cubicBezTo>
                  <a:cubicBezTo>
                    <a:pt x="250" y="52"/>
                    <a:pt x="250" y="52"/>
                    <a:pt x="250" y="52"/>
                  </a:cubicBezTo>
                  <a:cubicBezTo>
                    <a:pt x="250" y="53"/>
                    <a:pt x="250" y="53"/>
                    <a:pt x="249" y="53"/>
                  </a:cubicBezTo>
                  <a:cubicBezTo>
                    <a:pt x="249" y="53"/>
                    <a:pt x="248" y="53"/>
                    <a:pt x="248" y="53"/>
                  </a:cubicBezTo>
                  <a:cubicBezTo>
                    <a:pt x="248" y="53"/>
                    <a:pt x="248" y="53"/>
                    <a:pt x="248" y="53"/>
                  </a:cubicBezTo>
                  <a:cubicBezTo>
                    <a:pt x="248" y="54"/>
                    <a:pt x="248" y="54"/>
                    <a:pt x="249" y="55"/>
                  </a:cubicBezTo>
                  <a:cubicBezTo>
                    <a:pt x="251" y="56"/>
                    <a:pt x="251" y="56"/>
                    <a:pt x="251" y="56"/>
                  </a:cubicBezTo>
                  <a:cubicBezTo>
                    <a:pt x="252" y="53"/>
                    <a:pt x="252" y="53"/>
                    <a:pt x="252" y="53"/>
                  </a:cubicBezTo>
                  <a:cubicBezTo>
                    <a:pt x="253" y="54"/>
                    <a:pt x="253" y="54"/>
                    <a:pt x="253" y="54"/>
                  </a:cubicBezTo>
                  <a:cubicBezTo>
                    <a:pt x="252" y="56"/>
                    <a:pt x="252" y="56"/>
                    <a:pt x="252" y="56"/>
                  </a:cubicBezTo>
                  <a:cubicBezTo>
                    <a:pt x="258" y="59"/>
                    <a:pt x="258" y="59"/>
                    <a:pt x="258" y="59"/>
                  </a:cubicBezTo>
                  <a:cubicBezTo>
                    <a:pt x="258" y="60"/>
                    <a:pt x="259" y="59"/>
                    <a:pt x="260" y="58"/>
                  </a:cubicBezTo>
                  <a:cubicBezTo>
                    <a:pt x="260" y="58"/>
                    <a:pt x="260" y="58"/>
                    <a:pt x="260" y="58"/>
                  </a:cubicBezTo>
                  <a:cubicBezTo>
                    <a:pt x="258" y="63"/>
                    <a:pt x="258" y="63"/>
                    <a:pt x="258" y="63"/>
                  </a:cubicBezTo>
                  <a:cubicBezTo>
                    <a:pt x="257" y="63"/>
                    <a:pt x="257" y="63"/>
                    <a:pt x="257" y="63"/>
                  </a:cubicBezTo>
                  <a:cubicBezTo>
                    <a:pt x="258" y="62"/>
                    <a:pt x="258" y="62"/>
                    <a:pt x="257" y="61"/>
                  </a:cubicBezTo>
                  <a:cubicBezTo>
                    <a:pt x="251" y="58"/>
                    <a:pt x="251" y="58"/>
                    <a:pt x="251" y="58"/>
                  </a:cubicBezTo>
                  <a:cubicBezTo>
                    <a:pt x="250" y="60"/>
                    <a:pt x="250" y="60"/>
                    <a:pt x="250" y="60"/>
                  </a:cubicBezTo>
                  <a:cubicBezTo>
                    <a:pt x="250" y="59"/>
                    <a:pt x="250" y="59"/>
                    <a:pt x="250" y="59"/>
                  </a:cubicBezTo>
                  <a:cubicBezTo>
                    <a:pt x="250" y="58"/>
                    <a:pt x="250" y="58"/>
                    <a:pt x="250" y="58"/>
                  </a:cubicBezTo>
                  <a:cubicBezTo>
                    <a:pt x="250" y="57"/>
                    <a:pt x="250" y="57"/>
                    <a:pt x="250" y="57"/>
                  </a:cubicBezTo>
                  <a:cubicBezTo>
                    <a:pt x="249" y="57"/>
                    <a:pt x="248" y="56"/>
                    <a:pt x="248" y="55"/>
                  </a:cubicBezTo>
                  <a:cubicBezTo>
                    <a:pt x="247" y="54"/>
                    <a:pt x="247" y="53"/>
                    <a:pt x="248" y="52"/>
                  </a:cubicBezTo>
                  <a:cubicBezTo>
                    <a:pt x="248" y="52"/>
                    <a:pt x="249" y="51"/>
                    <a:pt x="250" y="51"/>
                  </a:cubicBezTo>
                  <a:cubicBezTo>
                    <a:pt x="250" y="51"/>
                    <a:pt x="250" y="51"/>
                    <a:pt x="250" y="51"/>
                  </a:cubicBezTo>
                  <a:close/>
                  <a:moveTo>
                    <a:pt x="14" y="15"/>
                  </a:moveTo>
                  <a:cubicBezTo>
                    <a:pt x="14" y="14"/>
                    <a:pt x="14" y="13"/>
                    <a:pt x="12" y="13"/>
                  </a:cubicBezTo>
                  <a:cubicBezTo>
                    <a:pt x="5" y="13"/>
                    <a:pt x="5" y="13"/>
                    <a:pt x="5" y="13"/>
                  </a:cubicBezTo>
                  <a:cubicBezTo>
                    <a:pt x="4" y="13"/>
                    <a:pt x="2" y="13"/>
                    <a:pt x="1" y="12"/>
                  </a:cubicBezTo>
                  <a:cubicBezTo>
                    <a:pt x="0" y="11"/>
                    <a:pt x="0" y="10"/>
                    <a:pt x="0" y="8"/>
                  </a:cubicBezTo>
                  <a:cubicBezTo>
                    <a:pt x="0" y="7"/>
                    <a:pt x="0" y="5"/>
                    <a:pt x="1" y="5"/>
                  </a:cubicBezTo>
                  <a:cubicBezTo>
                    <a:pt x="2" y="3"/>
                    <a:pt x="3" y="3"/>
                    <a:pt x="5" y="3"/>
                  </a:cubicBezTo>
                  <a:cubicBezTo>
                    <a:pt x="12" y="2"/>
                    <a:pt x="12" y="2"/>
                    <a:pt x="12" y="2"/>
                  </a:cubicBezTo>
                  <a:cubicBezTo>
                    <a:pt x="13" y="2"/>
                    <a:pt x="13" y="1"/>
                    <a:pt x="13" y="0"/>
                  </a:cubicBezTo>
                  <a:cubicBezTo>
                    <a:pt x="14" y="0"/>
                    <a:pt x="14" y="0"/>
                    <a:pt x="14" y="0"/>
                  </a:cubicBezTo>
                  <a:cubicBezTo>
                    <a:pt x="14" y="6"/>
                    <a:pt x="14" y="6"/>
                    <a:pt x="14" y="6"/>
                  </a:cubicBezTo>
                  <a:cubicBezTo>
                    <a:pt x="14" y="6"/>
                    <a:pt x="14" y="6"/>
                    <a:pt x="14" y="6"/>
                  </a:cubicBezTo>
                  <a:cubicBezTo>
                    <a:pt x="14" y="5"/>
                    <a:pt x="13" y="4"/>
                    <a:pt x="12" y="4"/>
                  </a:cubicBezTo>
                  <a:cubicBezTo>
                    <a:pt x="5" y="5"/>
                    <a:pt x="5" y="5"/>
                    <a:pt x="5" y="5"/>
                  </a:cubicBezTo>
                  <a:cubicBezTo>
                    <a:pt x="4" y="5"/>
                    <a:pt x="3" y="5"/>
                    <a:pt x="2" y="5"/>
                  </a:cubicBezTo>
                  <a:cubicBezTo>
                    <a:pt x="1" y="6"/>
                    <a:pt x="1" y="7"/>
                    <a:pt x="1" y="8"/>
                  </a:cubicBezTo>
                  <a:cubicBezTo>
                    <a:pt x="1" y="11"/>
                    <a:pt x="3" y="12"/>
                    <a:pt x="6" y="12"/>
                  </a:cubicBezTo>
                  <a:cubicBezTo>
                    <a:pt x="13" y="11"/>
                    <a:pt x="13" y="11"/>
                    <a:pt x="13" y="11"/>
                  </a:cubicBezTo>
                  <a:cubicBezTo>
                    <a:pt x="14" y="11"/>
                    <a:pt x="14" y="11"/>
                    <a:pt x="14" y="9"/>
                  </a:cubicBezTo>
                  <a:cubicBezTo>
                    <a:pt x="14" y="9"/>
                    <a:pt x="14" y="9"/>
                    <a:pt x="14" y="9"/>
                  </a:cubicBezTo>
                  <a:cubicBezTo>
                    <a:pt x="14" y="15"/>
                    <a:pt x="14" y="15"/>
                    <a:pt x="14" y="15"/>
                  </a:cubicBezTo>
                  <a:cubicBezTo>
                    <a:pt x="14" y="15"/>
                    <a:pt x="14" y="15"/>
                    <a:pt x="14" y="15"/>
                  </a:cubicBezTo>
                  <a:close/>
                  <a:moveTo>
                    <a:pt x="3" y="27"/>
                  </a:moveTo>
                  <a:cubicBezTo>
                    <a:pt x="2" y="23"/>
                    <a:pt x="2" y="23"/>
                    <a:pt x="2" y="23"/>
                  </a:cubicBezTo>
                  <a:cubicBezTo>
                    <a:pt x="2" y="23"/>
                    <a:pt x="2" y="23"/>
                    <a:pt x="2" y="23"/>
                  </a:cubicBezTo>
                  <a:cubicBezTo>
                    <a:pt x="2" y="23"/>
                    <a:pt x="3" y="24"/>
                    <a:pt x="4" y="24"/>
                  </a:cubicBezTo>
                  <a:cubicBezTo>
                    <a:pt x="9" y="23"/>
                    <a:pt x="9" y="23"/>
                    <a:pt x="9" y="23"/>
                  </a:cubicBezTo>
                  <a:cubicBezTo>
                    <a:pt x="10" y="23"/>
                    <a:pt x="10" y="23"/>
                    <a:pt x="10" y="22"/>
                  </a:cubicBezTo>
                  <a:cubicBezTo>
                    <a:pt x="11" y="22"/>
                    <a:pt x="11" y="21"/>
                    <a:pt x="10" y="21"/>
                  </a:cubicBezTo>
                  <a:cubicBezTo>
                    <a:pt x="10" y="20"/>
                    <a:pt x="10" y="19"/>
                    <a:pt x="9" y="19"/>
                  </a:cubicBezTo>
                  <a:cubicBezTo>
                    <a:pt x="3" y="20"/>
                    <a:pt x="3" y="20"/>
                    <a:pt x="3" y="20"/>
                  </a:cubicBezTo>
                  <a:cubicBezTo>
                    <a:pt x="2" y="20"/>
                    <a:pt x="2" y="21"/>
                    <a:pt x="2" y="21"/>
                  </a:cubicBezTo>
                  <a:cubicBezTo>
                    <a:pt x="2" y="21"/>
                    <a:pt x="2" y="21"/>
                    <a:pt x="2" y="21"/>
                  </a:cubicBezTo>
                  <a:cubicBezTo>
                    <a:pt x="1" y="17"/>
                    <a:pt x="1" y="17"/>
                    <a:pt x="1" y="17"/>
                  </a:cubicBezTo>
                  <a:cubicBezTo>
                    <a:pt x="1" y="17"/>
                    <a:pt x="1" y="17"/>
                    <a:pt x="1" y="17"/>
                  </a:cubicBezTo>
                  <a:cubicBezTo>
                    <a:pt x="1" y="18"/>
                    <a:pt x="2" y="18"/>
                    <a:pt x="3" y="18"/>
                  </a:cubicBezTo>
                  <a:cubicBezTo>
                    <a:pt x="8" y="17"/>
                    <a:pt x="8" y="17"/>
                    <a:pt x="8" y="17"/>
                  </a:cubicBezTo>
                  <a:cubicBezTo>
                    <a:pt x="9" y="17"/>
                    <a:pt x="9" y="17"/>
                    <a:pt x="9" y="17"/>
                  </a:cubicBezTo>
                  <a:cubicBezTo>
                    <a:pt x="9" y="17"/>
                    <a:pt x="9" y="17"/>
                    <a:pt x="9" y="16"/>
                  </a:cubicBezTo>
                  <a:cubicBezTo>
                    <a:pt x="10" y="16"/>
                    <a:pt x="10" y="16"/>
                    <a:pt x="10" y="16"/>
                  </a:cubicBezTo>
                  <a:cubicBezTo>
                    <a:pt x="11" y="19"/>
                    <a:pt x="11" y="19"/>
                    <a:pt x="11" y="19"/>
                  </a:cubicBezTo>
                  <a:cubicBezTo>
                    <a:pt x="10" y="19"/>
                    <a:pt x="10" y="19"/>
                    <a:pt x="10" y="19"/>
                  </a:cubicBezTo>
                  <a:cubicBezTo>
                    <a:pt x="11" y="20"/>
                    <a:pt x="12" y="21"/>
                    <a:pt x="12" y="22"/>
                  </a:cubicBezTo>
                  <a:cubicBezTo>
                    <a:pt x="12" y="23"/>
                    <a:pt x="11" y="24"/>
                    <a:pt x="9" y="25"/>
                  </a:cubicBezTo>
                  <a:cubicBezTo>
                    <a:pt x="4" y="25"/>
                    <a:pt x="4" y="25"/>
                    <a:pt x="4" y="25"/>
                  </a:cubicBezTo>
                  <a:cubicBezTo>
                    <a:pt x="3" y="26"/>
                    <a:pt x="3" y="26"/>
                    <a:pt x="3" y="27"/>
                  </a:cubicBezTo>
                  <a:cubicBezTo>
                    <a:pt x="3" y="27"/>
                    <a:pt x="3" y="27"/>
                    <a:pt x="3" y="27"/>
                  </a:cubicBezTo>
                  <a:close/>
                  <a:moveTo>
                    <a:pt x="16" y="29"/>
                  </a:moveTo>
                  <a:cubicBezTo>
                    <a:pt x="16" y="29"/>
                    <a:pt x="16" y="29"/>
                    <a:pt x="16" y="29"/>
                  </a:cubicBezTo>
                  <a:cubicBezTo>
                    <a:pt x="15" y="29"/>
                    <a:pt x="15" y="29"/>
                    <a:pt x="15" y="29"/>
                  </a:cubicBezTo>
                  <a:cubicBezTo>
                    <a:pt x="15" y="28"/>
                    <a:pt x="15" y="28"/>
                    <a:pt x="15" y="28"/>
                  </a:cubicBezTo>
                  <a:cubicBezTo>
                    <a:pt x="15" y="27"/>
                    <a:pt x="16" y="27"/>
                    <a:pt x="16" y="27"/>
                  </a:cubicBezTo>
                  <a:cubicBezTo>
                    <a:pt x="16" y="27"/>
                    <a:pt x="16" y="27"/>
                    <a:pt x="17" y="27"/>
                  </a:cubicBezTo>
                  <a:cubicBezTo>
                    <a:pt x="17" y="27"/>
                    <a:pt x="17" y="28"/>
                    <a:pt x="17" y="28"/>
                  </a:cubicBezTo>
                  <a:cubicBezTo>
                    <a:pt x="17" y="29"/>
                    <a:pt x="17" y="29"/>
                    <a:pt x="17" y="29"/>
                  </a:cubicBezTo>
                  <a:cubicBezTo>
                    <a:pt x="17" y="29"/>
                    <a:pt x="17" y="29"/>
                    <a:pt x="16" y="29"/>
                  </a:cubicBezTo>
                  <a:close/>
                  <a:moveTo>
                    <a:pt x="4" y="33"/>
                  </a:moveTo>
                  <a:cubicBezTo>
                    <a:pt x="3" y="29"/>
                    <a:pt x="3" y="29"/>
                    <a:pt x="3" y="29"/>
                  </a:cubicBezTo>
                  <a:cubicBezTo>
                    <a:pt x="4" y="29"/>
                    <a:pt x="4" y="29"/>
                    <a:pt x="4" y="29"/>
                  </a:cubicBezTo>
                  <a:cubicBezTo>
                    <a:pt x="4" y="30"/>
                    <a:pt x="4" y="30"/>
                    <a:pt x="5" y="30"/>
                  </a:cubicBezTo>
                  <a:cubicBezTo>
                    <a:pt x="10" y="29"/>
                    <a:pt x="10" y="29"/>
                    <a:pt x="10" y="29"/>
                  </a:cubicBezTo>
                  <a:cubicBezTo>
                    <a:pt x="11" y="29"/>
                    <a:pt x="11" y="28"/>
                    <a:pt x="11" y="28"/>
                  </a:cubicBezTo>
                  <a:cubicBezTo>
                    <a:pt x="11" y="27"/>
                    <a:pt x="11" y="27"/>
                    <a:pt x="11" y="27"/>
                  </a:cubicBezTo>
                  <a:cubicBezTo>
                    <a:pt x="11" y="27"/>
                    <a:pt x="11" y="27"/>
                    <a:pt x="11" y="27"/>
                  </a:cubicBezTo>
                  <a:cubicBezTo>
                    <a:pt x="13" y="30"/>
                    <a:pt x="13" y="30"/>
                    <a:pt x="13" y="30"/>
                  </a:cubicBezTo>
                  <a:cubicBezTo>
                    <a:pt x="5" y="32"/>
                    <a:pt x="5" y="32"/>
                    <a:pt x="5" y="32"/>
                  </a:cubicBezTo>
                  <a:cubicBezTo>
                    <a:pt x="5" y="32"/>
                    <a:pt x="4" y="33"/>
                    <a:pt x="4" y="33"/>
                  </a:cubicBezTo>
                  <a:cubicBezTo>
                    <a:pt x="4" y="33"/>
                    <a:pt x="4" y="33"/>
                    <a:pt x="4" y="33"/>
                  </a:cubicBezTo>
                  <a:close/>
                  <a:moveTo>
                    <a:pt x="16" y="42"/>
                  </a:moveTo>
                  <a:cubicBezTo>
                    <a:pt x="16" y="41"/>
                    <a:pt x="15" y="41"/>
                    <a:pt x="14" y="41"/>
                  </a:cubicBezTo>
                  <a:cubicBezTo>
                    <a:pt x="6" y="40"/>
                    <a:pt x="6" y="40"/>
                    <a:pt x="6" y="40"/>
                  </a:cubicBezTo>
                  <a:cubicBezTo>
                    <a:pt x="6" y="40"/>
                    <a:pt x="6" y="40"/>
                    <a:pt x="6" y="40"/>
                  </a:cubicBezTo>
                  <a:cubicBezTo>
                    <a:pt x="6" y="40"/>
                    <a:pt x="6" y="40"/>
                    <a:pt x="6" y="40"/>
                  </a:cubicBezTo>
                  <a:cubicBezTo>
                    <a:pt x="13" y="35"/>
                    <a:pt x="13" y="35"/>
                    <a:pt x="13" y="35"/>
                  </a:cubicBezTo>
                  <a:cubicBezTo>
                    <a:pt x="14" y="34"/>
                    <a:pt x="14" y="33"/>
                    <a:pt x="14" y="33"/>
                  </a:cubicBezTo>
                  <a:cubicBezTo>
                    <a:pt x="14" y="33"/>
                    <a:pt x="14" y="33"/>
                    <a:pt x="14" y="33"/>
                  </a:cubicBezTo>
                  <a:cubicBezTo>
                    <a:pt x="15" y="37"/>
                    <a:pt x="15" y="37"/>
                    <a:pt x="15" y="37"/>
                  </a:cubicBezTo>
                  <a:cubicBezTo>
                    <a:pt x="15" y="37"/>
                    <a:pt x="15" y="37"/>
                    <a:pt x="15" y="37"/>
                  </a:cubicBezTo>
                  <a:cubicBezTo>
                    <a:pt x="15" y="37"/>
                    <a:pt x="14" y="36"/>
                    <a:pt x="14" y="36"/>
                  </a:cubicBezTo>
                  <a:cubicBezTo>
                    <a:pt x="14" y="36"/>
                    <a:pt x="14" y="36"/>
                    <a:pt x="13" y="37"/>
                  </a:cubicBezTo>
                  <a:cubicBezTo>
                    <a:pt x="9" y="40"/>
                    <a:pt x="9" y="40"/>
                    <a:pt x="9" y="40"/>
                  </a:cubicBezTo>
                  <a:cubicBezTo>
                    <a:pt x="14" y="40"/>
                    <a:pt x="14" y="40"/>
                    <a:pt x="14" y="40"/>
                  </a:cubicBezTo>
                  <a:cubicBezTo>
                    <a:pt x="14" y="40"/>
                    <a:pt x="15" y="40"/>
                    <a:pt x="15" y="40"/>
                  </a:cubicBezTo>
                  <a:cubicBezTo>
                    <a:pt x="16" y="40"/>
                    <a:pt x="16" y="40"/>
                    <a:pt x="16" y="39"/>
                  </a:cubicBezTo>
                  <a:cubicBezTo>
                    <a:pt x="16" y="39"/>
                    <a:pt x="16" y="39"/>
                    <a:pt x="16" y="39"/>
                  </a:cubicBezTo>
                  <a:cubicBezTo>
                    <a:pt x="16" y="42"/>
                    <a:pt x="16" y="42"/>
                    <a:pt x="16" y="42"/>
                  </a:cubicBezTo>
                  <a:cubicBezTo>
                    <a:pt x="16" y="42"/>
                    <a:pt x="16" y="42"/>
                    <a:pt x="16" y="42"/>
                  </a:cubicBezTo>
                  <a:close/>
                  <a:moveTo>
                    <a:pt x="14" y="53"/>
                  </a:moveTo>
                  <a:cubicBezTo>
                    <a:pt x="13" y="53"/>
                    <a:pt x="12" y="53"/>
                    <a:pt x="11" y="52"/>
                  </a:cubicBezTo>
                  <a:cubicBezTo>
                    <a:pt x="10" y="51"/>
                    <a:pt x="10" y="51"/>
                    <a:pt x="9" y="50"/>
                  </a:cubicBezTo>
                  <a:cubicBezTo>
                    <a:pt x="9" y="49"/>
                    <a:pt x="9" y="48"/>
                    <a:pt x="9" y="47"/>
                  </a:cubicBezTo>
                  <a:cubicBezTo>
                    <a:pt x="10" y="46"/>
                    <a:pt x="11" y="45"/>
                    <a:pt x="12" y="45"/>
                  </a:cubicBezTo>
                  <a:cubicBezTo>
                    <a:pt x="13" y="44"/>
                    <a:pt x="14" y="44"/>
                    <a:pt x="16" y="45"/>
                  </a:cubicBezTo>
                  <a:cubicBezTo>
                    <a:pt x="17" y="45"/>
                    <a:pt x="18" y="46"/>
                    <a:pt x="18" y="47"/>
                  </a:cubicBezTo>
                  <a:cubicBezTo>
                    <a:pt x="18" y="48"/>
                    <a:pt x="18" y="49"/>
                    <a:pt x="18" y="50"/>
                  </a:cubicBezTo>
                  <a:cubicBezTo>
                    <a:pt x="18" y="51"/>
                    <a:pt x="17" y="51"/>
                    <a:pt x="16" y="52"/>
                  </a:cubicBezTo>
                  <a:cubicBezTo>
                    <a:pt x="14" y="46"/>
                    <a:pt x="14" y="46"/>
                    <a:pt x="14" y="46"/>
                  </a:cubicBezTo>
                  <a:cubicBezTo>
                    <a:pt x="12" y="46"/>
                    <a:pt x="12" y="47"/>
                    <a:pt x="11" y="48"/>
                  </a:cubicBezTo>
                  <a:cubicBezTo>
                    <a:pt x="10" y="49"/>
                    <a:pt x="10" y="49"/>
                    <a:pt x="10" y="51"/>
                  </a:cubicBezTo>
                  <a:cubicBezTo>
                    <a:pt x="11" y="51"/>
                    <a:pt x="11" y="52"/>
                    <a:pt x="12" y="52"/>
                  </a:cubicBezTo>
                  <a:cubicBezTo>
                    <a:pt x="13" y="52"/>
                    <a:pt x="14" y="52"/>
                    <a:pt x="14" y="53"/>
                  </a:cubicBezTo>
                  <a:cubicBezTo>
                    <a:pt x="14" y="53"/>
                    <a:pt x="14" y="53"/>
                    <a:pt x="14" y="53"/>
                  </a:cubicBezTo>
                  <a:close/>
                  <a:moveTo>
                    <a:pt x="16" y="49"/>
                  </a:moveTo>
                  <a:cubicBezTo>
                    <a:pt x="18" y="49"/>
                    <a:pt x="18" y="48"/>
                    <a:pt x="18" y="47"/>
                  </a:cubicBezTo>
                  <a:cubicBezTo>
                    <a:pt x="17" y="45"/>
                    <a:pt x="16" y="45"/>
                    <a:pt x="14" y="45"/>
                  </a:cubicBezTo>
                  <a:cubicBezTo>
                    <a:pt x="16" y="49"/>
                    <a:pt x="16" y="49"/>
                    <a:pt x="16" y="49"/>
                  </a:cubicBezTo>
                  <a:close/>
                  <a:moveTo>
                    <a:pt x="22" y="58"/>
                  </a:moveTo>
                  <a:cubicBezTo>
                    <a:pt x="22" y="58"/>
                    <a:pt x="21" y="58"/>
                    <a:pt x="21" y="57"/>
                  </a:cubicBezTo>
                  <a:cubicBezTo>
                    <a:pt x="21" y="57"/>
                    <a:pt x="21" y="57"/>
                    <a:pt x="21" y="57"/>
                  </a:cubicBezTo>
                  <a:cubicBezTo>
                    <a:pt x="21" y="56"/>
                    <a:pt x="21" y="56"/>
                    <a:pt x="21" y="56"/>
                  </a:cubicBezTo>
                  <a:cubicBezTo>
                    <a:pt x="21" y="55"/>
                    <a:pt x="21" y="55"/>
                    <a:pt x="20" y="55"/>
                  </a:cubicBezTo>
                  <a:cubicBezTo>
                    <a:pt x="20" y="55"/>
                    <a:pt x="20" y="55"/>
                    <a:pt x="19" y="55"/>
                  </a:cubicBezTo>
                  <a:cubicBezTo>
                    <a:pt x="15" y="57"/>
                    <a:pt x="15" y="57"/>
                    <a:pt x="15" y="57"/>
                  </a:cubicBezTo>
                  <a:cubicBezTo>
                    <a:pt x="14" y="58"/>
                    <a:pt x="14" y="59"/>
                    <a:pt x="14" y="59"/>
                  </a:cubicBezTo>
                  <a:cubicBezTo>
                    <a:pt x="14" y="59"/>
                    <a:pt x="14" y="59"/>
                    <a:pt x="14" y="59"/>
                  </a:cubicBezTo>
                  <a:cubicBezTo>
                    <a:pt x="12" y="55"/>
                    <a:pt x="12" y="55"/>
                    <a:pt x="12" y="55"/>
                  </a:cubicBezTo>
                  <a:cubicBezTo>
                    <a:pt x="12" y="55"/>
                    <a:pt x="12" y="55"/>
                    <a:pt x="12" y="55"/>
                  </a:cubicBezTo>
                  <a:cubicBezTo>
                    <a:pt x="13" y="56"/>
                    <a:pt x="14" y="56"/>
                    <a:pt x="14" y="56"/>
                  </a:cubicBezTo>
                  <a:cubicBezTo>
                    <a:pt x="19" y="54"/>
                    <a:pt x="19" y="54"/>
                    <a:pt x="19" y="54"/>
                  </a:cubicBezTo>
                  <a:cubicBezTo>
                    <a:pt x="20" y="53"/>
                    <a:pt x="20" y="53"/>
                    <a:pt x="20" y="53"/>
                  </a:cubicBezTo>
                  <a:cubicBezTo>
                    <a:pt x="20" y="53"/>
                    <a:pt x="20" y="52"/>
                    <a:pt x="20" y="52"/>
                  </a:cubicBezTo>
                  <a:cubicBezTo>
                    <a:pt x="20" y="52"/>
                    <a:pt x="20" y="52"/>
                    <a:pt x="20" y="52"/>
                  </a:cubicBezTo>
                  <a:cubicBezTo>
                    <a:pt x="22" y="54"/>
                    <a:pt x="22" y="54"/>
                    <a:pt x="22" y="54"/>
                  </a:cubicBezTo>
                  <a:cubicBezTo>
                    <a:pt x="21" y="55"/>
                    <a:pt x="21" y="55"/>
                    <a:pt x="21" y="55"/>
                  </a:cubicBezTo>
                  <a:cubicBezTo>
                    <a:pt x="22" y="55"/>
                    <a:pt x="23" y="56"/>
                    <a:pt x="24" y="57"/>
                  </a:cubicBezTo>
                  <a:cubicBezTo>
                    <a:pt x="24" y="57"/>
                    <a:pt x="24" y="57"/>
                    <a:pt x="24" y="57"/>
                  </a:cubicBezTo>
                  <a:cubicBezTo>
                    <a:pt x="23" y="58"/>
                    <a:pt x="22" y="58"/>
                    <a:pt x="22" y="58"/>
                  </a:cubicBezTo>
                  <a:close/>
                  <a:moveTo>
                    <a:pt x="21" y="67"/>
                  </a:moveTo>
                  <a:cubicBezTo>
                    <a:pt x="20" y="68"/>
                    <a:pt x="19" y="68"/>
                    <a:pt x="18" y="67"/>
                  </a:cubicBezTo>
                  <a:cubicBezTo>
                    <a:pt x="18" y="67"/>
                    <a:pt x="17" y="67"/>
                    <a:pt x="17" y="66"/>
                  </a:cubicBezTo>
                  <a:cubicBezTo>
                    <a:pt x="17" y="65"/>
                    <a:pt x="16" y="65"/>
                    <a:pt x="16" y="65"/>
                  </a:cubicBezTo>
                  <a:cubicBezTo>
                    <a:pt x="16" y="64"/>
                    <a:pt x="16" y="64"/>
                    <a:pt x="16" y="63"/>
                  </a:cubicBezTo>
                  <a:cubicBezTo>
                    <a:pt x="16" y="63"/>
                    <a:pt x="16" y="63"/>
                    <a:pt x="16" y="63"/>
                  </a:cubicBezTo>
                  <a:cubicBezTo>
                    <a:pt x="16" y="63"/>
                    <a:pt x="16" y="63"/>
                    <a:pt x="16" y="63"/>
                  </a:cubicBezTo>
                  <a:cubicBezTo>
                    <a:pt x="18" y="61"/>
                    <a:pt x="18" y="61"/>
                    <a:pt x="18" y="61"/>
                  </a:cubicBezTo>
                  <a:cubicBezTo>
                    <a:pt x="18" y="61"/>
                    <a:pt x="18" y="61"/>
                    <a:pt x="18" y="61"/>
                  </a:cubicBezTo>
                  <a:cubicBezTo>
                    <a:pt x="17" y="63"/>
                    <a:pt x="16" y="64"/>
                    <a:pt x="17" y="65"/>
                  </a:cubicBezTo>
                  <a:cubicBezTo>
                    <a:pt x="18" y="65"/>
                    <a:pt x="18" y="66"/>
                    <a:pt x="18" y="66"/>
                  </a:cubicBezTo>
                  <a:cubicBezTo>
                    <a:pt x="18" y="66"/>
                    <a:pt x="19" y="66"/>
                    <a:pt x="19" y="66"/>
                  </a:cubicBezTo>
                  <a:cubicBezTo>
                    <a:pt x="20" y="65"/>
                    <a:pt x="20" y="65"/>
                    <a:pt x="20" y="63"/>
                  </a:cubicBezTo>
                  <a:cubicBezTo>
                    <a:pt x="20" y="62"/>
                    <a:pt x="20" y="62"/>
                    <a:pt x="20" y="62"/>
                  </a:cubicBezTo>
                  <a:cubicBezTo>
                    <a:pt x="20" y="61"/>
                    <a:pt x="20" y="60"/>
                    <a:pt x="21" y="59"/>
                  </a:cubicBezTo>
                  <a:cubicBezTo>
                    <a:pt x="22" y="59"/>
                    <a:pt x="22" y="59"/>
                    <a:pt x="23" y="59"/>
                  </a:cubicBezTo>
                  <a:cubicBezTo>
                    <a:pt x="24" y="59"/>
                    <a:pt x="24" y="60"/>
                    <a:pt x="25" y="61"/>
                  </a:cubicBezTo>
                  <a:cubicBezTo>
                    <a:pt x="25" y="61"/>
                    <a:pt x="25" y="61"/>
                    <a:pt x="25" y="62"/>
                  </a:cubicBezTo>
                  <a:cubicBezTo>
                    <a:pt x="25" y="62"/>
                    <a:pt x="25" y="63"/>
                    <a:pt x="26" y="63"/>
                  </a:cubicBezTo>
                  <a:cubicBezTo>
                    <a:pt x="26" y="63"/>
                    <a:pt x="26" y="63"/>
                    <a:pt x="26" y="63"/>
                  </a:cubicBezTo>
                  <a:cubicBezTo>
                    <a:pt x="26" y="63"/>
                    <a:pt x="26" y="63"/>
                    <a:pt x="26" y="63"/>
                  </a:cubicBezTo>
                  <a:cubicBezTo>
                    <a:pt x="24" y="64"/>
                    <a:pt x="24" y="64"/>
                    <a:pt x="24" y="64"/>
                  </a:cubicBezTo>
                  <a:cubicBezTo>
                    <a:pt x="24" y="64"/>
                    <a:pt x="24" y="64"/>
                    <a:pt x="24" y="64"/>
                  </a:cubicBezTo>
                  <a:cubicBezTo>
                    <a:pt x="25" y="63"/>
                    <a:pt x="25" y="61"/>
                    <a:pt x="25" y="61"/>
                  </a:cubicBezTo>
                  <a:cubicBezTo>
                    <a:pt x="25" y="60"/>
                    <a:pt x="24" y="60"/>
                    <a:pt x="24" y="60"/>
                  </a:cubicBezTo>
                  <a:cubicBezTo>
                    <a:pt x="24" y="60"/>
                    <a:pt x="23" y="60"/>
                    <a:pt x="23" y="60"/>
                  </a:cubicBezTo>
                  <a:cubicBezTo>
                    <a:pt x="22" y="60"/>
                    <a:pt x="22" y="61"/>
                    <a:pt x="22" y="62"/>
                  </a:cubicBezTo>
                  <a:cubicBezTo>
                    <a:pt x="22" y="64"/>
                    <a:pt x="22" y="64"/>
                    <a:pt x="22" y="64"/>
                  </a:cubicBezTo>
                  <a:cubicBezTo>
                    <a:pt x="22" y="66"/>
                    <a:pt x="22" y="67"/>
                    <a:pt x="21" y="67"/>
                  </a:cubicBezTo>
                  <a:close/>
                  <a:moveTo>
                    <a:pt x="33" y="67"/>
                  </a:moveTo>
                  <a:cubicBezTo>
                    <a:pt x="32" y="67"/>
                    <a:pt x="32" y="67"/>
                    <a:pt x="32" y="67"/>
                  </a:cubicBezTo>
                  <a:cubicBezTo>
                    <a:pt x="32" y="67"/>
                    <a:pt x="32" y="66"/>
                    <a:pt x="31" y="66"/>
                  </a:cubicBezTo>
                  <a:cubicBezTo>
                    <a:pt x="31" y="66"/>
                    <a:pt x="31" y="66"/>
                    <a:pt x="31" y="65"/>
                  </a:cubicBezTo>
                  <a:cubicBezTo>
                    <a:pt x="31" y="65"/>
                    <a:pt x="32" y="65"/>
                    <a:pt x="32" y="65"/>
                  </a:cubicBezTo>
                  <a:cubicBezTo>
                    <a:pt x="32" y="65"/>
                    <a:pt x="32" y="64"/>
                    <a:pt x="32" y="65"/>
                  </a:cubicBezTo>
                  <a:cubicBezTo>
                    <a:pt x="33" y="65"/>
                    <a:pt x="33" y="65"/>
                    <a:pt x="33" y="65"/>
                  </a:cubicBezTo>
                  <a:cubicBezTo>
                    <a:pt x="33" y="65"/>
                    <a:pt x="34" y="65"/>
                    <a:pt x="33" y="66"/>
                  </a:cubicBezTo>
                  <a:cubicBezTo>
                    <a:pt x="33" y="66"/>
                    <a:pt x="33" y="66"/>
                    <a:pt x="33" y="67"/>
                  </a:cubicBezTo>
                  <a:close/>
                  <a:moveTo>
                    <a:pt x="22" y="75"/>
                  </a:moveTo>
                  <a:cubicBezTo>
                    <a:pt x="20" y="71"/>
                    <a:pt x="20" y="71"/>
                    <a:pt x="20" y="71"/>
                  </a:cubicBezTo>
                  <a:cubicBezTo>
                    <a:pt x="20" y="71"/>
                    <a:pt x="20" y="71"/>
                    <a:pt x="20" y="71"/>
                  </a:cubicBezTo>
                  <a:cubicBezTo>
                    <a:pt x="21" y="71"/>
                    <a:pt x="22" y="72"/>
                    <a:pt x="22" y="71"/>
                  </a:cubicBezTo>
                  <a:cubicBezTo>
                    <a:pt x="27" y="69"/>
                    <a:pt x="27" y="69"/>
                    <a:pt x="27" y="69"/>
                  </a:cubicBezTo>
                  <a:cubicBezTo>
                    <a:pt x="28" y="68"/>
                    <a:pt x="28" y="68"/>
                    <a:pt x="28" y="67"/>
                  </a:cubicBezTo>
                  <a:cubicBezTo>
                    <a:pt x="27" y="67"/>
                    <a:pt x="27" y="67"/>
                    <a:pt x="27" y="67"/>
                  </a:cubicBezTo>
                  <a:cubicBezTo>
                    <a:pt x="28" y="67"/>
                    <a:pt x="28" y="67"/>
                    <a:pt x="28" y="67"/>
                  </a:cubicBezTo>
                  <a:cubicBezTo>
                    <a:pt x="30" y="69"/>
                    <a:pt x="30" y="69"/>
                    <a:pt x="30" y="69"/>
                  </a:cubicBezTo>
                  <a:cubicBezTo>
                    <a:pt x="24" y="73"/>
                    <a:pt x="24" y="73"/>
                    <a:pt x="24" y="73"/>
                  </a:cubicBezTo>
                  <a:cubicBezTo>
                    <a:pt x="22" y="73"/>
                    <a:pt x="22" y="73"/>
                    <a:pt x="22" y="75"/>
                  </a:cubicBezTo>
                  <a:cubicBezTo>
                    <a:pt x="22" y="75"/>
                    <a:pt x="22" y="75"/>
                    <a:pt x="22" y="75"/>
                  </a:cubicBezTo>
                  <a:close/>
                  <a:moveTo>
                    <a:pt x="28" y="80"/>
                  </a:moveTo>
                  <a:cubicBezTo>
                    <a:pt x="27" y="80"/>
                    <a:pt x="26" y="80"/>
                    <a:pt x="26" y="79"/>
                  </a:cubicBezTo>
                  <a:cubicBezTo>
                    <a:pt x="26" y="79"/>
                    <a:pt x="25" y="79"/>
                    <a:pt x="25" y="79"/>
                  </a:cubicBezTo>
                  <a:cubicBezTo>
                    <a:pt x="24" y="78"/>
                    <a:pt x="24" y="77"/>
                    <a:pt x="26" y="76"/>
                  </a:cubicBezTo>
                  <a:cubicBezTo>
                    <a:pt x="31" y="73"/>
                    <a:pt x="31" y="73"/>
                    <a:pt x="31" y="73"/>
                  </a:cubicBezTo>
                  <a:cubicBezTo>
                    <a:pt x="30" y="71"/>
                    <a:pt x="30" y="71"/>
                    <a:pt x="30" y="71"/>
                  </a:cubicBezTo>
                  <a:cubicBezTo>
                    <a:pt x="30" y="71"/>
                    <a:pt x="30" y="71"/>
                    <a:pt x="30" y="71"/>
                  </a:cubicBezTo>
                  <a:cubicBezTo>
                    <a:pt x="30" y="71"/>
                    <a:pt x="30" y="71"/>
                    <a:pt x="30" y="71"/>
                  </a:cubicBezTo>
                  <a:cubicBezTo>
                    <a:pt x="31" y="72"/>
                    <a:pt x="32" y="72"/>
                    <a:pt x="34" y="72"/>
                  </a:cubicBezTo>
                  <a:cubicBezTo>
                    <a:pt x="34" y="72"/>
                    <a:pt x="34" y="72"/>
                    <a:pt x="34" y="72"/>
                  </a:cubicBezTo>
                  <a:cubicBezTo>
                    <a:pt x="32" y="73"/>
                    <a:pt x="32" y="73"/>
                    <a:pt x="32" y="73"/>
                  </a:cubicBezTo>
                  <a:cubicBezTo>
                    <a:pt x="33" y="75"/>
                    <a:pt x="33" y="75"/>
                    <a:pt x="33" y="75"/>
                  </a:cubicBezTo>
                  <a:cubicBezTo>
                    <a:pt x="33" y="75"/>
                    <a:pt x="33" y="75"/>
                    <a:pt x="33" y="75"/>
                  </a:cubicBezTo>
                  <a:cubicBezTo>
                    <a:pt x="32" y="74"/>
                    <a:pt x="32" y="74"/>
                    <a:pt x="32" y="74"/>
                  </a:cubicBezTo>
                  <a:cubicBezTo>
                    <a:pt x="27" y="77"/>
                    <a:pt x="27" y="77"/>
                    <a:pt x="27" y="77"/>
                  </a:cubicBezTo>
                  <a:cubicBezTo>
                    <a:pt x="26" y="78"/>
                    <a:pt x="26" y="79"/>
                    <a:pt x="26" y="79"/>
                  </a:cubicBezTo>
                  <a:cubicBezTo>
                    <a:pt x="27" y="79"/>
                    <a:pt x="27" y="79"/>
                    <a:pt x="28" y="80"/>
                  </a:cubicBezTo>
                  <a:cubicBezTo>
                    <a:pt x="28" y="80"/>
                    <a:pt x="28" y="80"/>
                    <a:pt x="28" y="80"/>
                  </a:cubicBezTo>
                  <a:close/>
                  <a:moveTo>
                    <a:pt x="40" y="84"/>
                  </a:moveTo>
                  <a:cubicBezTo>
                    <a:pt x="40" y="84"/>
                    <a:pt x="40" y="83"/>
                    <a:pt x="40" y="83"/>
                  </a:cubicBezTo>
                  <a:cubicBezTo>
                    <a:pt x="39" y="83"/>
                    <a:pt x="39" y="83"/>
                    <a:pt x="39" y="83"/>
                  </a:cubicBezTo>
                  <a:cubicBezTo>
                    <a:pt x="30" y="86"/>
                    <a:pt x="30" y="86"/>
                    <a:pt x="30" y="86"/>
                  </a:cubicBezTo>
                  <a:cubicBezTo>
                    <a:pt x="28" y="87"/>
                    <a:pt x="26" y="87"/>
                    <a:pt x="25" y="86"/>
                  </a:cubicBezTo>
                  <a:cubicBezTo>
                    <a:pt x="24" y="85"/>
                    <a:pt x="25" y="84"/>
                    <a:pt x="25" y="84"/>
                  </a:cubicBezTo>
                  <a:cubicBezTo>
                    <a:pt x="25" y="84"/>
                    <a:pt x="26" y="84"/>
                    <a:pt x="26" y="84"/>
                  </a:cubicBezTo>
                  <a:cubicBezTo>
                    <a:pt x="26" y="84"/>
                    <a:pt x="26" y="84"/>
                    <a:pt x="26" y="84"/>
                  </a:cubicBezTo>
                  <a:cubicBezTo>
                    <a:pt x="26" y="84"/>
                    <a:pt x="27" y="85"/>
                    <a:pt x="27" y="85"/>
                  </a:cubicBezTo>
                  <a:cubicBezTo>
                    <a:pt x="27" y="85"/>
                    <a:pt x="27" y="85"/>
                    <a:pt x="27" y="85"/>
                  </a:cubicBezTo>
                  <a:cubicBezTo>
                    <a:pt x="28" y="86"/>
                    <a:pt x="29" y="86"/>
                    <a:pt x="31" y="85"/>
                  </a:cubicBezTo>
                  <a:cubicBezTo>
                    <a:pt x="34" y="78"/>
                    <a:pt x="34" y="78"/>
                    <a:pt x="34" y="78"/>
                  </a:cubicBezTo>
                  <a:cubicBezTo>
                    <a:pt x="35" y="77"/>
                    <a:pt x="35" y="77"/>
                    <a:pt x="35" y="77"/>
                  </a:cubicBezTo>
                  <a:cubicBezTo>
                    <a:pt x="35" y="77"/>
                    <a:pt x="35" y="77"/>
                    <a:pt x="34" y="76"/>
                  </a:cubicBezTo>
                  <a:cubicBezTo>
                    <a:pt x="35" y="76"/>
                    <a:pt x="35" y="76"/>
                    <a:pt x="35" y="76"/>
                  </a:cubicBezTo>
                  <a:cubicBezTo>
                    <a:pt x="38" y="79"/>
                    <a:pt x="38" y="79"/>
                    <a:pt x="38" y="79"/>
                  </a:cubicBezTo>
                  <a:cubicBezTo>
                    <a:pt x="37" y="79"/>
                    <a:pt x="37" y="79"/>
                    <a:pt x="37" y="79"/>
                  </a:cubicBezTo>
                  <a:cubicBezTo>
                    <a:pt x="37" y="79"/>
                    <a:pt x="36" y="79"/>
                    <a:pt x="36" y="79"/>
                  </a:cubicBezTo>
                  <a:cubicBezTo>
                    <a:pt x="36" y="79"/>
                    <a:pt x="36" y="79"/>
                    <a:pt x="36" y="79"/>
                  </a:cubicBezTo>
                  <a:cubicBezTo>
                    <a:pt x="33" y="84"/>
                    <a:pt x="33" y="84"/>
                    <a:pt x="33" y="84"/>
                  </a:cubicBezTo>
                  <a:cubicBezTo>
                    <a:pt x="38" y="83"/>
                    <a:pt x="38" y="83"/>
                    <a:pt x="38" y="83"/>
                  </a:cubicBezTo>
                  <a:cubicBezTo>
                    <a:pt x="38" y="83"/>
                    <a:pt x="39" y="82"/>
                    <a:pt x="39" y="82"/>
                  </a:cubicBezTo>
                  <a:cubicBezTo>
                    <a:pt x="39" y="82"/>
                    <a:pt x="39" y="82"/>
                    <a:pt x="39" y="82"/>
                  </a:cubicBezTo>
                  <a:cubicBezTo>
                    <a:pt x="39" y="81"/>
                    <a:pt x="39" y="81"/>
                    <a:pt x="38" y="81"/>
                  </a:cubicBezTo>
                  <a:cubicBezTo>
                    <a:pt x="39" y="81"/>
                    <a:pt x="39" y="81"/>
                    <a:pt x="39" y="81"/>
                  </a:cubicBezTo>
                  <a:cubicBezTo>
                    <a:pt x="40" y="84"/>
                    <a:pt x="40" y="84"/>
                    <a:pt x="40" y="84"/>
                  </a:cubicBezTo>
                  <a:cubicBezTo>
                    <a:pt x="40" y="84"/>
                    <a:pt x="40" y="84"/>
                    <a:pt x="40" y="84"/>
                  </a:cubicBezTo>
                  <a:close/>
                  <a:moveTo>
                    <a:pt x="47" y="97"/>
                  </a:moveTo>
                  <a:cubicBezTo>
                    <a:pt x="46" y="97"/>
                    <a:pt x="45" y="98"/>
                    <a:pt x="44" y="98"/>
                  </a:cubicBezTo>
                  <a:cubicBezTo>
                    <a:pt x="42" y="98"/>
                    <a:pt x="41" y="98"/>
                    <a:pt x="40" y="97"/>
                  </a:cubicBezTo>
                  <a:cubicBezTo>
                    <a:pt x="40" y="96"/>
                    <a:pt x="39" y="95"/>
                    <a:pt x="39" y="94"/>
                  </a:cubicBezTo>
                  <a:cubicBezTo>
                    <a:pt x="39" y="93"/>
                    <a:pt x="40" y="91"/>
                    <a:pt x="41" y="91"/>
                  </a:cubicBezTo>
                  <a:cubicBezTo>
                    <a:pt x="42" y="90"/>
                    <a:pt x="43" y="89"/>
                    <a:pt x="44" y="89"/>
                  </a:cubicBezTo>
                  <a:cubicBezTo>
                    <a:pt x="45" y="89"/>
                    <a:pt x="46" y="89"/>
                    <a:pt x="47" y="90"/>
                  </a:cubicBezTo>
                  <a:cubicBezTo>
                    <a:pt x="48" y="91"/>
                    <a:pt x="49" y="92"/>
                    <a:pt x="49" y="93"/>
                  </a:cubicBezTo>
                  <a:cubicBezTo>
                    <a:pt x="49" y="95"/>
                    <a:pt x="48" y="95"/>
                    <a:pt x="47" y="97"/>
                  </a:cubicBezTo>
                  <a:close/>
                  <a:moveTo>
                    <a:pt x="45" y="96"/>
                  </a:moveTo>
                  <a:cubicBezTo>
                    <a:pt x="46" y="95"/>
                    <a:pt x="47" y="94"/>
                    <a:pt x="47" y="93"/>
                  </a:cubicBezTo>
                  <a:cubicBezTo>
                    <a:pt x="48" y="92"/>
                    <a:pt x="47" y="91"/>
                    <a:pt x="47" y="90"/>
                  </a:cubicBezTo>
                  <a:cubicBezTo>
                    <a:pt x="46" y="90"/>
                    <a:pt x="46" y="89"/>
                    <a:pt x="45" y="90"/>
                  </a:cubicBezTo>
                  <a:cubicBezTo>
                    <a:pt x="44" y="90"/>
                    <a:pt x="44" y="91"/>
                    <a:pt x="43" y="91"/>
                  </a:cubicBezTo>
                  <a:cubicBezTo>
                    <a:pt x="42" y="92"/>
                    <a:pt x="41" y="93"/>
                    <a:pt x="41" y="94"/>
                  </a:cubicBezTo>
                  <a:cubicBezTo>
                    <a:pt x="40" y="95"/>
                    <a:pt x="40" y="96"/>
                    <a:pt x="41" y="97"/>
                  </a:cubicBezTo>
                  <a:cubicBezTo>
                    <a:pt x="42" y="97"/>
                    <a:pt x="42" y="97"/>
                    <a:pt x="43" y="97"/>
                  </a:cubicBezTo>
                  <a:cubicBezTo>
                    <a:pt x="44" y="97"/>
                    <a:pt x="44" y="97"/>
                    <a:pt x="45" y="96"/>
                  </a:cubicBezTo>
                  <a:close/>
                  <a:moveTo>
                    <a:pt x="60" y="97"/>
                  </a:moveTo>
                  <a:cubicBezTo>
                    <a:pt x="59" y="97"/>
                    <a:pt x="59" y="97"/>
                    <a:pt x="59" y="97"/>
                  </a:cubicBezTo>
                  <a:cubicBezTo>
                    <a:pt x="59" y="97"/>
                    <a:pt x="59" y="97"/>
                    <a:pt x="59" y="97"/>
                  </a:cubicBezTo>
                  <a:cubicBezTo>
                    <a:pt x="58" y="97"/>
                    <a:pt x="58" y="97"/>
                    <a:pt x="58" y="96"/>
                  </a:cubicBezTo>
                  <a:cubicBezTo>
                    <a:pt x="58" y="96"/>
                    <a:pt x="58" y="95"/>
                    <a:pt x="58" y="95"/>
                  </a:cubicBezTo>
                  <a:cubicBezTo>
                    <a:pt x="58" y="95"/>
                    <a:pt x="58" y="95"/>
                    <a:pt x="58" y="95"/>
                  </a:cubicBezTo>
                  <a:cubicBezTo>
                    <a:pt x="58" y="94"/>
                    <a:pt x="57" y="94"/>
                    <a:pt x="56" y="95"/>
                  </a:cubicBezTo>
                  <a:cubicBezTo>
                    <a:pt x="54" y="97"/>
                    <a:pt x="54" y="97"/>
                    <a:pt x="54" y="97"/>
                  </a:cubicBezTo>
                  <a:cubicBezTo>
                    <a:pt x="56" y="99"/>
                    <a:pt x="56" y="99"/>
                    <a:pt x="56" y="99"/>
                  </a:cubicBezTo>
                  <a:cubicBezTo>
                    <a:pt x="56" y="99"/>
                    <a:pt x="56" y="99"/>
                    <a:pt x="56" y="99"/>
                  </a:cubicBezTo>
                  <a:cubicBezTo>
                    <a:pt x="54" y="97"/>
                    <a:pt x="54" y="97"/>
                    <a:pt x="54" y="97"/>
                  </a:cubicBezTo>
                  <a:cubicBezTo>
                    <a:pt x="50" y="103"/>
                    <a:pt x="50" y="103"/>
                    <a:pt x="50" y="103"/>
                  </a:cubicBezTo>
                  <a:cubicBezTo>
                    <a:pt x="49" y="103"/>
                    <a:pt x="49" y="104"/>
                    <a:pt x="50" y="105"/>
                  </a:cubicBezTo>
                  <a:cubicBezTo>
                    <a:pt x="50" y="105"/>
                    <a:pt x="50" y="105"/>
                    <a:pt x="50" y="105"/>
                  </a:cubicBezTo>
                  <a:cubicBezTo>
                    <a:pt x="46" y="102"/>
                    <a:pt x="46" y="102"/>
                    <a:pt x="46" y="102"/>
                  </a:cubicBezTo>
                  <a:cubicBezTo>
                    <a:pt x="46" y="101"/>
                    <a:pt x="46" y="101"/>
                    <a:pt x="46" y="101"/>
                  </a:cubicBezTo>
                  <a:cubicBezTo>
                    <a:pt x="47" y="102"/>
                    <a:pt x="48" y="102"/>
                    <a:pt x="48" y="101"/>
                  </a:cubicBezTo>
                  <a:cubicBezTo>
                    <a:pt x="52" y="96"/>
                    <a:pt x="52" y="96"/>
                    <a:pt x="52" y="96"/>
                  </a:cubicBezTo>
                  <a:cubicBezTo>
                    <a:pt x="51" y="95"/>
                    <a:pt x="51" y="95"/>
                    <a:pt x="51" y="95"/>
                  </a:cubicBezTo>
                  <a:cubicBezTo>
                    <a:pt x="52" y="95"/>
                    <a:pt x="52" y="95"/>
                    <a:pt x="52" y="95"/>
                  </a:cubicBezTo>
                  <a:cubicBezTo>
                    <a:pt x="53" y="96"/>
                    <a:pt x="53" y="96"/>
                    <a:pt x="53" y="96"/>
                  </a:cubicBezTo>
                  <a:cubicBezTo>
                    <a:pt x="53" y="95"/>
                    <a:pt x="53" y="95"/>
                    <a:pt x="53" y="95"/>
                  </a:cubicBezTo>
                  <a:cubicBezTo>
                    <a:pt x="54" y="95"/>
                    <a:pt x="55" y="94"/>
                    <a:pt x="56" y="94"/>
                  </a:cubicBezTo>
                  <a:cubicBezTo>
                    <a:pt x="57" y="94"/>
                    <a:pt x="58" y="94"/>
                    <a:pt x="59" y="95"/>
                  </a:cubicBezTo>
                  <a:cubicBezTo>
                    <a:pt x="59" y="95"/>
                    <a:pt x="60" y="95"/>
                    <a:pt x="60" y="96"/>
                  </a:cubicBezTo>
                  <a:cubicBezTo>
                    <a:pt x="60" y="96"/>
                    <a:pt x="60" y="96"/>
                    <a:pt x="60" y="97"/>
                  </a:cubicBezTo>
                  <a:close/>
                  <a:moveTo>
                    <a:pt x="65" y="111"/>
                  </a:moveTo>
                  <a:cubicBezTo>
                    <a:pt x="64" y="113"/>
                    <a:pt x="63" y="113"/>
                    <a:pt x="62" y="113"/>
                  </a:cubicBezTo>
                  <a:cubicBezTo>
                    <a:pt x="61" y="113"/>
                    <a:pt x="60" y="113"/>
                    <a:pt x="59" y="112"/>
                  </a:cubicBezTo>
                  <a:cubicBezTo>
                    <a:pt x="58" y="112"/>
                    <a:pt x="58" y="111"/>
                    <a:pt x="58" y="111"/>
                  </a:cubicBezTo>
                  <a:cubicBezTo>
                    <a:pt x="57" y="111"/>
                    <a:pt x="57" y="110"/>
                    <a:pt x="57" y="110"/>
                  </a:cubicBezTo>
                  <a:cubicBezTo>
                    <a:pt x="56" y="109"/>
                    <a:pt x="56" y="110"/>
                    <a:pt x="56" y="110"/>
                  </a:cubicBezTo>
                  <a:cubicBezTo>
                    <a:pt x="56" y="109"/>
                    <a:pt x="56" y="109"/>
                    <a:pt x="56" y="109"/>
                  </a:cubicBezTo>
                  <a:cubicBezTo>
                    <a:pt x="58" y="105"/>
                    <a:pt x="58" y="105"/>
                    <a:pt x="58" y="105"/>
                  </a:cubicBezTo>
                  <a:cubicBezTo>
                    <a:pt x="58" y="106"/>
                    <a:pt x="58" y="106"/>
                    <a:pt x="58" y="106"/>
                  </a:cubicBezTo>
                  <a:cubicBezTo>
                    <a:pt x="57" y="108"/>
                    <a:pt x="58" y="110"/>
                    <a:pt x="59" y="111"/>
                  </a:cubicBezTo>
                  <a:cubicBezTo>
                    <a:pt x="60" y="112"/>
                    <a:pt x="60" y="112"/>
                    <a:pt x="61" y="112"/>
                  </a:cubicBezTo>
                  <a:cubicBezTo>
                    <a:pt x="62" y="112"/>
                    <a:pt x="62" y="111"/>
                    <a:pt x="62" y="111"/>
                  </a:cubicBezTo>
                  <a:cubicBezTo>
                    <a:pt x="63" y="110"/>
                    <a:pt x="63" y="109"/>
                    <a:pt x="62" y="107"/>
                  </a:cubicBezTo>
                  <a:cubicBezTo>
                    <a:pt x="62" y="105"/>
                    <a:pt x="62" y="105"/>
                    <a:pt x="62" y="105"/>
                  </a:cubicBezTo>
                  <a:cubicBezTo>
                    <a:pt x="61" y="104"/>
                    <a:pt x="61" y="102"/>
                    <a:pt x="62" y="101"/>
                  </a:cubicBezTo>
                  <a:cubicBezTo>
                    <a:pt x="62" y="100"/>
                    <a:pt x="63" y="100"/>
                    <a:pt x="64" y="99"/>
                  </a:cubicBezTo>
                  <a:cubicBezTo>
                    <a:pt x="65" y="99"/>
                    <a:pt x="66" y="99"/>
                    <a:pt x="67" y="100"/>
                  </a:cubicBezTo>
                  <a:cubicBezTo>
                    <a:pt x="67" y="101"/>
                    <a:pt x="68" y="101"/>
                    <a:pt x="68" y="101"/>
                  </a:cubicBezTo>
                  <a:cubicBezTo>
                    <a:pt x="68" y="102"/>
                    <a:pt x="68" y="102"/>
                    <a:pt x="69" y="102"/>
                  </a:cubicBezTo>
                  <a:cubicBezTo>
                    <a:pt x="69" y="102"/>
                    <a:pt x="69" y="102"/>
                    <a:pt x="70" y="102"/>
                  </a:cubicBezTo>
                  <a:cubicBezTo>
                    <a:pt x="70" y="103"/>
                    <a:pt x="70" y="103"/>
                    <a:pt x="70" y="103"/>
                  </a:cubicBezTo>
                  <a:cubicBezTo>
                    <a:pt x="68" y="107"/>
                    <a:pt x="68" y="107"/>
                    <a:pt x="68" y="107"/>
                  </a:cubicBezTo>
                  <a:cubicBezTo>
                    <a:pt x="67" y="106"/>
                    <a:pt x="67" y="106"/>
                    <a:pt x="67" y="106"/>
                  </a:cubicBezTo>
                  <a:cubicBezTo>
                    <a:pt x="68" y="104"/>
                    <a:pt x="68" y="102"/>
                    <a:pt x="66" y="101"/>
                  </a:cubicBezTo>
                  <a:cubicBezTo>
                    <a:pt x="66" y="101"/>
                    <a:pt x="65" y="101"/>
                    <a:pt x="64" y="101"/>
                  </a:cubicBezTo>
                  <a:cubicBezTo>
                    <a:pt x="64" y="101"/>
                    <a:pt x="64" y="101"/>
                    <a:pt x="63" y="101"/>
                  </a:cubicBezTo>
                  <a:cubicBezTo>
                    <a:pt x="63" y="102"/>
                    <a:pt x="63" y="102"/>
                    <a:pt x="63" y="103"/>
                  </a:cubicBezTo>
                  <a:cubicBezTo>
                    <a:pt x="63" y="103"/>
                    <a:pt x="63" y="104"/>
                    <a:pt x="64" y="105"/>
                  </a:cubicBezTo>
                  <a:cubicBezTo>
                    <a:pt x="64" y="107"/>
                    <a:pt x="64" y="107"/>
                    <a:pt x="64" y="107"/>
                  </a:cubicBezTo>
                  <a:cubicBezTo>
                    <a:pt x="66" y="109"/>
                    <a:pt x="66" y="111"/>
                    <a:pt x="65" y="111"/>
                  </a:cubicBezTo>
                  <a:close/>
                  <a:moveTo>
                    <a:pt x="74" y="117"/>
                  </a:moveTo>
                  <a:cubicBezTo>
                    <a:pt x="73" y="118"/>
                    <a:pt x="72" y="119"/>
                    <a:pt x="71" y="119"/>
                  </a:cubicBezTo>
                  <a:cubicBezTo>
                    <a:pt x="70" y="119"/>
                    <a:pt x="69" y="119"/>
                    <a:pt x="68" y="118"/>
                  </a:cubicBezTo>
                  <a:cubicBezTo>
                    <a:pt x="68" y="118"/>
                    <a:pt x="67" y="117"/>
                    <a:pt x="67" y="116"/>
                  </a:cubicBezTo>
                  <a:cubicBezTo>
                    <a:pt x="66" y="115"/>
                    <a:pt x="67" y="113"/>
                    <a:pt x="68" y="112"/>
                  </a:cubicBezTo>
                  <a:cubicBezTo>
                    <a:pt x="68" y="111"/>
                    <a:pt x="69" y="110"/>
                    <a:pt x="70" y="110"/>
                  </a:cubicBezTo>
                  <a:cubicBezTo>
                    <a:pt x="72" y="109"/>
                    <a:pt x="73" y="109"/>
                    <a:pt x="74" y="110"/>
                  </a:cubicBezTo>
                  <a:cubicBezTo>
                    <a:pt x="75" y="111"/>
                    <a:pt x="75" y="111"/>
                    <a:pt x="76" y="112"/>
                  </a:cubicBezTo>
                  <a:cubicBezTo>
                    <a:pt x="76" y="113"/>
                    <a:pt x="76" y="113"/>
                    <a:pt x="76" y="113"/>
                  </a:cubicBezTo>
                  <a:cubicBezTo>
                    <a:pt x="76" y="114"/>
                    <a:pt x="75" y="114"/>
                    <a:pt x="75" y="114"/>
                  </a:cubicBezTo>
                  <a:cubicBezTo>
                    <a:pt x="75" y="114"/>
                    <a:pt x="75" y="114"/>
                    <a:pt x="74" y="114"/>
                  </a:cubicBezTo>
                  <a:cubicBezTo>
                    <a:pt x="74" y="114"/>
                    <a:pt x="74" y="113"/>
                    <a:pt x="74" y="113"/>
                  </a:cubicBezTo>
                  <a:cubicBezTo>
                    <a:pt x="74" y="113"/>
                    <a:pt x="74" y="113"/>
                    <a:pt x="74" y="113"/>
                  </a:cubicBezTo>
                  <a:cubicBezTo>
                    <a:pt x="74" y="112"/>
                    <a:pt x="74" y="112"/>
                    <a:pt x="74" y="111"/>
                  </a:cubicBezTo>
                  <a:cubicBezTo>
                    <a:pt x="74" y="111"/>
                    <a:pt x="74" y="111"/>
                    <a:pt x="73" y="111"/>
                  </a:cubicBezTo>
                  <a:cubicBezTo>
                    <a:pt x="72" y="110"/>
                    <a:pt x="72" y="110"/>
                    <a:pt x="70" y="111"/>
                  </a:cubicBezTo>
                  <a:cubicBezTo>
                    <a:pt x="70" y="111"/>
                    <a:pt x="69" y="111"/>
                    <a:pt x="69" y="112"/>
                  </a:cubicBezTo>
                  <a:cubicBezTo>
                    <a:pt x="68" y="113"/>
                    <a:pt x="68" y="114"/>
                    <a:pt x="68" y="115"/>
                  </a:cubicBezTo>
                  <a:cubicBezTo>
                    <a:pt x="68" y="116"/>
                    <a:pt x="68" y="117"/>
                    <a:pt x="69" y="117"/>
                  </a:cubicBezTo>
                  <a:cubicBezTo>
                    <a:pt x="71" y="118"/>
                    <a:pt x="72" y="118"/>
                    <a:pt x="74" y="117"/>
                  </a:cubicBezTo>
                  <a:cubicBezTo>
                    <a:pt x="74" y="117"/>
                    <a:pt x="74" y="117"/>
                    <a:pt x="74" y="117"/>
                  </a:cubicBezTo>
                  <a:close/>
                  <a:moveTo>
                    <a:pt x="83" y="111"/>
                  </a:moveTo>
                  <a:cubicBezTo>
                    <a:pt x="83" y="111"/>
                    <a:pt x="82" y="111"/>
                    <a:pt x="82" y="111"/>
                  </a:cubicBezTo>
                  <a:cubicBezTo>
                    <a:pt x="82" y="111"/>
                    <a:pt x="82" y="111"/>
                    <a:pt x="81" y="111"/>
                  </a:cubicBezTo>
                  <a:cubicBezTo>
                    <a:pt x="81" y="111"/>
                    <a:pt x="81" y="111"/>
                    <a:pt x="81" y="111"/>
                  </a:cubicBezTo>
                  <a:cubicBezTo>
                    <a:pt x="81" y="110"/>
                    <a:pt x="81" y="110"/>
                    <a:pt x="81" y="110"/>
                  </a:cubicBezTo>
                  <a:cubicBezTo>
                    <a:pt x="81" y="109"/>
                    <a:pt x="81" y="109"/>
                    <a:pt x="82" y="109"/>
                  </a:cubicBezTo>
                  <a:cubicBezTo>
                    <a:pt x="82" y="109"/>
                    <a:pt x="82" y="109"/>
                    <a:pt x="82" y="109"/>
                  </a:cubicBezTo>
                  <a:cubicBezTo>
                    <a:pt x="83" y="109"/>
                    <a:pt x="83" y="110"/>
                    <a:pt x="83" y="110"/>
                  </a:cubicBezTo>
                  <a:cubicBezTo>
                    <a:pt x="83" y="111"/>
                    <a:pt x="83" y="111"/>
                    <a:pt x="83" y="111"/>
                  </a:cubicBezTo>
                  <a:close/>
                  <a:moveTo>
                    <a:pt x="78" y="123"/>
                  </a:moveTo>
                  <a:cubicBezTo>
                    <a:pt x="74" y="121"/>
                    <a:pt x="74" y="121"/>
                    <a:pt x="74" y="121"/>
                  </a:cubicBezTo>
                  <a:cubicBezTo>
                    <a:pt x="74" y="121"/>
                    <a:pt x="74" y="121"/>
                    <a:pt x="74" y="121"/>
                  </a:cubicBezTo>
                  <a:cubicBezTo>
                    <a:pt x="75" y="121"/>
                    <a:pt x="76" y="121"/>
                    <a:pt x="76" y="120"/>
                  </a:cubicBezTo>
                  <a:cubicBezTo>
                    <a:pt x="78" y="115"/>
                    <a:pt x="78" y="115"/>
                    <a:pt x="78" y="115"/>
                  </a:cubicBezTo>
                  <a:cubicBezTo>
                    <a:pt x="79" y="115"/>
                    <a:pt x="79" y="114"/>
                    <a:pt x="78" y="114"/>
                  </a:cubicBezTo>
                  <a:cubicBezTo>
                    <a:pt x="78" y="114"/>
                    <a:pt x="78" y="114"/>
                    <a:pt x="78" y="114"/>
                  </a:cubicBezTo>
                  <a:cubicBezTo>
                    <a:pt x="78" y="113"/>
                    <a:pt x="78" y="113"/>
                    <a:pt x="78" y="113"/>
                  </a:cubicBezTo>
                  <a:cubicBezTo>
                    <a:pt x="81" y="114"/>
                    <a:pt x="81" y="114"/>
                    <a:pt x="81" y="114"/>
                  </a:cubicBezTo>
                  <a:cubicBezTo>
                    <a:pt x="78" y="121"/>
                    <a:pt x="78" y="121"/>
                    <a:pt x="78" y="121"/>
                  </a:cubicBezTo>
                  <a:cubicBezTo>
                    <a:pt x="77" y="122"/>
                    <a:pt x="78" y="123"/>
                    <a:pt x="78" y="123"/>
                  </a:cubicBezTo>
                  <a:cubicBezTo>
                    <a:pt x="78" y="123"/>
                    <a:pt x="78" y="123"/>
                    <a:pt x="78" y="123"/>
                  </a:cubicBezTo>
                  <a:close/>
                  <a:moveTo>
                    <a:pt x="89" y="124"/>
                  </a:moveTo>
                  <a:cubicBezTo>
                    <a:pt x="88" y="125"/>
                    <a:pt x="87" y="125"/>
                    <a:pt x="86" y="126"/>
                  </a:cubicBezTo>
                  <a:cubicBezTo>
                    <a:pt x="85" y="126"/>
                    <a:pt x="84" y="126"/>
                    <a:pt x="84" y="126"/>
                  </a:cubicBezTo>
                  <a:cubicBezTo>
                    <a:pt x="82" y="125"/>
                    <a:pt x="82" y="125"/>
                    <a:pt x="82" y="124"/>
                  </a:cubicBezTo>
                  <a:cubicBezTo>
                    <a:pt x="81" y="123"/>
                    <a:pt x="81" y="121"/>
                    <a:pt x="82" y="120"/>
                  </a:cubicBezTo>
                  <a:cubicBezTo>
                    <a:pt x="82" y="119"/>
                    <a:pt x="83" y="118"/>
                    <a:pt x="84" y="117"/>
                  </a:cubicBezTo>
                  <a:cubicBezTo>
                    <a:pt x="85" y="117"/>
                    <a:pt x="86" y="117"/>
                    <a:pt x="87" y="117"/>
                  </a:cubicBezTo>
                  <a:cubicBezTo>
                    <a:pt x="88" y="118"/>
                    <a:pt x="89" y="119"/>
                    <a:pt x="89" y="119"/>
                  </a:cubicBezTo>
                  <a:cubicBezTo>
                    <a:pt x="90" y="120"/>
                    <a:pt x="90" y="121"/>
                    <a:pt x="89" y="122"/>
                  </a:cubicBezTo>
                  <a:cubicBezTo>
                    <a:pt x="83" y="119"/>
                    <a:pt x="83" y="119"/>
                    <a:pt x="83" y="119"/>
                  </a:cubicBezTo>
                  <a:cubicBezTo>
                    <a:pt x="83" y="121"/>
                    <a:pt x="83" y="122"/>
                    <a:pt x="83" y="123"/>
                  </a:cubicBezTo>
                  <a:cubicBezTo>
                    <a:pt x="83" y="124"/>
                    <a:pt x="84" y="124"/>
                    <a:pt x="84" y="125"/>
                  </a:cubicBezTo>
                  <a:cubicBezTo>
                    <a:pt x="85" y="125"/>
                    <a:pt x="86" y="125"/>
                    <a:pt x="86" y="125"/>
                  </a:cubicBezTo>
                  <a:cubicBezTo>
                    <a:pt x="88" y="125"/>
                    <a:pt x="88" y="124"/>
                    <a:pt x="89" y="124"/>
                  </a:cubicBezTo>
                  <a:cubicBezTo>
                    <a:pt x="89" y="124"/>
                    <a:pt x="89" y="124"/>
                    <a:pt x="89" y="124"/>
                  </a:cubicBezTo>
                  <a:close/>
                  <a:moveTo>
                    <a:pt x="88" y="120"/>
                  </a:moveTo>
                  <a:cubicBezTo>
                    <a:pt x="88" y="119"/>
                    <a:pt x="88" y="118"/>
                    <a:pt x="87" y="117"/>
                  </a:cubicBezTo>
                  <a:cubicBezTo>
                    <a:pt x="86" y="117"/>
                    <a:pt x="84" y="117"/>
                    <a:pt x="84" y="119"/>
                  </a:cubicBezTo>
                  <a:cubicBezTo>
                    <a:pt x="88" y="120"/>
                    <a:pt x="88" y="120"/>
                    <a:pt x="88" y="120"/>
                  </a:cubicBezTo>
                  <a:close/>
                  <a:moveTo>
                    <a:pt x="98" y="131"/>
                  </a:moveTo>
                  <a:cubicBezTo>
                    <a:pt x="94" y="129"/>
                    <a:pt x="94" y="129"/>
                    <a:pt x="94" y="129"/>
                  </a:cubicBezTo>
                  <a:cubicBezTo>
                    <a:pt x="94" y="129"/>
                    <a:pt x="94" y="129"/>
                    <a:pt x="94" y="129"/>
                  </a:cubicBezTo>
                  <a:cubicBezTo>
                    <a:pt x="95" y="129"/>
                    <a:pt x="96" y="129"/>
                    <a:pt x="96" y="128"/>
                  </a:cubicBezTo>
                  <a:cubicBezTo>
                    <a:pt x="98" y="123"/>
                    <a:pt x="98" y="123"/>
                    <a:pt x="98" y="123"/>
                  </a:cubicBezTo>
                  <a:cubicBezTo>
                    <a:pt x="98" y="123"/>
                    <a:pt x="98" y="123"/>
                    <a:pt x="98" y="122"/>
                  </a:cubicBezTo>
                  <a:cubicBezTo>
                    <a:pt x="98" y="122"/>
                    <a:pt x="97" y="122"/>
                    <a:pt x="97" y="121"/>
                  </a:cubicBezTo>
                  <a:cubicBezTo>
                    <a:pt x="96" y="121"/>
                    <a:pt x="95" y="121"/>
                    <a:pt x="94" y="122"/>
                  </a:cubicBezTo>
                  <a:cubicBezTo>
                    <a:pt x="93" y="127"/>
                    <a:pt x="93" y="127"/>
                    <a:pt x="93" y="127"/>
                  </a:cubicBezTo>
                  <a:cubicBezTo>
                    <a:pt x="92" y="128"/>
                    <a:pt x="93" y="129"/>
                    <a:pt x="94" y="129"/>
                  </a:cubicBezTo>
                  <a:cubicBezTo>
                    <a:pt x="94" y="129"/>
                    <a:pt x="94" y="129"/>
                    <a:pt x="94" y="129"/>
                  </a:cubicBezTo>
                  <a:cubicBezTo>
                    <a:pt x="90" y="128"/>
                    <a:pt x="90" y="128"/>
                    <a:pt x="90" y="128"/>
                  </a:cubicBezTo>
                  <a:cubicBezTo>
                    <a:pt x="90" y="127"/>
                    <a:pt x="90" y="127"/>
                    <a:pt x="90" y="127"/>
                  </a:cubicBezTo>
                  <a:cubicBezTo>
                    <a:pt x="90" y="128"/>
                    <a:pt x="91" y="127"/>
                    <a:pt x="91" y="127"/>
                  </a:cubicBezTo>
                  <a:cubicBezTo>
                    <a:pt x="93" y="121"/>
                    <a:pt x="93" y="121"/>
                    <a:pt x="93" y="121"/>
                  </a:cubicBezTo>
                  <a:cubicBezTo>
                    <a:pt x="93" y="121"/>
                    <a:pt x="93" y="121"/>
                    <a:pt x="93" y="121"/>
                  </a:cubicBezTo>
                  <a:cubicBezTo>
                    <a:pt x="93" y="121"/>
                    <a:pt x="93" y="120"/>
                    <a:pt x="92" y="120"/>
                  </a:cubicBezTo>
                  <a:cubicBezTo>
                    <a:pt x="92" y="120"/>
                    <a:pt x="92" y="120"/>
                    <a:pt x="92" y="120"/>
                  </a:cubicBezTo>
                  <a:cubicBezTo>
                    <a:pt x="96" y="120"/>
                    <a:pt x="96" y="120"/>
                    <a:pt x="96" y="120"/>
                  </a:cubicBezTo>
                  <a:cubicBezTo>
                    <a:pt x="95" y="121"/>
                    <a:pt x="95" y="121"/>
                    <a:pt x="95" y="121"/>
                  </a:cubicBezTo>
                  <a:cubicBezTo>
                    <a:pt x="96" y="121"/>
                    <a:pt x="98" y="121"/>
                    <a:pt x="99" y="121"/>
                  </a:cubicBezTo>
                  <a:cubicBezTo>
                    <a:pt x="100" y="121"/>
                    <a:pt x="101" y="123"/>
                    <a:pt x="100" y="125"/>
                  </a:cubicBezTo>
                  <a:cubicBezTo>
                    <a:pt x="98" y="129"/>
                    <a:pt x="98" y="129"/>
                    <a:pt x="98" y="129"/>
                  </a:cubicBezTo>
                  <a:cubicBezTo>
                    <a:pt x="98" y="130"/>
                    <a:pt x="98" y="131"/>
                    <a:pt x="98" y="131"/>
                  </a:cubicBezTo>
                  <a:cubicBezTo>
                    <a:pt x="98" y="131"/>
                    <a:pt x="98" y="131"/>
                    <a:pt x="98" y="131"/>
                  </a:cubicBezTo>
                  <a:close/>
                  <a:moveTo>
                    <a:pt x="109" y="130"/>
                  </a:moveTo>
                  <a:cubicBezTo>
                    <a:pt x="108" y="131"/>
                    <a:pt x="107" y="132"/>
                    <a:pt x="107" y="132"/>
                  </a:cubicBezTo>
                  <a:cubicBezTo>
                    <a:pt x="106" y="133"/>
                    <a:pt x="105" y="133"/>
                    <a:pt x="104" y="133"/>
                  </a:cubicBezTo>
                  <a:cubicBezTo>
                    <a:pt x="103" y="132"/>
                    <a:pt x="102" y="132"/>
                    <a:pt x="102" y="131"/>
                  </a:cubicBezTo>
                  <a:cubicBezTo>
                    <a:pt x="101" y="129"/>
                    <a:pt x="101" y="128"/>
                    <a:pt x="101" y="127"/>
                  </a:cubicBezTo>
                  <a:cubicBezTo>
                    <a:pt x="102" y="126"/>
                    <a:pt x="102" y="125"/>
                    <a:pt x="103" y="124"/>
                  </a:cubicBezTo>
                  <a:cubicBezTo>
                    <a:pt x="104" y="123"/>
                    <a:pt x="106" y="123"/>
                    <a:pt x="107" y="123"/>
                  </a:cubicBezTo>
                  <a:cubicBezTo>
                    <a:pt x="108" y="123"/>
                    <a:pt x="108" y="123"/>
                    <a:pt x="109" y="124"/>
                  </a:cubicBezTo>
                  <a:cubicBezTo>
                    <a:pt x="109" y="125"/>
                    <a:pt x="110" y="125"/>
                    <a:pt x="109" y="126"/>
                  </a:cubicBezTo>
                  <a:cubicBezTo>
                    <a:pt x="109" y="126"/>
                    <a:pt x="109" y="126"/>
                    <a:pt x="109" y="126"/>
                  </a:cubicBezTo>
                  <a:cubicBezTo>
                    <a:pt x="108" y="126"/>
                    <a:pt x="108" y="126"/>
                    <a:pt x="108" y="126"/>
                  </a:cubicBezTo>
                  <a:cubicBezTo>
                    <a:pt x="108" y="126"/>
                    <a:pt x="108" y="126"/>
                    <a:pt x="108" y="126"/>
                  </a:cubicBezTo>
                  <a:cubicBezTo>
                    <a:pt x="108" y="125"/>
                    <a:pt x="108" y="125"/>
                    <a:pt x="108" y="125"/>
                  </a:cubicBezTo>
                  <a:cubicBezTo>
                    <a:pt x="108" y="125"/>
                    <a:pt x="108" y="124"/>
                    <a:pt x="108" y="124"/>
                  </a:cubicBezTo>
                  <a:cubicBezTo>
                    <a:pt x="107" y="123"/>
                    <a:pt x="107" y="123"/>
                    <a:pt x="107" y="123"/>
                  </a:cubicBezTo>
                  <a:cubicBezTo>
                    <a:pt x="106" y="123"/>
                    <a:pt x="105" y="123"/>
                    <a:pt x="104" y="124"/>
                  </a:cubicBezTo>
                  <a:cubicBezTo>
                    <a:pt x="104" y="124"/>
                    <a:pt x="104" y="125"/>
                    <a:pt x="103" y="126"/>
                  </a:cubicBezTo>
                  <a:cubicBezTo>
                    <a:pt x="103" y="127"/>
                    <a:pt x="103" y="128"/>
                    <a:pt x="104" y="129"/>
                  </a:cubicBezTo>
                  <a:cubicBezTo>
                    <a:pt x="104" y="129"/>
                    <a:pt x="105" y="130"/>
                    <a:pt x="106" y="130"/>
                  </a:cubicBezTo>
                  <a:cubicBezTo>
                    <a:pt x="106" y="131"/>
                    <a:pt x="107" y="131"/>
                    <a:pt x="109" y="130"/>
                  </a:cubicBezTo>
                  <a:cubicBezTo>
                    <a:pt x="109" y="130"/>
                    <a:pt x="109" y="130"/>
                    <a:pt x="109" y="130"/>
                  </a:cubicBezTo>
                  <a:close/>
                  <a:moveTo>
                    <a:pt x="119" y="132"/>
                  </a:moveTo>
                  <a:cubicBezTo>
                    <a:pt x="118" y="133"/>
                    <a:pt x="118" y="133"/>
                    <a:pt x="117" y="134"/>
                  </a:cubicBezTo>
                  <a:cubicBezTo>
                    <a:pt x="116" y="134"/>
                    <a:pt x="115" y="135"/>
                    <a:pt x="114" y="134"/>
                  </a:cubicBezTo>
                  <a:cubicBezTo>
                    <a:pt x="113" y="134"/>
                    <a:pt x="112" y="133"/>
                    <a:pt x="112" y="133"/>
                  </a:cubicBezTo>
                  <a:cubicBezTo>
                    <a:pt x="111" y="131"/>
                    <a:pt x="111" y="130"/>
                    <a:pt x="111" y="129"/>
                  </a:cubicBezTo>
                  <a:cubicBezTo>
                    <a:pt x="112" y="128"/>
                    <a:pt x="112" y="127"/>
                    <a:pt x="113" y="126"/>
                  </a:cubicBezTo>
                  <a:cubicBezTo>
                    <a:pt x="114" y="125"/>
                    <a:pt x="115" y="125"/>
                    <a:pt x="116" y="125"/>
                  </a:cubicBezTo>
                  <a:cubicBezTo>
                    <a:pt x="118" y="125"/>
                    <a:pt x="118" y="126"/>
                    <a:pt x="119" y="127"/>
                  </a:cubicBezTo>
                  <a:cubicBezTo>
                    <a:pt x="119" y="127"/>
                    <a:pt x="120" y="128"/>
                    <a:pt x="119" y="129"/>
                  </a:cubicBezTo>
                  <a:cubicBezTo>
                    <a:pt x="113" y="128"/>
                    <a:pt x="113" y="128"/>
                    <a:pt x="113" y="128"/>
                  </a:cubicBezTo>
                  <a:cubicBezTo>
                    <a:pt x="112" y="129"/>
                    <a:pt x="113" y="131"/>
                    <a:pt x="113" y="131"/>
                  </a:cubicBezTo>
                  <a:cubicBezTo>
                    <a:pt x="114" y="132"/>
                    <a:pt x="114" y="133"/>
                    <a:pt x="115" y="133"/>
                  </a:cubicBezTo>
                  <a:cubicBezTo>
                    <a:pt x="116" y="133"/>
                    <a:pt x="116" y="133"/>
                    <a:pt x="117" y="133"/>
                  </a:cubicBezTo>
                  <a:cubicBezTo>
                    <a:pt x="118" y="133"/>
                    <a:pt x="118" y="132"/>
                    <a:pt x="119" y="132"/>
                  </a:cubicBezTo>
                  <a:cubicBezTo>
                    <a:pt x="119" y="132"/>
                    <a:pt x="119" y="132"/>
                    <a:pt x="119" y="132"/>
                  </a:cubicBezTo>
                  <a:close/>
                  <a:moveTo>
                    <a:pt x="117" y="129"/>
                  </a:moveTo>
                  <a:cubicBezTo>
                    <a:pt x="117" y="127"/>
                    <a:pt x="116" y="126"/>
                    <a:pt x="115" y="126"/>
                  </a:cubicBezTo>
                  <a:cubicBezTo>
                    <a:pt x="114" y="125"/>
                    <a:pt x="113" y="126"/>
                    <a:pt x="112" y="128"/>
                  </a:cubicBezTo>
                  <a:cubicBezTo>
                    <a:pt x="117" y="129"/>
                    <a:pt x="117" y="129"/>
                    <a:pt x="117" y="129"/>
                  </a:cubicBezTo>
                  <a:close/>
                  <a:moveTo>
                    <a:pt x="133" y="135"/>
                  </a:moveTo>
                  <a:cubicBezTo>
                    <a:pt x="132" y="136"/>
                    <a:pt x="132" y="136"/>
                    <a:pt x="132" y="136"/>
                  </a:cubicBezTo>
                  <a:cubicBezTo>
                    <a:pt x="132" y="137"/>
                    <a:pt x="131" y="137"/>
                    <a:pt x="131" y="137"/>
                  </a:cubicBezTo>
                  <a:cubicBezTo>
                    <a:pt x="130" y="137"/>
                    <a:pt x="130" y="136"/>
                    <a:pt x="130" y="135"/>
                  </a:cubicBezTo>
                  <a:cubicBezTo>
                    <a:pt x="130" y="135"/>
                    <a:pt x="129" y="136"/>
                    <a:pt x="128" y="136"/>
                  </a:cubicBezTo>
                  <a:cubicBezTo>
                    <a:pt x="128" y="136"/>
                    <a:pt x="127" y="136"/>
                    <a:pt x="127" y="136"/>
                  </a:cubicBezTo>
                  <a:cubicBezTo>
                    <a:pt x="126" y="136"/>
                    <a:pt x="126" y="136"/>
                    <a:pt x="125" y="135"/>
                  </a:cubicBezTo>
                  <a:cubicBezTo>
                    <a:pt x="125" y="135"/>
                    <a:pt x="125" y="135"/>
                    <a:pt x="125" y="134"/>
                  </a:cubicBezTo>
                  <a:cubicBezTo>
                    <a:pt x="125" y="133"/>
                    <a:pt x="126" y="132"/>
                    <a:pt x="127" y="131"/>
                  </a:cubicBezTo>
                  <a:cubicBezTo>
                    <a:pt x="128" y="131"/>
                    <a:pt x="129" y="130"/>
                    <a:pt x="130" y="130"/>
                  </a:cubicBezTo>
                  <a:cubicBezTo>
                    <a:pt x="130" y="129"/>
                    <a:pt x="130" y="129"/>
                    <a:pt x="130" y="129"/>
                  </a:cubicBezTo>
                  <a:cubicBezTo>
                    <a:pt x="130" y="128"/>
                    <a:pt x="130" y="127"/>
                    <a:pt x="129" y="127"/>
                  </a:cubicBezTo>
                  <a:cubicBezTo>
                    <a:pt x="128" y="127"/>
                    <a:pt x="128" y="127"/>
                    <a:pt x="128" y="128"/>
                  </a:cubicBezTo>
                  <a:cubicBezTo>
                    <a:pt x="128" y="128"/>
                    <a:pt x="128" y="128"/>
                    <a:pt x="128" y="128"/>
                  </a:cubicBezTo>
                  <a:cubicBezTo>
                    <a:pt x="128" y="129"/>
                    <a:pt x="128" y="129"/>
                    <a:pt x="128" y="129"/>
                  </a:cubicBezTo>
                  <a:cubicBezTo>
                    <a:pt x="128" y="129"/>
                    <a:pt x="128" y="129"/>
                    <a:pt x="127" y="129"/>
                  </a:cubicBezTo>
                  <a:cubicBezTo>
                    <a:pt x="127" y="130"/>
                    <a:pt x="127" y="130"/>
                    <a:pt x="126" y="130"/>
                  </a:cubicBezTo>
                  <a:cubicBezTo>
                    <a:pt x="126" y="130"/>
                    <a:pt x="126" y="130"/>
                    <a:pt x="126" y="129"/>
                  </a:cubicBezTo>
                  <a:cubicBezTo>
                    <a:pt x="125" y="129"/>
                    <a:pt x="125" y="129"/>
                    <a:pt x="126" y="129"/>
                  </a:cubicBezTo>
                  <a:cubicBezTo>
                    <a:pt x="126" y="128"/>
                    <a:pt x="126" y="128"/>
                    <a:pt x="127" y="127"/>
                  </a:cubicBezTo>
                  <a:cubicBezTo>
                    <a:pt x="128" y="127"/>
                    <a:pt x="128" y="127"/>
                    <a:pt x="129" y="127"/>
                  </a:cubicBezTo>
                  <a:cubicBezTo>
                    <a:pt x="130" y="127"/>
                    <a:pt x="131" y="127"/>
                    <a:pt x="132" y="128"/>
                  </a:cubicBezTo>
                  <a:cubicBezTo>
                    <a:pt x="132" y="128"/>
                    <a:pt x="132" y="129"/>
                    <a:pt x="132" y="130"/>
                  </a:cubicBezTo>
                  <a:cubicBezTo>
                    <a:pt x="132" y="135"/>
                    <a:pt x="132" y="135"/>
                    <a:pt x="132" y="135"/>
                  </a:cubicBezTo>
                  <a:cubicBezTo>
                    <a:pt x="132" y="135"/>
                    <a:pt x="132" y="135"/>
                    <a:pt x="132" y="135"/>
                  </a:cubicBezTo>
                  <a:cubicBezTo>
                    <a:pt x="132" y="135"/>
                    <a:pt x="132" y="135"/>
                    <a:pt x="133" y="135"/>
                  </a:cubicBezTo>
                  <a:cubicBezTo>
                    <a:pt x="133" y="135"/>
                    <a:pt x="133" y="135"/>
                    <a:pt x="133" y="135"/>
                  </a:cubicBezTo>
                  <a:close/>
                  <a:moveTo>
                    <a:pt x="130" y="134"/>
                  </a:moveTo>
                  <a:cubicBezTo>
                    <a:pt x="130" y="131"/>
                    <a:pt x="130" y="131"/>
                    <a:pt x="130" y="131"/>
                  </a:cubicBezTo>
                  <a:cubicBezTo>
                    <a:pt x="129" y="131"/>
                    <a:pt x="128" y="131"/>
                    <a:pt x="128" y="131"/>
                  </a:cubicBezTo>
                  <a:cubicBezTo>
                    <a:pt x="127" y="132"/>
                    <a:pt x="126" y="132"/>
                    <a:pt x="126" y="133"/>
                  </a:cubicBezTo>
                  <a:cubicBezTo>
                    <a:pt x="126" y="134"/>
                    <a:pt x="127" y="135"/>
                    <a:pt x="128" y="135"/>
                  </a:cubicBezTo>
                  <a:cubicBezTo>
                    <a:pt x="128" y="135"/>
                    <a:pt x="129" y="135"/>
                    <a:pt x="130" y="134"/>
                  </a:cubicBezTo>
                  <a:close/>
                  <a:moveTo>
                    <a:pt x="144" y="136"/>
                  </a:moveTo>
                  <a:cubicBezTo>
                    <a:pt x="140" y="136"/>
                    <a:pt x="140" y="136"/>
                    <a:pt x="140" y="136"/>
                  </a:cubicBezTo>
                  <a:cubicBezTo>
                    <a:pt x="140" y="136"/>
                    <a:pt x="140" y="136"/>
                    <a:pt x="140" y="136"/>
                  </a:cubicBezTo>
                  <a:cubicBezTo>
                    <a:pt x="140" y="136"/>
                    <a:pt x="141" y="135"/>
                    <a:pt x="141" y="135"/>
                  </a:cubicBezTo>
                  <a:cubicBezTo>
                    <a:pt x="141" y="129"/>
                    <a:pt x="141" y="129"/>
                    <a:pt x="141" y="129"/>
                  </a:cubicBezTo>
                  <a:cubicBezTo>
                    <a:pt x="141" y="129"/>
                    <a:pt x="141" y="129"/>
                    <a:pt x="140" y="128"/>
                  </a:cubicBezTo>
                  <a:cubicBezTo>
                    <a:pt x="140" y="128"/>
                    <a:pt x="140" y="128"/>
                    <a:pt x="139" y="128"/>
                  </a:cubicBezTo>
                  <a:cubicBezTo>
                    <a:pt x="138" y="128"/>
                    <a:pt x="138" y="128"/>
                    <a:pt x="137" y="129"/>
                  </a:cubicBezTo>
                  <a:cubicBezTo>
                    <a:pt x="137" y="135"/>
                    <a:pt x="137" y="135"/>
                    <a:pt x="137" y="135"/>
                  </a:cubicBezTo>
                  <a:cubicBezTo>
                    <a:pt x="137" y="135"/>
                    <a:pt x="137" y="136"/>
                    <a:pt x="138" y="136"/>
                  </a:cubicBezTo>
                  <a:cubicBezTo>
                    <a:pt x="138" y="136"/>
                    <a:pt x="138" y="136"/>
                    <a:pt x="138" y="136"/>
                  </a:cubicBezTo>
                  <a:cubicBezTo>
                    <a:pt x="134" y="136"/>
                    <a:pt x="134" y="136"/>
                    <a:pt x="134" y="136"/>
                  </a:cubicBezTo>
                  <a:cubicBezTo>
                    <a:pt x="134" y="136"/>
                    <a:pt x="134" y="136"/>
                    <a:pt x="134" y="136"/>
                  </a:cubicBezTo>
                  <a:cubicBezTo>
                    <a:pt x="134" y="136"/>
                    <a:pt x="135" y="135"/>
                    <a:pt x="135" y="135"/>
                  </a:cubicBezTo>
                  <a:cubicBezTo>
                    <a:pt x="135" y="129"/>
                    <a:pt x="135" y="129"/>
                    <a:pt x="135" y="129"/>
                  </a:cubicBezTo>
                  <a:cubicBezTo>
                    <a:pt x="135" y="129"/>
                    <a:pt x="135" y="128"/>
                    <a:pt x="134" y="128"/>
                  </a:cubicBezTo>
                  <a:cubicBezTo>
                    <a:pt x="134" y="128"/>
                    <a:pt x="134" y="128"/>
                    <a:pt x="133" y="128"/>
                  </a:cubicBezTo>
                  <a:cubicBezTo>
                    <a:pt x="133" y="128"/>
                    <a:pt x="133" y="128"/>
                    <a:pt x="133" y="128"/>
                  </a:cubicBezTo>
                  <a:cubicBezTo>
                    <a:pt x="136" y="127"/>
                    <a:pt x="136" y="127"/>
                    <a:pt x="136" y="127"/>
                  </a:cubicBezTo>
                  <a:cubicBezTo>
                    <a:pt x="136" y="128"/>
                    <a:pt x="136" y="128"/>
                    <a:pt x="136" y="128"/>
                  </a:cubicBezTo>
                  <a:cubicBezTo>
                    <a:pt x="137" y="127"/>
                    <a:pt x="138" y="127"/>
                    <a:pt x="140" y="127"/>
                  </a:cubicBezTo>
                  <a:cubicBezTo>
                    <a:pt x="141" y="127"/>
                    <a:pt x="142" y="127"/>
                    <a:pt x="142" y="130"/>
                  </a:cubicBezTo>
                  <a:cubicBezTo>
                    <a:pt x="142" y="135"/>
                    <a:pt x="142" y="135"/>
                    <a:pt x="142" y="135"/>
                  </a:cubicBezTo>
                  <a:cubicBezTo>
                    <a:pt x="143" y="135"/>
                    <a:pt x="143" y="136"/>
                    <a:pt x="144" y="136"/>
                  </a:cubicBezTo>
                  <a:cubicBezTo>
                    <a:pt x="144" y="136"/>
                    <a:pt x="144" y="136"/>
                    <a:pt x="144" y="136"/>
                  </a:cubicBezTo>
                  <a:close/>
                  <a:moveTo>
                    <a:pt x="155" y="134"/>
                  </a:moveTo>
                  <a:cubicBezTo>
                    <a:pt x="154" y="135"/>
                    <a:pt x="153" y="135"/>
                    <a:pt x="152" y="136"/>
                  </a:cubicBezTo>
                  <a:cubicBezTo>
                    <a:pt x="152" y="134"/>
                    <a:pt x="152" y="134"/>
                    <a:pt x="152" y="134"/>
                  </a:cubicBezTo>
                  <a:cubicBezTo>
                    <a:pt x="151" y="135"/>
                    <a:pt x="150" y="136"/>
                    <a:pt x="149" y="136"/>
                  </a:cubicBezTo>
                  <a:cubicBezTo>
                    <a:pt x="148" y="136"/>
                    <a:pt x="148" y="136"/>
                    <a:pt x="147" y="135"/>
                  </a:cubicBezTo>
                  <a:cubicBezTo>
                    <a:pt x="146" y="134"/>
                    <a:pt x="145" y="133"/>
                    <a:pt x="145" y="131"/>
                  </a:cubicBezTo>
                  <a:cubicBezTo>
                    <a:pt x="145" y="130"/>
                    <a:pt x="146" y="129"/>
                    <a:pt x="146" y="128"/>
                  </a:cubicBezTo>
                  <a:cubicBezTo>
                    <a:pt x="146" y="127"/>
                    <a:pt x="148" y="126"/>
                    <a:pt x="149" y="126"/>
                  </a:cubicBezTo>
                  <a:cubicBezTo>
                    <a:pt x="150" y="126"/>
                    <a:pt x="150" y="126"/>
                    <a:pt x="151" y="127"/>
                  </a:cubicBezTo>
                  <a:cubicBezTo>
                    <a:pt x="150" y="124"/>
                    <a:pt x="150" y="124"/>
                    <a:pt x="150" y="124"/>
                  </a:cubicBezTo>
                  <a:cubicBezTo>
                    <a:pt x="150" y="123"/>
                    <a:pt x="150" y="123"/>
                    <a:pt x="150" y="123"/>
                  </a:cubicBezTo>
                  <a:cubicBezTo>
                    <a:pt x="150" y="123"/>
                    <a:pt x="150" y="123"/>
                    <a:pt x="149" y="123"/>
                  </a:cubicBezTo>
                  <a:cubicBezTo>
                    <a:pt x="149" y="123"/>
                    <a:pt x="149" y="123"/>
                    <a:pt x="149" y="123"/>
                  </a:cubicBezTo>
                  <a:cubicBezTo>
                    <a:pt x="150" y="123"/>
                    <a:pt x="150" y="122"/>
                    <a:pt x="152" y="121"/>
                  </a:cubicBezTo>
                  <a:cubicBezTo>
                    <a:pt x="153" y="133"/>
                    <a:pt x="153" y="133"/>
                    <a:pt x="153" y="133"/>
                  </a:cubicBezTo>
                  <a:cubicBezTo>
                    <a:pt x="153" y="134"/>
                    <a:pt x="153" y="134"/>
                    <a:pt x="153" y="134"/>
                  </a:cubicBezTo>
                  <a:cubicBezTo>
                    <a:pt x="154" y="134"/>
                    <a:pt x="155" y="134"/>
                    <a:pt x="155" y="134"/>
                  </a:cubicBezTo>
                  <a:cubicBezTo>
                    <a:pt x="155" y="134"/>
                    <a:pt x="155" y="134"/>
                    <a:pt x="155" y="134"/>
                  </a:cubicBezTo>
                  <a:close/>
                  <a:moveTo>
                    <a:pt x="152" y="133"/>
                  </a:moveTo>
                  <a:cubicBezTo>
                    <a:pt x="152" y="129"/>
                    <a:pt x="152" y="129"/>
                    <a:pt x="152" y="129"/>
                  </a:cubicBezTo>
                  <a:cubicBezTo>
                    <a:pt x="152" y="128"/>
                    <a:pt x="151" y="128"/>
                    <a:pt x="151" y="127"/>
                  </a:cubicBezTo>
                  <a:cubicBezTo>
                    <a:pt x="150" y="127"/>
                    <a:pt x="150" y="127"/>
                    <a:pt x="149" y="127"/>
                  </a:cubicBezTo>
                  <a:cubicBezTo>
                    <a:pt x="148" y="127"/>
                    <a:pt x="148" y="127"/>
                    <a:pt x="147" y="128"/>
                  </a:cubicBezTo>
                  <a:cubicBezTo>
                    <a:pt x="147" y="129"/>
                    <a:pt x="147" y="130"/>
                    <a:pt x="147" y="131"/>
                  </a:cubicBezTo>
                  <a:cubicBezTo>
                    <a:pt x="147" y="132"/>
                    <a:pt x="147" y="133"/>
                    <a:pt x="148" y="134"/>
                  </a:cubicBezTo>
                  <a:cubicBezTo>
                    <a:pt x="148" y="135"/>
                    <a:pt x="149" y="135"/>
                    <a:pt x="150" y="135"/>
                  </a:cubicBezTo>
                  <a:cubicBezTo>
                    <a:pt x="150" y="135"/>
                    <a:pt x="150" y="135"/>
                    <a:pt x="151" y="135"/>
                  </a:cubicBezTo>
                  <a:cubicBezTo>
                    <a:pt x="152" y="134"/>
                    <a:pt x="152" y="134"/>
                    <a:pt x="152" y="133"/>
                  </a:cubicBezTo>
                  <a:close/>
                  <a:moveTo>
                    <a:pt x="170" y="122"/>
                  </a:moveTo>
                  <a:cubicBezTo>
                    <a:pt x="170" y="122"/>
                    <a:pt x="170" y="122"/>
                    <a:pt x="170" y="122"/>
                  </a:cubicBezTo>
                  <a:cubicBezTo>
                    <a:pt x="169" y="121"/>
                    <a:pt x="169" y="120"/>
                    <a:pt x="169" y="120"/>
                  </a:cubicBezTo>
                  <a:cubicBezTo>
                    <a:pt x="168" y="120"/>
                    <a:pt x="168" y="120"/>
                    <a:pt x="167" y="120"/>
                  </a:cubicBezTo>
                  <a:cubicBezTo>
                    <a:pt x="165" y="120"/>
                    <a:pt x="165" y="120"/>
                    <a:pt x="165" y="120"/>
                  </a:cubicBezTo>
                  <a:cubicBezTo>
                    <a:pt x="167" y="131"/>
                    <a:pt x="167" y="131"/>
                    <a:pt x="167" y="131"/>
                  </a:cubicBezTo>
                  <a:cubicBezTo>
                    <a:pt x="168" y="132"/>
                    <a:pt x="168" y="132"/>
                    <a:pt x="170" y="132"/>
                  </a:cubicBezTo>
                  <a:cubicBezTo>
                    <a:pt x="170" y="132"/>
                    <a:pt x="170" y="132"/>
                    <a:pt x="170" y="132"/>
                  </a:cubicBezTo>
                  <a:cubicBezTo>
                    <a:pt x="164" y="133"/>
                    <a:pt x="164" y="133"/>
                    <a:pt x="164" y="133"/>
                  </a:cubicBezTo>
                  <a:cubicBezTo>
                    <a:pt x="164" y="133"/>
                    <a:pt x="164" y="133"/>
                    <a:pt x="164" y="133"/>
                  </a:cubicBezTo>
                  <a:cubicBezTo>
                    <a:pt x="165" y="133"/>
                    <a:pt x="166" y="132"/>
                    <a:pt x="165" y="131"/>
                  </a:cubicBezTo>
                  <a:cubicBezTo>
                    <a:pt x="163" y="121"/>
                    <a:pt x="163" y="121"/>
                    <a:pt x="163" y="121"/>
                  </a:cubicBezTo>
                  <a:cubicBezTo>
                    <a:pt x="161" y="121"/>
                    <a:pt x="161" y="121"/>
                    <a:pt x="161" y="121"/>
                  </a:cubicBezTo>
                  <a:cubicBezTo>
                    <a:pt x="160" y="121"/>
                    <a:pt x="160" y="122"/>
                    <a:pt x="159" y="122"/>
                  </a:cubicBezTo>
                  <a:cubicBezTo>
                    <a:pt x="159" y="123"/>
                    <a:pt x="159" y="123"/>
                    <a:pt x="159" y="124"/>
                  </a:cubicBezTo>
                  <a:cubicBezTo>
                    <a:pt x="159" y="124"/>
                    <a:pt x="159" y="124"/>
                    <a:pt x="159" y="124"/>
                  </a:cubicBezTo>
                  <a:cubicBezTo>
                    <a:pt x="158" y="121"/>
                    <a:pt x="158" y="121"/>
                    <a:pt x="158" y="121"/>
                  </a:cubicBezTo>
                  <a:cubicBezTo>
                    <a:pt x="169" y="118"/>
                    <a:pt x="169" y="118"/>
                    <a:pt x="169" y="118"/>
                  </a:cubicBezTo>
                  <a:cubicBezTo>
                    <a:pt x="170" y="122"/>
                    <a:pt x="170" y="122"/>
                    <a:pt x="170" y="122"/>
                  </a:cubicBezTo>
                  <a:close/>
                  <a:moveTo>
                    <a:pt x="181" y="125"/>
                  </a:moveTo>
                  <a:cubicBezTo>
                    <a:pt x="181" y="126"/>
                    <a:pt x="181" y="127"/>
                    <a:pt x="180" y="128"/>
                  </a:cubicBezTo>
                  <a:cubicBezTo>
                    <a:pt x="180" y="129"/>
                    <a:pt x="179" y="130"/>
                    <a:pt x="178" y="130"/>
                  </a:cubicBezTo>
                  <a:cubicBezTo>
                    <a:pt x="177" y="131"/>
                    <a:pt x="176" y="131"/>
                    <a:pt x="176" y="130"/>
                  </a:cubicBezTo>
                  <a:cubicBezTo>
                    <a:pt x="174" y="129"/>
                    <a:pt x="174" y="128"/>
                    <a:pt x="173" y="127"/>
                  </a:cubicBezTo>
                  <a:cubicBezTo>
                    <a:pt x="173" y="126"/>
                    <a:pt x="173" y="125"/>
                    <a:pt x="173" y="123"/>
                  </a:cubicBezTo>
                  <a:cubicBezTo>
                    <a:pt x="174" y="122"/>
                    <a:pt x="174" y="121"/>
                    <a:pt x="176" y="121"/>
                  </a:cubicBezTo>
                  <a:cubicBezTo>
                    <a:pt x="177" y="121"/>
                    <a:pt x="178" y="121"/>
                    <a:pt x="178" y="121"/>
                  </a:cubicBezTo>
                  <a:cubicBezTo>
                    <a:pt x="179" y="121"/>
                    <a:pt x="180" y="122"/>
                    <a:pt x="180" y="123"/>
                  </a:cubicBezTo>
                  <a:cubicBezTo>
                    <a:pt x="174" y="125"/>
                    <a:pt x="174" y="125"/>
                    <a:pt x="174" y="125"/>
                  </a:cubicBezTo>
                  <a:cubicBezTo>
                    <a:pt x="175" y="126"/>
                    <a:pt x="176" y="127"/>
                    <a:pt x="176" y="128"/>
                  </a:cubicBezTo>
                  <a:cubicBezTo>
                    <a:pt x="177" y="129"/>
                    <a:pt x="178" y="129"/>
                    <a:pt x="179" y="128"/>
                  </a:cubicBezTo>
                  <a:cubicBezTo>
                    <a:pt x="180" y="128"/>
                    <a:pt x="180" y="127"/>
                    <a:pt x="181" y="127"/>
                  </a:cubicBezTo>
                  <a:cubicBezTo>
                    <a:pt x="180" y="127"/>
                    <a:pt x="181" y="126"/>
                    <a:pt x="181" y="125"/>
                  </a:cubicBezTo>
                  <a:cubicBezTo>
                    <a:pt x="181" y="125"/>
                    <a:pt x="181" y="125"/>
                    <a:pt x="181" y="125"/>
                  </a:cubicBezTo>
                  <a:close/>
                  <a:moveTo>
                    <a:pt x="178" y="123"/>
                  </a:moveTo>
                  <a:cubicBezTo>
                    <a:pt x="177" y="122"/>
                    <a:pt x="176" y="121"/>
                    <a:pt x="175" y="122"/>
                  </a:cubicBezTo>
                  <a:cubicBezTo>
                    <a:pt x="174" y="122"/>
                    <a:pt x="173" y="123"/>
                    <a:pt x="173" y="125"/>
                  </a:cubicBezTo>
                  <a:cubicBezTo>
                    <a:pt x="178" y="123"/>
                    <a:pt x="178" y="123"/>
                    <a:pt x="178" y="123"/>
                  </a:cubicBezTo>
                  <a:close/>
                  <a:moveTo>
                    <a:pt x="190" y="122"/>
                  </a:moveTo>
                  <a:cubicBezTo>
                    <a:pt x="190" y="123"/>
                    <a:pt x="190" y="124"/>
                    <a:pt x="190" y="125"/>
                  </a:cubicBezTo>
                  <a:cubicBezTo>
                    <a:pt x="189" y="126"/>
                    <a:pt x="188" y="127"/>
                    <a:pt x="188" y="127"/>
                  </a:cubicBezTo>
                  <a:cubicBezTo>
                    <a:pt x="186" y="127"/>
                    <a:pt x="186" y="127"/>
                    <a:pt x="184" y="127"/>
                  </a:cubicBezTo>
                  <a:cubicBezTo>
                    <a:pt x="183" y="127"/>
                    <a:pt x="182" y="125"/>
                    <a:pt x="182" y="124"/>
                  </a:cubicBezTo>
                  <a:cubicBezTo>
                    <a:pt x="182" y="123"/>
                    <a:pt x="182" y="122"/>
                    <a:pt x="182" y="121"/>
                  </a:cubicBezTo>
                  <a:cubicBezTo>
                    <a:pt x="182" y="119"/>
                    <a:pt x="183" y="119"/>
                    <a:pt x="185" y="118"/>
                  </a:cubicBezTo>
                  <a:cubicBezTo>
                    <a:pt x="186" y="118"/>
                    <a:pt x="186" y="118"/>
                    <a:pt x="187" y="118"/>
                  </a:cubicBezTo>
                  <a:cubicBezTo>
                    <a:pt x="188" y="118"/>
                    <a:pt x="188" y="118"/>
                    <a:pt x="188" y="119"/>
                  </a:cubicBezTo>
                  <a:cubicBezTo>
                    <a:pt x="188" y="119"/>
                    <a:pt x="188" y="119"/>
                    <a:pt x="188" y="119"/>
                  </a:cubicBezTo>
                  <a:cubicBezTo>
                    <a:pt x="188" y="120"/>
                    <a:pt x="188" y="120"/>
                    <a:pt x="188" y="120"/>
                  </a:cubicBezTo>
                  <a:cubicBezTo>
                    <a:pt x="188" y="120"/>
                    <a:pt x="188" y="120"/>
                    <a:pt x="187" y="120"/>
                  </a:cubicBezTo>
                  <a:cubicBezTo>
                    <a:pt x="187" y="120"/>
                    <a:pt x="187" y="119"/>
                    <a:pt x="187" y="119"/>
                  </a:cubicBezTo>
                  <a:cubicBezTo>
                    <a:pt x="187" y="119"/>
                    <a:pt x="186" y="119"/>
                    <a:pt x="186" y="119"/>
                  </a:cubicBezTo>
                  <a:cubicBezTo>
                    <a:pt x="186" y="119"/>
                    <a:pt x="185" y="119"/>
                    <a:pt x="185" y="119"/>
                  </a:cubicBezTo>
                  <a:cubicBezTo>
                    <a:pt x="184" y="119"/>
                    <a:pt x="183" y="120"/>
                    <a:pt x="183" y="121"/>
                  </a:cubicBezTo>
                  <a:cubicBezTo>
                    <a:pt x="183" y="121"/>
                    <a:pt x="183" y="122"/>
                    <a:pt x="184" y="123"/>
                  </a:cubicBezTo>
                  <a:cubicBezTo>
                    <a:pt x="184" y="124"/>
                    <a:pt x="185" y="125"/>
                    <a:pt x="186" y="125"/>
                  </a:cubicBezTo>
                  <a:cubicBezTo>
                    <a:pt x="186" y="126"/>
                    <a:pt x="187" y="126"/>
                    <a:pt x="188" y="126"/>
                  </a:cubicBezTo>
                  <a:cubicBezTo>
                    <a:pt x="189" y="125"/>
                    <a:pt x="190" y="124"/>
                    <a:pt x="190" y="122"/>
                  </a:cubicBezTo>
                  <a:cubicBezTo>
                    <a:pt x="190" y="122"/>
                    <a:pt x="190" y="122"/>
                    <a:pt x="190" y="122"/>
                  </a:cubicBezTo>
                  <a:close/>
                  <a:moveTo>
                    <a:pt x="202" y="120"/>
                  </a:moveTo>
                  <a:cubicBezTo>
                    <a:pt x="198" y="122"/>
                    <a:pt x="198" y="122"/>
                    <a:pt x="198" y="122"/>
                  </a:cubicBezTo>
                  <a:cubicBezTo>
                    <a:pt x="198" y="121"/>
                    <a:pt x="198" y="121"/>
                    <a:pt x="198" y="121"/>
                  </a:cubicBezTo>
                  <a:cubicBezTo>
                    <a:pt x="199" y="121"/>
                    <a:pt x="199" y="121"/>
                    <a:pt x="198" y="120"/>
                  </a:cubicBezTo>
                  <a:cubicBezTo>
                    <a:pt x="196" y="115"/>
                    <a:pt x="196" y="115"/>
                    <a:pt x="196" y="115"/>
                  </a:cubicBezTo>
                  <a:cubicBezTo>
                    <a:pt x="195" y="114"/>
                    <a:pt x="195" y="114"/>
                    <a:pt x="194" y="115"/>
                  </a:cubicBezTo>
                  <a:cubicBezTo>
                    <a:pt x="193" y="115"/>
                    <a:pt x="192" y="116"/>
                    <a:pt x="192" y="117"/>
                  </a:cubicBezTo>
                  <a:cubicBezTo>
                    <a:pt x="194" y="121"/>
                    <a:pt x="194" y="121"/>
                    <a:pt x="194" y="121"/>
                  </a:cubicBezTo>
                  <a:cubicBezTo>
                    <a:pt x="195" y="122"/>
                    <a:pt x="196" y="122"/>
                    <a:pt x="196" y="122"/>
                  </a:cubicBezTo>
                  <a:cubicBezTo>
                    <a:pt x="196" y="122"/>
                    <a:pt x="196" y="122"/>
                    <a:pt x="196" y="122"/>
                  </a:cubicBezTo>
                  <a:cubicBezTo>
                    <a:pt x="192" y="124"/>
                    <a:pt x="192" y="124"/>
                    <a:pt x="192" y="124"/>
                  </a:cubicBezTo>
                  <a:cubicBezTo>
                    <a:pt x="192" y="124"/>
                    <a:pt x="192" y="124"/>
                    <a:pt x="192" y="124"/>
                  </a:cubicBezTo>
                  <a:cubicBezTo>
                    <a:pt x="193" y="123"/>
                    <a:pt x="193" y="123"/>
                    <a:pt x="192" y="122"/>
                  </a:cubicBezTo>
                  <a:cubicBezTo>
                    <a:pt x="188" y="113"/>
                    <a:pt x="188" y="113"/>
                    <a:pt x="188" y="113"/>
                  </a:cubicBezTo>
                  <a:cubicBezTo>
                    <a:pt x="187" y="113"/>
                    <a:pt x="187" y="113"/>
                    <a:pt x="187" y="113"/>
                  </a:cubicBezTo>
                  <a:cubicBezTo>
                    <a:pt x="187" y="113"/>
                    <a:pt x="186" y="113"/>
                    <a:pt x="186" y="113"/>
                  </a:cubicBezTo>
                  <a:cubicBezTo>
                    <a:pt x="186" y="113"/>
                    <a:pt x="186" y="113"/>
                    <a:pt x="186" y="113"/>
                  </a:cubicBezTo>
                  <a:cubicBezTo>
                    <a:pt x="186" y="112"/>
                    <a:pt x="187" y="111"/>
                    <a:pt x="188" y="110"/>
                  </a:cubicBezTo>
                  <a:cubicBezTo>
                    <a:pt x="191" y="116"/>
                    <a:pt x="191" y="116"/>
                    <a:pt x="191" y="116"/>
                  </a:cubicBezTo>
                  <a:cubicBezTo>
                    <a:pt x="192" y="114"/>
                    <a:pt x="192" y="113"/>
                    <a:pt x="193" y="113"/>
                  </a:cubicBezTo>
                  <a:cubicBezTo>
                    <a:pt x="195" y="112"/>
                    <a:pt x="196" y="113"/>
                    <a:pt x="197" y="115"/>
                  </a:cubicBezTo>
                  <a:cubicBezTo>
                    <a:pt x="199" y="119"/>
                    <a:pt x="199" y="119"/>
                    <a:pt x="199" y="119"/>
                  </a:cubicBezTo>
                  <a:cubicBezTo>
                    <a:pt x="200" y="120"/>
                    <a:pt x="201" y="120"/>
                    <a:pt x="202" y="120"/>
                  </a:cubicBezTo>
                  <a:cubicBezTo>
                    <a:pt x="202" y="120"/>
                    <a:pt x="202" y="120"/>
                    <a:pt x="202" y="120"/>
                  </a:cubicBezTo>
                  <a:close/>
                  <a:moveTo>
                    <a:pt x="212" y="114"/>
                  </a:moveTo>
                  <a:cubicBezTo>
                    <a:pt x="208" y="116"/>
                    <a:pt x="208" y="116"/>
                    <a:pt x="208" y="116"/>
                  </a:cubicBezTo>
                  <a:cubicBezTo>
                    <a:pt x="208" y="116"/>
                    <a:pt x="208" y="116"/>
                    <a:pt x="208" y="116"/>
                  </a:cubicBezTo>
                  <a:cubicBezTo>
                    <a:pt x="209" y="115"/>
                    <a:pt x="209" y="115"/>
                    <a:pt x="209" y="114"/>
                  </a:cubicBezTo>
                  <a:cubicBezTo>
                    <a:pt x="206" y="110"/>
                    <a:pt x="206" y="110"/>
                    <a:pt x="206" y="110"/>
                  </a:cubicBezTo>
                  <a:cubicBezTo>
                    <a:pt x="206" y="109"/>
                    <a:pt x="206" y="109"/>
                    <a:pt x="206" y="109"/>
                  </a:cubicBezTo>
                  <a:cubicBezTo>
                    <a:pt x="205" y="109"/>
                    <a:pt x="205" y="109"/>
                    <a:pt x="204" y="109"/>
                  </a:cubicBezTo>
                  <a:cubicBezTo>
                    <a:pt x="203" y="110"/>
                    <a:pt x="202" y="111"/>
                    <a:pt x="202" y="111"/>
                  </a:cubicBezTo>
                  <a:cubicBezTo>
                    <a:pt x="205" y="116"/>
                    <a:pt x="205" y="116"/>
                    <a:pt x="205" y="116"/>
                  </a:cubicBezTo>
                  <a:cubicBezTo>
                    <a:pt x="206" y="117"/>
                    <a:pt x="206" y="117"/>
                    <a:pt x="207" y="117"/>
                  </a:cubicBezTo>
                  <a:cubicBezTo>
                    <a:pt x="207" y="117"/>
                    <a:pt x="207" y="117"/>
                    <a:pt x="207" y="117"/>
                  </a:cubicBezTo>
                  <a:cubicBezTo>
                    <a:pt x="203" y="119"/>
                    <a:pt x="203" y="119"/>
                    <a:pt x="203" y="119"/>
                  </a:cubicBezTo>
                  <a:cubicBezTo>
                    <a:pt x="203" y="119"/>
                    <a:pt x="203" y="119"/>
                    <a:pt x="203" y="119"/>
                  </a:cubicBezTo>
                  <a:cubicBezTo>
                    <a:pt x="204" y="119"/>
                    <a:pt x="204" y="118"/>
                    <a:pt x="204" y="117"/>
                  </a:cubicBezTo>
                  <a:cubicBezTo>
                    <a:pt x="201" y="113"/>
                    <a:pt x="201" y="113"/>
                    <a:pt x="201" y="113"/>
                  </a:cubicBezTo>
                  <a:cubicBezTo>
                    <a:pt x="200" y="112"/>
                    <a:pt x="200" y="112"/>
                    <a:pt x="200" y="112"/>
                  </a:cubicBezTo>
                  <a:cubicBezTo>
                    <a:pt x="200" y="112"/>
                    <a:pt x="200" y="112"/>
                    <a:pt x="199" y="113"/>
                  </a:cubicBezTo>
                  <a:cubicBezTo>
                    <a:pt x="199" y="112"/>
                    <a:pt x="199" y="112"/>
                    <a:pt x="199" y="112"/>
                  </a:cubicBezTo>
                  <a:cubicBezTo>
                    <a:pt x="201" y="110"/>
                    <a:pt x="201" y="110"/>
                    <a:pt x="201" y="110"/>
                  </a:cubicBezTo>
                  <a:cubicBezTo>
                    <a:pt x="202" y="111"/>
                    <a:pt x="202" y="111"/>
                    <a:pt x="202" y="111"/>
                  </a:cubicBezTo>
                  <a:cubicBezTo>
                    <a:pt x="202" y="110"/>
                    <a:pt x="203" y="109"/>
                    <a:pt x="204" y="108"/>
                  </a:cubicBezTo>
                  <a:cubicBezTo>
                    <a:pt x="205" y="107"/>
                    <a:pt x="206" y="108"/>
                    <a:pt x="208" y="110"/>
                  </a:cubicBezTo>
                  <a:cubicBezTo>
                    <a:pt x="210" y="114"/>
                    <a:pt x="210" y="114"/>
                    <a:pt x="210" y="114"/>
                  </a:cubicBezTo>
                  <a:cubicBezTo>
                    <a:pt x="210" y="114"/>
                    <a:pt x="211" y="115"/>
                    <a:pt x="212" y="114"/>
                  </a:cubicBezTo>
                  <a:cubicBezTo>
                    <a:pt x="212" y="114"/>
                    <a:pt x="212" y="114"/>
                    <a:pt x="212" y="114"/>
                  </a:cubicBezTo>
                  <a:close/>
                  <a:moveTo>
                    <a:pt x="218" y="104"/>
                  </a:moveTo>
                  <a:cubicBezTo>
                    <a:pt x="219" y="105"/>
                    <a:pt x="219" y="107"/>
                    <a:pt x="219" y="108"/>
                  </a:cubicBezTo>
                  <a:cubicBezTo>
                    <a:pt x="219" y="109"/>
                    <a:pt x="218" y="110"/>
                    <a:pt x="217" y="111"/>
                  </a:cubicBezTo>
                  <a:cubicBezTo>
                    <a:pt x="216" y="112"/>
                    <a:pt x="215" y="112"/>
                    <a:pt x="214" y="112"/>
                  </a:cubicBezTo>
                  <a:cubicBezTo>
                    <a:pt x="212" y="111"/>
                    <a:pt x="211" y="111"/>
                    <a:pt x="210" y="110"/>
                  </a:cubicBezTo>
                  <a:cubicBezTo>
                    <a:pt x="210" y="109"/>
                    <a:pt x="209" y="107"/>
                    <a:pt x="209" y="106"/>
                  </a:cubicBezTo>
                  <a:cubicBezTo>
                    <a:pt x="209" y="105"/>
                    <a:pt x="210" y="104"/>
                    <a:pt x="211" y="103"/>
                  </a:cubicBezTo>
                  <a:cubicBezTo>
                    <a:pt x="212" y="102"/>
                    <a:pt x="214" y="102"/>
                    <a:pt x="215" y="102"/>
                  </a:cubicBezTo>
                  <a:cubicBezTo>
                    <a:pt x="216" y="102"/>
                    <a:pt x="217" y="103"/>
                    <a:pt x="218" y="104"/>
                  </a:cubicBezTo>
                  <a:close/>
                  <a:moveTo>
                    <a:pt x="217" y="106"/>
                  </a:moveTo>
                  <a:cubicBezTo>
                    <a:pt x="216" y="105"/>
                    <a:pt x="215" y="104"/>
                    <a:pt x="214" y="103"/>
                  </a:cubicBezTo>
                  <a:cubicBezTo>
                    <a:pt x="213" y="103"/>
                    <a:pt x="212" y="103"/>
                    <a:pt x="212" y="103"/>
                  </a:cubicBezTo>
                  <a:cubicBezTo>
                    <a:pt x="211" y="104"/>
                    <a:pt x="211" y="105"/>
                    <a:pt x="211" y="105"/>
                  </a:cubicBezTo>
                  <a:cubicBezTo>
                    <a:pt x="211" y="106"/>
                    <a:pt x="211" y="107"/>
                    <a:pt x="212" y="108"/>
                  </a:cubicBezTo>
                  <a:cubicBezTo>
                    <a:pt x="212" y="109"/>
                    <a:pt x="213" y="110"/>
                    <a:pt x="214" y="110"/>
                  </a:cubicBezTo>
                  <a:cubicBezTo>
                    <a:pt x="215" y="111"/>
                    <a:pt x="216" y="111"/>
                    <a:pt x="217" y="110"/>
                  </a:cubicBezTo>
                  <a:cubicBezTo>
                    <a:pt x="218" y="110"/>
                    <a:pt x="218" y="109"/>
                    <a:pt x="218" y="108"/>
                  </a:cubicBezTo>
                  <a:cubicBezTo>
                    <a:pt x="218" y="107"/>
                    <a:pt x="217" y="107"/>
                    <a:pt x="217" y="106"/>
                  </a:cubicBezTo>
                  <a:close/>
                  <a:moveTo>
                    <a:pt x="226" y="103"/>
                  </a:moveTo>
                  <a:cubicBezTo>
                    <a:pt x="222" y="107"/>
                    <a:pt x="222" y="107"/>
                    <a:pt x="222" y="107"/>
                  </a:cubicBezTo>
                  <a:cubicBezTo>
                    <a:pt x="222" y="106"/>
                    <a:pt x="222" y="106"/>
                    <a:pt x="222" y="106"/>
                  </a:cubicBezTo>
                  <a:cubicBezTo>
                    <a:pt x="223" y="105"/>
                    <a:pt x="223" y="105"/>
                    <a:pt x="223" y="104"/>
                  </a:cubicBezTo>
                  <a:cubicBezTo>
                    <a:pt x="216" y="97"/>
                    <a:pt x="216" y="97"/>
                    <a:pt x="216" y="97"/>
                  </a:cubicBezTo>
                  <a:cubicBezTo>
                    <a:pt x="216" y="96"/>
                    <a:pt x="216" y="96"/>
                    <a:pt x="215" y="96"/>
                  </a:cubicBezTo>
                  <a:cubicBezTo>
                    <a:pt x="215" y="96"/>
                    <a:pt x="215" y="96"/>
                    <a:pt x="214" y="97"/>
                  </a:cubicBezTo>
                  <a:cubicBezTo>
                    <a:pt x="214" y="97"/>
                    <a:pt x="214" y="97"/>
                    <a:pt x="214" y="97"/>
                  </a:cubicBezTo>
                  <a:cubicBezTo>
                    <a:pt x="214" y="97"/>
                    <a:pt x="214" y="97"/>
                    <a:pt x="214" y="97"/>
                  </a:cubicBezTo>
                  <a:cubicBezTo>
                    <a:pt x="214" y="96"/>
                    <a:pt x="215" y="95"/>
                    <a:pt x="216" y="94"/>
                  </a:cubicBezTo>
                  <a:cubicBezTo>
                    <a:pt x="224" y="103"/>
                    <a:pt x="224" y="103"/>
                    <a:pt x="224" y="103"/>
                  </a:cubicBezTo>
                  <a:cubicBezTo>
                    <a:pt x="224" y="104"/>
                    <a:pt x="225" y="104"/>
                    <a:pt x="226" y="103"/>
                  </a:cubicBezTo>
                  <a:cubicBezTo>
                    <a:pt x="226" y="103"/>
                    <a:pt x="226" y="103"/>
                    <a:pt x="226" y="103"/>
                  </a:cubicBezTo>
                  <a:close/>
                  <a:moveTo>
                    <a:pt x="231" y="93"/>
                  </a:moveTo>
                  <a:cubicBezTo>
                    <a:pt x="232" y="94"/>
                    <a:pt x="232" y="95"/>
                    <a:pt x="232" y="96"/>
                  </a:cubicBezTo>
                  <a:cubicBezTo>
                    <a:pt x="232" y="97"/>
                    <a:pt x="232" y="99"/>
                    <a:pt x="230" y="99"/>
                  </a:cubicBezTo>
                  <a:cubicBezTo>
                    <a:pt x="230" y="100"/>
                    <a:pt x="228" y="101"/>
                    <a:pt x="227" y="101"/>
                  </a:cubicBezTo>
                  <a:cubicBezTo>
                    <a:pt x="226" y="101"/>
                    <a:pt x="225" y="100"/>
                    <a:pt x="224" y="99"/>
                  </a:cubicBezTo>
                  <a:cubicBezTo>
                    <a:pt x="223" y="98"/>
                    <a:pt x="222" y="97"/>
                    <a:pt x="222" y="96"/>
                  </a:cubicBezTo>
                  <a:cubicBezTo>
                    <a:pt x="222" y="95"/>
                    <a:pt x="223" y="93"/>
                    <a:pt x="224" y="93"/>
                  </a:cubicBezTo>
                  <a:cubicBezTo>
                    <a:pt x="225" y="92"/>
                    <a:pt x="226" y="91"/>
                    <a:pt x="227" y="91"/>
                  </a:cubicBezTo>
                  <a:cubicBezTo>
                    <a:pt x="229" y="91"/>
                    <a:pt x="230" y="91"/>
                    <a:pt x="231" y="93"/>
                  </a:cubicBezTo>
                  <a:close/>
                  <a:moveTo>
                    <a:pt x="230" y="95"/>
                  </a:moveTo>
                  <a:cubicBezTo>
                    <a:pt x="229" y="94"/>
                    <a:pt x="228" y="93"/>
                    <a:pt x="227" y="93"/>
                  </a:cubicBezTo>
                  <a:cubicBezTo>
                    <a:pt x="226" y="92"/>
                    <a:pt x="225" y="92"/>
                    <a:pt x="224" y="93"/>
                  </a:cubicBezTo>
                  <a:cubicBezTo>
                    <a:pt x="224" y="93"/>
                    <a:pt x="224" y="94"/>
                    <a:pt x="224" y="95"/>
                  </a:cubicBezTo>
                  <a:cubicBezTo>
                    <a:pt x="224" y="96"/>
                    <a:pt x="224" y="96"/>
                    <a:pt x="225" y="97"/>
                  </a:cubicBezTo>
                  <a:cubicBezTo>
                    <a:pt x="226" y="98"/>
                    <a:pt x="227" y="99"/>
                    <a:pt x="228" y="99"/>
                  </a:cubicBezTo>
                  <a:cubicBezTo>
                    <a:pt x="229" y="99"/>
                    <a:pt x="230" y="99"/>
                    <a:pt x="231" y="99"/>
                  </a:cubicBezTo>
                  <a:cubicBezTo>
                    <a:pt x="232" y="98"/>
                    <a:pt x="232" y="97"/>
                    <a:pt x="231" y="97"/>
                  </a:cubicBezTo>
                  <a:cubicBezTo>
                    <a:pt x="231" y="96"/>
                    <a:pt x="231" y="95"/>
                    <a:pt x="230" y="95"/>
                  </a:cubicBezTo>
                  <a:close/>
                  <a:moveTo>
                    <a:pt x="236" y="82"/>
                  </a:moveTo>
                  <a:cubicBezTo>
                    <a:pt x="234" y="83"/>
                    <a:pt x="234" y="83"/>
                    <a:pt x="234" y="83"/>
                  </a:cubicBezTo>
                  <a:cubicBezTo>
                    <a:pt x="235" y="83"/>
                    <a:pt x="236" y="84"/>
                    <a:pt x="236" y="84"/>
                  </a:cubicBezTo>
                  <a:cubicBezTo>
                    <a:pt x="237" y="85"/>
                    <a:pt x="237" y="85"/>
                    <a:pt x="237" y="87"/>
                  </a:cubicBezTo>
                  <a:cubicBezTo>
                    <a:pt x="237" y="87"/>
                    <a:pt x="237" y="88"/>
                    <a:pt x="236" y="89"/>
                  </a:cubicBezTo>
                  <a:cubicBezTo>
                    <a:pt x="236" y="89"/>
                    <a:pt x="236" y="89"/>
                    <a:pt x="236" y="90"/>
                  </a:cubicBezTo>
                  <a:cubicBezTo>
                    <a:pt x="236" y="91"/>
                    <a:pt x="236" y="91"/>
                    <a:pt x="236" y="91"/>
                  </a:cubicBezTo>
                  <a:cubicBezTo>
                    <a:pt x="236" y="92"/>
                    <a:pt x="237" y="91"/>
                    <a:pt x="238" y="90"/>
                  </a:cubicBezTo>
                  <a:cubicBezTo>
                    <a:pt x="239" y="89"/>
                    <a:pt x="240" y="88"/>
                    <a:pt x="240" y="87"/>
                  </a:cubicBezTo>
                  <a:cubicBezTo>
                    <a:pt x="241" y="87"/>
                    <a:pt x="242" y="87"/>
                    <a:pt x="242" y="88"/>
                  </a:cubicBezTo>
                  <a:cubicBezTo>
                    <a:pt x="243" y="88"/>
                    <a:pt x="243" y="89"/>
                    <a:pt x="243" y="91"/>
                  </a:cubicBezTo>
                  <a:cubicBezTo>
                    <a:pt x="243" y="92"/>
                    <a:pt x="242" y="93"/>
                    <a:pt x="242" y="94"/>
                  </a:cubicBezTo>
                  <a:cubicBezTo>
                    <a:pt x="241" y="95"/>
                    <a:pt x="240" y="95"/>
                    <a:pt x="239" y="96"/>
                  </a:cubicBezTo>
                  <a:cubicBezTo>
                    <a:pt x="238" y="96"/>
                    <a:pt x="238" y="96"/>
                    <a:pt x="238" y="95"/>
                  </a:cubicBezTo>
                  <a:cubicBezTo>
                    <a:pt x="237" y="95"/>
                    <a:pt x="237" y="95"/>
                    <a:pt x="237" y="94"/>
                  </a:cubicBezTo>
                  <a:cubicBezTo>
                    <a:pt x="237" y="94"/>
                    <a:pt x="237" y="93"/>
                    <a:pt x="237" y="93"/>
                  </a:cubicBezTo>
                  <a:cubicBezTo>
                    <a:pt x="237" y="93"/>
                    <a:pt x="237" y="93"/>
                    <a:pt x="236" y="93"/>
                  </a:cubicBezTo>
                  <a:cubicBezTo>
                    <a:pt x="236" y="93"/>
                    <a:pt x="236" y="93"/>
                    <a:pt x="236" y="93"/>
                  </a:cubicBezTo>
                  <a:cubicBezTo>
                    <a:pt x="235" y="93"/>
                    <a:pt x="235" y="92"/>
                    <a:pt x="235" y="92"/>
                  </a:cubicBezTo>
                  <a:cubicBezTo>
                    <a:pt x="235" y="91"/>
                    <a:pt x="235" y="91"/>
                    <a:pt x="235" y="90"/>
                  </a:cubicBezTo>
                  <a:cubicBezTo>
                    <a:pt x="234" y="91"/>
                    <a:pt x="233" y="91"/>
                    <a:pt x="232" y="90"/>
                  </a:cubicBezTo>
                  <a:cubicBezTo>
                    <a:pt x="231" y="89"/>
                    <a:pt x="230" y="89"/>
                    <a:pt x="230" y="87"/>
                  </a:cubicBezTo>
                  <a:cubicBezTo>
                    <a:pt x="230" y="87"/>
                    <a:pt x="231" y="85"/>
                    <a:pt x="232" y="85"/>
                  </a:cubicBezTo>
                  <a:cubicBezTo>
                    <a:pt x="232" y="84"/>
                    <a:pt x="232" y="84"/>
                    <a:pt x="233" y="83"/>
                  </a:cubicBezTo>
                  <a:cubicBezTo>
                    <a:pt x="234" y="83"/>
                    <a:pt x="234" y="83"/>
                    <a:pt x="234" y="83"/>
                  </a:cubicBezTo>
                  <a:cubicBezTo>
                    <a:pt x="235" y="81"/>
                    <a:pt x="235" y="81"/>
                    <a:pt x="235" y="81"/>
                  </a:cubicBezTo>
                  <a:cubicBezTo>
                    <a:pt x="236" y="82"/>
                    <a:pt x="236" y="82"/>
                    <a:pt x="236" y="82"/>
                  </a:cubicBezTo>
                  <a:close/>
                  <a:moveTo>
                    <a:pt x="236" y="86"/>
                  </a:moveTo>
                  <a:cubicBezTo>
                    <a:pt x="235" y="86"/>
                    <a:pt x="234" y="85"/>
                    <a:pt x="234" y="85"/>
                  </a:cubicBezTo>
                  <a:cubicBezTo>
                    <a:pt x="233" y="85"/>
                    <a:pt x="232" y="85"/>
                    <a:pt x="232" y="85"/>
                  </a:cubicBezTo>
                  <a:cubicBezTo>
                    <a:pt x="231" y="86"/>
                    <a:pt x="231" y="86"/>
                    <a:pt x="231" y="87"/>
                  </a:cubicBezTo>
                  <a:cubicBezTo>
                    <a:pt x="231" y="87"/>
                    <a:pt x="232" y="87"/>
                    <a:pt x="232" y="88"/>
                  </a:cubicBezTo>
                  <a:cubicBezTo>
                    <a:pt x="233" y="88"/>
                    <a:pt x="233" y="89"/>
                    <a:pt x="234" y="89"/>
                  </a:cubicBezTo>
                  <a:cubicBezTo>
                    <a:pt x="235" y="89"/>
                    <a:pt x="235" y="89"/>
                    <a:pt x="236" y="89"/>
                  </a:cubicBezTo>
                  <a:cubicBezTo>
                    <a:pt x="237" y="88"/>
                    <a:pt x="236" y="87"/>
                    <a:pt x="236" y="86"/>
                  </a:cubicBezTo>
                  <a:close/>
                  <a:moveTo>
                    <a:pt x="242" y="89"/>
                  </a:moveTo>
                  <a:cubicBezTo>
                    <a:pt x="242" y="89"/>
                    <a:pt x="241" y="89"/>
                    <a:pt x="240" y="89"/>
                  </a:cubicBezTo>
                  <a:cubicBezTo>
                    <a:pt x="240" y="90"/>
                    <a:pt x="240" y="90"/>
                    <a:pt x="239" y="91"/>
                  </a:cubicBezTo>
                  <a:cubicBezTo>
                    <a:pt x="238" y="92"/>
                    <a:pt x="238" y="92"/>
                    <a:pt x="237" y="93"/>
                  </a:cubicBezTo>
                  <a:cubicBezTo>
                    <a:pt x="237" y="93"/>
                    <a:pt x="238" y="94"/>
                    <a:pt x="238" y="95"/>
                  </a:cubicBezTo>
                  <a:cubicBezTo>
                    <a:pt x="239" y="95"/>
                    <a:pt x="240" y="95"/>
                    <a:pt x="241" y="93"/>
                  </a:cubicBezTo>
                  <a:cubicBezTo>
                    <a:pt x="242" y="93"/>
                    <a:pt x="242" y="91"/>
                    <a:pt x="243" y="91"/>
                  </a:cubicBezTo>
                  <a:cubicBezTo>
                    <a:pt x="243" y="90"/>
                    <a:pt x="242" y="89"/>
                    <a:pt x="242" y="89"/>
                  </a:cubicBezTo>
                  <a:close/>
                  <a:moveTo>
                    <a:pt x="242" y="73"/>
                  </a:moveTo>
                  <a:cubicBezTo>
                    <a:pt x="242" y="73"/>
                    <a:pt x="242" y="73"/>
                    <a:pt x="242" y="74"/>
                  </a:cubicBezTo>
                  <a:cubicBezTo>
                    <a:pt x="242" y="74"/>
                    <a:pt x="242" y="74"/>
                    <a:pt x="242" y="75"/>
                  </a:cubicBezTo>
                  <a:cubicBezTo>
                    <a:pt x="247" y="83"/>
                    <a:pt x="247" y="83"/>
                    <a:pt x="247" y="83"/>
                  </a:cubicBezTo>
                  <a:cubicBezTo>
                    <a:pt x="248" y="85"/>
                    <a:pt x="248" y="86"/>
                    <a:pt x="247" y="87"/>
                  </a:cubicBezTo>
                  <a:cubicBezTo>
                    <a:pt x="246" y="88"/>
                    <a:pt x="246" y="88"/>
                    <a:pt x="245" y="87"/>
                  </a:cubicBezTo>
                  <a:cubicBezTo>
                    <a:pt x="245" y="87"/>
                    <a:pt x="245" y="87"/>
                    <a:pt x="245" y="87"/>
                  </a:cubicBezTo>
                  <a:cubicBezTo>
                    <a:pt x="245" y="86"/>
                    <a:pt x="245" y="86"/>
                    <a:pt x="245" y="86"/>
                  </a:cubicBezTo>
                  <a:cubicBezTo>
                    <a:pt x="245" y="86"/>
                    <a:pt x="246" y="85"/>
                    <a:pt x="246" y="85"/>
                  </a:cubicBezTo>
                  <a:cubicBezTo>
                    <a:pt x="246" y="85"/>
                    <a:pt x="246" y="85"/>
                    <a:pt x="246" y="85"/>
                  </a:cubicBezTo>
                  <a:cubicBezTo>
                    <a:pt x="247" y="85"/>
                    <a:pt x="246" y="83"/>
                    <a:pt x="245" y="81"/>
                  </a:cubicBezTo>
                  <a:cubicBezTo>
                    <a:pt x="238" y="80"/>
                    <a:pt x="238" y="80"/>
                    <a:pt x="238" y="80"/>
                  </a:cubicBezTo>
                  <a:cubicBezTo>
                    <a:pt x="237" y="80"/>
                    <a:pt x="237" y="80"/>
                    <a:pt x="236" y="80"/>
                  </a:cubicBezTo>
                  <a:cubicBezTo>
                    <a:pt x="236" y="80"/>
                    <a:pt x="236" y="80"/>
                    <a:pt x="236" y="80"/>
                  </a:cubicBezTo>
                  <a:cubicBezTo>
                    <a:pt x="235" y="80"/>
                    <a:pt x="235" y="80"/>
                    <a:pt x="235" y="80"/>
                  </a:cubicBezTo>
                  <a:cubicBezTo>
                    <a:pt x="238" y="77"/>
                    <a:pt x="238" y="77"/>
                    <a:pt x="238" y="77"/>
                  </a:cubicBezTo>
                  <a:cubicBezTo>
                    <a:pt x="238" y="77"/>
                    <a:pt x="238" y="77"/>
                    <a:pt x="238" y="77"/>
                  </a:cubicBezTo>
                  <a:cubicBezTo>
                    <a:pt x="238" y="78"/>
                    <a:pt x="238" y="78"/>
                    <a:pt x="238" y="78"/>
                  </a:cubicBezTo>
                  <a:cubicBezTo>
                    <a:pt x="238" y="78"/>
                    <a:pt x="238" y="79"/>
                    <a:pt x="239" y="79"/>
                  </a:cubicBezTo>
                  <a:cubicBezTo>
                    <a:pt x="244" y="80"/>
                    <a:pt x="244" y="80"/>
                    <a:pt x="244" y="80"/>
                  </a:cubicBezTo>
                  <a:cubicBezTo>
                    <a:pt x="242" y="75"/>
                    <a:pt x="242" y="75"/>
                    <a:pt x="242" y="75"/>
                  </a:cubicBezTo>
                  <a:cubicBezTo>
                    <a:pt x="241" y="75"/>
                    <a:pt x="241" y="75"/>
                    <a:pt x="241" y="75"/>
                  </a:cubicBezTo>
                  <a:cubicBezTo>
                    <a:pt x="241" y="75"/>
                    <a:pt x="241" y="75"/>
                    <a:pt x="241" y="75"/>
                  </a:cubicBezTo>
                  <a:cubicBezTo>
                    <a:pt x="240" y="75"/>
                    <a:pt x="240" y="75"/>
                    <a:pt x="240" y="75"/>
                  </a:cubicBezTo>
                  <a:cubicBezTo>
                    <a:pt x="240" y="75"/>
                    <a:pt x="240" y="75"/>
                    <a:pt x="240" y="75"/>
                  </a:cubicBezTo>
                  <a:cubicBezTo>
                    <a:pt x="242" y="73"/>
                    <a:pt x="242" y="73"/>
                    <a:pt x="242" y="73"/>
                  </a:cubicBezTo>
                  <a:cubicBezTo>
                    <a:pt x="242" y="73"/>
                    <a:pt x="242" y="73"/>
                    <a:pt x="242" y="73"/>
                  </a:cubicBezTo>
                  <a:close/>
                  <a:moveTo>
                    <a:pt x="253" y="63"/>
                  </a:moveTo>
                  <a:cubicBezTo>
                    <a:pt x="254" y="64"/>
                    <a:pt x="255" y="65"/>
                    <a:pt x="255" y="66"/>
                  </a:cubicBezTo>
                  <a:cubicBezTo>
                    <a:pt x="256" y="67"/>
                    <a:pt x="256" y="68"/>
                    <a:pt x="255" y="69"/>
                  </a:cubicBezTo>
                  <a:cubicBezTo>
                    <a:pt x="254" y="71"/>
                    <a:pt x="253" y="71"/>
                    <a:pt x="252" y="71"/>
                  </a:cubicBezTo>
                  <a:cubicBezTo>
                    <a:pt x="251" y="72"/>
                    <a:pt x="250" y="71"/>
                    <a:pt x="248" y="71"/>
                  </a:cubicBezTo>
                  <a:cubicBezTo>
                    <a:pt x="247" y="70"/>
                    <a:pt x="246" y="69"/>
                    <a:pt x="246" y="68"/>
                  </a:cubicBezTo>
                  <a:cubicBezTo>
                    <a:pt x="246" y="67"/>
                    <a:pt x="246" y="66"/>
                    <a:pt x="246" y="65"/>
                  </a:cubicBezTo>
                  <a:cubicBezTo>
                    <a:pt x="247" y="63"/>
                    <a:pt x="248" y="63"/>
                    <a:pt x="249" y="62"/>
                  </a:cubicBezTo>
                  <a:cubicBezTo>
                    <a:pt x="250" y="62"/>
                    <a:pt x="252" y="62"/>
                    <a:pt x="253" y="63"/>
                  </a:cubicBezTo>
                  <a:close/>
                  <a:moveTo>
                    <a:pt x="252" y="65"/>
                  </a:moveTo>
                  <a:cubicBezTo>
                    <a:pt x="251" y="64"/>
                    <a:pt x="250" y="64"/>
                    <a:pt x="249" y="64"/>
                  </a:cubicBezTo>
                  <a:cubicBezTo>
                    <a:pt x="248" y="64"/>
                    <a:pt x="247" y="64"/>
                    <a:pt x="247" y="65"/>
                  </a:cubicBezTo>
                  <a:cubicBezTo>
                    <a:pt x="246" y="66"/>
                    <a:pt x="246" y="66"/>
                    <a:pt x="247" y="67"/>
                  </a:cubicBezTo>
                  <a:cubicBezTo>
                    <a:pt x="247" y="68"/>
                    <a:pt x="248" y="68"/>
                    <a:pt x="249" y="69"/>
                  </a:cubicBezTo>
                  <a:cubicBezTo>
                    <a:pt x="250" y="69"/>
                    <a:pt x="251" y="69"/>
                    <a:pt x="252" y="70"/>
                  </a:cubicBezTo>
                  <a:cubicBezTo>
                    <a:pt x="253" y="70"/>
                    <a:pt x="254" y="69"/>
                    <a:pt x="254" y="69"/>
                  </a:cubicBezTo>
                  <a:cubicBezTo>
                    <a:pt x="255" y="68"/>
                    <a:pt x="255" y="67"/>
                    <a:pt x="254" y="66"/>
                  </a:cubicBezTo>
                  <a:cubicBezTo>
                    <a:pt x="254" y="66"/>
                    <a:pt x="253" y="65"/>
                    <a:pt x="252" y="65"/>
                  </a:cubicBezTo>
                  <a:close/>
                  <a:moveTo>
                    <a:pt x="266" y="40"/>
                  </a:moveTo>
                  <a:cubicBezTo>
                    <a:pt x="267" y="42"/>
                    <a:pt x="267" y="44"/>
                    <a:pt x="266" y="46"/>
                  </a:cubicBezTo>
                  <a:cubicBezTo>
                    <a:pt x="265" y="48"/>
                    <a:pt x="264" y="49"/>
                    <a:pt x="262" y="50"/>
                  </a:cubicBezTo>
                  <a:cubicBezTo>
                    <a:pt x="261" y="51"/>
                    <a:pt x="259" y="51"/>
                    <a:pt x="257" y="50"/>
                  </a:cubicBezTo>
                  <a:cubicBezTo>
                    <a:pt x="255" y="49"/>
                    <a:pt x="254" y="48"/>
                    <a:pt x="253" y="47"/>
                  </a:cubicBezTo>
                  <a:cubicBezTo>
                    <a:pt x="252" y="45"/>
                    <a:pt x="252" y="43"/>
                    <a:pt x="253" y="41"/>
                  </a:cubicBezTo>
                  <a:cubicBezTo>
                    <a:pt x="254" y="41"/>
                    <a:pt x="254" y="40"/>
                    <a:pt x="254" y="39"/>
                  </a:cubicBezTo>
                  <a:cubicBezTo>
                    <a:pt x="255" y="39"/>
                    <a:pt x="255" y="38"/>
                    <a:pt x="255" y="38"/>
                  </a:cubicBezTo>
                  <a:cubicBezTo>
                    <a:pt x="255" y="38"/>
                    <a:pt x="255" y="37"/>
                    <a:pt x="255" y="37"/>
                  </a:cubicBezTo>
                  <a:cubicBezTo>
                    <a:pt x="255" y="37"/>
                    <a:pt x="255" y="37"/>
                    <a:pt x="255" y="37"/>
                  </a:cubicBezTo>
                  <a:cubicBezTo>
                    <a:pt x="259" y="38"/>
                    <a:pt x="259" y="38"/>
                    <a:pt x="259" y="38"/>
                  </a:cubicBezTo>
                  <a:cubicBezTo>
                    <a:pt x="259" y="39"/>
                    <a:pt x="259" y="39"/>
                    <a:pt x="259" y="39"/>
                  </a:cubicBezTo>
                  <a:cubicBezTo>
                    <a:pt x="258" y="39"/>
                    <a:pt x="257" y="39"/>
                    <a:pt x="256" y="39"/>
                  </a:cubicBezTo>
                  <a:cubicBezTo>
                    <a:pt x="255" y="39"/>
                    <a:pt x="254" y="40"/>
                    <a:pt x="254" y="41"/>
                  </a:cubicBezTo>
                  <a:cubicBezTo>
                    <a:pt x="254" y="43"/>
                    <a:pt x="254" y="44"/>
                    <a:pt x="254" y="45"/>
                  </a:cubicBezTo>
                  <a:cubicBezTo>
                    <a:pt x="255" y="47"/>
                    <a:pt x="256" y="47"/>
                    <a:pt x="258" y="48"/>
                  </a:cubicBezTo>
                  <a:cubicBezTo>
                    <a:pt x="260" y="49"/>
                    <a:pt x="261" y="49"/>
                    <a:pt x="263" y="49"/>
                  </a:cubicBezTo>
                  <a:cubicBezTo>
                    <a:pt x="264" y="48"/>
                    <a:pt x="265" y="47"/>
                    <a:pt x="266" y="46"/>
                  </a:cubicBezTo>
                  <a:cubicBezTo>
                    <a:pt x="266" y="45"/>
                    <a:pt x="266" y="43"/>
                    <a:pt x="266" y="42"/>
                  </a:cubicBezTo>
                  <a:cubicBezTo>
                    <a:pt x="266" y="42"/>
                    <a:pt x="266" y="41"/>
                    <a:pt x="266" y="40"/>
                  </a:cubicBezTo>
                  <a:cubicBezTo>
                    <a:pt x="266" y="40"/>
                    <a:pt x="266" y="40"/>
                    <a:pt x="266" y="40"/>
                  </a:cubicBezTo>
                  <a:close/>
                  <a:moveTo>
                    <a:pt x="270" y="30"/>
                  </a:moveTo>
                  <a:cubicBezTo>
                    <a:pt x="269" y="34"/>
                    <a:pt x="269" y="34"/>
                    <a:pt x="269" y="34"/>
                  </a:cubicBezTo>
                  <a:cubicBezTo>
                    <a:pt x="269" y="34"/>
                    <a:pt x="269" y="34"/>
                    <a:pt x="269" y="34"/>
                  </a:cubicBezTo>
                  <a:cubicBezTo>
                    <a:pt x="269" y="33"/>
                    <a:pt x="269" y="33"/>
                    <a:pt x="268" y="32"/>
                  </a:cubicBezTo>
                  <a:cubicBezTo>
                    <a:pt x="263" y="31"/>
                    <a:pt x="263" y="31"/>
                    <a:pt x="263" y="31"/>
                  </a:cubicBezTo>
                  <a:cubicBezTo>
                    <a:pt x="262" y="31"/>
                    <a:pt x="261" y="31"/>
                    <a:pt x="261" y="32"/>
                  </a:cubicBezTo>
                  <a:cubicBezTo>
                    <a:pt x="260" y="33"/>
                    <a:pt x="261" y="33"/>
                    <a:pt x="261" y="34"/>
                  </a:cubicBezTo>
                  <a:cubicBezTo>
                    <a:pt x="266" y="36"/>
                    <a:pt x="266" y="36"/>
                    <a:pt x="266" y="36"/>
                  </a:cubicBezTo>
                  <a:cubicBezTo>
                    <a:pt x="267" y="36"/>
                    <a:pt x="268" y="36"/>
                    <a:pt x="268" y="35"/>
                  </a:cubicBezTo>
                  <a:cubicBezTo>
                    <a:pt x="268" y="35"/>
                    <a:pt x="268" y="35"/>
                    <a:pt x="268" y="35"/>
                  </a:cubicBezTo>
                  <a:cubicBezTo>
                    <a:pt x="267" y="39"/>
                    <a:pt x="267" y="39"/>
                    <a:pt x="267" y="39"/>
                  </a:cubicBezTo>
                  <a:cubicBezTo>
                    <a:pt x="267" y="39"/>
                    <a:pt x="267" y="39"/>
                    <a:pt x="267" y="39"/>
                  </a:cubicBezTo>
                  <a:cubicBezTo>
                    <a:pt x="267" y="38"/>
                    <a:pt x="267" y="38"/>
                    <a:pt x="266" y="37"/>
                  </a:cubicBezTo>
                  <a:cubicBezTo>
                    <a:pt x="256" y="35"/>
                    <a:pt x="256" y="35"/>
                    <a:pt x="256" y="35"/>
                  </a:cubicBezTo>
                  <a:cubicBezTo>
                    <a:pt x="256" y="35"/>
                    <a:pt x="255" y="35"/>
                    <a:pt x="255" y="35"/>
                  </a:cubicBezTo>
                  <a:cubicBezTo>
                    <a:pt x="255" y="35"/>
                    <a:pt x="255" y="35"/>
                    <a:pt x="255" y="35"/>
                  </a:cubicBezTo>
                  <a:cubicBezTo>
                    <a:pt x="254" y="35"/>
                    <a:pt x="254" y="35"/>
                    <a:pt x="254" y="35"/>
                  </a:cubicBezTo>
                  <a:cubicBezTo>
                    <a:pt x="254" y="35"/>
                    <a:pt x="254" y="34"/>
                    <a:pt x="254" y="32"/>
                  </a:cubicBezTo>
                  <a:cubicBezTo>
                    <a:pt x="260" y="34"/>
                    <a:pt x="260" y="34"/>
                    <a:pt x="260" y="34"/>
                  </a:cubicBezTo>
                  <a:cubicBezTo>
                    <a:pt x="260" y="33"/>
                    <a:pt x="259" y="31"/>
                    <a:pt x="260" y="31"/>
                  </a:cubicBezTo>
                  <a:cubicBezTo>
                    <a:pt x="260" y="29"/>
                    <a:pt x="261" y="28"/>
                    <a:pt x="263" y="29"/>
                  </a:cubicBezTo>
                  <a:cubicBezTo>
                    <a:pt x="268" y="30"/>
                    <a:pt x="268" y="30"/>
                    <a:pt x="268" y="30"/>
                  </a:cubicBezTo>
                  <a:cubicBezTo>
                    <a:pt x="270" y="31"/>
                    <a:pt x="270" y="31"/>
                    <a:pt x="270" y="30"/>
                  </a:cubicBezTo>
                  <a:cubicBezTo>
                    <a:pt x="270" y="30"/>
                    <a:pt x="270" y="30"/>
                    <a:pt x="270" y="30"/>
                  </a:cubicBezTo>
                  <a:close/>
                  <a:moveTo>
                    <a:pt x="259" y="22"/>
                  </a:moveTo>
                  <a:cubicBezTo>
                    <a:pt x="259" y="22"/>
                    <a:pt x="259" y="22"/>
                    <a:pt x="260" y="23"/>
                  </a:cubicBezTo>
                  <a:cubicBezTo>
                    <a:pt x="260" y="23"/>
                    <a:pt x="260" y="23"/>
                    <a:pt x="260" y="23"/>
                  </a:cubicBezTo>
                  <a:cubicBezTo>
                    <a:pt x="259" y="24"/>
                    <a:pt x="260" y="24"/>
                    <a:pt x="259" y="24"/>
                  </a:cubicBezTo>
                  <a:cubicBezTo>
                    <a:pt x="259" y="24"/>
                    <a:pt x="259" y="25"/>
                    <a:pt x="258" y="24"/>
                  </a:cubicBezTo>
                  <a:cubicBezTo>
                    <a:pt x="258" y="24"/>
                    <a:pt x="258" y="24"/>
                    <a:pt x="258" y="24"/>
                  </a:cubicBezTo>
                  <a:cubicBezTo>
                    <a:pt x="258" y="23"/>
                    <a:pt x="257" y="23"/>
                    <a:pt x="258" y="23"/>
                  </a:cubicBezTo>
                  <a:cubicBezTo>
                    <a:pt x="258" y="23"/>
                    <a:pt x="258" y="23"/>
                    <a:pt x="258" y="22"/>
                  </a:cubicBezTo>
                  <a:cubicBezTo>
                    <a:pt x="258" y="22"/>
                    <a:pt x="258" y="22"/>
                    <a:pt x="259" y="22"/>
                  </a:cubicBezTo>
                  <a:close/>
                  <a:moveTo>
                    <a:pt x="272" y="23"/>
                  </a:moveTo>
                  <a:cubicBezTo>
                    <a:pt x="271" y="28"/>
                    <a:pt x="271" y="28"/>
                    <a:pt x="271" y="28"/>
                  </a:cubicBezTo>
                  <a:cubicBezTo>
                    <a:pt x="270" y="28"/>
                    <a:pt x="270" y="28"/>
                    <a:pt x="270" y="28"/>
                  </a:cubicBezTo>
                  <a:cubicBezTo>
                    <a:pt x="270" y="27"/>
                    <a:pt x="270" y="26"/>
                    <a:pt x="269" y="26"/>
                  </a:cubicBezTo>
                  <a:cubicBezTo>
                    <a:pt x="264" y="25"/>
                    <a:pt x="264" y="25"/>
                    <a:pt x="264" y="25"/>
                  </a:cubicBezTo>
                  <a:cubicBezTo>
                    <a:pt x="263" y="25"/>
                    <a:pt x="262" y="25"/>
                    <a:pt x="262" y="26"/>
                  </a:cubicBezTo>
                  <a:cubicBezTo>
                    <a:pt x="262" y="26"/>
                    <a:pt x="262" y="26"/>
                    <a:pt x="262" y="27"/>
                  </a:cubicBezTo>
                  <a:cubicBezTo>
                    <a:pt x="262" y="27"/>
                    <a:pt x="262" y="27"/>
                    <a:pt x="262" y="27"/>
                  </a:cubicBezTo>
                  <a:cubicBezTo>
                    <a:pt x="262" y="23"/>
                    <a:pt x="262" y="23"/>
                    <a:pt x="262" y="23"/>
                  </a:cubicBezTo>
                  <a:cubicBezTo>
                    <a:pt x="269" y="24"/>
                    <a:pt x="269" y="24"/>
                    <a:pt x="269" y="24"/>
                  </a:cubicBezTo>
                  <a:cubicBezTo>
                    <a:pt x="271" y="25"/>
                    <a:pt x="271" y="24"/>
                    <a:pt x="272" y="23"/>
                  </a:cubicBezTo>
                  <a:cubicBezTo>
                    <a:pt x="272" y="23"/>
                    <a:pt x="272" y="23"/>
                    <a:pt x="272" y="23"/>
                  </a:cubicBezTo>
                  <a:close/>
                  <a:moveTo>
                    <a:pt x="273" y="12"/>
                  </a:moveTo>
                  <a:cubicBezTo>
                    <a:pt x="273" y="16"/>
                    <a:pt x="273" y="16"/>
                    <a:pt x="273" y="16"/>
                  </a:cubicBezTo>
                  <a:cubicBezTo>
                    <a:pt x="272" y="16"/>
                    <a:pt x="272" y="16"/>
                    <a:pt x="272" y="16"/>
                  </a:cubicBezTo>
                  <a:cubicBezTo>
                    <a:pt x="272" y="15"/>
                    <a:pt x="272" y="15"/>
                    <a:pt x="271" y="15"/>
                  </a:cubicBezTo>
                  <a:cubicBezTo>
                    <a:pt x="266" y="14"/>
                    <a:pt x="266" y="14"/>
                    <a:pt x="266" y="14"/>
                  </a:cubicBezTo>
                  <a:cubicBezTo>
                    <a:pt x="266" y="14"/>
                    <a:pt x="266" y="14"/>
                    <a:pt x="265" y="14"/>
                  </a:cubicBezTo>
                  <a:cubicBezTo>
                    <a:pt x="265" y="15"/>
                    <a:pt x="265" y="15"/>
                    <a:pt x="265" y="15"/>
                  </a:cubicBezTo>
                  <a:cubicBezTo>
                    <a:pt x="265" y="16"/>
                    <a:pt x="265" y="17"/>
                    <a:pt x="266" y="18"/>
                  </a:cubicBezTo>
                  <a:cubicBezTo>
                    <a:pt x="271" y="19"/>
                    <a:pt x="271" y="19"/>
                    <a:pt x="271" y="19"/>
                  </a:cubicBezTo>
                  <a:cubicBezTo>
                    <a:pt x="272" y="19"/>
                    <a:pt x="272" y="18"/>
                    <a:pt x="273" y="17"/>
                  </a:cubicBezTo>
                  <a:cubicBezTo>
                    <a:pt x="273" y="17"/>
                    <a:pt x="273" y="17"/>
                    <a:pt x="273" y="17"/>
                  </a:cubicBezTo>
                  <a:cubicBezTo>
                    <a:pt x="273" y="22"/>
                    <a:pt x="273" y="22"/>
                    <a:pt x="273" y="22"/>
                  </a:cubicBezTo>
                  <a:cubicBezTo>
                    <a:pt x="272" y="22"/>
                    <a:pt x="272" y="22"/>
                    <a:pt x="272" y="22"/>
                  </a:cubicBezTo>
                  <a:cubicBezTo>
                    <a:pt x="272" y="21"/>
                    <a:pt x="272" y="21"/>
                    <a:pt x="271" y="20"/>
                  </a:cubicBezTo>
                  <a:cubicBezTo>
                    <a:pt x="265" y="19"/>
                    <a:pt x="265" y="19"/>
                    <a:pt x="265" y="19"/>
                  </a:cubicBezTo>
                  <a:cubicBezTo>
                    <a:pt x="265" y="19"/>
                    <a:pt x="264" y="19"/>
                    <a:pt x="264" y="19"/>
                  </a:cubicBezTo>
                  <a:cubicBezTo>
                    <a:pt x="264" y="19"/>
                    <a:pt x="264" y="20"/>
                    <a:pt x="264" y="21"/>
                  </a:cubicBezTo>
                  <a:cubicBezTo>
                    <a:pt x="264" y="21"/>
                    <a:pt x="264" y="21"/>
                    <a:pt x="264" y="21"/>
                  </a:cubicBezTo>
                  <a:cubicBezTo>
                    <a:pt x="263" y="17"/>
                    <a:pt x="263" y="17"/>
                    <a:pt x="263" y="17"/>
                  </a:cubicBezTo>
                  <a:cubicBezTo>
                    <a:pt x="265" y="18"/>
                    <a:pt x="265" y="18"/>
                    <a:pt x="265" y="18"/>
                  </a:cubicBezTo>
                  <a:cubicBezTo>
                    <a:pt x="264" y="17"/>
                    <a:pt x="263" y="16"/>
                    <a:pt x="264" y="15"/>
                  </a:cubicBezTo>
                  <a:cubicBezTo>
                    <a:pt x="264" y="13"/>
                    <a:pt x="265" y="12"/>
                    <a:pt x="267" y="13"/>
                  </a:cubicBezTo>
                  <a:cubicBezTo>
                    <a:pt x="272" y="13"/>
                    <a:pt x="272" y="13"/>
                    <a:pt x="272" y="13"/>
                  </a:cubicBezTo>
                  <a:cubicBezTo>
                    <a:pt x="272" y="13"/>
                    <a:pt x="273" y="13"/>
                    <a:pt x="273" y="12"/>
                  </a:cubicBezTo>
                  <a:cubicBezTo>
                    <a:pt x="273" y="12"/>
                    <a:pt x="273" y="12"/>
                    <a:pt x="273" y="12"/>
                  </a:cubicBezTo>
                  <a:close/>
                  <a:moveTo>
                    <a:pt x="273" y="1"/>
                  </a:moveTo>
                  <a:cubicBezTo>
                    <a:pt x="273" y="2"/>
                    <a:pt x="273" y="2"/>
                    <a:pt x="274" y="2"/>
                  </a:cubicBezTo>
                  <a:cubicBezTo>
                    <a:pt x="274" y="3"/>
                    <a:pt x="274" y="3"/>
                    <a:pt x="274" y="3"/>
                  </a:cubicBezTo>
                  <a:cubicBezTo>
                    <a:pt x="274" y="4"/>
                    <a:pt x="274" y="4"/>
                    <a:pt x="272" y="5"/>
                  </a:cubicBezTo>
                  <a:cubicBezTo>
                    <a:pt x="273" y="5"/>
                    <a:pt x="273" y="5"/>
                    <a:pt x="274" y="6"/>
                  </a:cubicBezTo>
                  <a:cubicBezTo>
                    <a:pt x="274" y="7"/>
                    <a:pt x="274" y="7"/>
                    <a:pt x="274" y="7"/>
                  </a:cubicBezTo>
                  <a:cubicBezTo>
                    <a:pt x="274" y="8"/>
                    <a:pt x="274" y="9"/>
                    <a:pt x="273" y="9"/>
                  </a:cubicBezTo>
                  <a:cubicBezTo>
                    <a:pt x="273" y="9"/>
                    <a:pt x="272" y="10"/>
                    <a:pt x="272" y="10"/>
                  </a:cubicBezTo>
                  <a:cubicBezTo>
                    <a:pt x="270" y="10"/>
                    <a:pt x="270" y="9"/>
                    <a:pt x="269" y="8"/>
                  </a:cubicBezTo>
                  <a:cubicBezTo>
                    <a:pt x="268" y="7"/>
                    <a:pt x="268" y="6"/>
                    <a:pt x="268" y="5"/>
                  </a:cubicBezTo>
                  <a:cubicBezTo>
                    <a:pt x="267" y="5"/>
                    <a:pt x="267" y="5"/>
                    <a:pt x="267" y="5"/>
                  </a:cubicBezTo>
                  <a:cubicBezTo>
                    <a:pt x="265" y="5"/>
                    <a:pt x="264" y="5"/>
                    <a:pt x="264" y="6"/>
                  </a:cubicBezTo>
                  <a:cubicBezTo>
                    <a:pt x="264" y="7"/>
                    <a:pt x="265" y="7"/>
                    <a:pt x="265" y="7"/>
                  </a:cubicBezTo>
                  <a:cubicBezTo>
                    <a:pt x="266" y="7"/>
                    <a:pt x="266" y="7"/>
                    <a:pt x="266" y="7"/>
                  </a:cubicBezTo>
                  <a:cubicBezTo>
                    <a:pt x="266" y="7"/>
                    <a:pt x="266" y="7"/>
                    <a:pt x="266" y="7"/>
                  </a:cubicBezTo>
                  <a:cubicBezTo>
                    <a:pt x="266" y="7"/>
                    <a:pt x="266" y="7"/>
                    <a:pt x="267" y="8"/>
                  </a:cubicBezTo>
                  <a:cubicBezTo>
                    <a:pt x="267" y="8"/>
                    <a:pt x="267" y="8"/>
                    <a:pt x="267" y="9"/>
                  </a:cubicBezTo>
                  <a:cubicBezTo>
                    <a:pt x="267" y="9"/>
                    <a:pt x="267" y="9"/>
                    <a:pt x="267" y="9"/>
                  </a:cubicBezTo>
                  <a:cubicBezTo>
                    <a:pt x="266" y="10"/>
                    <a:pt x="266" y="10"/>
                    <a:pt x="266" y="10"/>
                  </a:cubicBezTo>
                  <a:cubicBezTo>
                    <a:pt x="266" y="10"/>
                    <a:pt x="265" y="9"/>
                    <a:pt x="265" y="9"/>
                  </a:cubicBezTo>
                  <a:cubicBezTo>
                    <a:pt x="264" y="8"/>
                    <a:pt x="264" y="7"/>
                    <a:pt x="264" y="7"/>
                  </a:cubicBezTo>
                  <a:cubicBezTo>
                    <a:pt x="264" y="5"/>
                    <a:pt x="265" y="5"/>
                    <a:pt x="265" y="4"/>
                  </a:cubicBezTo>
                  <a:cubicBezTo>
                    <a:pt x="266" y="4"/>
                    <a:pt x="266" y="3"/>
                    <a:pt x="268" y="3"/>
                  </a:cubicBezTo>
                  <a:cubicBezTo>
                    <a:pt x="272" y="3"/>
                    <a:pt x="272" y="3"/>
                    <a:pt x="272" y="3"/>
                  </a:cubicBezTo>
                  <a:cubicBezTo>
                    <a:pt x="272" y="3"/>
                    <a:pt x="273" y="3"/>
                    <a:pt x="273" y="3"/>
                  </a:cubicBezTo>
                  <a:cubicBezTo>
                    <a:pt x="273" y="3"/>
                    <a:pt x="273" y="3"/>
                    <a:pt x="272" y="2"/>
                  </a:cubicBezTo>
                  <a:cubicBezTo>
                    <a:pt x="273" y="1"/>
                    <a:pt x="273" y="1"/>
                    <a:pt x="273" y="1"/>
                  </a:cubicBezTo>
                  <a:close/>
                  <a:moveTo>
                    <a:pt x="272" y="5"/>
                  </a:moveTo>
                  <a:cubicBezTo>
                    <a:pt x="268" y="5"/>
                    <a:pt x="268" y="5"/>
                    <a:pt x="268" y="5"/>
                  </a:cubicBezTo>
                  <a:cubicBezTo>
                    <a:pt x="269" y="6"/>
                    <a:pt x="269" y="7"/>
                    <a:pt x="269" y="7"/>
                  </a:cubicBezTo>
                  <a:cubicBezTo>
                    <a:pt x="270" y="8"/>
                    <a:pt x="270" y="8"/>
                    <a:pt x="271" y="8"/>
                  </a:cubicBezTo>
                  <a:cubicBezTo>
                    <a:pt x="272" y="8"/>
                    <a:pt x="272" y="8"/>
                    <a:pt x="272" y="7"/>
                  </a:cubicBezTo>
                  <a:cubicBezTo>
                    <a:pt x="273" y="6"/>
                    <a:pt x="272" y="5"/>
                    <a:pt x="272"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63" name="Freeform 41"/>
            <p:cNvSpPr/>
            <p:nvPr/>
          </p:nvSpPr>
          <p:spPr bwMode="auto">
            <a:xfrm>
              <a:off x="8913875" y="4712004"/>
              <a:ext cx="161925" cy="150813"/>
            </a:xfrm>
            <a:custGeom>
              <a:avLst/>
              <a:gdLst>
                <a:gd name="T0" fmla="*/ 86 w 108"/>
                <a:gd name="T1" fmla="*/ 99 h 100"/>
                <a:gd name="T2" fmla="*/ 46 w 108"/>
                <a:gd name="T3" fmla="*/ 0 h 100"/>
                <a:gd name="T4" fmla="*/ 56 w 108"/>
                <a:gd name="T5" fmla="*/ 58 h 100"/>
                <a:gd name="T6" fmla="*/ 0 w 108"/>
                <a:gd name="T7" fmla="*/ 100 h 100"/>
                <a:gd name="T8" fmla="*/ 57 w 108"/>
                <a:gd name="T9" fmla="*/ 59 h 100"/>
                <a:gd name="T10" fmla="*/ 65 w 108"/>
                <a:gd name="T11" fmla="*/ 18 h 100"/>
                <a:gd name="T12" fmla="*/ 41 w 108"/>
                <a:gd name="T13" fmla="*/ 97 h 100"/>
                <a:gd name="T14" fmla="*/ 64 w 108"/>
                <a:gd name="T15" fmla="*/ 14 h 100"/>
                <a:gd name="T16" fmla="*/ 65 w 108"/>
                <a:gd name="T17" fmla="*/ 98 h 100"/>
                <a:gd name="T18" fmla="*/ 62 w 108"/>
                <a:gd name="T19" fmla="*/ 9 h 100"/>
                <a:gd name="T20" fmla="*/ 86 w 108"/>
                <a:gd name="T21" fmla="*/ 99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8" h="100">
                  <a:moveTo>
                    <a:pt x="86" y="99"/>
                  </a:moveTo>
                  <a:cubicBezTo>
                    <a:pt x="108" y="48"/>
                    <a:pt x="88" y="16"/>
                    <a:pt x="46" y="0"/>
                  </a:cubicBezTo>
                  <a:cubicBezTo>
                    <a:pt x="71" y="10"/>
                    <a:pt x="66" y="42"/>
                    <a:pt x="56" y="58"/>
                  </a:cubicBezTo>
                  <a:cubicBezTo>
                    <a:pt x="45" y="74"/>
                    <a:pt x="28" y="87"/>
                    <a:pt x="0" y="100"/>
                  </a:cubicBezTo>
                  <a:cubicBezTo>
                    <a:pt x="30" y="88"/>
                    <a:pt x="48" y="73"/>
                    <a:pt x="57" y="59"/>
                  </a:cubicBezTo>
                  <a:cubicBezTo>
                    <a:pt x="65" y="44"/>
                    <a:pt x="67" y="32"/>
                    <a:pt x="65" y="18"/>
                  </a:cubicBezTo>
                  <a:cubicBezTo>
                    <a:pt x="78" y="47"/>
                    <a:pt x="67" y="72"/>
                    <a:pt x="41" y="97"/>
                  </a:cubicBezTo>
                  <a:cubicBezTo>
                    <a:pt x="71" y="71"/>
                    <a:pt x="81" y="43"/>
                    <a:pt x="64" y="14"/>
                  </a:cubicBezTo>
                  <a:cubicBezTo>
                    <a:pt x="89" y="42"/>
                    <a:pt x="82" y="72"/>
                    <a:pt x="65" y="98"/>
                  </a:cubicBezTo>
                  <a:cubicBezTo>
                    <a:pt x="86" y="68"/>
                    <a:pt x="90" y="36"/>
                    <a:pt x="62" y="9"/>
                  </a:cubicBezTo>
                  <a:cubicBezTo>
                    <a:pt x="96" y="30"/>
                    <a:pt x="101" y="59"/>
                    <a:pt x="86" y="9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64" name="Freeform 42"/>
            <p:cNvSpPr/>
            <p:nvPr/>
          </p:nvSpPr>
          <p:spPr bwMode="auto">
            <a:xfrm>
              <a:off x="8942450" y="4694541"/>
              <a:ext cx="49213" cy="20638"/>
            </a:xfrm>
            <a:custGeom>
              <a:avLst/>
              <a:gdLst>
                <a:gd name="T0" fmla="*/ 19 w 33"/>
                <a:gd name="T1" fmla="*/ 14 h 14"/>
                <a:gd name="T2" fmla="*/ 0 w 33"/>
                <a:gd name="T3" fmla="*/ 0 h 14"/>
                <a:gd name="T4" fmla="*/ 33 w 33"/>
                <a:gd name="T5" fmla="*/ 5 h 14"/>
                <a:gd name="T6" fmla="*/ 18 w 33"/>
                <a:gd name="T7" fmla="*/ 6 h 14"/>
                <a:gd name="T8" fmla="*/ 19 w 33"/>
                <a:gd name="T9" fmla="*/ 14 h 14"/>
              </a:gdLst>
              <a:ahLst/>
              <a:cxnLst>
                <a:cxn ang="0">
                  <a:pos x="T0" y="T1"/>
                </a:cxn>
                <a:cxn ang="0">
                  <a:pos x="T2" y="T3"/>
                </a:cxn>
                <a:cxn ang="0">
                  <a:pos x="T4" y="T5"/>
                </a:cxn>
                <a:cxn ang="0">
                  <a:pos x="T6" y="T7"/>
                </a:cxn>
                <a:cxn ang="0">
                  <a:pos x="T8" y="T9"/>
                </a:cxn>
              </a:cxnLst>
              <a:rect l="0" t="0" r="r" b="b"/>
              <a:pathLst>
                <a:path w="33" h="14">
                  <a:moveTo>
                    <a:pt x="19" y="14"/>
                  </a:moveTo>
                  <a:cubicBezTo>
                    <a:pt x="13" y="8"/>
                    <a:pt x="8" y="4"/>
                    <a:pt x="0" y="0"/>
                  </a:cubicBezTo>
                  <a:cubicBezTo>
                    <a:pt x="11" y="0"/>
                    <a:pt x="25" y="3"/>
                    <a:pt x="33" y="5"/>
                  </a:cubicBezTo>
                  <a:cubicBezTo>
                    <a:pt x="24" y="4"/>
                    <a:pt x="20" y="5"/>
                    <a:pt x="18" y="6"/>
                  </a:cubicBezTo>
                  <a:cubicBezTo>
                    <a:pt x="16" y="8"/>
                    <a:pt x="17" y="10"/>
                    <a:pt x="19"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65" name="Freeform 43"/>
            <p:cNvSpPr/>
            <p:nvPr/>
          </p:nvSpPr>
          <p:spPr bwMode="auto">
            <a:xfrm>
              <a:off x="8867838" y="4856466"/>
              <a:ext cx="195263" cy="30163"/>
            </a:xfrm>
            <a:custGeom>
              <a:avLst/>
              <a:gdLst>
                <a:gd name="T0" fmla="*/ 70 w 131"/>
                <a:gd name="T1" fmla="*/ 20 h 20"/>
                <a:gd name="T2" fmla="*/ 77 w 131"/>
                <a:gd name="T3" fmla="*/ 12 h 20"/>
                <a:gd name="T4" fmla="*/ 100 w 131"/>
                <a:gd name="T5" fmla="*/ 12 h 20"/>
                <a:gd name="T6" fmla="*/ 131 w 131"/>
                <a:gd name="T7" fmla="*/ 14 h 20"/>
                <a:gd name="T8" fmla="*/ 124 w 131"/>
                <a:gd name="T9" fmla="*/ 8 h 20"/>
                <a:gd name="T10" fmla="*/ 101 w 131"/>
                <a:gd name="T11" fmla="*/ 5 h 20"/>
                <a:gd name="T12" fmla="*/ 77 w 131"/>
                <a:gd name="T13" fmla="*/ 0 h 20"/>
                <a:gd name="T14" fmla="*/ 65 w 131"/>
                <a:gd name="T15" fmla="*/ 12 h 20"/>
                <a:gd name="T16" fmla="*/ 53 w 131"/>
                <a:gd name="T17" fmla="*/ 0 h 20"/>
                <a:gd name="T18" fmla="*/ 30 w 131"/>
                <a:gd name="T19" fmla="*/ 5 h 20"/>
                <a:gd name="T20" fmla="*/ 7 w 131"/>
                <a:gd name="T21" fmla="*/ 8 h 20"/>
                <a:gd name="T22" fmla="*/ 0 w 131"/>
                <a:gd name="T23" fmla="*/ 14 h 20"/>
                <a:gd name="T24" fmla="*/ 31 w 131"/>
                <a:gd name="T25" fmla="*/ 12 h 20"/>
                <a:gd name="T26" fmla="*/ 54 w 131"/>
                <a:gd name="T27" fmla="*/ 12 h 20"/>
                <a:gd name="T28" fmla="*/ 61 w 131"/>
                <a:gd name="T29" fmla="*/ 20 h 20"/>
                <a:gd name="T30" fmla="*/ 70 w 131"/>
                <a:gd name="T31"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31" h="20">
                  <a:moveTo>
                    <a:pt x="70" y="20"/>
                  </a:moveTo>
                  <a:cubicBezTo>
                    <a:pt x="70" y="16"/>
                    <a:pt x="71" y="14"/>
                    <a:pt x="77" y="12"/>
                  </a:cubicBezTo>
                  <a:cubicBezTo>
                    <a:pt x="83" y="10"/>
                    <a:pt x="89" y="11"/>
                    <a:pt x="100" y="12"/>
                  </a:cubicBezTo>
                  <a:cubicBezTo>
                    <a:pt x="111" y="14"/>
                    <a:pt x="120" y="15"/>
                    <a:pt x="131" y="14"/>
                  </a:cubicBezTo>
                  <a:cubicBezTo>
                    <a:pt x="127" y="12"/>
                    <a:pt x="126" y="10"/>
                    <a:pt x="124" y="8"/>
                  </a:cubicBezTo>
                  <a:cubicBezTo>
                    <a:pt x="115" y="8"/>
                    <a:pt x="109" y="7"/>
                    <a:pt x="101" y="5"/>
                  </a:cubicBezTo>
                  <a:cubicBezTo>
                    <a:pt x="93" y="2"/>
                    <a:pt x="83" y="0"/>
                    <a:pt x="77" y="0"/>
                  </a:cubicBezTo>
                  <a:cubicBezTo>
                    <a:pt x="71" y="1"/>
                    <a:pt x="67" y="4"/>
                    <a:pt x="65" y="12"/>
                  </a:cubicBezTo>
                  <a:cubicBezTo>
                    <a:pt x="63" y="4"/>
                    <a:pt x="59" y="1"/>
                    <a:pt x="53" y="0"/>
                  </a:cubicBezTo>
                  <a:cubicBezTo>
                    <a:pt x="47" y="0"/>
                    <a:pt x="38" y="2"/>
                    <a:pt x="30" y="5"/>
                  </a:cubicBezTo>
                  <a:cubicBezTo>
                    <a:pt x="22" y="7"/>
                    <a:pt x="16" y="8"/>
                    <a:pt x="7" y="8"/>
                  </a:cubicBezTo>
                  <a:cubicBezTo>
                    <a:pt x="5" y="10"/>
                    <a:pt x="4" y="12"/>
                    <a:pt x="0" y="14"/>
                  </a:cubicBezTo>
                  <a:cubicBezTo>
                    <a:pt x="11" y="15"/>
                    <a:pt x="20" y="14"/>
                    <a:pt x="31" y="12"/>
                  </a:cubicBezTo>
                  <a:cubicBezTo>
                    <a:pt x="41" y="11"/>
                    <a:pt x="48" y="10"/>
                    <a:pt x="54" y="12"/>
                  </a:cubicBezTo>
                  <a:cubicBezTo>
                    <a:pt x="60" y="14"/>
                    <a:pt x="61" y="16"/>
                    <a:pt x="61" y="20"/>
                  </a:cubicBezTo>
                  <a:cubicBezTo>
                    <a:pt x="70" y="20"/>
                    <a:pt x="70" y="20"/>
                    <a:pt x="70" y="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66" name="Freeform 44"/>
            <p:cNvSpPr>
              <a:spLocks noEditPoints="1"/>
            </p:cNvSpPr>
            <p:nvPr/>
          </p:nvSpPr>
          <p:spPr bwMode="auto">
            <a:xfrm>
              <a:off x="8840850" y="4681841"/>
              <a:ext cx="252413" cy="257175"/>
            </a:xfrm>
            <a:custGeom>
              <a:avLst/>
              <a:gdLst>
                <a:gd name="T0" fmla="*/ 85 w 170"/>
                <a:gd name="T1" fmla="*/ 0 h 171"/>
                <a:gd name="T2" fmla="*/ 0 w 170"/>
                <a:gd name="T3" fmla="*/ 86 h 171"/>
                <a:gd name="T4" fmla="*/ 85 w 170"/>
                <a:gd name="T5" fmla="*/ 171 h 171"/>
                <a:gd name="T6" fmla="*/ 170 w 170"/>
                <a:gd name="T7" fmla="*/ 86 h 171"/>
                <a:gd name="T8" fmla="*/ 85 w 170"/>
                <a:gd name="T9" fmla="*/ 0 h 171"/>
                <a:gd name="T10" fmla="*/ 85 w 170"/>
                <a:gd name="T11" fmla="*/ 168 h 171"/>
                <a:gd name="T12" fmla="*/ 2 w 170"/>
                <a:gd name="T13" fmla="*/ 85 h 171"/>
                <a:gd name="T14" fmla="*/ 85 w 170"/>
                <a:gd name="T15" fmla="*/ 3 h 171"/>
                <a:gd name="T16" fmla="*/ 167 w 170"/>
                <a:gd name="T17" fmla="*/ 85 h 171"/>
                <a:gd name="T18" fmla="*/ 85 w 170"/>
                <a:gd name="T19" fmla="*/ 168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0" h="171">
                  <a:moveTo>
                    <a:pt x="85" y="0"/>
                  </a:moveTo>
                  <a:cubicBezTo>
                    <a:pt x="38" y="0"/>
                    <a:pt x="0" y="38"/>
                    <a:pt x="0" y="86"/>
                  </a:cubicBezTo>
                  <a:cubicBezTo>
                    <a:pt x="0" y="132"/>
                    <a:pt x="38" y="171"/>
                    <a:pt x="85" y="171"/>
                  </a:cubicBezTo>
                  <a:cubicBezTo>
                    <a:pt x="132" y="171"/>
                    <a:pt x="170" y="133"/>
                    <a:pt x="170" y="86"/>
                  </a:cubicBezTo>
                  <a:cubicBezTo>
                    <a:pt x="170" y="38"/>
                    <a:pt x="132" y="0"/>
                    <a:pt x="85" y="0"/>
                  </a:cubicBezTo>
                  <a:close/>
                  <a:moveTo>
                    <a:pt x="85" y="168"/>
                  </a:moveTo>
                  <a:cubicBezTo>
                    <a:pt x="39" y="168"/>
                    <a:pt x="2" y="131"/>
                    <a:pt x="2" y="85"/>
                  </a:cubicBezTo>
                  <a:cubicBezTo>
                    <a:pt x="2" y="40"/>
                    <a:pt x="39" y="3"/>
                    <a:pt x="85" y="3"/>
                  </a:cubicBezTo>
                  <a:cubicBezTo>
                    <a:pt x="130" y="3"/>
                    <a:pt x="167" y="40"/>
                    <a:pt x="167" y="85"/>
                  </a:cubicBezTo>
                  <a:cubicBezTo>
                    <a:pt x="167" y="131"/>
                    <a:pt x="130" y="168"/>
                    <a:pt x="85" y="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67" name="Freeform 45"/>
            <p:cNvSpPr>
              <a:spLocks noEditPoints="1"/>
            </p:cNvSpPr>
            <p:nvPr/>
          </p:nvSpPr>
          <p:spPr bwMode="auto">
            <a:xfrm>
              <a:off x="9091675" y="4667554"/>
              <a:ext cx="39688" cy="36513"/>
            </a:xfrm>
            <a:custGeom>
              <a:avLst/>
              <a:gdLst>
                <a:gd name="T0" fmla="*/ 13 w 26"/>
                <a:gd name="T1" fmla="*/ 16 h 25"/>
                <a:gd name="T2" fmla="*/ 11 w 26"/>
                <a:gd name="T3" fmla="*/ 25 h 25"/>
                <a:gd name="T4" fmla="*/ 7 w 26"/>
                <a:gd name="T5" fmla="*/ 24 h 25"/>
                <a:gd name="T6" fmla="*/ 9 w 26"/>
                <a:gd name="T7" fmla="*/ 19 h 25"/>
                <a:gd name="T8" fmla="*/ 10 w 26"/>
                <a:gd name="T9" fmla="*/ 14 h 25"/>
                <a:gd name="T10" fmla="*/ 10 w 26"/>
                <a:gd name="T11" fmla="*/ 14 h 25"/>
                <a:gd name="T12" fmla="*/ 13 w 26"/>
                <a:gd name="T13" fmla="*/ 16 h 25"/>
                <a:gd name="T14" fmla="*/ 25 w 26"/>
                <a:gd name="T15" fmla="*/ 0 h 25"/>
                <a:gd name="T16" fmla="*/ 26 w 26"/>
                <a:gd name="T17" fmla="*/ 2 h 25"/>
                <a:gd name="T18" fmla="*/ 21 w 26"/>
                <a:gd name="T19" fmla="*/ 7 h 25"/>
                <a:gd name="T20" fmla="*/ 18 w 26"/>
                <a:gd name="T21" fmla="*/ 9 h 25"/>
                <a:gd name="T22" fmla="*/ 22 w 26"/>
                <a:gd name="T23" fmla="*/ 11 h 25"/>
                <a:gd name="T24" fmla="*/ 22 w 26"/>
                <a:gd name="T25" fmla="*/ 11 h 25"/>
                <a:gd name="T26" fmla="*/ 23 w 26"/>
                <a:gd name="T27" fmla="*/ 9 h 25"/>
                <a:gd name="T28" fmla="*/ 23 w 26"/>
                <a:gd name="T29" fmla="*/ 9 h 25"/>
                <a:gd name="T30" fmla="*/ 24 w 26"/>
                <a:gd name="T31" fmla="*/ 9 h 25"/>
                <a:gd name="T32" fmla="*/ 25 w 26"/>
                <a:gd name="T33" fmla="*/ 14 h 25"/>
                <a:gd name="T34" fmla="*/ 26 w 26"/>
                <a:gd name="T35" fmla="*/ 15 h 25"/>
                <a:gd name="T36" fmla="*/ 26 w 26"/>
                <a:gd name="T37" fmla="*/ 16 h 25"/>
                <a:gd name="T38" fmla="*/ 25 w 26"/>
                <a:gd name="T39" fmla="*/ 16 h 25"/>
                <a:gd name="T40" fmla="*/ 23 w 26"/>
                <a:gd name="T41" fmla="*/ 16 h 25"/>
                <a:gd name="T42" fmla="*/ 22 w 26"/>
                <a:gd name="T43" fmla="*/ 15 h 25"/>
                <a:gd name="T44" fmla="*/ 13 w 26"/>
                <a:gd name="T45" fmla="*/ 11 h 25"/>
                <a:gd name="T46" fmla="*/ 4 w 26"/>
                <a:gd name="T47" fmla="*/ 13 h 25"/>
                <a:gd name="T48" fmla="*/ 2 w 26"/>
                <a:gd name="T49" fmla="*/ 8 h 25"/>
                <a:gd name="T50" fmla="*/ 2 w 26"/>
                <a:gd name="T51" fmla="*/ 8 h 25"/>
                <a:gd name="T52" fmla="*/ 3 w 26"/>
                <a:gd name="T53" fmla="*/ 8 h 25"/>
                <a:gd name="T54" fmla="*/ 5 w 26"/>
                <a:gd name="T55" fmla="*/ 10 h 25"/>
                <a:gd name="T56" fmla="*/ 11 w 26"/>
                <a:gd name="T57" fmla="*/ 10 h 25"/>
                <a:gd name="T58" fmla="*/ 11 w 26"/>
                <a:gd name="T59" fmla="*/ 9 h 25"/>
                <a:gd name="T60" fmla="*/ 8 w 26"/>
                <a:gd name="T61" fmla="*/ 3 h 25"/>
                <a:gd name="T62" fmla="*/ 9 w 26"/>
                <a:gd name="T63" fmla="*/ 2 h 25"/>
                <a:gd name="T64" fmla="*/ 10 w 26"/>
                <a:gd name="T65" fmla="*/ 2 h 25"/>
                <a:gd name="T66" fmla="*/ 11 w 26"/>
                <a:gd name="T67" fmla="*/ 5 h 25"/>
                <a:gd name="T68" fmla="*/ 12 w 26"/>
                <a:gd name="T69" fmla="*/ 6 h 25"/>
                <a:gd name="T70" fmla="*/ 15 w 26"/>
                <a:gd name="T71" fmla="*/ 8 h 25"/>
                <a:gd name="T72" fmla="*/ 22 w 26"/>
                <a:gd name="T73" fmla="*/ 2 h 25"/>
                <a:gd name="T74" fmla="*/ 24 w 26"/>
                <a:gd name="T75" fmla="*/ 0 h 25"/>
                <a:gd name="T76" fmla="*/ 25 w 26"/>
                <a:gd name="T77"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6" h="25">
                  <a:moveTo>
                    <a:pt x="13" y="16"/>
                  </a:moveTo>
                  <a:cubicBezTo>
                    <a:pt x="14" y="18"/>
                    <a:pt x="13" y="24"/>
                    <a:pt x="11" y="25"/>
                  </a:cubicBezTo>
                  <a:cubicBezTo>
                    <a:pt x="10" y="25"/>
                    <a:pt x="7" y="25"/>
                    <a:pt x="7" y="24"/>
                  </a:cubicBezTo>
                  <a:cubicBezTo>
                    <a:pt x="7" y="22"/>
                    <a:pt x="8" y="21"/>
                    <a:pt x="9" y="19"/>
                  </a:cubicBezTo>
                  <a:cubicBezTo>
                    <a:pt x="10" y="18"/>
                    <a:pt x="9" y="16"/>
                    <a:pt x="10" y="14"/>
                  </a:cubicBezTo>
                  <a:cubicBezTo>
                    <a:pt x="10" y="14"/>
                    <a:pt x="10" y="14"/>
                    <a:pt x="10" y="14"/>
                  </a:cubicBezTo>
                  <a:cubicBezTo>
                    <a:pt x="11" y="15"/>
                    <a:pt x="12" y="15"/>
                    <a:pt x="13" y="16"/>
                  </a:cubicBezTo>
                  <a:close/>
                  <a:moveTo>
                    <a:pt x="25" y="0"/>
                  </a:moveTo>
                  <a:cubicBezTo>
                    <a:pt x="25" y="0"/>
                    <a:pt x="26" y="1"/>
                    <a:pt x="26" y="2"/>
                  </a:cubicBezTo>
                  <a:cubicBezTo>
                    <a:pt x="26" y="3"/>
                    <a:pt x="23" y="6"/>
                    <a:pt x="21" y="7"/>
                  </a:cubicBezTo>
                  <a:cubicBezTo>
                    <a:pt x="20" y="8"/>
                    <a:pt x="19" y="8"/>
                    <a:pt x="18" y="9"/>
                  </a:cubicBezTo>
                  <a:cubicBezTo>
                    <a:pt x="19" y="10"/>
                    <a:pt x="20" y="11"/>
                    <a:pt x="22" y="11"/>
                  </a:cubicBezTo>
                  <a:cubicBezTo>
                    <a:pt x="22" y="11"/>
                    <a:pt x="22" y="11"/>
                    <a:pt x="22" y="11"/>
                  </a:cubicBezTo>
                  <a:cubicBezTo>
                    <a:pt x="23" y="10"/>
                    <a:pt x="23" y="10"/>
                    <a:pt x="23" y="9"/>
                  </a:cubicBezTo>
                  <a:cubicBezTo>
                    <a:pt x="23" y="9"/>
                    <a:pt x="23" y="9"/>
                    <a:pt x="23" y="9"/>
                  </a:cubicBezTo>
                  <a:cubicBezTo>
                    <a:pt x="23" y="9"/>
                    <a:pt x="23" y="9"/>
                    <a:pt x="24" y="9"/>
                  </a:cubicBezTo>
                  <a:cubicBezTo>
                    <a:pt x="23" y="11"/>
                    <a:pt x="24" y="12"/>
                    <a:pt x="25" y="14"/>
                  </a:cubicBezTo>
                  <a:cubicBezTo>
                    <a:pt x="26" y="14"/>
                    <a:pt x="25" y="15"/>
                    <a:pt x="26" y="15"/>
                  </a:cubicBezTo>
                  <a:cubicBezTo>
                    <a:pt x="26" y="16"/>
                    <a:pt x="26" y="15"/>
                    <a:pt x="26" y="16"/>
                  </a:cubicBezTo>
                  <a:cubicBezTo>
                    <a:pt x="25" y="16"/>
                    <a:pt x="25" y="16"/>
                    <a:pt x="25" y="16"/>
                  </a:cubicBezTo>
                  <a:cubicBezTo>
                    <a:pt x="24" y="16"/>
                    <a:pt x="24" y="16"/>
                    <a:pt x="23" y="16"/>
                  </a:cubicBezTo>
                  <a:cubicBezTo>
                    <a:pt x="23" y="16"/>
                    <a:pt x="22" y="15"/>
                    <a:pt x="22" y="15"/>
                  </a:cubicBezTo>
                  <a:cubicBezTo>
                    <a:pt x="19" y="13"/>
                    <a:pt x="16" y="11"/>
                    <a:pt x="13" y="11"/>
                  </a:cubicBezTo>
                  <a:cubicBezTo>
                    <a:pt x="11" y="12"/>
                    <a:pt x="6" y="14"/>
                    <a:pt x="4" y="13"/>
                  </a:cubicBezTo>
                  <a:cubicBezTo>
                    <a:pt x="2" y="13"/>
                    <a:pt x="0" y="9"/>
                    <a:pt x="2" y="8"/>
                  </a:cubicBezTo>
                  <a:cubicBezTo>
                    <a:pt x="2" y="8"/>
                    <a:pt x="2" y="8"/>
                    <a:pt x="2" y="8"/>
                  </a:cubicBezTo>
                  <a:cubicBezTo>
                    <a:pt x="2" y="8"/>
                    <a:pt x="3" y="8"/>
                    <a:pt x="3" y="8"/>
                  </a:cubicBezTo>
                  <a:cubicBezTo>
                    <a:pt x="4" y="9"/>
                    <a:pt x="5" y="10"/>
                    <a:pt x="5" y="10"/>
                  </a:cubicBezTo>
                  <a:cubicBezTo>
                    <a:pt x="7" y="10"/>
                    <a:pt x="10" y="10"/>
                    <a:pt x="11" y="10"/>
                  </a:cubicBezTo>
                  <a:cubicBezTo>
                    <a:pt x="11" y="9"/>
                    <a:pt x="11" y="9"/>
                    <a:pt x="11" y="9"/>
                  </a:cubicBezTo>
                  <a:cubicBezTo>
                    <a:pt x="9" y="6"/>
                    <a:pt x="7" y="6"/>
                    <a:pt x="8" y="3"/>
                  </a:cubicBezTo>
                  <a:cubicBezTo>
                    <a:pt x="8" y="2"/>
                    <a:pt x="9" y="2"/>
                    <a:pt x="9" y="2"/>
                  </a:cubicBezTo>
                  <a:cubicBezTo>
                    <a:pt x="9" y="2"/>
                    <a:pt x="10" y="2"/>
                    <a:pt x="10" y="2"/>
                  </a:cubicBezTo>
                  <a:cubicBezTo>
                    <a:pt x="10" y="3"/>
                    <a:pt x="11" y="4"/>
                    <a:pt x="11" y="5"/>
                  </a:cubicBezTo>
                  <a:cubicBezTo>
                    <a:pt x="12" y="5"/>
                    <a:pt x="12" y="6"/>
                    <a:pt x="12" y="6"/>
                  </a:cubicBezTo>
                  <a:cubicBezTo>
                    <a:pt x="13" y="6"/>
                    <a:pt x="14" y="8"/>
                    <a:pt x="15" y="8"/>
                  </a:cubicBezTo>
                  <a:cubicBezTo>
                    <a:pt x="16" y="8"/>
                    <a:pt x="21" y="4"/>
                    <a:pt x="22" y="2"/>
                  </a:cubicBezTo>
                  <a:cubicBezTo>
                    <a:pt x="23" y="2"/>
                    <a:pt x="23" y="0"/>
                    <a:pt x="24" y="0"/>
                  </a:cubicBezTo>
                  <a:cubicBezTo>
                    <a:pt x="25" y="0"/>
                    <a:pt x="25" y="0"/>
                    <a:pt x="2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68" name="Freeform 46"/>
            <p:cNvSpPr>
              <a:spLocks noEditPoints="1"/>
            </p:cNvSpPr>
            <p:nvPr/>
          </p:nvSpPr>
          <p:spPr bwMode="auto">
            <a:xfrm>
              <a:off x="9120250" y="4715179"/>
              <a:ext cx="53975" cy="44450"/>
            </a:xfrm>
            <a:custGeom>
              <a:avLst/>
              <a:gdLst>
                <a:gd name="T0" fmla="*/ 32 w 36"/>
                <a:gd name="T1" fmla="*/ 11 h 30"/>
                <a:gd name="T2" fmla="*/ 36 w 36"/>
                <a:gd name="T3" fmla="*/ 16 h 30"/>
                <a:gd name="T4" fmla="*/ 30 w 36"/>
                <a:gd name="T5" fmla="*/ 16 h 30"/>
                <a:gd name="T6" fmla="*/ 26 w 36"/>
                <a:gd name="T7" fmla="*/ 13 h 30"/>
                <a:gd name="T8" fmla="*/ 27 w 36"/>
                <a:gd name="T9" fmla="*/ 16 h 30"/>
                <a:gd name="T10" fmla="*/ 23 w 36"/>
                <a:gd name="T11" fmla="*/ 22 h 30"/>
                <a:gd name="T12" fmla="*/ 14 w 36"/>
                <a:gd name="T13" fmla="*/ 21 h 30"/>
                <a:gd name="T14" fmla="*/ 14 w 36"/>
                <a:gd name="T15" fmla="*/ 24 h 30"/>
                <a:gd name="T16" fmla="*/ 14 w 36"/>
                <a:gd name="T17" fmla="*/ 30 h 30"/>
                <a:gd name="T18" fmla="*/ 10 w 36"/>
                <a:gd name="T19" fmla="*/ 24 h 30"/>
                <a:gd name="T20" fmla="*/ 1 w 36"/>
                <a:gd name="T21" fmla="*/ 18 h 30"/>
                <a:gd name="T22" fmla="*/ 3 w 36"/>
                <a:gd name="T23" fmla="*/ 19 h 30"/>
                <a:gd name="T24" fmla="*/ 9 w 36"/>
                <a:gd name="T25" fmla="*/ 24 h 30"/>
                <a:gd name="T26" fmla="*/ 9 w 36"/>
                <a:gd name="T27" fmla="*/ 23 h 30"/>
                <a:gd name="T28" fmla="*/ 6 w 36"/>
                <a:gd name="T29" fmla="*/ 20 h 30"/>
                <a:gd name="T30" fmla="*/ 4 w 36"/>
                <a:gd name="T31" fmla="*/ 12 h 30"/>
                <a:gd name="T32" fmla="*/ 8 w 36"/>
                <a:gd name="T33" fmla="*/ 18 h 30"/>
                <a:gd name="T34" fmla="*/ 12 w 36"/>
                <a:gd name="T35" fmla="*/ 20 h 30"/>
                <a:gd name="T36" fmla="*/ 17 w 36"/>
                <a:gd name="T37" fmla="*/ 19 h 30"/>
                <a:gd name="T38" fmla="*/ 14 w 36"/>
                <a:gd name="T39" fmla="*/ 16 h 30"/>
                <a:gd name="T40" fmla="*/ 21 w 36"/>
                <a:gd name="T41" fmla="*/ 20 h 30"/>
                <a:gd name="T42" fmla="*/ 24 w 36"/>
                <a:gd name="T43" fmla="*/ 18 h 30"/>
                <a:gd name="T44" fmla="*/ 14 w 36"/>
                <a:gd name="T45" fmla="*/ 12 h 30"/>
                <a:gd name="T46" fmla="*/ 10 w 36"/>
                <a:gd name="T47" fmla="*/ 14 h 30"/>
                <a:gd name="T48" fmla="*/ 10 w 36"/>
                <a:gd name="T49" fmla="*/ 12 h 30"/>
                <a:gd name="T50" fmla="*/ 14 w 36"/>
                <a:gd name="T51" fmla="*/ 6 h 30"/>
                <a:gd name="T52" fmla="*/ 21 w 36"/>
                <a:gd name="T53" fmla="*/ 10 h 30"/>
                <a:gd name="T54" fmla="*/ 32 w 36"/>
                <a:gd name="T55" fmla="*/ 14 h 30"/>
                <a:gd name="T56" fmla="*/ 32 w 36"/>
                <a:gd name="T57" fmla="*/ 14 h 30"/>
                <a:gd name="T58" fmla="*/ 29 w 36"/>
                <a:gd name="T59" fmla="*/ 6 h 30"/>
                <a:gd name="T60" fmla="*/ 32 w 36"/>
                <a:gd name="T61" fmla="*/ 6 h 30"/>
                <a:gd name="T62" fmla="*/ 34 w 36"/>
                <a:gd name="T63" fmla="*/ 0 h 30"/>
                <a:gd name="T64" fmla="*/ 29 w 36"/>
                <a:gd name="T65"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6" h="30">
                  <a:moveTo>
                    <a:pt x="32" y="6"/>
                  </a:moveTo>
                  <a:cubicBezTo>
                    <a:pt x="33" y="8"/>
                    <a:pt x="31" y="10"/>
                    <a:pt x="32" y="11"/>
                  </a:cubicBezTo>
                  <a:cubicBezTo>
                    <a:pt x="32" y="11"/>
                    <a:pt x="32" y="12"/>
                    <a:pt x="32" y="12"/>
                  </a:cubicBezTo>
                  <a:cubicBezTo>
                    <a:pt x="34" y="12"/>
                    <a:pt x="36" y="14"/>
                    <a:pt x="36" y="16"/>
                  </a:cubicBezTo>
                  <a:cubicBezTo>
                    <a:pt x="36" y="17"/>
                    <a:pt x="34" y="19"/>
                    <a:pt x="33" y="19"/>
                  </a:cubicBezTo>
                  <a:cubicBezTo>
                    <a:pt x="32" y="18"/>
                    <a:pt x="30" y="16"/>
                    <a:pt x="30" y="16"/>
                  </a:cubicBezTo>
                  <a:cubicBezTo>
                    <a:pt x="29" y="14"/>
                    <a:pt x="27" y="14"/>
                    <a:pt x="26" y="13"/>
                  </a:cubicBezTo>
                  <a:cubicBezTo>
                    <a:pt x="26" y="13"/>
                    <a:pt x="26" y="13"/>
                    <a:pt x="26" y="13"/>
                  </a:cubicBezTo>
                  <a:cubicBezTo>
                    <a:pt x="26" y="13"/>
                    <a:pt x="26" y="13"/>
                    <a:pt x="26" y="13"/>
                  </a:cubicBezTo>
                  <a:cubicBezTo>
                    <a:pt x="26" y="14"/>
                    <a:pt x="27" y="14"/>
                    <a:pt x="27" y="16"/>
                  </a:cubicBezTo>
                  <a:cubicBezTo>
                    <a:pt x="27" y="18"/>
                    <a:pt x="28" y="21"/>
                    <a:pt x="24" y="23"/>
                  </a:cubicBezTo>
                  <a:cubicBezTo>
                    <a:pt x="24" y="22"/>
                    <a:pt x="24" y="22"/>
                    <a:pt x="23" y="22"/>
                  </a:cubicBezTo>
                  <a:cubicBezTo>
                    <a:pt x="22" y="22"/>
                    <a:pt x="21" y="20"/>
                    <a:pt x="20" y="20"/>
                  </a:cubicBezTo>
                  <a:cubicBezTo>
                    <a:pt x="19" y="22"/>
                    <a:pt x="16" y="21"/>
                    <a:pt x="14" y="21"/>
                  </a:cubicBezTo>
                  <a:cubicBezTo>
                    <a:pt x="13" y="21"/>
                    <a:pt x="13" y="22"/>
                    <a:pt x="13" y="22"/>
                  </a:cubicBezTo>
                  <a:cubicBezTo>
                    <a:pt x="14" y="22"/>
                    <a:pt x="14" y="23"/>
                    <a:pt x="14" y="24"/>
                  </a:cubicBezTo>
                  <a:cubicBezTo>
                    <a:pt x="15" y="24"/>
                    <a:pt x="18" y="26"/>
                    <a:pt x="18" y="28"/>
                  </a:cubicBezTo>
                  <a:cubicBezTo>
                    <a:pt x="18" y="29"/>
                    <a:pt x="16" y="30"/>
                    <a:pt x="14" y="30"/>
                  </a:cubicBezTo>
                  <a:cubicBezTo>
                    <a:pt x="14" y="28"/>
                    <a:pt x="13" y="26"/>
                    <a:pt x="11" y="25"/>
                  </a:cubicBezTo>
                  <a:cubicBezTo>
                    <a:pt x="10" y="25"/>
                    <a:pt x="11" y="24"/>
                    <a:pt x="10" y="24"/>
                  </a:cubicBezTo>
                  <a:cubicBezTo>
                    <a:pt x="9" y="25"/>
                    <a:pt x="8" y="26"/>
                    <a:pt x="7" y="26"/>
                  </a:cubicBezTo>
                  <a:cubicBezTo>
                    <a:pt x="3" y="25"/>
                    <a:pt x="0" y="22"/>
                    <a:pt x="1" y="18"/>
                  </a:cubicBezTo>
                  <a:cubicBezTo>
                    <a:pt x="2" y="17"/>
                    <a:pt x="2" y="16"/>
                    <a:pt x="2" y="15"/>
                  </a:cubicBezTo>
                  <a:cubicBezTo>
                    <a:pt x="3" y="16"/>
                    <a:pt x="3" y="18"/>
                    <a:pt x="3" y="19"/>
                  </a:cubicBezTo>
                  <a:cubicBezTo>
                    <a:pt x="3" y="19"/>
                    <a:pt x="3" y="20"/>
                    <a:pt x="4" y="20"/>
                  </a:cubicBezTo>
                  <a:cubicBezTo>
                    <a:pt x="5" y="22"/>
                    <a:pt x="7" y="23"/>
                    <a:pt x="9" y="24"/>
                  </a:cubicBezTo>
                  <a:cubicBezTo>
                    <a:pt x="9" y="24"/>
                    <a:pt x="9" y="24"/>
                    <a:pt x="9" y="23"/>
                  </a:cubicBezTo>
                  <a:cubicBezTo>
                    <a:pt x="9" y="23"/>
                    <a:pt x="9" y="23"/>
                    <a:pt x="9" y="23"/>
                  </a:cubicBezTo>
                  <a:cubicBezTo>
                    <a:pt x="9" y="22"/>
                    <a:pt x="8" y="22"/>
                    <a:pt x="8" y="21"/>
                  </a:cubicBezTo>
                  <a:cubicBezTo>
                    <a:pt x="8" y="21"/>
                    <a:pt x="7" y="20"/>
                    <a:pt x="6" y="20"/>
                  </a:cubicBezTo>
                  <a:cubicBezTo>
                    <a:pt x="5" y="19"/>
                    <a:pt x="3" y="14"/>
                    <a:pt x="4" y="13"/>
                  </a:cubicBezTo>
                  <a:cubicBezTo>
                    <a:pt x="4" y="13"/>
                    <a:pt x="4" y="12"/>
                    <a:pt x="4" y="12"/>
                  </a:cubicBezTo>
                  <a:cubicBezTo>
                    <a:pt x="5" y="12"/>
                    <a:pt x="5" y="12"/>
                    <a:pt x="5" y="13"/>
                  </a:cubicBezTo>
                  <a:cubicBezTo>
                    <a:pt x="6" y="14"/>
                    <a:pt x="7" y="16"/>
                    <a:pt x="8" y="18"/>
                  </a:cubicBezTo>
                  <a:cubicBezTo>
                    <a:pt x="9" y="18"/>
                    <a:pt x="10" y="19"/>
                    <a:pt x="11" y="20"/>
                  </a:cubicBezTo>
                  <a:cubicBezTo>
                    <a:pt x="11" y="20"/>
                    <a:pt x="11" y="20"/>
                    <a:pt x="12" y="20"/>
                  </a:cubicBezTo>
                  <a:cubicBezTo>
                    <a:pt x="13" y="19"/>
                    <a:pt x="14" y="19"/>
                    <a:pt x="16" y="19"/>
                  </a:cubicBezTo>
                  <a:cubicBezTo>
                    <a:pt x="16" y="19"/>
                    <a:pt x="17" y="19"/>
                    <a:pt x="17" y="19"/>
                  </a:cubicBezTo>
                  <a:cubicBezTo>
                    <a:pt x="17" y="18"/>
                    <a:pt x="15" y="17"/>
                    <a:pt x="15" y="17"/>
                  </a:cubicBezTo>
                  <a:cubicBezTo>
                    <a:pt x="14" y="16"/>
                    <a:pt x="14" y="16"/>
                    <a:pt x="14" y="16"/>
                  </a:cubicBezTo>
                  <a:cubicBezTo>
                    <a:pt x="16" y="14"/>
                    <a:pt x="17" y="16"/>
                    <a:pt x="19" y="18"/>
                  </a:cubicBezTo>
                  <a:cubicBezTo>
                    <a:pt x="20" y="19"/>
                    <a:pt x="20" y="19"/>
                    <a:pt x="21" y="20"/>
                  </a:cubicBezTo>
                  <a:cubicBezTo>
                    <a:pt x="22" y="20"/>
                    <a:pt x="23" y="21"/>
                    <a:pt x="24" y="20"/>
                  </a:cubicBezTo>
                  <a:cubicBezTo>
                    <a:pt x="24" y="19"/>
                    <a:pt x="24" y="19"/>
                    <a:pt x="24" y="18"/>
                  </a:cubicBezTo>
                  <a:cubicBezTo>
                    <a:pt x="24" y="15"/>
                    <a:pt x="20" y="12"/>
                    <a:pt x="17" y="12"/>
                  </a:cubicBezTo>
                  <a:cubicBezTo>
                    <a:pt x="16" y="11"/>
                    <a:pt x="14" y="10"/>
                    <a:pt x="14" y="12"/>
                  </a:cubicBezTo>
                  <a:cubicBezTo>
                    <a:pt x="14" y="12"/>
                    <a:pt x="13" y="14"/>
                    <a:pt x="13" y="14"/>
                  </a:cubicBezTo>
                  <a:cubicBezTo>
                    <a:pt x="12" y="14"/>
                    <a:pt x="11" y="14"/>
                    <a:pt x="10" y="14"/>
                  </a:cubicBezTo>
                  <a:cubicBezTo>
                    <a:pt x="10" y="14"/>
                    <a:pt x="10" y="14"/>
                    <a:pt x="10" y="14"/>
                  </a:cubicBezTo>
                  <a:cubicBezTo>
                    <a:pt x="10" y="13"/>
                    <a:pt x="10" y="13"/>
                    <a:pt x="10" y="12"/>
                  </a:cubicBezTo>
                  <a:cubicBezTo>
                    <a:pt x="10" y="12"/>
                    <a:pt x="9" y="12"/>
                    <a:pt x="9" y="11"/>
                  </a:cubicBezTo>
                  <a:cubicBezTo>
                    <a:pt x="9" y="10"/>
                    <a:pt x="13" y="6"/>
                    <a:pt x="14" y="6"/>
                  </a:cubicBezTo>
                  <a:cubicBezTo>
                    <a:pt x="16" y="8"/>
                    <a:pt x="17" y="8"/>
                    <a:pt x="19" y="9"/>
                  </a:cubicBezTo>
                  <a:cubicBezTo>
                    <a:pt x="20" y="9"/>
                    <a:pt x="21" y="10"/>
                    <a:pt x="21" y="10"/>
                  </a:cubicBezTo>
                  <a:cubicBezTo>
                    <a:pt x="23" y="11"/>
                    <a:pt x="24" y="11"/>
                    <a:pt x="26" y="12"/>
                  </a:cubicBezTo>
                  <a:cubicBezTo>
                    <a:pt x="28" y="12"/>
                    <a:pt x="30" y="14"/>
                    <a:pt x="32" y="14"/>
                  </a:cubicBezTo>
                  <a:cubicBezTo>
                    <a:pt x="32" y="14"/>
                    <a:pt x="32" y="14"/>
                    <a:pt x="32" y="14"/>
                  </a:cubicBezTo>
                  <a:cubicBezTo>
                    <a:pt x="32" y="14"/>
                    <a:pt x="32" y="14"/>
                    <a:pt x="32" y="14"/>
                  </a:cubicBezTo>
                  <a:cubicBezTo>
                    <a:pt x="30" y="13"/>
                    <a:pt x="27" y="12"/>
                    <a:pt x="28" y="10"/>
                  </a:cubicBezTo>
                  <a:cubicBezTo>
                    <a:pt x="28" y="8"/>
                    <a:pt x="30" y="8"/>
                    <a:pt x="29" y="6"/>
                  </a:cubicBezTo>
                  <a:cubicBezTo>
                    <a:pt x="30" y="6"/>
                    <a:pt x="30" y="6"/>
                    <a:pt x="30" y="6"/>
                  </a:cubicBezTo>
                  <a:cubicBezTo>
                    <a:pt x="31" y="6"/>
                    <a:pt x="31" y="6"/>
                    <a:pt x="32" y="6"/>
                  </a:cubicBezTo>
                  <a:close/>
                  <a:moveTo>
                    <a:pt x="34" y="0"/>
                  </a:moveTo>
                  <a:cubicBezTo>
                    <a:pt x="34" y="0"/>
                    <a:pt x="34" y="0"/>
                    <a:pt x="34" y="0"/>
                  </a:cubicBezTo>
                  <a:cubicBezTo>
                    <a:pt x="33" y="2"/>
                    <a:pt x="29" y="6"/>
                    <a:pt x="26" y="6"/>
                  </a:cubicBezTo>
                  <a:cubicBezTo>
                    <a:pt x="25" y="4"/>
                    <a:pt x="27" y="2"/>
                    <a:pt x="29" y="0"/>
                  </a:cubicBezTo>
                  <a:cubicBezTo>
                    <a:pt x="30" y="1"/>
                    <a:pt x="32" y="0"/>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69" name="Freeform 47"/>
            <p:cNvSpPr>
              <a:spLocks noEditPoints="1"/>
            </p:cNvSpPr>
            <p:nvPr/>
          </p:nvSpPr>
          <p:spPr bwMode="auto">
            <a:xfrm>
              <a:off x="9037700" y="4621516"/>
              <a:ext cx="53975" cy="46038"/>
            </a:xfrm>
            <a:custGeom>
              <a:avLst/>
              <a:gdLst>
                <a:gd name="T0" fmla="*/ 13 w 36"/>
                <a:gd name="T1" fmla="*/ 14 h 30"/>
                <a:gd name="T2" fmla="*/ 10 w 36"/>
                <a:gd name="T3" fmla="*/ 17 h 30"/>
                <a:gd name="T4" fmla="*/ 10 w 36"/>
                <a:gd name="T5" fmla="*/ 17 h 30"/>
                <a:gd name="T6" fmla="*/ 13 w 36"/>
                <a:gd name="T7" fmla="*/ 14 h 30"/>
                <a:gd name="T8" fmla="*/ 13 w 36"/>
                <a:gd name="T9" fmla="*/ 14 h 30"/>
                <a:gd name="T10" fmla="*/ 26 w 36"/>
                <a:gd name="T11" fmla="*/ 1 h 30"/>
                <a:gd name="T12" fmla="*/ 27 w 36"/>
                <a:gd name="T13" fmla="*/ 1 h 30"/>
                <a:gd name="T14" fmla="*/ 25 w 36"/>
                <a:gd name="T15" fmla="*/ 7 h 30"/>
                <a:gd name="T16" fmla="*/ 22 w 36"/>
                <a:gd name="T17" fmla="*/ 10 h 30"/>
                <a:gd name="T18" fmla="*/ 22 w 36"/>
                <a:gd name="T19" fmla="*/ 11 h 30"/>
                <a:gd name="T20" fmla="*/ 25 w 36"/>
                <a:gd name="T21" fmla="*/ 11 h 30"/>
                <a:gd name="T22" fmla="*/ 26 w 36"/>
                <a:gd name="T23" fmla="*/ 10 h 30"/>
                <a:gd name="T24" fmla="*/ 29 w 36"/>
                <a:gd name="T25" fmla="*/ 13 h 30"/>
                <a:gd name="T26" fmla="*/ 28 w 36"/>
                <a:gd name="T27" fmla="*/ 14 h 30"/>
                <a:gd name="T28" fmla="*/ 21 w 36"/>
                <a:gd name="T29" fmla="*/ 14 h 30"/>
                <a:gd name="T30" fmla="*/ 19 w 36"/>
                <a:gd name="T31" fmla="*/ 13 h 30"/>
                <a:gd name="T32" fmla="*/ 16 w 36"/>
                <a:gd name="T33" fmla="*/ 18 h 30"/>
                <a:gd name="T34" fmla="*/ 16 w 36"/>
                <a:gd name="T35" fmla="*/ 18 h 30"/>
                <a:gd name="T36" fmla="*/ 21 w 36"/>
                <a:gd name="T37" fmla="*/ 20 h 30"/>
                <a:gd name="T38" fmla="*/ 20 w 36"/>
                <a:gd name="T39" fmla="*/ 24 h 30"/>
                <a:gd name="T40" fmla="*/ 20 w 36"/>
                <a:gd name="T41" fmla="*/ 27 h 30"/>
                <a:gd name="T42" fmla="*/ 14 w 36"/>
                <a:gd name="T43" fmla="*/ 27 h 30"/>
                <a:gd name="T44" fmla="*/ 15 w 36"/>
                <a:gd name="T45" fmla="*/ 21 h 30"/>
                <a:gd name="T46" fmla="*/ 14 w 36"/>
                <a:gd name="T47" fmla="*/ 21 h 30"/>
                <a:gd name="T48" fmla="*/ 9 w 36"/>
                <a:gd name="T49" fmla="*/ 28 h 30"/>
                <a:gd name="T50" fmla="*/ 9 w 36"/>
                <a:gd name="T51" fmla="*/ 28 h 30"/>
                <a:gd name="T52" fmla="*/ 9 w 36"/>
                <a:gd name="T53" fmla="*/ 22 h 30"/>
                <a:gd name="T54" fmla="*/ 11 w 36"/>
                <a:gd name="T55" fmla="*/ 20 h 30"/>
                <a:gd name="T56" fmla="*/ 8 w 36"/>
                <a:gd name="T57" fmla="*/ 20 h 30"/>
                <a:gd name="T58" fmla="*/ 6 w 36"/>
                <a:gd name="T59" fmla="*/ 21 h 30"/>
                <a:gd name="T60" fmla="*/ 1 w 36"/>
                <a:gd name="T61" fmla="*/ 23 h 30"/>
                <a:gd name="T62" fmla="*/ 0 w 36"/>
                <a:gd name="T63" fmla="*/ 22 h 30"/>
                <a:gd name="T64" fmla="*/ 1 w 36"/>
                <a:gd name="T65" fmla="*/ 19 h 30"/>
                <a:gd name="T66" fmla="*/ 3 w 36"/>
                <a:gd name="T67" fmla="*/ 15 h 30"/>
                <a:gd name="T68" fmla="*/ 13 w 36"/>
                <a:gd name="T69" fmla="*/ 13 h 30"/>
                <a:gd name="T70" fmla="*/ 16 w 36"/>
                <a:gd name="T71" fmla="*/ 14 h 30"/>
                <a:gd name="T72" fmla="*/ 16 w 36"/>
                <a:gd name="T73" fmla="*/ 14 h 30"/>
                <a:gd name="T74" fmla="*/ 16 w 36"/>
                <a:gd name="T75" fmla="*/ 13 h 30"/>
                <a:gd name="T76" fmla="*/ 15 w 36"/>
                <a:gd name="T77" fmla="*/ 13 h 30"/>
                <a:gd name="T78" fmla="*/ 13 w 36"/>
                <a:gd name="T79" fmla="*/ 8 h 30"/>
                <a:gd name="T80" fmla="*/ 13 w 36"/>
                <a:gd name="T81" fmla="*/ 8 h 30"/>
                <a:gd name="T82" fmla="*/ 18 w 36"/>
                <a:gd name="T83" fmla="*/ 11 h 30"/>
                <a:gd name="T84" fmla="*/ 20 w 36"/>
                <a:gd name="T85" fmla="*/ 9 h 30"/>
                <a:gd name="T86" fmla="*/ 21 w 36"/>
                <a:gd name="T87" fmla="*/ 7 h 30"/>
                <a:gd name="T88" fmla="*/ 24 w 36"/>
                <a:gd name="T89" fmla="*/ 4 h 30"/>
                <a:gd name="T90" fmla="*/ 26 w 36"/>
                <a:gd name="T91" fmla="*/ 1 h 30"/>
                <a:gd name="T92" fmla="*/ 26 w 36"/>
                <a:gd name="T93" fmla="*/ 1 h 30"/>
                <a:gd name="T94" fmla="*/ 31 w 36"/>
                <a:gd name="T95" fmla="*/ 3 h 30"/>
                <a:gd name="T96" fmla="*/ 35 w 36"/>
                <a:gd name="T97" fmla="*/ 7 h 30"/>
                <a:gd name="T98" fmla="*/ 36 w 36"/>
                <a:gd name="T99" fmla="*/ 9 h 30"/>
                <a:gd name="T100" fmla="*/ 31 w 36"/>
                <a:gd name="T101" fmla="*/ 10 h 30"/>
                <a:gd name="T102" fmla="*/ 31 w 36"/>
                <a:gd name="T103" fmla="*/ 8 h 30"/>
                <a:gd name="T104" fmla="*/ 30 w 36"/>
                <a:gd name="T105" fmla="*/ 8 h 30"/>
                <a:gd name="T106" fmla="*/ 31 w 36"/>
                <a:gd name="T107" fmla="*/ 3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6" h="30">
                  <a:moveTo>
                    <a:pt x="13" y="14"/>
                  </a:moveTo>
                  <a:cubicBezTo>
                    <a:pt x="13" y="14"/>
                    <a:pt x="10" y="16"/>
                    <a:pt x="10" y="17"/>
                  </a:cubicBezTo>
                  <a:cubicBezTo>
                    <a:pt x="10" y="17"/>
                    <a:pt x="10" y="17"/>
                    <a:pt x="10" y="17"/>
                  </a:cubicBezTo>
                  <a:cubicBezTo>
                    <a:pt x="13" y="19"/>
                    <a:pt x="14" y="17"/>
                    <a:pt x="13" y="14"/>
                  </a:cubicBezTo>
                  <a:cubicBezTo>
                    <a:pt x="13" y="14"/>
                    <a:pt x="13" y="14"/>
                    <a:pt x="13" y="14"/>
                  </a:cubicBezTo>
                  <a:close/>
                  <a:moveTo>
                    <a:pt x="26" y="1"/>
                  </a:moveTo>
                  <a:cubicBezTo>
                    <a:pt x="26" y="1"/>
                    <a:pt x="26" y="1"/>
                    <a:pt x="27" y="1"/>
                  </a:cubicBezTo>
                  <a:cubicBezTo>
                    <a:pt x="27" y="2"/>
                    <a:pt x="25" y="6"/>
                    <a:pt x="25" y="7"/>
                  </a:cubicBezTo>
                  <a:cubicBezTo>
                    <a:pt x="24" y="8"/>
                    <a:pt x="22" y="10"/>
                    <a:pt x="22" y="10"/>
                  </a:cubicBezTo>
                  <a:cubicBezTo>
                    <a:pt x="22" y="10"/>
                    <a:pt x="22" y="10"/>
                    <a:pt x="22" y="11"/>
                  </a:cubicBezTo>
                  <a:cubicBezTo>
                    <a:pt x="23" y="12"/>
                    <a:pt x="25" y="12"/>
                    <a:pt x="25" y="11"/>
                  </a:cubicBezTo>
                  <a:cubicBezTo>
                    <a:pt x="26" y="10"/>
                    <a:pt x="25" y="10"/>
                    <a:pt x="26" y="10"/>
                  </a:cubicBezTo>
                  <a:cubicBezTo>
                    <a:pt x="27" y="10"/>
                    <a:pt x="29" y="12"/>
                    <a:pt x="29" y="13"/>
                  </a:cubicBezTo>
                  <a:cubicBezTo>
                    <a:pt x="29" y="13"/>
                    <a:pt x="29" y="14"/>
                    <a:pt x="28" y="14"/>
                  </a:cubicBezTo>
                  <a:cubicBezTo>
                    <a:pt x="25" y="13"/>
                    <a:pt x="23" y="14"/>
                    <a:pt x="21" y="14"/>
                  </a:cubicBezTo>
                  <a:cubicBezTo>
                    <a:pt x="20" y="14"/>
                    <a:pt x="20" y="13"/>
                    <a:pt x="19" y="13"/>
                  </a:cubicBezTo>
                  <a:cubicBezTo>
                    <a:pt x="18" y="14"/>
                    <a:pt x="16" y="17"/>
                    <a:pt x="16" y="18"/>
                  </a:cubicBezTo>
                  <a:cubicBezTo>
                    <a:pt x="16" y="18"/>
                    <a:pt x="16" y="18"/>
                    <a:pt x="16" y="18"/>
                  </a:cubicBezTo>
                  <a:cubicBezTo>
                    <a:pt x="18" y="19"/>
                    <a:pt x="19" y="17"/>
                    <a:pt x="21" y="20"/>
                  </a:cubicBezTo>
                  <a:cubicBezTo>
                    <a:pt x="21" y="22"/>
                    <a:pt x="20" y="22"/>
                    <a:pt x="20" y="24"/>
                  </a:cubicBezTo>
                  <a:cubicBezTo>
                    <a:pt x="19" y="25"/>
                    <a:pt x="20" y="26"/>
                    <a:pt x="20" y="27"/>
                  </a:cubicBezTo>
                  <a:cubicBezTo>
                    <a:pt x="19" y="30"/>
                    <a:pt x="15" y="29"/>
                    <a:pt x="14" y="27"/>
                  </a:cubicBezTo>
                  <a:cubicBezTo>
                    <a:pt x="13" y="26"/>
                    <a:pt x="15" y="22"/>
                    <a:pt x="15" y="21"/>
                  </a:cubicBezTo>
                  <a:cubicBezTo>
                    <a:pt x="14" y="21"/>
                    <a:pt x="14" y="21"/>
                    <a:pt x="14" y="21"/>
                  </a:cubicBezTo>
                  <a:cubicBezTo>
                    <a:pt x="11" y="22"/>
                    <a:pt x="11" y="26"/>
                    <a:pt x="9" y="28"/>
                  </a:cubicBezTo>
                  <a:cubicBezTo>
                    <a:pt x="9" y="28"/>
                    <a:pt x="9" y="28"/>
                    <a:pt x="9" y="28"/>
                  </a:cubicBezTo>
                  <a:cubicBezTo>
                    <a:pt x="8" y="27"/>
                    <a:pt x="9" y="24"/>
                    <a:pt x="9" y="22"/>
                  </a:cubicBezTo>
                  <a:cubicBezTo>
                    <a:pt x="10" y="22"/>
                    <a:pt x="11" y="21"/>
                    <a:pt x="11" y="20"/>
                  </a:cubicBezTo>
                  <a:cubicBezTo>
                    <a:pt x="10" y="20"/>
                    <a:pt x="9" y="19"/>
                    <a:pt x="8" y="20"/>
                  </a:cubicBezTo>
                  <a:cubicBezTo>
                    <a:pt x="7" y="20"/>
                    <a:pt x="7" y="21"/>
                    <a:pt x="6" y="21"/>
                  </a:cubicBezTo>
                  <a:cubicBezTo>
                    <a:pt x="5" y="22"/>
                    <a:pt x="3" y="23"/>
                    <a:pt x="1" y="23"/>
                  </a:cubicBezTo>
                  <a:cubicBezTo>
                    <a:pt x="1" y="23"/>
                    <a:pt x="1" y="22"/>
                    <a:pt x="0" y="22"/>
                  </a:cubicBezTo>
                  <a:cubicBezTo>
                    <a:pt x="1" y="20"/>
                    <a:pt x="1" y="20"/>
                    <a:pt x="1" y="19"/>
                  </a:cubicBezTo>
                  <a:cubicBezTo>
                    <a:pt x="1" y="18"/>
                    <a:pt x="3" y="17"/>
                    <a:pt x="3" y="15"/>
                  </a:cubicBezTo>
                  <a:cubicBezTo>
                    <a:pt x="7" y="15"/>
                    <a:pt x="9" y="13"/>
                    <a:pt x="13" y="13"/>
                  </a:cubicBezTo>
                  <a:cubicBezTo>
                    <a:pt x="14" y="13"/>
                    <a:pt x="15" y="15"/>
                    <a:pt x="16" y="14"/>
                  </a:cubicBezTo>
                  <a:cubicBezTo>
                    <a:pt x="16" y="14"/>
                    <a:pt x="16" y="14"/>
                    <a:pt x="16" y="14"/>
                  </a:cubicBezTo>
                  <a:cubicBezTo>
                    <a:pt x="16" y="14"/>
                    <a:pt x="16" y="14"/>
                    <a:pt x="16" y="13"/>
                  </a:cubicBezTo>
                  <a:cubicBezTo>
                    <a:pt x="15" y="13"/>
                    <a:pt x="15" y="13"/>
                    <a:pt x="15" y="13"/>
                  </a:cubicBezTo>
                  <a:cubicBezTo>
                    <a:pt x="12" y="12"/>
                    <a:pt x="12" y="10"/>
                    <a:pt x="13" y="8"/>
                  </a:cubicBezTo>
                  <a:cubicBezTo>
                    <a:pt x="13" y="8"/>
                    <a:pt x="13" y="8"/>
                    <a:pt x="13" y="8"/>
                  </a:cubicBezTo>
                  <a:cubicBezTo>
                    <a:pt x="14" y="10"/>
                    <a:pt x="17" y="11"/>
                    <a:pt x="18" y="11"/>
                  </a:cubicBezTo>
                  <a:cubicBezTo>
                    <a:pt x="19" y="10"/>
                    <a:pt x="19" y="10"/>
                    <a:pt x="20" y="9"/>
                  </a:cubicBezTo>
                  <a:cubicBezTo>
                    <a:pt x="20" y="8"/>
                    <a:pt x="21" y="8"/>
                    <a:pt x="21" y="7"/>
                  </a:cubicBezTo>
                  <a:cubicBezTo>
                    <a:pt x="22" y="6"/>
                    <a:pt x="23" y="5"/>
                    <a:pt x="24" y="4"/>
                  </a:cubicBezTo>
                  <a:cubicBezTo>
                    <a:pt x="24" y="4"/>
                    <a:pt x="25" y="1"/>
                    <a:pt x="26" y="1"/>
                  </a:cubicBezTo>
                  <a:cubicBezTo>
                    <a:pt x="25" y="0"/>
                    <a:pt x="26" y="1"/>
                    <a:pt x="26" y="1"/>
                  </a:cubicBezTo>
                  <a:close/>
                  <a:moveTo>
                    <a:pt x="31" y="3"/>
                  </a:moveTo>
                  <a:cubicBezTo>
                    <a:pt x="32" y="4"/>
                    <a:pt x="34" y="5"/>
                    <a:pt x="35" y="7"/>
                  </a:cubicBezTo>
                  <a:cubicBezTo>
                    <a:pt x="35" y="8"/>
                    <a:pt x="36" y="9"/>
                    <a:pt x="36" y="9"/>
                  </a:cubicBezTo>
                  <a:cubicBezTo>
                    <a:pt x="35" y="12"/>
                    <a:pt x="32" y="12"/>
                    <a:pt x="31" y="10"/>
                  </a:cubicBezTo>
                  <a:cubicBezTo>
                    <a:pt x="31" y="10"/>
                    <a:pt x="31" y="9"/>
                    <a:pt x="31" y="8"/>
                  </a:cubicBezTo>
                  <a:cubicBezTo>
                    <a:pt x="30" y="8"/>
                    <a:pt x="30" y="8"/>
                    <a:pt x="30" y="8"/>
                  </a:cubicBezTo>
                  <a:cubicBezTo>
                    <a:pt x="31" y="6"/>
                    <a:pt x="29" y="4"/>
                    <a:pt x="3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70" name="Freeform 48"/>
            <p:cNvSpPr>
              <a:spLocks noEditPoints="1"/>
            </p:cNvSpPr>
            <p:nvPr/>
          </p:nvSpPr>
          <p:spPr bwMode="auto">
            <a:xfrm>
              <a:off x="8913875" y="4588179"/>
              <a:ext cx="36513" cy="52388"/>
            </a:xfrm>
            <a:custGeom>
              <a:avLst/>
              <a:gdLst>
                <a:gd name="T0" fmla="*/ 14 w 24"/>
                <a:gd name="T1" fmla="*/ 5 h 34"/>
                <a:gd name="T2" fmla="*/ 14 w 24"/>
                <a:gd name="T3" fmla="*/ 5 h 34"/>
                <a:gd name="T4" fmla="*/ 14 w 24"/>
                <a:gd name="T5" fmla="*/ 5 h 34"/>
                <a:gd name="T6" fmla="*/ 14 w 24"/>
                <a:gd name="T7" fmla="*/ 4 h 34"/>
                <a:gd name="T8" fmla="*/ 14 w 24"/>
                <a:gd name="T9" fmla="*/ 4 h 34"/>
                <a:gd name="T10" fmla="*/ 14 w 24"/>
                <a:gd name="T11" fmla="*/ 4 h 34"/>
                <a:gd name="T12" fmla="*/ 14 w 24"/>
                <a:gd name="T13" fmla="*/ 4 h 34"/>
                <a:gd name="T14" fmla="*/ 20 w 24"/>
                <a:gd name="T15" fmla="*/ 2 h 34"/>
                <a:gd name="T16" fmla="*/ 14 w 24"/>
                <a:gd name="T17" fmla="*/ 7 h 34"/>
                <a:gd name="T18" fmla="*/ 22 w 24"/>
                <a:gd name="T19" fmla="*/ 15 h 34"/>
                <a:gd name="T20" fmla="*/ 16 w 24"/>
                <a:gd name="T21" fmla="*/ 18 h 34"/>
                <a:gd name="T22" fmla="*/ 15 w 24"/>
                <a:gd name="T23" fmla="*/ 23 h 34"/>
                <a:gd name="T24" fmla="*/ 17 w 24"/>
                <a:gd name="T25" fmla="*/ 22 h 34"/>
                <a:gd name="T26" fmla="*/ 24 w 24"/>
                <a:gd name="T27" fmla="*/ 24 h 34"/>
                <a:gd name="T28" fmla="*/ 18 w 24"/>
                <a:gd name="T29" fmla="*/ 26 h 34"/>
                <a:gd name="T30" fmla="*/ 9 w 24"/>
                <a:gd name="T31" fmla="*/ 32 h 34"/>
                <a:gd name="T32" fmla="*/ 16 w 24"/>
                <a:gd name="T33" fmla="*/ 27 h 34"/>
                <a:gd name="T34" fmla="*/ 10 w 24"/>
                <a:gd name="T35" fmla="*/ 29 h 34"/>
                <a:gd name="T36" fmla="*/ 7 w 24"/>
                <a:gd name="T37" fmla="*/ 28 h 34"/>
                <a:gd name="T38" fmla="*/ 14 w 24"/>
                <a:gd name="T39" fmla="*/ 25 h 34"/>
                <a:gd name="T40" fmla="*/ 13 w 24"/>
                <a:gd name="T41" fmla="*/ 24 h 34"/>
                <a:gd name="T42" fmla="*/ 14 w 24"/>
                <a:gd name="T43" fmla="*/ 19 h 34"/>
                <a:gd name="T44" fmla="*/ 9 w 24"/>
                <a:gd name="T45" fmla="*/ 22 h 34"/>
                <a:gd name="T46" fmla="*/ 9 w 24"/>
                <a:gd name="T47" fmla="*/ 20 h 34"/>
                <a:gd name="T48" fmla="*/ 17 w 24"/>
                <a:gd name="T49" fmla="*/ 16 h 34"/>
                <a:gd name="T50" fmla="*/ 14 w 24"/>
                <a:gd name="T51" fmla="*/ 10 h 34"/>
                <a:gd name="T52" fmla="*/ 7 w 24"/>
                <a:gd name="T53" fmla="*/ 17 h 34"/>
                <a:gd name="T54" fmla="*/ 4 w 24"/>
                <a:gd name="T55" fmla="*/ 26 h 34"/>
                <a:gd name="T56" fmla="*/ 2 w 24"/>
                <a:gd name="T57" fmla="*/ 19 h 34"/>
                <a:gd name="T58" fmla="*/ 6 w 24"/>
                <a:gd name="T59" fmla="*/ 12 h 34"/>
                <a:gd name="T60" fmla="*/ 12 w 24"/>
                <a:gd name="T61" fmla="*/ 7 h 34"/>
                <a:gd name="T62" fmla="*/ 8 w 24"/>
                <a:gd name="T63" fmla="*/ 6 h 34"/>
                <a:gd name="T64" fmla="*/ 1 w 24"/>
                <a:gd name="T65" fmla="*/ 3 h 34"/>
                <a:gd name="T66" fmla="*/ 4 w 24"/>
                <a:gd name="T67" fmla="*/ 7 h 34"/>
                <a:gd name="T68" fmla="*/ 0 w 24"/>
                <a:gd name="T69" fmla="*/ 5 h 34"/>
                <a:gd name="T70" fmla="*/ 1 w 24"/>
                <a:gd name="T71" fmla="*/ 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4" h="34">
                  <a:moveTo>
                    <a:pt x="14" y="5"/>
                  </a:moveTo>
                  <a:cubicBezTo>
                    <a:pt x="14" y="5"/>
                    <a:pt x="14" y="5"/>
                    <a:pt x="14" y="5"/>
                  </a:cubicBezTo>
                  <a:cubicBezTo>
                    <a:pt x="14" y="5"/>
                    <a:pt x="14" y="5"/>
                    <a:pt x="14" y="5"/>
                  </a:cubicBezTo>
                  <a:cubicBezTo>
                    <a:pt x="14" y="5"/>
                    <a:pt x="14" y="5"/>
                    <a:pt x="14" y="5"/>
                  </a:cubicBezTo>
                  <a:cubicBezTo>
                    <a:pt x="14" y="5"/>
                    <a:pt x="14" y="5"/>
                    <a:pt x="14" y="5"/>
                  </a:cubicBezTo>
                  <a:cubicBezTo>
                    <a:pt x="14" y="5"/>
                    <a:pt x="14" y="5"/>
                    <a:pt x="14" y="5"/>
                  </a:cubicBezTo>
                  <a:cubicBezTo>
                    <a:pt x="14" y="5"/>
                    <a:pt x="14" y="5"/>
                    <a:pt x="14" y="5"/>
                  </a:cubicBezTo>
                  <a:close/>
                  <a:moveTo>
                    <a:pt x="14" y="4"/>
                  </a:moveTo>
                  <a:cubicBezTo>
                    <a:pt x="14" y="4"/>
                    <a:pt x="14" y="4"/>
                    <a:pt x="14" y="4"/>
                  </a:cubicBezTo>
                  <a:cubicBezTo>
                    <a:pt x="14" y="4"/>
                    <a:pt x="14" y="4"/>
                    <a:pt x="14" y="4"/>
                  </a:cubicBezTo>
                  <a:cubicBezTo>
                    <a:pt x="14" y="4"/>
                    <a:pt x="14" y="4"/>
                    <a:pt x="14" y="4"/>
                  </a:cubicBezTo>
                  <a:cubicBezTo>
                    <a:pt x="14" y="4"/>
                    <a:pt x="14" y="4"/>
                    <a:pt x="14" y="4"/>
                  </a:cubicBezTo>
                  <a:cubicBezTo>
                    <a:pt x="14" y="4"/>
                    <a:pt x="14" y="4"/>
                    <a:pt x="14" y="4"/>
                  </a:cubicBezTo>
                  <a:cubicBezTo>
                    <a:pt x="14" y="4"/>
                    <a:pt x="14" y="4"/>
                    <a:pt x="14" y="4"/>
                  </a:cubicBezTo>
                  <a:close/>
                  <a:moveTo>
                    <a:pt x="16" y="1"/>
                  </a:moveTo>
                  <a:cubicBezTo>
                    <a:pt x="17" y="0"/>
                    <a:pt x="19" y="1"/>
                    <a:pt x="20" y="2"/>
                  </a:cubicBezTo>
                  <a:cubicBezTo>
                    <a:pt x="20" y="2"/>
                    <a:pt x="21" y="2"/>
                    <a:pt x="20" y="2"/>
                  </a:cubicBezTo>
                  <a:cubicBezTo>
                    <a:pt x="20" y="4"/>
                    <a:pt x="16" y="5"/>
                    <a:pt x="14" y="7"/>
                  </a:cubicBezTo>
                  <a:cubicBezTo>
                    <a:pt x="15" y="8"/>
                    <a:pt x="16" y="7"/>
                    <a:pt x="18" y="8"/>
                  </a:cubicBezTo>
                  <a:cubicBezTo>
                    <a:pt x="20" y="8"/>
                    <a:pt x="24" y="12"/>
                    <a:pt x="22" y="15"/>
                  </a:cubicBezTo>
                  <a:cubicBezTo>
                    <a:pt x="21" y="16"/>
                    <a:pt x="20" y="16"/>
                    <a:pt x="19" y="16"/>
                  </a:cubicBezTo>
                  <a:cubicBezTo>
                    <a:pt x="18" y="17"/>
                    <a:pt x="17" y="16"/>
                    <a:pt x="16" y="18"/>
                  </a:cubicBezTo>
                  <a:cubicBezTo>
                    <a:pt x="16" y="18"/>
                    <a:pt x="16" y="19"/>
                    <a:pt x="17" y="20"/>
                  </a:cubicBezTo>
                  <a:cubicBezTo>
                    <a:pt x="16" y="21"/>
                    <a:pt x="16" y="22"/>
                    <a:pt x="15" y="23"/>
                  </a:cubicBezTo>
                  <a:cubicBezTo>
                    <a:pt x="16" y="24"/>
                    <a:pt x="16" y="24"/>
                    <a:pt x="17" y="24"/>
                  </a:cubicBezTo>
                  <a:cubicBezTo>
                    <a:pt x="17" y="23"/>
                    <a:pt x="17" y="23"/>
                    <a:pt x="17" y="22"/>
                  </a:cubicBezTo>
                  <a:cubicBezTo>
                    <a:pt x="18" y="22"/>
                    <a:pt x="21" y="22"/>
                    <a:pt x="22" y="22"/>
                  </a:cubicBezTo>
                  <a:cubicBezTo>
                    <a:pt x="23" y="22"/>
                    <a:pt x="23" y="24"/>
                    <a:pt x="24" y="24"/>
                  </a:cubicBezTo>
                  <a:cubicBezTo>
                    <a:pt x="23" y="25"/>
                    <a:pt x="23" y="25"/>
                    <a:pt x="23" y="26"/>
                  </a:cubicBezTo>
                  <a:cubicBezTo>
                    <a:pt x="21" y="27"/>
                    <a:pt x="20" y="24"/>
                    <a:pt x="18" y="26"/>
                  </a:cubicBezTo>
                  <a:cubicBezTo>
                    <a:pt x="17" y="27"/>
                    <a:pt x="19" y="29"/>
                    <a:pt x="19" y="31"/>
                  </a:cubicBezTo>
                  <a:cubicBezTo>
                    <a:pt x="18" y="34"/>
                    <a:pt x="11" y="34"/>
                    <a:pt x="9" y="32"/>
                  </a:cubicBezTo>
                  <a:cubicBezTo>
                    <a:pt x="9" y="32"/>
                    <a:pt x="9" y="32"/>
                    <a:pt x="9" y="32"/>
                  </a:cubicBezTo>
                  <a:cubicBezTo>
                    <a:pt x="12" y="30"/>
                    <a:pt x="16" y="30"/>
                    <a:pt x="16" y="27"/>
                  </a:cubicBezTo>
                  <a:cubicBezTo>
                    <a:pt x="16" y="27"/>
                    <a:pt x="16" y="27"/>
                    <a:pt x="16" y="27"/>
                  </a:cubicBezTo>
                  <a:cubicBezTo>
                    <a:pt x="14" y="27"/>
                    <a:pt x="12" y="29"/>
                    <a:pt x="10" y="29"/>
                  </a:cubicBezTo>
                  <a:cubicBezTo>
                    <a:pt x="10" y="29"/>
                    <a:pt x="8" y="29"/>
                    <a:pt x="8" y="29"/>
                  </a:cubicBezTo>
                  <a:cubicBezTo>
                    <a:pt x="8" y="28"/>
                    <a:pt x="7" y="28"/>
                    <a:pt x="7" y="28"/>
                  </a:cubicBezTo>
                  <a:cubicBezTo>
                    <a:pt x="7" y="28"/>
                    <a:pt x="7" y="28"/>
                    <a:pt x="7" y="28"/>
                  </a:cubicBezTo>
                  <a:cubicBezTo>
                    <a:pt x="9" y="27"/>
                    <a:pt x="14" y="26"/>
                    <a:pt x="14" y="25"/>
                  </a:cubicBezTo>
                  <a:cubicBezTo>
                    <a:pt x="14" y="24"/>
                    <a:pt x="14" y="24"/>
                    <a:pt x="14" y="24"/>
                  </a:cubicBezTo>
                  <a:cubicBezTo>
                    <a:pt x="14" y="24"/>
                    <a:pt x="13" y="24"/>
                    <a:pt x="13" y="24"/>
                  </a:cubicBezTo>
                  <a:cubicBezTo>
                    <a:pt x="13" y="23"/>
                    <a:pt x="13" y="22"/>
                    <a:pt x="13" y="22"/>
                  </a:cubicBezTo>
                  <a:cubicBezTo>
                    <a:pt x="13" y="21"/>
                    <a:pt x="14" y="20"/>
                    <a:pt x="14" y="19"/>
                  </a:cubicBezTo>
                  <a:cubicBezTo>
                    <a:pt x="14" y="19"/>
                    <a:pt x="14" y="19"/>
                    <a:pt x="13" y="19"/>
                  </a:cubicBezTo>
                  <a:cubicBezTo>
                    <a:pt x="12" y="18"/>
                    <a:pt x="10" y="21"/>
                    <a:pt x="9" y="22"/>
                  </a:cubicBezTo>
                  <a:cubicBezTo>
                    <a:pt x="9" y="22"/>
                    <a:pt x="9" y="22"/>
                    <a:pt x="9" y="22"/>
                  </a:cubicBezTo>
                  <a:cubicBezTo>
                    <a:pt x="9" y="22"/>
                    <a:pt x="9" y="21"/>
                    <a:pt x="9" y="20"/>
                  </a:cubicBezTo>
                  <a:cubicBezTo>
                    <a:pt x="9" y="18"/>
                    <a:pt x="12" y="16"/>
                    <a:pt x="14" y="17"/>
                  </a:cubicBezTo>
                  <a:cubicBezTo>
                    <a:pt x="15" y="17"/>
                    <a:pt x="16" y="16"/>
                    <a:pt x="17" y="16"/>
                  </a:cubicBezTo>
                  <a:cubicBezTo>
                    <a:pt x="17" y="15"/>
                    <a:pt x="18" y="14"/>
                    <a:pt x="18" y="14"/>
                  </a:cubicBezTo>
                  <a:cubicBezTo>
                    <a:pt x="19" y="11"/>
                    <a:pt x="16" y="10"/>
                    <a:pt x="14" y="10"/>
                  </a:cubicBezTo>
                  <a:cubicBezTo>
                    <a:pt x="12" y="10"/>
                    <a:pt x="10" y="12"/>
                    <a:pt x="10" y="13"/>
                  </a:cubicBezTo>
                  <a:cubicBezTo>
                    <a:pt x="9" y="14"/>
                    <a:pt x="8" y="16"/>
                    <a:pt x="7" y="17"/>
                  </a:cubicBezTo>
                  <a:cubicBezTo>
                    <a:pt x="6" y="18"/>
                    <a:pt x="6" y="19"/>
                    <a:pt x="5" y="20"/>
                  </a:cubicBezTo>
                  <a:cubicBezTo>
                    <a:pt x="4" y="22"/>
                    <a:pt x="5" y="24"/>
                    <a:pt x="4" y="26"/>
                  </a:cubicBezTo>
                  <a:cubicBezTo>
                    <a:pt x="1" y="26"/>
                    <a:pt x="0" y="24"/>
                    <a:pt x="0" y="21"/>
                  </a:cubicBezTo>
                  <a:cubicBezTo>
                    <a:pt x="0" y="21"/>
                    <a:pt x="1" y="20"/>
                    <a:pt x="2" y="19"/>
                  </a:cubicBezTo>
                  <a:cubicBezTo>
                    <a:pt x="2" y="18"/>
                    <a:pt x="3" y="17"/>
                    <a:pt x="3" y="16"/>
                  </a:cubicBezTo>
                  <a:cubicBezTo>
                    <a:pt x="4" y="15"/>
                    <a:pt x="5" y="14"/>
                    <a:pt x="6" y="12"/>
                  </a:cubicBezTo>
                  <a:cubicBezTo>
                    <a:pt x="8" y="11"/>
                    <a:pt x="11" y="9"/>
                    <a:pt x="12" y="7"/>
                  </a:cubicBezTo>
                  <a:cubicBezTo>
                    <a:pt x="12" y="7"/>
                    <a:pt x="12" y="7"/>
                    <a:pt x="12" y="7"/>
                  </a:cubicBezTo>
                  <a:cubicBezTo>
                    <a:pt x="10" y="7"/>
                    <a:pt x="8" y="7"/>
                    <a:pt x="8" y="6"/>
                  </a:cubicBezTo>
                  <a:cubicBezTo>
                    <a:pt x="8" y="6"/>
                    <a:pt x="8" y="6"/>
                    <a:pt x="8" y="6"/>
                  </a:cubicBezTo>
                  <a:cubicBezTo>
                    <a:pt x="12" y="4"/>
                    <a:pt x="14" y="2"/>
                    <a:pt x="16" y="1"/>
                  </a:cubicBezTo>
                  <a:close/>
                  <a:moveTo>
                    <a:pt x="1" y="3"/>
                  </a:moveTo>
                  <a:cubicBezTo>
                    <a:pt x="2" y="3"/>
                    <a:pt x="2" y="3"/>
                    <a:pt x="2" y="3"/>
                  </a:cubicBezTo>
                  <a:cubicBezTo>
                    <a:pt x="2" y="4"/>
                    <a:pt x="4" y="7"/>
                    <a:pt x="4" y="7"/>
                  </a:cubicBezTo>
                  <a:cubicBezTo>
                    <a:pt x="4" y="9"/>
                    <a:pt x="5" y="9"/>
                    <a:pt x="4" y="10"/>
                  </a:cubicBezTo>
                  <a:cubicBezTo>
                    <a:pt x="1" y="10"/>
                    <a:pt x="0" y="9"/>
                    <a:pt x="0" y="5"/>
                  </a:cubicBezTo>
                  <a:cubicBezTo>
                    <a:pt x="0" y="4"/>
                    <a:pt x="0" y="4"/>
                    <a:pt x="0" y="3"/>
                  </a:cubicBezTo>
                  <a:cubicBezTo>
                    <a:pt x="0" y="3"/>
                    <a:pt x="1" y="3"/>
                    <a:pt x="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71" name="Freeform 49"/>
            <p:cNvSpPr>
              <a:spLocks noEditPoints="1"/>
            </p:cNvSpPr>
            <p:nvPr/>
          </p:nvSpPr>
          <p:spPr bwMode="auto">
            <a:xfrm>
              <a:off x="8971025" y="4589766"/>
              <a:ext cx="50800" cy="52388"/>
            </a:xfrm>
            <a:custGeom>
              <a:avLst/>
              <a:gdLst>
                <a:gd name="T0" fmla="*/ 17 w 34"/>
                <a:gd name="T1" fmla="*/ 16 h 34"/>
                <a:gd name="T2" fmla="*/ 20 w 34"/>
                <a:gd name="T3" fmla="*/ 27 h 34"/>
                <a:gd name="T4" fmla="*/ 18 w 34"/>
                <a:gd name="T5" fmla="*/ 21 h 34"/>
                <a:gd name="T6" fmla="*/ 20 w 34"/>
                <a:gd name="T7" fmla="*/ 21 h 34"/>
                <a:gd name="T8" fmla="*/ 25 w 34"/>
                <a:gd name="T9" fmla="*/ 18 h 34"/>
                <a:gd name="T10" fmla="*/ 22 w 34"/>
                <a:gd name="T11" fmla="*/ 20 h 34"/>
                <a:gd name="T12" fmla="*/ 21 w 34"/>
                <a:gd name="T13" fmla="*/ 14 h 34"/>
                <a:gd name="T14" fmla="*/ 28 w 34"/>
                <a:gd name="T15" fmla="*/ 6 h 34"/>
                <a:gd name="T16" fmla="*/ 26 w 34"/>
                <a:gd name="T17" fmla="*/ 10 h 34"/>
                <a:gd name="T18" fmla="*/ 28 w 34"/>
                <a:gd name="T19" fmla="*/ 6 h 34"/>
                <a:gd name="T20" fmla="*/ 26 w 34"/>
                <a:gd name="T21" fmla="*/ 0 h 34"/>
                <a:gd name="T22" fmla="*/ 28 w 34"/>
                <a:gd name="T23" fmla="*/ 5 h 34"/>
                <a:gd name="T24" fmla="*/ 34 w 34"/>
                <a:gd name="T25" fmla="*/ 9 h 34"/>
                <a:gd name="T26" fmla="*/ 28 w 34"/>
                <a:gd name="T27" fmla="*/ 13 h 34"/>
                <a:gd name="T28" fmla="*/ 28 w 34"/>
                <a:gd name="T29" fmla="*/ 17 h 34"/>
                <a:gd name="T30" fmla="*/ 27 w 34"/>
                <a:gd name="T31" fmla="*/ 25 h 34"/>
                <a:gd name="T32" fmla="*/ 32 w 34"/>
                <a:gd name="T33" fmla="*/ 31 h 34"/>
                <a:gd name="T34" fmla="*/ 26 w 34"/>
                <a:gd name="T35" fmla="*/ 30 h 34"/>
                <a:gd name="T36" fmla="*/ 22 w 34"/>
                <a:gd name="T37" fmla="*/ 30 h 34"/>
                <a:gd name="T38" fmla="*/ 15 w 34"/>
                <a:gd name="T39" fmla="*/ 29 h 34"/>
                <a:gd name="T40" fmla="*/ 13 w 34"/>
                <a:gd name="T41" fmla="*/ 26 h 34"/>
                <a:gd name="T42" fmla="*/ 13 w 34"/>
                <a:gd name="T43" fmla="*/ 31 h 34"/>
                <a:gd name="T44" fmla="*/ 10 w 34"/>
                <a:gd name="T45" fmla="*/ 27 h 34"/>
                <a:gd name="T46" fmla="*/ 8 w 34"/>
                <a:gd name="T47" fmla="*/ 23 h 34"/>
                <a:gd name="T48" fmla="*/ 2 w 34"/>
                <a:gd name="T49" fmla="*/ 19 h 34"/>
                <a:gd name="T50" fmla="*/ 4 w 34"/>
                <a:gd name="T51" fmla="*/ 16 h 34"/>
                <a:gd name="T52" fmla="*/ 13 w 34"/>
                <a:gd name="T53" fmla="*/ 15 h 34"/>
                <a:gd name="T54" fmla="*/ 16 w 34"/>
                <a:gd name="T55" fmla="*/ 9 h 34"/>
                <a:gd name="T56" fmla="*/ 11 w 34"/>
                <a:gd name="T57" fmla="*/ 7 h 34"/>
                <a:gd name="T58" fmla="*/ 10 w 34"/>
                <a:gd name="T59" fmla="*/ 5 h 34"/>
                <a:gd name="T60" fmla="*/ 12 w 34"/>
                <a:gd name="T61" fmla="*/ 6 h 34"/>
                <a:gd name="T62" fmla="*/ 20 w 34"/>
                <a:gd name="T63" fmla="*/ 0 h 34"/>
                <a:gd name="T64" fmla="*/ 23 w 34"/>
                <a:gd name="T65" fmla="*/ 1 h 34"/>
                <a:gd name="T66" fmla="*/ 17 w 34"/>
                <a:gd name="T67" fmla="*/ 11 h 34"/>
                <a:gd name="T68" fmla="*/ 19 w 34"/>
                <a:gd name="T69" fmla="*/ 11 h 34"/>
                <a:gd name="T70" fmla="*/ 23 w 34"/>
                <a:gd name="T71" fmla="*/ 7 h 34"/>
                <a:gd name="T72" fmla="*/ 26 w 34"/>
                <a:gd name="T73"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4" h="34">
                  <a:moveTo>
                    <a:pt x="21" y="13"/>
                  </a:moveTo>
                  <a:cubicBezTo>
                    <a:pt x="19" y="14"/>
                    <a:pt x="18" y="15"/>
                    <a:pt x="17" y="16"/>
                  </a:cubicBezTo>
                  <a:cubicBezTo>
                    <a:pt x="16" y="18"/>
                    <a:pt x="12" y="21"/>
                    <a:pt x="14" y="24"/>
                  </a:cubicBezTo>
                  <a:cubicBezTo>
                    <a:pt x="15" y="26"/>
                    <a:pt x="17" y="28"/>
                    <a:pt x="20" y="27"/>
                  </a:cubicBezTo>
                  <a:cubicBezTo>
                    <a:pt x="20" y="27"/>
                    <a:pt x="20" y="27"/>
                    <a:pt x="21" y="27"/>
                  </a:cubicBezTo>
                  <a:cubicBezTo>
                    <a:pt x="20" y="25"/>
                    <a:pt x="19" y="22"/>
                    <a:pt x="18" y="21"/>
                  </a:cubicBezTo>
                  <a:cubicBezTo>
                    <a:pt x="18" y="21"/>
                    <a:pt x="18" y="21"/>
                    <a:pt x="18" y="21"/>
                  </a:cubicBezTo>
                  <a:cubicBezTo>
                    <a:pt x="19" y="21"/>
                    <a:pt x="20" y="21"/>
                    <a:pt x="20" y="21"/>
                  </a:cubicBezTo>
                  <a:cubicBezTo>
                    <a:pt x="21" y="22"/>
                    <a:pt x="24" y="24"/>
                    <a:pt x="24" y="23"/>
                  </a:cubicBezTo>
                  <a:cubicBezTo>
                    <a:pt x="25" y="22"/>
                    <a:pt x="26" y="19"/>
                    <a:pt x="25" y="18"/>
                  </a:cubicBezTo>
                  <a:cubicBezTo>
                    <a:pt x="25" y="18"/>
                    <a:pt x="25" y="18"/>
                    <a:pt x="24" y="18"/>
                  </a:cubicBezTo>
                  <a:cubicBezTo>
                    <a:pt x="24" y="18"/>
                    <a:pt x="23" y="19"/>
                    <a:pt x="22" y="20"/>
                  </a:cubicBezTo>
                  <a:cubicBezTo>
                    <a:pt x="22" y="20"/>
                    <a:pt x="22" y="19"/>
                    <a:pt x="21" y="19"/>
                  </a:cubicBezTo>
                  <a:cubicBezTo>
                    <a:pt x="21" y="17"/>
                    <a:pt x="21" y="16"/>
                    <a:pt x="21" y="14"/>
                  </a:cubicBezTo>
                  <a:cubicBezTo>
                    <a:pt x="22" y="13"/>
                    <a:pt x="21" y="13"/>
                    <a:pt x="21" y="13"/>
                  </a:cubicBezTo>
                  <a:close/>
                  <a:moveTo>
                    <a:pt x="28" y="6"/>
                  </a:moveTo>
                  <a:cubicBezTo>
                    <a:pt x="28" y="7"/>
                    <a:pt x="26" y="9"/>
                    <a:pt x="26" y="10"/>
                  </a:cubicBezTo>
                  <a:cubicBezTo>
                    <a:pt x="26" y="10"/>
                    <a:pt x="26" y="10"/>
                    <a:pt x="26" y="10"/>
                  </a:cubicBezTo>
                  <a:cubicBezTo>
                    <a:pt x="27" y="10"/>
                    <a:pt x="30" y="9"/>
                    <a:pt x="30" y="9"/>
                  </a:cubicBezTo>
                  <a:cubicBezTo>
                    <a:pt x="30" y="8"/>
                    <a:pt x="29" y="7"/>
                    <a:pt x="28" y="6"/>
                  </a:cubicBezTo>
                  <a:cubicBezTo>
                    <a:pt x="28" y="6"/>
                    <a:pt x="28" y="6"/>
                    <a:pt x="28" y="6"/>
                  </a:cubicBezTo>
                  <a:close/>
                  <a:moveTo>
                    <a:pt x="26" y="0"/>
                  </a:moveTo>
                  <a:cubicBezTo>
                    <a:pt x="28" y="1"/>
                    <a:pt x="29" y="1"/>
                    <a:pt x="29" y="3"/>
                  </a:cubicBezTo>
                  <a:cubicBezTo>
                    <a:pt x="29" y="3"/>
                    <a:pt x="28" y="4"/>
                    <a:pt x="28" y="5"/>
                  </a:cubicBezTo>
                  <a:cubicBezTo>
                    <a:pt x="29" y="7"/>
                    <a:pt x="32" y="7"/>
                    <a:pt x="34" y="8"/>
                  </a:cubicBezTo>
                  <a:cubicBezTo>
                    <a:pt x="34" y="9"/>
                    <a:pt x="34" y="9"/>
                    <a:pt x="34" y="9"/>
                  </a:cubicBezTo>
                  <a:cubicBezTo>
                    <a:pt x="32" y="11"/>
                    <a:pt x="30" y="11"/>
                    <a:pt x="29" y="11"/>
                  </a:cubicBezTo>
                  <a:cubicBezTo>
                    <a:pt x="28" y="12"/>
                    <a:pt x="28" y="12"/>
                    <a:pt x="28" y="13"/>
                  </a:cubicBezTo>
                  <a:cubicBezTo>
                    <a:pt x="26" y="13"/>
                    <a:pt x="25" y="13"/>
                    <a:pt x="24" y="15"/>
                  </a:cubicBezTo>
                  <a:cubicBezTo>
                    <a:pt x="25" y="16"/>
                    <a:pt x="28" y="16"/>
                    <a:pt x="28" y="17"/>
                  </a:cubicBezTo>
                  <a:cubicBezTo>
                    <a:pt x="28" y="18"/>
                    <a:pt x="28" y="21"/>
                    <a:pt x="28" y="22"/>
                  </a:cubicBezTo>
                  <a:cubicBezTo>
                    <a:pt x="27" y="23"/>
                    <a:pt x="26" y="24"/>
                    <a:pt x="27" y="25"/>
                  </a:cubicBezTo>
                  <a:cubicBezTo>
                    <a:pt x="27" y="26"/>
                    <a:pt x="29" y="26"/>
                    <a:pt x="30" y="27"/>
                  </a:cubicBezTo>
                  <a:cubicBezTo>
                    <a:pt x="31" y="28"/>
                    <a:pt x="32" y="29"/>
                    <a:pt x="32" y="31"/>
                  </a:cubicBezTo>
                  <a:cubicBezTo>
                    <a:pt x="32" y="32"/>
                    <a:pt x="30" y="34"/>
                    <a:pt x="28" y="33"/>
                  </a:cubicBezTo>
                  <a:cubicBezTo>
                    <a:pt x="27" y="33"/>
                    <a:pt x="26" y="31"/>
                    <a:pt x="26" y="30"/>
                  </a:cubicBezTo>
                  <a:cubicBezTo>
                    <a:pt x="25" y="30"/>
                    <a:pt x="25" y="30"/>
                    <a:pt x="24" y="29"/>
                  </a:cubicBezTo>
                  <a:cubicBezTo>
                    <a:pt x="24" y="29"/>
                    <a:pt x="22" y="30"/>
                    <a:pt x="22" y="30"/>
                  </a:cubicBezTo>
                  <a:cubicBezTo>
                    <a:pt x="21" y="30"/>
                    <a:pt x="21" y="30"/>
                    <a:pt x="20" y="30"/>
                  </a:cubicBezTo>
                  <a:cubicBezTo>
                    <a:pt x="19" y="30"/>
                    <a:pt x="17" y="30"/>
                    <a:pt x="15" y="29"/>
                  </a:cubicBezTo>
                  <a:cubicBezTo>
                    <a:pt x="15" y="28"/>
                    <a:pt x="14" y="27"/>
                    <a:pt x="14" y="26"/>
                  </a:cubicBezTo>
                  <a:cubicBezTo>
                    <a:pt x="14" y="26"/>
                    <a:pt x="14" y="26"/>
                    <a:pt x="13" y="26"/>
                  </a:cubicBezTo>
                  <a:cubicBezTo>
                    <a:pt x="13" y="26"/>
                    <a:pt x="13" y="26"/>
                    <a:pt x="13" y="26"/>
                  </a:cubicBezTo>
                  <a:cubicBezTo>
                    <a:pt x="13" y="27"/>
                    <a:pt x="14" y="31"/>
                    <a:pt x="13" y="31"/>
                  </a:cubicBezTo>
                  <a:cubicBezTo>
                    <a:pt x="12" y="31"/>
                    <a:pt x="12" y="30"/>
                    <a:pt x="11" y="30"/>
                  </a:cubicBezTo>
                  <a:cubicBezTo>
                    <a:pt x="10" y="29"/>
                    <a:pt x="11" y="28"/>
                    <a:pt x="10" y="27"/>
                  </a:cubicBezTo>
                  <a:cubicBezTo>
                    <a:pt x="10" y="26"/>
                    <a:pt x="9" y="25"/>
                    <a:pt x="9" y="25"/>
                  </a:cubicBezTo>
                  <a:cubicBezTo>
                    <a:pt x="8" y="24"/>
                    <a:pt x="9" y="23"/>
                    <a:pt x="8" y="23"/>
                  </a:cubicBezTo>
                  <a:cubicBezTo>
                    <a:pt x="8" y="23"/>
                    <a:pt x="4" y="24"/>
                    <a:pt x="3" y="23"/>
                  </a:cubicBezTo>
                  <a:cubicBezTo>
                    <a:pt x="2" y="23"/>
                    <a:pt x="0" y="21"/>
                    <a:pt x="2" y="19"/>
                  </a:cubicBezTo>
                  <a:cubicBezTo>
                    <a:pt x="2" y="19"/>
                    <a:pt x="3" y="19"/>
                    <a:pt x="3" y="18"/>
                  </a:cubicBezTo>
                  <a:cubicBezTo>
                    <a:pt x="4" y="18"/>
                    <a:pt x="3" y="17"/>
                    <a:pt x="4" y="16"/>
                  </a:cubicBezTo>
                  <a:cubicBezTo>
                    <a:pt x="4" y="16"/>
                    <a:pt x="6" y="17"/>
                    <a:pt x="6" y="17"/>
                  </a:cubicBezTo>
                  <a:cubicBezTo>
                    <a:pt x="8" y="17"/>
                    <a:pt x="12" y="16"/>
                    <a:pt x="13" y="15"/>
                  </a:cubicBezTo>
                  <a:cubicBezTo>
                    <a:pt x="13" y="14"/>
                    <a:pt x="14" y="12"/>
                    <a:pt x="14" y="11"/>
                  </a:cubicBezTo>
                  <a:cubicBezTo>
                    <a:pt x="14" y="10"/>
                    <a:pt x="15" y="10"/>
                    <a:pt x="16" y="9"/>
                  </a:cubicBezTo>
                  <a:cubicBezTo>
                    <a:pt x="16" y="9"/>
                    <a:pt x="16" y="9"/>
                    <a:pt x="15" y="8"/>
                  </a:cubicBezTo>
                  <a:cubicBezTo>
                    <a:pt x="14" y="8"/>
                    <a:pt x="13" y="8"/>
                    <a:pt x="11" y="7"/>
                  </a:cubicBezTo>
                  <a:cubicBezTo>
                    <a:pt x="11" y="7"/>
                    <a:pt x="11" y="7"/>
                    <a:pt x="10" y="6"/>
                  </a:cubicBezTo>
                  <a:cubicBezTo>
                    <a:pt x="10" y="6"/>
                    <a:pt x="10" y="6"/>
                    <a:pt x="10" y="5"/>
                  </a:cubicBezTo>
                  <a:cubicBezTo>
                    <a:pt x="10" y="5"/>
                    <a:pt x="10" y="5"/>
                    <a:pt x="11" y="5"/>
                  </a:cubicBezTo>
                  <a:cubicBezTo>
                    <a:pt x="12" y="5"/>
                    <a:pt x="12" y="6"/>
                    <a:pt x="12" y="6"/>
                  </a:cubicBezTo>
                  <a:cubicBezTo>
                    <a:pt x="13" y="6"/>
                    <a:pt x="17" y="5"/>
                    <a:pt x="17" y="4"/>
                  </a:cubicBezTo>
                  <a:cubicBezTo>
                    <a:pt x="18" y="3"/>
                    <a:pt x="18" y="1"/>
                    <a:pt x="20" y="0"/>
                  </a:cubicBezTo>
                  <a:cubicBezTo>
                    <a:pt x="21" y="0"/>
                    <a:pt x="22" y="0"/>
                    <a:pt x="23" y="1"/>
                  </a:cubicBezTo>
                  <a:cubicBezTo>
                    <a:pt x="23" y="1"/>
                    <a:pt x="23" y="1"/>
                    <a:pt x="23" y="1"/>
                  </a:cubicBezTo>
                  <a:cubicBezTo>
                    <a:pt x="22" y="3"/>
                    <a:pt x="21" y="3"/>
                    <a:pt x="20" y="5"/>
                  </a:cubicBezTo>
                  <a:cubicBezTo>
                    <a:pt x="18" y="6"/>
                    <a:pt x="18" y="9"/>
                    <a:pt x="17" y="11"/>
                  </a:cubicBezTo>
                  <a:cubicBezTo>
                    <a:pt x="17" y="11"/>
                    <a:pt x="16" y="12"/>
                    <a:pt x="16" y="13"/>
                  </a:cubicBezTo>
                  <a:cubicBezTo>
                    <a:pt x="18" y="13"/>
                    <a:pt x="18" y="11"/>
                    <a:pt x="19" y="11"/>
                  </a:cubicBezTo>
                  <a:cubicBezTo>
                    <a:pt x="20" y="11"/>
                    <a:pt x="22" y="11"/>
                    <a:pt x="22" y="10"/>
                  </a:cubicBezTo>
                  <a:cubicBezTo>
                    <a:pt x="23" y="9"/>
                    <a:pt x="22" y="8"/>
                    <a:pt x="23" y="7"/>
                  </a:cubicBezTo>
                  <a:cubicBezTo>
                    <a:pt x="24" y="6"/>
                    <a:pt x="24" y="4"/>
                    <a:pt x="25" y="3"/>
                  </a:cubicBezTo>
                  <a:cubicBezTo>
                    <a:pt x="26" y="2"/>
                    <a:pt x="25" y="1"/>
                    <a:pt x="2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72" name="Freeform 50"/>
            <p:cNvSpPr>
              <a:spLocks noEditPoints="1"/>
            </p:cNvSpPr>
            <p:nvPr/>
          </p:nvSpPr>
          <p:spPr bwMode="auto">
            <a:xfrm>
              <a:off x="8756713" y="4715179"/>
              <a:ext cx="52388" cy="44450"/>
            </a:xfrm>
            <a:custGeom>
              <a:avLst/>
              <a:gdLst>
                <a:gd name="T0" fmla="*/ 15 w 35"/>
                <a:gd name="T1" fmla="*/ 20 h 30"/>
                <a:gd name="T2" fmla="*/ 16 w 35"/>
                <a:gd name="T3" fmla="*/ 24 h 30"/>
                <a:gd name="T4" fmla="*/ 18 w 35"/>
                <a:gd name="T5" fmla="*/ 23 h 30"/>
                <a:gd name="T6" fmla="*/ 20 w 35"/>
                <a:gd name="T7" fmla="*/ 24 h 30"/>
                <a:gd name="T8" fmla="*/ 20 w 35"/>
                <a:gd name="T9" fmla="*/ 24 h 30"/>
                <a:gd name="T10" fmla="*/ 21 w 35"/>
                <a:gd name="T11" fmla="*/ 22 h 30"/>
                <a:gd name="T12" fmla="*/ 16 w 35"/>
                <a:gd name="T13" fmla="*/ 20 h 30"/>
                <a:gd name="T14" fmla="*/ 15 w 35"/>
                <a:gd name="T15" fmla="*/ 20 h 30"/>
                <a:gd name="T16" fmla="*/ 14 w 35"/>
                <a:gd name="T17" fmla="*/ 7 h 30"/>
                <a:gd name="T18" fmla="*/ 16 w 35"/>
                <a:gd name="T19" fmla="*/ 13 h 30"/>
                <a:gd name="T20" fmla="*/ 18 w 35"/>
                <a:gd name="T21" fmla="*/ 13 h 30"/>
                <a:gd name="T22" fmla="*/ 18 w 35"/>
                <a:gd name="T23" fmla="*/ 13 h 30"/>
                <a:gd name="T24" fmla="*/ 14 w 35"/>
                <a:gd name="T25" fmla="*/ 6 h 30"/>
                <a:gd name="T26" fmla="*/ 14 w 35"/>
                <a:gd name="T27" fmla="*/ 6 h 30"/>
                <a:gd name="T28" fmla="*/ 14 w 35"/>
                <a:gd name="T29" fmla="*/ 7 h 30"/>
                <a:gd name="T30" fmla="*/ 0 w 35"/>
                <a:gd name="T31" fmla="*/ 14 h 30"/>
                <a:gd name="T32" fmla="*/ 6 w 35"/>
                <a:gd name="T33" fmla="*/ 9 h 30"/>
                <a:gd name="T34" fmla="*/ 11 w 35"/>
                <a:gd name="T35" fmla="*/ 10 h 30"/>
                <a:gd name="T36" fmla="*/ 12 w 35"/>
                <a:gd name="T37" fmla="*/ 3 h 30"/>
                <a:gd name="T38" fmla="*/ 15 w 35"/>
                <a:gd name="T39" fmla="*/ 0 h 30"/>
                <a:gd name="T40" fmla="*/ 18 w 35"/>
                <a:gd name="T41" fmla="*/ 6 h 30"/>
                <a:gd name="T42" fmla="*/ 20 w 35"/>
                <a:gd name="T43" fmla="*/ 10 h 30"/>
                <a:gd name="T44" fmla="*/ 20 w 35"/>
                <a:gd name="T45" fmla="*/ 9 h 30"/>
                <a:gd name="T46" fmla="*/ 22 w 35"/>
                <a:gd name="T47" fmla="*/ 5 h 30"/>
                <a:gd name="T48" fmla="*/ 24 w 35"/>
                <a:gd name="T49" fmla="*/ 5 h 30"/>
                <a:gd name="T50" fmla="*/ 24 w 35"/>
                <a:gd name="T51" fmla="*/ 9 h 30"/>
                <a:gd name="T52" fmla="*/ 25 w 35"/>
                <a:gd name="T53" fmla="*/ 14 h 30"/>
                <a:gd name="T54" fmla="*/ 25 w 35"/>
                <a:gd name="T55" fmla="*/ 16 h 30"/>
                <a:gd name="T56" fmla="*/ 30 w 35"/>
                <a:gd name="T57" fmla="*/ 18 h 30"/>
                <a:gd name="T58" fmla="*/ 31 w 35"/>
                <a:gd name="T59" fmla="*/ 20 h 30"/>
                <a:gd name="T60" fmla="*/ 34 w 35"/>
                <a:gd name="T61" fmla="*/ 22 h 30"/>
                <a:gd name="T62" fmla="*/ 35 w 35"/>
                <a:gd name="T63" fmla="*/ 23 h 30"/>
                <a:gd name="T64" fmla="*/ 35 w 35"/>
                <a:gd name="T65" fmla="*/ 23 h 30"/>
                <a:gd name="T66" fmla="*/ 29 w 35"/>
                <a:gd name="T67" fmla="*/ 23 h 30"/>
                <a:gd name="T68" fmla="*/ 26 w 35"/>
                <a:gd name="T69" fmla="*/ 23 h 30"/>
                <a:gd name="T70" fmla="*/ 25 w 35"/>
                <a:gd name="T71" fmla="*/ 24 h 30"/>
                <a:gd name="T72" fmla="*/ 21 w 35"/>
                <a:gd name="T73" fmla="*/ 26 h 30"/>
                <a:gd name="T74" fmla="*/ 21 w 35"/>
                <a:gd name="T75" fmla="*/ 28 h 30"/>
                <a:gd name="T76" fmla="*/ 19 w 35"/>
                <a:gd name="T77" fmla="*/ 28 h 30"/>
                <a:gd name="T78" fmla="*/ 17 w 35"/>
                <a:gd name="T79" fmla="*/ 30 h 30"/>
                <a:gd name="T80" fmla="*/ 14 w 35"/>
                <a:gd name="T81" fmla="*/ 30 h 30"/>
                <a:gd name="T82" fmla="*/ 14 w 35"/>
                <a:gd name="T83" fmla="*/ 30 h 30"/>
                <a:gd name="T84" fmla="*/ 9 w 35"/>
                <a:gd name="T85" fmla="*/ 28 h 30"/>
                <a:gd name="T86" fmla="*/ 11 w 35"/>
                <a:gd name="T87" fmla="*/ 26 h 30"/>
                <a:gd name="T88" fmla="*/ 11 w 35"/>
                <a:gd name="T89" fmla="*/ 23 h 30"/>
                <a:gd name="T90" fmla="*/ 10 w 35"/>
                <a:gd name="T91" fmla="*/ 17 h 30"/>
                <a:gd name="T92" fmla="*/ 8 w 35"/>
                <a:gd name="T93" fmla="*/ 16 h 30"/>
                <a:gd name="T94" fmla="*/ 6 w 35"/>
                <a:gd name="T95" fmla="*/ 16 h 30"/>
                <a:gd name="T96" fmla="*/ 4 w 35"/>
                <a:gd name="T97" fmla="*/ 15 h 30"/>
                <a:gd name="T98" fmla="*/ 0 w 35"/>
                <a:gd name="T99" fmla="*/ 14 h 30"/>
                <a:gd name="T100" fmla="*/ 0 w 35"/>
                <a:gd name="T101" fmla="*/ 14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5" h="30">
                  <a:moveTo>
                    <a:pt x="15" y="20"/>
                  </a:moveTo>
                  <a:cubicBezTo>
                    <a:pt x="15" y="22"/>
                    <a:pt x="16" y="22"/>
                    <a:pt x="16" y="24"/>
                  </a:cubicBezTo>
                  <a:cubicBezTo>
                    <a:pt x="18" y="24"/>
                    <a:pt x="18" y="23"/>
                    <a:pt x="18" y="23"/>
                  </a:cubicBezTo>
                  <a:cubicBezTo>
                    <a:pt x="19" y="23"/>
                    <a:pt x="20" y="24"/>
                    <a:pt x="20" y="24"/>
                  </a:cubicBezTo>
                  <a:cubicBezTo>
                    <a:pt x="20" y="24"/>
                    <a:pt x="20" y="24"/>
                    <a:pt x="20" y="24"/>
                  </a:cubicBezTo>
                  <a:cubicBezTo>
                    <a:pt x="20" y="24"/>
                    <a:pt x="21" y="23"/>
                    <a:pt x="21" y="22"/>
                  </a:cubicBezTo>
                  <a:cubicBezTo>
                    <a:pt x="20" y="21"/>
                    <a:pt x="18" y="20"/>
                    <a:pt x="16" y="20"/>
                  </a:cubicBezTo>
                  <a:cubicBezTo>
                    <a:pt x="15" y="20"/>
                    <a:pt x="15" y="20"/>
                    <a:pt x="15" y="20"/>
                  </a:cubicBezTo>
                  <a:close/>
                  <a:moveTo>
                    <a:pt x="14" y="7"/>
                  </a:moveTo>
                  <a:cubicBezTo>
                    <a:pt x="14" y="10"/>
                    <a:pt x="12" y="12"/>
                    <a:pt x="16" y="13"/>
                  </a:cubicBezTo>
                  <a:cubicBezTo>
                    <a:pt x="17" y="13"/>
                    <a:pt x="17" y="13"/>
                    <a:pt x="18" y="13"/>
                  </a:cubicBezTo>
                  <a:cubicBezTo>
                    <a:pt x="18" y="13"/>
                    <a:pt x="18" y="13"/>
                    <a:pt x="18" y="13"/>
                  </a:cubicBezTo>
                  <a:cubicBezTo>
                    <a:pt x="16" y="11"/>
                    <a:pt x="16" y="8"/>
                    <a:pt x="14" y="6"/>
                  </a:cubicBezTo>
                  <a:cubicBezTo>
                    <a:pt x="14" y="6"/>
                    <a:pt x="14" y="6"/>
                    <a:pt x="14" y="6"/>
                  </a:cubicBezTo>
                  <a:cubicBezTo>
                    <a:pt x="14" y="6"/>
                    <a:pt x="14" y="6"/>
                    <a:pt x="14" y="7"/>
                  </a:cubicBezTo>
                  <a:close/>
                  <a:moveTo>
                    <a:pt x="0" y="14"/>
                  </a:moveTo>
                  <a:cubicBezTo>
                    <a:pt x="1" y="13"/>
                    <a:pt x="5" y="9"/>
                    <a:pt x="6" y="9"/>
                  </a:cubicBezTo>
                  <a:cubicBezTo>
                    <a:pt x="8" y="9"/>
                    <a:pt x="9" y="10"/>
                    <a:pt x="11" y="10"/>
                  </a:cubicBezTo>
                  <a:cubicBezTo>
                    <a:pt x="12" y="8"/>
                    <a:pt x="12" y="6"/>
                    <a:pt x="12" y="3"/>
                  </a:cubicBezTo>
                  <a:cubicBezTo>
                    <a:pt x="12" y="2"/>
                    <a:pt x="14" y="0"/>
                    <a:pt x="15" y="0"/>
                  </a:cubicBezTo>
                  <a:cubicBezTo>
                    <a:pt x="16" y="2"/>
                    <a:pt x="17" y="4"/>
                    <a:pt x="18" y="6"/>
                  </a:cubicBezTo>
                  <a:cubicBezTo>
                    <a:pt x="18" y="7"/>
                    <a:pt x="18" y="9"/>
                    <a:pt x="20" y="10"/>
                  </a:cubicBezTo>
                  <a:cubicBezTo>
                    <a:pt x="20" y="10"/>
                    <a:pt x="20" y="10"/>
                    <a:pt x="20" y="9"/>
                  </a:cubicBezTo>
                  <a:cubicBezTo>
                    <a:pt x="21" y="9"/>
                    <a:pt x="21" y="6"/>
                    <a:pt x="22" y="5"/>
                  </a:cubicBezTo>
                  <a:cubicBezTo>
                    <a:pt x="22" y="5"/>
                    <a:pt x="23" y="5"/>
                    <a:pt x="24" y="5"/>
                  </a:cubicBezTo>
                  <a:cubicBezTo>
                    <a:pt x="25" y="6"/>
                    <a:pt x="24" y="8"/>
                    <a:pt x="24" y="9"/>
                  </a:cubicBezTo>
                  <a:cubicBezTo>
                    <a:pt x="24" y="11"/>
                    <a:pt x="25" y="12"/>
                    <a:pt x="25" y="14"/>
                  </a:cubicBezTo>
                  <a:cubicBezTo>
                    <a:pt x="26" y="15"/>
                    <a:pt x="25" y="15"/>
                    <a:pt x="25" y="16"/>
                  </a:cubicBezTo>
                  <a:cubicBezTo>
                    <a:pt x="26" y="18"/>
                    <a:pt x="29" y="17"/>
                    <a:pt x="30" y="18"/>
                  </a:cubicBezTo>
                  <a:cubicBezTo>
                    <a:pt x="31" y="19"/>
                    <a:pt x="31" y="20"/>
                    <a:pt x="31" y="20"/>
                  </a:cubicBezTo>
                  <a:cubicBezTo>
                    <a:pt x="32" y="21"/>
                    <a:pt x="33" y="21"/>
                    <a:pt x="34" y="22"/>
                  </a:cubicBezTo>
                  <a:cubicBezTo>
                    <a:pt x="34" y="22"/>
                    <a:pt x="35" y="22"/>
                    <a:pt x="35" y="23"/>
                  </a:cubicBezTo>
                  <a:cubicBezTo>
                    <a:pt x="35" y="23"/>
                    <a:pt x="35" y="23"/>
                    <a:pt x="35" y="23"/>
                  </a:cubicBezTo>
                  <a:cubicBezTo>
                    <a:pt x="33" y="22"/>
                    <a:pt x="31" y="23"/>
                    <a:pt x="29" y="23"/>
                  </a:cubicBezTo>
                  <a:cubicBezTo>
                    <a:pt x="28" y="23"/>
                    <a:pt x="27" y="22"/>
                    <a:pt x="26" y="23"/>
                  </a:cubicBezTo>
                  <a:cubicBezTo>
                    <a:pt x="26" y="23"/>
                    <a:pt x="25" y="24"/>
                    <a:pt x="25" y="24"/>
                  </a:cubicBezTo>
                  <a:cubicBezTo>
                    <a:pt x="24" y="25"/>
                    <a:pt x="22" y="24"/>
                    <a:pt x="21" y="26"/>
                  </a:cubicBezTo>
                  <a:cubicBezTo>
                    <a:pt x="21" y="26"/>
                    <a:pt x="21" y="27"/>
                    <a:pt x="21" y="28"/>
                  </a:cubicBezTo>
                  <a:cubicBezTo>
                    <a:pt x="20" y="28"/>
                    <a:pt x="20" y="28"/>
                    <a:pt x="19" y="28"/>
                  </a:cubicBezTo>
                  <a:cubicBezTo>
                    <a:pt x="18" y="28"/>
                    <a:pt x="18" y="29"/>
                    <a:pt x="17" y="30"/>
                  </a:cubicBezTo>
                  <a:cubicBezTo>
                    <a:pt x="16" y="30"/>
                    <a:pt x="15" y="28"/>
                    <a:pt x="14" y="30"/>
                  </a:cubicBezTo>
                  <a:cubicBezTo>
                    <a:pt x="14" y="30"/>
                    <a:pt x="14" y="30"/>
                    <a:pt x="14" y="30"/>
                  </a:cubicBezTo>
                  <a:cubicBezTo>
                    <a:pt x="13" y="28"/>
                    <a:pt x="11" y="28"/>
                    <a:pt x="9" y="28"/>
                  </a:cubicBezTo>
                  <a:cubicBezTo>
                    <a:pt x="10" y="26"/>
                    <a:pt x="11" y="26"/>
                    <a:pt x="11" y="26"/>
                  </a:cubicBezTo>
                  <a:cubicBezTo>
                    <a:pt x="12" y="25"/>
                    <a:pt x="11" y="24"/>
                    <a:pt x="11" y="23"/>
                  </a:cubicBezTo>
                  <a:cubicBezTo>
                    <a:pt x="10" y="21"/>
                    <a:pt x="10" y="19"/>
                    <a:pt x="10" y="17"/>
                  </a:cubicBezTo>
                  <a:cubicBezTo>
                    <a:pt x="9" y="17"/>
                    <a:pt x="9" y="17"/>
                    <a:pt x="8" y="16"/>
                  </a:cubicBezTo>
                  <a:cubicBezTo>
                    <a:pt x="7" y="16"/>
                    <a:pt x="6" y="16"/>
                    <a:pt x="6" y="16"/>
                  </a:cubicBezTo>
                  <a:cubicBezTo>
                    <a:pt x="5" y="16"/>
                    <a:pt x="4" y="15"/>
                    <a:pt x="4" y="15"/>
                  </a:cubicBezTo>
                  <a:cubicBezTo>
                    <a:pt x="2" y="14"/>
                    <a:pt x="1" y="15"/>
                    <a:pt x="0" y="14"/>
                  </a:cubicBezTo>
                  <a:cubicBezTo>
                    <a:pt x="0" y="14"/>
                    <a:pt x="0" y="14"/>
                    <a:pt x="0"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73" name="Freeform 51"/>
            <p:cNvSpPr>
              <a:spLocks noEditPoints="1"/>
            </p:cNvSpPr>
            <p:nvPr/>
          </p:nvSpPr>
          <p:spPr bwMode="auto">
            <a:xfrm>
              <a:off x="8791638" y="4653266"/>
              <a:ext cx="50800" cy="55563"/>
            </a:xfrm>
            <a:custGeom>
              <a:avLst/>
              <a:gdLst>
                <a:gd name="T0" fmla="*/ 20 w 34"/>
                <a:gd name="T1" fmla="*/ 18 h 37"/>
                <a:gd name="T2" fmla="*/ 22 w 34"/>
                <a:gd name="T3" fmla="*/ 19 h 37"/>
                <a:gd name="T4" fmla="*/ 20 w 34"/>
                <a:gd name="T5" fmla="*/ 17 h 37"/>
                <a:gd name="T6" fmla="*/ 14 w 34"/>
                <a:gd name="T7" fmla="*/ 22 h 37"/>
                <a:gd name="T8" fmla="*/ 14 w 34"/>
                <a:gd name="T9" fmla="*/ 24 h 37"/>
                <a:gd name="T10" fmla="*/ 15 w 34"/>
                <a:gd name="T11" fmla="*/ 22 h 37"/>
                <a:gd name="T12" fmla="*/ 14 w 34"/>
                <a:gd name="T13" fmla="*/ 22 h 37"/>
                <a:gd name="T14" fmla="*/ 16 w 34"/>
                <a:gd name="T15" fmla="*/ 20 h 37"/>
                <a:gd name="T16" fmla="*/ 16 w 34"/>
                <a:gd name="T17" fmla="*/ 20 h 37"/>
                <a:gd name="T18" fmla="*/ 16 w 34"/>
                <a:gd name="T19" fmla="*/ 19 h 37"/>
                <a:gd name="T20" fmla="*/ 10 w 34"/>
                <a:gd name="T21" fmla="*/ 5 h 37"/>
                <a:gd name="T22" fmla="*/ 6 w 34"/>
                <a:gd name="T23" fmla="*/ 17 h 37"/>
                <a:gd name="T24" fmla="*/ 8 w 34"/>
                <a:gd name="T25" fmla="*/ 20 h 37"/>
                <a:gd name="T26" fmla="*/ 15 w 34"/>
                <a:gd name="T27" fmla="*/ 16 h 37"/>
                <a:gd name="T28" fmla="*/ 20 w 34"/>
                <a:gd name="T29" fmla="*/ 14 h 37"/>
                <a:gd name="T30" fmla="*/ 25 w 34"/>
                <a:gd name="T31" fmla="*/ 15 h 37"/>
                <a:gd name="T32" fmla="*/ 23 w 34"/>
                <a:gd name="T33" fmla="*/ 27 h 37"/>
                <a:gd name="T34" fmla="*/ 18 w 34"/>
                <a:gd name="T35" fmla="*/ 27 h 37"/>
                <a:gd name="T36" fmla="*/ 17 w 34"/>
                <a:gd name="T37" fmla="*/ 24 h 37"/>
                <a:gd name="T38" fmla="*/ 13 w 34"/>
                <a:gd name="T39" fmla="*/ 25 h 37"/>
                <a:gd name="T40" fmla="*/ 12 w 34"/>
                <a:gd name="T41" fmla="*/ 17 h 37"/>
                <a:gd name="T42" fmla="*/ 10 w 34"/>
                <a:gd name="T43" fmla="*/ 22 h 37"/>
                <a:gd name="T44" fmla="*/ 17 w 34"/>
                <a:gd name="T45" fmla="*/ 32 h 37"/>
                <a:gd name="T46" fmla="*/ 20 w 34"/>
                <a:gd name="T47" fmla="*/ 33 h 37"/>
                <a:gd name="T48" fmla="*/ 24 w 34"/>
                <a:gd name="T49" fmla="*/ 29 h 37"/>
                <a:gd name="T50" fmla="*/ 23 w 34"/>
                <a:gd name="T51" fmla="*/ 28 h 37"/>
                <a:gd name="T52" fmla="*/ 26 w 34"/>
                <a:gd name="T53" fmla="*/ 25 h 37"/>
                <a:gd name="T54" fmla="*/ 21 w 34"/>
                <a:gd name="T55" fmla="*/ 10 h 37"/>
                <a:gd name="T56" fmla="*/ 17 w 34"/>
                <a:gd name="T57" fmla="*/ 6 h 37"/>
                <a:gd name="T58" fmla="*/ 10 w 34"/>
                <a:gd name="T59" fmla="*/ 5 h 37"/>
                <a:gd name="T60" fmla="*/ 12 w 34"/>
                <a:gd name="T61" fmla="*/ 1 h 37"/>
                <a:gd name="T62" fmla="*/ 27 w 34"/>
                <a:gd name="T63" fmla="*/ 12 h 37"/>
                <a:gd name="T64" fmla="*/ 31 w 34"/>
                <a:gd name="T65" fmla="*/ 27 h 37"/>
                <a:gd name="T66" fmla="*/ 26 w 34"/>
                <a:gd name="T67" fmla="*/ 30 h 37"/>
                <a:gd name="T68" fmla="*/ 20 w 34"/>
                <a:gd name="T69" fmla="*/ 35 h 37"/>
                <a:gd name="T70" fmla="*/ 19 w 34"/>
                <a:gd name="T71" fmla="*/ 37 h 37"/>
                <a:gd name="T72" fmla="*/ 14 w 34"/>
                <a:gd name="T73" fmla="*/ 35 h 37"/>
                <a:gd name="T74" fmla="*/ 8 w 34"/>
                <a:gd name="T75" fmla="*/ 27 h 37"/>
                <a:gd name="T76" fmla="*/ 3 w 34"/>
                <a:gd name="T77" fmla="*/ 23 h 37"/>
                <a:gd name="T78" fmla="*/ 4 w 34"/>
                <a:gd name="T79" fmla="*/ 8 h 37"/>
                <a:gd name="T80" fmla="*/ 5 w 34"/>
                <a:gd name="T81" fmla="*/ 5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4" h="37">
                  <a:moveTo>
                    <a:pt x="20" y="17"/>
                  </a:moveTo>
                  <a:cubicBezTo>
                    <a:pt x="20" y="17"/>
                    <a:pt x="20" y="18"/>
                    <a:pt x="20" y="18"/>
                  </a:cubicBezTo>
                  <a:cubicBezTo>
                    <a:pt x="20" y="18"/>
                    <a:pt x="21" y="19"/>
                    <a:pt x="22" y="19"/>
                  </a:cubicBezTo>
                  <a:cubicBezTo>
                    <a:pt x="22" y="19"/>
                    <a:pt x="22" y="19"/>
                    <a:pt x="22" y="19"/>
                  </a:cubicBezTo>
                  <a:cubicBezTo>
                    <a:pt x="22" y="18"/>
                    <a:pt x="22" y="18"/>
                    <a:pt x="22" y="18"/>
                  </a:cubicBezTo>
                  <a:cubicBezTo>
                    <a:pt x="21" y="17"/>
                    <a:pt x="21" y="17"/>
                    <a:pt x="20" y="17"/>
                  </a:cubicBezTo>
                  <a:cubicBezTo>
                    <a:pt x="20" y="17"/>
                    <a:pt x="20" y="17"/>
                    <a:pt x="20" y="17"/>
                  </a:cubicBezTo>
                  <a:close/>
                  <a:moveTo>
                    <a:pt x="14" y="22"/>
                  </a:moveTo>
                  <a:cubicBezTo>
                    <a:pt x="14" y="23"/>
                    <a:pt x="14" y="23"/>
                    <a:pt x="14" y="24"/>
                  </a:cubicBezTo>
                  <a:cubicBezTo>
                    <a:pt x="14" y="24"/>
                    <a:pt x="14" y="24"/>
                    <a:pt x="14" y="24"/>
                  </a:cubicBezTo>
                  <a:cubicBezTo>
                    <a:pt x="14" y="24"/>
                    <a:pt x="14" y="24"/>
                    <a:pt x="14" y="24"/>
                  </a:cubicBezTo>
                  <a:cubicBezTo>
                    <a:pt x="15" y="23"/>
                    <a:pt x="14" y="23"/>
                    <a:pt x="15" y="22"/>
                  </a:cubicBezTo>
                  <a:cubicBezTo>
                    <a:pt x="15" y="22"/>
                    <a:pt x="14" y="22"/>
                    <a:pt x="14" y="22"/>
                  </a:cubicBezTo>
                  <a:cubicBezTo>
                    <a:pt x="14" y="22"/>
                    <a:pt x="14" y="22"/>
                    <a:pt x="14" y="22"/>
                  </a:cubicBezTo>
                  <a:close/>
                  <a:moveTo>
                    <a:pt x="16" y="19"/>
                  </a:moveTo>
                  <a:cubicBezTo>
                    <a:pt x="16" y="19"/>
                    <a:pt x="16" y="19"/>
                    <a:pt x="16" y="20"/>
                  </a:cubicBezTo>
                  <a:cubicBezTo>
                    <a:pt x="16" y="20"/>
                    <a:pt x="16" y="20"/>
                    <a:pt x="16" y="20"/>
                  </a:cubicBezTo>
                  <a:cubicBezTo>
                    <a:pt x="16" y="20"/>
                    <a:pt x="16" y="20"/>
                    <a:pt x="16" y="20"/>
                  </a:cubicBezTo>
                  <a:cubicBezTo>
                    <a:pt x="16" y="19"/>
                    <a:pt x="16" y="19"/>
                    <a:pt x="16" y="19"/>
                  </a:cubicBezTo>
                  <a:cubicBezTo>
                    <a:pt x="16" y="19"/>
                    <a:pt x="16" y="19"/>
                    <a:pt x="16" y="19"/>
                  </a:cubicBezTo>
                  <a:cubicBezTo>
                    <a:pt x="16" y="19"/>
                    <a:pt x="16" y="19"/>
                    <a:pt x="16" y="19"/>
                  </a:cubicBezTo>
                  <a:close/>
                  <a:moveTo>
                    <a:pt x="10" y="5"/>
                  </a:moveTo>
                  <a:cubicBezTo>
                    <a:pt x="9" y="6"/>
                    <a:pt x="8" y="7"/>
                    <a:pt x="7" y="8"/>
                  </a:cubicBezTo>
                  <a:cubicBezTo>
                    <a:pt x="5" y="11"/>
                    <a:pt x="6" y="14"/>
                    <a:pt x="6" y="17"/>
                  </a:cubicBezTo>
                  <a:cubicBezTo>
                    <a:pt x="6" y="18"/>
                    <a:pt x="7" y="20"/>
                    <a:pt x="8" y="20"/>
                  </a:cubicBezTo>
                  <a:cubicBezTo>
                    <a:pt x="8" y="20"/>
                    <a:pt x="8" y="20"/>
                    <a:pt x="8" y="20"/>
                  </a:cubicBezTo>
                  <a:cubicBezTo>
                    <a:pt x="9" y="19"/>
                    <a:pt x="8" y="12"/>
                    <a:pt x="12" y="12"/>
                  </a:cubicBezTo>
                  <a:cubicBezTo>
                    <a:pt x="13" y="12"/>
                    <a:pt x="14" y="15"/>
                    <a:pt x="15" y="16"/>
                  </a:cubicBezTo>
                  <a:cubicBezTo>
                    <a:pt x="16" y="16"/>
                    <a:pt x="18" y="16"/>
                    <a:pt x="19" y="15"/>
                  </a:cubicBezTo>
                  <a:cubicBezTo>
                    <a:pt x="19" y="15"/>
                    <a:pt x="19" y="15"/>
                    <a:pt x="20" y="14"/>
                  </a:cubicBezTo>
                  <a:cubicBezTo>
                    <a:pt x="21" y="14"/>
                    <a:pt x="22" y="13"/>
                    <a:pt x="24" y="13"/>
                  </a:cubicBezTo>
                  <a:cubicBezTo>
                    <a:pt x="24" y="14"/>
                    <a:pt x="24" y="14"/>
                    <a:pt x="25" y="15"/>
                  </a:cubicBezTo>
                  <a:cubicBezTo>
                    <a:pt x="25" y="16"/>
                    <a:pt x="24" y="17"/>
                    <a:pt x="24" y="18"/>
                  </a:cubicBezTo>
                  <a:cubicBezTo>
                    <a:pt x="24" y="21"/>
                    <a:pt x="24" y="24"/>
                    <a:pt x="23" y="27"/>
                  </a:cubicBezTo>
                  <a:cubicBezTo>
                    <a:pt x="22" y="27"/>
                    <a:pt x="22" y="28"/>
                    <a:pt x="21" y="29"/>
                  </a:cubicBezTo>
                  <a:cubicBezTo>
                    <a:pt x="20" y="28"/>
                    <a:pt x="19" y="28"/>
                    <a:pt x="18" y="27"/>
                  </a:cubicBezTo>
                  <a:cubicBezTo>
                    <a:pt x="18" y="26"/>
                    <a:pt x="18" y="25"/>
                    <a:pt x="18" y="25"/>
                  </a:cubicBezTo>
                  <a:cubicBezTo>
                    <a:pt x="18" y="25"/>
                    <a:pt x="17" y="25"/>
                    <a:pt x="17" y="24"/>
                  </a:cubicBezTo>
                  <a:cubicBezTo>
                    <a:pt x="17" y="24"/>
                    <a:pt x="17" y="25"/>
                    <a:pt x="16" y="25"/>
                  </a:cubicBezTo>
                  <a:cubicBezTo>
                    <a:pt x="15" y="25"/>
                    <a:pt x="14" y="26"/>
                    <a:pt x="13" y="25"/>
                  </a:cubicBezTo>
                  <a:cubicBezTo>
                    <a:pt x="13" y="25"/>
                    <a:pt x="12" y="24"/>
                    <a:pt x="12" y="24"/>
                  </a:cubicBezTo>
                  <a:cubicBezTo>
                    <a:pt x="12" y="23"/>
                    <a:pt x="15" y="17"/>
                    <a:pt x="12" y="17"/>
                  </a:cubicBezTo>
                  <a:cubicBezTo>
                    <a:pt x="12" y="17"/>
                    <a:pt x="12" y="17"/>
                    <a:pt x="12" y="17"/>
                  </a:cubicBezTo>
                  <a:cubicBezTo>
                    <a:pt x="12" y="18"/>
                    <a:pt x="10" y="21"/>
                    <a:pt x="10" y="22"/>
                  </a:cubicBezTo>
                  <a:cubicBezTo>
                    <a:pt x="10" y="23"/>
                    <a:pt x="11" y="23"/>
                    <a:pt x="11" y="25"/>
                  </a:cubicBezTo>
                  <a:cubicBezTo>
                    <a:pt x="12" y="27"/>
                    <a:pt x="15" y="30"/>
                    <a:pt x="17" y="32"/>
                  </a:cubicBezTo>
                  <a:cubicBezTo>
                    <a:pt x="18" y="33"/>
                    <a:pt x="18" y="33"/>
                    <a:pt x="18" y="33"/>
                  </a:cubicBezTo>
                  <a:cubicBezTo>
                    <a:pt x="19" y="33"/>
                    <a:pt x="20" y="33"/>
                    <a:pt x="20" y="33"/>
                  </a:cubicBezTo>
                  <a:cubicBezTo>
                    <a:pt x="21" y="33"/>
                    <a:pt x="23" y="29"/>
                    <a:pt x="24" y="29"/>
                  </a:cubicBezTo>
                  <a:cubicBezTo>
                    <a:pt x="24" y="29"/>
                    <a:pt x="24" y="29"/>
                    <a:pt x="24" y="29"/>
                  </a:cubicBezTo>
                  <a:cubicBezTo>
                    <a:pt x="24" y="29"/>
                    <a:pt x="24" y="29"/>
                    <a:pt x="23" y="28"/>
                  </a:cubicBezTo>
                  <a:cubicBezTo>
                    <a:pt x="23" y="28"/>
                    <a:pt x="23" y="28"/>
                    <a:pt x="23" y="28"/>
                  </a:cubicBezTo>
                  <a:cubicBezTo>
                    <a:pt x="24" y="27"/>
                    <a:pt x="25" y="28"/>
                    <a:pt x="26" y="27"/>
                  </a:cubicBezTo>
                  <a:cubicBezTo>
                    <a:pt x="26" y="26"/>
                    <a:pt x="26" y="25"/>
                    <a:pt x="26" y="25"/>
                  </a:cubicBezTo>
                  <a:cubicBezTo>
                    <a:pt x="27" y="24"/>
                    <a:pt x="29" y="24"/>
                    <a:pt x="30" y="23"/>
                  </a:cubicBezTo>
                  <a:cubicBezTo>
                    <a:pt x="31" y="19"/>
                    <a:pt x="25" y="12"/>
                    <a:pt x="21" y="10"/>
                  </a:cubicBezTo>
                  <a:cubicBezTo>
                    <a:pt x="21" y="9"/>
                    <a:pt x="20" y="8"/>
                    <a:pt x="19" y="7"/>
                  </a:cubicBezTo>
                  <a:cubicBezTo>
                    <a:pt x="18" y="7"/>
                    <a:pt x="18" y="7"/>
                    <a:pt x="17" y="6"/>
                  </a:cubicBezTo>
                  <a:cubicBezTo>
                    <a:pt x="15" y="5"/>
                    <a:pt x="14" y="3"/>
                    <a:pt x="12" y="3"/>
                  </a:cubicBezTo>
                  <a:cubicBezTo>
                    <a:pt x="11" y="3"/>
                    <a:pt x="10" y="4"/>
                    <a:pt x="10" y="5"/>
                  </a:cubicBezTo>
                  <a:close/>
                  <a:moveTo>
                    <a:pt x="7" y="5"/>
                  </a:moveTo>
                  <a:cubicBezTo>
                    <a:pt x="9" y="3"/>
                    <a:pt x="10" y="1"/>
                    <a:pt x="12" y="1"/>
                  </a:cubicBezTo>
                  <a:cubicBezTo>
                    <a:pt x="16" y="0"/>
                    <a:pt x="20" y="5"/>
                    <a:pt x="24" y="9"/>
                  </a:cubicBezTo>
                  <a:cubicBezTo>
                    <a:pt x="25" y="10"/>
                    <a:pt x="26" y="11"/>
                    <a:pt x="27" y="12"/>
                  </a:cubicBezTo>
                  <a:cubicBezTo>
                    <a:pt x="29" y="15"/>
                    <a:pt x="33" y="17"/>
                    <a:pt x="34" y="20"/>
                  </a:cubicBezTo>
                  <a:cubicBezTo>
                    <a:pt x="34" y="21"/>
                    <a:pt x="33" y="27"/>
                    <a:pt x="31" y="27"/>
                  </a:cubicBezTo>
                  <a:cubicBezTo>
                    <a:pt x="30" y="28"/>
                    <a:pt x="27" y="27"/>
                    <a:pt x="26" y="29"/>
                  </a:cubicBezTo>
                  <a:cubicBezTo>
                    <a:pt x="26" y="29"/>
                    <a:pt x="26" y="30"/>
                    <a:pt x="26" y="30"/>
                  </a:cubicBezTo>
                  <a:cubicBezTo>
                    <a:pt x="26" y="31"/>
                    <a:pt x="23" y="34"/>
                    <a:pt x="22" y="35"/>
                  </a:cubicBezTo>
                  <a:cubicBezTo>
                    <a:pt x="21" y="35"/>
                    <a:pt x="20" y="35"/>
                    <a:pt x="20" y="35"/>
                  </a:cubicBezTo>
                  <a:cubicBezTo>
                    <a:pt x="19" y="36"/>
                    <a:pt x="20" y="37"/>
                    <a:pt x="19" y="37"/>
                  </a:cubicBezTo>
                  <a:cubicBezTo>
                    <a:pt x="19" y="37"/>
                    <a:pt x="19" y="37"/>
                    <a:pt x="19" y="37"/>
                  </a:cubicBezTo>
                  <a:cubicBezTo>
                    <a:pt x="18" y="37"/>
                    <a:pt x="17" y="37"/>
                    <a:pt x="16" y="37"/>
                  </a:cubicBezTo>
                  <a:cubicBezTo>
                    <a:pt x="16" y="37"/>
                    <a:pt x="14" y="35"/>
                    <a:pt x="14" y="35"/>
                  </a:cubicBezTo>
                  <a:cubicBezTo>
                    <a:pt x="14" y="33"/>
                    <a:pt x="12" y="31"/>
                    <a:pt x="11" y="29"/>
                  </a:cubicBezTo>
                  <a:cubicBezTo>
                    <a:pt x="10" y="28"/>
                    <a:pt x="8" y="27"/>
                    <a:pt x="8" y="27"/>
                  </a:cubicBezTo>
                  <a:cubicBezTo>
                    <a:pt x="7" y="26"/>
                    <a:pt x="6" y="25"/>
                    <a:pt x="5" y="25"/>
                  </a:cubicBezTo>
                  <a:cubicBezTo>
                    <a:pt x="5" y="24"/>
                    <a:pt x="4" y="23"/>
                    <a:pt x="3" y="23"/>
                  </a:cubicBezTo>
                  <a:cubicBezTo>
                    <a:pt x="0" y="18"/>
                    <a:pt x="1" y="17"/>
                    <a:pt x="2" y="12"/>
                  </a:cubicBezTo>
                  <a:cubicBezTo>
                    <a:pt x="2" y="11"/>
                    <a:pt x="3" y="9"/>
                    <a:pt x="4" y="8"/>
                  </a:cubicBezTo>
                  <a:cubicBezTo>
                    <a:pt x="4" y="8"/>
                    <a:pt x="4" y="8"/>
                    <a:pt x="4" y="8"/>
                  </a:cubicBezTo>
                  <a:cubicBezTo>
                    <a:pt x="4" y="7"/>
                    <a:pt x="5" y="6"/>
                    <a:pt x="5" y="5"/>
                  </a:cubicBezTo>
                  <a:cubicBezTo>
                    <a:pt x="6" y="5"/>
                    <a:pt x="7" y="5"/>
                    <a:pt x="7"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74" name="Freeform 52"/>
            <p:cNvSpPr>
              <a:spLocks noEditPoints="1"/>
            </p:cNvSpPr>
            <p:nvPr/>
          </p:nvSpPr>
          <p:spPr bwMode="auto">
            <a:xfrm>
              <a:off x="8847200" y="4611991"/>
              <a:ext cx="46038" cy="58738"/>
            </a:xfrm>
            <a:custGeom>
              <a:avLst/>
              <a:gdLst>
                <a:gd name="T0" fmla="*/ 8 w 31"/>
                <a:gd name="T1" fmla="*/ 31 h 39"/>
                <a:gd name="T2" fmla="*/ 9 w 31"/>
                <a:gd name="T3" fmla="*/ 30 h 39"/>
                <a:gd name="T4" fmla="*/ 8 w 31"/>
                <a:gd name="T5" fmla="*/ 26 h 39"/>
                <a:gd name="T6" fmla="*/ 18 w 31"/>
                <a:gd name="T7" fmla="*/ 18 h 39"/>
                <a:gd name="T8" fmla="*/ 18 w 31"/>
                <a:gd name="T9" fmla="*/ 21 h 39"/>
                <a:gd name="T10" fmla="*/ 19 w 31"/>
                <a:gd name="T11" fmla="*/ 18 h 39"/>
                <a:gd name="T12" fmla="*/ 7 w 31"/>
                <a:gd name="T13" fmla="*/ 22 h 39"/>
                <a:gd name="T14" fmla="*/ 6 w 31"/>
                <a:gd name="T15" fmla="*/ 23 h 39"/>
                <a:gd name="T16" fmla="*/ 7 w 31"/>
                <a:gd name="T17" fmla="*/ 22 h 39"/>
                <a:gd name="T18" fmla="*/ 7 w 31"/>
                <a:gd name="T19" fmla="*/ 22 h 39"/>
                <a:gd name="T20" fmla="*/ 23 w 31"/>
                <a:gd name="T21" fmla="*/ 12 h 39"/>
                <a:gd name="T22" fmla="*/ 23 w 31"/>
                <a:gd name="T23" fmla="*/ 12 h 39"/>
                <a:gd name="T24" fmla="*/ 23 w 31"/>
                <a:gd name="T25" fmla="*/ 11 h 39"/>
                <a:gd name="T26" fmla="*/ 10 w 31"/>
                <a:gd name="T27" fmla="*/ 19 h 39"/>
                <a:gd name="T28" fmla="*/ 10 w 31"/>
                <a:gd name="T29" fmla="*/ 23 h 39"/>
                <a:gd name="T30" fmla="*/ 10 w 31"/>
                <a:gd name="T31" fmla="*/ 19 h 39"/>
                <a:gd name="T32" fmla="*/ 15 w 31"/>
                <a:gd name="T33" fmla="*/ 13 h 39"/>
                <a:gd name="T34" fmla="*/ 16 w 31"/>
                <a:gd name="T35" fmla="*/ 14 h 39"/>
                <a:gd name="T36" fmla="*/ 15 w 31"/>
                <a:gd name="T37" fmla="*/ 13 h 39"/>
                <a:gd name="T38" fmla="*/ 9 w 31"/>
                <a:gd name="T39" fmla="*/ 16 h 39"/>
                <a:gd name="T40" fmla="*/ 9 w 31"/>
                <a:gd name="T41" fmla="*/ 18 h 39"/>
                <a:gd name="T42" fmla="*/ 9 w 31"/>
                <a:gd name="T43" fmla="*/ 16 h 39"/>
                <a:gd name="T44" fmla="*/ 19 w 31"/>
                <a:gd name="T45" fmla="*/ 4 h 39"/>
                <a:gd name="T46" fmla="*/ 23 w 31"/>
                <a:gd name="T47" fmla="*/ 7 h 39"/>
                <a:gd name="T48" fmla="*/ 29 w 31"/>
                <a:gd name="T49" fmla="*/ 9 h 39"/>
                <a:gd name="T50" fmla="*/ 25 w 31"/>
                <a:gd name="T51" fmla="*/ 16 h 39"/>
                <a:gd name="T52" fmla="*/ 29 w 31"/>
                <a:gd name="T53" fmla="*/ 26 h 39"/>
                <a:gd name="T54" fmla="*/ 30 w 31"/>
                <a:gd name="T55" fmla="*/ 30 h 39"/>
                <a:gd name="T56" fmla="*/ 31 w 31"/>
                <a:gd name="T57" fmla="*/ 32 h 39"/>
                <a:gd name="T58" fmla="*/ 22 w 31"/>
                <a:gd name="T59" fmla="*/ 23 h 39"/>
                <a:gd name="T60" fmla="*/ 16 w 31"/>
                <a:gd name="T61" fmla="*/ 29 h 39"/>
                <a:gd name="T62" fmla="*/ 15 w 31"/>
                <a:gd name="T63" fmla="*/ 22 h 39"/>
                <a:gd name="T64" fmla="*/ 15 w 31"/>
                <a:gd name="T65" fmla="*/ 19 h 39"/>
                <a:gd name="T66" fmla="*/ 12 w 31"/>
                <a:gd name="T67" fmla="*/ 19 h 39"/>
                <a:gd name="T68" fmla="*/ 13 w 31"/>
                <a:gd name="T69" fmla="*/ 29 h 39"/>
                <a:gd name="T70" fmla="*/ 17 w 31"/>
                <a:gd name="T71" fmla="*/ 34 h 39"/>
                <a:gd name="T72" fmla="*/ 14 w 31"/>
                <a:gd name="T73" fmla="*/ 33 h 39"/>
                <a:gd name="T74" fmla="*/ 12 w 31"/>
                <a:gd name="T75" fmla="*/ 32 h 39"/>
                <a:gd name="T76" fmla="*/ 7 w 31"/>
                <a:gd name="T77" fmla="*/ 39 h 39"/>
                <a:gd name="T78" fmla="*/ 6 w 31"/>
                <a:gd name="T79" fmla="*/ 33 h 39"/>
                <a:gd name="T80" fmla="*/ 6 w 31"/>
                <a:gd name="T81" fmla="*/ 26 h 39"/>
                <a:gd name="T82" fmla="*/ 2 w 31"/>
                <a:gd name="T83" fmla="*/ 29 h 39"/>
                <a:gd name="T84" fmla="*/ 4 w 31"/>
                <a:gd name="T85" fmla="*/ 13 h 39"/>
                <a:gd name="T86" fmla="*/ 6 w 31"/>
                <a:gd name="T87" fmla="*/ 9 h 39"/>
                <a:gd name="T88" fmla="*/ 3 w 31"/>
                <a:gd name="T89" fmla="*/ 23 h 39"/>
                <a:gd name="T90" fmla="*/ 3 w 31"/>
                <a:gd name="T91" fmla="*/ 27 h 39"/>
                <a:gd name="T92" fmla="*/ 9 w 31"/>
                <a:gd name="T93" fmla="*/ 14 h 39"/>
                <a:gd name="T94" fmla="*/ 13 w 31"/>
                <a:gd name="T95" fmla="*/ 15 h 39"/>
                <a:gd name="T96" fmla="*/ 12 w 31"/>
                <a:gd name="T97" fmla="*/ 9 h 39"/>
                <a:gd name="T98" fmla="*/ 11 w 31"/>
                <a:gd name="T99" fmla="*/ 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1" h="39">
                  <a:moveTo>
                    <a:pt x="8" y="26"/>
                  </a:moveTo>
                  <a:cubicBezTo>
                    <a:pt x="8" y="27"/>
                    <a:pt x="8" y="30"/>
                    <a:pt x="8" y="31"/>
                  </a:cubicBezTo>
                  <a:cubicBezTo>
                    <a:pt x="8" y="31"/>
                    <a:pt x="8" y="31"/>
                    <a:pt x="8" y="31"/>
                  </a:cubicBezTo>
                  <a:cubicBezTo>
                    <a:pt x="8" y="31"/>
                    <a:pt x="9" y="31"/>
                    <a:pt x="9" y="30"/>
                  </a:cubicBezTo>
                  <a:cubicBezTo>
                    <a:pt x="9" y="29"/>
                    <a:pt x="11" y="27"/>
                    <a:pt x="9" y="26"/>
                  </a:cubicBezTo>
                  <a:cubicBezTo>
                    <a:pt x="9" y="26"/>
                    <a:pt x="9" y="26"/>
                    <a:pt x="8" y="26"/>
                  </a:cubicBezTo>
                  <a:cubicBezTo>
                    <a:pt x="9" y="26"/>
                    <a:pt x="8" y="26"/>
                    <a:pt x="8" y="26"/>
                  </a:cubicBezTo>
                  <a:close/>
                  <a:moveTo>
                    <a:pt x="18" y="18"/>
                  </a:moveTo>
                  <a:cubicBezTo>
                    <a:pt x="18" y="19"/>
                    <a:pt x="17" y="20"/>
                    <a:pt x="17" y="21"/>
                  </a:cubicBezTo>
                  <a:cubicBezTo>
                    <a:pt x="17" y="21"/>
                    <a:pt x="17" y="21"/>
                    <a:pt x="18" y="21"/>
                  </a:cubicBezTo>
                  <a:cubicBezTo>
                    <a:pt x="18" y="21"/>
                    <a:pt x="18" y="21"/>
                    <a:pt x="18" y="21"/>
                  </a:cubicBezTo>
                  <a:cubicBezTo>
                    <a:pt x="19" y="21"/>
                    <a:pt x="21" y="19"/>
                    <a:pt x="19" y="18"/>
                  </a:cubicBezTo>
                  <a:cubicBezTo>
                    <a:pt x="19" y="17"/>
                    <a:pt x="19" y="17"/>
                    <a:pt x="18" y="18"/>
                  </a:cubicBezTo>
                  <a:close/>
                  <a:moveTo>
                    <a:pt x="7" y="22"/>
                  </a:moveTo>
                  <a:cubicBezTo>
                    <a:pt x="7" y="22"/>
                    <a:pt x="7" y="23"/>
                    <a:pt x="6" y="23"/>
                  </a:cubicBezTo>
                  <a:cubicBezTo>
                    <a:pt x="6" y="23"/>
                    <a:pt x="6" y="23"/>
                    <a:pt x="6" y="23"/>
                  </a:cubicBezTo>
                  <a:cubicBezTo>
                    <a:pt x="7" y="23"/>
                    <a:pt x="7" y="23"/>
                    <a:pt x="7" y="23"/>
                  </a:cubicBezTo>
                  <a:cubicBezTo>
                    <a:pt x="7" y="22"/>
                    <a:pt x="7" y="22"/>
                    <a:pt x="7" y="22"/>
                  </a:cubicBezTo>
                  <a:cubicBezTo>
                    <a:pt x="7" y="22"/>
                    <a:pt x="7" y="22"/>
                    <a:pt x="7" y="22"/>
                  </a:cubicBezTo>
                  <a:cubicBezTo>
                    <a:pt x="7" y="22"/>
                    <a:pt x="7" y="22"/>
                    <a:pt x="7" y="22"/>
                  </a:cubicBezTo>
                  <a:close/>
                  <a:moveTo>
                    <a:pt x="23" y="11"/>
                  </a:moveTo>
                  <a:cubicBezTo>
                    <a:pt x="23" y="12"/>
                    <a:pt x="23" y="12"/>
                    <a:pt x="23" y="12"/>
                  </a:cubicBezTo>
                  <a:cubicBezTo>
                    <a:pt x="23" y="12"/>
                    <a:pt x="23" y="12"/>
                    <a:pt x="23" y="12"/>
                  </a:cubicBezTo>
                  <a:cubicBezTo>
                    <a:pt x="23" y="12"/>
                    <a:pt x="23" y="12"/>
                    <a:pt x="23" y="12"/>
                  </a:cubicBezTo>
                  <a:cubicBezTo>
                    <a:pt x="23" y="12"/>
                    <a:pt x="23" y="12"/>
                    <a:pt x="23" y="11"/>
                  </a:cubicBezTo>
                  <a:cubicBezTo>
                    <a:pt x="23" y="11"/>
                    <a:pt x="23" y="11"/>
                    <a:pt x="23" y="11"/>
                  </a:cubicBezTo>
                  <a:cubicBezTo>
                    <a:pt x="23" y="11"/>
                    <a:pt x="23" y="11"/>
                    <a:pt x="23" y="11"/>
                  </a:cubicBezTo>
                  <a:close/>
                  <a:moveTo>
                    <a:pt x="10" y="19"/>
                  </a:moveTo>
                  <a:cubicBezTo>
                    <a:pt x="9" y="20"/>
                    <a:pt x="9" y="23"/>
                    <a:pt x="10" y="23"/>
                  </a:cubicBezTo>
                  <a:cubicBezTo>
                    <a:pt x="10" y="23"/>
                    <a:pt x="10" y="23"/>
                    <a:pt x="10" y="23"/>
                  </a:cubicBezTo>
                  <a:cubicBezTo>
                    <a:pt x="11" y="22"/>
                    <a:pt x="11" y="20"/>
                    <a:pt x="11" y="19"/>
                  </a:cubicBezTo>
                  <a:cubicBezTo>
                    <a:pt x="11" y="19"/>
                    <a:pt x="10" y="19"/>
                    <a:pt x="10" y="19"/>
                  </a:cubicBezTo>
                  <a:close/>
                  <a:moveTo>
                    <a:pt x="15" y="13"/>
                  </a:moveTo>
                  <a:cubicBezTo>
                    <a:pt x="15" y="13"/>
                    <a:pt x="15" y="13"/>
                    <a:pt x="15" y="13"/>
                  </a:cubicBezTo>
                  <a:cubicBezTo>
                    <a:pt x="15" y="14"/>
                    <a:pt x="15" y="14"/>
                    <a:pt x="15" y="14"/>
                  </a:cubicBezTo>
                  <a:cubicBezTo>
                    <a:pt x="16" y="14"/>
                    <a:pt x="16" y="14"/>
                    <a:pt x="16" y="14"/>
                  </a:cubicBezTo>
                  <a:cubicBezTo>
                    <a:pt x="16" y="14"/>
                    <a:pt x="16" y="13"/>
                    <a:pt x="16" y="13"/>
                  </a:cubicBezTo>
                  <a:cubicBezTo>
                    <a:pt x="16" y="13"/>
                    <a:pt x="16" y="13"/>
                    <a:pt x="15" y="13"/>
                  </a:cubicBezTo>
                  <a:cubicBezTo>
                    <a:pt x="16" y="13"/>
                    <a:pt x="16" y="13"/>
                    <a:pt x="15" y="13"/>
                  </a:cubicBezTo>
                  <a:close/>
                  <a:moveTo>
                    <a:pt x="9" y="16"/>
                  </a:moveTo>
                  <a:cubicBezTo>
                    <a:pt x="8" y="17"/>
                    <a:pt x="8" y="18"/>
                    <a:pt x="9" y="18"/>
                  </a:cubicBezTo>
                  <a:cubicBezTo>
                    <a:pt x="9" y="18"/>
                    <a:pt x="9" y="18"/>
                    <a:pt x="9" y="18"/>
                  </a:cubicBezTo>
                  <a:cubicBezTo>
                    <a:pt x="9" y="17"/>
                    <a:pt x="9" y="17"/>
                    <a:pt x="9" y="16"/>
                  </a:cubicBezTo>
                  <a:cubicBezTo>
                    <a:pt x="9" y="15"/>
                    <a:pt x="9" y="16"/>
                    <a:pt x="9" y="16"/>
                  </a:cubicBezTo>
                  <a:close/>
                  <a:moveTo>
                    <a:pt x="11" y="1"/>
                  </a:moveTo>
                  <a:cubicBezTo>
                    <a:pt x="13" y="0"/>
                    <a:pt x="17" y="2"/>
                    <a:pt x="19" y="4"/>
                  </a:cubicBezTo>
                  <a:cubicBezTo>
                    <a:pt x="19" y="5"/>
                    <a:pt x="19" y="6"/>
                    <a:pt x="20" y="6"/>
                  </a:cubicBezTo>
                  <a:cubicBezTo>
                    <a:pt x="21" y="7"/>
                    <a:pt x="22" y="7"/>
                    <a:pt x="23" y="7"/>
                  </a:cubicBezTo>
                  <a:cubicBezTo>
                    <a:pt x="24" y="8"/>
                    <a:pt x="25" y="9"/>
                    <a:pt x="25" y="9"/>
                  </a:cubicBezTo>
                  <a:cubicBezTo>
                    <a:pt x="27" y="9"/>
                    <a:pt x="28" y="9"/>
                    <a:pt x="29" y="9"/>
                  </a:cubicBezTo>
                  <a:cubicBezTo>
                    <a:pt x="29" y="9"/>
                    <a:pt x="29" y="9"/>
                    <a:pt x="29" y="10"/>
                  </a:cubicBezTo>
                  <a:cubicBezTo>
                    <a:pt x="28" y="12"/>
                    <a:pt x="25" y="14"/>
                    <a:pt x="25" y="16"/>
                  </a:cubicBezTo>
                  <a:cubicBezTo>
                    <a:pt x="25" y="18"/>
                    <a:pt x="27" y="19"/>
                    <a:pt x="27" y="21"/>
                  </a:cubicBezTo>
                  <a:cubicBezTo>
                    <a:pt x="28" y="23"/>
                    <a:pt x="29" y="24"/>
                    <a:pt x="29" y="26"/>
                  </a:cubicBezTo>
                  <a:cubicBezTo>
                    <a:pt x="29" y="26"/>
                    <a:pt x="29" y="27"/>
                    <a:pt x="30" y="27"/>
                  </a:cubicBezTo>
                  <a:cubicBezTo>
                    <a:pt x="30" y="28"/>
                    <a:pt x="30" y="29"/>
                    <a:pt x="30" y="30"/>
                  </a:cubicBezTo>
                  <a:cubicBezTo>
                    <a:pt x="30" y="31"/>
                    <a:pt x="31" y="31"/>
                    <a:pt x="31" y="32"/>
                  </a:cubicBezTo>
                  <a:cubicBezTo>
                    <a:pt x="31" y="32"/>
                    <a:pt x="31" y="32"/>
                    <a:pt x="31" y="32"/>
                  </a:cubicBezTo>
                  <a:cubicBezTo>
                    <a:pt x="29" y="31"/>
                    <a:pt x="27" y="30"/>
                    <a:pt x="25" y="28"/>
                  </a:cubicBezTo>
                  <a:cubicBezTo>
                    <a:pt x="24" y="26"/>
                    <a:pt x="23" y="24"/>
                    <a:pt x="22" y="23"/>
                  </a:cubicBezTo>
                  <a:cubicBezTo>
                    <a:pt x="22" y="23"/>
                    <a:pt x="22" y="23"/>
                    <a:pt x="22" y="23"/>
                  </a:cubicBezTo>
                  <a:cubicBezTo>
                    <a:pt x="20" y="25"/>
                    <a:pt x="19" y="27"/>
                    <a:pt x="16" y="29"/>
                  </a:cubicBezTo>
                  <a:cubicBezTo>
                    <a:pt x="15" y="28"/>
                    <a:pt x="13" y="26"/>
                    <a:pt x="14" y="25"/>
                  </a:cubicBezTo>
                  <a:cubicBezTo>
                    <a:pt x="14" y="24"/>
                    <a:pt x="15" y="23"/>
                    <a:pt x="15" y="22"/>
                  </a:cubicBezTo>
                  <a:cubicBezTo>
                    <a:pt x="15" y="22"/>
                    <a:pt x="14" y="21"/>
                    <a:pt x="14" y="21"/>
                  </a:cubicBezTo>
                  <a:cubicBezTo>
                    <a:pt x="14" y="20"/>
                    <a:pt x="14" y="19"/>
                    <a:pt x="15" y="19"/>
                  </a:cubicBezTo>
                  <a:cubicBezTo>
                    <a:pt x="15" y="18"/>
                    <a:pt x="14" y="15"/>
                    <a:pt x="13" y="16"/>
                  </a:cubicBezTo>
                  <a:cubicBezTo>
                    <a:pt x="12" y="16"/>
                    <a:pt x="12" y="18"/>
                    <a:pt x="12" y="19"/>
                  </a:cubicBezTo>
                  <a:cubicBezTo>
                    <a:pt x="12" y="20"/>
                    <a:pt x="13" y="21"/>
                    <a:pt x="13" y="23"/>
                  </a:cubicBezTo>
                  <a:cubicBezTo>
                    <a:pt x="13" y="25"/>
                    <a:pt x="11" y="26"/>
                    <a:pt x="13" y="29"/>
                  </a:cubicBezTo>
                  <a:cubicBezTo>
                    <a:pt x="14" y="31"/>
                    <a:pt x="17" y="33"/>
                    <a:pt x="17" y="34"/>
                  </a:cubicBezTo>
                  <a:cubicBezTo>
                    <a:pt x="17" y="34"/>
                    <a:pt x="17" y="34"/>
                    <a:pt x="17" y="34"/>
                  </a:cubicBezTo>
                  <a:cubicBezTo>
                    <a:pt x="17" y="35"/>
                    <a:pt x="17" y="35"/>
                    <a:pt x="17" y="35"/>
                  </a:cubicBezTo>
                  <a:cubicBezTo>
                    <a:pt x="16" y="34"/>
                    <a:pt x="15" y="34"/>
                    <a:pt x="14" y="33"/>
                  </a:cubicBezTo>
                  <a:cubicBezTo>
                    <a:pt x="13" y="33"/>
                    <a:pt x="13" y="32"/>
                    <a:pt x="12" y="32"/>
                  </a:cubicBezTo>
                  <a:cubicBezTo>
                    <a:pt x="12" y="32"/>
                    <a:pt x="12" y="32"/>
                    <a:pt x="12" y="32"/>
                  </a:cubicBezTo>
                  <a:cubicBezTo>
                    <a:pt x="11" y="34"/>
                    <a:pt x="11" y="37"/>
                    <a:pt x="8" y="39"/>
                  </a:cubicBezTo>
                  <a:cubicBezTo>
                    <a:pt x="7" y="39"/>
                    <a:pt x="7" y="39"/>
                    <a:pt x="7" y="39"/>
                  </a:cubicBezTo>
                  <a:cubicBezTo>
                    <a:pt x="7" y="38"/>
                    <a:pt x="5" y="36"/>
                    <a:pt x="5" y="35"/>
                  </a:cubicBezTo>
                  <a:cubicBezTo>
                    <a:pt x="5" y="34"/>
                    <a:pt x="5" y="33"/>
                    <a:pt x="6" y="33"/>
                  </a:cubicBezTo>
                  <a:cubicBezTo>
                    <a:pt x="6" y="31"/>
                    <a:pt x="6" y="28"/>
                    <a:pt x="6" y="26"/>
                  </a:cubicBezTo>
                  <a:cubicBezTo>
                    <a:pt x="6" y="26"/>
                    <a:pt x="6" y="26"/>
                    <a:pt x="6" y="26"/>
                  </a:cubicBezTo>
                  <a:cubicBezTo>
                    <a:pt x="6" y="26"/>
                    <a:pt x="6" y="26"/>
                    <a:pt x="6" y="26"/>
                  </a:cubicBezTo>
                  <a:cubicBezTo>
                    <a:pt x="5" y="27"/>
                    <a:pt x="3" y="29"/>
                    <a:pt x="2" y="29"/>
                  </a:cubicBezTo>
                  <a:cubicBezTo>
                    <a:pt x="0" y="27"/>
                    <a:pt x="2" y="23"/>
                    <a:pt x="3" y="21"/>
                  </a:cubicBezTo>
                  <a:cubicBezTo>
                    <a:pt x="3" y="19"/>
                    <a:pt x="4" y="14"/>
                    <a:pt x="4" y="13"/>
                  </a:cubicBezTo>
                  <a:cubicBezTo>
                    <a:pt x="3" y="12"/>
                    <a:pt x="3" y="11"/>
                    <a:pt x="3" y="11"/>
                  </a:cubicBezTo>
                  <a:cubicBezTo>
                    <a:pt x="3" y="9"/>
                    <a:pt x="5" y="9"/>
                    <a:pt x="6" y="9"/>
                  </a:cubicBezTo>
                  <a:cubicBezTo>
                    <a:pt x="7" y="11"/>
                    <a:pt x="6" y="12"/>
                    <a:pt x="6" y="14"/>
                  </a:cubicBezTo>
                  <a:cubicBezTo>
                    <a:pt x="5" y="17"/>
                    <a:pt x="4" y="21"/>
                    <a:pt x="3" y="23"/>
                  </a:cubicBezTo>
                  <a:cubicBezTo>
                    <a:pt x="3" y="24"/>
                    <a:pt x="3" y="25"/>
                    <a:pt x="3" y="26"/>
                  </a:cubicBezTo>
                  <a:cubicBezTo>
                    <a:pt x="3" y="26"/>
                    <a:pt x="3" y="26"/>
                    <a:pt x="3" y="27"/>
                  </a:cubicBezTo>
                  <a:cubicBezTo>
                    <a:pt x="3" y="26"/>
                    <a:pt x="8" y="22"/>
                    <a:pt x="8" y="22"/>
                  </a:cubicBezTo>
                  <a:cubicBezTo>
                    <a:pt x="9" y="20"/>
                    <a:pt x="5" y="15"/>
                    <a:pt x="9" y="14"/>
                  </a:cubicBezTo>
                  <a:cubicBezTo>
                    <a:pt x="10" y="15"/>
                    <a:pt x="12" y="15"/>
                    <a:pt x="13" y="15"/>
                  </a:cubicBezTo>
                  <a:cubicBezTo>
                    <a:pt x="13" y="15"/>
                    <a:pt x="13" y="15"/>
                    <a:pt x="13" y="15"/>
                  </a:cubicBezTo>
                  <a:cubicBezTo>
                    <a:pt x="13" y="13"/>
                    <a:pt x="13" y="13"/>
                    <a:pt x="11" y="12"/>
                  </a:cubicBezTo>
                  <a:cubicBezTo>
                    <a:pt x="11" y="11"/>
                    <a:pt x="11" y="10"/>
                    <a:pt x="12" y="9"/>
                  </a:cubicBezTo>
                  <a:cubicBezTo>
                    <a:pt x="13" y="10"/>
                    <a:pt x="14" y="10"/>
                    <a:pt x="15" y="10"/>
                  </a:cubicBezTo>
                  <a:cubicBezTo>
                    <a:pt x="15" y="7"/>
                    <a:pt x="11" y="3"/>
                    <a:pt x="1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空白">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空白-深色">
    <p:bg>
      <p:bgPr>
        <a:solidFill>
          <a:schemeClr val="accent1"/>
        </a:solidFill>
        <a:effectLst/>
      </p:bgPr>
    </p:bg>
    <p:spTree>
      <p:nvGrpSpPr>
        <p:cNvPr id="1" name=""/>
        <p:cNvGrpSpPr/>
        <p:nvPr/>
      </p:nvGrpSpPr>
      <p:grpSpPr>
        <a:xfrm>
          <a:off x="0" y="0"/>
          <a:ext cx="0" cy="0"/>
          <a:chOff x="0" y="0"/>
          <a:chExt cx="0" cy="0"/>
        </a:xfrm>
      </p:grpSpPr>
      <p:sp>
        <p:nvSpPr>
          <p:cNvPr id="4" name="任意多边形 3"/>
          <p:cNvSpPr/>
          <p:nvPr/>
        </p:nvSpPr>
        <p:spPr>
          <a:xfrm>
            <a:off x="1" y="-3176"/>
            <a:ext cx="9143999" cy="6861175"/>
          </a:xfrm>
          <a:custGeom>
            <a:avLst/>
            <a:gdLst>
              <a:gd name="connsiteX0" fmla="*/ 0 w 9116459"/>
              <a:gd name="connsiteY0" fmla="*/ 0 h 6861175"/>
              <a:gd name="connsiteX1" fmla="*/ 9116459 w 9116459"/>
              <a:gd name="connsiteY1" fmla="*/ 0 h 6861175"/>
              <a:gd name="connsiteX2" fmla="*/ 9116459 w 9116459"/>
              <a:gd name="connsiteY2" fmla="*/ 6861175 h 6861175"/>
              <a:gd name="connsiteX3" fmla="*/ 0 w 9116459"/>
              <a:gd name="connsiteY3" fmla="*/ 6861175 h 6861175"/>
            </a:gdLst>
            <a:ahLst/>
            <a:cxnLst>
              <a:cxn ang="0">
                <a:pos x="connsiteX0" y="connsiteY0"/>
              </a:cxn>
              <a:cxn ang="0">
                <a:pos x="connsiteX1" y="connsiteY1"/>
              </a:cxn>
              <a:cxn ang="0">
                <a:pos x="connsiteX2" y="connsiteY2"/>
              </a:cxn>
              <a:cxn ang="0">
                <a:pos x="connsiteX3" y="connsiteY3"/>
              </a:cxn>
            </a:cxnLst>
            <a:rect l="l" t="t" r="r" b="b"/>
            <a:pathLst>
              <a:path w="9116459" h="6861175">
                <a:moveTo>
                  <a:pt x="0" y="0"/>
                </a:moveTo>
                <a:lnTo>
                  <a:pt x="9116459" y="0"/>
                </a:lnTo>
                <a:lnTo>
                  <a:pt x="9116459" y="6861175"/>
                </a:lnTo>
                <a:lnTo>
                  <a:pt x="0" y="6861175"/>
                </a:lnTo>
                <a:close/>
              </a:path>
            </a:pathLst>
          </a:custGeom>
          <a:blipFill dpi="0" rotWithShape="1">
            <a:blip r:embed="rId2">
              <a:alphaModFix amt="1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350"/>
          </a:p>
        </p:txBody>
      </p:sp>
      <p:sp>
        <p:nvSpPr>
          <p:cNvPr id="3" name="内容占位符 2"/>
          <p:cNvSpPr>
            <a:spLocks noGrp="1"/>
          </p:cNvSpPr>
          <p:nvPr>
            <p:ph idx="1" hasCustomPrompt="1"/>
          </p:nvPr>
        </p:nvSpPr>
        <p:spPr>
          <a:xfrm>
            <a:off x="544067" y="781579"/>
            <a:ext cx="8055866" cy="5291666"/>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自定义版式">
    <p:bg>
      <p:bgPr>
        <a:solidFill>
          <a:schemeClr val="accent1"/>
        </a:solidFill>
        <a:effectLst/>
      </p:bgPr>
    </p:bg>
    <p:spTree>
      <p:nvGrpSpPr>
        <p:cNvPr id="1" name=""/>
        <p:cNvGrpSpPr/>
        <p:nvPr/>
      </p:nvGrpSpPr>
      <p:grpSpPr>
        <a:xfrm>
          <a:off x="0" y="0"/>
          <a:ext cx="0" cy="0"/>
          <a:chOff x="0" y="0"/>
          <a:chExt cx="0" cy="0"/>
        </a:xfrm>
      </p:grpSpPr>
      <p:sp>
        <p:nvSpPr>
          <p:cNvPr id="60" name="任意多边形 59"/>
          <p:cNvSpPr/>
          <p:nvPr/>
        </p:nvSpPr>
        <p:spPr>
          <a:xfrm>
            <a:off x="1" y="-3176"/>
            <a:ext cx="9143999" cy="6861175"/>
          </a:xfrm>
          <a:custGeom>
            <a:avLst/>
            <a:gdLst>
              <a:gd name="connsiteX0" fmla="*/ 0 w 9116459"/>
              <a:gd name="connsiteY0" fmla="*/ 0 h 6861175"/>
              <a:gd name="connsiteX1" fmla="*/ 9116459 w 9116459"/>
              <a:gd name="connsiteY1" fmla="*/ 0 h 6861175"/>
              <a:gd name="connsiteX2" fmla="*/ 9116459 w 9116459"/>
              <a:gd name="connsiteY2" fmla="*/ 6861175 h 6861175"/>
              <a:gd name="connsiteX3" fmla="*/ 0 w 9116459"/>
              <a:gd name="connsiteY3" fmla="*/ 6861175 h 6861175"/>
            </a:gdLst>
            <a:ahLst/>
            <a:cxnLst>
              <a:cxn ang="0">
                <a:pos x="connsiteX0" y="connsiteY0"/>
              </a:cxn>
              <a:cxn ang="0">
                <a:pos x="connsiteX1" y="connsiteY1"/>
              </a:cxn>
              <a:cxn ang="0">
                <a:pos x="connsiteX2" y="connsiteY2"/>
              </a:cxn>
              <a:cxn ang="0">
                <a:pos x="connsiteX3" y="connsiteY3"/>
              </a:cxn>
            </a:cxnLst>
            <a:rect l="l" t="t" r="r" b="b"/>
            <a:pathLst>
              <a:path w="9116459" h="6861175">
                <a:moveTo>
                  <a:pt x="0" y="0"/>
                </a:moveTo>
                <a:lnTo>
                  <a:pt x="9116459" y="0"/>
                </a:lnTo>
                <a:lnTo>
                  <a:pt x="9116459" y="6861175"/>
                </a:lnTo>
                <a:lnTo>
                  <a:pt x="0" y="6861175"/>
                </a:lnTo>
                <a:close/>
              </a:path>
            </a:pathLst>
          </a:custGeom>
          <a:blipFill dpi="0" rotWithShape="1">
            <a:blip r:embed="rId2">
              <a:alphaModFix amt="1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350"/>
          </a:p>
        </p:txBody>
      </p:sp>
      <p:sp>
        <p:nvSpPr>
          <p:cNvPr id="37" name="任意多边形 36"/>
          <p:cNvSpPr/>
          <p:nvPr/>
        </p:nvSpPr>
        <p:spPr>
          <a:xfrm>
            <a:off x="0" y="-3175"/>
            <a:ext cx="6430934" cy="6861175"/>
          </a:xfrm>
          <a:custGeom>
            <a:avLst/>
            <a:gdLst>
              <a:gd name="connsiteX0" fmla="*/ 63979 w 8574578"/>
              <a:gd name="connsiteY0" fmla="*/ 0 h 6861175"/>
              <a:gd name="connsiteX1" fmla="*/ 8574578 w 8574578"/>
              <a:gd name="connsiteY1" fmla="*/ 0 h 6861175"/>
              <a:gd name="connsiteX2" fmla="*/ 7852508 w 8574578"/>
              <a:gd name="connsiteY2" fmla="*/ 6861175 h 6861175"/>
              <a:gd name="connsiteX3" fmla="*/ 0 w 8574578"/>
              <a:gd name="connsiteY3" fmla="*/ 6861175 h 6861175"/>
              <a:gd name="connsiteX4" fmla="*/ 0 w 8574578"/>
              <a:gd name="connsiteY4" fmla="*/ 607935 h 6861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4578" h="6861175">
                <a:moveTo>
                  <a:pt x="63979" y="0"/>
                </a:moveTo>
                <a:lnTo>
                  <a:pt x="8574578" y="0"/>
                </a:lnTo>
                <a:lnTo>
                  <a:pt x="7852508" y="6861175"/>
                </a:lnTo>
                <a:lnTo>
                  <a:pt x="0" y="6861175"/>
                </a:lnTo>
                <a:lnTo>
                  <a:pt x="0" y="607935"/>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p>
        </p:txBody>
      </p:sp>
      <p:sp>
        <p:nvSpPr>
          <p:cNvPr id="35" name="任意多边形 34"/>
          <p:cNvSpPr/>
          <p:nvPr/>
        </p:nvSpPr>
        <p:spPr>
          <a:xfrm>
            <a:off x="0" y="-3175"/>
            <a:ext cx="6272992" cy="6861175"/>
          </a:xfrm>
          <a:custGeom>
            <a:avLst/>
            <a:gdLst>
              <a:gd name="connsiteX0" fmla="*/ 0 w 8363989"/>
              <a:gd name="connsiteY0" fmla="*/ 0 h 6861175"/>
              <a:gd name="connsiteX1" fmla="*/ 8363989 w 8363989"/>
              <a:gd name="connsiteY1" fmla="*/ 0 h 6861175"/>
              <a:gd name="connsiteX2" fmla="*/ 7641919 w 8363989"/>
              <a:gd name="connsiteY2" fmla="*/ 6861175 h 6861175"/>
              <a:gd name="connsiteX3" fmla="*/ 0 w 8363989"/>
              <a:gd name="connsiteY3" fmla="*/ 6861175 h 6861175"/>
            </a:gdLst>
            <a:ahLst/>
            <a:cxnLst>
              <a:cxn ang="0">
                <a:pos x="connsiteX0" y="connsiteY0"/>
              </a:cxn>
              <a:cxn ang="0">
                <a:pos x="connsiteX1" y="connsiteY1"/>
              </a:cxn>
              <a:cxn ang="0">
                <a:pos x="connsiteX2" y="connsiteY2"/>
              </a:cxn>
              <a:cxn ang="0">
                <a:pos x="connsiteX3" y="connsiteY3"/>
              </a:cxn>
            </a:cxnLst>
            <a:rect l="l" t="t" r="r" b="b"/>
            <a:pathLst>
              <a:path w="8363989" h="6861175">
                <a:moveTo>
                  <a:pt x="0" y="0"/>
                </a:moveTo>
                <a:lnTo>
                  <a:pt x="8363989" y="0"/>
                </a:lnTo>
                <a:lnTo>
                  <a:pt x="7641919" y="6861175"/>
                </a:lnTo>
                <a:lnTo>
                  <a:pt x="0" y="686117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p>
        </p:txBody>
      </p:sp>
      <p:sp>
        <p:nvSpPr>
          <p:cNvPr id="5" name="标题 4"/>
          <p:cNvSpPr>
            <a:spLocks noGrp="1"/>
          </p:cNvSpPr>
          <p:nvPr>
            <p:ph type="title" hasCustomPrompt="1"/>
          </p:nvPr>
        </p:nvSpPr>
        <p:spPr>
          <a:xfrm>
            <a:off x="685801" y="2032000"/>
            <a:ext cx="5016500" cy="1360489"/>
          </a:xfrm>
        </p:spPr>
        <p:txBody>
          <a:bodyPr anchor="b">
            <a:normAutofit/>
          </a:bodyPr>
          <a:lstStyle>
            <a:lvl1pPr>
              <a:defRPr sz="6600" b="1"/>
            </a:lvl1pPr>
          </a:lstStyle>
          <a:p>
            <a:r>
              <a:rPr lang="zh-CN" altLang="en-US" dirty="0"/>
              <a:t>结束语</a:t>
            </a:r>
            <a:endParaRPr lang="zh-CN" altLang="en-US" dirty="0"/>
          </a:p>
        </p:txBody>
      </p:sp>
      <p:sp>
        <p:nvSpPr>
          <p:cNvPr id="6" name="副标题 2"/>
          <p:cNvSpPr>
            <a:spLocks noGrp="1"/>
          </p:cNvSpPr>
          <p:nvPr>
            <p:ph type="subTitle" idx="1" hasCustomPrompt="1"/>
          </p:nvPr>
        </p:nvSpPr>
        <p:spPr>
          <a:xfrm>
            <a:off x="685801" y="3427411"/>
            <a:ext cx="5016500" cy="1422399"/>
          </a:xfrm>
        </p:spPr>
        <p:txBody>
          <a:bodyPr>
            <a:normAutofit/>
          </a:bodyPr>
          <a:lstStyle>
            <a:lvl1pPr marL="0" indent="0" algn="l">
              <a:buNone/>
              <a:defRPr sz="2400">
                <a:solidFill>
                  <a:schemeClr val="tx2"/>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a:t>单击以编辑副标题</a:t>
            </a:r>
            <a:endParaRPr lang="zh-CN" altLang="en-US" dirty="0"/>
          </a:p>
        </p:txBody>
      </p:sp>
      <p:grpSp>
        <p:nvGrpSpPr>
          <p:cNvPr id="33" name="组合 32"/>
          <p:cNvGrpSpPr>
            <a:grpSpLocks noChangeAspect="1"/>
          </p:cNvGrpSpPr>
          <p:nvPr/>
        </p:nvGrpSpPr>
        <p:grpSpPr>
          <a:xfrm>
            <a:off x="6772453" y="6234193"/>
            <a:ext cx="2014188" cy="340029"/>
            <a:chOff x="8729725" y="4570716"/>
            <a:chExt cx="2830513" cy="477838"/>
          </a:xfrm>
          <a:solidFill>
            <a:schemeClr val="bg2">
              <a:alpha val="50000"/>
            </a:schemeClr>
          </a:solidFill>
        </p:grpSpPr>
        <p:sp>
          <p:nvSpPr>
            <p:cNvPr id="34" name="Freeform 34"/>
            <p:cNvSpPr>
              <a:spLocks noEditPoints="1"/>
            </p:cNvSpPr>
            <p:nvPr/>
          </p:nvSpPr>
          <p:spPr bwMode="auto">
            <a:xfrm>
              <a:off x="9304400" y="4945366"/>
              <a:ext cx="1363663" cy="101600"/>
            </a:xfrm>
            <a:custGeom>
              <a:avLst/>
              <a:gdLst>
                <a:gd name="T0" fmla="*/ 15 w 915"/>
                <a:gd name="T1" fmla="*/ 51 h 68"/>
                <a:gd name="T2" fmla="*/ 14 w 915"/>
                <a:gd name="T3" fmla="*/ 11 h 68"/>
                <a:gd name="T4" fmla="*/ 35 w 915"/>
                <a:gd name="T5" fmla="*/ 4 h 68"/>
                <a:gd name="T6" fmla="*/ 77 w 915"/>
                <a:gd name="T7" fmla="*/ 51 h 68"/>
                <a:gd name="T8" fmla="*/ 74 w 915"/>
                <a:gd name="T9" fmla="*/ 51 h 68"/>
                <a:gd name="T10" fmla="*/ 57 w 915"/>
                <a:gd name="T11" fmla="*/ 21 h 68"/>
                <a:gd name="T12" fmla="*/ 108 w 915"/>
                <a:gd name="T13" fmla="*/ 0 h 68"/>
                <a:gd name="T14" fmla="*/ 104 w 915"/>
                <a:gd name="T15" fmla="*/ 32 h 68"/>
                <a:gd name="T16" fmla="*/ 134 w 915"/>
                <a:gd name="T17" fmla="*/ 21 h 68"/>
                <a:gd name="T18" fmla="*/ 155 w 915"/>
                <a:gd name="T19" fmla="*/ 21 h 68"/>
                <a:gd name="T20" fmla="*/ 187 w 915"/>
                <a:gd name="T21" fmla="*/ 46 h 68"/>
                <a:gd name="T22" fmla="*/ 169 w 915"/>
                <a:gd name="T23" fmla="*/ 29 h 68"/>
                <a:gd name="T24" fmla="*/ 221 w 915"/>
                <a:gd name="T25" fmla="*/ 24 h 68"/>
                <a:gd name="T26" fmla="*/ 198 w 915"/>
                <a:gd name="T27" fmla="*/ 52 h 68"/>
                <a:gd name="T28" fmla="*/ 209 w 915"/>
                <a:gd name="T29" fmla="*/ 18 h 68"/>
                <a:gd name="T30" fmla="*/ 247 w 915"/>
                <a:gd name="T31" fmla="*/ 51 h 68"/>
                <a:gd name="T32" fmla="*/ 244 w 915"/>
                <a:gd name="T33" fmla="*/ 42 h 68"/>
                <a:gd name="T34" fmla="*/ 271 w 915"/>
                <a:gd name="T35" fmla="*/ 1 h 68"/>
                <a:gd name="T36" fmla="*/ 276 w 915"/>
                <a:gd name="T37" fmla="*/ 51 h 68"/>
                <a:gd name="T38" fmla="*/ 259 w 915"/>
                <a:gd name="T39" fmla="*/ 22 h 68"/>
                <a:gd name="T40" fmla="*/ 301 w 915"/>
                <a:gd name="T41" fmla="*/ 46 h 68"/>
                <a:gd name="T42" fmla="*/ 292 w 915"/>
                <a:gd name="T43" fmla="*/ 7 h 68"/>
                <a:gd name="T44" fmla="*/ 333 w 915"/>
                <a:gd name="T45" fmla="*/ 20 h 68"/>
                <a:gd name="T46" fmla="*/ 309 w 915"/>
                <a:gd name="T47" fmla="*/ 67 h 68"/>
                <a:gd name="T48" fmla="*/ 305 w 915"/>
                <a:gd name="T49" fmla="*/ 19 h 68"/>
                <a:gd name="T50" fmla="*/ 379 w 915"/>
                <a:gd name="T51" fmla="*/ 18 h 68"/>
                <a:gd name="T52" fmla="*/ 415 w 915"/>
                <a:gd name="T53" fmla="*/ 44 h 68"/>
                <a:gd name="T54" fmla="*/ 403 w 915"/>
                <a:gd name="T55" fmla="*/ 21 h 68"/>
                <a:gd name="T56" fmla="*/ 425 w 915"/>
                <a:gd name="T57" fmla="*/ 5 h 68"/>
                <a:gd name="T58" fmla="*/ 475 w 915"/>
                <a:gd name="T59" fmla="*/ 19 h 68"/>
                <a:gd name="T60" fmla="*/ 465 w 915"/>
                <a:gd name="T61" fmla="*/ 54 h 68"/>
                <a:gd name="T62" fmla="*/ 471 w 915"/>
                <a:gd name="T63" fmla="*/ 48 h 68"/>
                <a:gd name="T64" fmla="*/ 474 w 915"/>
                <a:gd name="T65" fmla="*/ 4 h 68"/>
                <a:gd name="T66" fmla="*/ 516 w 915"/>
                <a:gd name="T67" fmla="*/ 28 h 68"/>
                <a:gd name="T68" fmla="*/ 517 w 915"/>
                <a:gd name="T69" fmla="*/ 40 h 68"/>
                <a:gd name="T70" fmla="*/ 537 w 915"/>
                <a:gd name="T71" fmla="*/ 49 h 68"/>
                <a:gd name="T72" fmla="*/ 528 w 915"/>
                <a:gd name="T73" fmla="*/ 23 h 68"/>
                <a:gd name="T74" fmla="*/ 565 w 915"/>
                <a:gd name="T75" fmla="*/ 53 h 68"/>
                <a:gd name="T76" fmla="*/ 563 w 915"/>
                <a:gd name="T77" fmla="*/ 21 h 68"/>
                <a:gd name="T78" fmla="*/ 620 w 915"/>
                <a:gd name="T79" fmla="*/ 52 h 68"/>
                <a:gd name="T80" fmla="*/ 596 w 915"/>
                <a:gd name="T81" fmla="*/ 49 h 68"/>
                <a:gd name="T82" fmla="*/ 587 w 915"/>
                <a:gd name="T83" fmla="*/ 22 h 68"/>
                <a:gd name="T84" fmla="*/ 642 w 915"/>
                <a:gd name="T85" fmla="*/ 17 h 68"/>
                <a:gd name="T86" fmla="*/ 643 w 915"/>
                <a:gd name="T87" fmla="*/ 48 h 68"/>
                <a:gd name="T88" fmla="*/ 667 w 915"/>
                <a:gd name="T89" fmla="*/ 49 h 68"/>
                <a:gd name="T90" fmla="*/ 671 w 915"/>
                <a:gd name="T91" fmla="*/ 23 h 68"/>
                <a:gd name="T92" fmla="*/ 726 w 915"/>
                <a:gd name="T93" fmla="*/ 20 h 68"/>
                <a:gd name="T94" fmla="*/ 739 w 915"/>
                <a:gd name="T95" fmla="*/ 29 h 68"/>
                <a:gd name="T96" fmla="*/ 731 w 915"/>
                <a:gd name="T97" fmla="*/ 33 h 68"/>
                <a:gd name="T98" fmla="*/ 778 w 915"/>
                <a:gd name="T99" fmla="*/ 45 h 68"/>
                <a:gd name="T100" fmla="*/ 771 w 915"/>
                <a:gd name="T101" fmla="*/ 24 h 68"/>
                <a:gd name="T102" fmla="*/ 753 w 915"/>
                <a:gd name="T103" fmla="*/ 45 h 68"/>
                <a:gd name="T104" fmla="*/ 803 w 915"/>
                <a:gd name="T105" fmla="*/ 54 h 68"/>
                <a:gd name="T106" fmla="*/ 816 w 915"/>
                <a:gd name="T107" fmla="*/ 0 h 68"/>
                <a:gd name="T108" fmla="*/ 812 w 915"/>
                <a:gd name="T109" fmla="*/ 29 h 68"/>
                <a:gd name="T110" fmla="*/ 881 w 915"/>
                <a:gd name="T111" fmla="*/ 10 h 68"/>
                <a:gd name="T112" fmla="*/ 859 w 915"/>
                <a:gd name="T113" fmla="*/ 49 h 68"/>
                <a:gd name="T114" fmla="*/ 903 w 915"/>
                <a:gd name="T115" fmla="*/ 48 h 68"/>
                <a:gd name="T116" fmla="*/ 891 w 915"/>
                <a:gd name="T117" fmla="*/ 31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915" h="68">
                  <a:moveTo>
                    <a:pt x="35" y="4"/>
                  </a:moveTo>
                  <a:cubicBezTo>
                    <a:pt x="35" y="3"/>
                    <a:pt x="35" y="3"/>
                    <a:pt x="35" y="3"/>
                  </a:cubicBezTo>
                  <a:cubicBezTo>
                    <a:pt x="53" y="3"/>
                    <a:pt x="53" y="3"/>
                    <a:pt x="53" y="3"/>
                  </a:cubicBezTo>
                  <a:cubicBezTo>
                    <a:pt x="53" y="4"/>
                    <a:pt x="53" y="4"/>
                    <a:pt x="53" y="4"/>
                  </a:cubicBezTo>
                  <a:cubicBezTo>
                    <a:pt x="51" y="4"/>
                    <a:pt x="51" y="4"/>
                    <a:pt x="51" y="4"/>
                  </a:cubicBezTo>
                  <a:cubicBezTo>
                    <a:pt x="49" y="4"/>
                    <a:pt x="47" y="5"/>
                    <a:pt x="46" y="6"/>
                  </a:cubicBezTo>
                  <a:cubicBezTo>
                    <a:pt x="46" y="7"/>
                    <a:pt x="45" y="9"/>
                    <a:pt x="45" y="11"/>
                  </a:cubicBezTo>
                  <a:cubicBezTo>
                    <a:pt x="45" y="32"/>
                    <a:pt x="45" y="32"/>
                    <a:pt x="45" y="32"/>
                  </a:cubicBezTo>
                  <a:cubicBezTo>
                    <a:pt x="45" y="37"/>
                    <a:pt x="45" y="41"/>
                    <a:pt x="44" y="43"/>
                  </a:cubicBezTo>
                  <a:cubicBezTo>
                    <a:pt x="43" y="46"/>
                    <a:pt x="41" y="49"/>
                    <a:pt x="38" y="51"/>
                  </a:cubicBezTo>
                  <a:cubicBezTo>
                    <a:pt x="35" y="53"/>
                    <a:pt x="31" y="53"/>
                    <a:pt x="27" y="53"/>
                  </a:cubicBezTo>
                  <a:cubicBezTo>
                    <a:pt x="21" y="53"/>
                    <a:pt x="17" y="53"/>
                    <a:pt x="15" y="51"/>
                  </a:cubicBezTo>
                  <a:cubicBezTo>
                    <a:pt x="12" y="49"/>
                    <a:pt x="10" y="46"/>
                    <a:pt x="9" y="43"/>
                  </a:cubicBezTo>
                  <a:cubicBezTo>
                    <a:pt x="8" y="41"/>
                    <a:pt x="7" y="37"/>
                    <a:pt x="7" y="31"/>
                  </a:cubicBezTo>
                  <a:cubicBezTo>
                    <a:pt x="7" y="11"/>
                    <a:pt x="7" y="11"/>
                    <a:pt x="7" y="11"/>
                  </a:cubicBezTo>
                  <a:cubicBezTo>
                    <a:pt x="7" y="8"/>
                    <a:pt x="7" y="6"/>
                    <a:pt x="6" y="5"/>
                  </a:cubicBezTo>
                  <a:cubicBezTo>
                    <a:pt x="5" y="4"/>
                    <a:pt x="4" y="3"/>
                    <a:pt x="2" y="3"/>
                  </a:cubicBezTo>
                  <a:cubicBezTo>
                    <a:pt x="0" y="3"/>
                    <a:pt x="0" y="3"/>
                    <a:pt x="0" y="3"/>
                  </a:cubicBezTo>
                  <a:cubicBezTo>
                    <a:pt x="0" y="2"/>
                    <a:pt x="0" y="2"/>
                    <a:pt x="0" y="2"/>
                  </a:cubicBezTo>
                  <a:cubicBezTo>
                    <a:pt x="21" y="2"/>
                    <a:pt x="21" y="2"/>
                    <a:pt x="21" y="2"/>
                  </a:cubicBezTo>
                  <a:cubicBezTo>
                    <a:pt x="21" y="3"/>
                    <a:pt x="21" y="3"/>
                    <a:pt x="21" y="3"/>
                  </a:cubicBezTo>
                  <a:cubicBezTo>
                    <a:pt x="19" y="3"/>
                    <a:pt x="19" y="3"/>
                    <a:pt x="19" y="3"/>
                  </a:cubicBezTo>
                  <a:cubicBezTo>
                    <a:pt x="17" y="3"/>
                    <a:pt x="15" y="4"/>
                    <a:pt x="15" y="5"/>
                  </a:cubicBezTo>
                  <a:cubicBezTo>
                    <a:pt x="14" y="6"/>
                    <a:pt x="14" y="8"/>
                    <a:pt x="14" y="11"/>
                  </a:cubicBezTo>
                  <a:cubicBezTo>
                    <a:pt x="14" y="33"/>
                    <a:pt x="14" y="33"/>
                    <a:pt x="14" y="33"/>
                  </a:cubicBezTo>
                  <a:cubicBezTo>
                    <a:pt x="14" y="35"/>
                    <a:pt x="14" y="37"/>
                    <a:pt x="14" y="40"/>
                  </a:cubicBezTo>
                  <a:cubicBezTo>
                    <a:pt x="15" y="43"/>
                    <a:pt x="15" y="45"/>
                    <a:pt x="16" y="46"/>
                  </a:cubicBezTo>
                  <a:cubicBezTo>
                    <a:pt x="17" y="48"/>
                    <a:pt x="19" y="49"/>
                    <a:pt x="20" y="50"/>
                  </a:cubicBezTo>
                  <a:cubicBezTo>
                    <a:pt x="22" y="51"/>
                    <a:pt x="24" y="51"/>
                    <a:pt x="27" y="51"/>
                  </a:cubicBezTo>
                  <a:cubicBezTo>
                    <a:pt x="30" y="51"/>
                    <a:pt x="33" y="50"/>
                    <a:pt x="35" y="49"/>
                  </a:cubicBezTo>
                  <a:cubicBezTo>
                    <a:pt x="37" y="47"/>
                    <a:pt x="39" y="46"/>
                    <a:pt x="40" y="43"/>
                  </a:cubicBezTo>
                  <a:cubicBezTo>
                    <a:pt x="41" y="41"/>
                    <a:pt x="41" y="37"/>
                    <a:pt x="41" y="32"/>
                  </a:cubicBezTo>
                  <a:cubicBezTo>
                    <a:pt x="41" y="12"/>
                    <a:pt x="41" y="12"/>
                    <a:pt x="41" y="12"/>
                  </a:cubicBezTo>
                  <a:cubicBezTo>
                    <a:pt x="41" y="9"/>
                    <a:pt x="41" y="7"/>
                    <a:pt x="40" y="6"/>
                  </a:cubicBezTo>
                  <a:cubicBezTo>
                    <a:pt x="39" y="5"/>
                    <a:pt x="38" y="4"/>
                    <a:pt x="36" y="4"/>
                  </a:cubicBezTo>
                  <a:cubicBezTo>
                    <a:pt x="35" y="4"/>
                    <a:pt x="35" y="4"/>
                    <a:pt x="35" y="4"/>
                  </a:cubicBezTo>
                  <a:close/>
                  <a:moveTo>
                    <a:pt x="69" y="25"/>
                  </a:moveTo>
                  <a:cubicBezTo>
                    <a:pt x="73" y="20"/>
                    <a:pt x="76" y="18"/>
                    <a:pt x="79" y="18"/>
                  </a:cubicBezTo>
                  <a:cubicBezTo>
                    <a:pt x="81" y="18"/>
                    <a:pt x="83" y="18"/>
                    <a:pt x="84" y="19"/>
                  </a:cubicBezTo>
                  <a:cubicBezTo>
                    <a:pt x="85" y="20"/>
                    <a:pt x="87" y="21"/>
                    <a:pt x="87" y="23"/>
                  </a:cubicBezTo>
                  <a:cubicBezTo>
                    <a:pt x="88" y="25"/>
                    <a:pt x="88" y="27"/>
                    <a:pt x="88" y="30"/>
                  </a:cubicBezTo>
                  <a:cubicBezTo>
                    <a:pt x="88" y="45"/>
                    <a:pt x="88" y="45"/>
                    <a:pt x="88" y="45"/>
                  </a:cubicBezTo>
                  <a:cubicBezTo>
                    <a:pt x="88" y="47"/>
                    <a:pt x="88" y="48"/>
                    <a:pt x="89" y="49"/>
                  </a:cubicBezTo>
                  <a:cubicBezTo>
                    <a:pt x="89" y="50"/>
                    <a:pt x="89" y="50"/>
                    <a:pt x="90" y="51"/>
                  </a:cubicBezTo>
                  <a:cubicBezTo>
                    <a:pt x="90" y="51"/>
                    <a:pt x="91" y="51"/>
                    <a:pt x="93" y="51"/>
                  </a:cubicBezTo>
                  <a:cubicBezTo>
                    <a:pt x="93" y="52"/>
                    <a:pt x="93" y="52"/>
                    <a:pt x="93" y="52"/>
                  </a:cubicBezTo>
                  <a:cubicBezTo>
                    <a:pt x="77" y="52"/>
                    <a:pt x="77" y="52"/>
                    <a:pt x="77" y="52"/>
                  </a:cubicBezTo>
                  <a:cubicBezTo>
                    <a:pt x="77" y="51"/>
                    <a:pt x="77" y="51"/>
                    <a:pt x="77" y="51"/>
                  </a:cubicBezTo>
                  <a:cubicBezTo>
                    <a:pt x="78" y="51"/>
                    <a:pt x="78" y="51"/>
                    <a:pt x="78" y="51"/>
                  </a:cubicBezTo>
                  <a:cubicBezTo>
                    <a:pt x="79" y="51"/>
                    <a:pt x="80" y="51"/>
                    <a:pt x="81" y="50"/>
                  </a:cubicBezTo>
                  <a:cubicBezTo>
                    <a:pt x="82" y="50"/>
                    <a:pt x="82" y="49"/>
                    <a:pt x="82" y="48"/>
                  </a:cubicBezTo>
                  <a:cubicBezTo>
                    <a:pt x="82" y="48"/>
                    <a:pt x="82" y="47"/>
                    <a:pt x="82" y="45"/>
                  </a:cubicBezTo>
                  <a:cubicBezTo>
                    <a:pt x="82" y="31"/>
                    <a:pt x="82" y="31"/>
                    <a:pt x="82" y="31"/>
                  </a:cubicBezTo>
                  <a:cubicBezTo>
                    <a:pt x="82" y="27"/>
                    <a:pt x="82" y="25"/>
                    <a:pt x="81" y="24"/>
                  </a:cubicBezTo>
                  <a:cubicBezTo>
                    <a:pt x="80" y="23"/>
                    <a:pt x="79" y="22"/>
                    <a:pt x="77" y="22"/>
                  </a:cubicBezTo>
                  <a:cubicBezTo>
                    <a:pt x="74" y="22"/>
                    <a:pt x="71" y="23"/>
                    <a:pt x="69" y="27"/>
                  </a:cubicBezTo>
                  <a:cubicBezTo>
                    <a:pt x="69" y="45"/>
                    <a:pt x="69" y="45"/>
                    <a:pt x="69" y="45"/>
                  </a:cubicBezTo>
                  <a:cubicBezTo>
                    <a:pt x="69" y="47"/>
                    <a:pt x="69" y="48"/>
                    <a:pt x="69" y="49"/>
                  </a:cubicBezTo>
                  <a:cubicBezTo>
                    <a:pt x="69" y="50"/>
                    <a:pt x="70" y="50"/>
                    <a:pt x="70" y="51"/>
                  </a:cubicBezTo>
                  <a:cubicBezTo>
                    <a:pt x="71" y="51"/>
                    <a:pt x="72" y="51"/>
                    <a:pt x="74" y="51"/>
                  </a:cubicBezTo>
                  <a:cubicBezTo>
                    <a:pt x="74" y="52"/>
                    <a:pt x="74" y="52"/>
                    <a:pt x="74" y="52"/>
                  </a:cubicBezTo>
                  <a:cubicBezTo>
                    <a:pt x="58" y="52"/>
                    <a:pt x="58" y="52"/>
                    <a:pt x="58" y="52"/>
                  </a:cubicBezTo>
                  <a:cubicBezTo>
                    <a:pt x="58" y="51"/>
                    <a:pt x="58" y="51"/>
                    <a:pt x="58" y="51"/>
                  </a:cubicBezTo>
                  <a:cubicBezTo>
                    <a:pt x="59" y="51"/>
                    <a:pt x="59" y="51"/>
                    <a:pt x="59" y="51"/>
                  </a:cubicBezTo>
                  <a:cubicBezTo>
                    <a:pt x="60" y="51"/>
                    <a:pt x="61" y="51"/>
                    <a:pt x="62" y="50"/>
                  </a:cubicBezTo>
                  <a:cubicBezTo>
                    <a:pt x="62" y="49"/>
                    <a:pt x="63" y="47"/>
                    <a:pt x="63" y="45"/>
                  </a:cubicBezTo>
                  <a:cubicBezTo>
                    <a:pt x="63" y="32"/>
                    <a:pt x="63" y="32"/>
                    <a:pt x="63" y="32"/>
                  </a:cubicBezTo>
                  <a:cubicBezTo>
                    <a:pt x="63" y="28"/>
                    <a:pt x="63" y="25"/>
                    <a:pt x="62" y="24"/>
                  </a:cubicBezTo>
                  <a:cubicBezTo>
                    <a:pt x="62" y="23"/>
                    <a:pt x="62" y="23"/>
                    <a:pt x="61" y="22"/>
                  </a:cubicBezTo>
                  <a:cubicBezTo>
                    <a:pt x="61" y="22"/>
                    <a:pt x="61" y="22"/>
                    <a:pt x="60" y="22"/>
                  </a:cubicBezTo>
                  <a:cubicBezTo>
                    <a:pt x="59" y="22"/>
                    <a:pt x="58" y="22"/>
                    <a:pt x="57" y="22"/>
                  </a:cubicBezTo>
                  <a:cubicBezTo>
                    <a:pt x="57" y="21"/>
                    <a:pt x="57" y="21"/>
                    <a:pt x="57" y="21"/>
                  </a:cubicBezTo>
                  <a:cubicBezTo>
                    <a:pt x="67" y="17"/>
                    <a:pt x="67" y="17"/>
                    <a:pt x="67" y="17"/>
                  </a:cubicBezTo>
                  <a:cubicBezTo>
                    <a:pt x="69" y="17"/>
                    <a:pt x="69" y="17"/>
                    <a:pt x="69" y="17"/>
                  </a:cubicBezTo>
                  <a:cubicBezTo>
                    <a:pt x="69" y="25"/>
                    <a:pt x="69" y="25"/>
                    <a:pt x="69" y="25"/>
                  </a:cubicBezTo>
                  <a:close/>
                  <a:moveTo>
                    <a:pt x="108" y="0"/>
                  </a:moveTo>
                  <a:cubicBezTo>
                    <a:pt x="109" y="0"/>
                    <a:pt x="110" y="0"/>
                    <a:pt x="110" y="1"/>
                  </a:cubicBezTo>
                  <a:cubicBezTo>
                    <a:pt x="111" y="2"/>
                    <a:pt x="111" y="3"/>
                    <a:pt x="111" y="4"/>
                  </a:cubicBezTo>
                  <a:cubicBezTo>
                    <a:pt x="111" y="5"/>
                    <a:pt x="111" y="6"/>
                    <a:pt x="110" y="7"/>
                  </a:cubicBezTo>
                  <a:cubicBezTo>
                    <a:pt x="109" y="7"/>
                    <a:pt x="109" y="8"/>
                    <a:pt x="108" y="8"/>
                  </a:cubicBezTo>
                  <a:cubicBezTo>
                    <a:pt x="107" y="8"/>
                    <a:pt x="106" y="7"/>
                    <a:pt x="105" y="7"/>
                  </a:cubicBezTo>
                  <a:cubicBezTo>
                    <a:pt x="105" y="6"/>
                    <a:pt x="104" y="5"/>
                    <a:pt x="104" y="4"/>
                  </a:cubicBezTo>
                  <a:cubicBezTo>
                    <a:pt x="104" y="3"/>
                    <a:pt x="105" y="2"/>
                    <a:pt x="105" y="1"/>
                  </a:cubicBezTo>
                  <a:cubicBezTo>
                    <a:pt x="106" y="0"/>
                    <a:pt x="107" y="0"/>
                    <a:pt x="108" y="0"/>
                  </a:cubicBezTo>
                  <a:close/>
                  <a:moveTo>
                    <a:pt x="111" y="18"/>
                  </a:moveTo>
                  <a:cubicBezTo>
                    <a:pt x="111" y="45"/>
                    <a:pt x="111" y="45"/>
                    <a:pt x="111" y="45"/>
                  </a:cubicBezTo>
                  <a:cubicBezTo>
                    <a:pt x="111" y="47"/>
                    <a:pt x="111" y="49"/>
                    <a:pt x="111" y="49"/>
                  </a:cubicBezTo>
                  <a:cubicBezTo>
                    <a:pt x="111" y="50"/>
                    <a:pt x="112" y="51"/>
                    <a:pt x="112" y="51"/>
                  </a:cubicBezTo>
                  <a:cubicBezTo>
                    <a:pt x="113" y="51"/>
                    <a:pt x="114" y="51"/>
                    <a:pt x="115" y="51"/>
                  </a:cubicBezTo>
                  <a:cubicBezTo>
                    <a:pt x="115" y="53"/>
                    <a:pt x="115" y="53"/>
                    <a:pt x="115" y="53"/>
                  </a:cubicBezTo>
                  <a:cubicBezTo>
                    <a:pt x="99" y="53"/>
                    <a:pt x="99" y="53"/>
                    <a:pt x="99" y="53"/>
                  </a:cubicBezTo>
                  <a:cubicBezTo>
                    <a:pt x="99" y="51"/>
                    <a:pt x="99" y="51"/>
                    <a:pt x="99" y="51"/>
                  </a:cubicBezTo>
                  <a:cubicBezTo>
                    <a:pt x="101" y="51"/>
                    <a:pt x="102" y="51"/>
                    <a:pt x="103" y="51"/>
                  </a:cubicBezTo>
                  <a:cubicBezTo>
                    <a:pt x="103" y="51"/>
                    <a:pt x="103" y="50"/>
                    <a:pt x="104" y="49"/>
                  </a:cubicBezTo>
                  <a:cubicBezTo>
                    <a:pt x="104" y="49"/>
                    <a:pt x="104" y="47"/>
                    <a:pt x="104" y="45"/>
                  </a:cubicBezTo>
                  <a:cubicBezTo>
                    <a:pt x="104" y="32"/>
                    <a:pt x="104" y="32"/>
                    <a:pt x="104" y="32"/>
                  </a:cubicBezTo>
                  <a:cubicBezTo>
                    <a:pt x="104" y="28"/>
                    <a:pt x="104" y="26"/>
                    <a:pt x="104" y="25"/>
                  </a:cubicBezTo>
                  <a:cubicBezTo>
                    <a:pt x="104" y="24"/>
                    <a:pt x="103" y="23"/>
                    <a:pt x="103" y="23"/>
                  </a:cubicBezTo>
                  <a:cubicBezTo>
                    <a:pt x="103" y="23"/>
                    <a:pt x="102" y="23"/>
                    <a:pt x="101" y="23"/>
                  </a:cubicBezTo>
                  <a:cubicBezTo>
                    <a:pt x="101" y="23"/>
                    <a:pt x="100" y="23"/>
                    <a:pt x="99" y="23"/>
                  </a:cubicBezTo>
                  <a:cubicBezTo>
                    <a:pt x="99" y="22"/>
                    <a:pt x="99" y="22"/>
                    <a:pt x="99" y="22"/>
                  </a:cubicBezTo>
                  <a:cubicBezTo>
                    <a:pt x="109" y="18"/>
                    <a:pt x="109" y="18"/>
                    <a:pt x="109" y="18"/>
                  </a:cubicBezTo>
                  <a:cubicBezTo>
                    <a:pt x="111" y="18"/>
                    <a:pt x="111" y="18"/>
                    <a:pt x="111" y="18"/>
                  </a:cubicBezTo>
                  <a:close/>
                  <a:moveTo>
                    <a:pt x="122" y="19"/>
                  </a:moveTo>
                  <a:cubicBezTo>
                    <a:pt x="137" y="19"/>
                    <a:pt x="137" y="19"/>
                    <a:pt x="137" y="19"/>
                  </a:cubicBezTo>
                  <a:cubicBezTo>
                    <a:pt x="137" y="20"/>
                    <a:pt x="137" y="20"/>
                    <a:pt x="137" y="20"/>
                  </a:cubicBezTo>
                  <a:cubicBezTo>
                    <a:pt x="136" y="20"/>
                    <a:pt x="136" y="20"/>
                    <a:pt x="136" y="20"/>
                  </a:cubicBezTo>
                  <a:cubicBezTo>
                    <a:pt x="135" y="20"/>
                    <a:pt x="134" y="20"/>
                    <a:pt x="134" y="21"/>
                  </a:cubicBezTo>
                  <a:cubicBezTo>
                    <a:pt x="133" y="21"/>
                    <a:pt x="133" y="22"/>
                    <a:pt x="133" y="23"/>
                  </a:cubicBezTo>
                  <a:cubicBezTo>
                    <a:pt x="133" y="23"/>
                    <a:pt x="133" y="25"/>
                    <a:pt x="134" y="26"/>
                  </a:cubicBezTo>
                  <a:cubicBezTo>
                    <a:pt x="141" y="45"/>
                    <a:pt x="141" y="45"/>
                    <a:pt x="141" y="45"/>
                  </a:cubicBezTo>
                  <a:cubicBezTo>
                    <a:pt x="149" y="25"/>
                    <a:pt x="149" y="25"/>
                    <a:pt x="149" y="25"/>
                  </a:cubicBezTo>
                  <a:cubicBezTo>
                    <a:pt x="149" y="24"/>
                    <a:pt x="150" y="23"/>
                    <a:pt x="150" y="22"/>
                  </a:cubicBezTo>
                  <a:cubicBezTo>
                    <a:pt x="150" y="21"/>
                    <a:pt x="150" y="21"/>
                    <a:pt x="149" y="21"/>
                  </a:cubicBezTo>
                  <a:cubicBezTo>
                    <a:pt x="149" y="21"/>
                    <a:pt x="149" y="20"/>
                    <a:pt x="149" y="20"/>
                  </a:cubicBezTo>
                  <a:cubicBezTo>
                    <a:pt x="148" y="20"/>
                    <a:pt x="147" y="20"/>
                    <a:pt x="146" y="20"/>
                  </a:cubicBezTo>
                  <a:cubicBezTo>
                    <a:pt x="146" y="19"/>
                    <a:pt x="146" y="19"/>
                    <a:pt x="146" y="19"/>
                  </a:cubicBezTo>
                  <a:cubicBezTo>
                    <a:pt x="157" y="19"/>
                    <a:pt x="157" y="19"/>
                    <a:pt x="157" y="19"/>
                  </a:cubicBezTo>
                  <a:cubicBezTo>
                    <a:pt x="157" y="20"/>
                    <a:pt x="157" y="20"/>
                    <a:pt x="157" y="20"/>
                  </a:cubicBezTo>
                  <a:cubicBezTo>
                    <a:pt x="156" y="20"/>
                    <a:pt x="155" y="20"/>
                    <a:pt x="155" y="21"/>
                  </a:cubicBezTo>
                  <a:cubicBezTo>
                    <a:pt x="154" y="21"/>
                    <a:pt x="153" y="23"/>
                    <a:pt x="152" y="24"/>
                  </a:cubicBezTo>
                  <a:cubicBezTo>
                    <a:pt x="141" y="53"/>
                    <a:pt x="141" y="53"/>
                    <a:pt x="141" y="53"/>
                  </a:cubicBezTo>
                  <a:cubicBezTo>
                    <a:pt x="139" y="53"/>
                    <a:pt x="139" y="53"/>
                    <a:pt x="139" y="53"/>
                  </a:cubicBezTo>
                  <a:cubicBezTo>
                    <a:pt x="127" y="25"/>
                    <a:pt x="127" y="25"/>
                    <a:pt x="127" y="25"/>
                  </a:cubicBezTo>
                  <a:cubicBezTo>
                    <a:pt x="127" y="23"/>
                    <a:pt x="126" y="22"/>
                    <a:pt x="126" y="22"/>
                  </a:cubicBezTo>
                  <a:cubicBezTo>
                    <a:pt x="125" y="21"/>
                    <a:pt x="125" y="21"/>
                    <a:pt x="124" y="20"/>
                  </a:cubicBezTo>
                  <a:cubicBezTo>
                    <a:pt x="123" y="20"/>
                    <a:pt x="123" y="20"/>
                    <a:pt x="121" y="19"/>
                  </a:cubicBezTo>
                  <a:cubicBezTo>
                    <a:pt x="122" y="19"/>
                    <a:pt x="122" y="19"/>
                    <a:pt x="122" y="19"/>
                  </a:cubicBezTo>
                  <a:close/>
                  <a:moveTo>
                    <a:pt x="169" y="31"/>
                  </a:moveTo>
                  <a:cubicBezTo>
                    <a:pt x="169" y="37"/>
                    <a:pt x="170" y="40"/>
                    <a:pt x="173" y="43"/>
                  </a:cubicBezTo>
                  <a:cubicBezTo>
                    <a:pt x="175" y="46"/>
                    <a:pt x="178" y="48"/>
                    <a:pt x="181" y="48"/>
                  </a:cubicBezTo>
                  <a:cubicBezTo>
                    <a:pt x="183" y="48"/>
                    <a:pt x="185" y="47"/>
                    <a:pt x="187" y="46"/>
                  </a:cubicBezTo>
                  <a:cubicBezTo>
                    <a:pt x="188" y="45"/>
                    <a:pt x="189" y="43"/>
                    <a:pt x="191" y="39"/>
                  </a:cubicBezTo>
                  <a:cubicBezTo>
                    <a:pt x="192" y="40"/>
                    <a:pt x="192" y="40"/>
                    <a:pt x="192" y="40"/>
                  </a:cubicBezTo>
                  <a:cubicBezTo>
                    <a:pt x="191" y="43"/>
                    <a:pt x="190" y="47"/>
                    <a:pt x="187" y="49"/>
                  </a:cubicBezTo>
                  <a:cubicBezTo>
                    <a:pt x="185" y="52"/>
                    <a:pt x="182" y="53"/>
                    <a:pt x="178" y="53"/>
                  </a:cubicBezTo>
                  <a:cubicBezTo>
                    <a:pt x="174" y="53"/>
                    <a:pt x="171" y="52"/>
                    <a:pt x="168" y="49"/>
                  </a:cubicBezTo>
                  <a:cubicBezTo>
                    <a:pt x="165" y="45"/>
                    <a:pt x="164" y="41"/>
                    <a:pt x="164" y="36"/>
                  </a:cubicBezTo>
                  <a:cubicBezTo>
                    <a:pt x="164" y="30"/>
                    <a:pt x="166" y="25"/>
                    <a:pt x="169" y="22"/>
                  </a:cubicBezTo>
                  <a:cubicBezTo>
                    <a:pt x="171" y="19"/>
                    <a:pt x="175" y="17"/>
                    <a:pt x="179" y="17"/>
                  </a:cubicBezTo>
                  <a:cubicBezTo>
                    <a:pt x="183" y="17"/>
                    <a:pt x="186" y="19"/>
                    <a:pt x="189" y="21"/>
                  </a:cubicBezTo>
                  <a:cubicBezTo>
                    <a:pt x="191" y="23"/>
                    <a:pt x="192" y="27"/>
                    <a:pt x="192" y="31"/>
                  </a:cubicBezTo>
                  <a:cubicBezTo>
                    <a:pt x="169" y="31"/>
                    <a:pt x="169" y="31"/>
                    <a:pt x="169" y="31"/>
                  </a:cubicBezTo>
                  <a:close/>
                  <a:moveTo>
                    <a:pt x="169" y="29"/>
                  </a:moveTo>
                  <a:cubicBezTo>
                    <a:pt x="184" y="29"/>
                    <a:pt x="184" y="29"/>
                    <a:pt x="184" y="29"/>
                  </a:cubicBezTo>
                  <a:cubicBezTo>
                    <a:pt x="184" y="27"/>
                    <a:pt x="184" y="26"/>
                    <a:pt x="183" y="25"/>
                  </a:cubicBezTo>
                  <a:cubicBezTo>
                    <a:pt x="183" y="24"/>
                    <a:pt x="182" y="23"/>
                    <a:pt x="181" y="22"/>
                  </a:cubicBezTo>
                  <a:cubicBezTo>
                    <a:pt x="179" y="21"/>
                    <a:pt x="178" y="21"/>
                    <a:pt x="177" y="21"/>
                  </a:cubicBezTo>
                  <a:cubicBezTo>
                    <a:pt x="175" y="21"/>
                    <a:pt x="173" y="21"/>
                    <a:pt x="172" y="23"/>
                  </a:cubicBezTo>
                  <a:cubicBezTo>
                    <a:pt x="170" y="24"/>
                    <a:pt x="169" y="27"/>
                    <a:pt x="169" y="29"/>
                  </a:cubicBezTo>
                  <a:close/>
                  <a:moveTo>
                    <a:pt x="209" y="18"/>
                  </a:moveTo>
                  <a:cubicBezTo>
                    <a:pt x="209" y="25"/>
                    <a:pt x="209" y="25"/>
                    <a:pt x="209" y="25"/>
                  </a:cubicBezTo>
                  <a:cubicBezTo>
                    <a:pt x="212" y="20"/>
                    <a:pt x="215" y="18"/>
                    <a:pt x="218" y="18"/>
                  </a:cubicBezTo>
                  <a:cubicBezTo>
                    <a:pt x="219" y="18"/>
                    <a:pt x="220" y="18"/>
                    <a:pt x="221" y="19"/>
                  </a:cubicBezTo>
                  <a:cubicBezTo>
                    <a:pt x="222" y="20"/>
                    <a:pt x="222" y="21"/>
                    <a:pt x="222" y="22"/>
                  </a:cubicBezTo>
                  <a:cubicBezTo>
                    <a:pt x="222" y="23"/>
                    <a:pt x="222" y="23"/>
                    <a:pt x="221" y="24"/>
                  </a:cubicBezTo>
                  <a:cubicBezTo>
                    <a:pt x="221" y="25"/>
                    <a:pt x="220" y="25"/>
                    <a:pt x="219" y="25"/>
                  </a:cubicBezTo>
                  <a:cubicBezTo>
                    <a:pt x="218" y="25"/>
                    <a:pt x="217" y="25"/>
                    <a:pt x="216" y="24"/>
                  </a:cubicBezTo>
                  <a:cubicBezTo>
                    <a:pt x="215" y="23"/>
                    <a:pt x="214" y="23"/>
                    <a:pt x="214" y="23"/>
                  </a:cubicBezTo>
                  <a:cubicBezTo>
                    <a:pt x="213" y="23"/>
                    <a:pt x="213" y="23"/>
                    <a:pt x="213" y="24"/>
                  </a:cubicBezTo>
                  <a:cubicBezTo>
                    <a:pt x="211" y="25"/>
                    <a:pt x="211" y="27"/>
                    <a:pt x="209" y="29"/>
                  </a:cubicBezTo>
                  <a:cubicBezTo>
                    <a:pt x="209" y="45"/>
                    <a:pt x="209" y="45"/>
                    <a:pt x="209" y="45"/>
                  </a:cubicBezTo>
                  <a:cubicBezTo>
                    <a:pt x="209" y="47"/>
                    <a:pt x="210" y="49"/>
                    <a:pt x="210" y="50"/>
                  </a:cubicBezTo>
                  <a:cubicBezTo>
                    <a:pt x="211" y="51"/>
                    <a:pt x="211" y="51"/>
                    <a:pt x="212" y="51"/>
                  </a:cubicBezTo>
                  <a:cubicBezTo>
                    <a:pt x="213" y="52"/>
                    <a:pt x="214" y="52"/>
                    <a:pt x="215" y="52"/>
                  </a:cubicBezTo>
                  <a:cubicBezTo>
                    <a:pt x="215" y="53"/>
                    <a:pt x="215" y="53"/>
                    <a:pt x="215" y="53"/>
                  </a:cubicBezTo>
                  <a:cubicBezTo>
                    <a:pt x="198" y="53"/>
                    <a:pt x="198" y="53"/>
                    <a:pt x="198" y="53"/>
                  </a:cubicBezTo>
                  <a:cubicBezTo>
                    <a:pt x="198" y="52"/>
                    <a:pt x="198" y="52"/>
                    <a:pt x="198" y="52"/>
                  </a:cubicBezTo>
                  <a:cubicBezTo>
                    <a:pt x="200" y="52"/>
                    <a:pt x="201" y="52"/>
                    <a:pt x="202" y="51"/>
                  </a:cubicBezTo>
                  <a:cubicBezTo>
                    <a:pt x="202" y="51"/>
                    <a:pt x="203" y="50"/>
                    <a:pt x="203" y="49"/>
                  </a:cubicBezTo>
                  <a:cubicBezTo>
                    <a:pt x="203" y="49"/>
                    <a:pt x="203" y="48"/>
                    <a:pt x="203" y="46"/>
                  </a:cubicBezTo>
                  <a:cubicBezTo>
                    <a:pt x="203" y="33"/>
                    <a:pt x="203" y="33"/>
                    <a:pt x="203" y="33"/>
                  </a:cubicBezTo>
                  <a:cubicBezTo>
                    <a:pt x="203" y="29"/>
                    <a:pt x="203" y="26"/>
                    <a:pt x="203" y="25"/>
                  </a:cubicBezTo>
                  <a:cubicBezTo>
                    <a:pt x="203" y="25"/>
                    <a:pt x="202" y="24"/>
                    <a:pt x="202" y="24"/>
                  </a:cubicBezTo>
                  <a:cubicBezTo>
                    <a:pt x="201" y="23"/>
                    <a:pt x="201" y="23"/>
                    <a:pt x="200" y="23"/>
                  </a:cubicBezTo>
                  <a:cubicBezTo>
                    <a:pt x="199" y="23"/>
                    <a:pt x="199" y="23"/>
                    <a:pt x="198" y="24"/>
                  </a:cubicBezTo>
                  <a:cubicBezTo>
                    <a:pt x="197" y="23"/>
                    <a:pt x="197" y="23"/>
                    <a:pt x="197" y="23"/>
                  </a:cubicBezTo>
                  <a:cubicBezTo>
                    <a:pt x="207" y="19"/>
                    <a:pt x="207" y="19"/>
                    <a:pt x="207" y="19"/>
                  </a:cubicBezTo>
                  <a:cubicBezTo>
                    <a:pt x="209" y="19"/>
                    <a:pt x="209" y="19"/>
                    <a:pt x="209" y="19"/>
                  </a:cubicBezTo>
                  <a:cubicBezTo>
                    <a:pt x="209" y="18"/>
                    <a:pt x="209" y="18"/>
                    <a:pt x="209" y="18"/>
                  </a:cubicBezTo>
                  <a:close/>
                  <a:moveTo>
                    <a:pt x="249" y="18"/>
                  </a:moveTo>
                  <a:cubicBezTo>
                    <a:pt x="249" y="29"/>
                    <a:pt x="249" y="29"/>
                    <a:pt x="249" y="29"/>
                  </a:cubicBezTo>
                  <a:cubicBezTo>
                    <a:pt x="247" y="29"/>
                    <a:pt x="247" y="29"/>
                    <a:pt x="247" y="29"/>
                  </a:cubicBezTo>
                  <a:cubicBezTo>
                    <a:pt x="247" y="26"/>
                    <a:pt x="245" y="23"/>
                    <a:pt x="244" y="22"/>
                  </a:cubicBezTo>
                  <a:cubicBezTo>
                    <a:pt x="242" y="21"/>
                    <a:pt x="241" y="20"/>
                    <a:pt x="238" y="20"/>
                  </a:cubicBezTo>
                  <a:cubicBezTo>
                    <a:pt x="237" y="20"/>
                    <a:pt x="235" y="20"/>
                    <a:pt x="234" y="21"/>
                  </a:cubicBezTo>
                  <a:cubicBezTo>
                    <a:pt x="233" y="22"/>
                    <a:pt x="233" y="23"/>
                    <a:pt x="233" y="24"/>
                  </a:cubicBezTo>
                  <a:cubicBezTo>
                    <a:pt x="233" y="25"/>
                    <a:pt x="233" y="27"/>
                    <a:pt x="234" y="28"/>
                  </a:cubicBezTo>
                  <a:cubicBezTo>
                    <a:pt x="235" y="29"/>
                    <a:pt x="236" y="30"/>
                    <a:pt x="238" y="31"/>
                  </a:cubicBezTo>
                  <a:cubicBezTo>
                    <a:pt x="243" y="34"/>
                    <a:pt x="243" y="34"/>
                    <a:pt x="243" y="34"/>
                  </a:cubicBezTo>
                  <a:cubicBezTo>
                    <a:pt x="248" y="36"/>
                    <a:pt x="251" y="39"/>
                    <a:pt x="251" y="43"/>
                  </a:cubicBezTo>
                  <a:cubicBezTo>
                    <a:pt x="251" y="47"/>
                    <a:pt x="249" y="49"/>
                    <a:pt x="247" y="51"/>
                  </a:cubicBezTo>
                  <a:cubicBezTo>
                    <a:pt x="245" y="53"/>
                    <a:pt x="243" y="54"/>
                    <a:pt x="240" y="54"/>
                  </a:cubicBezTo>
                  <a:cubicBezTo>
                    <a:pt x="238" y="54"/>
                    <a:pt x="235" y="53"/>
                    <a:pt x="233" y="53"/>
                  </a:cubicBezTo>
                  <a:cubicBezTo>
                    <a:pt x="232" y="52"/>
                    <a:pt x="231" y="52"/>
                    <a:pt x="231" y="52"/>
                  </a:cubicBezTo>
                  <a:cubicBezTo>
                    <a:pt x="231" y="52"/>
                    <a:pt x="230" y="53"/>
                    <a:pt x="230" y="53"/>
                  </a:cubicBezTo>
                  <a:cubicBezTo>
                    <a:pt x="229" y="53"/>
                    <a:pt x="229" y="53"/>
                    <a:pt x="229" y="53"/>
                  </a:cubicBezTo>
                  <a:cubicBezTo>
                    <a:pt x="229" y="41"/>
                    <a:pt x="229" y="41"/>
                    <a:pt x="229" y="41"/>
                  </a:cubicBezTo>
                  <a:cubicBezTo>
                    <a:pt x="230" y="41"/>
                    <a:pt x="230" y="41"/>
                    <a:pt x="230" y="41"/>
                  </a:cubicBezTo>
                  <a:cubicBezTo>
                    <a:pt x="231" y="45"/>
                    <a:pt x="232" y="47"/>
                    <a:pt x="234" y="49"/>
                  </a:cubicBezTo>
                  <a:cubicBezTo>
                    <a:pt x="236" y="51"/>
                    <a:pt x="238" y="52"/>
                    <a:pt x="240" y="52"/>
                  </a:cubicBezTo>
                  <a:cubicBezTo>
                    <a:pt x="242" y="52"/>
                    <a:pt x="243" y="51"/>
                    <a:pt x="244" y="50"/>
                  </a:cubicBezTo>
                  <a:cubicBezTo>
                    <a:pt x="245" y="49"/>
                    <a:pt x="246" y="48"/>
                    <a:pt x="246" y="47"/>
                  </a:cubicBezTo>
                  <a:cubicBezTo>
                    <a:pt x="246" y="45"/>
                    <a:pt x="245" y="43"/>
                    <a:pt x="244" y="42"/>
                  </a:cubicBezTo>
                  <a:cubicBezTo>
                    <a:pt x="243" y="41"/>
                    <a:pt x="241" y="39"/>
                    <a:pt x="237" y="38"/>
                  </a:cubicBezTo>
                  <a:cubicBezTo>
                    <a:pt x="234" y="36"/>
                    <a:pt x="232" y="35"/>
                    <a:pt x="231" y="33"/>
                  </a:cubicBezTo>
                  <a:cubicBezTo>
                    <a:pt x="229" y="31"/>
                    <a:pt x="229" y="30"/>
                    <a:pt x="229" y="28"/>
                  </a:cubicBezTo>
                  <a:cubicBezTo>
                    <a:pt x="229" y="25"/>
                    <a:pt x="230" y="23"/>
                    <a:pt x="232" y="21"/>
                  </a:cubicBezTo>
                  <a:cubicBezTo>
                    <a:pt x="234" y="19"/>
                    <a:pt x="236" y="18"/>
                    <a:pt x="239" y="18"/>
                  </a:cubicBezTo>
                  <a:cubicBezTo>
                    <a:pt x="240" y="18"/>
                    <a:pt x="242" y="18"/>
                    <a:pt x="244" y="19"/>
                  </a:cubicBezTo>
                  <a:cubicBezTo>
                    <a:pt x="245" y="19"/>
                    <a:pt x="246" y="19"/>
                    <a:pt x="246" y="19"/>
                  </a:cubicBezTo>
                  <a:cubicBezTo>
                    <a:pt x="247" y="19"/>
                    <a:pt x="247" y="19"/>
                    <a:pt x="247" y="19"/>
                  </a:cubicBezTo>
                  <a:cubicBezTo>
                    <a:pt x="247" y="19"/>
                    <a:pt x="247" y="18"/>
                    <a:pt x="248" y="17"/>
                  </a:cubicBezTo>
                  <a:cubicBezTo>
                    <a:pt x="249" y="18"/>
                    <a:pt x="249" y="18"/>
                    <a:pt x="249" y="18"/>
                  </a:cubicBezTo>
                  <a:close/>
                  <a:moveTo>
                    <a:pt x="268" y="0"/>
                  </a:moveTo>
                  <a:cubicBezTo>
                    <a:pt x="269" y="0"/>
                    <a:pt x="270" y="0"/>
                    <a:pt x="271" y="1"/>
                  </a:cubicBezTo>
                  <a:cubicBezTo>
                    <a:pt x="271" y="2"/>
                    <a:pt x="272" y="3"/>
                    <a:pt x="272" y="4"/>
                  </a:cubicBezTo>
                  <a:cubicBezTo>
                    <a:pt x="272" y="5"/>
                    <a:pt x="271" y="6"/>
                    <a:pt x="271" y="7"/>
                  </a:cubicBezTo>
                  <a:cubicBezTo>
                    <a:pt x="270" y="7"/>
                    <a:pt x="269" y="8"/>
                    <a:pt x="268" y="8"/>
                  </a:cubicBezTo>
                  <a:cubicBezTo>
                    <a:pt x="267" y="8"/>
                    <a:pt x="266" y="7"/>
                    <a:pt x="266" y="7"/>
                  </a:cubicBezTo>
                  <a:cubicBezTo>
                    <a:pt x="265" y="6"/>
                    <a:pt x="265" y="5"/>
                    <a:pt x="265" y="4"/>
                  </a:cubicBezTo>
                  <a:cubicBezTo>
                    <a:pt x="265" y="3"/>
                    <a:pt x="265" y="2"/>
                    <a:pt x="266" y="1"/>
                  </a:cubicBezTo>
                  <a:cubicBezTo>
                    <a:pt x="266" y="0"/>
                    <a:pt x="267" y="0"/>
                    <a:pt x="268" y="0"/>
                  </a:cubicBezTo>
                  <a:close/>
                  <a:moveTo>
                    <a:pt x="271" y="18"/>
                  </a:moveTo>
                  <a:cubicBezTo>
                    <a:pt x="271" y="45"/>
                    <a:pt x="271" y="45"/>
                    <a:pt x="271" y="45"/>
                  </a:cubicBezTo>
                  <a:cubicBezTo>
                    <a:pt x="271" y="47"/>
                    <a:pt x="271" y="49"/>
                    <a:pt x="271" y="49"/>
                  </a:cubicBezTo>
                  <a:cubicBezTo>
                    <a:pt x="272" y="50"/>
                    <a:pt x="272" y="51"/>
                    <a:pt x="273" y="51"/>
                  </a:cubicBezTo>
                  <a:cubicBezTo>
                    <a:pt x="273" y="51"/>
                    <a:pt x="274" y="51"/>
                    <a:pt x="276" y="51"/>
                  </a:cubicBezTo>
                  <a:cubicBezTo>
                    <a:pt x="276" y="53"/>
                    <a:pt x="276" y="53"/>
                    <a:pt x="276" y="53"/>
                  </a:cubicBezTo>
                  <a:cubicBezTo>
                    <a:pt x="260" y="53"/>
                    <a:pt x="260" y="53"/>
                    <a:pt x="260" y="53"/>
                  </a:cubicBezTo>
                  <a:cubicBezTo>
                    <a:pt x="260" y="51"/>
                    <a:pt x="260" y="51"/>
                    <a:pt x="260" y="51"/>
                  </a:cubicBezTo>
                  <a:cubicBezTo>
                    <a:pt x="261" y="51"/>
                    <a:pt x="263" y="51"/>
                    <a:pt x="263" y="51"/>
                  </a:cubicBezTo>
                  <a:cubicBezTo>
                    <a:pt x="263" y="51"/>
                    <a:pt x="264" y="50"/>
                    <a:pt x="264" y="49"/>
                  </a:cubicBezTo>
                  <a:cubicBezTo>
                    <a:pt x="265" y="49"/>
                    <a:pt x="265" y="47"/>
                    <a:pt x="265" y="45"/>
                  </a:cubicBezTo>
                  <a:cubicBezTo>
                    <a:pt x="265" y="32"/>
                    <a:pt x="265" y="32"/>
                    <a:pt x="265" y="32"/>
                  </a:cubicBezTo>
                  <a:cubicBezTo>
                    <a:pt x="265" y="28"/>
                    <a:pt x="265" y="26"/>
                    <a:pt x="264" y="25"/>
                  </a:cubicBezTo>
                  <a:cubicBezTo>
                    <a:pt x="264" y="24"/>
                    <a:pt x="264" y="23"/>
                    <a:pt x="263" y="23"/>
                  </a:cubicBezTo>
                  <a:cubicBezTo>
                    <a:pt x="263" y="23"/>
                    <a:pt x="263" y="23"/>
                    <a:pt x="262" y="23"/>
                  </a:cubicBezTo>
                  <a:cubicBezTo>
                    <a:pt x="261" y="23"/>
                    <a:pt x="260" y="23"/>
                    <a:pt x="259" y="23"/>
                  </a:cubicBezTo>
                  <a:cubicBezTo>
                    <a:pt x="259" y="22"/>
                    <a:pt x="259" y="22"/>
                    <a:pt x="259" y="22"/>
                  </a:cubicBezTo>
                  <a:cubicBezTo>
                    <a:pt x="269" y="18"/>
                    <a:pt x="269" y="18"/>
                    <a:pt x="269" y="18"/>
                  </a:cubicBezTo>
                  <a:cubicBezTo>
                    <a:pt x="271" y="18"/>
                    <a:pt x="271" y="18"/>
                    <a:pt x="271" y="18"/>
                  </a:cubicBezTo>
                  <a:close/>
                  <a:moveTo>
                    <a:pt x="293" y="7"/>
                  </a:moveTo>
                  <a:cubicBezTo>
                    <a:pt x="293" y="19"/>
                    <a:pt x="293" y="19"/>
                    <a:pt x="293" y="19"/>
                  </a:cubicBezTo>
                  <a:cubicBezTo>
                    <a:pt x="301" y="19"/>
                    <a:pt x="301" y="19"/>
                    <a:pt x="301" y="19"/>
                  </a:cubicBezTo>
                  <a:cubicBezTo>
                    <a:pt x="301" y="21"/>
                    <a:pt x="301" y="21"/>
                    <a:pt x="301" y="21"/>
                  </a:cubicBezTo>
                  <a:cubicBezTo>
                    <a:pt x="293" y="21"/>
                    <a:pt x="293" y="21"/>
                    <a:pt x="293" y="21"/>
                  </a:cubicBezTo>
                  <a:cubicBezTo>
                    <a:pt x="293" y="43"/>
                    <a:pt x="293" y="43"/>
                    <a:pt x="293" y="43"/>
                  </a:cubicBezTo>
                  <a:cubicBezTo>
                    <a:pt x="293" y="45"/>
                    <a:pt x="294" y="47"/>
                    <a:pt x="294" y="48"/>
                  </a:cubicBezTo>
                  <a:cubicBezTo>
                    <a:pt x="295" y="49"/>
                    <a:pt x="295" y="49"/>
                    <a:pt x="297" y="49"/>
                  </a:cubicBezTo>
                  <a:cubicBezTo>
                    <a:pt x="297" y="49"/>
                    <a:pt x="298" y="49"/>
                    <a:pt x="299" y="48"/>
                  </a:cubicBezTo>
                  <a:cubicBezTo>
                    <a:pt x="300" y="48"/>
                    <a:pt x="300" y="47"/>
                    <a:pt x="301" y="46"/>
                  </a:cubicBezTo>
                  <a:cubicBezTo>
                    <a:pt x="302" y="46"/>
                    <a:pt x="302" y="46"/>
                    <a:pt x="302" y="46"/>
                  </a:cubicBezTo>
                  <a:cubicBezTo>
                    <a:pt x="301" y="48"/>
                    <a:pt x="300" y="50"/>
                    <a:pt x="298" y="51"/>
                  </a:cubicBezTo>
                  <a:cubicBezTo>
                    <a:pt x="297" y="53"/>
                    <a:pt x="295" y="53"/>
                    <a:pt x="293" y="53"/>
                  </a:cubicBezTo>
                  <a:cubicBezTo>
                    <a:pt x="292" y="53"/>
                    <a:pt x="291" y="53"/>
                    <a:pt x="290" y="53"/>
                  </a:cubicBezTo>
                  <a:cubicBezTo>
                    <a:pt x="289" y="52"/>
                    <a:pt x="288" y="51"/>
                    <a:pt x="288" y="50"/>
                  </a:cubicBezTo>
                  <a:cubicBezTo>
                    <a:pt x="287" y="49"/>
                    <a:pt x="287" y="47"/>
                    <a:pt x="287" y="44"/>
                  </a:cubicBezTo>
                  <a:cubicBezTo>
                    <a:pt x="287" y="21"/>
                    <a:pt x="287" y="21"/>
                    <a:pt x="287" y="21"/>
                  </a:cubicBezTo>
                  <a:cubicBezTo>
                    <a:pt x="282" y="21"/>
                    <a:pt x="282" y="21"/>
                    <a:pt x="282" y="21"/>
                  </a:cubicBezTo>
                  <a:cubicBezTo>
                    <a:pt x="282" y="20"/>
                    <a:pt x="282" y="20"/>
                    <a:pt x="282" y="20"/>
                  </a:cubicBezTo>
                  <a:cubicBezTo>
                    <a:pt x="283" y="20"/>
                    <a:pt x="285" y="19"/>
                    <a:pt x="286" y="17"/>
                  </a:cubicBezTo>
                  <a:cubicBezTo>
                    <a:pt x="287" y="16"/>
                    <a:pt x="288" y="15"/>
                    <a:pt x="289" y="13"/>
                  </a:cubicBezTo>
                  <a:cubicBezTo>
                    <a:pt x="290" y="12"/>
                    <a:pt x="291" y="10"/>
                    <a:pt x="292" y="7"/>
                  </a:cubicBezTo>
                  <a:cubicBezTo>
                    <a:pt x="293" y="7"/>
                    <a:pt x="293" y="7"/>
                    <a:pt x="293" y="7"/>
                  </a:cubicBezTo>
                  <a:close/>
                  <a:moveTo>
                    <a:pt x="306" y="19"/>
                  </a:moveTo>
                  <a:cubicBezTo>
                    <a:pt x="321" y="19"/>
                    <a:pt x="321" y="19"/>
                    <a:pt x="321" y="19"/>
                  </a:cubicBezTo>
                  <a:cubicBezTo>
                    <a:pt x="321" y="20"/>
                    <a:pt x="321" y="20"/>
                    <a:pt x="321" y="20"/>
                  </a:cubicBezTo>
                  <a:cubicBezTo>
                    <a:pt x="320" y="20"/>
                    <a:pt x="320" y="20"/>
                    <a:pt x="320" y="20"/>
                  </a:cubicBezTo>
                  <a:cubicBezTo>
                    <a:pt x="319" y="20"/>
                    <a:pt x="318" y="20"/>
                    <a:pt x="318" y="21"/>
                  </a:cubicBezTo>
                  <a:cubicBezTo>
                    <a:pt x="317" y="21"/>
                    <a:pt x="317" y="22"/>
                    <a:pt x="317" y="22"/>
                  </a:cubicBezTo>
                  <a:cubicBezTo>
                    <a:pt x="317" y="23"/>
                    <a:pt x="317" y="25"/>
                    <a:pt x="318" y="26"/>
                  </a:cubicBezTo>
                  <a:cubicBezTo>
                    <a:pt x="326" y="43"/>
                    <a:pt x="326" y="43"/>
                    <a:pt x="326" y="43"/>
                  </a:cubicBezTo>
                  <a:cubicBezTo>
                    <a:pt x="333" y="25"/>
                    <a:pt x="333" y="25"/>
                    <a:pt x="333" y="25"/>
                  </a:cubicBezTo>
                  <a:cubicBezTo>
                    <a:pt x="334" y="23"/>
                    <a:pt x="334" y="23"/>
                    <a:pt x="334" y="21"/>
                  </a:cubicBezTo>
                  <a:cubicBezTo>
                    <a:pt x="334" y="21"/>
                    <a:pt x="334" y="21"/>
                    <a:pt x="333" y="20"/>
                  </a:cubicBezTo>
                  <a:cubicBezTo>
                    <a:pt x="333" y="20"/>
                    <a:pt x="333" y="20"/>
                    <a:pt x="333" y="19"/>
                  </a:cubicBezTo>
                  <a:cubicBezTo>
                    <a:pt x="332" y="19"/>
                    <a:pt x="331" y="19"/>
                    <a:pt x="331" y="19"/>
                  </a:cubicBezTo>
                  <a:cubicBezTo>
                    <a:pt x="331" y="18"/>
                    <a:pt x="331" y="18"/>
                    <a:pt x="331" y="18"/>
                  </a:cubicBezTo>
                  <a:cubicBezTo>
                    <a:pt x="341" y="18"/>
                    <a:pt x="341" y="18"/>
                    <a:pt x="341" y="18"/>
                  </a:cubicBezTo>
                  <a:cubicBezTo>
                    <a:pt x="341" y="19"/>
                    <a:pt x="341" y="19"/>
                    <a:pt x="341" y="19"/>
                  </a:cubicBezTo>
                  <a:cubicBezTo>
                    <a:pt x="341" y="19"/>
                    <a:pt x="340" y="19"/>
                    <a:pt x="339" y="19"/>
                  </a:cubicBezTo>
                  <a:cubicBezTo>
                    <a:pt x="339" y="20"/>
                    <a:pt x="338" y="20"/>
                    <a:pt x="338" y="21"/>
                  </a:cubicBezTo>
                  <a:cubicBezTo>
                    <a:pt x="337" y="21"/>
                    <a:pt x="337" y="22"/>
                    <a:pt x="337" y="24"/>
                  </a:cubicBezTo>
                  <a:cubicBezTo>
                    <a:pt x="323" y="58"/>
                    <a:pt x="323" y="58"/>
                    <a:pt x="323" y="58"/>
                  </a:cubicBezTo>
                  <a:cubicBezTo>
                    <a:pt x="322" y="61"/>
                    <a:pt x="321" y="63"/>
                    <a:pt x="318" y="65"/>
                  </a:cubicBezTo>
                  <a:cubicBezTo>
                    <a:pt x="316" y="67"/>
                    <a:pt x="314" y="68"/>
                    <a:pt x="312" y="68"/>
                  </a:cubicBezTo>
                  <a:cubicBezTo>
                    <a:pt x="311" y="68"/>
                    <a:pt x="310" y="67"/>
                    <a:pt x="309" y="67"/>
                  </a:cubicBezTo>
                  <a:cubicBezTo>
                    <a:pt x="308" y="66"/>
                    <a:pt x="307" y="65"/>
                    <a:pt x="307" y="64"/>
                  </a:cubicBezTo>
                  <a:cubicBezTo>
                    <a:pt x="307" y="63"/>
                    <a:pt x="308" y="62"/>
                    <a:pt x="308" y="61"/>
                  </a:cubicBezTo>
                  <a:cubicBezTo>
                    <a:pt x="309" y="61"/>
                    <a:pt x="310" y="61"/>
                    <a:pt x="311" y="61"/>
                  </a:cubicBezTo>
                  <a:cubicBezTo>
                    <a:pt x="312" y="61"/>
                    <a:pt x="313" y="61"/>
                    <a:pt x="314" y="61"/>
                  </a:cubicBezTo>
                  <a:cubicBezTo>
                    <a:pt x="315" y="62"/>
                    <a:pt x="316" y="62"/>
                    <a:pt x="316" y="62"/>
                  </a:cubicBezTo>
                  <a:cubicBezTo>
                    <a:pt x="317" y="62"/>
                    <a:pt x="317" y="61"/>
                    <a:pt x="318" y="61"/>
                  </a:cubicBezTo>
                  <a:cubicBezTo>
                    <a:pt x="319" y="60"/>
                    <a:pt x="320" y="58"/>
                    <a:pt x="321" y="56"/>
                  </a:cubicBezTo>
                  <a:cubicBezTo>
                    <a:pt x="323" y="50"/>
                    <a:pt x="323" y="50"/>
                    <a:pt x="323" y="50"/>
                  </a:cubicBezTo>
                  <a:cubicBezTo>
                    <a:pt x="311" y="25"/>
                    <a:pt x="311" y="25"/>
                    <a:pt x="311" y="25"/>
                  </a:cubicBezTo>
                  <a:cubicBezTo>
                    <a:pt x="311" y="24"/>
                    <a:pt x="311" y="23"/>
                    <a:pt x="310" y="22"/>
                  </a:cubicBezTo>
                  <a:cubicBezTo>
                    <a:pt x="309" y="21"/>
                    <a:pt x="309" y="20"/>
                    <a:pt x="308" y="20"/>
                  </a:cubicBezTo>
                  <a:cubicBezTo>
                    <a:pt x="308" y="20"/>
                    <a:pt x="307" y="19"/>
                    <a:pt x="305" y="19"/>
                  </a:cubicBezTo>
                  <a:cubicBezTo>
                    <a:pt x="306" y="19"/>
                    <a:pt x="306" y="19"/>
                    <a:pt x="306" y="19"/>
                  </a:cubicBezTo>
                  <a:close/>
                  <a:moveTo>
                    <a:pt x="379" y="18"/>
                  </a:moveTo>
                  <a:cubicBezTo>
                    <a:pt x="383" y="18"/>
                    <a:pt x="387" y="20"/>
                    <a:pt x="391" y="24"/>
                  </a:cubicBezTo>
                  <a:cubicBezTo>
                    <a:pt x="393" y="27"/>
                    <a:pt x="395" y="31"/>
                    <a:pt x="395" y="35"/>
                  </a:cubicBezTo>
                  <a:cubicBezTo>
                    <a:pt x="395" y="39"/>
                    <a:pt x="394" y="41"/>
                    <a:pt x="393" y="45"/>
                  </a:cubicBezTo>
                  <a:cubicBezTo>
                    <a:pt x="391" y="48"/>
                    <a:pt x="389" y="50"/>
                    <a:pt x="387" y="52"/>
                  </a:cubicBezTo>
                  <a:cubicBezTo>
                    <a:pt x="385" y="53"/>
                    <a:pt x="382" y="54"/>
                    <a:pt x="379" y="54"/>
                  </a:cubicBezTo>
                  <a:cubicBezTo>
                    <a:pt x="374" y="54"/>
                    <a:pt x="370" y="52"/>
                    <a:pt x="367" y="48"/>
                  </a:cubicBezTo>
                  <a:cubicBezTo>
                    <a:pt x="365" y="45"/>
                    <a:pt x="363" y="41"/>
                    <a:pt x="363" y="37"/>
                  </a:cubicBezTo>
                  <a:cubicBezTo>
                    <a:pt x="363" y="33"/>
                    <a:pt x="364" y="30"/>
                    <a:pt x="366" y="27"/>
                  </a:cubicBezTo>
                  <a:cubicBezTo>
                    <a:pt x="367" y="24"/>
                    <a:pt x="369" y="22"/>
                    <a:pt x="372" y="21"/>
                  </a:cubicBezTo>
                  <a:cubicBezTo>
                    <a:pt x="373" y="19"/>
                    <a:pt x="376" y="18"/>
                    <a:pt x="379" y="18"/>
                  </a:cubicBezTo>
                  <a:close/>
                  <a:moveTo>
                    <a:pt x="377" y="20"/>
                  </a:moveTo>
                  <a:cubicBezTo>
                    <a:pt x="376" y="20"/>
                    <a:pt x="375" y="21"/>
                    <a:pt x="373" y="21"/>
                  </a:cubicBezTo>
                  <a:cubicBezTo>
                    <a:pt x="372" y="22"/>
                    <a:pt x="371" y="23"/>
                    <a:pt x="370" y="25"/>
                  </a:cubicBezTo>
                  <a:cubicBezTo>
                    <a:pt x="369" y="27"/>
                    <a:pt x="369" y="30"/>
                    <a:pt x="369" y="33"/>
                  </a:cubicBezTo>
                  <a:cubicBezTo>
                    <a:pt x="369" y="38"/>
                    <a:pt x="370" y="42"/>
                    <a:pt x="372" y="46"/>
                  </a:cubicBezTo>
                  <a:cubicBezTo>
                    <a:pt x="374" y="49"/>
                    <a:pt x="376" y="51"/>
                    <a:pt x="379" y="51"/>
                  </a:cubicBezTo>
                  <a:cubicBezTo>
                    <a:pt x="382" y="51"/>
                    <a:pt x="384" y="50"/>
                    <a:pt x="385" y="48"/>
                  </a:cubicBezTo>
                  <a:cubicBezTo>
                    <a:pt x="387" y="46"/>
                    <a:pt x="387" y="43"/>
                    <a:pt x="387" y="38"/>
                  </a:cubicBezTo>
                  <a:cubicBezTo>
                    <a:pt x="387" y="32"/>
                    <a:pt x="386" y="27"/>
                    <a:pt x="384" y="24"/>
                  </a:cubicBezTo>
                  <a:cubicBezTo>
                    <a:pt x="382" y="21"/>
                    <a:pt x="380" y="20"/>
                    <a:pt x="377" y="20"/>
                  </a:cubicBezTo>
                  <a:close/>
                  <a:moveTo>
                    <a:pt x="415" y="21"/>
                  </a:moveTo>
                  <a:cubicBezTo>
                    <a:pt x="415" y="44"/>
                    <a:pt x="415" y="44"/>
                    <a:pt x="415" y="44"/>
                  </a:cubicBezTo>
                  <a:cubicBezTo>
                    <a:pt x="415" y="47"/>
                    <a:pt x="416" y="49"/>
                    <a:pt x="416" y="50"/>
                  </a:cubicBezTo>
                  <a:cubicBezTo>
                    <a:pt x="417" y="51"/>
                    <a:pt x="418" y="51"/>
                    <a:pt x="420" y="51"/>
                  </a:cubicBezTo>
                  <a:cubicBezTo>
                    <a:pt x="423" y="51"/>
                    <a:pt x="423" y="51"/>
                    <a:pt x="423" y="51"/>
                  </a:cubicBezTo>
                  <a:cubicBezTo>
                    <a:pt x="423" y="53"/>
                    <a:pt x="423" y="53"/>
                    <a:pt x="423" y="53"/>
                  </a:cubicBezTo>
                  <a:cubicBezTo>
                    <a:pt x="403" y="53"/>
                    <a:pt x="403" y="53"/>
                    <a:pt x="403" y="53"/>
                  </a:cubicBezTo>
                  <a:cubicBezTo>
                    <a:pt x="403" y="51"/>
                    <a:pt x="403" y="51"/>
                    <a:pt x="403" y="51"/>
                  </a:cubicBezTo>
                  <a:cubicBezTo>
                    <a:pt x="405" y="51"/>
                    <a:pt x="405" y="51"/>
                    <a:pt x="405" y="51"/>
                  </a:cubicBezTo>
                  <a:cubicBezTo>
                    <a:pt x="406" y="51"/>
                    <a:pt x="407" y="51"/>
                    <a:pt x="408" y="51"/>
                  </a:cubicBezTo>
                  <a:cubicBezTo>
                    <a:pt x="409" y="50"/>
                    <a:pt x="409" y="49"/>
                    <a:pt x="409" y="49"/>
                  </a:cubicBezTo>
                  <a:cubicBezTo>
                    <a:pt x="410" y="48"/>
                    <a:pt x="410" y="46"/>
                    <a:pt x="410" y="44"/>
                  </a:cubicBezTo>
                  <a:cubicBezTo>
                    <a:pt x="410" y="21"/>
                    <a:pt x="410" y="21"/>
                    <a:pt x="410" y="21"/>
                  </a:cubicBezTo>
                  <a:cubicBezTo>
                    <a:pt x="403" y="21"/>
                    <a:pt x="403" y="21"/>
                    <a:pt x="403" y="21"/>
                  </a:cubicBezTo>
                  <a:cubicBezTo>
                    <a:pt x="403" y="19"/>
                    <a:pt x="403" y="19"/>
                    <a:pt x="403" y="19"/>
                  </a:cubicBezTo>
                  <a:cubicBezTo>
                    <a:pt x="410" y="19"/>
                    <a:pt x="410" y="19"/>
                    <a:pt x="410" y="19"/>
                  </a:cubicBezTo>
                  <a:cubicBezTo>
                    <a:pt x="410" y="16"/>
                    <a:pt x="410" y="16"/>
                    <a:pt x="410" y="16"/>
                  </a:cubicBezTo>
                  <a:cubicBezTo>
                    <a:pt x="410" y="13"/>
                    <a:pt x="410" y="10"/>
                    <a:pt x="411" y="7"/>
                  </a:cubicBezTo>
                  <a:cubicBezTo>
                    <a:pt x="413" y="5"/>
                    <a:pt x="414" y="3"/>
                    <a:pt x="416" y="2"/>
                  </a:cubicBezTo>
                  <a:cubicBezTo>
                    <a:pt x="418" y="0"/>
                    <a:pt x="421" y="0"/>
                    <a:pt x="423" y="0"/>
                  </a:cubicBezTo>
                  <a:cubicBezTo>
                    <a:pt x="426" y="0"/>
                    <a:pt x="428" y="1"/>
                    <a:pt x="430" y="2"/>
                  </a:cubicBezTo>
                  <a:cubicBezTo>
                    <a:pt x="431" y="3"/>
                    <a:pt x="432" y="5"/>
                    <a:pt x="432" y="6"/>
                  </a:cubicBezTo>
                  <a:cubicBezTo>
                    <a:pt x="432" y="7"/>
                    <a:pt x="432" y="7"/>
                    <a:pt x="431" y="8"/>
                  </a:cubicBezTo>
                  <a:cubicBezTo>
                    <a:pt x="431" y="9"/>
                    <a:pt x="430" y="9"/>
                    <a:pt x="429" y="9"/>
                  </a:cubicBezTo>
                  <a:cubicBezTo>
                    <a:pt x="429" y="9"/>
                    <a:pt x="428" y="8"/>
                    <a:pt x="428" y="8"/>
                  </a:cubicBezTo>
                  <a:cubicBezTo>
                    <a:pt x="427" y="7"/>
                    <a:pt x="427" y="7"/>
                    <a:pt x="425" y="5"/>
                  </a:cubicBezTo>
                  <a:cubicBezTo>
                    <a:pt x="425" y="4"/>
                    <a:pt x="424" y="3"/>
                    <a:pt x="423" y="2"/>
                  </a:cubicBezTo>
                  <a:cubicBezTo>
                    <a:pt x="422" y="2"/>
                    <a:pt x="421" y="1"/>
                    <a:pt x="421" y="1"/>
                  </a:cubicBezTo>
                  <a:cubicBezTo>
                    <a:pt x="419" y="1"/>
                    <a:pt x="419" y="2"/>
                    <a:pt x="418" y="2"/>
                  </a:cubicBezTo>
                  <a:cubicBezTo>
                    <a:pt x="417" y="3"/>
                    <a:pt x="417" y="4"/>
                    <a:pt x="416" y="5"/>
                  </a:cubicBezTo>
                  <a:cubicBezTo>
                    <a:pt x="416" y="6"/>
                    <a:pt x="416" y="9"/>
                    <a:pt x="416" y="15"/>
                  </a:cubicBezTo>
                  <a:cubicBezTo>
                    <a:pt x="416" y="17"/>
                    <a:pt x="416" y="17"/>
                    <a:pt x="416" y="17"/>
                  </a:cubicBezTo>
                  <a:cubicBezTo>
                    <a:pt x="424" y="17"/>
                    <a:pt x="424" y="17"/>
                    <a:pt x="424" y="17"/>
                  </a:cubicBezTo>
                  <a:cubicBezTo>
                    <a:pt x="424" y="21"/>
                    <a:pt x="424" y="21"/>
                    <a:pt x="424" y="21"/>
                  </a:cubicBezTo>
                  <a:cubicBezTo>
                    <a:pt x="415" y="21"/>
                    <a:pt x="415" y="21"/>
                    <a:pt x="415" y="21"/>
                  </a:cubicBezTo>
                  <a:close/>
                  <a:moveTo>
                    <a:pt x="477" y="1"/>
                  </a:moveTo>
                  <a:cubicBezTo>
                    <a:pt x="477" y="19"/>
                    <a:pt x="477" y="19"/>
                    <a:pt x="477" y="19"/>
                  </a:cubicBezTo>
                  <a:cubicBezTo>
                    <a:pt x="475" y="19"/>
                    <a:pt x="475" y="19"/>
                    <a:pt x="475" y="19"/>
                  </a:cubicBezTo>
                  <a:cubicBezTo>
                    <a:pt x="475" y="15"/>
                    <a:pt x="474" y="13"/>
                    <a:pt x="473" y="11"/>
                  </a:cubicBezTo>
                  <a:cubicBezTo>
                    <a:pt x="472" y="9"/>
                    <a:pt x="470" y="7"/>
                    <a:pt x="468" y="6"/>
                  </a:cubicBezTo>
                  <a:cubicBezTo>
                    <a:pt x="466" y="5"/>
                    <a:pt x="464" y="4"/>
                    <a:pt x="462" y="4"/>
                  </a:cubicBezTo>
                  <a:cubicBezTo>
                    <a:pt x="459" y="4"/>
                    <a:pt x="457" y="5"/>
                    <a:pt x="456" y="7"/>
                  </a:cubicBezTo>
                  <a:cubicBezTo>
                    <a:pt x="454" y="8"/>
                    <a:pt x="453" y="10"/>
                    <a:pt x="453" y="12"/>
                  </a:cubicBezTo>
                  <a:cubicBezTo>
                    <a:pt x="453" y="13"/>
                    <a:pt x="454" y="15"/>
                    <a:pt x="455" y="16"/>
                  </a:cubicBezTo>
                  <a:cubicBezTo>
                    <a:pt x="457" y="18"/>
                    <a:pt x="460" y="20"/>
                    <a:pt x="465" y="23"/>
                  </a:cubicBezTo>
                  <a:cubicBezTo>
                    <a:pt x="470" y="26"/>
                    <a:pt x="473" y="28"/>
                    <a:pt x="475" y="29"/>
                  </a:cubicBezTo>
                  <a:cubicBezTo>
                    <a:pt x="476" y="31"/>
                    <a:pt x="477" y="32"/>
                    <a:pt x="479" y="34"/>
                  </a:cubicBezTo>
                  <a:cubicBezTo>
                    <a:pt x="479" y="36"/>
                    <a:pt x="480" y="38"/>
                    <a:pt x="480" y="40"/>
                  </a:cubicBezTo>
                  <a:cubicBezTo>
                    <a:pt x="480" y="44"/>
                    <a:pt x="478" y="47"/>
                    <a:pt x="475" y="50"/>
                  </a:cubicBezTo>
                  <a:cubicBezTo>
                    <a:pt x="473" y="53"/>
                    <a:pt x="469" y="54"/>
                    <a:pt x="465" y="54"/>
                  </a:cubicBezTo>
                  <a:cubicBezTo>
                    <a:pt x="463" y="54"/>
                    <a:pt x="462" y="54"/>
                    <a:pt x="461" y="53"/>
                  </a:cubicBezTo>
                  <a:cubicBezTo>
                    <a:pt x="460" y="53"/>
                    <a:pt x="458" y="53"/>
                    <a:pt x="456" y="52"/>
                  </a:cubicBezTo>
                  <a:cubicBezTo>
                    <a:pt x="454" y="51"/>
                    <a:pt x="453" y="51"/>
                    <a:pt x="452" y="51"/>
                  </a:cubicBezTo>
                  <a:cubicBezTo>
                    <a:pt x="451" y="51"/>
                    <a:pt x="451" y="51"/>
                    <a:pt x="450" y="51"/>
                  </a:cubicBezTo>
                  <a:cubicBezTo>
                    <a:pt x="450" y="52"/>
                    <a:pt x="450" y="53"/>
                    <a:pt x="449" y="54"/>
                  </a:cubicBezTo>
                  <a:cubicBezTo>
                    <a:pt x="448" y="54"/>
                    <a:pt x="448" y="54"/>
                    <a:pt x="448" y="54"/>
                  </a:cubicBezTo>
                  <a:cubicBezTo>
                    <a:pt x="448" y="37"/>
                    <a:pt x="448" y="37"/>
                    <a:pt x="448" y="37"/>
                  </a:cubicBezTo>
                  <a:cubicBezTo>
                    <a:pt x="449" y="37"/>
                    <a:pt x="449" y="37"/>
                    <a:pt x="449" y="37"/>
                  </a:cubicBezTo>
                  <a:cubicBezTo>
                    <a:pt x="450" y="40"/>
                    <a:pt x="451" y="43"/>
                    <a:pt x="452" y="45"/>
                  </a:cubicBezTo>
                  <a:cubicBezTo>
                    <a:pt x="453" y="46"/>
                    <a:pt x="455" y="48"/>
                    <a:pt x="457" y="49"/>
                  </a:cubicBezTo>
                  <a:cubicBezTo>
                    <a:pt x="459" y="50"/>
                    <a:pt x="461" y="51"/>
                    <a:pt x="464" y="51"/>
                  </a:cubicBezTo>
                  <a:cubicBezTo>
                    <a:pt x="467" y="51"/>
                    <a:pt x="469" y="50"/>
                    <a:pt x="471" y="48"/>
                  </a:cubicBezTo>
                  <a:cubicBezTo>
                    <a:pt x="473" y="47"/>
                    <a:pt x="473" y="45"/>
                    <a:pt x="473" y="43"/>
                  </a:cubicBezTo>
                  <a:cubicBezTo>
                    <a:pt x="473" y="41"/>
                    <a:pt x="473" y="40"/>
                    <a:pt x="473" y="39"/>
                  </a:cubicBezTo>
                  <a:cubicBezTo>
                    <a:pt x="472" y="38"/>
                    <a:pt x="471" y="37"/>
                    <a:pt x="469" y="35"/>
                  </a:cubicBezTo>
                  <a:cubicBezTo>
                    <a:pt x="469" y="35"/>
                    <a:pt x="466" y="33"/>
                    <a:pt x="462" y="31"/>
                  </a:cubicBezTo>
                  <a:cubicBezTo>
                    <a:pt x="458" y="28"/>
                    <a:pt x="455" y="26"/>
                    <a:pt x="453" y="25"/>
                  </a:cubicBezTo>
                  <a:cubicBezTo>
                    <a:pt x="451" y="23"/>
                    <a:pt x="450" y="22"/>
                    <a:pt x="449" y="20"/>
                  </a:cubicBezTo>
                  <a:cubicBezTo>
                    <a:pt x="448" y="19"/>
                    <a:pt x="448" y="17"/>
                    <a:pt x="448" y="15"/>
                  </a:cubicBezTo>
                  <a:cubicBezTo>
                    <a:pt x="448" y="11"/>
                    <a:pt x="449" y="8"/>
                    <a:pt x="452" y="5"/>
                  </a:cubicBezTo>
                  <a:cubicBezTo>
                    <a:pt x="455" y="3"/>
                    <a:pt x="458" y="1"/>
                    <a:pt x="462" y="1"/>
                  </a:cubicBezTo>
                  <a:cubicBezTo>
                    <a:pt x="464" y="1"/>
                    <a:pt x="467" y="2"/>
                    <a:pt x="470" y="3"/>
                  </a:cubicBezTo>
                  <a:cubicBezTo>
                    <a:pt x="471" y="4"/>
                    <a:pt x="472" y="4"/>
                    <a:pt x="473" y="4"/>
                  </a:cubicBezTo>
                  <a:cubicBezTo>
                    <a:pt x="473" y="4"/>
                    <a:pt x="474" y="4"/>
                    <a:pt x="474" y="4"/>
                  </a:cubicBezTo>
                  <a:cubicBezTo>
                    <a:pt x="475" y="3"/>
                    <a:pt x="475" y="3"/>
                    <a:pt x="475" y="1"/>
                  </a:cubicBezTo>
                  <a:cubicBezTo>
                    <a:pt x="477" y="1"/>
                    <a:pt x="477" y="1"/>
                    <a:pt x="477" y="1"/>
                  </a:cubicBezTo>
                  <a:close/>
                  <a:moveTo>
                    <a:pt x="517" y="40"/>
                  </a:moveTo>
                  <a:cubicBezTo>
                    <a:pt x="517" y="44"/>
                    <a:pt x="515" y="48"/>
                    <a:pt x="512" y="50"/>
                  </a:cubicBezTo>
                  <a:cubicBezTo>
                    <a:pt x="510" y="53"/>
                    <a:pt x="507" y="54"/>
                    <a:pt x="504" y="54"/>
                  </a:cubicBezTo>
                  <a:cubicBezTo>
                    <a:pt x="500" y="54"/>
                    <a:pt x="497" y="52"/>
                    <a:pt x="494" y="49"/>
                  </a:cubicBezTo>
                  <a:cubicBezTo>
                    <a:pt x="491" y="46"/>
                    <a:pt x="490" y="41"/>
                    <a:pt x="490" y="36"/>
                  </a:cubicBezTo>
                  <a:cubicBezTo>
                    <a:pt x="490" y="31"/>
                    <a:pt x="492" y="26"/>
                    <a:pt x="495" y="23"/>
                  </a:cubicBezTo>
                  <a:cubicBezTo>
                    <a:pt x="498" y="19"/>
                    <a:pt x="501" y="17"/>
                    <a:pt x="506" y="17"/>
                  </a:cubicBezTo>
                  <a:cubicBezTo>
                    <a:pt x="509" y="17"/>
                    <a:pt x="512" y="18"/>
                    <a:pt x="514" y="20"/>
                  </a:cubicBezTo>
                  <a:cubicBezTo>
                    <a:pt x="516" y="22"/>
                    <a:pt x="517" y="24"/>
                    <a:pt x="517" y="26"/>
                  </a:cubicBezTo>
                  <a:cubicBezTo>
                    <a:pt x="517" y="27"/>
                    <a:pt x="517" y="27"/>
                    <a:pt x="516" y="28"/>
                  </a:cubicBezTo>
                  <a:cubicBezTo>
                    <a:pt x="516" y="29"/>
                    <a:pt x="515" y="29"/>
                    <a:pt x="514" y="29"/>
                  </a:cubicBezTo>
                  <a:cubicBezTo>
                    <a:pt x="512" y="29"/>
                    <a:pt x="511" y="29"/>
                    <a:pt x="511" y="27"/>
                  </a:cubicBezTo>
                  <a:cubicBezTo>
                    <a:pt x="510" y="27"/>
                    <a:pt x="510" y="26"/>
                    <a:pt x="510" y="25"/>
                  </a:cubicBezTo>
                  <a:cubicBezTo>
                    <a:pt x="510" y="23"/>
                    <a:pt x="509" y="22"/>
                    <a:pt x="508" y="21"/>
                  </a:cubicBezTo>
                  <a:cubicBezTo>
                    <a:pt x="507" y="21"/>
                    <a:pt x="506" y="20"/>
                    <a:pt x="505" y="20"/>
                  </a:cubicBezTo>
                  <a:cubicBezTo>
                    <a:pt x="502" y="20"/>
                    <a:pt x="500" y="21"/>
                    <a:pt x="499" y="23"/>
                  </a:cubicBezTo>
                  <a:cubicBezTo>
                    <a:pt x="497" y="25"/>
                    <a:pt x="496" y="29"/>
                    <a:pt x="496" y="33"/>
                  </a:cubicBezTo>
                  <a:cubicBezTo>
                    <a:pt x="496" y="37"/>
                    <a:pt x="497" y="40"/>
                    <a:pt x="499" y="43"/>
                  </a:cubicBezTo>
                  <a:cubicBezTo>
                    <a:pt x="501" y="47"/>
                    <a:pt x="503" y="48"/>
                    <a:pt x="507" y="48"/>
                  </a:cubicBezTo>
                  <a:cubicBezTo>
                    <a:pt x="509" y="48"/>
                    <a:pt x="511" y="47"/>
                    <a:pt x="513" y="46"/>
                  </a:cubicBezTo>
                  <a:cubicBezTo>
                    <a:pt x="514" y="45"/>
                    <a:pt x="515" y="43"/>
                    <a:pt x="517" y="40"/>
                  </a:cubicBezTo>
                  <a:cubicBezTo>
                    <a:pt x="517" y="40"/>
                    <a:pt x="517" y="40"/>
                    <a:pt x="517" y="40"/>
                  </a:cubicBezTo>
                  <a:close/>
                  <a:moveTo>
                    <a:pt x="534" y="0"/>
                  </a:moveTo>
                  <a:cubicBezTo>
                    <a:pt x="535" y="0"/>
                    <a:pt x="536" y="0"/>
                    <a:pt x="537" y="1"/>
                  </a:cubicBezTo>
                  <a:cubicBezTo>
                    <a:pt x="537" y="2"/>
                    <a:pt x="538" y="3"/>
                    <a:pt x="538" y="4"/>
                  </a:cubicBezTo>
                  <a:cubicBezTo>
                    <a:pt x="538" y="5"/>
                    <a:pt x="537" y="6"/>
                    <a:pt x="537" y="7"/>
                  </a:cubicBezTo>
                  <a:cubicBezTo>
                    <a:pt x="536" y="7"/>
                    <a:pt x="535" y="8"/>
                    <a:pt x="534" y="8"/>
                  </a:cubicBezTo>
                  <a:cubicBezTo>
                    <a:pt x="533" y="8"/>
                    <a:pt x="532" y="7"/>
                    <a:pt x="532" y="7"/>
                  </a:cubicBezTo>
                  <a:cubicBezTo>
                    <a:pt x="531" y="6"/>
                    <a:pt x="531" y="5"/>
                    <a:pt x="531" y="4"/>
                  </a:cubicBezTo>
                  <a:cubicBezTo>
                    <a:pt x="531" y="3"/>
                    <a:pt x="531" y="2"/>
                    <a:pt x="532" y="1"/>
                  </a:cubicBezTo>
                  <a:cubicBezTo>
                    <a:pt x="532" y="0"/>
                    <a:pt x="533" y="0"/>
                    <a:pt x="534" y="0"/>
                  </a:cubicBezTo>
                  <a:close/>
                  <a:moveTo>
                    <a:pt x="537" y="18"/>
                  </a:moveTo>
                  <a:cubicBezTo>
                    <a:pt x="537" y="45"/>
                    <a:pt x="537" y="45"/>
                    <a:pt x="537" y="45"/>
                  </a:cubicBezTo>
                  <a:cubicBezTo>
                    <a:pt x="537" y="47"/>
                    <a:pt x="537" y="49"/>
                    <a:pt x="537" y="49"/>
                  </a:cubicBezTo>
                  <a:cubicBezTo>
                    <a:pt x="538" y="50"/>
                    <a:pt x="538" y="51"/>
                    <a:pt x="539" y="51"/>
                  </a:cubicBezTo>
                  <a:cubicBezTo>
                    <a:pt x="539" y="51"/>
                    <a:pt x="540" y="51"/>
                    <a:pt x="542" y="51"/>
                  </a:cubicBezTo>
                  <a:cubicBezTo>
                    <a:pt x="542" y="53"/>
                    <a:pt x="542" y="53"/>
                    <a:pt x="542" y="53"/>
                  </a:cubicBezTo>
                  <a:cubicBezTo>
                    <a:pt x="526" y="53"/>
                    <a:pt x="526" y="53"/>
                    <a:pt x="526" y="53"/>
                  </a:cubicBezTo>
                  <a:cubicBezTo>
                    <a:pt x="526" y="51"/>
                    <a:pt x="526" y="51"/>
                    <a:pt x="526" y="51"/>
                  </a:cubicBezTo>
                  <a:cubicBezTo>
                    <a:pt x="527" y="51"/>
                    <a:pt x="529" y="51"/>
                    <a:pt x="529" y="51"/>
                  </a:cubicBezTo>
                  <a:cubicBezTo>
                    <a:pt x="529" y="51"/>
                    <a:pt x="530" y="50"/>
                    <a:pt x="530" y="49"/>
                  </a:cubicBezTo>
                  <a:cubicBezTo>
                    <a:pt x="531" y="49"/>
                    <a:pt x="531" y="47"/>
                    <a:pt x="531" y="45"/>
                  </a:cubicBezTo>
                  <a:cubicBezTo>
                    <a:pt x="531" y="32"/>
                    <a:pt x="531" y="32"/>
                    <a:pt x="531" y="32"/>
                  </a:cubicBezTo>
                  <a:cubicBezTo>
                    <a:pt x="531" y="28"/>
                    <a:pt x="531" y="26"/>
                    <a:pt x="530" y="25"/>
                  </a:cubicBezTo>
                  <a:cubicBezTo>
                    <a:pt x="530" y="24"/>
                    <a:pt x="530" y="23"/>
                    <a:pt x="529" y="23"/>
                  </a:cubicBezTo>
                  <a:cubicBezTo>
                    <a:pt x="529" y="23"/>
                    <a:pt x="529" y="23"/>
                    <a:pt x="528" y="23"/>
                  </a:cubicBezTo>
                  <a:cubicBezTo>
                    <a:pt x="527" y="23"/>
                    <a:pt x="526" y="23"/>
                    <a:pt x="525" y="23"/>
                  </a:cubicBezTo>
                  <a:cubicBezTo>
                    <a:pt x="525" y="22"/>
                    <a:pt x="525" y="22"/>
                    <a:pt x="525" y="22"/>
                  </a:cubicBezTo>
                  <a:cubicBezTo>
                    <a:pt x="535" y="18"/>
                    <a:pt x="535" y="18"/>
                    <a:pt x="535" y="18"/>
                  </a:cubicBezTo>
                  <a:cubicBezTo>
                    <a:pt x="537" y="18"/>
                    <a:pt x="537" y="18"/>
                    <a:pt x="537" y="18"/>
                  </a:cubicBezTo>
                  <a:close/>
                  <a:moveTo>
                    <a:pt x="555" y="31"/>
                  </a:moveTo>
                  <a:cubicBezTo>
                    <a:pt x="555" y="37"/>
                    <a:pt x="557" y="40"/>
                    <a:pt x="559" y="43"/>
                  </a:cubicBezTo>
                  <a:cubicBezTo>
                    <a:pt x="561" y="46"/>
                    <a:pt x="564" y="48"/>
                    <a:pt x="567" y="48"/>
                  </a:cubicBezTo>
                  <a:cubicBezTo>
                    <a:pt x="569" y="48"/>
                    <a:pt x="571" y="47"/>
                    <a:pt x="573" y="46"/>
                  </a:cubicBezTo>
                  <a:cubicBezTo>
                    <a:pt x="575" y="45"/>
                    <a:pt x="576" y="43"/>
                    <a:pt x="577" y="39"/>
                  </a:cubicBezTo>
                  <a:cubicBezTo>
                    <a:pt x="578" y="40"/>
                    <a:pt x="578" y="40"/>
                    <a:pt x="578" y="40"/>
                  </a:cubicBezTo>
                  <a:cubicBezTo>
                    <a:pt x="578" y="43"/>
                    <a:pt x="576" y="47"/>
                    <a:pt x="574" y="49"/>
                  </a:cubicBezTo>
                  <a:cubicBezTo>
                    <a:pt x="571" y="52"/>
                    <a:pt x="568" y="53"/>
                    <a:pt x="565" y="53"/>
                  </a:cubicBezTo>
                  <a:cubicBezTo>
                    <a:pt x="561" y="53"/>
                    <a:pt x="557" y="52"/>
                    <a:pt x="555" y="49"/>
                  </a:cubicBezTo>
                  <a:cubicBezTo>
                    <a:pt x="552" y="45"/>
                    <a:pt x="551" y="41"/>
                    <a:pt x="551" y="36"/>
                  </a:cubicBezTo>
                  <a:cubicBezTo>
                    <a:pt x="551" y="30"/>
                    <a:pt x="552" y="25"/>
                    <a:pt x="555" y="22"/>
                  </a:cubicBezTo>
                  <a:cubicBezTo>
                    <a:pt x="558" y="19"/>
                    <a:pt x="561" y="17"/>
                    <a:pt x="566" y="17"/>
                  </a:cubicBezTo>
                  <a:cubicBezTo>
                    <a:pt x="569" y="17"/>
                    <a:pt x="573" y="19"/>
                    <a:pt x="575" y="21"/>
                  </a:cubicBezTo>
                  <a:cubicBezTo>
                    <a:pt x="577" y="23"/>
                    <a:pt x="579" y="27"/>
                    <a:pt x="579" y="31"/>
                  </a:cubicBezTo>
                  <a:cubicBezTo>
                    <a:pt x="555" y="31"/>
                    <a:pt x="555" y="31"/>
                    <a:pt x="555" y="31"/>
                  </a:cubicBezTo>
                  <a:close/>
                  <a:moveTo>
                    <a:pt x="555" y="29"/>
                  </a:moveTo>
                  <a:cubicBezTo>
                    <a:pt x="571" y="29"/>
                    <a:pt x="571" y="29"/>
                    <a:pt x="571" y="29"/>
                  </a:cubicBezTo>
                  <a:cubicBezTo>
                    <a:pt x="571" y="27"/>
                    <a:pt x="570" y="26"/>
                    <a:pt x="570" y="25"/>
                  </a:cubicBezTo>
                  <a:cubicBezTo>
                    <a:pt x="569" y="24"/>
                    <a:pt x="568" y="23"/>
                    <a:pt x="567" y="22"/>
                  </a:cubicBezTo>
                  <a:cubicBezTo>
                    <a:pt x="566" y="21"/>
                    <a:pt x="565" y="21"/>
                    <a:pt x="563" y="21"/>
                  </a:cubicBezTo>
                  <a:cubicBezTo>
                    <a:pt x="561" y="21"/>
                    <a:pt x="560" y="21"/>
                    <a:pt x="558" y="23"/>
                  </a:cubicBezTo>
                  <a:cubicBezTo>
                    <a:pt x="557" y="24"/>
                    <a:pt x="555" y="27"/>
                    <a:pt x="555" y="29"/>
                  </a:cubicBezTo>
                  <a:close/>
                  <a:moveTo>
                    <a:pt x="595" y="25"/>
                  </a:moveTo>
                  <a:cubicBezTo>
                    <a:pt x="599" y="20"/>
                    <a:pt x="603" y="18"/>
                    <a:pt x="606" y="18"/>
                  </a:cubicBezTo>
                  <a:cubicBezTo>
                    <a:pt x="608" y="18"/>
                    <a:pt x="609" y="18"/>
                    <a:pt x="611" y="19"/>
                  </a:cubicBezTo>
                  <a:cubicBezTo>
                    <a:pt x="612" y="20"/>
                    <a:pt x="613" y="21"/>
                    <a:pt x="614" y="23"/>
                  </a:cubicBezTo>
                  <a:cubicBezTo>
                    <a:pt x="615" y="25"/>
                    <a:pt x="615" y="27"/>
                    <a:pt x="615" y="30"/>
                  </a:cubicBezTo>
                  <a:cubicBezTo>
                    <a:pt x="615" y="45"/>
                    <a:pt x="615" y="45"/>
                    <a:pt x="615" y="45"/>
                  </a:cubicBezTo>
                  <a:cubicBezTo>
                    <a:pt x="615" y="47"/>
                    <a:pt x="615" y="48"/>
                    <a:pt x="615" y="49"/>
                  </a:cubicBezTo>
                  <a:cubicBezTo>
                    <a:pt x="616" y="50"/>
                    <a:pt x="616" y="50"/>
                    <a:pt x="617" y="51"/>
                  </a:cubicBezTo>
                  <a:cubicBezTo>
                    <a:pt x="617" y="51"/>
                    <a:pt x="618" y="51"/>
                    <a:pt x="620" y="51"/>
                  </a:cubicBezTo>
                  <a:cubicBezTo>
                    <a:pt x="620" y="52"/>
                    <a:pt x="620" y="52"/>
                    <a:pt x="620" y="52"/>
                  </a:cubicBezTo>
                  <a:cubicBezTo>
                    <a:pt x="604" y="52"/>
                    <a:pt x="604" y="52"/>
                    <a:pt x="604" y="52"/>
                  </a:cubicBezTo>
                  <a:cubicBezTo>
                    <a:pt x="604" y="51"/>
                    <a:pt x="604" y="51"/>
                    <a:pt x="604" y="51"/>
                  </a:cubicBezTo>
                  <a:cubicBezTo>
                    <a:pt x="605" y="51"/>
                    <a:pt x="605" y="51"/>
                    <a:pt x="605" y="51"/>
                  </a:cubicBezTo>
                  <a:cubicBezTo>
                    <a:pt x="606" y="51"/>
                    <a:pt x="607" y="51"/>
                    <a:pt x="608" y="50"/>
                  </a:cubicBezTo>
                  <a:cubicBezTo>
                    <a:pt x="609" y="50"/>
                    <a:pt x="609" y="49"/>
                    <a:pt x="609" y="48"/>
                  </a:cubicBezTo>
                  <a:cubicBezTo>
                    <a:pt x="609" y="48"/>
                    <a:pt x="609" y="47"/>
                    <a:pt x="609" y="45"/>
                  </a:cubicBezTo>
                  <a:cubicBezTo>
                    <a:pt x="609" y="31"/>
                    <a:pt x="609" y="31"/>
                    <a:pt x="609" y="31"/>
                  </a:cubicBezTo>
                  <a:cubicBezTo>
                    <a:pt x="609" y="27"/>
                    <a:pt x="609" y="25"/>
                    <a:pt x="608" y="24"/>
                  </a:cubicBezTo>
                  <a:cubicBezTo>
                    <a:pt x="607" y="23"/>
                    <a:pt x="606" y="22"/>
                    <a:pt x="604" y="22"/>
                  </a:cubicBezTo>
                  <a:cubicBezTo>
                    <a:pt x="601" y="22"/>
                    <a:pt x="598" y="23"/>
                    <a:pt x="595" y="27"/>
                  </a:cubicBezTo>
                  <a:cubicBezTo>
                    <a:pt x="595" y="45"/>
                    <a:pt x="595" y="45"/>
                    <a:pt x="595" y="45"/>
                  </a:cubicBezTo>
                  <a:cubicBezTo>
                    <a:pt x="595" y="47"/>
                    <a:pt x="595" y="48"/>
                    <a:pt x="596" y="49"/>
                  </a:cubicBezTo>
                  <a:cubicBezTo>
                    <a:pt x="596" y="50"/>
                    <a:pt x="597" y="50"/>
                    <a:pt x="597" y="51"/>
                  </a:cubicBezTo>
                  <a:cubicBezTo>
                    <a:pt x="597" y="51"/>
                    <a:pt x="599" y="51"/>
                    <a:pt x="601" y="51"/>
                  </a:cubicBezTo>
                  <a:cubicBezTo>
                    <a:pt x="601" y="52"/>
                    <a:pt x="601" y="52"/>
                    <a:pt x="601" y="52"/>
                  </a:cubicBezTo>
                  <a:cubicBezTo>
                    <a:pt x="585" y="52"/>
                    <a:pt x="585" y="52"/>
                    <a:pt x="585" y="52"/>
                  </a:cubicBezTo>
                  <a:cubicBezTo>
                    <a:pt x="585" y="51"/>
                    <a:pt x="585" y="51"/>
                    <a:pt x="585" y="51"/>
                  </a:cubicBezTo>
                  <a:cubicBezTo>
                    <a:pt x="585" y="51"/>
                    <a:pt x="585" y="51"/>
                    <a:pt x="585" y="51"/>
                  </a:cubicBezTo>
                  <a:cubicBezTo>
                    <a:pt x="587" y="51"/>
                    <a:pt x="588" y="51"/>
                    <a:pt x="589" y="50"/>
                  </a:cubicBezTo>
                  <a:cubicBezTo>
                    <a:pt x="589" y="49"/>
                    <a:pt x="589" y="47"/>
                    <a:pt x="589" y="45"/>
                  </a:cubicBezTo>
                  <a:cubicBezTo>
                    <a:pt x="589" y="32"/>
                    <a:pt x="589" y="32"/>
                    <a:pt x="589" y="32"/>
                  </a:cubicBezTo>
                  <a:cubicBezTo>
                    <a:pt x="589" y="28"/>
                    <a:pt x="589" y="25"/>
                    <a:pt x="589" y="24"/>
                  </a:cubicBezTo>
                  <a:cubicBezTo>
                    <a:pt x="589" y="23"/>
                    <a:pt x="589" y="23"/>
                    <a:pt x="588" y="22"/>
                  </a:cubicBezTo>
                  <a:cubicBezTo>
                    <a:pt x="588" y="22"/>
                    <a:pt x="587" y="22"/>
                    <a:pt x="587" y="22"/>
                  </a:cubicBezTo>
                  <a:cubicBezTo>
                    <a:pt x="586" y="22"/>
                    <a:pt x="585" y="22"/>
                    <a:pt x="584" y="22"/>
                  </a:cubicBezTo>
                  <a:cubicBezTo>
                    <a:pt x="584" y="21"/>
                    <a:pt x="584" y="21"/>
                    <a:pt x="584" y="21"/>
                  </a:cubicBezTo>
                  <a:cubicBezTo>
                    <a:pt x="594" y="17"/>
                    <a:pt x="594" y="17"/>
                    <a:pt x="594" y="17"/>
                  </a:cubicBezTo>
                  <a:cubicBezTo>
                    <a:pt x="595" y="17"/>
                    <a:pt x="595" y="17"/>
                    <a:pt x="595" y="17"/>
                  </a:cubicBezTo>
                  <a:cubicBezTo>
                    <a:pt x="595" y="25"/>
                    <a:pt x="595" y="25"/>
                    <a:pt x="595" y="25"/>
                  </a:cubicBezTo>
                  <a:close/>
                  <a:moveTo>
                    <a:pt x="654" y="40"/>
                  </a:moveTo>
                  <a:cubicBezTo>
                    <a:pt x="653" y="44"/>
                    <a:pt x="651" y="48"/>
                    <a:pt x="649" y="50"/>
                  </a:cubicBezTo>
                  <a:cubicBezTo>
                    <a:pt x="646" y="53"/>
                    <a:pt x="643" y="54"/>
                    <a:pt x="640" y="54"/>
                  </a:cubicBezTo>
                  <a:cubicBezTo>
                    <a:pt x="637" y="54"/>
                    <a:pt x="633" y="52"/>
                    <a:pt x="631" y="49"/>
                  </a:cubicBezTo>
                  <a:cubicBezTo>
                    <a:pt x="628" y="46"/>
                    <a:pt x="627" y="41"/>
                    <a:pt x="627" y="36"/>
                  </a:cubicBezTo>
                  <a:cubicBezTo>
                    <a:pt x="627" y="31"/>
                    <a:pt x="628" y="26"/>
                    <a:pt x="631" y="23"/>
                  </a:cubicBezTo>
                  <a:cubicBezTo>
                    <a:pt x="634" y="19"/>
                    <a:pt x="638" y="17"/>
                    <a:pt x="642" y="17"/>
                  </a:cubicBezTo>
                  <a:cubicBezTo>
                    <a:pt x="645" y="17"/>
                    <a:pt x="648" y="18"/>
                    <a:pt x="650" y="20"/>
                  </a:cubicBezTo>
                  <a:cubicBezTo>
                    <a:pt x="652" y="22"/>
                    <a:pt x="653" y="24"/>
                    <a:pt x="653" y="26"/>
                  </a:cubicBezTo>
                  <a:cubicBezTo>
                    <a:pt x="653" y="27"/>
                    <a:pt x="653" y="27"/>
                    <a:pt x="653" y="28"/>
                  </a:cubicBezTo>
                  <a:cubicBezTo>
                    <a:pt x="652" y="29"/>
                    <a:pt x="651" y="29"/>
                    <a:pt x="650" y="29"/>
                  </a:cubicBezTo>
                  <a:cubicBezTo>
                    <a:pt x="649" y="29"/>
                    <a:pt x="648" y="29"/>
                    <a:pt x="647" y="27"/>
                  </a:cubicBezTo>
                  <a:cubicBezTo>
                    <a:pt x="647" y="27"/>
                    <a:pt x="646" y="26"/>
                    <a:pt x="646" y="25"/>
                  </a:cubicBezTo>
                  <a:cubicBezTo>
                    <a:pt x="646" y="23"/>
                    <a:pt x="645" y="22"/>
                    <a:pt x="645" y="21"/>
                  </a:cubicBezTo>
                  <a:cubicBezTo>
                    <a:pt x="644" y="21"/>
                    <a:pt x="643" y="20"/>
                    <a:pt x="641" y="20"/>
                  </a:cubicBezTo>
                  <a:cubicBezTo>
                    <a:pt x="639" y="20"/>
                    <a:pt x="637" y="21"/>
                    <a:pt x="635" y="23"/>
                  </a:cubicBezTo>
                  <a:cubicBezTo>
                    <a:pt x="633" y="25"/>
                    <a:pt x="633" y="29"/>
                    <a:pt x="633" y="33"/>
                  </a:cubicBezTo>
                  <a:cubicBezTo>
                    <a:pt x="633" y="37"/>
                    <a:pt x="633" y="40"/>
                    <a:pt x="635" y="43"/>
                  </a:cubicBezTo>
                  <a:cubicBezTo>
                    <a:pt x="637" y="47"/>
                    <a:pt x="640" y="48"/>
                    <a:pt x="643" y="48"/>
                  </a:cubicBezTo>
                  <a:cubicBezTo>
                    <a:pt x="645" y="48"/>
                    <a:pt x="647" y="47"/>
                    <a:pt x="649" y="46"/>
                  </a:cubicBezTo>
                  <a:cubicBezTo>
                    <a:pt x="651" y="45"/>
                    <a:pt x="652" y="43"/>
                    <a:pt x="654" y="40"/>
                  </a:cubicBezTo>
                  <a:cubicBezTo>
                    <a:pt x="654" y="40"/>
                    <a:pt x="654" y="40"/>
                    <a:pt x="654" y="40"/>
                  </a:cubicBezTo>
                  <a:close/>
                  <a:moveTo>
                    <a:pt x="668" y="31"/>
                  </a:moveTo>
                  <a:cubicBezTo>
                    <a:pt x="668" y="37"/>
                    <a:pt x="669" y="40"/>
                    <a:pt x="671" y="43"/>
                  </a:cubicBezTo>
                  <a:cubicBezTo>
                    <a:pt x="674" y="46"/>
                    <a:pt x="677" y="48"/>
                    <a:pt x="680" y="48"/>
                  </a:cubicBezTo>
                  <a:cubicBezTo>
                    <a:pt x="682" y="48"/>
                    <a:pt x="684" y="47"/>
                    <a:pt x="685" y="46"/>
                  </a:cubicBezTo>
                  <a:cubicBezTo>
                    <a:pt x="687" y="45"/>
                    <a:pt x="688" y="43"/>
                    <a:pt x="689" y="39"/>
                  </a:cubicBezTo>
                  <a:cubicBezTo>
                    <a:pt x="691" y="40"/>
                    <a:pt x="691" y="40"/>
                    <a:pt x="691" y="40"/>
                  </a:cubicBezTo>
                  <a:cubicBezTo>
                    <a:pt x="690" y="43"/>
                    <a:pt x="689" y="47"/>
                    <a:pt x="686" y="49"/>
                  </a:cubicBezTo>
                  <a:cubicBezTo>
                    <a:pt x="684" y="52"/>
                    <a:pt x="681" y="53"/>
                    <a:pt x="677" y="53"/>
                  </a:cubicBezTo>
                  <a:cubicBezTo>
                    <a:pt x="673" y="53"/>
                    <a:pt x="670" y="52"/>
                    <a:pt x="667" y="49"/>
                  </a:cubicBezTo>
                  <a:cubicBezTo>
                    <a:pt x="664" y="45"/>
                    <a:pt x="663" y="41"/>
                    <a:pt x="663" y="36"/>
                  </a:cubicBezTo>
                  <a:cubicBezTo>
                    <a:pt x="663" y="30"/>
                    <a:pt x="665" y="25"/>
                    <a:pt x="667" y="22"/>
                  </a:cubicBezTo>
                  <a:cubicBezTo>
                    <a:pt x="670" y="19"/>
                    <a:pt x="674" y="17"/>
                    <a:pt x="678" y="17"/>
                  </a:cubicBezTo>
                  <a:cubicBezTo>
                    <a:pt x="682" y="17"/>
                    <a:pt x="685" y="19"/>
                    <a:pt x="687" y="21"/>
                  </a:cubicBezTo>
                  <a:cubicBezTo>
                    <a:pt x="690" y="23"/>
                    <a:pt x="691" y="27"/>
                    <a:pt x="691" y="31"/>
                  </a:cubicBezTo>
                  <a:cubicBezTo>
                    <a:pt x="668" y="31"/>
                    <a:pt x="668" y="31"/>
                    <a:pt x="668" y="31"/>
                  </a:cubicBezTo>
                  <a:close/>
                  <a:moveTo>
                    <a:pt x="668" y="29"/>
                  </a:moveTo>
                  <a:cubicBezTo>
                    <a:pt x="683" y="29"/>
                    <a:pt x="683" y="29"/>
                    <a:pt x="683" y="29"/>
                  </a:cubicBezTo>
                  <a:cubicBezTo>
                    <a:pt x="683" y="27"/>
                    <a:pt x="683" y="26"/>
                    <a:pt x="682" y="25"/>
                  </a:cubicBezTo>
                  <a:cubicBezTo>
                    <a:pt x="682" y="24"/>
                    <a:pt x="681" y="23"/>
                    <a:pt x="679" y="22"/>
                  </a:cubicBezTo>
                  <a:cubicBezTo>
                    <a:pt x="678" y="21"/>
                    <a:pt x="677" y="21"/>
                    <a:pt x="676" y="21"/>
                  </a:cubicBezTo>
                  <a:cubicBezTo>
                    <a:pt x="674" y="21"/>
                    <a:pt x="672" y="21"/>
                    <a:pt x="671" y="23"/>
                  </a:cubicBezTo>
                  <a:cubicBezTo>
                    <a:pt x="669" y="24"/>
                    <a:pt x="668" y="27"/>
                    <a:pt x="668" y="29"/>
                  </a:cubicBezTo>
                  <a:close/>
                  <a:moveTo>
                    <a:pt x="731" y="48"/>
                  </a:moveTo>
                  <a:cubicBezTo>
                    <a:pt x="728" y="51"/>
                    <a:pt x="726" y="52"/>
                    <a:pt x="725" y="53"/>
                  </a:cubicBezTo>
                  <a:cubicBezTo>
                    <a:pt x="724" y="53"/>
                    <a:pt x="722" y="53"/>
                    <a:pt x="721" y="53"/>
                  </a:cubicBezTo>
                  <a:cubicBezTo>
                    <a:pt x="719" y="53"/>
                    <a:pt x="717" y="53"/>
                    <a:pt x="715" y="51"/>
                  </a:cubicBezTo>
                  <a:cubicBezTo>
                    <a:pt x="714" y="49"/>
                    <a:pt x="713" y="47"/>
                    <a:pt x="713" y="45"/>
                  </a:cubicBezTo>
                  <a:cubicBezTo>
                    <a:pt x="713" y="43"/>
                    <a:pt x="714" y="41"/>
                    <a:pt x="715" y="40"/>
                  </a:cubicBezTo>
                  <a:cubicBezTo>
                    <a:pt x="715" y="39"/>
                    <a:pt x="717" y="37"/>
                    <a:pt x="720" y="35"/>
                  </a:cubicBezTo>
                  <a:cubicBezTo>
                    <a:pt x="722" y="34"/>
                    <a:pt x="726" y="32"/>
                    <a:pt x="732" y="30"/>
                  </a:cubicBezTo>
                  <a:cubicBezTo>
                    <a:pt x="732" y="29"/>
                    <a:pt x="732" y="29"/>
                    <a:pt x="732" y="29"/>
                  </a:cubicBezTo>
                  <a:cubicBezTo>
                    <a:pt x="732" y="25"/>
                    <a:pt x="731" y="23"/>
                    <a:pt x="730" y="22"/>
                  </a:cubicBezTo>
                  <a:cubicBezTo>
                    <a:pt x="729" y="21"/>
                    <a:pt x="728" y="20"/>
                    <a:pt x="726" y="20"/>
                  </a:cubicBezTo>
                  <a:cubicBezTo>
                    <a:pt x="724" y="20"/>
                    <a:pt x="723" y="20"/>
                    <a:pt x="722" y="21"/>
                  </a:cubicBezTo>
                  <a:cubicBezTo>
                    <a:pt x="721" y="22"/>
                    <a:pt x="721" y="23"/>
                    <a:pt x="721" y="24"/>
                  </a:cubicBezTo>
                  <a:cubicBezTo>
                    <a:pt x="721" y="26"/>
                    <a:pt x="721" y="26"/>
                    <a:pt x="721" y="26"/>
                  </a:cubicBezTo>
                  <a:cubicBezTo>
                    <a:pt x="721" y="27"/>
                    <a:pt x="721" y="28"/>
                    <a:pt x="720" y="29"/>
                  </a:cubicBezTo>
                  <a:cubicBezTo>
                    <a:pt x="720" y="29"/>
                    <a:pt x="719" y="29"/>
                    <a:pt x="718" y="29"/>
                  </a:cubicBezTo>
                  <a:cubicBezTo>
                    <a:pt x="717" y="29"/>
                    <a:pt x="717" y="29"/>
                    <a:pt x="716" y="29"/>
                  </a:cubicBezTo>
                  <a:cubicBezTo>
                    <a:pt x="716" y="28"/>
                    <a:pt x="715" y="27"/>
                    <a:pt x="715" y="26"/>
                  </a:cubicBezTo>
                  <a:cubicBezTo>
                    <a:pt x="715" y="24"/>
                    <a:pt x="717" y="22"/>
                    <a:pt x="719" y="20"/>
                  </a:cubicBezTo>
                  <a:cubicBezTo>
                    <a:pt x="721" y="18"/>
                    <a:pt x="724" y="17"/>
                    <a:pt x="727" y="17"/>
                  </a:cubicBezTo>
                  <a:cubicBezTo>
                    <a:pt x="730" y="17"/>
                    <a:pt x="733" y="17"/>
                    <a:pt x="735" y="19"/>
                  </a:cubicBezTo>
                  <a:cubicBezTo>
                    <a:pt x="736" y="19"/>
                    <a:pt x="737" y="21"/>
                    <a:pt x="738" y="22"/>
                  </a:cubicBezTo>
                  <a:cubicBezTo>
                    <a:pt x="738" y="23"/>
                    <a:pt x="739" y="25"/>
                    <a:pt x="739" y="29"/>
                  </a:cubicBezTo>
                  <a:cubicBezTo>
                    <a:pt x="739" y="40"/>
                    <a:pt x="739" y="40"/>
                    <a:pt x="739" y="40"/>
                  </a:cubicBezTo>
                  <a:cubicBezTo>
                    <a:pt x="739" y="43"/>
                    <a:pt x="739" y="45"/>
                    <a:pt x="739" y="46"/>
                  </a:cubicBezTo>
                  <a:cubicBezTo>
                    <a:pt x="739" y="47"/>
                    <a:pt x="739" y="47"/>
                    <a:pt x="739" y="48"/>
                  </a:cubicBezTo>
                  <a:cubicBezTo>
                    <a:pt x="739" y="48"/>
                    <a:pt x="739" y="48"/>
                    <a:pt x="740" y="48"/>
                  </a:cubicBezTo>
                  <a:cubicBezTo>
                    <a:pt x="740" y="48"/>
                    <a:pt x="741" y="48"/>
                    <a:pt x="741" y="48"/>
                  </a:cubicBezTo>
                  <a:cubicBezTo>
                    <a:pt x="741" y="47"/>
                    <a:pt x="743" y="47"/>
                    <a:pt x="744" y="45"/>
                  </a:cubicBezTo>
                  <a:cubicBezTo>
                    <a:pt x="744" y="47"/>
                    <a:pt x="744" y="47"/>
                    <a:pt x="744" y="47"/>
                  </a:cubicBezTo>
                  <a:cubicBezTo>
                    <a:pt x="741" y="51"/>
                    <a:pt x="739" y="53"/>
                    <a:pt x="736" y="53"/>
                  </a:cubicBezTo>
                  <a:cubicBezTo>
                    <a:pt x="735" y="53"/>
                    <a:pt x="734" y="52"/>
                    <a:pt x="733" y="51"/>
                  </a:cubicBezTo>
                  <a:cubicBezTo>
                    <a:pt x="732" y="51"/>
                    <a:pt x="731" y="50"/>
                    <a:pt x="731" y="48"/>
                  </a:cubicBezTo>
                  <a:close/>
                  <a:moveTo>
                    <a:pt x="731" y="45"/>
                  </a:moveTo>
                  <a:cubicBezTo>
                    <a:pt x="731" y="33"/>
                    <a:pt x="731" y="33"/>
                    <a:pt x="731" y="33"/>
                  </a:cubicBezTo>
                  <a:cubicBezTo>
                    <a:pt x="728" y="34"/>
                    <a:pt x="725" y="35"/>
                    <a:pt x="725" y="36"/>
                  </a:cubicBezTo>
                  <a:cubicBezTo>
                    <a:pt x="723" y="37"/>
                    <a:pt x="721" y="38"/>
                    <a:pt x="721" y="39"/>
                  </a:cubicBezTo>
                  <a:cubicBezTo>
                    <a:pt x="720" y="41"/>
                    <a:pt x="719" y="42"/>
                    <a:pt x="719" y="43"/>
                  </a:cubicBezTo>
                  <a:cubicBezTo>
                    <a:pt x="719" y="45"/>
                    <a:pt x="720" y="47"/>
                    <a:pt x="721" y="48"/>
                  </a:cubicBezTo>
                  <a:cubicBezTo>
                    <a:pt x="722" y="49"/>
                    <a:pt x="723" y="49"/>
                    <a:pt x="725" y="49"/>
                  </a:cubicBezTo>
                  <a:cubicBezTo>
                    <a:pt x="726" y="49"/>
                    <a:pt x="729" y="48"/>
                    <a:pt x="731" y="45"/>
                  </a:cubicBezTo>
                  <a:close/>
                  <a:moveTo>
                    <a:pt x="759" y="25"/>
                  </a:moveTo>
                  <a:cubicBezTo>
                    <a:pt x="763" y="20"/>
                    <a:pt x="766" y="18"/>
                    <a:pt x="769" y="18"/>
                  </a:cubicBezTo>
                  <a:cubicBezTo>
                    <a:pt x="771" y="18"/>
                    <a:pt x="773" y="18"/>
                    <a:pt x="774" y="19"/>
                  </a:cubicBezTo>
                  <a:cubicBezTo>
                    <a:pt x="775" y="20"/>
                    <a:pt x="777" y="21"/>
                    <a:pt x="777" y="23"/>
                  </a:cubicBezTo>
                  <a:cubicBezTo>
                    <a:pt x="778" y="25"/>
                    <a:pt x="778" y="27"/>
                    <a:pt x="778" y="30"/>
                  </a:cubicBezTo>
                  <a:cubicBezTo>
                    <a:pt x="778" y="45"/>
                    <a:pt x="778" y="45"/>
                    <a:pt x="778" y="45"/>
                  </a:cubicBezTo>
                  <a:cubicBezTo>
                    <a:pt x="778" y="47"/>
                    <a:pt x="778" y="48"/>
                    <a:pt x="779" y="49"/>
                  </a:cubicBezTo>
                  <a:cubicBezTo>
                    <a:pt x="779" y="50"/>
                    <a:pt x="779" y="50"/>
                    <a:pt x="780" y="51"/>
                  </a:cubicBezTo>
                  <a:cubicBezTo>
                    <a:pt x="780" y="51"/>
                    <a:pt x="781" y="51"/>
                    <a:pt x="783" y="51"/>
                  </a:cubicBezTo>
                  <a:cubicBezTo>
                    <a:pt x="783" y="52"/>
                    <a:pt x="783" y="52"/>
                    <a:pt x="783" y="52"/>
                  </a:cubicBezTo>
                  <a:cubicBezTo>
                    <a:pt x="767" y="52"/>
                    <a:pt x="767" y="52"/>
                    <a:pt x="767" y="52"/>
                  </a:cubicBezTo>
                  <a:cubicBezTo>
                    <a:pt x="767" y="51"/>
                    <a:pt x="767" y="51"/>
                    <a:pt x="767" y="51"/>
                  </a:cubicBezTo>
                  <a:cubicBezTo>
                    <a:pt x="768" y="51"/>
                    <a:pt x="768" y="51"/>
                    <a:pt x="768" y="51"/>
                  </a:cubicBezTo>
                  <a:cubicBezTo>
                    <a:pt x="769" y="51"/>
                    <a:pt x="770" y="51"/>
                    <a:pt x="771" y="50"/>
                  </a:cubicBezTo>
                  <a:cubicBezTo>
                    <a:pt x="772" y="50"/>
                    <a:pt x="772" y="49"/>
                    <a:pt x="772" y="48"/>
                  </a:cubicBezTo>
                  <a:cubicBezTo>
                    <a:pt x="772" y="48"/>
                    <a:pt x="772" y="47"/>
                    <a:pt x="772" y="45"/>
                  </a:cubicBezTo>
                  <a:cubicBezTo>
                    <a:pt x="772" y="31"/>
                    <a:pt x="772" y="31"/>
                    <a:pt x="772" y="31"/>
                  </a:cubicBezTo>
                  <a:cubicBezTo>
                    <a:pt x="772" y="27"/>
                    <a:pt x="772" y="25"/>
                    <a:pt x="771" y="24"/>
                  </a:cubicBezTo>
                  <a:cubicBezTo>
                    <a:pt x="770" y="23"/>
                    <a:pt x="769" y="22"/>
                    <a:pt x="767" y="22"/>
                  </a:cubicBezTo>
                  <a:cubicBezTo>
                    <a:pt x="764" y="22"/>
                    <a:pt x="761" y="23"/>
                    <a:pt x="759" y="27"/>
                  </a:cubicBezTo>
                  <a:cubicBezTo>
                    <a:pt x="759" y="45"/>
                    <a:pt x="759" y="45"/>
                    <a:pt x="759" y="45"/>
                  </a:cubicBezTo>
                  <a:cubicBezTo>
                    <a:pt x="759" y="47"/>
                    <a:pt x="759" y="48"/>
                    <a:pt x="759" y="49"/>
                  </a:cubicBezTo>
                  <a:cubicBezTo>
                    <a:pt x="759" y="50"/>
                    <a:pt x="760" y="50"/>
                    <a:pt x="760" y="51"/>
                  </a:cubicBezTo>
                  <a:cubicBezTo>
                    <a:pt x="761" y="51"/>
                    <a:pt x="762" y="51"/>
                    <a:pt x="764" y="51"/>
                  </a:cubicBezTo>
                  <a:cubicBezTo>
                    <a:pt x="764" y="52"/>
                    <a:pt x="764" y="52"/>
                    <a:pt x="764" y="52"/>
                  </a:cubicBezTo>
                  <a:cubicBezTo>
                    <a:pt x="748" y="52"/>
                    <a:pt x="748" y="52"/>
                    <a:pt x="748" y="52"/>
                  </a:cubicBezTo>
                  <a:cubicBezTo>
                    <a:pt x="748" y="51"/>
                    <a:pt x="748" y="51"/>
                    <a:pt x="748" y="51"/>
                  </a:cubicBezTo>
                  <a:cubicBezTo>
                    <a:pt x="749" y="51"/>
                    <a:pt x="749" y="51"/>
                    <a:pt x="749" y="51"/>
                  </a:cubicBezTo>
                  <a:cubicBezTo>
                    <a:pt x="750" y="51"/>
                    <a:pt x="751" y="51"/>
                    <a:pt x="752" y="50"/>
                  </a:cubicBezTo>
                  <a:cubicBezTo>
                    <a:pt x="752" y="49"/>
                    <a:pt x="753" y="47"/>
                    <a:pt x="753" y="45"/>
                  </a:cubicBezTo>
                  <a:cubicBezTo>
                    <a:pt x="753" y="32"/>
                    <a:pt x="753" y="32"/>
                    <a:pt x="753" y="32"/>
                  </a:cubicBezTo>
                  <a:cubicBezTo>
                    <a:pt x="753" y="28"/>
                    <a:pt x="753" y="25"/>
                    <a:pt x="752" y="24"/>
                  </a:cubicBezTo>
                  <a:cubicBezTo>
                    <a:pt x="752" y="23"/>
                    <a:pt x="752" y="23"/>
                    <a:pt x="751" y="22"/>
                  </a:cubicBezTo>
                  <a:cubicBezTo>
                    <a:pt x="751" y="22"/>
                    <a:pt x="751" y="22"/>
                    <a:pt x="750" y="22"/>
                  </a:cubicBezTo>
                  <a:cubicBezTo>
                    <a:pt x="749" y="22"/>
                    <a:pt x="748" y="22"/>
                    <a:pt x="747" y="22"/>
                  </a:cubicBezTo>
                  <a:cubicBezTo>
                    <a:pt x="747" y="21"/>
                    <a:pt x="747" y="21"/>
                    <a:pt x="747" y="21"/>
                  </a:cubicBezTo>
                  <a:cubicBezTo>
                    <a:pt x="757" y="17"/>
                    <a:pt x="757" y="17"/>
                    <a:pt x="757" y="17"/>
                  </a:cubicBezTo>
                  <a:cubicBezTo>
                    <a:pt x="759" y="17"/>
                    <a:pt x="759" y="17"/>
                    <a:pt x="759" y="17"/>
                  </a:cubicBezTo>
                  <a:cubicBezTo>
                    <a:pt x="759" y="25"/>
                    <a:pt x="759" y="25"/>
                    <a:pt x="759" y="25"/>
                  </a:cubicBezTo>
                  <a:close/>
                  <a:moveTo>
                    <a:pt x="812" y="49"/>
                  </a:moveTo>
                  <a:cubicBezTo>
                    <a:pt x="811" y="51"/>
                    <a:pt x="809" y="52"/>
                    <a:pt x="807" y="53"/>
                  </a:cubicBezTo>
                  <a:cubicBezTo>
                    <a:pt x="806" y="53"/>
                    <a:pt x="804" y="54"/>
                    <a:pt x="803" y="54"/>
                  </a:cubicBezTo>
                  <a:cubicBezTo>
                    <a:pt x="799" y="54"/>
                    <a:pt x="796" y="52"/>
                    <a:pt x="793" y="49"/>
                  </a:cubicBezTo>
                  <a:cubicBezTo>
                    <a:pt x="791" y="46"/>
                    <a:pt x="789" y="42"/>
                    <a:pt x="789" y="37"/>
                  </a:cubicBezTo>
                  <a:cubicBezTo>
                    <a:pt x="789" y="32"/>
                    <a:pt x="791" y="28"/>
                    <a:pt x="794" y="24"/>
                  </a:cubicBezTo>
                  <a:cubicBezTo>
                    <a:pt x="797" y="20"/>
                    <a:pt x="801" y="18"/>
                    <a:pt x="805" y="18"/>
                  </a:cubicBezTo>
                  <a:cubicBezTo>
                    <a:pt x="808" y="18"/>
                    <a:pt x="810" y="19"/>
                    <a:pt x="812" y="21"/>
                  </a:cubicBezTo>
                  <a:cubicBezTo>
                    <a:pt x="812" y="14"/>
                    <a:pt x="812" y="14"/>
                    <a:pt x="812" y="14"/>
                  </a:cubicBezTo>
                  <a:cubicBezTo>
                    <a:pt x="812" y="10"/>
                    <a:pt x="812" y="8"/>
                    <a:pt x="812" y="7"/>
                  </a:cubicBezTo>
                  <a:cubicBezTo>
                    <a:pt x="812" y="6"/>
                    <a:pt x="811" y="5"/>
                    <a:pt x="811" y="5"/>
                  </a:cubicBezTo>
                  <a:cubicBezTo>
                    <a:pt x="811" y="5"/>
                    <a:pt x="810" y="5"/>
                    <a:pt x="809" y="5"/>
                  </a:cubicBezTo>
                  <a:cubicBezTo>
                    <a:pt x="809" y="5"/>
                    <a:pt x="808" y="5"/>
                    <a:pt x="807" y="5"/>
                  </a:cubicBezTo>
                  <a:cubicBezTo>
                    <a:pt x="807" y="4"/>
                    <a:pt x="807" y="4"/>
                    <a:pt x="807" y="4"/>
                  </a:cubicBezTo>
                  <a:cubicBezTo>
                    <a:pt x="816" y="0"/>
                    <a:pt x="816" y="0"/>
                    <a:pt x="816" y="0"/>
                  </a:cubicBezTo>
                  <a:cubicBezTo>
                    <a:pt x="818" y="0"/>
                    <a:pt x="818" y="0"/>
                    <a:pt x="818" y="0"/>
                  </a:cubicBezTo>
                  <a:cubicBezTo>
                    <a:pt x="818" y="39"/>
                    <a:pt x="818" y="39"/>
                    <a:pt x="818" y="39"/>
                  </a:cubicBezTo>
                  <a:cubicBezTo>
                    <a:pt x="818" y="43"/>
                    <a:pt x="818" y="45"/>
                    <a:pt x="818" y="46"/>
                  </a:cubicBezTo>
                  <a:cubicBezTo>
                    <a:pt x="818" y="47"/>
                    <a:pt x="819" y="48"/>
                    <a:pt x="819" y="48"/>
                  </a:cubicBezTo>
                  <a:cubicBezTo>
                    <a:pt x="819" y="49"/>
                    <a:pt x="820" y="49"/>
                    <a:pt x="820" y="49"/>
                  </a:cubicBezTo>
                  <a:cubicBezTo>
                    <a:pt x="821" y="49"/>
                    <a:pt x="822" y="48"/>
                    <a:pt x="823" y="48"/>
                  </a:cubicBezTo>
                  <a:cubicBezTo>
                    <a:pt x="823" y="49"/>
                    <a:pt x="823" y="49"/>
                    <a:pt x="823" y="49"/>
                  </a:cubicBezTo>
                  <a:cubicBezTo>
                    <a:pt x="813" y="53"/>
                    <a:pt x="813" y="53"/>
                    <a:pt x="813" y="53"/>
                  </a:cubicBezTo>
                  <a:cubicBezTo>
                    <a:pt x="812" y="53"/>
                    <a:pt x="812" y="53"/>
                    <a:pt x="812" y="53"/>
                  </a:cubicBezTo>
                  <a:cubicBezTo>
                    <a:pt x="812" y="49"/>
                    <a:pt x="812" y="49"/>
                    <a:pt x="812" y="49"/>
                  </a:cubicBezTo>
                  <a:close/>
                  <a:moveTo>
                    <a:pt x="812" y="46"/>
                  </a:moveTo>
                  <a:cubicBezTo>
                    <a:pt x="812" y="29"/>
                    <a:pt x="812" y="29"/>
                    <a:pt x="812" y="29"/>
                  </a:cubicBezTo>
                  <a:cubicBezTo>
                    <a:pt x="812" y="27"/>
                    <a:pt x="812" y="25"/>
                    <a:pt x="811" y="24"/>
                  </a:cubicBezTo>
                  <a:cubicBezTo>
                    <a:pt x="810" y="23"/>
                    <a:pt x="809" y="22"/>
                    <a:pt x="808" y="21"/>
                  </a:cubicBezTo>
                  <a:cubicBezTo>
                    <a:pt x="807" y="20"/>
                    <a:pt x="806" y="20"/>
                    <a:pt x="805" y="20"/>
                  </a:cubicBezTo>
                  <a:cubicBezTo>
                    <a:pt x="803" y="20"/>
                    <a:pt x="801" y="21"/>
                    <a:pt x="799" y="23"/>
                  </a:cubicBezTo>
                  <a:cubicBezTo>
                    <a:pt x="797" y="25"/>
                    <a:pt x="796" y="29"/>
                    <a:pt x="796" y="34"/>
                  </a:cubicBezTo>
                  <a:cubicBezTo>
                    <a:pt x="796" y="39"/>
                    <a:pt x="797" y="43"/>
                    <a:pt x="799" y="45"/>
                  </a:cubicBezTo>
                  <a:cubicBezTo>
                    <a:pt x="801" y="48"/>
                    <a:pt x="803" y="49"/>
                    <a:pt x="806" y="49"/>
                  </a:cubicBezTo>
                  <a:cubicBezTo>
                    <a:pt x="808" y="50"/>
                    <a:pt x="810" y="49"/>
                    <a:pt x="812" y="46"/>
                  </a:cubicBezTo>
                  <a:close/>
                  <a:moveTo>
                    <a:pt x="883" y="3"/>
                  </a:moveTo>
                  <a:cubicBezTo>
                    <a:pt x="883" y="14"/>
                    <a:pt x="883" y="14"/>
                    <a:pt x="883" y="14"/>
                  </a:cubicBezTo>
                  <a:cubicBezTo>
                    <a:pt x="882" y="14"/>
                    <a:pt x="882" y="14"/>
                    <a:pt x="882" y="14"/>
                  </a:cubicBezTo>
                  <a:cubicBezTo>
                    <a:pt x="882" y="12"/>
                    <a:pt x="881" y="11"/>
                    <a:pt x="881" y="10"/>
                  </a:cubicBezTo>
                  <a:cubicBezTo>
                    <a:pt x="880" y="8"/>
                    <a:pt x="879" y="7"/>
                    <a:pt x="878" y="7"/>
                  </a:cubicBezTo>
                  <a:cubicBezTo>
                    <a:pt x="877" y="6"/>
                    <a:pt x="875" y="5"/>
                    <a:pt x="873" y="5"/>
                  </a:cubicBezTo>
                  <a:cubicBezTo>
                    <a:pt x="867" y="5"/>
                    <a:pt x="867" y="5"/>
                    <a:pt x="867" y="5"/>
                  </a:cubicBezTo>
                  <a:cubicBezTo>
                    <a:pt x="867" y="44"/>
                    <a:pt x="867" y="44"/>
                    <a:pt x="867" y="44"/>
                  </a:cubicBezTo>
                  <a:cubicBezTo>
                    <a:pt x="867" y="47"/>
                    <a:pt x="867" y="49"/>
                    <a:pt x="867" y="49"/>
                  </a:cubicBezTo>
                  <a:cubicBezTo>
                    <a:pt x="868" y="51"/>
                    <a:pt x="870" y="51"/>
                    <a:pt x="871" y="51"/>
                  </a:cubicBezTo>
                  <a:cubicBezTo>
                    <a:pt x="873" y="51"/>
                    <a:pt x="873" y="51"/>
                    <a:pt x="873" y="51"/>
                  </a:cubicBezTo>
                  <a:cubicBezTo>
                    <a:pt x="873" y="52"/>
                    <a:pt x="873" y="52"/>
                    <a:pt x="873" y="52"/>
                  </a:cubicBezTo>
                  <a:cubicBezTo>
                    <a:pt x="853" y="52"/>
                    <a:pt x="853" y="52"/>
                    <a:pt x="853" y="52"/>
                  </a:cubicBezTo>
                  <a:cubicBezTo>
                    <a:pt x="853" y="51"/>
                    <a:pt x="853" y="51"/>
                    <a:pt x="853" y="51"/>
                  </a:cubicBezTo>
                  <a:cubicBezTo>
                    <a:pt x="854" y="51"/>
                    <a:pt x="854" y="51"/>
                    <a:pt x="854" y="51"/>
                  </a:cubicBezTo>
                  <a:cubicBezTo>
                    <a:pt x="856" y="51"/>
                    <a:pt x="858" y="50"/>
                    <a:pt x="859" y="49"/>
                  </a:cubicBezTo>
                  <a:cubicBezTo>
                    <a:pt x="859" y="48"/>
                    <a:pt x="859" y="47"/>
                    <a:pt x="859" y="43"/>
                  </a:cubicBezTo>
                  <a:cubicBezTo>
                    <a:pt x="859" y="5"/>
                    <a:pt x="859" y="5"/>
                    <a:pt x="859" y="5"/>
                  </a:cubicBezTo>
                  <a:cubicBezTo>
                    <a:pt x="853" y="5"/>
                    <a:pt x="853" y="5"/>
                    <a:pt x="853" y="5"/>
                  </a:cubicBezTo>
                  <a:cubicBezTo>
                    <a:pt x="851" y="5"/>
                    <a:pt x="849" y="5"/>
                    <a:pt x="849" y="6"/>
                  </a:cubicBezTo>
                  <a:cubicBezTo>
                    <a:pt x="847" y="6"/>
                    <a:pt x="846" y="7"/>
                    <a:pt x="845" y="9"/>
                  </a:cubicBezTo>
                  <a:cubicBezTo>
                    <a:pt x="845" y="10"/>
                    <a:pt x="844" y="12"/>
                    <a:pt x="844" y="14"/>
                  </a:cubicBezTo>
                  <a:cubicBezTo>
                    <a:pt x="843" y="14"/>
                    <a:pt x="843" y="14"/>
                    <a:pt x="843" y="14"/>
                  </a:cubicBezTo>
                  <a:cubicBezTo>
                    <a:pt x="843" y="3"/>
                    <a:pt x="843" y="3"/>
                    <a:pt x="843" y="3"/>
                  </a:cubicBezTo>
                  <a:cubicBezTo>
                    <a:pt x="883" y="3"/>
                    <a:pt x="883" y="3"/>
                    <a:pt x="883" y="3"/>
                  </a:cubicBezTo>
                  <a:close/>
                  <a:moveTo>
                    <a:pt x="891" y="31"/>
                  </a:moveTo>
                  <a:cubicBezTo>
                    <a:pt x="891" y="37"/>
                    <a:pt x="893" y="40"/>
                    <a:pt x="895" y="43"/>
                  </a:cubicBezTo>
                  <a:cubicBezTo>
                    <a:pt x="897" y="46"/>
                    <a:pt x="900" y="48"/>
                    <a:pt x="903" y="48"/>
                  </a:cubicBezTo>
                  <a:cubicBezTo>
                    <a:pt x="905" y="48"/>
                    <a:pt x="907" y="47"/>
                    <a:pt x="909" y="46"/>
                  </a:cubicBezTo>
                  <a:cubicBezTo>
                    <a:pt x="911" y="45"/>
                    <a:pt x="912" y="43"/>
                    <a:pt x="913" y="39"/>
                  </a:cubicBezTo>
                  <a:cubicBezTo>
                    <a:pt x="914" y="40"/>
                    <a:pt x="914" y="40"/>
                    <a:pt x="914" y="40"/>
                  </a:cubicBezTo>
                  <a:cubicBezTo>
                    <a:pt x="914" y="43"/>
                    <a:pt x="912" y="47"/>
                    <a:pt x="910" y="49"/>
                  </a:cubicBezTo>
                  <a:cubicBezTo>
                    <a:pt x="907" y="52"/>
                    <a:pt x="904" y="53"/>
                    <a:pt x="901" y="53"/>
                  </a:cubicBezTo>
                  <a:cubicBezTo>
                    <a:pt x="897" y="53"/>
                    <a:pt x="893" y="52"/>
                    <a:pt x="891" y="49"/>
                  </a:cubicBezTo>
                  <a:cubicBezTo>
                    <a:pt x="888" y="45"/>
                    <a:pt x="887" y="41"/>
                    <a:pt x="887" y="36"/>
                  </a:cubicBezTo>
                  <a:cubicBezTo>
                    <a:pt x="887" y="30"/>
                    <a:pt x="888" y="25"/>
                    <a:pt x="891" y="22"/>
                  </a:cubicBezTo>
                  <a:cubicBezTo>
                    <a:pt x="894" y="19"/>
                    <a:pt x="897" y="17"/>
                    <a:pt x="902" y="17"/>
                  </a:cubicBezTo>
                  <a:cubicBezTo>
                    <a:pt x="905" y="17"/>
                    <a:pt x="909" y="19"/>
                    <a:pt x="911" y="21"/>
                  </a:cubicBezTo>
                  <a:cubicBezTo>
                    <a:pt x="913" y="23"/>
                    <a:pt x="915" y="27"/>
                    <a:pt x="915" y="31"/>
                  </a:cubicBezTo>
                  <a:cubicBezTo>
                    <a:pt x="891" y="31"/>
                    <a:pt x="891" y="31"/>
                    <a:pt x="891" y="31"/>
                  </a:cubicBezTo>
                  <a:close/>
                  <a:moveTo>
                    <a:pt x="891" y="29"/>
                  </a:moveTo>
                  <a:cubicBezTo>
                    <a:pt x="907" y="29"/>
                    <a:pt x="907" y="29"/>
                    <a:pt x="907" y="29"/>
                  </a:cubicBezTo>
                  <a:cubicBezTo>
                    <a:pt x="907" y="27"/>
                    <a:pt x="906" y="26"/>
                    <a:pt x="906" y="25"/>
                  </a:cubicBezTo>
                  <a:cubicBezTo>
                    <a:pt x="905" y="24"/>
                    <a:pt x="904" y="23"/>
                    <a:pt x="903" y="22"/>
                  </a:cubicBezTo>
                  <a:cubicBezTo>
                    <a:pt x="902" y="21"/>
                    <a:pt x="901" y="21"/>
                    <a:pt x="899" y="21"/>
                  </a:cubicBezTo>
                  <a:cubicBezTo>
                    <a:pt x="897" y="21"/>
                    <a:pt x="896" y="21"/>
                    <a:pt x="894" y="23"/>
                  </a:cubicBezTo>
                  <a:cubicBezTo>
                    <a:pt x="893" y="24"/>
                    <a:pt x="892" y="27"/>
                    <a:pt x="891"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36" name="Freeform 35"/>
            <p:cNvSpPr>
              <a:spLocks noEditPoints="1"/>
            </p:cNvSpPr>
            <p:nvPr/>
          </p:nvSpPr>
          <p:spPr bwMode="auto">
            <a:xfrm>
              <a:off x="10679175" y="4943779"/>
              <a:ext cx="873125" cy="103188"/>
            </a:xfrm>
            <a:custGeom>
              <a:avLst/>
              <a:gdLst>
                <a:gd name="T0" fmla="*/ 23 w 586"/>
                <a:gd name="T1" fmla="*/ 21 h 69"/>
                <a:gd name="T2" fmla="*/ 8 w 586"/>
                <a:gd name="T3" fmla="*/ 24 h 69"/>
                <a:gd name="T4" fmla="*/ 45 w 586"/>
                <a:gd name="T5" fmla="*/ 26 h 69"/>
                <a:gd name="T6" fmla="*/ 66 w 586"/>
                <a:gd name="T7" fmla="*/ 52 h 69"/>
                <a:gd name="T8" fmla="*/ 58 w 586"/>
                <a:gd name="T9" fmla="*/ 46 h 69"/>
                <a:gd name="T10" fmla="*/ 46 w 586"/>
                <a:gd name="T11" fmla="*/ 50 h 69"/>
                <a:gd name="T12" fmla="*/ 40 w 586"/>
                <a:gd name="T13" fmla="*/ 46 h 69"/>
                <a:gd name="T14" fmla="*/ 45 w 586"/>
                <a:gd name="T15" fmla="*/ 1 h 69"/>
                <a:gd name="T16" fmla="*/ 106 w 586"/>
                <a:gd name="T17" fmla="*/ 52 h 69"/>
                <a:gd name="T18" fmla="*/ 98 w 586"/>
                <a:gd name="T19" fmla="*/ 46 h 69"/>
                <a:gd name="T20" fmla="*/ 90 w 586"/>
                <a:gd name="T21" fmla="*/ 52 h 69"/>
                <a:gd name="T22" fmla="*/ 78 w 586"/>
                <a:gd name="T23" fmla="*/ 25 h 69"/>
                <a:gd name="T24" fmla="*/ 132 w 586"/>
                <a:gd name="T25" fmla="*/ 19 h 69"/>
                <a:gd name="T26" fmla="*/ 118 w 586"/>
                <a:gd name="T27" fmla="*/ 28 h 69"/>
                <a:gd name="T28" fmla="*/ 133 w 586"/>
                <a:gd name="T29" fmla="*/ 52 h 69"/>
                <a:gd name="T30" fmla="*/ 169 w 586"/>
                <a:gd name="T31" fmla="*/ 52 h 69"/>
                <a:gd name="T32" fmla="*/ 161 w 586"/>
                <a:gd name="T33" fmla="*/ 15 h 69"/>
                <a:gd name="T34" fmla="*/ 167 w 586"/>
                <a:gd name="T35" fmla="*/ 1 h 69"/>
                <a:gd name="T36" fmla="*/ 181 w 586"/>
                <a:gd name="T37" fmla="*/ 38 h 69"/>
                <a:gd name="T38" fmla="*/ 189 w 586"/>
                <a:gd name="T39" fmla="*/ 47 h 69"/>
                <a:gd name="T40" fmla="*/ 222 w 586"/>
                <a:gd name="T41" fmla="*/ 31 h 69"/>
                <a:gd name="T42" fmla="*/ 252 w 586"/>
                <a:gd name="T43" fmla="*/ 24 h 69"/>
                <a:gd name="T44" fmla="*/ 228 w 586"/>
                <a:gd name="T45" fmla="*/ 44 h 69"/>
                <a:gd name="T46" fmla="*/ 249 w 586"/>
                <a:gd name="T47" fmla="*/ 64 h 69"/>
                <a:gd name="T48" fmla="*/ 223 w 586"/>
                <a:gd name="T49" fmla="*/ 48 h 69"/>
                <a:gd name="T50" fmla="*/ 240 w 586"/>
                <a:gd name="T51" fmla="*/ 39 h 69"/>
                <a:gd name="T52" fmla="*/ 238 w 586"/>
                <a:gd name="T53" fmla="*/ 66 h 69"/>
                <a:gd name="T54" fmla="*/ 274 w 586"/>
                <a:gd name="T55" fmla="*/ 21 h 69"/>
                <a:gd name="T56" fmla="*/ 286 w 586"/>
                <a:gd name="T57" fmla="*/ 21 h 69"/>
                <a:gd name="T58" fmla="*/ 290 w 586"/>
                <a:gd name="T59" fmla="*/ 25 h 69"/>
                <a:gd name="T60" fmla="*/ 267 w 586"/>
                <a:gd name="T61" fmla="*/ 62 h 69"/>
                <a:gd name="T62" fmla="*/ 258 w 586"/>
                <a:gd name="T63" fmla="*/ 20 h 69"/>
                <a:gd name="T64" fmla="*/ 319 w 586"/>
                <a:gd name="T65" fmla="*/ 49 h 69"/>
                <a:gd name="T66" fmla="*/ 322 w 586"/>
                <a:gd name="T67" fmla="*/ 34 h 69"/>
                <a:gd name="T68" fmla="*/ 368 w 586"/>
                <a:gd name="T69" fmla="*/ 45 h 69"/>
                <a:gd name="T70" fmla="*/ 360 w 586"/>
                <a:gd name="T71" fmla="*/ 52 h 69"/>
                <a:gd name="T72" fmla="*/ 364 w 586"/>
                <a:gd name="T73" fmla="*/ 8 h 69"/>
                <a:gd name="T74" fmla="*/ 378 w 586"/>
                <a:gd name="T75" fmla="*/ 6 h 69"/>
                <a:gd name="T76" fmla="*/ 377 w 586"/>
                <a:gd name="T77" fmla="*/ 22 h 69"/>
                <a:gd name="T78" fmla="*/ 408 w 586"/>
                <a:gd name="T79" fmla="*/ 16 h 69"/>
                <a:gd name="T80" fmla="*/ 433 w 586"/>
                <a:gd name="T81" fmla="*/ 52 h 69"/>
                <a:gd name="T82" fmla="*/ 435 w 586"/>
                <a:gd name="T83" fmla="*/ 6 h 69"/>
                <a:gd name="T84" fmla="*/ 476 w 586"/>
                <a:gd name="T85" fmla="*/ 20 h 69"/>
                <a:gd name="T86" fmla="*/ 468 w 586"/>
                <a:gd name="T87" fmla="*/ 54 h 69"/>
                <a:gd name="T88" fmla="*/ 472 w 586"/>
                <a:gd name="T89" fmla="*/ 24 h 69"/>
                <a:gd name="T90" fmla="*/ 466 w 586"/>
                <a:gd name="T91" fmla="*/ 54 h 69"/>
                <a:gd name="T92" fmla="*/ 454 w 586"/>
                <a:gd name="T93" fmla="*/ 6 h 69"/>
                <a:gd name="T94" fmla="*/ 502 w 586"/>
                <a:gd name="T95" fmla="*/ 5 h 69"/>
                <a:gd name="T96" fmla="*/ 502 w 586"/>
                <a:gd name="T97" fmla="*/ 46 h 69"/>
                <a:gd name="T98" fmla="*/ 495 w 586"/>
                <a:gd name="T99" fmla="*/ 50 h 69"/>
                <a:gd name="T100" fmla="*/ 500 w 586"/>
                <a:gd name="T101" fmla="*/ 19 h 69"/>
                <a:gd name="T102" fmla="*/ 544 w 586"/>
                <a:gd name="T103" fmla="*/ 50 h 69"/>
                <a:gd name="T104" fmla="*/ 538 w 586"/>
                <a:gd name="T105" fmla="*/ 49 h 69"/>
                <a:gd name="T106" fmla="*/ 526 w 586"/>
                <a:gd name="T107" fmla="*/ 52 h 69"/>
                <a:gd name="T108" fmla="*/ 518 w 586"/>
                <a:gd name="T109" fmla="*/ 33 h 69"/>
                <a:gd name="T110" fmla="*/ 524 w 586"/>
                <a:gd name="T111" fmla="*/ 26 h 69"/>
                <a:gd name="T112" fmla="*/ 574 w 586"/>
                <a:gd name="T113" fmla="*/ 31 h 69"/>
                <a:gd name="T114" fmla="*/ 560 w 586"/>
                <a:gd name="T115" fmla="*/ 30 h 69"/>
                <a:gd name="T116" fmla="*/ 580 w 586"/>
                <a:gd name="T117" fmla="*/ 41 h 69"/>
                <a:gd name="T118" fmla="*/ 575 w 586"/>
                <a:gd name="T119" fmla="*/ 52 h 69"/>
                <a:gd name="T120" fmla="*/ 566 w 586"/>
                <a:gd name="T121" fmla="*/ 5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86" h="69">
                  <a:moveTo>
                    <a:pt x="27" y="41"/>
                  </a:moveTo>
                  <a:cubicBezTo>
                    <a:pt x="26" y="45"/>
                    <a:pt x="24" y="49"/>
                    <a:pt x="22" y="51"/>
                  </a:cubicBezTo>
                  <a:cubicBezTo>
                    <a:pt x="19" y="54"/>
                    <a:pt x="16" y="55"/>
                    <a:pt x="13" y="55"/>
                  </a:cubicBezTo>
                  <a:cubicBezTo>
                    <a:pt x="10" y="55"/>
                    <a:pt x="6" y="53"/>
                    <a:pt x="4" y="50"/>
                  </a:cubicBezTo>
                  <a:cubicBezTo>
                    <a:pt x="1" y="47"/>
                    <a:pt x="0" y="42"/>
                    <a:pt x="0" y="37"/>
                  </a:cubicBezTo>
                  <a:cubicBezTo>
                    <a:pt x="0" y="32"/>
                    <a:pt x="1" y="27"/>
                    <a:pt x="4" y="24"/>
                  </a:cubicBezTo>
                  <a:cubicBezTo>
                    <a:pt x="7" y="20"/>
                    <a:pt x="11" y="18"/>
                    <a:pt x="15" y="18"/>
                  </a:cubicBezTo>
                  <a:cubicBezTo>
                    <a:pt x="18" y="18"/>
                    <a:pt x="21" y="19"/>
                    <a:pt x="23" y="21"/>
                  </a:cubicBezTo>
                  <a:cubicBezTo>
                    <a:pt x="25" y="23"/>
                    <a:pt x="26" y="25"/>
                    <a:pt x="26" y="27"/>
                  </a:cubicBezTo>
                  <a:cubicBezTo>
                    <a:pt x="26" y="28"/>
                    <a:pt x="26" y="28"/>
                    <a:pt x="26" y="29"/>
                  </a:cubicBezTo>
                  <a:cubicBezTo>
                    <a:pt x="25" y="30"/>
                    <a:pt x="24" y="30"/>
                    <a:pt x="23" y="30"/>
                  </a:cubicBezTo>
                  <a:cubicBezTo>
                    <a:pt x="22" y="30"/>
                    <a:pt x="21" y="30"/>
                    <a:pt x="20" y="28"/>
                  </a:cubicBezTo>
                  <a:cubicBezTo>
                    <a:pt x="20" y="28"/>
                    <a:pt x="19" y="27"/>
                    <a:pt x="19" y="26"/>
                  </a:cubicBezTo>
                  <a:cubicBezTo>
                    <a:pt x="19" y="24"/>
                    <a:pt x="18" y="23"/>
                    <a:pt x="18" y="22"/>
                  </a:cubicBezTo>
                  <a:cubicBezTo>
                    <a:pt x="17" y="22"/>
                    <a:pt x="16" y="21"/>
                    <a:pt x="14" y="21"/>
                  </a:cubicBezTo>
                  <a:cubicBezTo>
                    <a:pt x="12" y="21"/>
                    <a:pt x="10" y="22"/>
                    <a:pt x="8" y="24"/>
                  </a:cubicBezTo>
                  <a:cubicBezTo>
                    <a:pt x="6" y="26"/>
                    <a:pt x="6" y="30"/>
                    <a:pt x="6" y="34"/>
                  </a:cubicBezTo>
                  <a:cubicBezTo>
                    <a:pt x="6" y="38"/>
                    <a:pt x="6" y="41"/>
                    <a:pt x="8" y="44"/>
                  </a:cubicBezTo>
                  <a:cubicBezTo>
                    <a:pt x="10" y="48"/>
                    <a:pt x="13" y="49"/>
                    <a:pt x="16" y="49"/>
                  </a:cubicBezTo>
                  <a:cubicBezTo>
                    <a:pt x="18" y="49"/>
                    <a:pt x="20" y="48"/>
                    <a:pt x="22" y="47"/>
                  </a:cubicBezTo>
                  <a:cubicBezTo>
                    <a:pt x="24" y="46"/>
                    <a:pt x="25" y="44"/>
                    <a:pt x="27" y="41"/>
                  </a:cubicBezTo>
                  <a:cubicBezTo>
                    <a:pt x="27" y="41"/>
                    <a:pt x="27" y="41"/>
                    <a:pt x="27" y="41"/>
                  </a:cubicBezTo>
                  <a:close/>
                  <a:moveTo>
                    <a:pt x="45" y="1"/>
                  </a:moveTo>
                  <a:cubicBezTo>
                    <a:pt x="45" y="26"/>
                    <a:pt x="45" y="26"/>
                    <a:pt x="45" y="26"/>
                  </a:cubicBezTo>
                  <a:cubicBezTo>
                    <a:pt x="48" y="22"/>
                    <a:pt x="50" y="21"/>
                    <a:pt x="51" y="20"/>
                  </a:cubicBezTo>
                  <a:cubicBezTo>
                    <a:pt x="53" y="19"/>
                    <a:pt x="54" y="18"/>
                    <a:pt x="56" y="18"/>
                  </a:cubicBezTo>
                  <a:cubicBezTo>
                    <a:pt x="58" y="18"/>
                    <a:pt x="60" y="19"/>
                    <a:pt x="61" y="20"/>
                  </a:cubicBezTo>
                  <a:cubicBezTo>
                    <a:pt x="62" y="21"/>
                    <a:pt x="63" y="23"/>
                    <a:pt x="64" y="25"/>
                  </a:cubicBezTo>
                  <a:cubicBezTo>
                    <a:pt x="64" y="27"/>
                    <a:pt x="64" y="30"/>
                    <a:pt x="64" y="34"/>
                  </a:cubicBezTo>
                  <a:cubicBezTo>
                    <a:pt x="64" y="46"/>
                    <a:pt x="64" y="46"/>
                    <a:pt x="64" y="46"/>
                  </a:cubicBezTo>
                  <a:cubicBezTo>
                    <a:pt x="64" y="48"/>
                    <a:pt x="64" y="50"/>
                    <a:pt x="65" y="50"/>
                  </a:cubicBezTo>
                  <a:cubicBezTo>
                    <a:pt x="65" y="51"/>
                    <a:pt x="66" y="52"/>
                    <a:pt x="66" y="52"/>
                  </a:cubicBezTo>
                  <a:cubicBezTo>
                    <a:pt x="66" y="52"/>
                    <a:pt x="68" y="52"/>
                    <a:pt x="69" y="52"/>
                  </a:cubicBezTo>
                  <a:cubicBezTo>
                    <a:pt x="69" y="54"/>
                    <a:pt x="69" y="54"/>
                    <a:pt x="69" y="54"/>
                  </a:cubicBezTo>
                  <a:cubicBezTo>
                    <a:pt x="53" y="54"/>
                    <a:pt x="53" y="54"/>
                    <a:pt x="53" y="54"/>
                  </a:cubicBezTo>
                  <a:cubicBezTo>
                    <a:pt x="53" y="52"/>
                    <a:pt x="53" y="52"/>
                    <a:pt x="53" y="52"/>
                  </a:cubicBezTo>
                  <a:cubicBezTo>
                    <a:pt x="54" y="52"/>
                    <a:pt x="54" y="52"/>
                    <a:pt x="54" y="52"/>
                  </a:cubicBezTo>
                  <a:cubicBezTo>
                    <a:pt x="56" y="52"/>
                    <a:pt x="56" y="52"/>
                    <a:pt x="57" y="52"/>
                  </a:cubicBezTo>
                  <a:cubicBezTo>
                    <a:pt x="58" y="51"/>
                    <a:pt x="58" y="50"/>
                    <a:pt x="58" y="50"/>
                  </a:cubicBezTo>
                  <a:cubicBezTo>
                    <a:pt x="58" y="49"/>
                    <a:pt x="58" y="48"/>
                    <a:pt x="58" y="46"/>
                  </a:cubicBezTo>
                  <a:cubicBezTo>
                    <a:pt x="58" y="34"/>
                    <a:pt x="58" y="34"/>
                    <a:pt x="58" y="34"/>
                  </a:cubicBezTo>
                  <a:cubicBezTo>
                    <a:pt x="58" y="30"/>
                    <a:pt x="58" y="28"/>
                    <a:pt x="58" y="27"/>
                  </a:cubicBezTo>
                  <a:cubicBezTo>
                    <a:pt x="58" y="26"/>
                    <a:pt x="57" y="25"/>
                    <a:pt x="56" y="24"/>
                  </a:cubicBezTo>
                  <a:cubicBezTo>
                    <a:pt x="56" y="24"/>
                    <a:pt x="55" y="23"/>
                    <a:pt x="54" y="23"/>
                  </a:cubicBezTo>
                  <a:cubicBezTo>
                    <a:pt x="52" y="23"/>
                    <a:pt x="51" y="24"/>
                    <a:pt x="50" y="24"/>
                  </a:cubicBezTo>
                  <a:cubicBezTo>
                    <a:pt x="49" y="25"/>
                    <a:pt x="47" y="26"/>
                    <a:pt x="46" y="28"/>
                  </a:cubicBezTo>
                  <a:cubicBezTo>
                    <a:pt x="46" y="46"/>
                    <a:pt x="46" y="46"/>
                    <a:pt x="46" y="46"/>
                  </a:cubicBezTo>
                  <a:cubicBezTo>
                    <a:pt x="46" y="48"/>
                    <a:pt x="46" y="50"/>
                    <a:pt x="46" y="50"/>
                  </a:cubicBezTo>
                  <a:cubicBezTo>
                    <a:pt x="46" y="51"/>
                    <a:pt x="47" y="52"/>
                    <a:pt x="47" y="52"/>
                  </a:cubicBezTo>
                  <a:cubicBezTo>
                    <a:pt x="48" y="52"/>
                    <a:pt x="49" y="52"/>
                    <a:pt x="51" y="52"/>
                  </a:cubicBezTo>
                  <a:cubicBezTo>
                    <a:pt x="51" y="54"/>
                    <a:pt x="51" y="54"/>
                    <a:pt x="51" y="54"/>
                  </a:cubicBezTo>
                  <a:cubicBezTo>
                    <a:pt x="34" y="54"/>
                    <a:pt x="34" y="54"/>
                    <a:pt x="34" y="54"/>
                  </a:cubicBezTo>
                  <a:cubicBezTo>
                    <a:pt x="34" y="52"/>
                    <a:pt x="34" y="52"/>
                    <a:pt x="34" y="52"/>
                  </a:cubicBezTo>
                  <a:cubicBezTo>
                    <a:pt x="36" y="52"/>
                    <a:pt x="37" y="52"/>
                    <a:pt x="38" y="52"/>
                  </a:cubicBezTo>
                  <a:cubicBezTo>
                    <a:pt x="38" y="51"/>
                    <a:pt x="39" y="51"/>
                    <a:pt x="39" y="50"/>
                  </a:cubicBezTo>
                  <a:cubicBezTo>
                    <a:pt x="40" y="49"/>
                    <a:pt x="40" y="48"/>
                    <a:pt x="40" y="46"/>
                  </a:cubicBezTo>
                  <a:cubicBezTo>
                    <a:pt x="40" y="15"/>
                    <a:pt x="40" y="15"/>
                    <a:pt x="40" y="15"/>
                  </a:cubicBezTo>
                  <a:cubicBezTo>
                    <a:pt x="40" y="11"/>
                    <a:pt x="40" y="8"/>
                    <a:pt x="39" y="8"/>
                  </a:cubicBezTo>
                  <a:cubicBezTo>
                    <a:pt x="39" y="7"/>
                    <a:pt x="39" y="6"/>
                    <a:pt x="38" y="6"/>
                  </a:cubicBezTo>
                  <a:cubicBezTo>
                    <a:pt x="38" y="5"/>
                    <a:pt x="38" y="5"/>
                    <a:pt x="37" y="5"/>
                  </a:cubicBezTo>
                  <a:cubicBezTo>
                    <a:pt x="36" y="5"/>
                    <a:pt x="36" y="5"/>
                    <a:pt x="34" y="6"/>
                  </a:cubicBezTo>
                  <a:cubicBezTo>
                    <a:pt x="34" y="4"/>
                    <a:pt x="34" y="4"/>
                    <a:pt x="34" y="4"/>
                  </a:cubicBezTo>
                  <a:cubicBezTo>
                    <a:pt x="44" y="0"/>
                    <a:pt x="44" y="0"/>
                    <a:pt x="44" y="0"/>
                  </a:cubicBezTo>
                  <a:cubicBezTo>
                    <a:pt x="45" y="1"/>
                    <a:pt x="45" y="1"/>
                    <a:pt x="45" y="1"/>
                  </a:cubicBezTo>
                  <a:close/>
                  <a:moveTo>
                    <a:pt x="85" y="26"/>
                  </a:moveTo>
                  <a:cubicBezTo>
                    <a:pt x="89" y="21"/>
                    <a:pt x="92" y="19"/>
                    <a:pt x="96" y="19"/>
                  </a:cubicBezTo>
                  <a:cubicBezTo>
                    <a:pt x="97" y="19"/>
                    <a:pt x="99" y="19"/>
                    <a:pt x="100" y="20"/>
                  </a:cubicBezTo>
                  <a:cubicBezTo>
                    <a:pt x="102" y="21"/>
                    <a:pt x="103" y="22"/>
                    <a:pt x="104" y="24"/>
                  </a:cubicBezTo>
                  <a:cubicBezTo>
                    <a:pt x="104" y="26"/>
                    <a:pt x="104" y="28"/>
                    <a:pt x="104" y="31"/>
                  </a:cubicBezTo>
                  <a:cubicBezTo>
                    <a:pt x="104" y="46"/>
                    <a:pt x="104" y="46"/>
                    <a:pt x="104" y="46"/>
                  </a:cubicBezTo>
                  <a:cubicBezTo>
                    <a:pt x="104" y="48"/>
                    <a:pt x="104" y="49"/>
                    <a:pt x="105" y="50"/>
                  </a:cubicBezTo>
                  <a:cubicBezTo>
                    <a:pt x="105" y="51"/>
                    <a:pt x="106" y="51"/>
                    <a:pt x="106" y="52"/>
                  </a:cubicBezTo>
                  <a:cubicBezTo>
                    <a:pt x="106" y="52"/>
                    <a:pt x="108" y="52"/>
                    <a:pt x="109" y="52"/>
                  </a:cubicBezTo>
                  <a:cubicBezTo>
                    <a:pt x="109" y="53"/>
                    <a:pt x="109" y="53"/>
                    <a:pt x="109" y="53"/>
                  </a:cubicBezTo>
                  <a:cubicBezTo>
                    <a:pt x="93" y="53"/>
                    <a:pt x="93" y="53"/>
                    <a:pt x="93" y="53"/>
                  </a:cubicBezTo>
                  <a:cubicBezTo>
                    <a:pt x="93" y="52"/>
                    <a:pt x="93" y="52"/>
                    <a:pt x="93" y="52"/>
                  </a:cubicBezTo>
                  <a:cubicBezTo>
                    <a:pt x="94" y="52"/>
                    <a:pt x="94" y="52"/>
                    <a:pt x="94" y="52"/>
                  </a:cubicBezTo>
                  <a:cubicBezTo>
                    <a:pt x="96" y="52"/>
                    <a:pt x="96" y="52"/>
                    <a:pt x="97" y="51"/>
                  </a:cubicBezTo>
                  <a:cubicBezTo>
                    <a:pt x="98" y="51"/>
                    <a:pt x="98" y="50"/>
                    <a:pt x="98" y="49"/>
                  </a:cubicBezTo>
                  <a:cubicBezTo>
                    <a:pt x="98" y="49"/>
                    <a:pt x="98" y="48"/>
                    <a:pt x="98" y="46"/>
                  </a:cubicBezTo>
                  <a:cubicBezTo>
                    <a:pt x="98" y="32"/>
                    <a:pt x="98" y="32"/>
                    <a:pt x="98" y="32"/>
                  </a:cubicBezTo>
                  <a:cubicBezTo>
                    <a:pt x="98" y="28"/>
                    <a:pt x="98" y="26"/>
                    <a:pt x="97" y="25"/>
                  </a:cubicBezTo>
                  <a:cubicBezTo>
                    <a:pt x="96" y="24"/>
                    <a:pt x="95" y="23"/>
                    <a:pt x="93" y="23"/>
                  </a:cubicBezTo>
                  <a:cubicBezTo>
                    <a:pt x="90" y="23"/>
                    <a:pt x="88" y="24"/>
                    <a:pt x="85" y="28"/>
                  </a:cubicBezTo>
                  <a:cubicBezTo>
                    <a:pt x="85" y="46"/>
                    <a:pt x="85" y="46"/>
                    <a:pt x="85" y="46"/>
                  </a:cubicBezTo>
                  <a:cubicBezTo>
                    <a:pt x="85" y="48"/>
                    <a:pt x="85" y="49"/>
                    <a:pt x="85" y="50"/>
                  </a:cubicBezTo>
                  <a:cubicBezTo>
                    <a:pt x="86" y="51"/>
                    <a:pt x="86" y="51"/>
                    <a:pt x="86" y="52"/>
                  </a:cubicBezTo>
                  <a:cubicBezTo>
                    <a:pt x="87" y="52"/>
                    <a:pt x="88" y="52"/>
                    <a:pt x="90" y="52"/>
                  </a:cubicBezTo>
                  <a:cubicBezTo>
                    <a:pt x="90" y="53"/>
                    <a:pt x="90" y="53"/>
                    <a:pt x="90" y="53"/>
                  </a:cubicBezTo>
                  <a:cubicBezTo>
                    <a:pt x="74" y="53"/>
                    <a:pt x="74" y="53"/>
                    <a:pt x="74" y="53"/>
                  </a:cubicBezTo>
                  <a:cubicBezTo>
                    <a:pt x="74" y="52"/>
                    <a:pt x="74" y="52"/>
                    <a:pt x="74" y="52"/>
                  </a:cubicBezTo>
                  <a:cubicBezTo>
                    <a:pt x="75" y="52"/>
                    <a:pt x="75" y="52"/>
                    <a:pt x="75" y="52"/>
                  </a:cubicBezTo>
                  <a:cubicBezTo>
                    <a:pt x="76" y="52"/>
                    <a:pt x="78" y="52"/>
                    <a:pt x="78" y="51"/>
                  </a:cubicBezTo>
                  <a:cubicBezTo>
                    <a:pt x="78" y="50"/>
                    <a:pt x="79" y="48"/>
                    <a:pt x="79" y="46"/>
                  </a:cubicBezTo>
                  <a:cubicBezTo>
                    <a:pt x="79" y="33"/>
                    <a:pt x="79" y="33"/>
                    <a:pt x="79" y="33"/>
                  </a:cubicBezTo>
                  <a:cubicBezTo>
                    <a:pt x="79" y="29"/>
                    <a:pt x="79" y="26"/>
                    <a:pt x="78" y="25"/>
                  </a:cubicBezTo>
                  <a:cubicBezTo>
                    <a:pt x="78" y="24"/>
                    <a:pt x="78" y="24"/>
                    <a:pt x="78" y="23"/>
                  </a:cubicBezTo>
                  <a:cubicBezTo>
                    <a:pt x="77" y="23"/>
                    <a:pt x="77" y="23"/>
                    <a:pt x="76" y="23"/>
                  </a:cubicBezTo>
                  <a:cubicBezTo>
                    <a:pt x="75" y="23"/>
                    <a:pt x="74" y="23"/>
                    <a:pt x="74" y="23"/>
                  </a:cubicBezTo>
                  <a:cubicBezTo>
                    <a:pt x="73" y="22"/>
                    <a:pt x="73" y="22"/>
                    <a:pt x="73" y="22"/>
                  </a:cubicBezTo>
                  <a:cubicBezTo>
                    <a:pt x="83" y="18"/>
                    <a:pt x="83" y="18"/>
                    <a:pt x="83" y="18"/>
                  </a:cubicBezTo>
                  <a:cubicBezTo>
                    <a:pt x="85" y="18"/>
                    <a:pt x="85" y="18"/>
                    <a:pt x="85" y="18"/>
                  </a:cubicBezTo>
                  <a:cubicBezTo>
                    <a:pt x="85" y="26"/>
                    <a:pt x="85" y="26"/>
                    <a:pt x="85" y="26"/>
                  </a:cubicBezTo>
                  <a:close/>
                  <a:moveTo>
                    <a:pt x="132" y="19"/>
                  </a:moveTo>
                  <a:cubicBezTo>
                    <a:pt x="136" y="19"/>
                    <a:pt x="140" y="21"/>
                    <a:pt x="144" y="25"/>
                  </a:cubicBezTo>
                  <a:cubicBezTo>
                    <a:pt x="146" y="28"/>
                    <a:pt x="148" y="32"/>
                    <a:pt x="148" y="36"/>
                  </a:cubicBezTo>
                  <a:cubicBezTo>
                    <a:pt x="148" y="40"/>
                    <a:pt x="147" y="42"/>
                    <a:pt x="146" y="46"/>
                  </a:cubicBezTo>
                  <a:cubicBezTo>
                    <a:pt x="144" y="49"/>
                    <a:pt x="142" y="51"/>
                    <a:pt x="140" y="53"/>
                  </a:cubicBezTo>
                  <a:cubicBezTo>
                    <a:pt x="137" y="54"/>
                    <a:pt x="134" y="55"/>
                    <a:pt x="131" y="55"/>
                  </a:cubicBezTo>
                  <a:cubicBezTo>
                    <a:pt x="126" y="55"/>
                    <a:pt x="122" y="53"/>
                    <a:pt x="120" y="49"/>
                  </a:cubicBezTo>
                  <a:cubicBezTo>
                    <a:pt x="117" y="46"/>
                    <a:pt x="116" y="42"/>
                    <a:pt x="116" y="38"/>
                  </a:cubicBezTo>
                  <a:cubicBezTo>
                    <a:pt x="116" y="34"/>
                    <a:pt x="117" y="31"/>
                    <a:pt x="118" y="28"/>
                  </a:cubicBezTo>
                  <a:cubicBezTo>
                    <a:pt x="120" y="26"/>
                    <a:pt x="122" y="23"/>
                    <a:pt x="124" y="22"/>
                  </a:cubicBezTo>
                  <a:cubicBezTo>
                    <a:pt x="126" y="20"/>
                    <a:pt x="129" y="19"/>
                    <a:pt x="132" y="19"/>
                  </a:cubicBezTo>
                  <a:close/>
                  <a:moveTo>
                    <a:pt x="130" y="21"/>
                  </a:moveTo>
                  <a:cubicBezTo>
                    <a:pt x="129" y="21"/>
                    <a:pt x="128" y="22"/>
                    <a:pt x="127" y="22"/>
                  </a:cubicBezTo>
                  <a:cubicBezTo>
                    <a:pt x="126" y="23"/>
                    <a:pt x="124" y="24"/>
                    <a:pt x="124" y="26"/>
                  </a:cubicBezTo>
                  <a:cubicBezTo>
                    <a:pt x="123" y="28"/>
                    <a:pt x="122" y="31"/>
                    <a:pt x="122" y="34"/>
                  </a:cubicBezTo>
                  <a:cubicBezTo>
                    <a:pt x="122" y="39"/>
                    <a:pt x="123" y="43"/>
                    <a:pt x="125" y="47"/>
                  </a:cubicBezTo>
                  <a:cubicBezTo>
                    <a:pt x="127" y="50"/>
                    <a:pt x="130" y="52"/>
                    <a:pt x="133" y="52"/>
                  </a:cubicBezTo>
                  <a:cubicBezTo>
                    <a:pt x="135" y="52"/>
                    <a:pt x="137" y="51"/>
                    <a:pt x="138" y="49"/>
                  </a:cubicBezTo>
                  <a:cubicBezTo>
                    <a:pt x="140" y="47"/>
                    <a:pt x="141" y="44"/>
                    <a:pt x="141" y="39"/>
                  </a:cubicBezTo>
                  <a:cubicBezTo>
                    <a:pt x="141" y="33"/>
                    <a:pt x="140" y="28"/>
                    <a:pt x="137" y="25"/>
                  </a:cubicBezTo>
                  <a:cubicBezTo>
                    <a:pt x="135" y="22"/>
                    <a:pt x="133" y="21"/>
                    <a:pt x="130" y="21"/>
                  </a:cubicBezTo>
                  <a:close/>
                  <a:moveTo>
                    <a:pt x="167" y="1"/>
                  </a:moveTo>
                  <a:cubicBezTo>
                    <a:pt x="167" y="46"/>
                    <a:pt x="167" y="46"/>
                    <a:pt x="167" y="46"/>
                  </a:cubicBezTo>
                  <a:cubicBezTo>
                    <a:pt x="167" y="48"/>
                    <a:pt x="167" y="50"/>
                    <a:pt x="168" y="50"/>
                  </a:cubicBezTo>
                  <a:cubicBezTo>
                    <a:pt x="168" y="51"/>
                    <a:pt x="168" y="52"/>
                    <a:pt x="169" y="52"/>
                  </a:cubicBezTo>
                  <a:cubicBezTo>
                    <a:pt x="170" y="52"/>
                    <a:pt x="170" y="52"/>
                    <a:pt x="172" y="52"/>
                  </a:cubicBezTo>
                  <a:cubicBezTo>
                    <a:pt x="172" y="54"/>
                    <a:pt x="172" y="54"/>
                    <a:pt x="172" y="54"/>
                  </a:cubicBezTo>
                  <a:cubicBezTo>
                    <a:pt x="156" y="54"/>
                    <a:pt x="156" y="54"/>
                    <a:pt x="156" y="54"/>
                  </a:cubicBezTo>
                  <a:cubicBezTo>
                    <a:pt x="156" y="52"/>
                    <a:pt x="156" y="52"/>
                    <a:pt x="156" y="52"/>
                  </a:cubicBezTo>
                  <a:cubicBezTo>
                    <a:pt x="158" y="52"/>
                    <a:pt x="159" y="52"/>
                    <a:pt x="160" y="52"/>
                  </a:cubicBezTo>
                  <a:cubicBezTo>
                    <a:pt x="160" y="52"/>
                    <a:pt x="160" y="51"/>
                    <a:pt x="161" y="50"/>
                  </a:cubicBezTo>
                  <a:cubicBezTo>
                    <a:pt x="161" y="50"/>
                    <a:pt x="161" y="48"/>
                    <a:pt x="161" y="46"/>
                  </a:cubicBezTo>
                  <a:cubicBezTo>
                    <a:pt x="161" y="15"/>
                    <a:pt x="161" y="15"/>
                    <a:pt x="161" y="15"/>
                  </a:cubicBezTo>
                  <a:cubicBezTo>
                    <a:pt x="161" y="11"/>
                    <a:pt x="161" y="9"/>
                    <a:pt x="161" y="8"/>
                  </a:cubicBezTo>
                  <a:cubicBezTo>
                    <a:pt x="161" y="7"/>
                    <a:pt x="160" y="6"/>
                    <a:pt x="160" y="6"/>
                  </a:cubicBezTo>
                  <a:cubicBezTo>
                    <a:pt x="160" y="6"/>
                    <a:pt x="159" y="6"/>
                    <a:pt x="158" y="6"/>
                  </a:cubicBezTo>
                  <a:cubicBezTo>
                    <a:pt x="158" y="6"/>
                    <a:pt x="157" y="6"/>
                    <a:pt x="156" y="6"/>
                  </a:cubicBezTo>
                  <a:cubicBezTo>
                    <a:pt x="155" y="5"/>
                    <a:pt x="155" y="5"/>
                    <a:pt x="155" y="5"/>
                  </a:cubicBezTo>
                  <a:cubicBezTo>
                    <a:pt x="165" y="1"/>
                    <a:pt x="165" y="1"/>
                    <a:pt x="165" y="1"/>
                  </a:cubicBezTo>
                  <a:cubicBezTo>
                    <a:pt x="167" y="1"/>
                    <a:pt x="167" y="1"/>
                    <a:pt x="167" y="1"/>
                  </a:cubicBezTo>
                  <a:cubicBezTo>
                    <a:pt x="167" y="1"/>
                    <a:pt x="167" y="1"/>
                    <a:pt x="167" y="1"/>
                  </a:cubicBezTo>
                  <a:close/>
                  <a:moveTo>
                    <a:pt x="196" y="19"/>
                  </a:moveTo>
                  <a:cubicBezTo>
                    <a:pt x="201" y="19"/>
                    <a:pt x="205" y="21"/>
                    <a:pt x="208" y="25"/>
                  </a:cubicBezTo>
                  <a:cubicBezTo>
                    <a:pt x="210" y="28"/>
                    <a:pt x="212" y="32"/>
                    <a:pt x="212" y="36"/>
                  </a:cubicBezTo>
                  <a:cubicBezTo>
                    <a:pt x="212" y="40"/>
                    <a:pt x="211" y="42"/>
                    <a:pt x="210" y="46"/>
                  </a:cubicBezTo>
                  <a:cubicBezTo>
                    <a:pt x="209" y="49"/>
                    <a:pt x="207" y="51"/>
                    <a:pt x="204" y="53"/>
                  </a:cubicBezTo>
                  <a:cubicBezTo>
                    <a:pt x="202" y="54"/>
                    <a:pt x="199" y="55"/>
                    <a:pt x="196" y="55"/>
                  </a:cubicBezTo>
                  <a:cubicBezTo>
                    <a:pt x="191" y="55"/>
                    <a:pt x="187" y="53"/>
                    <a:pt x="184" y="49"/>
                  </a:cubicBezTo>
                  <a:cubicBezTo>
                    <a:pt x="182" y="46"/>
                    <a:pt x="181" y="42"/>
                    <a:pt x="181" y="38"/>
                  </a:cubicBezTo>
                  <a:cubicBezTo>
                    <a:pt x="181" y="34"/>
                    <a:pt x="182" y="31"/>
                    <a:pt x="183" y="28"/>
                  </a:cubicBezTo>
                  <a:cubicBezTo>
                    <a:pt x="185" y="26"/>
                    <a:pt x="187" y="23"/>
                    <a:pt x="189" y="22"/>
                  </a:cubicBezTo>
                  <a:cubicBezTo>
                    <a:pt x="190" y="20"/>
                    <a:pt x="193" y="19"/>
                    <a:pt x="196" y="19"/>
                  </a:cubicBezTo>
                  <a:close/>
                  <a:moveTo>
                    <a:pt x="195" y="21"/>
                  </a:moveTo>
                  <a:cubicBezTo>
                    <a:pt x="194" y="21"/>
                    <a:pt x="192" y="22"/>
                    <a:pt x="191" y="22"/>
                  </a:cubicBezTo>
                  <a:cubicBezTo>
                    <a:pt x="190" y="23"/>
                    <a:pt x="188" y="24"/>
                    <a:pt x="188" y="26"/>
                  </a:cubicBezTo>
                  <a:cubicBezTo>
                    <a:pt x="187" y="28"/>
                    <a:pt x="186" y="31"/>
                    <a:pt x="186" y="34"/>
                  </a:cubicBezTo>
                  <a:cubicBezTo>
                    <a:pt x="186" y="39"/>
                    <a:pt x="187" y="43"/>
                    <a:pt x="189" y="47"/>
                  </a:cubicBezTo>
                  <a:cubicBezTo>
                    <a:pt x="191" y="50"/>
                    <a:pt x="194" y="52"/>
                    <a:pt x="197" y="52"/>
                  </a:cubicBezTo>
                  <a:cubicBezTo>
                    <a:pt x="199" y="52"/>
                    <a:pt x="201" y="51"/>
                    <a:pt x="202" y="49"/>
                  </a:cubicBezTo>
                  <a:cubicBezTo>
                    <a:pt x="204" y="47"/>
                    <a:pt x="205" y="44"/>
                    <a:pt x="205" y="39"/>
                  </a:cubicBezTo>
                  <a:cubicBezTo>
                    <a:pt x="205" y="33"/>
                    <a:pt x="204" y="28"/>
                    <a:pt x="201" y="25"/>
                  </a:cubicBezTo>
                  <a:cubicBezTo>
                    <a:pt x="200" y="22"/>
                    <a:pt x="197" y="21"/>
                    <a:pt x="195" y="21"/>
                  </a:cubicBezTo>
                  <a:close/>
                  <a:moveTo>
                    <a:pt x="229" y="41"/>
                  </a:moveTo>
                  <a:cubicBezTo>
                    <a:pt x="227" y="40"/>
                    <a:pt x="225" y="39"/>
                    <a:pt x="224" y="37"/>
                  </a:cubicBezTo>
                  <a:cubicBezTo>
                    <a:pt x="223" y="35"/>
                    <a:pt x="222" y="33"/>
                    <a:pt x="222" y="31"/>
                  </a:cubicBezTo>
                  <a:cubicBezTo>
                    <a:pt x="222" y="28"/>
                    <a:pt x="224" y="24"/>
                    <a:pt x="226" y="22"/>
                  </a:cubicBezTo>
                  <a:cubicBezTo>
                    <a:pt x="228" y="20"/>
                    <a:pt x="232" y="18"/>
                    <a:pt x="235" y="18"/>
                  </a:cubicBezTo>
                  <a:cubicBezTo>
                    <a:pt x="238" y="18"/>
                    <a:pt x="241" y="19"/>
                    <a:pt x="243" y="21"/>
                  </a:cubicBezTo>
                  <a:cubicBezTo>
                    <a:pt x="250" y="21"/>
                    <a:pt x="250" y="21"/>
                    <a:pt x="250" y="21"/>
                  </a:cubicBezTo>
                  <a:cubicBezTo>
                    <a:pt x="251" y="21"/>
                    <a:pt x="252" y="21"/>
                    <a:pt x="252" y="21"/>
                  </a:cubicBezTo>
                  <a:cubicBezTo>
                    <a:pt x="252" y="21"/>
                    <a:pt x="252" y="21"/>
                    <a:pt x="252" y="21"/>
                  </a:cubicBezTo>
                  <a:cubicBezTo>
                    <a:pt x="252" y="22"/>
                    <a:pt x="252" y="22"/>
                    <a:pt x="252" y="22"/>
                  </a:cubicBezTo>
                  <a:cubicBezTo>
                    <a:pt x="252" y="23"/>
                    <a:pt x="252" y="24"/>
                    <a:pt x="252" y="24"/>
                  </a:cubicBezTo>
                  <a:cubicBezTo>
                    <a:pt x="252" y="24"/>
                    <a:pt x="252" y="24"/>
                    <a:pt x="252" y="24"/>
                  </a:cubicBezTo>
                  <a:cubicBezTo>
                    <a:pt x="252" y="24"/>
                    <a:pt x="251" y="24"/>
                    <a:pt x="250" y="24"/>
                  </a:cubicBezTo>
                  <a:cubicBezTo>
                    <a:pt x="246" y="24"/>
                    <a:pt x="246" y="24"/>
                    <a:pt x="246" y="24"/>
                  </a:cubicBezTo>
                  <a:cubicBezTo>
                    <a:pt x="247" y="26"/>
                    <a:pt x="248" y="28"/>
                    <a:pt x="248" y="31"/>
                  </a:cubicBezTo>
                  <a:cubicBezTo>
                    <a:pt x="248" y="34"/>
                    <a:pt x="246" y="37"/>
                    <a:pt x="244" y="39"/>
                  </a:cubicBezTo>
                  <a:cubicBezTo>
                    <a:pt x="242" y="41"/>
                    <a:pt x="238" y="42"/>
                    <a:pt x="235" y="42"/>
                  </a:cubicBezTo>
                  <a:cubicBezTo>
                    <a:pt x="233" y="42"/>
                    <a:pt x="232" y="42"/>
                    <a:pt x="230" y="41"/>
                  </a:cubicBezTo>
                  <a:cubicBezTo>
                    <a:pt x="229" y="42"/>
                    <a:pt x="228" y="43"/>
                    <a:pt x="228" y="44"/>
                  </a:cubicBezTo>
                  <a:cubicBezTo>
                    <a:pt x="228" y="44"/>
                    <a:pt x="228" y="45"/>
                    <a:pt x="228" y="45"/>
                  </a:cubicBezTo>
                  <a:cubicBezTo>
                    <a:pt x="228" y="46"/>
                    <a:pt x="228" y="46"/>
                    <a:pt x="228" y="46"/>
                  </a:cubicBezTo>
                  <a:cubicBezTo>
                    <a:pt x="228" y="47"/>
                    <a:pt x="229" y="47"/>
                    <a:pt x="230" y="47"/>
                  </a:cubicBezTo>
                  <a:cubicBezTo>
                    <a:pt x="231" y="47"/>
                    <a:pt x="233" y="47"/>
                    <a:pt x="236" y="48"/>
                  </a:cubicBezTo>
                  <a:cubicBezTo>
                    <a:pt x="240" y="48"/>
                    <a:pt x="244" y="48"/>
                    <a:pt x="245" y="48"/>
                  </a:cubicBezTo>
                  <a:cubicBezTo>
                    <a:pt x="248" y="48"/>
                    <a:pt x="249" y="49"/>
                    <a:pt x="250" y="50"/>
                  </a:cubicBezTo>
                  <a:cubicBezTo>
                    <a:pt x="252" y="52"/>
                    <a:pt x="252" y="54"/>
                    <a:pt x="252" y="56"/>
                  </a:cubicBezTo>
                  <a:cubicBezTo>
                    <a:pt x="252" y="58"/>
                    <a:pt x="251" y="61"/>
                    <a:pt x="249" y="64"/>
                  </a:cubicBezTo>
                  <a:cubicBezTo>
                    <a:pt x="245" y="67"/>
                    <a:pt x="240" y="69"/>
                    <a:pt x="234" y="69"/>
                  </a:cubicBezTo>
                  <a:cubicBezTo>
                    <a:pt x="230" y="69"/>
                    <a:pt x="226" y="68"/>
                    <a:pt x="223" y="66"/>
                  </a:cubicBezTo>
                  <a:cubicBezTo>
                    <a:pt x="221" y="65"/>
                    <a:pt x="220" y="64"/>
                    <a:pt x="220" y="62"/>
                  </a:cubicBezTo>
                  <a:cubicBezTo>
                    <a:pt x="220" y="62"/>
                    <a:pt x="220" y="61"/>
                    <a:pt x="220" y="60"/>
                  </a:cubicBezTo>
                  <a:cubicBezTo>
                    <a:pt x="221" y="60"/>
                    <a:pt x="222" y="58"/>
                    <a:pt x="223" y="56"/>
                  </a:cubicBezTo>
                  <a:cubicBezTo>
                    <a:pt x="223" y="56"/>
                    <a:pt x="224" y="55"/>
                    <a:pt x="226" y="52"/>
                  </a:cubicBezTo>
                  <a:cubicBezTo>
                    <a:pt x="225" y="52"/>
                    <a:pt x="224" y="51"/>
                    <a:pt x="224" y="50"/>
                  </a:cubicBezTo>
                  <a:cubicBezTo>
                    <a:pt x="223" y="50"/>
                    <a:pt x="223" y="49"/>
                    <a:pt x="223" y="48"/>
                  </a:cubicBezTo>
                  <a:cubicBezTo>
                    <a:pt x="223" y="48"/>
                    <a:pt x="223" y="46"/>
                    <a:pt x="224" y="45"/>
                  </a:cubicBezTo>
                  <a:cubicBezTo>
                    <a:pt x="225" y="45"/>
                    <a:pt x="226" y="44"/>
                    <a:pt x="229" y="41"/>
                  </a:cubicBezTo>
                  <a:close/>
                  <a:moveTo>
                    <a:pt x="235" y="20"/>
                  </a:moveTo>
                  <a:cubicBezTo>
                    <a:pt x="233" y="20"/>
                    <a:pt x="232" y="21"/>
                    <a:pt x="230" y="22"/>
                  </a:cubicBezTo>
                  <a:cubicBezTo>
                    <a:pt x="229" y="24"/>
                    <a:pt x="229" y="26"/>
                    <a:pt x="229" y="29"/>
                  </a:cubicBezTo>
                  <a:cubicBezTo>
                    <a:pt x="229" y="33"/>
                    <a:pt x="230" y="36"/>
                    <a:pt x="231" y="38"/>
                  </a:cubicBezTo>
                  <a:cubicBezTo>
                    <a:pt x="232" y="40"/>
                    <a:pt x="234" y="41"/>
                    <a:pt x="236" y="41"/>
                  </a:cubicBezTo>
                  <a:cubicBezTo>
                    <a:pt x="238" y="41"/>
                    <a:pt x="239" y="40"/>
                    <a:pt x="240" y="39"/>
                  </a:cubicBezTo>
                  <a:cubicBezTo>
                    <a:pt x="242" y="37"/>
                    <a:pt x="242" y="35"/>
                    <a:pt x="242" y="32"/>
                  </a:cubicBezTo>
                  <a:cubicBezTo>
                    <a:pt x="242" y="28"/>
                    <a:pt x="241" y="25"/>
                    <a:pt x="240" y="23"/>
                  </a:cubicBezTo>
                  <a:cubicBezTo>
                    <a:pt x="238" y="21"/>
                    <a:pt x="237" y="20"/>
                    <a:pt x="235" y="20"/>
                  </a:cubicBezTo>
                  <a:close/>
                  <a:moveTo>
                    <a:pt x="228" y="54"/>
                  </a:moveTo>
                  <a:cubicBezTo>
                    <a:pt x="227" y="55"/>
                    <a:pt x="226" y="56"/>
                    <a:pt x="226" y="57"/>
                  </a:cubicBezTo>
                  <a:cubicBezTo>
                    <a:pt x="226" y="58"/>
                    <a:pt x="225" y="59"/>
                    <a:pt x="225" y="60"/>
                  </a:cubicBezTo>
                  <a:cubicBezTo>
                    <a:pt x="225" y="62"/>
                    <a:pt x="226" y="63"/>
                    <a:pt x="227" y="64"/>
                  </a:cubicBezTo>
                  <a:cubicBezTo>
                    <a:pt x="230" y="65"/>
                    <a:pt x="233" y="66"/>
                    <a:pt x="238" y="66"/>
                  </a:cubicBezTo>
                  <a:cubicBezTo>
                    <a:pt x="242" y="66"/>
                    <a:pt x="245" y="65"/>
                    <a:pt x="247" y="64"/>
                  </a:cubicBezTo>
                  <a:cubicBezTo>
                    <a:pt x="249" y="62"/>
                    <a:pt x="250" y="60"/>
                    <a:pt x="250" y="58"/>
                  </a:cubicBezTo>
                  <a:cubicBezTo>
                    <a:pt x="250" y="57"/>
                    <a:pt x="250" y="56"/>
                    <a:pt x="248" y="56"/>
                  </a:cubicBezTo>
                  <a:cubicBezTo>
                    <a:pt x="247" y="55"/>
                    <a:pt x="245" y="55"/>
                    <a:pt x="241" y="55"/>
                  </a:cubicBezTo>
                  <a:cubicBezTo>
                    <a:pt x="236" y="54"/>
                    <a:pt x="231" y="54"/>
                    <a:pt x="228" y="54"/>
                  </a:cubicBezTo>
                  <a:close/>
                  <a:moveTo>
                    <a:pt x="258" y="20"/>
                  </a:moveTo>
                  <a:cubicBezTo>
                    <a:pt x="274" y="20"/>
                    <a:pt x="274" y="20"/>
                    <a:pt x="274" y="20"/>
                  </a:cubicBezTo>
                  <a:cubicBezTo>
                    <a:pt x="274" y="21"/>
                    <a:pt x="274" y="21"/>
                    <a:pt x="274" y="21"/>
                  </a:cubicBezTo>
                  <a:cubicBezTo>
                    <a:pt x="273" y="21"/>
                    <a:pt x="273" y="21"/>
                    <a:pt x="273" y="21"/>
                  </a:cubicBezTo>
                  <a:cubicBezTo>
                    <a:pt x="272" y="21"/>
                    <a:pt x="271" y="21"/>
                    <a:pt x="270" y="22"/>
                  </a:cubicBezTo>
                  <a:cubicBezTo>
                    <a:pt x="270" y="22"/>
                    <a:pt x="270" y="23"/>
                    <a:pt x="270" y="23"/>
                  </a:cubicBezTo>
                  <a:cubicBezTo>
                    <a:pt x="270" y="24"/>
                    <a:pt x="270" y="26"/>
                    <a:pt x="271" y="27"/>
                  </a:cubicBezTo>
                  <a:cubicBezTo>
                    <a:pt x="279" y="44"/>
                    <a:pt x="279" y="44"/>
                    <a:pt x="279" y="44"/>
                  </a:cubicBezTo>
                  <a:cubicBezTo>
                    <a:pt x="286" y="26"/>
                    <a:pt x="286" y="26"/>
                    <a:pt x="286" y="26"/>
                  </a:cubicBezTo>
                  <a:cubicBezTo>
                    <a:pt x="286" y="24"/>
                    <a:pt x="287" y="24"/>
                    <a:pt x="287" y="22"/>
                  </a:cubicBezTo>
                  <a:cubicBezTo>
                    <a:pt x="287" y="22"/>
                    <a:pt x="287" y="22"/>
                    <a:pt x="286" y="21"/>
                  </a:cubicBezTo>
                  <a:cubicBezTo>
                    <a:pt x="286" y="21"/>
                    <a:pt x="286" y="21"/>
                    <a:pt x="286" y="20"/>
                  </a:cubicBezTo>
                  <a:cubicBezTo>
                    <a:pt x="285" y="20"/>
                    <a:pt x="284" y="20"/>
                    <a:pt x="284" y="20"/>
                  </a:cubicBezTo>
                  <a:cubicBezTo>
                    <a:pt x="284" y="19"/>
                    <a:pt x="284" y="19"/>
                    <a:pt x="284" y="19"/>
                  </a:cubicBezTo>
                  <a:cubicBezTo>
                    <a:pt x="294" y="19"/>
                    <a:pt x="294" y="19"/>
                    <a:pt x="294" y="19"/>
                  </a:cubicBezTo>
                  <a:cubicBezTo>
                    <a:pt x="294" y="20"/>
                    <a:pt x="294" y="20"/>
                    <a:pt x="294" y="20"/>
                  </a:cubicBezTo>
                  <a:cubicBezTo>
                    <a:pt x="294" y="20"/>
                    <a:pt x="293" y="20"/>
                    <a:pt x="292" y="20"/>
                  </a:cubicBezTo>
                  <a:cubicBezTo>
                    <a:pt x="292" y="21"/>
                    <a:pt x="292" y="21"/>
                    <a:pt x="291" y="22"/>
                  </a:cubicBezTo>
                  <a:cubicBezTo>
                    <a:pt x="290" y="22"/>
                    <a:pt x="290" y="23"/>
                    <a:pt x="290" y="25"/>
                  </a:cubicBezTo>
                  <a:cubicBezTo>
                    <a:pt x="276" y="59"/>
                    <a:pt x="276" y="59"/>
                    <a:pt x="276" y="59"/>
                  </a:cubicBezTo>
                  <a:cubicBezTo>
                    <a:pt x="275" y="62"/>
                    <a:pt x="274" y="64"/>
                    <a:pt x="271" y="66"/>
                  </a:cubicBezTo>
                  <a:cubicBezTo>
                    <a:pt x="269" y="68"/>
                    <a:pt x="267" y="69"/>
                    <a:pt x="265" y="69"/>
                  </a:cubicBezTo>
                  <a:cubicBezTo>
                    <a:pt x="264" y="69"/>
                    <a:pt x="263" y="68"/>
                    <a:pt x="262" y="68"/>
                  </a:cubicBezTo>
                  <a:cubicBezTo>
                    <a:pt x="261" y="67"/>
                    <a:pt x="260" y="66"/>
                    <a:pt x="260" y="65"/>
                  </a:cubicBezTo>
                  <a:cubicBezTo>
                    <a:pt x="260" y="64"/>
                    <a:pt x="261" y="63"/>
                    <a:pt x="261" y="62"/>
                  </a:cubicBezTo>
                  <a:cubicBezTo>
                    <a:pt x="262" y="62"/>
                    <a:pt x="263" y="62"/>
                    <a:pt x="264" y="62"/>
                  </a:cubicBezTo>
                  <a:cubicBezTo>
                    <a:pt x="265" y="62"/>
                    <a:pt x="266" y="62"/>
                    <a:pt x="267" y="62"/>
                  </a:cubicBezTo>
                  <a:cubicBezTo>
                    <a:pt x="268" y="63"/>
                    <a:pt x="269" y="63"/>
                    <a:pt x="269" y="63"/>
                  </a:cubicBezTo>
                  <a:cubicBezTo>
                    <a:pt x="270" y="63"/>
                    <a:pt x="270" y="62"/>
                    <a:pt x="271" y="62"/>
                  </a:cubicBezTo>
                  <a:cubicBezTo>
                    <a:pt x="272" y="61"/>
                    <a:pt x="273" y="59"/>
                    <a:pt x="274" y="57"/>
                  </a:cubicBezTo>
                  <a:cubicBezTo>
                    <a:pt x="276" y="51"/>
                    <a:pt x="276" y="51"/>
                    <a:pt x="276" y="51"/>
                  </a:cubicBezTo>
                  <a:cubicBezTo>
                    <a:pt x="264" y="26"/>
                    <a:pt x="264" y="26"/>
                    <a:pt x="264" y="26"/>
                  </a:cubicBezTo>
                  <a:cubicBezTo>
                    <a:pt x="264" y="25"/>
                    <a:pt x="264" y="24"/>
                    <a:pt x="263" y="23"/>
                  </a:cubicBezTo>
                  <a:cubicBezTo>
                    <a:pt x="262" y="22"/>
                    <a:pt x="262" y="21"/>
                    <a:pt x="261" y="21"/>
                  </a:cubicBezTo>
                  <a:cubicBezTo>
                    <a:pt x="261" y="21"/>
                    <a:pt x="260" y="20"/>
                    <a:pt x="258" y="20"/>
                  </a:cubicBezTo>
                  <a:cubicBezTo>
                    <a:pt x="258" y="20"/>
                    <a:pt x="258" y="20"/>
                    <a:pt x="258" y="20"/>
                  </a:cubicBezTo>
                  <a:close/>
                  <a:moveTo>
                    <a:pt x="331" y="19"/>
                  </a:moveTo>
                  <a:cubicBezTo>
                    <a:pt x="336" y="19"/>
                    <a:pt x="340" y="21"/>
                    <a:pt x="343" y="25"/>
                  </a:cubicBezTo>
                  <a:cubicBezTo>
                    <a:pt x="346" y="28"/>
                    <a:pt x="347" y="32"/>
                    <a:pt x="347" y="36"/>
                  </a:cubicBezTo>
                  <a:cubicBezTo>
                    <a:pt x="347" y="40"/>
                    <a:pt x="346" y="42"/>
                    <a:pt x="345" y="46"/>
                  </a:cubicBezTo>
                  <a:cubicBezTo>
                    <a:pt x="344" y="49"/>
                    <a:pt x="342" y="51"/>
                    <a:pt x="339" y="53"/>
                  </a:cubicBezTo>
                  <a:cubicBezTo>
                    <a:pt x="336" y="54"/>
                    <a:pt x="334" y="55"/>
                    <a:pt x="331" y="55"/>
                  </a:cubicBezTo>
                  <a:cubicBezTo>
                    <a:pt x="326" y="55"/>
                    <a:pt x="322" y="53"/>
                    <a:pt x="319" y="49"/>
                  </a:cubicBezTo>
                  <a:cubicBezTo>
                    <a:pt x="317" y="46"/>
                    <a:pt x="316" y="42"/>
                    <a:pt x="316" y="38"/>
                  </a:cubicBezTo>
                  <a:cubicBezTo>
                    <a:pt x="316" y="34"/>
                    <a:pt x="316" y="31"/>
                    <a:pt x="318" y="28"/>
                  </a:cubicBezTo>
                  <a:cubicBezTo>
                    <a:pt x="320" y="26"/>
                    <a:pt x="322" y="23"/>
                    <a:pt x="324" y="22"/>
                  </a:cubicBezTo>
                  <a:cubicBezTo>
                    <a:pt x="326" y="20"/>
                    <a:pt x="328" y="19"/>
                    <a:pt x="331" y="19"/>
                  </a:cubicBezTo>
                  <a:close/>
                  <a:moveTo>
                    <a:pt x="330" y="21"/>
                  </a:moveTo>
                  <a:cubicBezTo>
                    <a:pt x="329" y="21"/>
                    <a:pt x="328" y="22"/>
                    <a:pt x="326" y="22"/>
                  </a:cubicBezTo>
                  <a:cubicBezTo>
                    <a:pt x="325" y="23"/>
                    <a:pt x="324" y="24"/>
                    <a:pt x="323" y="26"/>
                  </a:cubicBezTo>
                  <a:cubicBezTo>
                    <a:pt x="322" y="28"/>
                    <a:pt x="322" y="31"/>
                    <a:pt x="322" y="34"/>
                  </a:cubicBezTo>
                  <a:cubicBezTo>
                    <a:pt x="322" y="39"/>
                    <a:pt x="323" y="43"/>
                    <a:pt x="325" y="47"/>
                  </a:cubicBezTo>
                  <a:cubicBezTo>
                    <a:pt x="327" y="50"/>
                    <a:pt x="329" y="52"/>
                    <a:pt x="332" y="52"/>
                  </a:cubicBezTo>
                  <a:cubicBezTo>
                    <a:pt x="335" y="52"/>
                    <a:pt x="337" y="51"/>
                    <a:pt x="338" y="49"/>
                  </a:cubicBezTo>
                  <a:cubicBezTo>
                    <a:pt x="340" y="47"/>
                    <a:pt x="340" y="44"/>
                    <a:pt x="340" y="39"/>
                  </a:cubicBezTo>
                  <a:cubicBezTo>
                    <a:pt x="340" y="33"/>
                    <a:pt x="339" y="28"/>
                    <a:pt x="337" y="25"/>
                  </a:cubicBezTo>
                  <a:cubicBezTo>
                    <a:pt x="335" y="22"/>
                    <a:pt x="332" y="21"/>
                    <a:pt x="330" y="21"/>
                  </a:cubicBezTo>
                  <a:close/>
                  <a:moveTo>
                    <a:pt x="368" y="22"/>
                  </a:moveTo>
                  <a:cubicBezTo>
                    <a:pt x="368" y="45"/>
                    <a:pt x="368" y="45"/>
                    <a:pt x="368" y="45"/>
                  </a:cubicBezTo>
                  <a:cubicBezTo>
                    <a:pt x="368" y="48"/>
                    <a:pt x="368" y="50"/>
                    <a:pt x="369" y="51"/>
                  </a:cubicBezTo>
                  <a:cubicBezTo>
                    <a:pt x="370" y="52"/>
                    <a:pt x="371" y="52"/>
                    <a:pt x="373" y="52"/>
                  </a:cubicBezTo>
                  <a:cubicBezTo>
                    <a:pt x="376" y="52"/>
                    <a:pt x="376" y="52"/>
                    <a:pt x="376" y="52"/>
                  </a:cubicBezTo>
                  <a:cubicBezTo>
                    <a:pt x="376" y="54"/>
                    <a:pt x="376" y="54"/>
                    <a:pt x="376" y="54"/>
                  </a:cubicBezTo>
                  <a:cubicBezTo>
                    <a:pt x="356" y="54"/>
                    <a:pt x="356" y="54"/>
                    <a:pt x="356" y="54"/>
                  </a:cubicBezTo>
                  <a:cubicBezTo>
                    <a:pt x="356" y="52"/>
                    <a:pt x="356" y="52"/>
                    <a:pt x="356" y="52"/>
                  </a:cubicBezTo>
                  <a:cubicBezTo>
                    <a:pt x="358" y="52"/>
                    <a:pt x="358" y="52"/>
                    <a:pt x="358" y="52"/>
                  </a:cubicBezTo>
                  <a:cubicBezTo>
                    <a:pt x="358" y="52"/>
                    <a:pt x="360" y="52"/>
                    <a:pt x="360" y="52"/>
                  </a:cubicBezTo>
                  <a:cubicBezTo>
                    <a:pt x="361" y="51"/>
                    <a:pt x="362" y="50"/>
                    <a:pt x="362" y="50"/>
                  </a:cubicBezTo>
                  <a:cubicBezTo>
                    <a:pt x="362" y="49"/>
                    <a:pt x="362" y="47"/>
                    <a:pt x="362" y="45"/>
                  </a:cubicBezTo>
                  <a:cubicBezTo>
                    <a:pt x="362" y="22"/>
                    <a:pt x="362" y="22"/>
                    <a:pt x="362" y="22"/>
                  </a:cubicBezTo>
                  <a:cubicBezTo>
                    <a:pt x="356" y="22"/>
                    <a:pt x="356" y="22"/>
                    <a:pt x="356" y="22"/>
                  </a:cubicBezTo>
                  <a:cubicBezTo>
                    <a:pt x="356" y="20"/>
                    <a:pt x="356" y="20"/>
                    <a:pt x="356" y="20"/>
                  </a:cubicBezTo>
                  <a:cubicBezTo>
                    <a:pt x="362" y="20"/>
                    <a:pt x="362" y="20"/>
                    <a:pt x="362" y="20"/>
                  </a:cubicBezTo>
                  <a:cubicBezTo>
                    <a:pt x="362" y="17"/>
                    <a:pt x="362" y="17"/>
                    <a:pt x="362" y="17"/>
                  </a:cubicBezTo>
                  <a:cubicBezTo>
                    <a:pt x="362" y="14"/>
                    <a:pt x="363" y="11"/>
                    <a:pt x="364" y="8"/>
                  </a:cubicBezTo>
                  <a:cubicBezTo>
                    <a:pt x="365" y="6"/>
                    <a:pt x="367" y="4"/>
                    <a:pt x="369" y="3"/>
                  </a:cubicBezTo>
                  <a:cubicBezTo>
                    <a:pt x="371" y="2"/>
                    <a:pt x="373" y="1"/>
                    <a:pt x="376" y="1"/>
                  </a:cubicBezTo>
                  <a:cubicBezTo>
                    <a:pt x="378" y="1"/>
                    <a:pt x="381" y="2"/>
                    <a:pt x="383" y="3"/>
                  </a:cubicBezTo>
                  <a:cubicBezTo>
                    <a:pt x="384" y="4"/>
                    <a:pt x="385" y="6"/>
                    <a:pt x="385" y="7"/>
                  </a:cubicBezTo>
                  <a:cubicBezTo>
                    <a:pt x="385" y="8"/>
                    <a:pt x="384" y="8"/>
                    <a:pt x="384" y="9"/>
                  </a:cubicBezTo>
                  <a:cubicBezTo>
                    <a:pt x="383" y="10"/>
                    <a:pt x="383" y="10"/>
                    <a:pt x="382" y="10"/>
                  </a:cubicBezTo>
                  <a:cubicBezTo>
                    <a:pt x="382" y="10"/>
                    <a:pt x="381" y="9"/>
                    <a:pt x="380" y="9"/>
                  </a:cubicBezTo>
                  <a:cubicBezTo>
                    <a:pt x="380" y="8"/>
                    <a:pt x="379" y="8"/>
                    <a:pt x="378" y="6"/>
                  </a:cubicBezTo>
                  <a:cubicBezTo>
                    <a:pt x="377" y="5"/>
                    <a:pt x="376" y="4"/>
                    <a:pt x="376" y="3"/>
                  </a:cubicBezTo>
                  <a:cubicBezTo>
                    <a:pt x="375" y="3"/>
                    <a:pt x="374" y="2"/>
                    <a:pt x="373" y="2"/>
                  </a:cubicBezTo>
                  <a:cubicBezTo>
                    <a:pt x="372" y="2"/>
                    <a:pt x="371" y="3"/>
                    <a:pt x="370" y="3"/>
                  </a:cubicBezTo>
                  <a:cubicBezTo>
                    <a:pt x="370" y="4"/>
                    <a:pt x="369" y="5"/>
                    <a:pt x="369" y="6"/>
                  </a:cubicBezTo>
                  <a:cubicBezTo>
                    <a:pt x="368" y="7"/>
                    <a:pt x="368" y="10"/>
                    <a:pt x="368" y="16"/>
                  </a:cubicBezTo>
                  <a:cubicBezTo>
                    <a:pt x="368" y="18"/>
                    <a:pt x="368" y="18"/>
                    <a:pt x="368" y="18"/>
                  </a:cubicBezTo>
                  <a:cubicBezTo>
                    <a:pt x="377" y="18"/>
                    <a:pt x="377" y="18"/>
                    <a:pt x="377" y="18"/>
                  </a:cubicBezTo>
                  <a:cubicBezTo>
                    <a:pt x="377" y="22"/>
                    <a:pt x="377" y="22"/>
                    <a:pt x="377" y="22"/>
                  </a:cubicBezTo>
                  <a:cubicBezTo>
                    <a:pt x="368" y="22"/>
                    <a:pt x="368" y="22"/>
                    <a:pt x="368" y="22"/>
                  </a:cubicBezTo>
                  <a:close/>
                  <a:moveTo>
                    <a:pt x="440" y="2"/>
                  </a:moveTo>
                  <a:cubicBezTo>
                    <a:pt x="441" y="20"/>
                    <a:pt x="441" y="20"/>
                    <a:pt x="441" y="20"/>
                  </a:cubicBezTo>
                  <a:cubicBezTo>
                    <a:pt x="440" y="20"/>
                    <a:pt x="440" y="20"/>
                    <a:pt x="440" y="20"/>
                  </a:cubicBezTo>
                  <a:cubicBezTo>
                    <a:pt x="438" y="14"/>
                    <a:pt x="436" y="11"/>
                    <a:pt x="433" y="8"/>
                  </a:cubicBezTo>
                  <a:cubicBezTo>
                    <a:pt x="430" y="6"/>
                    <a:pt x="427" y="5"/>
                    <a:pt x="423" y="5"/>
                  </a:cubicBezTo>
                  <a:cubicBezTo>
                    <a:pt x="420" y="5"/>
                    <a:pt x="417" y="6"/>
                    <a:pt x="414" y="8"/>
                  </a:cubicBezTo>
                  <a:cubicBezTo>
                    <a:pt x="412" y="9"/>
                    <a:pt x="410" y="12"/>
                    <a:pt x="408" y="16"/>
                  </a:cubicBezTo>
                  <a:cubicBezTo>
                    <a:pt x="407" y="19"/>
                    <a:pt x="406" y="24"/>
                    <a:pt x="406" y="30"/>
                  </a:cubicBezTo>
                  <a:cubicBezTo>
                    <a:pt x="406" y="34"/>
                    <a:pt x="407" y="38"/>
                    <a:pt x="408" y="42"/>
                  </a:cubicBezTo>
                  <a:cubicBezTo>
                    <a:pt x="409" y="45"/>
                    <a:pt x="412" y="48"/>
                    <a:pt x="414" y="49"/>
                  </a:cubicBezTo>
                  <a:cubicBezTo>
                    <a:pt x="417" y="51"/>
                    <a:pt x="420" y="52"/>
                    <a:pt x="424" y="52"/>
                  </a:cubicBezTo>
                  <a:cubicBezTo>
                    <a:pt x="427" y="52"/>
                    <a:pt x="430" y="51"/>
                    <a:pt x="432" y="50"/>
                  </a:cubicBezTo>
                  <a:cubicBezTo>
                    <a:pt x="435" y="49"/>
                    <a:pt x="438" y="46"/>
                    <a:pt x="440" y="42"/>
                  </a:cubicBezTo>
                  <a:cubicBezTo>
                    <a:pt x="442" y="42"/>
                    <a:pt x="442" y="42"/>
                    <a:pt x="442" y="42"/>
                  </a:cubicBezTo>
                  <a:cubicBezTo>
                    <a:pt x="439" y="47"/>
                    <a:pt x="436" y="50"/>
                    <a:pt x="433" y="52"/>
                  </a:cubicBezTo>
                  <a:cubicBezTo>
                    <a:pt x="430" y="54"/>
                    <a:pt x="426" y="56"/>
                    <a:pt x="422" y="56"/>
                  </a:cubicBezTo>
                  <a:cubicBezTo>
                    <a:pt x="414" y="56"/>
                    <a:pt x="407" y="52"/>
                    <a:pt x="403" y="46"/>
                  </a:cubicBezTo>
                  <a:cubicBezTo>
                    <a:pt x="400" y="42"/>
                    <a:pt x="398" y="36"/>
                    <a:pt x="398" y="30"/>
                  </a:cubicBezTo>
                  <a:cubicBezTo>
                    <a:pt x="398" y="25"/>
                    <a:pt x="399" y="20"/>
                    <a:pt x="401" y="16"/>
                  </a:cubicBezTo>
                  <a:cubicBezTo>
                    <a:pt x="403" y="12"/>
                    <a:pt x="406" y="8"/>
                    <a:pt x="410" y="6"/>
                  </a:cubicBezTo>
                  <a:cubicBezTo>
                    <a:pt x="414" y="4"/>
                    <a:pt x="418" y="3"/>
                    <a:pt x="422" y="3"/>
                  </a:cubicBezTo>
                  <a:cubicBezTo>
                    <a:pt x="426" y="3"/>
                    <a:pt x="429" y="4"/>
                    <a:pt x="433" y="6"/>
                  </a:cubicBezTo>
                  <a:cubicBezTo>
                    <a:pt x="434" y="6"/>
                    <a:pt x="434" y="6"/>
                    <a:pt x="435" y="6"/>
                  </a:cubicBezTo>
                  <a:cubicBezTo>
                    <a:pt x="436" y="6"/>
                    <a:pt x="436" y="6"/>
                    <a:pt x="436" y="6"/>
                  </a:cubicBezTo>
                  <a:cubicBezTo>
                    <a:pt x="437" y="5"/>
                    <a:pt x="438" y="4"/>
                    <a:pt x="438" y="3"/>
                  </a:cubicBezTo>
                  <a:cubicBezTo>
                    <a:pt x="440" y="2"/>
                    <a:pt x="440" y="2"/>
                    <a:pt x="440" y="2"/>
                  </a:cubicBezTo>
                  <a:close/>
                  <a:moveTo>
                    <a:pt x="460" y="1"/>
                  </a:moveTo>
                  <a:cubicBezTo>
                    <a:pt x="460" y="26"/>
                    <a:pt x="460" y="26"/>
                    <a:pt x="460" y="26"/>
                  </a:cubicBezTo>
                  <a:cubicBezTo>
                    <a:pt x="463" y="22"/>
                    <a:pt x="465" y="21"/>
                    <a:pt x="466" y="20"/>
                  </a:cubicBezTo>
                  <a:cubicBezTo>
                    <a:pt x="468" y="19"/>
                    <a:pt x="470" y="18"/>
                    <a:pt x="471" y="18"/>
                  </a:cubicBezTo>
                  <a:cubicBezTo>
                    <a:pt x="473" y="18"/>
                    <a:pt x="475" y="19"/>
                    <a:pt x="476" y="20"/>
                  </a:cubicBezTo>
                  <a:cubicBezTo>
                    <a:pt x="477" y="21"/>
                    <a:pt x="478" y="23"/>
                    <a:pt x="479" y="25"/>
                  </a:cubicBezTo>
                  <a:cubicBezTo>
                    <a:pt x="479" y="27"/>
                    <a:pt x="480" y="30"/>
                    <a:pt x="480" y="34"/>
                  </a:cubicBezTo>
                  <a:cubicBezTo>
                    <a:pt x="480" y="46"/>
                    <a:pt x="480" y="46"/>
                    <a:pt x="480" y="46"/>
                  </a:cubicBezTo>
                  <a:cubicBezTo>
                    <a:pt x="480" y="48"/>
                    <a:pt x="480" y="50"/>
                    <a:pt x="480" y="50"/>
                  </a:cubicBezTo>
                  <a:cubicBezTo>
                    <a:pt x="480" y="51"/>
                    <a:pt x="481" y="52"/>
                    <a:pt x="481" y="52"/>
                  </a:cubicBezTo>
                  <a:cubicBezTo>
                    <a:pt x="482" y="52"/>
                    <a:pt x="483" y="52"/>
                    <a:pt x="484" y="52"/>
                  </a:cubicBezTo>
                  <a:cubicBezTo>
                    <a:pt x="484" y="54"/>
                    <a:pt x="484" y="54"/>
                    <a:pt x="484" y="54"/>
                  </a:cubicBezTo>
                  <a:cubicBezTo>
                    <a:pt x="468" y="54"/>
                    <a:pt x="468" y="54"/>
                    <a:pt x="468" y="54"/>
                  </a:cubicBezTo>
                  <a:cubicBezTo>
                    <a:pt x="468" y="52"/>
                    <a:pt x="468" y="52"/>
                    <a:pt x="468" y="52"/>
                  </a:cubicBezTo>
                  <a:cubicBezTo>
                    <a:pt x="469" y="52"/>
                    <a:pt x="469" y="52"/>
                    <a:pt x="469" y="52"/>
                  </a:cubicBezTo>
                  <a:cubicBezTo>
                    <a:pt x="471" y="52"/>
                    <a:pt x="472" y="52"/>
                    <a:pt x="472" y="52"/>
                  </a:cubicBezTo>
                  <a:cubicBezTo>
                    <a:pt x="473" y="51"/>
                    <a:pt x="474" y="50"/>
                    <a:pt x="474" y="50"/>
                  </a:cubicBezTo>
                  <a:cubicBezTo>
                    <a:pt x="474" y="49"/>
                    <a:pt x="474" y="48"/>
                    <a:pt x="474" y="46"/>
                  </a:cubicBezTo>
                  <a:cubicBezTo>
                    <a:pt x="474" y="34"/>
                    <a:pt x="474" y="34"/>
                    <a:pt x="474" y="34"/>
                  </a:cubicBezTo>
                  <a:cubicBezTo>
                    <a:pt x="474" y="30"/>
                    <a:pt x="474" y="28"/>
                    <a:pt x="473" y="27"/>
                  </a:cubicBezTo>
                  <a:cubicBezTo>
                    <a:pt x="473" y="26"/>
                    <a:pt x="472" y="25"/>
                    <a:pt x="472" y="24"/>
                  </a:cubicBezTo>
                  <a:cubicBezTo>
                    <a:pt x="471" y="24"/>
                    <a:pt x="470" y="23"/>
                    <a:pt x="469" y="23"/>
                  </a:cubicBezTo>
                  <a:cubicBezTo>
                    <a:pt x="468" y="23"/>
                    <a:pt x="466" y="24"/>
                    <a:pt x="465" y="24"/>
                  </a:cubicBezTo>
                  <a:cubicBezTo>
                    <a:pt x="464" y="25"/>
                    <a:pt x="462" y="26"/>
                    <a:pt x="461" y="28"/>
                  </a:cubicBezTo>
                  <a:cubicBezTo>
                    <a:pt x="461" y="46"/>
                    <a:pt x="461" y="46"/>
                    <a:pt x="461" y="46"/>
                  </a:cubicBezTo>
                  <a:cubicBezTo>
                    <a:pt x="461" y="48"/>
                    <a:pt x="461" y="50"/>
                    <a:pt x="461" y="50"/>
                  </a:cubicBezTo>
                  <a:cubicBezTo>
                    <a:pt x="462" y="51"/>
                    <a:pt x="462" y="52"/>
                    <a:pt x="462" y="52"/>
                  </a:cubicBezTo>
                  <a:cubicBezTo>
                    <a:pt x="463" y="52"/>
                    <a:pt x="464" y="52"/>
                    <a:pt x="466" y="52"/>
                  </a:cubicBezTo>
                  <a:cubicBezTo>
                    <a:pt x="466" y="54"/>
                    <a:pt x="466" y="54"/>
                    <a:pt x="466" y="54"/>
                  </a:cubicBezTo>
                  <a:cubicBezTo>
                    <a:pt x="450" y="54"/>
                    <a:pt x="450" y="54"/>
                    <a:pt x="450" y="54"/>
                  </a:cubicBezTo>
                  <a:cubicBezTo>
                    <a:pt x="450" y="52"/>
                    <a:pt x="450" y="52"/>
                    <a:pt x="450" y="52"/>
                  </a:cubicBezTo>
                  <a:cubicBezTo>
                    <a:pt x="451" y="52"/>
                    <a:pt x="452" y="52"/>
                    <a:pt x="453" y="52"/>
                  </a:cubicBezTo>
                  <a:cubicBezTo>
                    <a:pt x="454" y="51"/>
                    <a:pt x="454" y="51"/>
                    <a:pt x="454" y="50"/>
                  </a:cubicBezTo>
                  <a:cubicBezTo>
                    <a:pt x="455" y="49"/>
                    <a:pt x="455" y="48"/>
                    <a:pt x="455" y="46"/>
                  </a:cubicBezTo>
                  <a:cubicBezTo>
                    <a:pt x="455" y="15"/>
                    <a:pt x="455" y="15"/>
                    <a:pt x="455" y="15"/>
                  </a:cubicBezTo>
                  <a:cubicBezTo>
                    <a:pt x="455" y="11"/>
                    <a:pt x="455" y="8"/>
                    <a:pt x="454" y="8"/>
                  </a:cubicBezTo>
                  <a:cubicBezTo>
                    <a:pt x="454" y="7"/>
                    <a:pt x="454" y="6"/>
                    <a:pt x="454" y="6"/>
                  </a:cubicBezTo>
                  <a:cubicBezTo>
                    <a:pt x="453" y="5"/>
                    <a:pt x="453" y="5"/>
                    <a:pt x="452" y="5"/>
                  </a:cubicBezTo>
                  <a:cubicBezTo>
                    <a:pt x="452" y="5"/>
                    <a:pt x="451" y="5"/>
                    <a:pt x="450" y="6"/>
                  </a:cubicBezTo>
                  <a:cubicBezTo>
                    <a:pt x="449" y="4"/>
                    <a:pt x="449" y="4"/>
                    <a:pt x="449" y="4"/>
                  </a:cubicBezTo>
                  <a:cubicBezTo>
                    <a:pt x="459" y="0"/>
                    <a:pt x="459" y="0"/>
                    <a:pt x="459" y="0"/>
                  </a:cubicBezTo>
                  <a:cubicBezTo>
                    <a:pt x="460" y="1"/>
                    <a:pt x="460" y="1"/>
                    <a:pt x="460" y="1"/>
                  </a:cubicBezTo>
                  <a:close/>
                  <a:moveTo>
                    <a:pt x="499" y="1"/>
                  </a:moveTo>
                  <a:cubicBezTo>
                    <a:pt x="500" y="1"/>
                    <a:pt x="501" y="1"/>
                    <a:pt x="501" y="2"/>
                  </a:cubicBezTo>
                  <a:cubicBezTo>
                    <a:pt x="502" y="3"/>
                    <a:pt x="502" y="4"/>
                    <a:pt x="502" y="5"/>
                  </a:cubicBezTo>
                  <a:cubicBezTo>
                    <a:pt x="502" y="6"/>
                    <a:pt x="502" y="7"/>
                    <a:pt x="501" y="8"/>
                  </a:cubicBezTo>
                  <a:cubicBezTo>
                    <a:pt x="500" y="8"/>
                    <a:pt x="500" y="9"/>
                    <a:pt x="499" y="9"/>
                  </a:cubicBezTo>
                  <a:cubicBezTo>
                    <a:pt x="498" y="9"/>
                    <a:pt x="497" y="8"/>
                    <a:pt x="496" y="8"/>
                  </a:cubicBezTo>
                  <a:cubicBezTo>
                    <a:pt x="496" y="7"/>
                    <a:pt x="495" y="6"/>
                    <a:pt x="495" y="5"/>
                  </a:cubicBezTo>
                  <a:cubicBezTo>
                    <a:pt x="495" y="4"/>
                    <a:pt x="496" y="3"/>
                    <a:pt x="496" y="2"/>
                  </a:cubicBezTo>
                  <a:cubicBezTo>
                    <a:pt x="497" y="1"/>
                    <a:pt x="498" y="1"/>
                    <a:pt x="499" y="1"/>
                  </a:cubicBezTo>
                  <a:close/>
                  <a:moveTo>
                    <a:pt x="502" y="19"/>
                  </a:moveTo>
                  <a:cubicBezTo>
                    <a:pt x="502" y="46"/>
                    <a:pt x="502" y="46"/>
                    <a:pt x="502" y="46"/>
                  </a:cubicBezTo>
                  <a:cubicBezTo>
                    <a:pt x="502" y="48"/>
                    <a:pt x="502" y="50"/>
                    <a:pt x="502" y="50"/>
                  </a:cubicBezTo>
                  <a:cubicBezTo>
                    <a:pt x="503" y="51"/>
                    <a:pt x="503" y="52"/>
                    <a:pt x="504" y="52"/>
                  </a:cubicBezTo>
                  <a:cubicBezTo>
                    <a:pt x="504" y="52"/>
                    <a:pt x="505" y="52"/>
                    <a:pt x="507" y="52"/>
                  </a:cubicBezTo>
                  <a:cubicBezTo>
                    <a:pt x="507" y="54"/>
                    <a:pt x="507" y="54"/>
                    <a:pt x="507" y="54"/>
                  </a:cubicBezTo>
                  <a:cubicBezTo>
                    <a:pt x="491" y="54"/>
                    <a:pt x="491" y="54"/>
                    <a:pt x="491" y="54"/>
                  </a:cubicBezTo>
                  <a:cubicBezTo>
                    <a:pt x="491" y="52"/>
                    <a:pt x="491" y="52"/>
                    <a:pt x="491" y="52"/>
                  </a:cubicBezTo>
                  <a:cubicBezTo>
                    <a:pt x="492" y="52"/>
                    <a:pt x="494" y="52"/>
                    <a:pt x="494" y="52"/>
                  </a:cubicBezTo>
                  <a:cubicBezTo>
                    <a:pt x="494" y="52"/>
                    <a:pt x="495" y="51"/>
                    <a:pt x="495" y="50"/>
                  </a:cubicBezTo>
                  <a:cubicBezTo>
                    <a:pt x="496" y="50"/>
                    <a:pt x="496" y="48"/>
                    <a:pt x="496" y="46"/>
                  </a:cubicBezTo>
                  <a:cubicBezTo>
                    <a:pt x="496" y="33"/>
                    <a:pt x="496" y="33"/>
                    <a:pt x="496" y="33"/>
                  </a:cubicBezTo>
                  <a:cubicBezTo>
                    <a:pt x="496" y="29"/>
                    <a:pt x="496" y="27"/>
                    <a:pt x="495" y="26"/>
                  </a:cubicBezTo>
                  <a:cubicBezTo>
                    <a:pt x="495" y="25"/>
                    <a:pt x="495" y="24"/>
                    <a:pt x="494" y="24"/>
                  </a:cubicBezTo>
                  <a:cubicBezTo>
                    <a:pt x="494" y="24"/>
                    <a:pt x="494" y="24"/>
                    <a:pt x="493" y="24"/>
                  </a:cubicBezTo>
                  <a:cubicBezTo>
                    <a:pt x="492" y="24"/>
                    <a:pt x="491" y="24"/>
                    <a:pt x="490" y="24"/>
                  </a:cubicBezTo>
                  <a:cubicBezTo>
                    <a:pt x="490" y="23"/>
                    <a:pt x="490" y="23"/>
                    <a:pt x="490" y="23"/>
                  </a:cubicBezTo>
                  <a:cubicBezTo>
                    <a:pt x="500" y="19"/>
                    <a:pt x="500" y="19"/>
                    <a:pt x="500" y="19"/>
                  </a:cubicBezTo>
                  <a:cubicBezTo>
                    <a:pt x="502" y="19"/>
                    <a:pt x="502" y="19"/>
                    <a:pt x="502" y="19"/>
                  </a:cubicBezTo>
                  <a:close/>
                  <a:moveTo>
                    <a:pt x="524" y="26"/>
                  </a:moveTo>
                  <a:cubicBezTo>
                    <a:pt x="528" y="21"/>
                    <a:pt x="532" y="19"/>
                    <a:pt x="535" y="19"/>
                  </a:cubicBezTo>
                  <a:cubicBezTo>
                    <a:pt x="536" y="19"/>
                    <a:pt x="538" y="19"/>
                    <a:pt x="540" y="20"/>
                  </a:cubicBezTo>
                  <a:cubicBezTo>
                    <a:pt x="541" y="21"/>
                    <a:pt x="542" y="22"/>
                    <a:pt x="543" y="24"/>
                  </a:cubicBezTo>
                  <a:cubicBezTo>
                    <a:pt x="543" y="26"/>
                    <a:pt x="544" y="28"/>
                    <a:pt x="544" y="31"/>
                  </a:cubicBezTo>
                  <a:cubicBezTo>
                    <a:pt x="544" y="46"/>
                    <a:pt x="544" y="46"/>
                    <a:pt x="544" y="46"/>
                  </a:cubicBezTo>
                  <a:cubicBezTo>
                    <a:pt x="544" y="48"/>
                    <a:pt x="544" y="49"/>
                    <a:pt x="544" y="50"/>
                  </a:cubicBezTo>
                  <a:cubicBezTo>
                    <a:pt x="544" y="51"/>
                    <a:pt x="545" y="51"/>
                    <a:pt x="545" y="52"/>
                  </a:cubicBezTo>
                  <a:cubicBezTo>
                    <a:pt x="546" y="52"/>
                    <a:pt x="547" y="52"/>
                    <a:pt x="548" y="52"/>
                  </a:cubicBezTo>
                  <a:cubicBezTo>
                    <a:pt x="548" y="53"/>
                    <a:pt x="548" y="53"/>
                    <a:pt x="548" y="53"/>
                  </a:cubicBezTo>
                  <a:cubicBezTo>
                    <a:pt x="532" y="53"/>
                    <a:pt x="532" y="53"/>
                    <a:pt x="532" y="53"/>
                  </a:cubicBezTo>
                  <a:cubicBezTo>
                    <a:pt x="532" y="52"/>
                    <a:pt x="532" y="52"/>
                    <a:pt x="532" y="52"/>
                  </a:cubicBezTo>
                  <a:cubicBezTo>
                    <a:pt x="533" y="52"/>
                    <a:pt x="533" y="52"/>
                    <a:pt x="533" y="52"/>
                  </a:cubicBezTo>
                  <a:cubicBezTo>
                    <a:pt x="535" y="52"/>
                    <a:pt x="536" y="52"/>
                    <a:pt x="536" y="51"/>
                  </a:cubicBezTo>
                  <a:cubicBezTo>
                    <a:pt x="537" y="51"/>
                    <a:pt x="538" y="50"/>
                    <a:pt x="538" y="49"/>
                  </a:cubicBezTo>
                  <a:cubicBezTo>
                    <a:pt x="538" y="49"/>
                    <a:pt x="538" y="48"/>
                    <a:pt x="538" y="46"/>
                  </a:cubicBezTo>
                  <a:cubicBezTo>
                    <a:pt x="538" y="32"/>
                    <a:pt x="538" y="32"/>
                    <a:pt x="538" y="32"/>
                  </a:cubicBezTo>
                  <a:cubicBezTo>
                    <a:pt x="538" y="28"/>
                    <a:pt x="537" y="26"/>
                    <a:pt x="536" y="25"/>
                  </a:cubicBezTo>
                  <a:cubicBezTo>
                    <a:pt x="536" y="24"/>
                    <a:pt x="534" y="23"/>
                    <a:pt x="532" y="23"/>
                  </a:cubicBezTo>
                  <a:cubicBezTo>
                    <a:pt x="530" y="23"/>
                    <a:pt x="527" y="24"/>
                    <a:pt x="524" y="28"/>
                  </a:cubicBezTo>
                  <a:cubicBezTo>
                    <a:pt x="524" y="46"/>
                    <a:pt x="524" y="46"/>
                    <a:pt x="524" y="46"/>
                  </a:cubicBezTo>
                  <a:cubicBezTo>
                    <a:pt x="524" y="48"/>
                    <a:pt x="524" y="49"/>
                    <a:pt x="524" y="50"/>
                  </a:cubicBezTo>
                  <a:cubicBezTo>
                    <a:pt x="525" y="51"/>
                    <a:pt x="525" y="51"/>
                    <a:pt x="526" y="52"/>
                  </a:cubicBezTo>
                  <a:cubicBezTo>
                    <a:pt x="526" y="52"/>
                    <a:pt x="527" y="52"/>
                    <a:pt x="529" y="52"/>
                  </a:cubicBezTo>
                  <a:cubicBezTo>
                    <a:pt x="529" y="53"/>
                    <a:pt x="529" y="53"/>
                    <a:pt x="529" y="53"/>
                  </a:cubicBezTo>
                  <a:cubicBezTo>
                    <a:pt x="513" y="53"/>
                    <a:pt x="513" y="53"/>
                    <a:pt x="513" y="53"/>
                  </a:cubicBezTo>
                  <a:cubicBezTo>
                    <a:pt x="513" y="52"/>
                    <a:pt x="513" y="52"/>
                    <a:pt x="513" y="52"/>
                  </a:cubicBezTo>
                  <a:cubicBezTo>
                    <a:pt x="514" y="52"/>
                    <a:pt x="514" y="52"/>
                    <a:pt x="514" y="52"/>
                  </a:cubicBezTo>
                  <a:cubicBezTo>
                    <a:pt x="516" y="52"/>
                    <a:pt x="517" y="52"/>
                    <a:pt x="517" y="51"/>
                  </a:cubicBezTo>
                  <a:cubicBezTo>
                    <a:pt x="518" y="50"/>
                    <a:pt x="518" y="48"/>
                    <a:pt x="518" y="46"/>
                  </a:cubicBezTo>
                  <a:cubicBezTo>
                    <a:pt x="518" y="33"/>
                    <a:pt x="518" y="33"/>
                    <a:pt x="518" y="33"/>
                  </a:cubicBezTo>
                  <a:cubicBezTo>
                    <a:pt x="518" y="29"/>
                    <a:pt x="518" y="26"/>
                    <a:pt x="518" y="25"/>
                  </a:cubicBezTo>
                  <a:cubicBezTo>
                    <a:pt x="518" y="24"/>
                    <a:pt x="517" y="24"/>
                    <a:pt x="517" y="23"/>
                  </a:cubicBezTo>
                  <a:cubicBezTo>
                    <a:pt x="516" y="23"/>
                    <a:pt x="516" y="23"/>
                    <a:pt x="515" y="23"/>
                  </a:cubicBezTo>
                  <a:cubicBezTo>
                    <a:pt x="514" y="23"/>
                    <a:pt x="514" y="23"/>
                    <a:pt x="513" y="23"/>
                  </a:cubicBezTo>
                  <a:cubicBezTo>
                    <a:pt x="512" y="22"/>
                    <a:pt x="512" y="22"/>
                    <a:pt x="512" y="22"/>
                  </a:cubicBezTo>
                  <a:cubicBezTo>
                    <a:pt x="522" y="18"/>
                    <a:pt x="522" y="18"/>
                    <a:pt x="522" y="18"/>
                  </a:cubicBezTo>
                  <a:cubicBezTo>
                    <a:pt x="524" y="18"/>
                    <a:pt x="524" y="18"/>
                    <a:pt x="524" y="18"/>
                  </a:cubicBezTo>
                  <a:cubicBezTo>
                    <a:pt x="524" y="26"/>
                    <a:pt x="524" y="26"/>
                    <a:pt x="524" y="26"/>
                  </a:cubicBezTo>
                  <a:close/>
                  <a:moveTo>
                    <a:pt x="573" y="49"/>
                  </a:moveTo>
                  <a:cubicBezTo>
                    <a:pt x="570" y="52"/>
                    <a:pt x="568" y="53"/>
                    <a:pt x="567" y="54"/>
                  </a:cubicBezTo>
                  <a:cubicBezTo>
                    <a:pt x="566" y="54"/>
                    <a:pt x="564" y="54"/>
                    <a:pt x="563" y="54"/>
                  </a:cubicBezTo>
                  <a:cubicBezTo>
                    <a:pt x="560" y="54"/>
                    <a:pt x="559" y="54"/>
                    <a:pt x="557" y="52"/>
                  </a:cubicBezTo>
                  <a:cubicBezTo>
                    <a:pt x="556" y="50"/>
                    <a:pt x="555" y="48"/>
                    <a:pt x="555" y="46"/>
                  </a:cubicBezTo>
                  <a:cubicBezTo>
                    <a:pt x="555" y="44"/>
                    <a:pt x="556" y="42"/>
                    <a:pt x="556" y="41"/>
                  </a:cubicBezTo>
                  <a:cubicBezTo>
                    <a:pt x="557" y="40"/>
                    <a:pt x="559" y="38"/>
                    <a:pt x="562" y="36"/>
                  </a:cubicBezTo>
                  <a:cubicBezTo>
                    <a:pt x="564" y="35"/>
                    <a:pt x="568" y="33"/>
                    <a:pt x="574" y="31"/>
                  </a:cubicBezTo>
                  <a:cubicBezTo>
                    <a:pt x="574" y="30"/>
                    <a:pt x="574" y="30"/>
                    <a:pt x="574" y="30"/>
                  </a:cubicBezTo>
                  <a:cubicBezTo>
                    <a:pt x="574" y="26"/>
                    <a:pt x="573" y="24"/>
                    <a:pt x="572" y="23"/>
                  </a:cubicBezTo>
                  <a:cubicBezTo>
                    <a:pt x="571" y="22"/>
                    <a:pt x="570" y="21"/>
                    <a:pt x="568" y="21"/>
                  </a:cubicBezTo>
                  <a:cubicBezTo>
                    <a:pt x="566" y="21"/>
                    <a:pt x="565" y="21"/>
                    <a:pt x="564" y="22"/>
                  </a:cubicBezTo>
                  <a:cubicBezTo>
                    <a:pt x="563" y="23"/>
                    <a:pt x="563" y="24"/>
                    <a:pt x="563" y="25"/>
                  </a:cubicBezTo>
                  <a:cubicBezTo>
                    <a:pt x="563" y="27"/>
                    <a:pt x="563" y="27"/>
                    <a:pt x="563" y="27"/>
                  </a:cubicBezTo>
                  <a:cubicBezTo>
                    <a:pt x="563" y="28"/>
                    <a:pt x="562" y="29"/>
                    <a:pt x="562" y="30"/>
                  </a:cubicBezTo>
                  <a:cubicBezTo>
                    <a:pt x="562" y="30"/>
                    <a:pt x="561" y="30"/>
                    <a:pt x="560" y="30"/>
                  </a:cubicBezTo>
                  <a:cubicBezTo>
                    <a:pt x="559" y="30"/>
                    <a:pt x="558" y="30"/>
                    <a:pt x="558" y="30"/>
                  </a:cubicBezTo>
                  <a:cubicBezTo>
                    <a:pt x="558" y="29"/>
                    <a:pt x="557" y="28"/>
                    <a:pt x="557" y="27"/>
                  </a:cubicBezTo>
                  <a:cubicBezTo>
                    <a:pt x="557" y="25"/>
                    <a:pt x="558" y="23"/>
                    <a:pt x="560" y="21"/>
                  </a:cubicBezTo>
                  <a:cubicBezTo>
                    <a:pt x="562" y="19"/>
                    <a:pt x="566" y="18"/>
                    <a:pt x="569" y="18"/>
                  </a:cubicBezTo>
                  <a:cubicBezTo>
                    <a:pt x="572" y="18"/>
                    <a:pt x="574" y="18"/>
                    <a:pt x="576" y="20"/>
                  </a:cubicBezTo>
                  <a:cubicBezTo>
                    <a:pt x="578" y="20"/>
                    <a:pt x="579" y="22"/>
                    <a:pt x="580" y="23"/>
                  </a:cubicBezTo>
                  <a:cubicBezTo>
                    <a:pt x="580" y="24"/>
                    <a:pt x="580" y="26"/>
                    <a:pt x="580" y="30"/>
                  </a:cubicBezTo>
                  <a:cubicBezTo>
                    <a:pt x="580" y="41"/>
                    <a:pt x="580" y="41"/>
                    <a:pt x="580" y="41"/>
                  </a:cubicBezTo>
                  <a:cubicBezTo>
                    <a:pt x="580" y="44"/>
                    <a:pt x="580" y="46"/>
                    <a:pt x="580" y="47"/>
                  </a:cubicBezTo>
                  <a:cubicBezTo>
                    <a:pt x="580" y="48"/>
                    <a:pt x="581" y="48"/>
                    <a:pt x="581" y="49"/>
                  </a:cubicBezTo>
                  <a:cubicBezTo>
                    <a:pt x="581" y="49"/>
                    <a:pt x="581" y="49"/>
                    <a:pt x="582" y="49"/>
                  </a:cubicBezTo>
                  <a:cubicBezTo>
                    <a:pt x="582" y="49"/>
                    <a:pt x="582" y="49"/>
                    <a:pt x="583" y="49"/>
                  </a:cubicBezTo>
                  <a:cubicBezTo>
                    <a:pt x="583" y="48"/>
                    <a:pt x="584" y="48"/>
                    <a:pt x="586" y="46"/>
                  </a:cubicBezTo>
                  <a:cubicBezTo>
                    <a:pt x="586" y="48"/>
                    <a:pt x="586" y="48"/>
                    <a:pt x="586" y="48"/>
                  </a:cubicBezTo>
                  <a:cubicBezTo>
                    <a:pt x="583" y="52"/>
                    <a:pt x="580" y="54"/>
                    <a:pt x="578" y="54"/>
                  </a:cubicBezTo>
                  <a:cubicBezTo>
                    <a:pt x="577" y="54"/>
                    <a:pt x="576" y="53"/>
                    <a:pt x="575" y="52"/>
                  </a:cubicBezTo>
                  <a:cubicBezTo>
                    <a:pt x="574" y="52"/>
                    <a:pt x="573" y="51"/>
                    <a:pt x="573" y="49"/>
                  </a:cubicBezTo>
                  <a:close/>
                  <a:moveTo>
                    <a:pt x="573" y="46"/>
                  </a:moveTo>
                  <a:cubicBezTo>
                    <a:pt x="573" y="34"/>
                    <a:pt x="573" y="34"/>
                    <a:pt x="573" y="34"/>
                  </a:cubicBezTo>
                  <a:cubicBezTo>
                    <a:pt x="570" y="35"/>
                    <a:pt x="567" y="36"/>
                    <a:pt x="566" y="37"/>
                  </a:cubicBezTo>
                  <a:cubicBezTo>
                    <a:pt x="564" y="38"/>
                    <a:pt x="563" y="39"/>
                    <a:pt x="562" y="40"/>
                  </a:cubicBezTo>
                  <a:cubicBezTo>
                    <a:pt x="562" y="42"/>
                    <a:pt x="561" y="43"/>
                    <a:pt x="561" y="44"/>
                  </a:cubicBezTo>
                  <a:cubicBezTo>
                    <a:pt x="561" y="46"/>
                    <a:pt x="562" y="48"/>
                    <a:pt x="563" y="49"/>
                  </a:cubicBezTo>
                  <a:cubicBezTo>
                    <a:pt x="564" y="50"/>
                    <a:pt x="565" y="50"/>
                    <a:pt x="566" y="50"/>
                  </a:cubicBezTo>
                  <a:cubicBezTo>
                    <a:pt x="568" y="50"/>
                    <a:pt x="570" y="49"/>
                    <a:pt x="573" y="4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39" name="Freeform 36"/>
            <p:cNvSpPr>
              <a:spLocks noEditPoints="1"/>
            </p:cNvSpPr>
            <p:nvPr/>
          </p:nvSpPr>
          <p:spPr bwMode="auto">
            <a:xfrm>
              <a:off x="9304400" y="4596116"/>
              <a:ext cx="2255838" cy="300038"/>
            </a:xfrm>
            <a:custGeom>
              <a:avLst/>
              <a:gdLst>
                <a:gd name="T0" fmla="*/ 1465 w 1513"/>
                <a:gd name="T1" fmla="*/ 107 h 200"/>
                <a:gd name="T2" fmla="*/ 1416 w 1513"/>
                <a:gd name="T3" fmla="*/ 130 h 200"/>
                <a:gd name="T4" fmla="*/ 1450 w 1513"/>
                <a:gd name="T5" fmla="*/ 47 h 200"/>
                <a:gd name="T6" fmla="*/ 1458 w 1513"/>
                <a:gd name="T7" fmla="*/ 70 h 200"/>
                <a:gd name="T8" fmla="*/ 1467 w 1513"/>
                <a:gd name="T9" fmla="*/ 146 h 200"/>
                <a:gd name="T10" fmla="*/ 1410 w 1513"/>
                <a:gd name="T11" fmla="*/ 171 h 200"/>
                <a:gd name="T12" fmla="*/ 1408 w 1513"/>
                <a:gd name="T13" fmla="*/ 153 h 200"/>
                <a:gd name="T14" fmla="*/ 1272 w 1513"/>
                <a:gd name="T15" fmla="*/ 125 h 200"/>
                <a:gd name="T16" fmla="*/ 1257 w 1513"/>
                <a:gd name="T17" fmla="*/ 79 h 200"/>
                <a:gd name="T18" fmla="*/ 1298 w 1513"/>
                <a:gd name="T19" fmla="*/ 59 h 200"/>
                <a:gd name="T20" fmla="*/ 1220 w 1513"/>
                <a:gd name="T21" fmla="*/ 139 h 200"/>
                <a:gd name="T22" fmla="*/ 1112 w 1513"/>
                <a:gd name="T23" fmla="*/ 16 h 200"/>
                <a:gd name="T24" fmla="*/ 1064 w 1513"/>
                <a:gd name="T25" fmla="*/ 107 h 200"/>
                <a:gd name="T26" fmla="*/ 1074 w 1513"/>
                <a:gd name="T27" fmla="*/ 95 h 200"/>
                <a:gd name="T28" fmla="*/ 1096 w 1513"/>
                <a:gd name="T29" fmla="*/ 49 h 200"/>
                <a:gd name="T30" fmla="*/ 1098 w 1513"/>
                <a:gd name="T31" fmla="*/ 84 h 200"/>
                <a:gd name="T32" fmla="*/ 1101 w 1513"/>
                <a:gd name="T33" fmla="*/ 154 h 200"/>
                <a:gd name="T34" fmla="*/ 1038 w 1513"/>
                <a:gd name="T35" fmla="*/ 172 h 200"/>
                <a:gd name="T36" fmla="*/ 862 w 1513"/>
                <a:gd name="T37" fmla="*/ 136 h 200"/>
                <a:gd name="T38" fmla="*/ 895 w 1513"/>
                <a:gd name="T39" fmla="*/ 103 h 200"/>
                <a:gd name="T40" fmla="*/ 856 w 1513"/>
                <a:gd name="T41" fmla="*/ 83 h 200"/>
                <a:gd name="T42" fmla="*/ 873 w 1513"/>
                <a:gd name="T43" fmla="*/ 80 h 200"/>
                <a:gd name="T44" fmla="*/ 905 w 1513"/>
                <a:gd name="T45" fmla="*/ 38 h 200"/>
                <a:gd name="T46" fmla="*/ 908 w 1513"/>
                <a:gd name="T47" fmla="*/ 83 h 200"/>
                <a:gd name="T48" fmla="*/ 874 w 1513"/>
                <a:gd name="T49" fmla="*/ 168 h 200"/>
                <a:gd name="T50" fmla="*/ 809 w 1513"/>
                <a:gd name="T51" fmla="*/ 149 h 200"/>
                <a:gd name="T52" fmla="*/ 704 w 1513"/>
                <a:gd name="T53" fmla="*/ 45 h 200"/>
                <a:gd name="T54" fmla="*/ 658 w 1513"/>
                <a:gd name="T55" fmla="*/ 45 h 200"/>
                <a:gd name="T56" fmla="*/ 694 w 1513"/>
                <a:gd name="T57" fmla="*/ 50 h 200"/>
                <a:gd name="T58" fmla="*/ 705 w 1513"/>
                <a:gd name="T59" fmla="*/ 55 h 200"/>
                <a:gd name="T60" fmla="*/ 697 w 1513"/>
                <a:gd name="T61" fmla="*/ 139 h 200"/>
                <a:gd name="T62" fmla="*/ 662 w 1513"/>
                <a:gd name="T63" fmla="*/ 179 h 200"/>
                <a:gd name="T64" fmla="*/ 686 w 1513"/>
                <a:gd name="T65" fmla="*/ 141 h 200"/>
                <a:gd name="T66" fmla="*/ 720 w 1513"/>
                <a:gd name="T67" fmla="*/ 90 h 200"/>
                <a:gd name="T68" fmla="*/ 540 w 1513"/>
                <a:gd name="T69" fmla="*/ 92 h 200"/>
                <a:gd name="T70" fmla="*/ 491 w 1513"/>
                <a:gd name="T71" fmla="*/ 115 h 200"/>
                <a:gd name="T72" fmla="*/ 466 w 1513"/>
                <a:gd name="T73" fmla="*/ 70 h 200"/>
                <a:gd name="T74" fmla="*/ 444 w 1513"/>
                <a:gd name="T75" fmla="*/ 90 h 200"/>
                <a:gd name="T76" fmla="*/ 426 w 1513"/>
                <a:gd name="T77" fmla="*/ 96 h 200"/>
                <a:gd name="T78" fmla="*/ 414 w 1513"/>
                <a:gd name="T79" fmla="*/ 90 h 200"/>
                <a:gd name="T80" fmla="*/ 502 w 1513"/>
                <a:gd name="T81" fmla="*/ 43 h 200"/>
                <a:gd name="T82" fmla="*/ 560 w 1513"/>
                <a:gd name="T83" fmla="*/ 85 h 200"/>
                <a:gd name="T84" fmla="*/ 520 w 1513"/>
                <a:gd name="T85" fmla="*/ 187 h 200"/>
                <a:gd name="T86" fmla="*/ 465 w 1513"/>
                <a:gd name="T87" fmla="*/ 119 h 200"/>
                <a:gd name="T88" fmla="*/ 442 w 1513"/>
                <a:gd name="T89" fmla="*/ 153 h 200"/>
                <a:gd name="T90" fmla="*/ 282 w 1513"/>
                <a:gd name="T91" fmla="*/ 98 h 200"/>
                <a:gd name="T92" fmla="*/ 259 w 1513"/>
                <a:gd name="T93" fmla="*/ 93 h 200"/>
                <a:gd name="T94" fmla="*/ 226 w 1513"/>
                <a:gd name="T95" fmla="*/ 158 h 200"/>
                <a:gd name="T96" fmla="*/ 307 w 1513"/>
                <a:gd name="T97" fmla="*/ 43 h 200"/>
                <a:gd name="T98" fmla="*/ 290 w 1513"/>
                <a:gd name="T99" fmla="*/ 120 h 200"/>
                <a:gd name="T100" fmla="*/ 234 w 1513"/>
                <a:gd name="T101" fmla="*/ 93 h 200"/>
                <a:gd name="T102" fmla="*/ 205 w 1513"/>
                <a:gd name="T103" fmla="*/ 107 h 200"/>
                <a:gd name="T104" fmla="*/ 226 w 1513"/>
                <a:gd name="T105" fmla="*/ 171 h 200"/>
                <a:gd name="T106" fmla="*/ 101 w 1513"/>
                <a:gd name="T107" fmla="*/ 63 h 200"/>
                <a:gd name="T108" fmla="*/ 32 w 1513"/>
                <a:gd name="T109" fmla="*/ 94 h 200"/>
                <a:gd name="T110" fmla="*/ 58 w 1513"/>
                <a:gd name="T111" fmla="*/ 7 h 200"/>
                <a:gd name="T112" fmla="*/ 104 w 1513"/>
                <a:gd name="T113" fmla="*/ 90 h 200"/>
                <a:gd name="T114" fmla="*/ 48 w 1513"/>
                <a:gd name="T115" fmla="*/ 152 h 200"/>
                <a:gd name="T116" fmla="*/ 3 w 1513"/>
                <a:gd name="T117" fmla="*/ 66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513" h="200">
                  <a:moveTo>
                    <a:pt x="1410" y="31"/>
                  </a:moveTo>
                  <a:cubicBezTo>
                    <a:pt x="1410" y="28"/>
                    <a:pt x="1410" y="26"/>
                    <a:pt x="1410" y="23"/>
                  </a:cubicBezTo>
                  <a:cubicBezTo>
                    <a:pt x="1418" y="21"/>
                    <a:pt x="1413" y="3"/>
                    <a:pt x="1421" y="0"/>
                  </a:cubicBezTo>
                  <a:cubicBezTo>
                    <a:pt x="1424" y="0"/>
                    <a:pt x="1424" y="0"/>
                    <a:pt x="1424" y="0"/>
                  </a:cubicBezTo>
                  <a:cubicBezTo>
                    <a:pt x="1425" y="3"/>
                    <a:pt x="1427" y="7"/>
                    <a:pt x="1428" y="11"/>
                  </a:cubicBezTo>
                  <a:cubicBezTo>
                    <a:pt x="1428" y="13"/>
                    <a:pt x="1428" y="15"/>
                    <a:pt x="1428" y="17"/>
                  </a:cubicBezTo>
                  <a:cubicBezTo>
                    <a:pt x="1431" y="30"/>
                    <a:pt x="1429" y="36"/>
                    <a:pt x="1427" y="47"/>
                  </a:cubicBezTo>
                  <a:cubicBezTo>
                    <a:pt x="1414" y="49"/>
                    <a:pt x="1415" y="38"/>
                    <a:pt x="1410" y="31"/>
                  </a:cubicBezTo>
                  <a:close/>
                  <a:moveTo>
                    <a:pt x="1442" y="122"/>
                  </a:moveTo>
                  <a:cubicBezTo>
                    <a:pt x="1442" y="107"/>
                    <a:pt x="1454" y="110"/>
                    <a:pt x="1465" y="107"/>
                  </a:cubicBezTo>
                  <a:cubicBezTo>
                    <a:pt x="1470" y="105"/>
                    <a:pt x="1478" y="101"/>
                    <a:pt x="1482" y="97"/>
                  </a:cubicBezTo>
                  <a:cubicBezTo>
                    <a:pt x="1484" y="95"/>
                    <a:pt x="1484" y="93"/>
                    <a:pt x="1486" y="91"/>
                  </a:cubicBezTo>
                  <a:cubicBezTo>
                    <a:pt x="1485" y="90"/>
                    <a:pt x="1485" y="88"/>
                    <a:pt x="1484" y="87"/>
                  </a:cubicBezTo>
                  <a:cubicBezTo>
                    <a:pt x="1482" y="86"/>
                    <a:pt x="1479" y="83"/>
                    <a:pt x="1477" y="83"/>
                  </a:cubicBezTo>
                  <a:cubicBezTo>
                    <a:pt x="1474" y="81"/>
                    <a:pt x="1470" y="82"/>
                    <a:pt x="1468" y="81"/>
                  </a:cubicBezTo>
                  <a:cubicBezTo>
                    <a:pt x="1452" y="83"/>
                    <a:pt x="1429" y="95"/>
                    <a:pt x="1424" y="105"/>
                  </a:cubicBezTo>
                  <a:cubicBezTo>
                    <a:pt x="1424" y="108"/>
                    <a:pt x="1424" y="111"/>
                    <a:pt x="1424" y="113"/>
                  </a:cubicBezTo>
                  <a:cubicBezTo>
                    <a:pt x="1426" y="115"/>
                    <a:pt x="1428" y="117"/>
                    <a:pt x="1430" y="119"/>
                  </a:cubicBezTo>
                  <a:cubicBezTo>
                    <a:pt x="1430" y="126"/>
                    <a:pt x="1430" y="134"/>
                    <a:pt x="1422" y="135"/>
                  </a:cubicBezTo>
                  <a:cubicBezTo>
                    <a:pt x="1420" y="133"/>
                    <a:pt x="1418" y="132"/>
                    <a:pt x="1416" y="130"/>
                  </a:cubicBezTo>
                  <a:cubicBezTo>
                    <a:pt x="1414" y="132"/>
                    <a:pt x="1413" y="133"/>
                    <a:pt x="1409" y="132"/>
                  </a:cubicBezTo>
                  <a:cubicBezTo>
                    <a:pt x="1407" y="128"/>
                    <a:pt x="1397" y="105"/>
                    <a:pt x="1398" y="102"/>
                  </a:cubicBezTo>
                  <a:cubicBezTo>
                    <a:pt x="1399" y="99"/>
                    <a:pt x="1405" y="97"/>
                    <a:pt x="1408" y="96"/>
                  </a:cubicBezTo>
                  <a:cubicBezTo>
                    <a:pt x="1414" y="93"/>
                    <a:pt x="1418" y="86"/>
                    <a:pt x="1423" y="82"/>
                  </a:cubicBezTo>
                  <a:cubicBezTo>
                    <a:pt x="1426" y="80"/>
                    <a:pt x="1430" y="80"/>
                    <a:pt x="1433" y="79"/>
                  </a:cubicBezTo>
                  <a:cubicBezTo>
                    <a:pt x="1441" y="75"/>
                    <a:pt x="1447" y="65"/>
                    <a:pt x="1454" y="59"/>
                  </a:cubicBezTo>
                  <a:cubicBezTo>
                    <a:pt x="1462" y="51"/>
                    <a:pt x="1472" y="50"/>
                    <a:pt x="1478" y="41"/>
                  </a:cubicBezTo>
                  <a:cubicBezTo>
                    <a:pt x="1478" y="41"/>
                    <a:pt x="1478" y="41"/>
                    <a:pt x="1478" y="40"/>
                  </a:cubicBezTo>
                  <a:cubicBezTo>
                    <a:pt x="1477" y="40"/>
                    <a:pt x="1477" y="40"/>
                    <a:pt x="1477" y="40"/>
                  </a:cubicBezTo>
                  <a:cubicBezTo>
                    <a:pt x="1472" y="45"/>
                    <a:pt x="1459" y="54"/>
                    <a:pt x="1450" y="47"/>
                  </a:cubicBezTo>
                  <a:cubicBezTo>
                    <a:pt x="1446" y="45"/>
                    <a:pt x="1447" y="40"/>
                    <a:pt x="1444" y="37"/>
                  </a:cubicBezTo>
                  <a:cubicBezTo>
                    <a:pt x="1443" y="35"/>
                    <a:pt x="1440" y="34"/>
                    <a:pt x="1440" y="31"/>
                  </a:cubicBezTo>
                  <a:cubicBezTo>
                    <a:pt x="1440" y="29"/>
                    <a:pt x="1441" y="28"/>
                    <a:pt x="1441" y="27"/>
                  </a:cubicBezTo>
                  <a:cubicBezTo>
                    <a:pt x="1447" y="27"/>
                    <a:pt x="1459" y="35"/>
                    <a:pt x="1462" y="38"/>
                  </a:cubicBezTo>
                  <a:cubicBezTo>
                    <a:pt x="1471" y="35"/>
                    <a:pt x="1480" y="33"/>
                    <a:pt x="1488" y="28"/>
                  </a:cubicBezTo>
                  <a:cubicBezTo>
                    <a:pt x="1491" y="26"/>
                    <a:pt x="1496" y="30"/>
                    <a:pt x="1498" y="29"/>
                  </a:cubicBezTo>
                  <a:cubicBezTo>
                    <a:pt x="1502" y="32"/>
                    <a:pt x="1508" y="48"/>
                    <a:pt x="1500" y="52"/>
                  </a:cubicBezTo>
                  <a:cubicBezTo>
                    <a:pt x="1496" y="53"/>
                    <a:pt x="1490" y="53"/>
                    <a:pt x="1486" y="54"/>
                  </a:cubicBezTo>
                  <a:cubicBezTo>
                    <a:pt x="1476" y="56"/>
                    <a:pt x="1464" y="63"/>
                    <a:pt x="1457" y="69"/>
                  </a:cubicBezTo>
                  <a:cubicBezTo>
                    <a:pt x="1457" y="69"/>
                    <a:pt x="1458" y="69"/>
                    <a:pt x="1458" y="70"/>
                  </a:cubicBezTo>
                  <a:cubicBezTo>
                    <a:pt x="1458" y="70"/>
                    <a:pt x="1458" y="70"/>
                    <a:pt x="1458" y="70"/>
                  </a:cubicBezTo>
                  <a:cubicBezTo>
                    <a:pt x="1462" y="71"/>
                    <a:pt x="1469" y="68"/>
                    <a:pt x="1474" y="71"/>
                  </a:cubicBezTo>
                  <a:cubicBezTo>
                    <a:pt x="1485" y="76"/>
                    <a:pt x="1500" y="81"/>
                    <a:pt x="1500" y="99"/>
                  </a:cubicBezTo>
                  <a:cubicBezTo>
                    <a:pt x="1497" y="100"/>
                    <a:pt x="1496" y="102"/>
                    <a:pt x="1494" y="103"/>
                  </a:cubicBezTo>
                  <a:cubicBezTo>
                    <a:pt x="1488" y="105"/>
                    <a:pt x="1482" y="105"/>
                    <a:pt x="1477" y="108"/>
                  </a:cubicBezTo>
                  <a:cubicBezTo>
                    <a:pt x="1477" y="109"/>
                    <a:pt x="1477" y="109"/>
                    <a:pt x="1477" y="110"/>
                  </a:cubicBezTo>
                  <a:cubicBezTo>
                    <a:pt x="1478" y="112"/>
                    <a:pt x="1479" y="113"/>
                    <a:pt x="1479" y="118"/>
                  </a:cubicBezTo>
                  <a:cubicBezTo>
                    <a:pt x="1477" y="119"/>
                    <a:pt x="1478" y="122"/>
                    <a:pt x="1476" y="123"/>
                  </a:cubicBezTo>
                  <a:cubicBezTo>
                    <a:pt x="1472" y="130"/>
                    <a:pt x="1465" y="135"/>
                    <a:pt x="1463" y="142"/>
                  </a:cubicBezTo>
                  <a:cubicBezTo>
                    <a:pt x="1464" y="143"/>
                    <a:pt x="1466" y="145"/>
                    <a:pt x="1467" y="146"/>
                  </a:cubicBezTo>
                  <a:cubicBezTo>
                    <a:pt x="1476" y="149"/>
                    <a:pt x="1513" y="129"/>
                    <a:pt x="1508" y="151"/>
                  </a:cubicBezTo>
                  <a:cubicBezTo>
                    <a:pt x="1507" y="154"/>
                    <a:pt x="1505" y="156"/>
                    <a:pt x="1504" y="158"/>
                  </a:cubicBezTo>
                  <a:cubicBezTo>
                    <a:pt x="1500" y="158"/>
                    <a:pt x="1498" y="157"/>
                    <a:pt x="1495" y="157"/>
                  </a:cubicBezTo>
                  <a:cubicBezTo>
                    <a:pt x="1490" y="155"/>
                    <a:pt x="1472" y="161"/>
                    <a:pt x="1469" y="163"/>
                  </a:cubicBezTo>
                  <a:cubicBezTo>
                    <a:pt x="1470" y="169"/>
                    <a:pt x="1471" y="175"/>
                    <a:pt x="1471" y="182"/>
                  </a:cubicBezTo>
                  <a:cubicBezTo>
                    <a:pt x="1469" y="183"/>
                    <a:pt x="1469" y="185"/>
                    <a:pt x="1468" y="186"/>
                  </a:cubicBezTo>
                  <a:cubicBezTo>
                    <a:pt x="1465" y="188"/>
                    <a:pt x="1462" y="187"/>
                    <a:pt x="1458" y="189"/>
                  </a:cubicBezTo>
                  <a:cubicBezTo>
                    <a:pt x="1456" y="190"/>
                    <a:pt x="1453" y="193"/>
                    <a:pt x="1450" y="193"/>
                  </a:cubicBezTo>
                  <a:cubicBezTo>
                    <a:pt x="1432" y="200"/>
                    <a:pt x="1414" y="183"/>
                    <a:pt x="1410" y="171"/>
                  </a:cubicBezTo>
                  <a:cubicBezTo>
                    <a:pt x="1410" y="171"/>
                    <a:pt x="1410" y="171"/>
                    <a:pt x="1410" y="171"/>
                  </a:cubicBezTo>
                  <a:cubicBezTo>
                    <a:pt x="1416" y="171"/>
                    <a:pt x="1423" y="177"/>
                    <a:pt x="1428" y="179"/>
                  </a:cubicBezTo>
                  <a:cubicBezTo>
                    <a:pt x="1430" y="179"/>
                    <a:pt x="1433" y="179"/>
                    <a:pt x="1435" y="179"/>
                  </a:cubicBezTo>
                  <a:cubicBezTo>
                    <a:pt x="1449" y="179"/>
                    <a:pt x="1457" y="174"/>
                    <a:pt x="1463" y="165"/>
                  </a:cubicBezTo>
                  <a:cubicBezTo>
                    <a:pt x="1463" y="164"/>
                    <a:pt x="1463" y="163"/>
                    <a:pt x="1463" y="162"/>
                  </a:cubicBezTo>
                  <a:cubicBezTo>
                    <a:pt x="1462" y="162"/>
                    <a:pt x="1461" y="161"/>
                    <a:pt x="1460" y="161"/>
                  </a:cubicBezTo>
                  <a:cubicBezTo>
                    <a:pt x="1453" y="158"/>
                    <a:pt x="1440" y="165"/>
                    <a:pt x="1434" y="166"/>
                  </a:cubicBezTo>
                  <a:cubicBezTo>
                    <a:pt x="1428" y="167"/>
                    <a:pt x="1413" y="167"/>
                    <a:pt x="1408" y="164"/>
                  </a:cubicBezTo>
                  <a:cubicBezTo>
                    <a:pt x="1406" y="163"/>
                    <a:pt x="1405" y="161"/>
                    <a:pt x="1404" y="160"/>
                  </a:cubicBezTo>
                  <a:cubicBezTo>
                    <a:pt x="1404" y="159"/>
                    <a:pt x="1404" y="157"/>
                    <a:pt x="1404" y="156"/>
                  </a:cubicBezTo>
                  <a:cubicBezTo>
                    <a:pt x="1406" y="155"/>
                    <a:pt x="1407" y="154"/>
                    <a:pt x="1408" y="153"/>
                  </a:cubicBezTo>
                  <a:cubicBezTo>
                    <a:pt x="1418" y="153"/>
                    <a:pt x="1426" y="153"/>
                    <a:pt x="1436" y="153"/>
                  </a:cubicBezTo>
                  <a:cubicBezTo>
                    <a:pt x="1438" y="152"/>
                    <a:pt x="1442" y="149"/>
                    <a:pt x="1444" y="149"/>
                  </a:cubicBezTo>
                  <a:cubicBezTo>
                    <a:pt x="1448" y="147"/>
                    <a:pt x="1452" y="148"/>
                    <a:pt x="1455" y="147"/>
                  </a:cubicBezTo>
                  <a:cubicBezTo>
                    <a:pt x="1456" y="146"/>
                    <a:pt x="1456" y="146"/>
                    <a:pt x="1457" y="145"/>
                  </a:cubicBezTo>
                  <a:cubicBezTo>
                    <a:pt x="1456" y="143"/>
                    <a:pt x="1454" y="139"/>
                    <a:pt x="1456" y="136"/>
                  </a:cubicBezTo>
                  <a:cubicBezTo>
                    <a:pt x="1458" y="129"/>
                    <a:pt x="1460" y="125"/>
                    <a:pt x="1464" y="118"/>
                  </a:cubicBezTo>
                  <a:cubicBezTo>
                    <a:pt x="1463" y="117"/>
                    <a:pt x="1462" y="117"/>
                    <a:pt x="1461" y="117"/>
                  </a:cubicBezTo>
                  <a:cubicBezTo>
                    <a:pt x="1455" y="118"/>
                    <a:pt x="1451" y="121"/>
                    <a:pt x="1442" y="122"/>
                  </a:cubicBezTo>
                  <a:close/>
                  <a:moveTo>
                    <a:pt x="1272" y="127"/>
                  </a:moveTo>
                  <a:cubicBezTo>
                    <a:pt x="1272" y="125"/>
                    <a:pt x="1271" y="126"/>
                    <a:pt x="1272" y="125"/>
                  </a:cubicBezTo>
                  <a:cubicBezTo>
                    <a:pt x="1274" y="119"/>
                    <a:pt x="1285" y="115"/>
                    <a:pt x="1292" y="119"/>
                  </a:cubicBezTo>
                  <a:cubicBezTo>
                    <a:pt x="1301" y="125"/>
                    <a:pt x="1318" y="137"/>
                    <a:pt x="1316" y="154"/>
                  </a:cubicBezTo>
                  <a:cubicBezTo>
                    <a:pt x="1310" y="157"/>
                    <a:pt x="1309" y="164"/>
                    <a:pt x="1298" y="164"/>
                  </a:cubicBezTo>
                  <a:cubicBezTo>
                    <a:pt x="1298" y="161"/>
                    <a:pt x="1294" y="159"/>
                    <a:pt x="1293" y="157"/>
                  </a:cubicBezTo>
                  <a:cubicBezTo>
                    <a:pt x="1292" y="155"/>
                    <a:pt x="1292" y="152"/>
                    <a:pt x="1291" y="149"/>
                  </a:cubicBezTo>
                  <a:cubicBezTo>
                    <a:pt x="1288" y="143"/>
                    <a:pt x="1279" y="128"/>
                    <a:pt x="1272" y="127"/>
                  </a:cubicBezTo>
                  <a:close/>
                  <a:moveTo>
                    <a:pt x="1216" y="87"/>
                  </a:moveTo>
                  <a:cubicBezTo>
                    <a:pt x="1216" y="86"/>
                    <a:pt x="1217" y="85"/>
                    <a:pt x="1217" y="84"/>
                  </a:cubicBezTo>
                  <a:cubicBezTo>
                    <a:pt x="1222" y="85"/>
                    <a:pt x="1227" y="86"/>
                    <a:pt x="1232" y="87"/>
                  </a:cubicBezTo>
                  <a:cubicBezTo>
                    <a:pt x="1237" y="89"/>
                    <a:pt x="1256" y="82"/>
                    <a:pt x="1257" y="79"/>
                  </a:cubicBezTo>
                  <a:cubicBezTo>
                    <a:pt x="1260" y="74"/>
                    <a:pt x="1260" y="41"/>
                    <a:pt x="1257" y="36"/>
                  </a:cubicBezTo>
                  <a:cubicBezTo>
                    <a:pt x="1255" y="31"/>
                    <a:pt x="1252" y="30"/>
                    <a:pt x="1252" y="23"/>
                  </a:cubicBezTo>
                  <a:cubicBezTo>
                    <a:pt x="1256" y="21"/>
                    <a:pt x="1256" y="20"/>
                    <a:pt x="1264" y="20"/>
                  </a:cubicBezTo>
                  <a:cubicBezTo>
                    <a:pt x="1272" y="26"/>
                    <a:pt x="1273" y="39"/>
                    <a:pt x="1273" y="54"/>
                  </a:cubicBezTo>
                  <a:cubicBezTo>
                    <a:pt x="1273" y="59"/>
                    <a:pt x="1271" y="74"/>
                    <a:pt x="1272" y="74"/>
                  </a:cubicBezTo>
                  <a:cubicBezTo>
                    <a:pt x="1276" y="75"/>
                    <a:pt x="1290" y="70"/>
                    <a:pt x="1293" y="68"/>
                  </a:cubicBezTo>
                  <a:cubicBezTo>
                    <a:pt x="1293" y="63"/>
                    <a:pt x="1292" y="61"/>
                    <a:pt x="1288" y="58"/>
                  </a:cubicBezTo>
                  <a:cubicBezTo>
                    <a:pt x="1288" y="57"/>
                    <a:pt x="1288" y="55"/>
                    <a:pt x="1288" y="53"/>
                  </a:cubicBezTo>
                  <a:cubicBezTo>
                    <a:pt x="1289" y="53"/>
                    <a:pt x="1290" y="54"/>
                    <a:pt x="1290" y="54"/>
                  </a:cubicBezTo>
                  <a:cubicBezTo>
                    <a:pt x="1293" y="55"/>
                    <a:pt x="1295" y="59"/>
                    <a:pt x="1298" y="59"/>
                  </a:cubicBezTo>
                  <a:cubicBezTo>
                    <a:pt x="1306" y="62"/>
                    <a:pt x="1314" y="60"/>
                    <a:pt x="1321" y="63"/>
                  </a:cubicBezTo>
                  <a:cubicBezTo>
                    <a:pt x="1322" y="64"/>
                    <a:pt x="1322" y="63"/>
                    <a:pt x="1322" y="65"/>
                  </a:cubicBezTo>
                  <a:cubicBezTo>
                    <a:pt x="1322" y="67"/>
                    <a:pt x="1322" y="69"/>
                    <a:pt x="1322" y="71"/>
                  </a:cubicBezTo>
                  <a:cubicBezTo>
                    <a:pt x="1321" y="71"/>
                    <a:pt x="1320" y="74"/>
                    <a:pt x="1319" y="75"/>
                  </a:cubicBezTo>
                  <a:cubicBezTo>
                    <a:pt x="1317" y="76"/>
                    <a:pt x="1310" y="75"/>
                    <a:pt x="1308" y="76"/>
                  </a:cubicBezTo>
                  <a:cubicBezTo>
                    <a:pt x="1301" y="79"/>
                    <a:pt x="1273" y="90"/>
                    <a:pt x="1268" y="95"/>
                  </a:cubicBezTo>
                  <a:cubicBezTo>
                    <a:pt x="1264" y="99"/>
                    <a:pt x="1266" y="105"/>
                    <a:pt x="1264" y="110"/>
                  </a:cubicBezTo>
                  <a:cubicBezTo>
                    <a:pt x="1260" y="123"/>
                    <a:pt x="1250" y="153"/>
                    <a:pt x="1232" y="145"/>
                  </a:cubicBezTo>
                  <a:cubicBezTo>
                    <a:pt x="1230" y="145"/>
                    <a:pt x="1229" y="145"/>
                    <a:pt x="1228" y="145"/>
                  </a:cubicBezTo>
                  <a:cubicBezTo>
                    <a:pt x="1225" y="143"/>
                    <a:pt x="1223" y="141"/>
                    <a:pt x="1220" y="139"/>
                  </a:cubicBezTo>
                  <a:cubicBezTo>
                    <a:pt x="1220" y="138"/>
                    <a:pt x="1220" y="137"/>
                    <a:pt x="1220" y="135"/>
                  </a:cubicBezTo>
                  <a:cubicBezTo>
                    <a:pt x="1222" y="135"/>
                    <a:pt x="1225" y="131"/>
                    <a:pt x="1227" y="130"/>
                  </a:cubicBezTo>
                  <a:cubicBezTo>
                    <a:pt x="1232" y="128"/>
                    <a:pt x="1236" y="129"/>
                    <a:pt x="1240" y="127"/>
                  </a:cubicBezTo>
                  <a:cubicBezTo>
                    <a:pt x="1246" y="125"/>
                    <a:pt x="1256" y="107"/>
                    <a:pt x="1254" y="101"/>
                  </a:cubicBezTo>
                  <a:cubicBezTo>
                    <a:pt x="1246" y="100"/>
                    <a:pt x="1236" y="101"/>
                    <a:pt x="1228" y="101"/>
                  </a:cubicBezTo>
                  <a:cubicBezTo>
                    <a:pt x="1225" y="98"/>
                    <a:pt x="1222" y="96"/>
                    <a:pt x="1219" y="93"/>
                  </a:cubicBezTo>
                  <a:cubicBezTo>
                    <a:pt x="1217" y="91"/>
                    <a:pt x="1217" y="88"/>
                    <a:pt x="1216" y="87"/>
                  </a:cubicBezTo>
                  <a:close/>
                  <a:moveTo>
                    <a:pt x="1110" y="21"/>
                  </a:moveTo>
                  <a:cubicBezTo>
                    <a:pt x="1110" y="20"/>
                    <a:pt x="1110" y="19"/>
                    <a:pt x="1110" y="17"/>
                  </a:cubicBezTo>
                  <a:cubicBezTo>
                    <a:pt x="1110" y="17"/>
                    <a:pt x="1111" y="16"/>
                    <a:pt x="1112" y="16"/>
                  </a:cubicBezTo>
                  <a:cubicBezTo>
                    <a:pt x="1124" y="17"/>
                    <a:pt x="1148" y="19"/>
                    <a:pt x="1147" y="35"/>
                  </a:cubicBezTo>
                  <a:cubicBezTo>
                    <a:pt x="1142" y="43"/>
                    <a:pt x="1140" y="49"/>
                    <a:pt x="1128" y="45"/>
                  </a:cubicBezTo>
                  <a:cubicBezTo>
                    <a:pt x="1127" y="43"/>
                    <a:pt x="1126" y="41"/>
                    <a:pt x="1124" y="39"/>
                  </a:cubicBezTo>
                  <a:cubicBezTo>
                    <a:pt x="1123" y="38"/>
                    <a:pt x="1121" y="38"/>
                    <a:pt x="1119" y="37"/>
                  </a:cubicBezTo>
                  <a:cubicBezTo>
                    <a:pt x="1119" y="31"/>
                    <a:pt x="1113" y="23"/>
                    <a:pt x="1110" y="21"/>
                  </a:cubicBezTo>
                  <a:close/>
                  <a:moveTo>
                    <a:pt x="1055" y="126"/>
                  </a:moveTo>
                  <a:cubicBezTo>
                    <a:pt x="1058" y="127"/>
                    <a:pt x="1062" y="127"/>
                    <a:pt x="1064" y="125"/>
                  </a:cubicBezTo>
                  <a:cubicBezTo>
                    <a:pt x="1066" y="124"/>
                    <a:pt x="1068" y="125"/>
                    <a:pt x="1070" y="123"/>
                  </a:cubicBezTo>
                  <a:cubicBezTo>
                    <a:pt x="1074" y="119"/>
                    <a:pt x="1070" y="109"/>
                    <a:pt x="1066" y="107"/>
                  </a:cubicBezTo>
                  <a:cubicBezTo>
                    <a:pt x="1066" y="107"/>
                    <a:pt x="1064" y="107"/>
                    <a:pt x="1064" y="107"/>
                  </a:cubicBezTo>
                  <a:cubicBezTo>
                    <a:pt x="1056" y="125"/>
                    <a:pt x="1056" y="125"/>
                    <a:pt x="1056" y="125"/>
                  </a:cubicBezTo>
                  <a:cubicBezTo>
                    <a:pt x="1056" y="125"/>
                    <a:pt x="1056" y="126"/>
                    <a:pt x="1055" y="126"/>
                  </a:cubicBezTo>
                  <a:close/>
                  <a:moveTo>
                    <a:pt x="1021" y="158"/>
                  </a:moveTo>
                  <a:cubicBezTo>
                    <a:pt x="1021" y="153"/>
                    <a:pt x="1024" y="148"/>
                    <a:pt x="1024" y="143"/>
                  </a:cubicBezTo>
                  <a:cubicBezTo>
                    <a:pt x="1025" y="140"/>
                    <a:pt x="1023" y="136"/>
                    <a:pt x="1024" y="133"/>
                  </a:cubicBezTo>
                  <a:cubicBezTo>
                    <a:pt x="1031" y="132"/>
                    <a:pt x="1042" y="114"/>
                    <a:pt x="1048" y="108"/>
                  </a:cubicBezTo>
                  <a:cubicBezTo>
                    <a:pt x="1051" y="106"/>
                    <a:pt x="1056" y="103"/>
                    <a:pt x="1059" y="102"/>
                  </a:cubicBezTo>
                  <a:cubicBezTo>
                    <a:pt x="1060" y="102"/>
                    <a:pt x="1062" y="102"/>
                    <a:pt x="1063" y="103"/>
                  </a:cubicBezTo>
                  <a:cubicBezTo>
                    <a:pt x="1068" y="104"/>
                    <a:pt x="1072" y="102"/>
                    <a:pt x="1075" y="101"/>
                  </a:cubicBezTo>
                  <a:cubicBezTo>
                    <a:pt x="1075" y="99"/>
                    <a:pt x="1075" y="97"/>
                    <a:pt x="1074" y="95"/>
                  </a:cubicBezTo>
                  <a:cubicBezTo>
                    <a:pt x="1074" y="95"/>
                    <a:pt x="1072" y="92"/>
                    <a:pt x="1072" y="93"/>
                  </a:cubicBezTo>
                  <a:cubicBezTo>
                    <a:pt x="1069" y="93"/>
                    <a:pt x="1067" y="96"/>
                    <a:pt x="1065" y="97"/>
                  </a:cubicBezTo>
                  <a:cubicBezTo>
                    <a:pt x="1064" y="97"/>
                    <a:pt x="1062" y="97"/>
                    <a:pt x="1060" y="97"/>
                  </a:cubicBezTo>
                  <a:cubicBezTo>
                    <a:pt x="1051" y="97"/>
                    <a:pt x="1045" y="88"/>
                    <a:pt x="1047" y="79"/>
                  </a:cubicBezTo>
                  <a:cubicBezTo>
                    <a:pt x="1056" y="81"/>
                    <a:pt x="1069" y="81"/>
                    <a:pt x="1076" y="76"/>
                  </a:cubicBezTo>
                  <a:cubicBezTo>
                    <a:pt x="1078" y="64"/>
                    <a:pt x="1079" y="47"/>
                    <a:pt x="1083" y="37"/>
                  </a:cubicBezTo>
                  <a:cubicBezTo>
                    <a:pt x="1085" y="34"/>
                    <a:pt x="1081" y="25"/>
                    <a:pt x="1084" y="18"/>
                  </a:cubicBezTo>
                  <a:cubicBezTo>
                    <a:pt x="1085" y="18"/>
                    <a:pt x="1087" y="18"/>
                    <a:pt x="1089" y="18"/>
                  </a:cubicBezTo>
                  <a:cubicBezTo>
                    <a:pt x="1090" y="19"/>
                    <a:pt x="1091" y="21"/>
                    <a:pt x="1092" y="22"/>
                  </a:cubicBezTo>
                  <a:cubicBezTo>
                    <a:pt x="1092" y="24"/>
                    <a:pt x="1097" y="47"/>
                    <a:pt x="1096" y="49"/>
                  </a:cubicBezTo>
                  <a:cubicBezTo>
                    <a:pt x="1095" y="53"/>
                    <a:pt x="1090" y="67"/>
                    <a:pt x="1092" y="70"/>
                  </a:cubicBezTo>
                  <a:cubicBezTo>
                    <a:pt x="1092" y="71"/>
                    <a:pt x="1092" y="71"/>
                    <a:pt x="1093" y="71"/>
                  </a:cubicBezTo>
                  <a:cubicBezTo>
                    <a:pt x="1099" y="71"/>
                    <a:pt x="1107" y="67"/>
                    <a:pt x="1109" y="62"/>
                  </a:cubicBezTo>
                  <a:cubicBezTo>
                    <a:pt x="1110" y="58"/>
                    <a:pt x="1107" y="56"/>
                    <a:pt x="1108" y="54"/>
                  </a:cubicBezTo>
                  <a:cubicBezTo>
                    <a:pt x="1108" y="54"/>
                    <a:pt x="1109" y="54"/>
                    <a:pt x="1109" y="54"/>
                  </a:cubicBezTo>
                  <a:cubicBezTo>
                    <a:pt x="1113" y="56"/>
                    <a:pt x="1126" y="58"/>
                    <a:pt x="1132" y="59"/>
                  </a:cubicBezTo>
                  <a:cubicBezTo>
                    <a:pt x="1132" y="61"/>
                    <a:pt x="1132" y="63"/>
                    <a:pt x="1132" y="65"/>
                  </a:cubicBezTo>
                  <a:cubicBezTo>
                    <a:pt x="1131" y="65"/>
                    <a:pt x="1130" y="66"/>
                    <a:pt x="1130" y="66"/>
                  </a:cubicBezTo>
                  <a:cubicBezTo>
                    <a:pt x="1129" y="66"/>
                    <a:pt x="1129" y="65"/>
                    <a:pt x="1129" y="65"/>
                  </a:cubicBezTo>
                  <a:cubicBezTo>
                    <a:pt x="1120" y="68"/>
                    <a:pt x="1100" y="77"/>
                    <a:pt x="1098" y="84"/>
                  </a:cubicBezTo>
                  <a:cubicBezTo>
                    <a:pt x="1096" y="84"/>
                    <a:pt x="1093" y="83"/>
                    <a:pt x="1092" y="85"/>
                  </a:cubicBezTo>
                  <a:cubicBezTo>
                    <a:pt x="1085" y="89"/>
                    <a:pt x="1090" y="98"/>
                    <a:pt x="1088" y="106"/>
                  </a:cubicBezTo>
                  <a:cubicBezTo>
                    <a:pt x="1087" y="109"/>
                    <a:pt x="1086" y="112"/>
                    <a:pt x="1087" y="115"/>
                  </a:cubicBezTo>
                  <a:cubicBezTo>
                    <a:pt x="1088" y="115"/>
                    <a:pt x="1089" y="116"/>
                    <a:pt x="1090" y="116"/>
                  </a:cubicBezTo>
                  <a:cubicBezTo>
                    <a:pt x="1095" y="108"/>
                    <a:pt x="1106" y="105"/>
                    <a:pt x="1114" y="111"/>
                  </a:cubicBezTo>
                  <a:cubicBezTo>
                    <a:pt x="1122" y="117"/>
                    <a:pt x="1116" y="123"/>
                    <a:pt x="1119" y="131"/>
                  </a:cubicBezTo>
                  <a:cubicBezTo>
                    <a:pt x="1120" y="136"/>
                    <a:pt x="1126" y="139"/>
                    <a:pt x="1128" y="145"/>
                  </a:cubicBezTo>
                  <a:cubicBezTo>
                    <a:pt x="1128" y="145"/>
                    <a:pt x="1128" y="147"/>
                    <a:pt x="1129" y="146"/>
                  </a:cubicBezTo>
                  <a:cubicBezTo>
                    <a:pt x="1134" y="161"/>
                    <a:pt x="1113" y="161"/>
                    <a:pt x="1105" y="160"/>
                  </a:cubicBezTo>
                  <a:cubicBezTo>
                    <a:pt x="1104" y="158"/>
                    <a:pt x="1102" y="156"/>
                    <a:pt x="1101" y="154"/>
                  </a:cubicBezTo>
                  <a:cubicBezTo>
                    <a:pt x="1098" y="145"/>
                    <a:pt x="1098" y="133"/>
                    <a:pt x="1090" y="130"/>
                  </a:cubicBezTo>
                  <a:cubicBezTo>
                    <a:pt x="1076" y="139"/>
                    <a:pt x="1092" y="160"/>
                    <a:pt x="1085" y="177"/>
                  </a:cubicBezTo>
                  <a:cubicBezTo>
                    <a:pt x="1085" y="177"/>
                    <a:pt x="1085" y="177"/>
                    <a:pt x="1085" y="177"/>
                  </a:cubicBezTo>
                  <a:cubicBezTo>
                    <a:pt x="1083" y="175"/>
                    <a:pt x="1080" y="175"/>
                    <a:pt x="1079" y="173"/>
                  </a:cubicBezTo>
                  <a:cubicBezTo>
                    <a:pt x="1075" y="170"/>
                    <a:pt x="1072" y="163"/>
                    <a:pt x="1070" y="156"/>
                  </a:cubicBezTo>
                  <a:cubicBezTo>
                    <a:pt x="1068" y="149"/>
                    <a:pt x="1074" y="143"/>
                    <a:pt x="1072" y="139"/>
                  </a:cubicBezTo>
                  <a:cubicBezTo>
                    <a:pt x="1071" y="139"/>
                    <a:pt x="1071" y="138"/>
                    <a:pt x="1070" y="137"/>
                  </a:cubicBezTo>
                  <a:cubicBezTo>
                    <a:pt x="1065" y="137"/>
                    <a:pt x="1056" y="139"/>
                    <a:pt x="1054" y="144"/>
                  </a:cubicBezTo>
                  <a:cubicBezTo>
                    <a:pt x="1053" y="147"/>
                    <a:pt x="1054" y="149"/>
                    <a:pt x="1053" y="151"/>
                  </a:cubicBezTo>
                  <a:cubicBezTo>
                    <a:pt x="1050" y="156"/>
                    <a:pt x="1042" y="170"/>
                    <a:pt x="1038" y="172"/>
                  </a:cubicBezTo>
                  <a:cubicBezTo>
                    <a:pt x="1034" y="173"/>
                    <a:pt x="1030" y="171"/>
                    <a:pt x="1027" y="169"/>
                  </a:cubicBezTo>
                  <a:cubicBezTo>
                    <a:pt x="1028" y="163"/>
                    <a:pt x="1024" y="158"/>
                    <a:pt x="1021" y="158"/>
                  </a:cubicBezTo>
                  <a:close/>
                  <a:moveTo>
                    <a:pt x="913" y="65"/>
                  </a:moveTo>
                  <a:cubicBezTo>
                    <a:pt x="914" y="65"/>
                    <a:pt x="913" y="65"/>
                    <a:pt x="915" y="65"/>
                  </a:cubicBezTo>
                  <a:cubicBezTo>
                    <a:pt x="919" y="64"/>
                    <a:pt x="929" y="61"/>
                    <a:pt x="931" y="58"/>
                  </a:cubicBezTo>
                  <a:cubicBezTo>
                    <a:pt x="931" y="57"/>
                    <a:pt x="931" y="55"/>
                    <a:pt x="931" y="54"/>
                  </a:cubicBezTo>
                  <a:cubicBezTo>
                    <a:pt x="929" y="49"/>
                    <a:pt x="924" y="45"/>
                    <a:pt x="920" y="43"/>
                  </a:cubicBezTo>
                  <a:cubicBezTo>
                    <a:pt x="920" y="43"/>
                    <a:pt x="920" y="43"/>
                    <a:pt x="919" y="43"/>
                  </a:cubicBezTo>
                  <a:cubicBezTo>
                    <a:pt x="917" y="47"/>
                    <a:pt x="913" y="58"/>
                    <a:pt x="913" y="65"/>
                  </a:cubicBezTo>
                  <a:close/>
                  <a:moveTo>
                    <a:pt x="862" y="136"/>
                  </a:moveTo>
                  <a:cubicBezTo>
                    <a:pt x="863" y="139"/>
                    <a:pt x="864" y="143"/>
                    <a:pt x="865" y="147"/>
                  </a:cubicBezTo>
                  <a:cubicBezTo>
                    <a:pt x="870" y="155"/>
                    <a:pt x="887" y="161"/>
                    <a:pt x="898" y="154"/>
                  </a:cubicBezTo>
                  <a:cubicBezTo>
                    <a:pt x="900" y="149"/>
                    <a:pt x="886" y="129"/>
                    <a:pt x="882" y="126"/>
                  </a:cubicBezTo>
                  <a:cubicBezTo>
                    <a:pt x="886" y="126"/>
                    <a:pt x="890" y="126"/>
                    <a:pt x="894" y="126"/>
                  </a:cubicBezTo>
                  <a:cubicBezTo>
                    <a:pt x="896" y="127"/>
                    <a:pt x="913" y="133"/>
                    <a:pt x="914" y="132"/>
                  </a:cubicBezTo>
                  <a:cubicBezTo>
                    <a:pt x="918" y="129"/>
                    <a:pt x="918" y="106"/>
                    <a:pt x="916" y="105"/>
                  </a:cubicBezTo>
                  <a:cubicBezTo>
                    <a:pt x="914" y="104"/>
                    <a:pt x="913" y="104"/>
                    <a:pt x="912" y="104"/>
                  </a:cubicBezTo>
                  <a:cubicBezTo>
                    <a:pt x="910" y="107"/>
                    <a:pt x="907" y="113"/>
                    <a:pt x="904" y="116"/>
                  </a:cubicBezTo>
                  <a:cubicBezTo>
                    <a:pt x="903" y="116"/>
                    <a:pt x="902" y="116"/>
                    <a:pt x="902" y="116"/>
                  </a:cubicBezTo>
                  <a:cubicBezTo>
                    <a:pt x="900" y="112"/>
                    <a:pt x="897" y="108"/>
                    <a:pt x="895" y="103"/>
                  </a:cubicBezTo>
                  <a:cubicBezTo>
                    <a:pt x="893" y="99"/>
                    <a:pt x="896" y="91"/>
                    <a:pt x="894" y="87"/>
                  </a:cubicBezTo>
                  <a:cubicBezTo>
                    <a:pt x="881" y="85"/>
                    <a:pt x="881" y="95"/>
                    <a:pt x="876" y="101"/>
                  </a:cubicBezTo>
                  <a:cubicBezTo>
                    <a:pt x="869" y="111"/>
                    <a:pt x="862" y="119"/>
                    <a:pt x="862" y="136"/>
                  </a:cubicBezTo>
                  <a:close/>
                  <a:moveTo>
                    <a:pt x="801" y="141"/>
                  </a:moveTo>
                  <a:cubicBezTo>
                    <a:pt x="801" y="139"/>
                    <a:pt x="801" y="137"/>
                    <a:pt x="801" y="134"/>
                  </a:cubicBezTo>
                  <a:cubicBezTo>
                    <a:pt x="804" y="132"/>
                    <a:pt x="806" y="128"/>
                    <a:pt x="810" y="126"/>
                  </a:cubicBezTo>
                  <a:cubicBezTo>
                    <a:pt x="808" y="123"/>
                    <a:pt x="808" y="120"/>
                    <a:pt x="808" y="116"/>
                  </a:cubicBezTo>
                  <a:cubicBezTo>
                    <a:pt x="811" y="116"/>
                    <a:pt x="820" y="118"/>
                    <a:pt x="825" y="116"/>
                  </a:cubicBezTo>
                  <a:cubicBezTo>
                    <a:pt x="830" y="115"/>
                    <a:pt x="851" y="107"/>
                    <a:pt x="854" y="104"/>
                  </a:cubicBezTo>
                  <a:cubicBezTo>
                    <a:pt x="856" y="100"/>
                    <a:pt x="854" y="87"/>
                    <a:pt x="856" y="83"/>
                  </a:cubicBezTo>
                  <a:cubicBezTo>
                    <a:pt x="857" y="81"/>
                    <a:pt x="863" y="72"/>
                    <a:pt x="861" y="69"/>
                  </a:cubicBezTo>
                  <a:cubicBezTo>
                    <a:pt x="856" y="62"/>
                    <a:pt x="835" y="75"/>
                    <a:pt x="835" y="59"/>
                  </a:cubicBezTo>
                  <a:cubicBezTo>
                    <a:pt x="836" y="59"/>
                    <a:pt x="836" y="59"/>
                    <a:pt x="837" y="58"/>
                  </a:cubicBezTo>
                  <a:cubicBezTo>
                    <a:pt x="840" y="58"/>
                    <a:pt x="843" y="59"/>
                    <a:pt x="845" y="60"/>
                  </a:cubicBezTo>
                  <a:cubicBezTo>
                    <a:pt x="850" y="57"/>
                    <a:pt x="865" y="52"/>
                    <a:pt x="868" y="47"/>
                  </a:cubicBezTo>
                  <a:cubicBezTo>
                    <a:pt x="873" y="39"/>
                    <a:pt x="871" y="30"/>
                    <a:pt x="878" y="23"/>
                  </a:cubicBezTo>
                  <a:cubicBezTo>
                    <a:pt x="884" y="23"/>
                    <a:pt x="888" y="24"/>
                    <a:pt x="893" y="26"/>
                  </a:cubicBezTo>
                  <a:cubicBezTo>
                    <a:pt x="890" y="36"/>
                    <a:pt x="882" y="41"/>
                    <a:pt x="878" y="49"/>
                  </a:cubicBezTo>
                  <a:cubicBezTo>
                    <a:pt x="875" y="56"/>
                    <a:pt x="874" y="68"/>
                    <a:pt x="873" y="74"/>
                  </a:cubicBezTo>
                  <a:cubicBezTo>
                    <a:pt x="873" y="76"/>
                    <a:pt x="873" y="78"/>
                    <a:pt x="873" y="80"/>
                  </a:cubicBezTo>
                  <a:cubicBezTo>
                    <a:pt x="872" y="80"/>
                    <a:pt x="870" y="88"/>
                    <a:pt x="870" y="90"/>
                  </a:cubicBezTo>
                  <a:cubicBezTo>
                    <a:pt x="871" y="90"/>
                    <a:pt x="871" y="91"/>
                    <a:pt x="871" y="91"/>
                  </a:cubicBezTo>
                  <a:cubicBezTo>
                    <a:pt x="872" y="91"/>
                    <a:pt x="872" y="90"/>
                    <a:pt x="873" y="90"/>
                  </a:cubicBezTo>
                  <a:cubicBezTo>
                    <a:pt x="873" y="90"/>
                    <a:pt x="873" y="90"/>
                    <a:pt x="874" y="90"/>
                  </a:cubicBezTo>
                  <a:cubicBezTo>
                    <a:pt x="875" y="89"/>
                    <a:pt x="877" y="87"/>
                    <a:pt x="877" y="85"/>
                  </a:cubicBezTo>
                  <a:cubicBezTo>
                    <a:pt x="877" y="84"/>
                    <a:pt x="877" y="83"/>
                    <a:pt x="877" y="82"/>
                  </a:cubicBezTo>
                  <a:cubicBezTo>
                    <a:pt x="878" y="80"/>
                    <a:pt x="880" y="79"/>
                    <a:pt x="881" y="77"/>
                  </a:cubicBezTo>
                  <a:cubicBezTo>
                    <a:pt x="887" y="77"/>
                    <a:pt x="895" y="75"/>
                    <a:pt x="897" y="72"/>
                  </a:cubicBezTo>
                  <a:cubicBezTo>
                    <a:pt x="899" y="67"/>
                    <a:pt x="897" y="58"/>
                    <a:pt x="899" y="55"/>
                  </a:cubicBezTo>
                  <a:cubicBezTo>
                    <a:pt x="901" y="51"/>
                    <a:pt x="904" y="42"/>
                    <a:pt x="905" y="38"/>
                  </a:cubicBezTo>
                  <a:cubicBezTo>
                    <a:pt x="907" y="29"/>
                    <a:pt x="898" y="22"/>
                    <a:pt x="903" y="17"/>
                  </a:cubicBezTo>
                  <a:cubicBezTo>
                    <a:pt x="907" y="13"/>
                    <a:pt x="915" y="19"/>
                    <a:pt x="917" y="21"/>
                  </a:cubicBezTo>
                  <a:cubicBezTo>
                    <a:pt x="921" y="25"/>
                    <a:pt x="916" y="31"/>
                    <a:pt x="918" y="36"/>
                  </a:cubicBezTo>
                  <a:cubicBezTo>
                    <a:pt x="920" y="41"/>
                    <a:pt x="930" y="45"/>
                    <a:pt x="934" y="47"/>
                  </a:cubicBezTo>
                  <a:cubicBezTo>
                    <a:pt x="938" y="48"/>
                    <a:pt x="943" y="48"/>
                    <a:pt x="948" y="49"/>
                  </a:cubicBezTo>
                  <a:cubicBezTo>
                    <a:pt x="948" y="49"/>
                    <a:pt x="949" y="50"/>
                    <a:pt x="949" y="50"/>
                  </a:cubicBezTo>
                  <a:cubicBezTo>
                    <a:pt x="949" y="51"/>
                    <a:pt x="948" y="53"/>
                    <a:pt x="948" y="54"/>
                  </a:cubicBezTo>
                  <a:cubicBezTo>
                    <a:pt x="945" y="60"/>
                    <a:pt x="935" y="64"/>
                    <a:pt x="930" y="67"/>
                  </a:cubicBezTo>
                  <a:cubicBezTo>
                    <a:pt x="926" y="70"/>
                    <a:pt x="924" y="75"/>
                    <a:pt x="921" y="77"/>
                  </a:cubicBezTo>
                  <a:cubicBezTo>
                    <a:pt x="916" y="80"/>
                    <a:pt x="910" y="79"/>
                    <a:pt x="908" y="83"/>
                  </a:cubicBezTo>
                  <a:cubicBezTo>
                    <a:pt x="908" y="85"/>
                    <a:pt x="907" y="85"/>
                    <a:pt x="907" y="87"/>
                  </a:cubicBezTo>
                  <a:cubicBezTo>
                    <a:pt x="905" y="86"/>
                    <a:pt x="906" y="90"/>
                    <a:pt x="906" y="91"/>
                  </a:cubicBezTo>
                  <a:cubicBezTo>
                    <a:pt x="910" y="93"/>
                    <a:pt x="924" y="95"/>
                    <a:pt x="926" y="99"/>
                  </a:cubicBezTo>
                  <a:cubicBezTo>
                    <a:pt x="930" y="105"/>
                    <a:pt x="930" y="119"/>
                    <a:pt x="928" y="129"/>
                  </a:cubicBezTo>
                  <a:cubicBezTo>
                    <a:pt x="927" y="131"/>
                    <a:pt x="926" y="134"/>
                    <a:pt x="927" y="138"/>
                  </a:cubicBezTo>
                  <a:cubicBezTo>
                    <a:pt x="944" y="144"/>
                    <a:pt x="968" y="157"/>
                    <a:pt x="946" y="175"/>
                  </a:cubicBezTo>
                  <a:cubicBezTo>
                    <a:pt x="930" y="175"/>
                    <a:pt x="930" y="166"/>
                    <a:pt x="917" y="161"/>
                  </a:cubicBezTo>
                  <a:cubicBezTo>
                    <a:pt x="915" y="161"/>
                    <a:pt x="906" y="165"/>
                    <a:pt x="905" y="165"/>
                  </a:cubicBezTo>
                  <a:cubicBezTo>
                    <a:pt x="903" y="165"/>
                    <a:pt x="901" y="165"/>
                    <a:pt x="899" y="165"/>
                  </a:cubicBezTo>
                  <a:cubicBezTo>
                    <a:pt x="892" y="168"/>
                    <a:pt x="882" y="170"/>
                    <a:pt x="874" y="168"/>
                  </a:cubicBezTo>
                  <a:cubicBezTo>
                    <a:pt x="872" y="163"/>
                    <a:pt x="867" y="157"/>
                    <a:pt x="863" y="153"/>
                  </a:cubicBezTo>
                  <a:cubicBezTo>
                    <a:pt x="863" y="153"/>
                    <a:pt x="863" y="153"/>
                    <a:pt x="863" y="153"/>
                  </a:cubicBezTo>
                  <a:cubicBezTo>
                    <a:pt x="862" y="154"/>
                    <a:pt x="862" y="154"/>
                    <a:pt x="862" y="154"/>
                  </a:cubicBezTo>
                  <a:cubicBezTo>
                    <a:pt x="862" y="162"/>
                    <a:pt x="869" y="172"/>
                    <a:pt x="864" y="179"/>
                  </a:cubicBezTo>
                  <a:cubicBezTo>
                    <a:pt x="863" y="179"/>
                    <a:pt x="861" y="179"/>
                    <a:pt x="859" y="178"/>
                  </a:cubicBezTo>
                  <a:cubicBezTo>
                    <a:pt x="855" y="176"/>
                    <a:pt x="854" y="171"/>
                    <a:pt x="851" y="167"/>
                  </a:cubicBezTo>
                  <a:cubicBezTo>
                    <a:pt x="850" y="165"/>
                    <a:pt x="850" y="163"/>
                    <a:pt x="849" y="161"/>
                  </a:cubicBezTo>
                  <a:cubicBezTo>
                    <a:pt x="846" y="159"/>
                    <a:pt x="844" y="156"/>
                    <a:pt x="841" y="153"/>
                  </a:cubicBezTo>
                  <a:cubicBezTo>
                    <a:pt x="839" y="151"/>
                    <a:pt x="840" y="146"/>
                    <a:pt x="837" y="144"/>
                  </a:cubicBezTo>
                  <a:cubicBezTo>
                    <a:pt x="834" y="141"/>
                    <a:pt x="817" y="153"/>
                    <a:pt x="809" y="149"/>
                  </a:cubicBezTo>
                  <a:cubicBezTo>
                    <a:pt x="806" y="147"/>
                    <a:pt x="803" y="144"/>
                    <a:pt x="801" y="141"/>
                  </a:cubicBezTo>
                  <a:close/>
                  <a:moveTo>
                    <a:pt x="704" y="44"/>
                  </a:moveTo>
                  <a:cubicBezTo>
                    <a:pt x="705" y="43"/>
                    <a:pt x="706" y="43"/>
                    <a:pt x="707" y="42"/>
                  </a:cubicBezTo>
                  <a:cubicBezTo>
                    <a:pt x="707" y="41"/>
                    <a:pt x="707" y="41"/>
                    <a:pt x="706" y="40"/>
                  </a:cubicBezTo>
                  <a:cubicBezTo>
                    <a:pt x="706" y="40"/>
                    <a:pt x="706" y="40"/>
                    <a:pt x="706" y="40"/>
                  </a:cubicBezTo>
                  <a:cubicBezTo>
                    <a:pt x="706" y="40"/>
                    <a:pt x="706" y="40"/>
                    <a:pt x="705" y="40"/>
                  </a:cubicBezTo>
                  <a:cubicBezTo>
                    <a:pt x="705" y="41"/>
                    <a:pt x="705" y="43"/>
                    <a:pt x="704" y="44"/>
                  </a:cubicBezTo>
                  <a:close/>
                  <a:moveTo>
                    <a:pt x="702" y="45"/>
                  </a:moveTo>
                  <a:cubicBezTo>
                    <a:pt x="702" y="46"/>
                    <a:pt x="703" y="46"/>
                    <a:pt x="703" y="46"/>
                  </a:cubicBezTo>
                  <a:cubicBezTo>
                    <a:pt x="704" y="46"/>
                    <a:pt x="704" y="46"/>
                    <a:pt x="704" y="45"/>
                  </a:cubicBezTo>
                  <a:cubicBezTo>
                    <a:pt x="704" y="45"/>
                    <a:pt x="704" y="45"/>
                    <a:pt x="704" y="45"/>
                  </a:cubicBezTo>
                  <a:cubicBezTo>
                    <a:pt x="704" y="45"/>
                    <a:pt x="704" y="44"/>
                    <a:pt x="704" y="44"/>
                  </a:cubicBezTo>
                  <a:cubicBezTo>
                    <a:pt x="704" y="44"/>
                    <a:pt x="703" y="43"/>
                    <a:pt x="703" y="43"/>
                  </a:cubicBezTo>
                  <a:cubicBezTo>
                    <a:pt x="703" y="43"/>
                    <a:pt x="703" y="44"/>
                    <a:pt x="702" y="44"/>
                  </a:cubicBezTo>
                  <a:cubicBezTo>
                    <a:pt x="702" y="45"/>
                    <a:pt x="702" y="45"/>
                    <a:pt x="702" y="45"/>
                  </a:cubicBezTo>
                  <a:close/>
                  <a:moveTo>
                    <a:pt x="637" y="47"/>
                  </a:moveTo>
                  <a:cubicBezTo>
                    <a:pt x="637" y="41"/>
                    <a:pt x="637" y="35"/>
                    <a:pt x="639" y="30"/>
                  </a:cubicBezTo>
                  <a:cubicBezTo>
                    <a:pt x="639" y="27"/>
                    <a:pt x="639" y="25"/>
                    <a:pt x="638" y="23"/>
                  </a:cubicBezTo>
                  <a:cubicBezTo>
                    <a:pt x="640" y="23"/>
                    <a:pt x="647" y="21"/>
                    <a:pt x="647" y="21"/>
                  </a:cubicBezTo>
                  <a:cubicBezTo>
                    <a:pt x="652" y="29"/>
                    <a:pt x="651" y="39"/>
                    <a:pt x="658" y="45"/>
                  </a:cubicBezTo>
                  <a:cubicBezTo>
                    <a:pt x="658" y="48"/>
                    <a:pt x="658" y="51"/>
                    <a:pt x="658" y="55"/>
                  </a:cubicBezTo>
                  <a:cubicBezTo>
                    <a:pt x="656" y="55"/>
                    <a:pt x="654" y="58"/>
                    <a:pt x="653" y="59"/>
                  </a:cubicBezTo>
                  <a:cubicBezTo>
                    <a:pt x="643" y="59"/>
                    <a:pt x="640" y="53"/>
                    <a:pt x="637" y="47"/>
                  </a:cubicBezTo>
                  <a:close/>
                  <a:moveTo>
                    <a:pt x="621" y="118"/>
                  </a:moveTo>
                  <a:cubicBezTo>
                    <a:pt x="621" y="113"/>
                    <a:pt x="621" y="109"/>
                    <a:pt x="621" y="105"/>
                  </a:cubicBezTo>
                  <a:cubicBezTo>
                    <a:pt x="628" y="104"/>
                    <a:pt x="632" y="97"/>
                    <a:pt x="636" y="92"/>
                  </a:cubicBezTo>
                  <a:cubicBezTo>
                    <a:pt x="640" y="85"/>
                    <a:pt x="652" y="76"/>
                    <a:pt x="660" y="71"/>
                  </a:cubicBezTo>
                  <a:cubicBezTo>
                    <a:pt x="663" y="70"/>
                    <a:pt x="678" y="62"/>
                    <a:pt x="677" y="61"/>
                  </a:cubicBezTo>
                  <a:cubicBezTo>
                    <a:pt x="680" y="60"/>
                    <a:pt x="693" y="54"/>
                    <a:pt x="694" y="51"/>
                  </a:cubicBezTo>
                  <a:cubicBezTo>
                    <a:pt x="694" y="50"/>
                    <a:pt x="694" y="50"/>
                    <a:pt x="694" y="50"/>
                  </a:cubicBezTo>
                  <a:cubicBezTo>
                    <a:pt x="692" y="49"/>
                    <a:pt x="681" y="45"/>
                    <a:pt x="680" y="44"/>
                  </a:cubicBezTo>
                  <a:cubicBezTo>
                    <a:pt x="678" y="43"/>
                    <a:pt x="676" y="39"/>
                    <a:pt x="675" y="39"/>
                  </a:cubicBezTo>
                  <a:cubicBezTo>
                    <a:pt x="675" y="38"/>
                    <a:pt x="675" y="37"/>
                    <a:pt x="675" y="37"/>
                  </a:cubicBezTo>
                  <a:cubicBezTo>
                    <a:pt x="684" y="39"/>
                    <a:pt x="702" y="36"/>
                    <a:pt x="707" y="33"/>
                  </a:cubicBezTo>
                  <a:cubicBezTo>
                    <a:pt x="709" y="31"/>
                    <a:pt x="712" y="28"/>
                    <a:pt x="716" y="27"/>
                  </a:cubicBezTo>
                  <a:cubicBezTo>
                    <a:pt x="721" y="26"/>
                    <a:pt x="736" y="34"/>
                    <a:pt x="739" y="36"/>
                  </a:cubicBezTo>
                  <a:cubicBezTo>
                    <a:pt x="739" y="38"/>
                    <a:pt x="738" y="39"/>
                    <a:pt x="738" y="41"/>
                  </a:cubicBezTo>
                  <a:cubicBezTo>
                    <a:pt x="736" y="42"/>
                    <a:pt x="734" y="44"/>
                    <a:pt x="732" y="45"/>
                  </a:cubicBezTo>
                  <a:cubicBezTo>
                    <a:pt x="731" y="45"/>
                    <a:pt x="730" y="45"/>
                    <a:pt x="730" y="45"/>
                  </a:cubicBezTo>
                  <a:cubicBezTo>
                    <a:pt x="724" y="47"/>
                    <a:pt x="709" y="51"/>
                    <a:pt x="705" y="55"/>
                  </a:cubicBezTo>
                  <a:cubicBezTo>
                    <a:pt x="706" y="56"/>
                    <a:pt x="706" y="57"/>
                    <a:pt x="706" y="58"/>
                  </a:cubicBezTo>
                  <a:cubicBezTo>
                    <a:pt x="708" y="59"/>
                    <a:pt x="710" y="60"/>
                    <a:pt x="712" y="61"/>
                  </a:cubicBezTo>
                  <a:cubicBezTo>
                    <a:pt x="713" y="61"/>
                    <a:pt x="715" y="61"/>
                    <a:pt x="717" y="61"/>
                  </a:cubicBezTo>
                  <a:cubicBezTo>
                    <a:pt x="724" y="65"/>
                    <a:pt x="744" y="92"/>
                    <a:pt x="730" y="103"/>
                  </a:cubicBezTo>
                  <a:cubicBezTo>
                    <a:pt x="728" y="104"/>
                    <a:pt x="716" y="108"/>
                    <a:pt x="717" y="108"/>
                  </a:cubicBezTo>
                  <a:cubicBezTo>
                    <a:pt x="711" y="111"/>
                    <a:pt x="705" y="106"/>
                    <a:pt x="702" y="111"/>
                  </a:cubicBezTo>
                  <a:cubicBezTo>
                    <a:pt x="702" y="114"/>
                    <a:pt x="702" y="117"/>
                    <a:pt x="702" y="120"/>
                  </a:cubicBezTo>
                  <a:cubicBezTo>
                    <a:pt x="699" y="125"/>
                    <a:pt x="694" y="130"/>
                    <a:pt x="690" y="134"/>
                  </a:cubicBezTo>
                  <a:cubicBezTo>
                    <a:pt x="690" y="136"/>
                    <a:pt x="690" y="137"/>
                    <a:pt x="691" y="137"/>
                  </a:cubicBezTo>
                  <a:cubicBezTo>
                    <a:pt x="692" y="139"/>
                    <a:pt x="695" y="139"/>
                    <a:pt x="697" y="139"/>
                  </a:cubicBezTo>
                  <a:cubicBezTo>
                    <a:pt x="698" y="138"/>
                    <a:pt x="699" y="137"/>
                    <a:pt x="700" y="134"/>
                  </a:cubicBezTo>
                  <a:cubicBezTo>
                    <a:pt x="711" y="134"/>
                    <a:pt x="716" y="138"/>
                    <a:pt x="726" y="140"/>
                  </a:cubicBezTo>
                  <a:cubicBezTo>
                    <a:pt x="727" y="143"/>
                    <a:pt x="730" y="149"/>
                    <a:pt x="729" y="151"/>
                  </a:cubicBezTo>
                  <a:cubicBezTo>
                    <a:pt x="728" y="152"/>
                    <a:pt x="727" y="154"/>
                    <a:pt x="725" y="155"/>
                  </a:cubicBezTo>
                  <a:cubicBezTo>
                    <a:pt x="716" y="158"/>
                    <a:pt x="712" y="149"/>
                    <a:pt x="705" y="150"/>
                  </a:cubicBezTo>
                  <a:cubicBezTo>
                    <a:pt x="704" y="149"/>
                    <a:pt x="700" y="153"/>
                    <a:pt x="699" y="155"/>
                  </a:cubicBezTo>
                  <a:cubicBezTo>
                    <a:pt x="698" y="157"/>
                    <a:pt x="700" y="159"/>
                    <a:pt x="700" y="160"/>
                  </a:cubicBezTo>
                  <a:cubicBezTo>
                    <a:pt x="700" y="162"/>
                    <a:pt x="700" y="164"/>
                    <a:pt x="700" y="166"/>
                  </a:cubicBezTo>
                  <a:cubicBezTo>
                    <a:pt x="702" y="174"/>
                    <a:pt x="698" y="180"/>
                    <a:pt x="692" y="183"/>
                  </a:cubicBezTo>
                  <a:cubicBezTo>
                    <a:pt x="685" y="187"/>
                    <a:pt x="666" y="181"/>
                    <a:pt x="662" y="179"/>
                  </a:cubicBezTo>
                  <a:cubicBezTo>
                    <a:pt x="662" y="177"/>
                    <a:pt x="653" y="173"/>
                    <a:pt x="651" y="173"/>
                  </a:cubicBezTo>
                  <a:cubicBezTo>
                    <a:pt x="651" y="172"/>
                    <a:pt x="652" y="172"/>
                    <a:pt x="652" y="172"/>
                  </a:cubicBezTo>
                  <a:cubicBezTo>
                    <a:pt x="660" y="170"/>
                    <a:pt x="676" y="168"/>
                    <a:pt x="683" y="163"/>
                  </a:cubicBezTo>
                  <a:cubicBezTo>
                    <a:pt x="685" y="162"/>
                    <a:pt x="692" y="157"/>
                    <a:pt x="689" y="155"/>
                  </a:cubicBezTo>
                  <a:cubicBezTo>
                    <a:pt x="685" y="154"/>
                    <a:pt x="675" y="155"/>
                    <a:pt x="672" y="157"/>
                  </a:cubicBezTo>
                  <a:cubicBezTo>
                    <a:pt x="668" y="159"/>
                    <a:pt x="653" y="154"/>
                    <a:pt x="652" y="153"/>
                  </a:cubicBezTo>
                  <a:cubicBezTo>
                    <a:pt x="650" y="152"/>
                    <a:pt x="650" y="151"/>
                    <a:pt x="649" y="149"/>
                  </a:cubicBezTo>
                  <a:cubicBezTo>
                    <a:pt x="649" y="148"/>
                    <a:pt x="649" y="148"/>
                    <a:pt x="650" y="147"/>
                  </a:cubicBezTo>
                  <a:cubicBezTo>
                    <a:pt x="660" y="147"/>
                    <a:pt x="674" y="146"/>
                    <a:pt x="684" y="144"/>
                  </a:cubicBezTo>
                  <a:cubicBezTo>
                    <a:pt x="685" y="143"/>
                    <a:pt x="685" y="142"/>
                    <a:pt x="686" y="141"/>
                  </a:cubicBezTo>
                  <a:cubicBezTo>
                    <a:pt x="686" y="141"/>
                    <a:pt x="686" y="141"/>
                    <a:pt x="686" y="140"/>
                  </a:cubicBezTo>
                  <a:cubicBezTo>
                    <a:pt x="684" y="139"/>
                    <a:pt x="684" y="138"/>
                    <a:pt x="682" y="137"/>
                  </a:cubicBezTo>
                  <a:cubicBezTo>
                    <a:pt x="682" y="133"/>
                    <a:pt x="681" y="129"/>
                    <a:pt x="683" y="125"/>
                  </a:cubicBezTo>
                  <a:cubicBezTo>
                    <a:pt x="685" y="122"/>
                    <a:pt x="691" y="115"/>
                    <a:pt x="690" y="111"/>
                  </a:cubicBezTo>
                  <a:cubicBezTo>
                    <a:pt x="690" y="109"/>
                    <a:pt x="689" y="109"/>
                    <a:pt x="688" y="109"/>
                  </a:cubicBezTo>
                  <a:cubicBezTo>
                    <a:pt x="680" y="105"/>
                    <a:pt x="670" y="123"/>
                    <a:pt x="665" y="118"/>
                  </a:cubicBezTo>
                  <a:cubicBezTo>
                    <a:pt x="666" y="112"/>
                    <a:pt x="667" y="106"/>
                    <a:pt x="670" y="102"/>
                  </a:cubicBezTo>
                  <a:cubicBezTo>
                    <a:pt x="675" y="96"/>
                    <a:pt x="690" y="97"/>
                    <a:pt x="695" y="102"/>
                  </a:cubicBezTo>
                  <a:cubicBezTo>
                    <a:pt x="701" y="102"/>
                    <a:pt x="703" y="100"/>
                    <a:pt x="707" y="98"/>
                  </a:cubicBezTo>
                  <a:cubicBezTo>
                    <a:pt x="711" y="95"/>
                    <a:pt x="717" y="94"/>
                    <a:pt x="720" y="90"/>
                  </a:cubicBezTo>
                  <a:cubicBezTo>
                    <a:pt x="720" y="89"/>
                    <a:pt x="720" y="88"/>
                    <a:pt x="720" y="89"/>
                  </a:cubicBezTo>
                  <a:cubicBezTo>
                    <a:pt x="726" y="78"/>
                    <a:pt x="710" y="68"/>
                    <a:pt x="705" y="66"/>
                  </a:cubicBezTo>
                  <a:cubicBezTo>
                    <a:pt x="694" y="63"/>
                    <a:pt x="681" y="76"/>
                    <a:pt x="678" y="81"/>
                  </a:cubicBezTo>
                  <a:cubicBezTo>
                    <a:pt x="670" y="91"/>
                    <a:pt x="657" y="97"/>
                    <a:pt x="649" y="107"/>
                  </a:cubicBezTo>
                  <a:cubicBezTo>
                    <a:pt x="645" y="112"/>
                    <a:pt x="646" y="118"/>
                    <a:pt x="644" y="123"/>
                  </a:cubicBezTo>
                  <a:cubicBezTo>
                    <a:pt x="643" y="127"/>
                    <a:pt x="640" y="131"/>
                    <a:pt x="639" y="133"/>
                  </a:cubicBezTo>
                  <a:cubicBezTo>
                    <a:pt x="632" y="134"/>
                    <a:pt x="625" y="130"/>
                    <a:pt x="623" y="125"/>
                  </a:cubicBezTo>
                  <a:cubicBezTo>
                    <a:pt x="621" y="123"/>
                    <a:pt x="623" y="120"/>
                    <a:pt x="621" y="118"/>
                  </a:cubicBezTo>
                  <a:close/>
                  <a:moveTo>
                    <a:pt x="537" y="94"/>
                  </a:moveTo>
                  <a:cubicBezTo>
                    <a:pt x="538" y="94"/>
                    <a:pt x="540" y="93"/>
                    <a:pt x="540" y="92"/>
                  </a:cubicBezTo>
                  <a:cubicBezTo>
                    <a:pt x="541" y="91"/>
                    <a:pt x="540" y="90"/>
                    <a:pt x="540" y="89"/>
                  </a:cubicBezTo>
                  <a:cubicBezTo>
                    <a:pt x="539" y="90"/>
                    <a:pt x="539" y="90"/>
                    <a:pt x="539" y="90"/>
                  </a:cubicBezTo>
                  <a:cubicBezTo>
                    <a:pt x="538" y="91"/>
                    <a:pt x="538" y="93"/>
                    <a:pt x="537" y="94"/>
                  </a:cubicBezTo>
                  <a:close/>
                  <a:moveTo>
                    <a:pt x="503" y="79"/>
                  </a:moveTo>
                  <a:cubicBezTo>
                    <a:pt x="504" y="80"/>
                    <a:pt x="505" y="81"/>
                    <a:pt x="507" y="79"/>
                  </a:cubicBezTo>
                  <a:cubicBezTo>
                    <a:pt x="507" y="77"/>
                    <a:pt x="508" y="77"/>
                    <a:pt x="508" y="75"/>
                  </a:cubicBezTo>
                  <a:cubicBezTo>
                    <a:pt x="508" y="75"/>
                    <a:pt x="507" y="75"/>
                    <a:pt x="507" y="74"/>
                  </a:cubicBezTo>
                  <a:cubicBezTo>
                    <a:pt x="506" y="75"/>
                    <a:pt x="505" y="75"/>
                    <a:pt x="504" y="75"/>
                  </a:cubicBezTo>
                  <a:cubicBezTo>
                    <a:pt x="504" y="77"/>
                    <a:pt x="504" y="77"/>
                    <a:pt x="503" y="79"/>
                  </a:cubicBezTo>
                  <a:close/>
                  <a:moveTo>
                    <a:pt x="491" y="115"/>
                  </a:moveTo>
                  <a:cubicBezTo>
                    <a:pt x="496" y="117"/>
                    <a:pt x="504" y="111"/>
                    <a:pt x="507" y="108"/>
                  </a:cubicBezTo>
                  <a:cubicBezTo>
                    <a:pt x="506" y="107"/>
                    <a:pt x="506" y="105"/>
                    <a:pt x="506" y="104"/>
                  </a:cubicBezTo>
                  <a:cubicBezTo>
                    <a:pt x="505" y="104"/>
                    <a:pt x="505" y="103"/>
                    <a:pt x="504" y="103"/>
                  </a:cubicBezTo>
                  <a:cubicBezTo>
                    <a:pt x="501" y="105"/>
                    <a:pt x="494" y="109"/>
                    <a:pt x="491" y="113"/>
                  </a:cubicBezTo>
                  <a:cubicBezTo>
                    <a:pt x="491" y="113"/>
                    <a:pt x="491" y="114"/>
                    <a:pt x="491" y="115"/>
                  </a:cubicBezTo>
                  <a:close/>
                  <a:moveTo>
                    <a:pt x="460" y="78"/>
                  </a:moveTo>
                  <a:cubicBezTo>
                    <a:pt x="461" y="79"/>
                    <a:pt x="462" y="79"/>
                    <a:pt x="463" y="79"/>
                  </a:cubicBezTo>
                  <a:cubicBezTo>
                    <a:pt x="466" y="77"/>
                    <a:pt x="468" y="75"/>
                    <a:pt x="470" y="73"/>
                  </a:cubicBezTo>
                  <a:cubicBezTo>
                    <a:pt x="470" y="71"/>
                    <a:pt x="470" y="71"/>
                    <a:pt x="470" y="69"/>
                  </a:cubicBezTo>
                  <a:cubicBezTo>
                    <a:pt x="468" y="69"/>
                    <a:pt x="467" y="70"/>
                    <a:pt x="466" y="70"/>
                  </a:cubicBezTo>
                  <a:cubicBezTo>
                    <a:pt x="464" y="71"/>
                    <a:pt x="461" y="74"/>
                    <a:pt x="460" y="78"/>
                  </a:cubicBezTo>
                  <a:close/>
                  <a:moveTo>
                    <a:pt x="453" y="106"/>
                  </a:moveTo>
                  <a:cubicBezTo>
                    <a:pt x="454" y="106"/>
                    <a:pt x="454" y="106"/>
                    <a:pt x="455" y="106"/>
                  </a:cubicBezTo>
                  <a:cubicBezTo>
                    <a:pt x="457" y="103"/>
                    <a:pt x="473" y="90"/>
                    <a:pt x="469" y="87"/>
                  </a:cubicBezTo>
                  <a:cubicBezTo>
                    <a:pt x="458" y="82"/>
                    <a:pt x="453" y="96"/>
                    <a:pt x="453" y="106"/>
                  </a:cubicBezTo>
                  <a:close/>
                  <a:moveTo>
                    <a:pt x="438" y="93"/>
                  </a:moveTo>
                  <a:cubicBezTo>
                    <a:pt x="439" y="93"/>
                    <a:pt x="440" y="94"/>
                    <a:pt x="440" y="95"/>
                  </a:cubicBezTo>
                  <a:cubicBezTo>
                    <a:pt x="442" y="95"/>
                    <a:pt x="443" y="95"/>
                    <a:pt x="444" y="95"/>
                  </a:cubicBezTo>
                  <a:cubicBezTo>
                    <a:pt x="445" y="94"/>
                    <a:pt x="446" y="93"/>
                    <a:pt x="446" y="92"/>
                  </a:cubicBezTo>
                  <a:cubicBezTo>
                    <a:pt x="445" y="91"/>
                    <a:pt x="444" y="91"/>
                    <a:pt x="444" y="90"/>
                  </a:cubicBezTo>
                  <a:cubicBezTo>
                    <a:pt x="444" y="91"/>
                    <a:pt x="439" y="91"/>
                    <a:pt x="438" y="92"/>
                  </a:cubicBezTo>
                  <a:cubicBezTo>
                    <a:pt x="438" y="92"/>
                    <a:pt x="438" y="92"/>
                    <a:pt x="438" y="93"/>
                  </a:cubicBezTo>
                  <a:close/>
                  <a:moveTo>
                    <a:pt x="425" y="130"/>
                  </a:moveTo>
                  <a:cubicBezTo>
                    <a:pt x="429" y="129"/>
                    <a:pt x="448" y="117"/>
                    <a:pt x="439" y="112"/>
                  </a:cubicBezTo>
                  <a:cubicBezTo>
                    <a:pt x="438" y="112"/>
                    <a:pt x="438" y="112"/>
                    <a:pt x="437" y="112"/>
                  </a:cubicBezTo>
                  <a:cubicBezTo>
                    <a:pt x="435" y="119"/>
                    <a:pt x="428" y="123"/>
                    <a:pt x="425" y="130"/>
                  </a:cubicBezTo>
                  <a:close/>
                  <a:moveTo>
                    <a:pt x="398" y="150"/>
                  </a:moveTo>
                  <a:cubicBezTo>
                    <a:pt x="398" y="144"/>
                    <a:pt x="399" y="138"/>
                    <a:pt x="399" y="133"/>
                  </a:cubicBezTo>
                  <a:cubicBezTo>
                    <a:pt x="403" y="131"/>
                    <a:pt x="426" y="102"/>
                    <a:pt x="429" y="97"/>
                  </a:cubicBezTo>
                  <a:cubicBezTo>
                    <a:pt x="428" y="96"/>
                    <a:pt x="428" y="96"/>
                    <a:pt x="426" y="96"/>
                  </a:cubicBezTo>
                  <a:cubicBezTo>
                    <a:pt x="424" y="97"/>
                    <a:pt x="405" y="104"/>
                    <a:pt x="401" y="101"/>
                  </a:cubicBezTo>
                  <a:cubicBezTo>
                    <a:pt x="400" y="100"/>
                    <a:pt x="400" y="100"/>
                    <a:pt x="400" y="100"/>
                  </a:cubicBezTo>
                  <a:cubicBezTo>
                    <a:pt x="400" y="86"/>
                    <a:pt x="411" y="79"/>
                    <a:pt x="418" y="74"/>
                  </a:cubicBezTo>
                  <a:cubicBezTo>
                    <a:pt x="424" y="70"/>
                    <a:pt x="428" y="65"/>
                    <a:pt x="432" y="60"/>
                  </a:cubicBezTo>
                  <a:cubicBezTo>
                    <a:pt x="437" y="54"/>
                    <a:pt x="450" y="45"/>
                    <a:pt x="453" y="38"/>
                  </a:cubicBezTo>
                  <a:cubicBezTo>
                    <a:pt x="454" y="34"/>
                    <a:pt x="454" y="29"/>
                    <a:pt x="454" y="25"/>
                  </a:cubicBezTo>
                  <a:cubicBezTo>
                    <a:pt x="462" y="22"/>
                    <a:pt x="468" y="24"/>
                    <a:pt x="473" y="28"/>
                  </a:cubicBezTo>
                  <a:cubicBezTo>
                    <a:pt x="468" y="46"/>
                    <a:pt x="437" y="68"/>
                    <a:pt x="423" y="81"/>
                  </a:cubicBezTo>
                  <a:cubicBezTo>
                    <a:pt x="420" y="84"/>
                    <a:pt x="416" y="86"/>
                    <a:pt x="413" y="89"/>
                  </a:cubicBezTo>
                  <a:cubicBezTo>
                    <a:pt x="413" y="90"/>
                    <a:pt x="413" y="90"/>
                    <a:pt x="414" y="90"/>
                  </a:cubicBezTo>
                  <a:cubicBezTo>
                    <a:pt x="419" y="90"/>
                    <a:pt x="426" y="88"/>
                    <a:pt x="430" y="86"/>
                  </a:cubicBezTo>
                  <a:cubicBezTo>
                    <a:pt x="436" y="85"/>
                    <a:pt x="441" y="85"/>
                    <a:pt x="447" y="84"/>
                  </a:cubicBezTo>
                  <a:cubicBezTo>
                    <a:pt x="451" y="81"/>
                    <a:pt x="451" y="77"/>
                    <a:pt x="453" y="73"/>
                  </a:cubicBezTo>
                  <a:cubicBezTo>
                    <a:pt x="457" y="67"/>
                    <a:pt x="460" y="60"/>
                    <a:pt x="466" y="55"/>
                  </a:cubicBezTo>
                  <a:cubicBezTo>
                    <a:pt x="469" y="55"/>
                    <a:pt x="472" y="55"/>
                    <a:pt x="474" y="55"/>
                  </a:cubicBezTo>
                  <a:cubicBezTo>
                    <a:pt x="475" y="57"/>
                    <a:pt x="477" y="58"/>
                    <a:pt x="478" y="59"/>
                  </a:cubicBezTo>
                  <a:cubicBezTo>
                    <a:pt x="481" y="63"/>
                    <a:pt x="483" y="67"/>
                    <a:pt x="485" y="71"/>
                  </a:cubicBezTo>
                  <a:cubicBezTo>
                    <a:pt x="488" y="69"/>
                    <a:pt x="495" y="62"/>
                    <a:pt x="492" y="57"/>
                  </a:cubicBezTo>
                  <a:cubicBezTo>
                    <a:pt x="491" y="54"/>
                    <a:pt x="488" y="53"/>
                    <a:pt x="490" y="49"/>
                  </a:cubicBezTo>
                  <a:cubicBezTo>
                    <a:pt x="490" y="46"/>
                    <a:pt x="498" y="42"/>
                    <a:pt x="502" y="43"/>
                  </a:cubicBezTo>
                  <a:cubicBezTo>
                    <a:pt x="502" y="47"/>
                    <a:pt x="506" y="51"/>
                    <a:pt x="508" y="53"/>
                  </a:cubicBezTo>
                  <a:cubicBezTo>
                    <a:pt x="515" y="55"/>
                    <a:pt x="513" y="47"/>
                    <a:pt x="514" y="43"/>
                  </a:cubicBezTo>
                  <a:cubicBezTo>
                    <a:pt x="517" y="34"/>
                    <a:pt x="512" y="13"/>
                    <a:pt x="524" y="13"/>
                  </a:cubicBezTo>
                  <a:cubicBezTo>
                    <a:pt x="525" y="15"/>
                    <a:pt x="530" y="19"/>
                    <a:pt x="532" y="21"/>
                  </a:cubicBezTo>
                  <a:cubicBezTo>
                    <a:pt x="532" y="21"/>
                    <a:pt x="532" y="21"/>
                    <a:pt x="533" y="21"/>
                  </a:cubicBezTo>
                  <a:cubicBezTo>
                    <a:pt x="535" y="25"/>
                    <a:pt x="536" y="27"/>
                    <a:pt x="539" y="30"/>
                  </a:cubicBezTo>
                  <a:cubicBezTo>
                    <a:pt x="541" y="34"/>
                    <a:pt x="544" y="42"/>
                    <a:pt x="545" y="47"/>
                  </a:cubicBezTo>
                  <a:cubicBezTo>
                    <a:pt x="546" y="51"/>
                    <a:pt x="542" y="54"/>
                    <a:pt x="543" y="59"/>
                  </a:cubicBezTo>
                  <a:cubicBezTo>
                    <a:pt x="546" y="65"/>
                    <a:pt x="553" y="69"/>
                    <a:pt x="556" y="75"/>
                  </a:cubicBezTo>
                  <a:cubicBezTo>
                    <a:pt x="558" y="79"/>
                    <a:pt x="558" y="83"/>
                    <a:pt x="560" y="85"/>
                  </a:cubicBezTo>
                  <a:cubicBezTo>
                    <a:pt x="564" y="89"/>
                    <a:pt x="570" y="91"/>
                    <a:pt x="574" y="95"/>
                  </a:cubicBezTo>
                  <a:cubicBezTo>
                    <a:pt x="574" y="97"/>
                    <a:pt x="574" y="98"/>
                    <a:pt x="574" y="99"/>
                  </a:cubicBezTo>
                  <a:cubicBezTo>
                    <a:pt x="572" y="100"/>
                    <a:pt x="570" y="102"/>
                    <a:pt x="568" y="103"/>
                  </a:cubicBezTo>
                  <a:cubicBezTo>
                    <a:pt x="565" y="105"/>
                    <a:pt x="561" y="104"/>
                    <a:pt x="559" y="105"/>
                  </a:cubicBezTo>
                  <a:cubicBezTo>
                    <a:pt x="552" y="106"/>
                    <a:pt x="543" y="109"/>
                    <a:pt x="539" y="114"/>
                  </a:cubicBezTo>
                  <a:cubicBezTo>
                    <a:pt x="536" y="117"/>
                    <a:pt x="536" y="135"/>
                    <a:pt x="535" y="141"/>
                  </a:cubicBezTo>
                  <a:cubicBezTo>
                    <a:pt x="535" y="143"/>
                    <a:pt x="534" y="145"/>
                    <a:pt x="534" y="148"/>
                  </a:cubicBezTo>
                  <a:cubicBezTo>
                    <a:pt x="532" y="152"/>
                    <a:pt x="531" y="158"/>
                    <a:pt x="530" y="163"/>
                  </a:cubicBezTo>
                  <a:cubicBezTo>
                    <a:pt x="530" y="164"/>
                    <a:pt x="530" y="165"/>
                    <a:pt x="530" y="166"/>
                  </a:cubicBezTo>
                  <a:cubicBezTo>
                    <a:pt x="526" y="174"/>
                    <a:pt x="524" y="181"/>
                    <a:pt x="520" y="187"/>
                  </a:cubicBezTo>
                  <a:cubicBezTo>
                    <a:pt x="520" y="190"/>
                    <a:pt x="520" y="193"/>
                    <a:pt x="520" y="195"/>
                  </a:cubicBezTo>
                  <a:cubicBezTo>
                    <a:pt x="519" y="195"/>
                    <a:pt x="519" y="195"/>
                    <a:pt x="519" y="195"/>
                  </a:cubicBezTo>
                  <a:cubicBezTo>
                    <a:pt x="518" y="193"/>
                    <a:pt x="515" y="191"/>
                    <a:pt x="514" y="189"/>
                  </a:cubicBezTo>
                  <a:cubicBezTo>
                    <a:pt x="511" y="185"/>
                    <a:pt x="511" y="181"/>
                    <a:pt x="509" y="177"/>
                  </a:cubicBezTo>
                  <a:cubicBezTo>
                    <a:pt x="509" y="175"/>
                    <a:pt x="509" y="173"/>
                    <a:pt x="509" y="171"/>
                  </a:cubicBezTo>
                  <a:cubicBezTo>
                    <a:pt x="507" y="163"/>
                    <a:pt x="509" y="147"/>
                    <a:pt x="508" y="135"/>
                  </a:cubicBezTo>
                  <a:cubicBezTo>
                    <a:pt x="507" y="135"/>
                    <a:pt x="506" y="135"/>
                    <a:pt x="507" y="134"/>
                  </a:cubicBezTo>
                  <a:cubicBezTo>
                    <a:pt x="497" y="136"/>
                    <a:pt x="489" y="139"/>
                    <a:pt x="481" y="142"/>
                  </a:cubicBezTo>
                  <a:cubicBezTo>
                    <a:pt x="476" y="142"/>
                    <a:pt x="472" y="143"/>
                    <a:pt x="467" y="143"/>
                  </a:cubicBezTo>
                  <a:cubicBezTo>
                    <a:pt x="462" y="138"/>
                    <a:pt x="463" y="125"/>
                    <a:pt x="465" y="119"/>
                  </a:cubicBezTo>
                  <a:cubicBezTo>
                    <a:pt x="470" y="117"/>
                    <a:pt x="476" y="112"/>
                    <a:pt x="478" y="108"/>
                  </a:cubicBezTo>
                  <a:cubicBezTo>
                    <a:pt x="478" y="107"/>
                    <a:pt x="478" y="105"/>
                    <a:pt x="478" y="104"/>
                  </a:cubicBezTo>
                  <a:cubicBezTo>
                    <a:pt x="484" y="97"/>
                    <a:pt x="492" y="90"/>
                    <a:pt x="488" y="77"/>
                  </a:cubicBezTo>
                  <a:cubicBezTo>
                    <a:pt x="488" y="77"/>
                    <a:pt x="488" y="77"/>
                    <a:pt x="487" y="77"/>
                  </a:cubicBezTo>
                  <a:cubicBezTo>
                    <a:pt x="473" y="87"/>
                    <a:pt x="476" y="96"/>
                    <a:pt x="467" y="109"/>
                  </a:cubicBezTo>
                  <a:cubicBezTo>
                    <a:pt x="461" y="117"/>
                    <a:pt x="456" y="117"/>
                    <a:pt x="452" y="129"/>
                  </a:cubicBezTo>
                  <a:cubicBezTo>
                    <a:pt x="448" y="140"/>
                    <a:pt x="457" y="156"/>
                    <a:pt x="457" y="165"/>
                  </a:cubicBezTo>
                  <a:cubicBezTo>
                    <a:pt x="455" y="165"/>
                    <a:pt x="455" y="167"/>
                    <a:pt x="454" y="167"/>
                  </a:cubicBezTo>
                  <a:cubicBezTo>
                    <a:pt x="452" y="167"/>
                    <a:pt x="452" y="167"/>
                    <a:pt x="450" y="167"/>
                  </a:cubicBezTo>
                  <a:cubicBezTo>
                    <a:pt x="447" y="163"/>
                    <a:pt x="444" y="159"/>
                    <a:pt x="442" y="153"/>
                  </a:cubicBezTo>
                  <a:cubicBezTo>
                    <a:pt x="440" y="149"/>
                    <a:pt x="441" y="145"/>
                    <a:pt x="439" y="141"/>
                  </a:cubicBezTo>
                  <a:cubicBezTo>
                    <a:pt x="438" y="141"/>
                    <a:pt x="438" y="141"/>
                    <a:pt x="437" y="141"/>
                  </a:cubicBezTo>
                  <a:cubicBezTo>
                    <a:pt x="431" y="151"/>
                    <a:pt x="418" y="157"/>
                    <a:pt x="402" y="157"/>
                  </a:cubicBezTo>
                  <a:cubicBezTo>
                    <a:pt x="402" y="156"/>
                    <a:pt x="400" y="155"/>
                    <a:pt x="400" y="155"/>
                  </a:cubicBezTo>
                  <a:cubicBezTo>
                    <a:pt x="398" y="153"/>
                    <a:pt x="398" y="151"/>
                    <a:pt x="398" y="150"/>
                  </a:cubicBezTo>
                  <a:close/>
                  <a:moveTo>
                    <a:pt x="278" y="104"/>
                  </a:moveTo>
                  <a:cubicBezTo>
                    <a:pt x="279" y="106"/>
                    <a:pt x="280" y="109"/>
                    <a:pt x="281" y="111"/>
                  </a:cubicBezTo>
                  <a:cubicBezTo>
                    <a:pt x="282" y="111"/>
                    <a:pt x="282" y="111"/>
                    <a:pt x="282" y="111"/>
                  </a:cubicBezTo>
                  <a:cubicBezTo>
                    <a:pt x="283" y="108"/>
                    <a:pt x="286" y="101"/>
                    <a:pt x="283" y="99"/>
                  </a:cubicBezTo>
                  <a:cubicBezTo>
                    <a:pt x="283" y="99"/>
                    <a:pt x="282" y="99"/>
                    <a:pt x="282" y="98"/>
                  </a:cubicBezTo>
                  <a:cubicBezTo>
                    <a:pt x="281" y="98"/>
                    <a:pt x="280" y="98"/>
                    <a:pt x="279" y="99"/>
                  </a:cubicBezTo>
                  <a:cubicBezTo>
                    <a:pt x="279" y="102"/>
                    <a:pt x="278" y="101"/>
                    <a:pt x="278" y="104"/>
                  </a:cubicBezTo>
                  <a:close/>
                  <a:moveTo>
                    <a:pt x="257" y="97"/>
                  </a:moveTo>
                  <a:cubicBezTo>
                    <a:pt x="257" y="97"/>
                    <a:pt x="257" y="98"/>
                    <a:pt x="257" y="99"/>
                  </a:cubicBezTo>
                  <a:cubicBezTo>
                    <a:pt x="258" y="99"/>
                    <a:pt x="258" y="99"/>
                    <a:pt x="258" y="99"/>
                  </a:cubicBezTo>
                  <a:cubicBezTo>
                    <a:pt x="258" y="99"/>
                    <a:pt x="259" y="99"/>
                    <a:pt x="259" y="99"/>
                  </a:cubicBezTo>
                  <a:cubicBezTo>
                    <a:pt x="260" y="98"/>
                    <a:pt x="260" y="97"/>
                    <a:pt x="261" y="97"/>
                  </a:cubicBezTo>
                  <a:cubicBezTo>
                    <a:pt x="261" y="95"/>
                    <a:pt x="261" y="95"/>
                    <a:pt x="260" y="93"/>
                  </a:cubicBezTo>
                  <a:cubicBezTo>
                    <a:pt x="260" y="93"/>
                    <a:pt x="260" y="93"/>
                    <a:pt x="260" y="93"/>
                  </a:cubicBezTo>
                  <a:cubicBezTo>
                    <a:pt x="259" y="93"/>
                    <a:pt x="259" y="93"/>
                    <a:pt x="259" y="93"/>
                  </a:cubicBezTo>
                  <a:cubicBezTo>
                    <a:pt x="258" y="94"/>
                    <a:pt x="258" y="95"/>
                    <a:pt x="257" y="97"/>
                  </a:cubicBezTo>
                  <a:close/>
                  <a:moveTo>
                    <a:pt x="236" y="104"/>
                  </a:moveTo>
                  <a:cubicBezTo>
                    <a:pt x="236" y="105"/>
                    <a:pt x="237" y="105"/>
                    <a:pt x="238" y="105"/>
                  </a:cubicBezTo>
                  <a:cubicBezTo>
                    <a:pt x="241" y="104"/>
                    <a:pt x="242" y="102"/>
                    <a:pt x="245" y="100"/>
                  </a:cubicBezTo>
                  <a:cubicBezTo>
                    <a:pt x="245" y="99"/>
                    <a:pt x="245" y="98"/>
                    <a:pt x="245" y="97"/>
                  </a:cubicBezTo>
                  <a:cubicBezTo>
                    <a:pt x="244" y="97"/>
                    <a:pt x="244" y="97"/>
                    <a:pt x="244" y="97"/>
                  </a:cubicBezTo>
                  <a:cubicBezTo>
                    <a:pt x="244" y="97"/>
                    <a:pt x="243" y="97"/>
                    <a:pt x="242" y="97"/>
                  </a:cubicBezTo>
                  <a:cubicBezTo>
                    <a:pt x="240" y="99"/>
                    <a:pt x="238" y="101"/>
                    <a:pt x="236" y="104"/>
                  </a:cubicBezTo>
                  <a:close/>
                  <a:moveTo>
                    <a:pt x="216" y="151"/>
                  </a:moveTo>
                  <a:cubicBezTo>
                    <a:pt x="217" y="152"/>
                    <a:pt x="225" y="157"/>
                    <a:pt x="226" y="158"/>
                  </a:cubicBezTo>
                  <a:cubicBezTo>
                    <a:pt x="230" y="159"/>
                    <a:pt x="253" y="155"/>
                    <a:pt x="254" y="154"/>
                  </a:cubicBezTo>
                  <a:cubicBezTo>
                    <a:pt x="254" y="153"/>
                    <a:pt x="253" y="151"/>
                    <a:pt x="252" y="149"/>
                  </a:cubicBezTo>
                  <a:cubicBezTo>
                    <a:pt x="253" y="149"/>
                    <a:pt x="253" y="149"/>
                    <a:pt x="253" y="149"/>
                  </a:cubicBezTo>
                  <a:cubicBezTo>
                    <a:pt x="259" y="147"/>
                    <a:pt x="266" y="162"/>
                    <a:pt x="274" y="147"/>
                  </a:cubicBezTo>
                  <a:cubicBezTo>
                    <a:pt x="280" y="149"/>
                    <a:pt x="289" y="157"/>
                    <a:pt x="296" y="153"/>
                  </a:cubicBezTo>
                  <a:cubicBezTo>
                    <a:pt x="309" y="147"/>
                    <a:pt x="312" y="126"/>
                    <a:pt x="312" y="104"/>
                  </a:cubicBezTo>
                  <a:cubicBezTo>
                    <a:pt x="312" y="97"/>
                    <a:pt x="313" y="86"/>
                    <a:pt x="310" y="81"/>
                  </a:cubicBezTo>
                  <a:cubicBezTo>
                    <a:pt x="310" y="78"/>
                    <a:pt x="310" y="75"/>
                    <a:pt x="310" y="73"/>
                  </a:cubicBezTo>
                  <a:cubicBezTo>
                    <a:pt x="310" y="67"/>
                    <a:pt x="310" y="56"/>
                    <a:pt x="308" y="51"/>
                  </a:cubicBezTo>
                  <a:cubicBezTo>
                    <a:pt x="308" y="49"/>
                    <a:pt x="307" y="45"/>
                    <a:pt x="307" y="43"/>
                  </a:cubicBezTo>
                  <a:cubicBezTo>
                    <a:pt x="305" y="35"/>
                    <a:pt x="304" y="27"/>
                    <a:pt x="301" y="21"/>
                  </a:cubicBezTo>
                  <a:cubicBezTo>
                    <a:pt x="270" y="17"/>
                    <a:pt x="248" y="27"/>
                    <a:pt x="235" y="46"/>
                  </a:cubicBezTo>
                  <a:cubicBezTo>
                    <a:pt x="232" y="50"/>
                    <a:pt x="222" y="63"/>
                    <a:pt x="225" y="70"/>
                  </a:cubicBezTo>
                  <a:cubicBezTo>
                    <a:pt x="233" y="70"/>
                    <a:pt x="243" y="58"/>
                    <a:pt x="249" y="54"/>
                  </a:cubicBezTo>
                  <a:cubicBezTo>
                    <a:pt x="250" y="54"/>
                    <a:pt x="254" y="53"/>
                    <a:pt x="254" y="53"/>
                  </a:cubicBezTo>
                  <a:cubicBezTo>
                    <a:pt x="280" y="51"/>
                    <a:pt x="264" y="71"/>
                    <a:pt x="264" y="83"/>
                  </a:cubicBezTo>
                  <a:cubicBezTo>
                    <a:pt x="268" y="85"/>
                    <a:pt x="278" y="95"/>
                    <a:pt x="284" y="92"/>
                  </a:cubicBezTo>
                  <a:cubicBezTo>
                    <a:pt x="284" y="91"/>
                    <a:pt x="285" y="90"/>
                    <a:pt x="286" y="90"/>
                  </a:cubicBezTo>
                  <a:cubicBezTo>
                    <a:pt x="293" y="90"/>
                    <a:pt x="311" y="103"/>
                    <a:pt x="302" y="112"/>
                  </a:cubicBezTo>
                  <a:cubicBezTo>
                    <a:pt x="299" y="115"/>
                    <a:pt x="294" y="117"/>
                    <a:pt x="290" y="120"/>
                  </a:cubicBezTo>
                  <a:cubicBezTo>
                    <a:pt x="285" y="123"/>
                    <a:pt x="280" y="129"/>
                    <a:pt x="274" y="133"/>
                  </a:cubicBezTo>
                  <a:cubicBezTo>
                    <a:pt x="274" y="133"/>
                    <a:pt x="272" y="133"/>
                    <a:pt x="273" y="134"/>
                  </a:cubicBezTo>
                  <a:cubicBezTo>
                    <a:pt x="268" y="137"/>
                    <a:pt x="260" y="139"/>
                    <a:pt x="254" y="143"/>
                  </a:cubicBezTo>
                  <a:cubicBezTo>
                    <a:pt x="251" y="145"/>
                    <a:pt x="243" y="143"/>
                    <a:pt x="240" y="143"/>
                  </a:cubicBezTo>
                  <a:cubicBezTo>
                    <a:pt x="238" y="140"/>
                    <a:pt x="232" y="133"/>
                    <a:pt x="236" y="127"/>
                  </a:cubicBezTo>
                  <a:cubicBezTo>
                    <a:pt x="237" y="124"/>
                    <a:pt x="242" y="120"/>
                    <a:pt x="244" y="119"/>
                  </a:cubicBezTo>
                  <a:cubicBezTo>
                    <a:pt x="244" y="116"/>
                    <a:pt x="243" y="116"/>
                    <a:pt x="241" y="116"/>
                  </a:cubicBezTo>
                  <a:cubicBezTo>
                    <a:pt x="238" y="121"/>
                    <a:pt x="227" y="110"/>
                    <a:pt x="226" y="108"/>
                  </a:cubicBezTo>
                  <a:cubicBezTo>
                    <a:pt x="226" y="105"/>
                    <a:pt x="226" y="102"/>
                    <a:pt x="226" y="99"/>
                  </a:cubicBezTo>
                  <a:cubicBezTo>
                    <a:pt x="229" y="98"/>
                    <a:pt x="231" y="95"/>
                    <a:pt x="234" y="93"/>
                  </a:cubicBezTo>
                  <a:cubicBezTo>
                    <a:pt x="242" y="89"/>
                    <a:pt x="256" y="87"/>
                    <a:pt x="252" y="74"/>
                  </a:cubicBezTo>
                  <a:cubicBezTo>
                    <a:pt x="252" y="74"/>
                    <a:pt x="251" y="74"/>
                    <a:pt x="250" y="74"/>
                  </a:cubicBezTo>
                  <a:cubicBezTo>
                    <a:pt x="246" y="78"/>
                    <a:pt x="227" y="77"/>
                    <a:pt x="223" y="83"/>
                  </a:cubicBezTo>
                  <a:cubicBezTo>
                    <a:pt x="220" y="86"/>
                    <a:pt x="223" y="93"/>
                    <a:pt x="221" y="97"/>
                  </a:cubicBezTo>
                  <a:cubicBezTo>
                    <a:pt x="219" y="97"/>
                    <a:pt x="220" y="103"/>
                    <a:pt x="218" y="105"/>
                  </a:cubicBezTo>
                  <a:cubicBezTo>
                    <a:pt x="214" y="114"/>
                    <a:pt x="219" y="132"/>
                    <a:pt x="217" y="141"/>
                  </a:cubicBezTo>
                  <a:cubicBezTo>
                    <a:pt x="217" y="144"/>
                    <a:pt x="216" y="149"/>
                    <a:pt x="216" y="151"/>
                  </a:cubicBezTo>
                  <a:close/>
                  <a:moveTo>
                    <a:pt x="197" y="154"/>
                  </a:moveTo>
                  <a:cubicBezTo>
                    <a:pt x="197" y="141"/>
                    <a:pt x="202" y="127"/>
                    <a:pt x="205" y="115"/>
                  </a:cubicBezTo>
                  <a:cubicBezTo>
                    <a:pt x="205" y="113"/>
                    <a:pt x="205" y="110"/>
                    <a:pt x="205" y="107"/>
                  </a:cubicBezTo>
                  <a:cubicBezTo>
                    <a:pt x="205" y="93"/>
                    <a:pt x="199" y="79"/>
                    <a:pt x="201" y="66"/>
                  </a:cubicBezTo>
                  <a:cubicBezTo>
                    <a:pt x="205" y="39"/>
                    <a:pt x="229" y="25"/>
                    <a:pt x="252" y="17"/>
                  </a:cubicBezTo>
                  <a:cubicBezTo>
                    <a:pt x="261" y="15"/>
                    <a:pt x="289" y="6"/>
                    <a:pt x="300" y="13"/>
                  </a:cubicBezTo>
                  <a:cubicBezTo>
                    <a:pt x="302" y="13"/>
                    <a:pt x="306" y="13"/>
                    <a:pt x="308" y="15"/>
                  </a:cubicBezTo>
                  <a:cubicBezTo>
                    <a:pt x="330" y="29"/>
                    <a:pt x="324" y="79"/>
                    <a:pt x="325" y="113"/>
                  </a:cubicBezTo>
                  <a:cubicBezTo>
                    <a:pt x="325" y="129"/>
                    <a:pt x="328" y="154"/>
                    <a:pt x="320" y="163"/>
                  </a:cubicBezTo>
                  <a:cubicBezTo>
                    <a:pt x="318" y="166"/>
                    <a:pt x="294" y="183"/>
                    <a:pt x="287" y="179"/>
                  </a:cubicBezTo>
                  <a:cubicBezTo>
                    <a:pt x="280" y="175"/>
                    <a:pt x="274" y="165"/>
                    <a:pt x="264" y="164"/>
                  </a:cubicBezTo>
                  <a:cubicBezTo>
                    <a:pt x="261" y="163"/>
                    <a:pt x="257" y="167"/>
                    <a:pt x="254" y="168"/>
                  </a:cubicBezTo>
                  <a:cubicBezTo>
                    <a:pt x="252" y="169"/>
                    <a:pt x="230" y="173"/>
                    <a:pt x="226" y="171"/>
                  </a:cubicBezTo>
                  <a:cubicBezTo>
                    <a:pt x="221" y="170"/>
                    <a:pt x="220" y="167"/>
                    <a:pt x="216" y="164"/>
                  </a:cubicBezTo>
                  <a:cubicBezTo>
                    <a:pt x="216" y="164"/>
                    <a:pt x="216" y="164"/>
                    <a:pt x="216" y="164"/>
                  </a:cubicBezTo>
                  <a:cubicBezTo>
                    <a:pt x="213" y="166"/>
                    <a:pt x="211" y="170"/>
                    <a:pt x="206" y="170"/>
                  </a:cubicBezTo>
                  <a:cubicBezTo>
                    <a:pt x="204" y="168"/>
                    <a:pt x="202" y="166"/>
                    <a:pt x="201" y="164"/>
                  </a:cubicBezTo>
                  <a:cubicBezTo>
                    <a:pt x="199" y="161"/>
                    <a:pt x="199" y="158"/>
                    <a:pt x="197" y="154"/>
                  </a:cubicBezTo>
                  <a:close/>
                  <a:moveTo>
                    <a:pt x="83" y="79"/>
                  </a:moveTo>
                  <a:cubicBezTo>
                    <a:pt x="84" y="83"/>
                    <a:pt x="84" y="85"/>
                    <a:pt x="85" y="87"/>
                  </a:cubicBezTo>
                  <a:cubicBezTo>
                    <a:pt x="92" y="84"/>
                    <a:pt x="115" y="69"/>
                    <a:pt x="116" y="62"/>
                  </a:cubicBezTo>
                  <a:cubicBezTo>
                    <a:pt x="116" y="62"/>
                    <a:pt x="116" y="62"/>
                    <a:pt x="115" y="62"/>
                  </a:cubicBezTo>
                  <a:cubicBezTo>
                    <a:pt x="111" y="60"/>
                    <a:pt x="105" y="62"/>
                    <a:pt x="101" y="63"/>
                  </a:cubicBezTo>
                  <a:cubicBezTo>
                    <a:pt x="98" y="63"/>
                    <a:pt x="96" y="63"/>
                    <a:pt x="93" y="63"/>
                  </a:cubicBezTo>
                  <a:cubicBezTo>
                    <a:pt x="84" y="65"/>
                    <a:pt x="82" y="70"/>
                    <a:pt x="83" y="79"/>
                  </a:cubicBezTo>
                  <a:close/>
                  <a:moveTo>
                    <a:pt x="32" y="97"/>
                  </a:moveTo>
                  <a:cubicBezTo>
                    <a:pt x="36" y="101"/>
                    <a:pt x="36" y="104"/>
                    <a:pt x="36" y="112"/>
                  </a:cubicBezTo>
                  <a:cubicBezTo>
                    <a:pt x="38" y="113"/>
                    <a:pt x="38" y="113"/>
                    <a:pt x="38" y="114"/>
                  </a:cubicBezTo>
                  <a:cubicBezTo>
                    <a:pt x="41" y="114"/>
                    <a:pt x="44" y="114"/>
                    <a:pt x="46" y="113"/>
                  </a:cubicBezTo>
                  <a:cubicBezTo>
                    <a:pt x="47" y="111"/>
                    <a:pt x="50" y="108"/>
                    <a:pt x="50" y="106"/>
                  </a:cubicBezTo>
                  <a:cubicBezTo>
                    <a:pt x="52" y="100"/>
                    <a:pt x="53" y="86"/>
                    <a:pt x="49" y="83"/>
                  </a:cubicBezTo>
                  <a:cubicBezTo>
                    <a:pt x="49" y="83"/>
                    <a:pt x="49" y="82"/>
                    <a:pt x="48" y="82"/>
                  </a:cubicBezTo>
                  <a:cubicBezTo>
                    <a:pt x="42" y="82"/>
                    <a:pt x="34" y="89"/>
                    <a:pt x="32" y="94"/>
                  </a:cubicBezTo>
                  <a:cubicBezTo>
                    <a:pt x="32" y="95"/>
                    <a:pt x="32" y="96"/>
                    <a:pt x="32" y="97"/>
                  </a:cubicBezTo>
                  <a:close/>
                  <a:moveTo>
                    <a:pt x="3" y="66"/>
                  </a:moveTo>
                  <a:cubicBezTo>
                    <a:pt x="9" y="66"/>
                    <a:pt x="12" y="70"/>
                    <a:pt x="14" y="73"/>
                  </a:cubicBezTo>
                  <a:cubicBezTo>
                    <a:pt x="16" y="73"/>
                    <a:pt x="18" y="73"/>
                    <a:pt x="19" y="73"/>
                  </a:cubicBezTo>
                  <a:cubicBezTo>
                    <a:pt x="22" y="71"/>
                    <a:pt x="24" y="69"/>
                    <a:pt x="26" y="67"/>
                  </a:cubicBezTo>
                  <a:cubicBezTo>
                    <a:pt x="31" y="64"/>
                    <a:pt x="38" y="63"/>
                    <a:pt x="44" y="60"/>
                  </a:cubicBezTo>
                  <a:cubicBezTo>
                    <a:pt x="48" y="57"/>
                    <a:pt x="51" y="59"/>
                    <a:pt x="54" y="55"/>
                  </a:cubicBezTo>
                  <a:cubicBezTo>
                    <a:pt x="57" y="47"/>
                    <a:pt x="51" y="40"/>
                    <a:pt x="54" y="31"/>
                  </a:cubicBezTo>
                  <a:cubicBezTo>
                    <a:pt x="55" y="26"/>
                    <a:pt x="56" y="23"/>
                    <a:pt x="57" y="17"/>
                  </a:cubicBezTo>
                  <a:cubicBezTo>
                    <a:pt x="57" y="17"/>
                    <a:pt x="56" y="5"/>
                    <a:pt x="58" y="7"/>
                  </a:cubicBezTo>
                  <a:cubicBezTo>
                    <a:pt x="58" y="6"/>
                    <a:pt x="58" y="6"/>
                    <a:pt x="59" y="6"/>
                  </a:cubicBezTo>
                  <a:cubicBezTo>
                    <a:pt x="69" y="5"/>
                    <a:pt x="83" y="21"/>
                    <a:pt x="92" y="27"/>
                  </a:cubicBezTo>
                  <a:cubicBezTo>
                    <a:pt x="92" y="35"/>
                    <a:pt x="89" y="43"/>
                    <a:pt x="90" y="51"/>
                  </a:cubicBezTo>
                  <a:cubicBezTo>
                    <a:pt x="100" y="55"/>
                    <a:pt x="115" y="50"/>
                    <a:pt x="126" y="48"/>
                  </a:cubicBezTo>
                  <a:cubicBezTo>
                    <a:pt x="130" y="48"/>
                    <a:pt x="134" y="48"/>
                    <a:pt x="138" y="49"/>
                  </a:cubicBezTo>
                  <a:cubicBezTo>
                    <a:pt x="140" y="50"/>
                    <a:pt x="142" y="53"/>
                    <a:pt x="144" y="53"/>
                  </a:cubicBezTo>
                  <a:cubicBezTo>
                    <a:pt x="144" y="53"/>
                    <a:pt x="144" y="55"/>
                    <a:pt x="144" y="55"/>
                  </a:cubicBezTo>
                  <a:cubicBezTo>
                    <a:pt x="140" y="59"/>
                    <a:pt x="136" y="64"/>
                    <a:pt x="133" y="68"/>
                  </a:cubicBezTo>
                  <a:cubicBezTo>
                    <a:pt x="130" y="71"/>
                    <a:pt x="120" y="76"/>
                    <a:pt x="114" y="79"/>
                  </a:cubicBezTo>
                  <a:cubicBezTo>
                    <a:pt x="110" y="82"/>
                    <a:pt x="104" y="83"/>
                    <a:pt x="104" y="90"/>
                  </a:cubicBezTo>
                  <a:cubicBezTo>
                    <a:pt x="105" y="91"/>
                    <a:pt x="106" y="91"/>
                    <a:pt x="106" y="92"/>
                  </a:cubicBezTo>
                  <a:cubicBezTo>
                    <a:pt x="114" y="95"/>
                    <a:pt x="125" y="91"/>
                    <a:pt x="128" y="99"/>
                  </a:cubicBezTo>
                  <a:cubicBezTo>
                    <a:pt x="129" y="101"/>
                    <a:pt x="130" y="103"/>
                    <a:pt x="129" y="105"/>
                  </a:cubicBezTo>
                  <a:cubicBezTo>
                    <a:pt x="124" y="112"/>
                    <a:pt x="112" y="106"/>
                    <a:pt x="105" y="111"/>
                  </a:cubicBezTo>
                  <a:cubicBezTo>
                    <a:pt x="99" y="115"/>
                    <a:pt x="94" y="120"/>
                    <a:pt x="89" y="124"/>
                  </a:cubicBezTo>
                  <a:cubicBezTo>
                    <a:pt x="84" y="127"/>
                    <a:pt x="79" y="125"/>
                    <a:pt x="76" y="130"/>
                  </a:cubicBezTo>
                  <a:cubicBezTo>
                    <a:pt x="72" y="136"/>
                    <a:pt x="76" y="147"/>
                    <a:pt x="74" y="153"/>
                  </a:cubicBezTo>
                  <a:cubicBezTo>
                    <a:pt x="74" y="155"/>
                    <a:pt x="73" y="156"/>
                    <a:pt x="73" y="157"/>
                  </a:cubicBezTo>
                  <a:cubicBezTo>
                    <a:pt x="64" y="159"/>
                    <a:pt x="66" y="177"/>
                    <a:pt x="59" y="183"/>
                  </a:cubicBezTo>
                  <a:cubicBezTo>
                    <a:pt x="57" y="172"/>
                    <a:pt x="50" y="162"/>
                    <a:pt x="48" y="152"/>
                  </a:cubicBezTo>
                  <a:cubicBezTo>
                    <a:pt x="48" y="147"/>
                    <a:pt x="50" y="142"/>
                    <a:pt x="46" y="139"/>
                  </a:cubicBezTo>
                  <a:cubicBezTo>
                    <a:pt x="44" y="138"/>
                    <a:pt x="40" y="139"/>
                    <a:pt x="38" y="138"/>
                  </a:cubicBezTo>
                  <a:cubicBezTo>
                    <a:pt x="36" y="132"/>
                    <a:pt x="34" y="123"/>
                    <a:pt x="26" y="121"/>
                  </a:cubicBezTo>
                  <a:cubicBezTo>
                    <a:pt x="23" y="120"/>
                    <a:pt x="22" y="122"/>
                    <a:pt x="17" y="122"/>
                  </a:cubicBezTo>
                  <a:cubicBezTo>
                    <a:pt x="16" y="120"/>
                    <a:pt x="15" y="116"/>
                    <a:pt x="14" y="114"/>
                  </a:cubicBezTo>
                  <a:cubicBezTo>
                    <a:pt x="12" y="111"/>
                    <a:pt x="7" y="110"/>
                    <a:pt x="5" y="107"/>
                  </a:cubicBezTo>
                  <a:cubicBezTo>
                    <a:pt x="5" y="107"/>
                    <a:pt x="5" y="107"/>
                    <a:pt x="5" y="107"/>
                  </a:cubicBezTo>
                  <a:cubicBezTo>
                    <a:pt x="3" y="102"/>
                    <a:pt x="5" y="99"/>
                    <a:pt x="4" y="96"/>
                  </a:cubicBezTo>
                  <a:cubicBezTo>
                    <a:pt x="4" y="94"/>
                    <a:pt x="1" y="93"/>
                    <a:pt x="0" y="90"/>
                  </a:cubicBezTo>
                  <a:cubicBezTo>
                    <a:pt x="4" y="85"/>
                    <a:pt x="3" y="76"/>
                    <a:pt x="3" y="6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40" name="Freeform 37"/>
            <p:cNvSpPr>
              <a:spLocks noEditPoints="1"/>
            </p:cNvSpPr>
            <p:nvPr/>
          </p:nvSpPr>
          <p:spPr bwMode="auto">
            <a:xfrm>
              <a:off x="8797988" y="4643741"/>
              <a:ext cx="334963" cy="325438"/>
            </a:xfrm>
            <a:custGeom>
              <a:avLst/>
              <a:gdLst>
                <a:gd name="T0" fmla="*/ 218 w 225"/>
                <a:gd name="T1" fmla="*/ 76 h 216"/>
                <a:gd name="T2" fmla="*/ 170 w 225"/>
                <a:gd name="T3" fmla="*/ 32 h 216"/>
                <a:gd name="T4" fmla="*/ 113 w 225"/>
                <a:gd name="T5" fmla="*/ 0 h 216"/>
                <a:gd name="T6" fmla="*/ 56 w 225"/>
                <a:gd name="T7" fmla="*/ 32 h 216"/>
                <a:gd name="T8" fmla="*/ 8 w 225"/>
                <a:gd name="T9" fmla="*/ 76 h 216"/>
                <a:gd name="T10" fmla="*/ 21 w 225"/>
                <a:gd name="T11" fmla="*/ 140 h 216"/>
                <a:gd name="T12" fmla="*/ 48 w 225"/>
                <a:gd name="T13" fmla="*/ 200 h 216"/>
                <a:gd name="T14" fmla="*/ 112 w 225"/>
                <a:gd name="T15" fmla="*/ 207 h 216"/>
                <a:gd name="T16" fmla="*/ 177 w 225"/>
                <a:gd name="T17" fmla="*/ 200 h 216"/>
                <a:gd name="T18" fmla="*/ 204 w 225"/>
                <a:gd name="T19" fmla="*/ 140 h 216"/>
                <a:gd name="T20" fmla="*/ 218 w 225"/>
                <a:gd name="T21" fmla="*/ 76 h 216"/>
                <a:gd name="T22" fmla="*/ 113 w 225"/>
                <a:gd name="T23" fmla="*/ 201 h 216"/>
                <a:gd name="T24" fmla="*/ 22 w 225"/>
                <a:gd name="T25" fmla="*/ 110 h 216"/>
                <a:gd name="T26" fmla="*/ 113 w 225"/>
                <a:gd name="T27" fmla="*/ 20 h 216"/>
                <a:gd name="T28" fmla="*/ 204 w 225"/>
                <a:gd name="T29" fmla="*/ 111 h 216"/>
                <a:gd name="T30" fmla="*/ 113 w 225"/>
                <a:gd name="T31" fmla="*/ 201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5" h="216">
                  <a:moveTo>
                    <a:pt x="218" y="76"/>
                  </a:moveTo>
                  <a:cubicBezTo>
                    <a:pt x="210" y="53"/>
                    <a:pt x="191" y="37"/>
                    <a:pt x="170" y="32"/>
                  </a:cubicBezTo>
                  <a:cubicBezTo>
                    <a:pt x="158" y="13"/>
                    <a:pt x="137" y="0"/>
                    <a:pt x="113" y="0"/>
                  </a:cubicBezTo>
                  <a:cubicBezTo>
                    <a:pt x="89" y="0"/>
                    <a:pt x="68" y="13"/>
                    <a:pt x="56" y="32"/>
                  </a:cubicBezTo>
                  <a:cubicBezTo>
                    <a:pt x="34" y="37"/>
                    <a:pt x="15" y="53"/>
                    <a:pt x="8" y="76"/>
                  </a:cubicBezTo>
                  <a:cubicBezTo>
                    <a:pt x="0" y="99"/>
                    <a:pt x="6" y="123"/>
                    <a:pt x="21" y="140"/>
                  </a:cubicBezTo>
                  <a:cubicBezTo>
                    <a:pt x="18" y="163"/>
                    <a:pt x="28" y="185"/>
                    <a:pt x="48" y="200"/>
                  </a:cubicBezTo>
                  <a:cubicBezTo>
                    <a:pt x="67" y="214"/>
                    <a:pt x="92" y="216"/>
                    <a:pt x="112" y="207"/>
                  </a:cubicBezTo>
                  <a:cubicBezTo>
                    <a:pt x="133" y="216"/>
                    <a:pt x="158" y="214"/>
                    <a:pt x="177" y="200"/>
                  </a:cubicBezTo>
                  <a:cubicBezTo>
                    <a:pt x="197" y="186"/>
                    <a:pt x="206" y="163"/>
                    <a:pt x="204" y="140"/>
                  </a:cubicBezTo>
                  <a:cubicBezTo>
                    <a:pt x="220" y="123"/>
                    <a:pt x="225" y="99"/>
                    <a:pt x="218" y="76"/>
                  </a:cubicBezTo>
                  <a:close/>
                  <a:moveTo>
                    <a:pt x="113" y="201"/>
                  </a:moveTo>
                  <a:cubicBezTo>
                    <a:pt x="63" y="201"/>
                    <a:pt x="22" y="160"/>
                    <a:pt x="22" y="110"/>
                  </a:cubicBezTo>
                  <a:cubicBezTo>
                    <a:pt x="22" y="60"/>
                    <a:pt x="62" y="20"/>
                    <a:pt x="113" y="20"/>
                  </a:cubicBezTo>
                  <a:cubicBezTo>
                    <a:pt x="163" y="20"/>
                    <a:pt x="204" y="61"/>
                    <a:pt x="204" y="111"/>
                  </a:cubicBezTo>
                  <a:cubicBezTo>
                    <a:pt x="204" y="161"/>
                    <a:pt x="163" y="201"/>
                    <a:pt x="113" y="20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41" name="Freeform 38"/>
            <p:cNvSpPr>
              <a:spLocks noEditPoints="1"/>
            </p:cNvSpPr>
            <p:nvPr/>
          </p:nvSpPr>
          <p:spPr bwMode="auto">
            <a:xfrm>
              <a:off x="8872600" y="4775504"/>
              <a:ext cx="84138" cy="26988"/>
            </a:xfrm>
            <a:custGeom>
              <a:avLst/>
              <a:gdLst>
                <a:gd name="T0" fmla="*/ 4 w 56"/>
                <a:gd name="T1" fmla="*/ 17 h 18"/>
                <a:gd name="T2" fmla="*/ 0 w 56"/>
                <a:gd name="T3" fmla="*/ 7 h 18"/>
                <a:gd name="T4" fmla="*/ 3 w 56"/>
                <a:gd name="T5" fmla="*/ 2 h 18"/>
                <a:gd name="T6" fmla="*/ 8 w 56"/>
                <a:gd name="T7" fmla="*/ 0 h 18"/>
                <a:gd name="T8" fmla="*/ 15 w 56"/>
                <a:gd name="T9" fmla="*/ 13 h 18"/>
                <a:gd name="T10" fmla="*/ 19 w 56"/>
                <a:gd name="T11" fmla="*/ 14 h 18"/>
                <a:gd name="T12" fmla="*/ 22 w 56"/>
                <a:gd name="T13" fmla="*/ 14 h 18"/>
                <a:gd name="T14" fmla="*/ 20 w 56"/>
                <a:gd name="T15" fmla="*/ 12 h 18"/>
                <a:gd name="T16" fmla="*/ 14 w 56"/>
                <a:gd name="T17" fmla="*/ 6 h 18"/>
                <a:gd name="T18" fmla="*/ 20 w 56"/>
                <a:gd name="T19" fmla="*/ 0 h 18"/>
                <a:gd name="T20" fmla="*/ 26 w 56"/>
                <a:gd name="T21" fmla="*/ 8 h 18"/>
                <a:gd name="T22" fmla="*/ 19 w 56"/>
                <a:gd name="T23" fmla="*/ 18 h 18"/>
                <a:gd name="T24" fmla="*/ 15 w 56"/>
                <a:gd name="T25" fmla="*/ 13 h 18"/>
                <a:gd name="T26" fmla="*/ 22 w 56"/>
                <a:gd name="T27" fmla="*/ 3 h 18"/>
                <a:gd name="T28" fmla="*/ 18 w 56"/>
                <a:gd name="T29" fmla="*/ 3 h 18"/>
                <a:gd name="T30" fmla="*/ 18 w 56"/>
                <a:gd name="T31" fmla="*/ 8 h 18"/>
                <a:gd name="T32" fmla="*/ 22 w 56"/>
                <a:gd name="T33" fmla="*/ 8 h 18"/>
                <a:gd name="T34" fmla="*/ 30 w 56"/>
                <a:gd name="T35" fmla="*/ 13 h 18"/>
                <a:gd name="T36" fmla="*/ 34 w 56"/>
                <a:gd name="T37" fmla="*/ 14 h 18"/>
                <a:gd name="T38" fmla="*/ 38 w 56"/>
                <a:gd name="T39" fmla="*/ 14 h 18"/>
                <a:gd name="T40" fmla="*/ 38 w 56"/>
                <a:gd name="T41" fmla="*/ 9 h 18"/>
                <a:gd name="T42" fmla="*/ 33 w 56"/>
                <a:gd name="T43" fmla="*/ 10 h 18"/>
                <a:gd name="T44" fmla="*/ 32 w 56"/>
                <a:gd name="T45" fmla="*/ 0 h 18"/>
                <a:gd name="T46" fmla="*/ 41 w 56"/>
                <a:gd name="T47" fmla="*/ 3 h 18"/>
                <a:gd name="T48" fmla="*/ 34 w 56"/>
                <a:gd name="T49" fmla="*/ 6 h 18"/>
                <a:gd name="T50" fmla="*/ 41 w 56"/>
                <a:gd name="T51" fmla="*/ 8 h 18"/>
                <a:gd name="T52" fmla="*/ 41 w 56"/>
                <a:gd name="T53" fmla="*/ 16 h 18"/>
                <a:gd name="T54" fmla="*/ 32 w 56"/>
                <a:gd name="T55" fmla="*/ 17 h 18"/>
                <a:gd name="T56" fmla="*/ 48 w 56"/>
                <a:gd name="T57" fmla="*/ 8 h 18"/>
                <a:gd name="T58" fmla="*/ 45 w 56"/>
                <a:gd name="T59" fmla="*/ 4 h 18"/>
                <a:gd name="T60" fmla="*/ 50 w 56"/>
                <a:gd name="T61" fmla="*/ 0 h 18"/>
                <a:gd name="T62" fmla="*/ 56 w 56"/>
                <a:gd name="T63" fmla="*/ 4 h 18"/>
                <a:gd name="T64" fmla="*/ 53 w 56"/>
                <a:gd name="T65" fmla="*/ 8 h 18"/>
                <a:gd name="T66" fmla="*/ 56 w 56"/>
                <a:gd name="T67" fmla="*/ 12 h 18"/>
                <a:gd name="T68" fmla="*/ 50 w 56"/>
                <a:gd name="T69" fmla="*/ 18 h 18"/>
                <a:gd name="T70" fmla="*/ 44 w 56"/>
                <a:gd name="T71" fmla="*/ 13 h 18"/>
                <a:gd name="T72" fmla="*/ 48 w 56"/>
                <a:gd name="T73" fmla="*/ 8 h 18"/>
                <a:gd name="T74" fmla="*/ 49 w 56"/>
                <a:gd name="T75" fmla="*/ 6 h 18"/>
                <a:gd name="T76" fmla="*/ 52 w 56"/>
                <a:gd name="T77" fmla="*/ 6 h 18"/>
                <a:gd name="T78" fmla="*/ 52 w 56"/>
                <a:gd name="T79" fmla="*/ 3 h 18"/>
                <a:gd name="T80" fmla="*/ 49 w 56"/>
                <a:gd name="T81" fmla="*/ 3 h 18"/>
                <a:gd name="T82" fmla="*/ 48 w 56"/>
                <a:gd name="T83" fmla="*/ 12 h 18"/>
                <a:gd name="T84" fmla="*/ 51 w 56"/>
                <a:gd name="T85" fmla="*/ 15 h 18"/>
                <a:gd name="T86" fmla="*/ 54 w 56"/>
                <a:gd name="T87" fmla="*/ 12 h 18"/>
                <a:gd name="T88" fmla="*/ 51 w 56"/>
                <a:gd name="T89" fmla="*/ 9 h 18"/>
                <a:gd name="T90" fmla="*/ 48 w 56"/>
                <a:gd name="T91" fmla="*/ 12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6" h="18">
                  <a:moveTo>
                    <a:pt x="8" y="17"/>
                  </a:moveTo>
                  <a:cubicBezTo>
                    <a:pt x="4" y="17"/>
                    <a:pt x="4" y="17"/>
                    <a:pt x="4" y="17"/>
                  </a:cubicBezTo>
                  <a:cubicBezTo>
                    <a:pt x="4" y="4"/>
                    <a:pt x="4" y="4"/>
                    <a:pt x="4" y="4"/>
                  </a:cubicBezTo>
                  <a:cubicBezTo>
                    <a:pt x="3" y="6"/>
                    <a:pt x="2" y="6"/>
                    <a:pt x="0" y="7"/>
                  </a:cubicBezTo>
                  <a:cubicBezTo>
                    <a:pt x="0" y="4"/>
                    <a:pt x="0" y="4"/>
                    <a:pt x="0" y="4"/>
                  </a:cubicBezTo>
                  <a:cubicBezTo>
                    <a:pt x="1" y="4"/>
                    <a:pt x="2" y="3"/>
                    <a:pt x="3" y="2"/>
                  </a:cubicBezTo>
                  <a:cubicBezTo>
                    <a:pt x="4" y="2"/>
                    <a:pt x="4" y="1"/>
                    <a:pt x="5" y="0"/>
                  </a:cubicBezTo>
                  <a:cubicBezTo>
                    <a:pt x="8" y="0"/>
                    <a:pt x="8" y="0"/>
                    <a:pt x="8" y="0"/>
                  </a:cubicBezTo>
                  <a:cubicBezTo>
                    <a:pt x="8" y="17"/>
                    <a:pt x="8" y="17"/>
                    <a:pt x="8" y="17"/>
                  </a:cubicBezTo>
                  <a:close/>
                  <a:moveTo>
                    <a:pt x="15" y="13"/>
                  </a:moveTo>
                  <a:cubicBezTo>
                    <a:pt x="18" y="13"/>
                    <a:pt x="18" y="13"/>
                    <a:pt x="18" y="13"/>
                  </a:cubicBezTo>
                  <a:cubicBezTo>
                    <a:pt x="18" y="14"/>
                    <a:pt x="18" y="14"/>
                    <a:pt x="19" y="14"/>
                  </a:cubicBezTo>
                  <a:cubicBezTo>
                    <a:pt x="19" y="15"/>
                    <a:pt x="20" y="15"/>
                    <a:pt x="20" y="15"/>
                  </a:cubicBezTo>
                  <a:cubicBezTo>
                    <a:pt x="21" y="15"/>
                    <a:pt x="21" y="14"/>
                    <a:pt x="22" y="14"/>
                  </a:cubicBezTo>
                  <a:cubicBezTo>
                    <a:pt x="22" y="13"/>
                    <a:pt x="23" y="12"/>
                    <a:pt x="23" y="10"/>
                  </a:cubicBezTo>
                  <a:cubicBezTo>
                    <a:pt x="22" y="11"/>
                    <a:pt x="21" y="12"/>
                    <a:pt x="20" y="12"/>
                  </a:cubicBezTo>
                  <a:cubicBezTo>
                    <a:pt x="18" y="12"/>
                    <a:pt x="17" y="11"/>
                    <a:pt x="16" y="10"/>
                  </a:cubicBezTo>
                  <a:cubicBezTo>
                    <a:pt x="15" y="9"/>
                    <a:pt x="14" y="8"/>
                    <a:pt x="14" y="6"/>
                  </a:cubicBezTo>
                  <a:cubicBezTo>
                    <a:pt x="14" y="4"/>
                    <a:pt x="15" y="2"/>
                    <a:pt x="16" y="1"/>
                  </a:cubicBezTo>
                  <a:cubicBezTo>
                    <a:pt x="17" y="0"/>
                    <a:pt x="18" y="0"/>
                    <a:pt x="20" y="0"/>
                  </a:cubicBezTo>
                  <a:cubicBezTo>
                    <a:pt x="22" y="0"/>
                    <a:pt x="23" y="0"/>
                    <a:pt x="24" y="2"/>
                  </a:cubicBezTo>
                  <a:cubicBezTo>
                    <a:pt x="26" y="3"/>
                    <a:pt x="26" y="5"/>
                    <a:pt x="26" y="8"/>
                  </a:cubicBezTo>
                  <a:cubicBezTo>
                    <a:pt x="26" y="12"/>
                    <a:pt x="25" y="14"/>
                    <a:pt x="24" y="16"/>
                  </a:cubicBezTo>
                  <a:cubicBezTo>
                    <a:pt x="23" y="17"/>
                    <a:pt x="21" y="18"/>
                    <a:pt x="19" y="18"/>
                  </a:cubicBezTo>
                  <a:cubicBezTo>
                    <a:pt x="18" y="18"/>
                    <a:pt x="17" y="17"/>
                    <a:pt x="16" y="16"/>
                  </a:cubicBezTo>
                  <a:cubicBezTo>
                    <a:pt x="16" y="16"/>
                    <a:pt x="15" y="15"/>
                    <a:pt x="15" y="13"/>
                  </a:cubicBezTo>
                  <a:close/>
                  <a:moveTo>
                    <a:pt x="22" y="6"/>
                  </a:moveTo>
                  <a:cubicBezTo>
                    <a:pt x="22" y="4"/>
                    <a:pt x="22" y="4"/>
                    <a:pt x="22" y="3"/>
                  </a:cubicBezTo>
                  <a:cubicBezTo>
                    <a:pt x="21" y="2"/>
                    <a:pt x="21" y="2"/>
                    <a:pt x="20" y="2"/>
                  </a:cubicBezTo>
                  <a:cubicBezTo>
                    <a:pt x="19" y="2"/>
                    <a:pt x="19" y="3"/>
                    <a:pt x="18" y="3"/>
                  </a:cubicBezTo>
                  <a:cubicBezTo>
                    <a:pt x="18" y="4"/>
                    <a:pt x="18" y="4"/>
                    <a:pt x="18" y="6"/>
                  </a:cubicBezTo>
                  <a:cubicBezTo>
                    <a:pt x="18" y="7"/>
                    <a:pt x="18" y="8"/>
                    <a:pt x="18" y="8"/>
                  </a:cubicBezTo>
                  <a:cubicBezTo>
                    <a:pt x="19" y="8"/>
                    <a:pt x="20" y="9"/>
                    <a:pt x="20" y="9"/>
                  </a:cubicBezTo>
                  <a:cubicBezTo>
                    <a:pt x="21" y="9"/>
                    <a:pt x="21" y="8"/>
                    <a:pt x="22" y="8"/>
                  </a:cubicBezTo>
                  <a:cubicBezTo>
                    <a:pt x="22" y="8"/>
                    <a:pt x="22" y="7"/>
                    <a:pt x="22" y="6"/>
                  </a:cubicBezTo>
                  <a:close/>
                  <a:moveTo>
                    <a:pt x="30" y="13"/>
                  </a:moveTo>
                  <a:cubicBezTo>
                    <a:pt x="34" y="12"/>
                    <a:pt x="34" y="12"/>
                    <a:pt x="34" y="12"/>
                  </a:cubicBezTo>
                  <a:cubicBezTo>
                    <a:pt x="34" y="13"/>
                    <a:pt x="34" y="14"/>
                    <a:pt x="34" y="14"/>
                  </a:cubicBezTo>
                  <a:cubicBezTo>
                    <a:pt x="35" y="15"/>
                    <a:pt x="36" y="15"/>
                    <a:pt x="36" y="15"/>
                  </a:cubicBezTo>
                  <a:cubicBezTo>
                    <a:pt x="37" y="15"/>
                    <a:pt x="37" y="15"/>
                    <a:pt x="38" y="14"/>
                  </a:cubicBezTo>
                  <a:cubicBezTo>
                    <a:pt x="38" y="14"/>
                    <a:pt x="39" y="13"/>
                    <a:pt x="39" y="12"/>
                  </a:cubicBezTo>
                  <a:cubicBezTo>
                    <a:pt x="39" y="10"/>
                    <a:pt x="38" y="10"/>
                    <a:pt x="38" y="9"/>
                  </a:cubicBezTo>
                  <a:cubicBezTo>
                    <a:pt x="38" y="9"/>
                    <a:pt x="37" y="8"/>
                    <a:pt x="36" y="8"/>
                  </a:cubicBezTo>
                  <a:cubicBezTo>
                    <a:pt x="35" y="8"/>
                    <a:pt x="34" y="9"/>
                    <a:pt x="33" y="10"/>
                  </a:cubicBezTo>
                  <a:cubicBezTo>
                    <a:pt x="30" y="9"/>
                    <a:pt x="30" y="9"/>
                    <a:pt x="30" y="9"/>
                  </a:cubicBezTo>
                  <a:cubicBezTo>
                    <a:pt x="32" y="0"/>
                    <a:pt x="32" y="0"/>
                    <a:pt x="32" y="0"/>
                  </a:cubicBezTo>
                  <a:cubicBezTo>
                    <a:pt x="41" y="0"/>
                    <a:pt x="41" y="0"/>
                    <a:pt x="41" y="0"/>
                  </a:cubicBezTo>
                  <a:cubicBezTo>
                    <a:pt x="41" y="3"/>
                    <a:pt x="41" y="3"/>
                    <a:pt x="41" y="3"/>
                  </a:cubicBezTo>
                  <a:cubicBezTo>
                    <a:pt x="35" y="3"/>
                    <a:pt x="35" y="3"/>
                    <a:pt x="35" y="3"/>
                  </a:cubicBezTo>
                  <a:cubicBezTo>
                    <a:pt x="34" y="6"/>
                    <a:pt x="34" y="6"/>
                    <a:pt x="34" y="6"/>
                  </a:cubicBezTo>
                  <a:cubicBezTo>
                    <a:pt x="35" y="6"/>
                    <a:pt x="36" y="6"/>
                    <a:pt x="37" y="6"/>
                  </a:cubicBezTo>
                  <a:cubicBezTo>
                    <a:pt x="38" y="6"/>
                    <a:pt x="40" y="6"/>
                    <a:pt x="41" y="8"/>
                  </a:cubicBezTo>
                  <a:cubicBezTo>
                    <a:pt x="42" y="9"/>
                    <a:pt x="42" y="10"/>
                    <a:pt x="42" y="12"/>
                  </a:cubicBezTo>
                  <a:cubicBezTo>
                    <a:pt x="42" y="14"/>
                    <a:pt x="42" y="15"/>
                    <a:pt x="41" y="16"/>
                  </a:cubicBezTo>
                  <a:cubicBezTo>
                    <a:pt x="40" y="18"/>
                    <a:pt x="38" y="18"/>
                    <a:pt x="36" y="18"/>
                  </a:cubicBezTo>
                  <a:cubicBezTo>
                    <a:pt x="35" y="18"/>
                    <a:pt x="33" y="18"/>
                    <a:pt x="32" y="17"/>
                  </a:cubicBezTo>
                  <a:cubicBezTo>
                    <a:pt x="31" y="16"/>
                    <a:pt x="30" y="14"/>
                    <a:pt x="30" y="13"/>
                  </a:cubicBezTo>
                  <a:close/>
                  <a:moveTo>
                    <a:pt x="48" y="8"/>
                  </a:moveTo>
                  <a:cubicBezTo>
                    <a:pt x="47" y="7"/>
                    <a:pt x="46" y="7"/>
                    <a:pt x="46" y="6"/>
                  </a:cubicBezTo>
                  <a:cubicBezTo>
                    <a:pt x="46" y="5"/>
                    <a:pt x="45" y="5"/>
                    <a:pt x="45" y="4"/>
                  </a:cubicBezTo>
                  <a:cubicBezTo>
                    <a:pt x="45" y="3"/>
                    <a:pt x="46" y="2"/>
                    <a:pt x="46" y="1"/>
                  </a:cubicBezTo>
                  <a:cubicBezTo>
                    <a:pt x="47" y="0"/>
                    <a:pt x="49" y="0"/>
                    <a:pt x="50" y="0"/>
                  </a:cubicBezTo>
                  <a:cubicBezTo>
                    <a:pt x="52" y="0"/>
                    <a:pt x="54" y="0"/>
                    <a:pt x="54" y="1"/>
                  </a:cubicBezTo>
                  <a:cubicBezTo>
                    <a:pt x="55" y="2"/>
                    <a:pt x="56" y="3"/>
                    <a:pt x="56" y="4"/>
                  </a:cubicBezTo>
                  <a:cubicBezTo>
                    <a:pt x="56" y="5"/>
                    <a:pt x="56" y="6"/>
                    <a:pt x="55" y="6"/>
                  </a:cubicBezTo>
                  <a:cubicBezTo>
                    <a:pt x="55" y="7"/>
                    <a:pt x="54" y="8"/>
                    <a:pt x="53" y="8"/>
                  </a:cubicBezTo>
                  <a:cubicBezTo>
                    <a:pt x="54" y="8"/>
                    <a:pt x="55" y="9"/>
                    <a:pt x="56" y="10"/>
                  </a:cubicBezTo>
                  <a:cubicBezTo>
                    <a:pt x="56" y="10"/>
                    <a:pt x="56" y="11"/>
                    <a:pt x="56" y="12"/>
                  </a:cubicBezTo>
                  <a:cubicBezTo>
                    <a:pt x="56" y="14"/>
                    <a:pt x="56" y="15"/>
                    <a:pt x="55" y="16"/>
                  </a:cubicBezTo>
                  <a:cubicBezTo>
                    <a:pt x="54" y="18"/>
                    <a:pt x="52" y="18"/>
                    <a:pt x="50" y="18"/>
                  </a:cubicBezTo>
                  <a:cubicBezTo>
                    <a:pt x="49" y="18"/>
                    <a:pt x="48" y="18"/>
                    <a:pt x="46" y="17"/>
                  </a:cubicBezTo>
                  <a:cubicBezTo>
                    <a:pt x="45" y="16"/>
                    <a:pt x="44" y="14"/>
                    <a:pt x="44" y="13"/>
                  </a:cubicBezTo>
                  <a:cubicBezTo>
                    <a:pt x="44" y="12"/>
                    <a:pt x="45" y="11"/>
                    <a:pt x="45" y="10"/>
                  </a:cubicBezTo>
                  <a:cubicBezTo>
                    <a:pt x="46" y="9"/>
                    <a:pt x="47" y="8"/>
                    <a:pt x="48" y="8"/>
                  </a:cubicBezTo>
                  <a:close/>
                  <a:moveTo>
                    <a:pt x="49" y="4"/>
                  </a:moveTo>
                  <a:cubicBezTo>
                    <a:pt x="49" y="5"/>
                    <a:pt x="49" y="6"/>
                    <a:pt x="49" y="6"/>
                  </a:cubicBezTo>
                  <a:cubicBezTo>
                    <a:pt x="50" y="6"/>
                    <a:pt x="50" y="6"/>
                    <a:pt x="51" y="6"/>
                  </a:cubicBezTo>
                  <a:cubicBezTo>
                    <a:pt x="52" y="6"/>
                    <a:pt x="52" y="6"/>
                    <a:pt x="52" y="6"/>
                  </a:cubicBezTo>
                  <a:cubicBezTo>
                    <a:pt x="53" y="6"/>
                    <a:pt x="53" y="5"/>
                    <a:pt x="53" y="4"/>
                  </a:cubicBezTo>
                  <a:cubicBezTo>
                    <a:pt x="53" y="4"/>
                    <a:pt x="53" y="3"/>
                    <a:pt x="52" y="3"/>
                  </a:cubicBezTo>
                  <a:cubicBezTo>
                    <a:pt x="52" y="2"/>
                    <a:pt x="52" y="2"/>
                    <a:pt x="51" y="2"/>
                  </a:cubicBezTo>
                  <a:cubicBezTo>
                    <a:pt x="50" y="2"/>
                    <a:pt x="50" y="2"/>
                    <a:pt x="49" y="3"/>
                  </a:cubicBezTo>
                  <a:cubicBezTo>
                    <a:pt x="49" y="3"/>
                    <a:pt x="49" y="4"/>
                    <a:pt x="49" y="4"/>
                  </a:cubicBezTo>
                  <a:close/>
                  <a:moveTo>
                    <a:pt x="48" y="12"/>
                  </a:moveTo>
                  <a:cubicBezTo>
                    <a:pt x="48" y="13"/>
                    <a:pt x="49" y="14"/>
                    <a:pt x="49" y="14"/>
                  </a:cubicBezTo>
                  <a:cubicBezTo>
                    <a:pt x="50" y="15"/>
                    <a:pt x="50" y="15"/>
                    <a:pt x="51" y="15"/>
                  </a:cubicBezTo>
                  <a:cubicBezTo>
                    <a:pt x="52" y="15"/>
                    <a:pt x="52" y="15"/>
                    <a:pt x="53" y="14"/>
                  </a:cubicBezTo>
                  <a:cubicBezTo>
                    <a:pt x="53" y="14"/>
                    <a:pt x="54" y="13"/>
                    <a:pt x="54" y="12"/>
                  </a:cubicBezTo>
                  <a:cubicBezTo>
                    <a:pt x="54" y="11"/>
                    <a:pt x="53" y="10"/>
                    <a:pt x="53" y="10"/>
                  </a:cubicBezTo>
                  <a:cubicBezTo>
                    <a:pt x="52" y="10"/>
                    <a:pt x="52" y="9"/>
                    <a:pt x="51" y="9"/>
                  </a:cubicBezTo>
                  <a:cubicBezTo>
                    <a:pt x="50" y="9"/>
                    <a:pt x="50" y="10"/>
                    <a:pt x="49" y="10"/>
                  </a:cubicBezTo>
                  <a:cubicBezTo>
                    <a:pt x="49" y="11"/>
                    <a:pt x="48" y="11"/>
                    <a:pt x="48"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42" name="Freeform 39"/>
            <p:cNvSpPr>
              <a:spLocks noEditPoints="1"/>
            </p:cNvSpPr>
            <p:nvPr/>
          </p:nvSpPr>
          <p:spPr bwMode="auto">
            <a:xfrm>
              <a:off x="8729725" y="4570716"/>
              <a:ext cx="474663" cy="477838"/>
            </a:xfrm>
            <a:custGeom>
              <a:avLst/>
              <a:gdLst>
                <a:gd name="T0" fmla="*/ 159 w 318"/>
                <a:gd name="T1" fmla="*/ 0 h 318"/>
                <a:gd name="T2" fmla="*/ 0 w 318"/>
                <a:gd name="T3" fmla="*/ 159 h 318"/>
                <a:gd name="T4" fmla="*/ 159 w 318"/>
                <a:gd name="T5" fmla="*/ 318 h 318"/>
                <a:gd name="T6" fmla="*/ 318 w 318"/>
                <a:gd name="T7" fmla="*/ 159 h 318"/>
                <a:gd name="T8" fmla="*/ 159 w 318"/>
                <a:gd name="T9" fmla="*/ 0 h 318"/>
                <a:gd name="T10" fmla="*/ 159 w 318"/>
                <a:gd name="T11" fmla="*/ 312 h 318"/>
                <a:gd name="T12" fmla="*/ 6 w 318"/>
                <a:gd name="T13" fmla="*/ 159 h 318"/>
                <a:gd name="T14" fmla="*/ 159 w 318"/>
                <a:gd name="T15" fmla="*/ 6 h 318"/>
                <a:gd name="T16" fmla="*/ 312 w 318"/>
                <a:gd name="T17" fmla="*/ 160 h 318"/>
                <a:gd name="T18" fmla="*/ 159 w 318"/>
                <a:gd name="T19" fmla="*/ 31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18" h="318">
                  <a:moveTo>
                    <a:pt x="159" y="0"/>
                  </a:moveTo>
                  <a:cubicBezTo>
                    <a:pt x="71" y="0"/>
                    <a:pt x="0" y="72"/>
                    <a:pt x="0" y="159"/>
                  </a:cubicBezTo>
                  <a:cubicBezTo>
                    <a:pt x="0" y="247"/>
                    <a:pt x="71" y="318"/>
                    <a:pt x="159" y="318"/>
                  </a:cubicBezTo>
                  <a:cubicBezTo>
                    <a:pt x="246" y="318"/>
                    <a:pt x="318" y="247"/>
                    <a:pt x="318" y="159"/>
                  </a:cubicBezTo>
                  <a:cubicBezTo>
                    <a:pt x="317" y="72"/>
                    <a:pt x="246" y="0"/>
                    <a:pt x="159" y="0"/>
                  </a:cubicBezTo>
                  <a:close/>
                  <a:moveTo>
                    <a:pt x="159" y="312"/>
                  </a:moveTo>
                  <a:cubicBezTo>
                    <a:pt x="74" y="312"/>
                    <a:pt x="6" y="244"/>
                    <a:pt x="6" y="159"/>
                  </a:cubicBezTo>
                  <a:cubicBezTo>
                    <a:pt x="6" y="75"/>
                    <a:pt x="74" y="6"/>
                    <a:pt x="159" y="6"/>
                  </a:cubicBezTo>
                  <a:cubicBezTo>
                    <a:pt x="243" y="6"/>
                    <a:pt x="312" y="75"/>
                    <a:pt x="312" y="160"/>
                  </a:cubicBezTo>
                  <a:cubicBezTo>
                    <a:pt x="312" y="244"/>
                    <a:pt x="243" y="312"/>
                    <a:pt x="159" y="3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43" name="Freeform 40"/>
            <p:cNvSpPr>
              <a:spLocks noEditPoints="1"/>
            </p:cNvSpPr>
            <p:nvPr/>
          </p:nvSpPr>
          <p:spPr bwMode="auto">
            <a:xfrm>
              <a:off x="8763063" y="4810429"/>
              <a:ext cx="407988" cy="204788"/>
            </a:xfrm>
            <a:custGeom>
              <a:avLst/>
              <a:gdLst>
                <a:gd name="T0" fmla="*/ 258 w 274"/>
                <a:gd name="T1" fmla="*/ 63 h 137"/>
                <a:gd name="T2" fmla="*/ 1 w 274"/>
                <a:gd name="T3" fmla="*/ 12 h 137"/>
                <a:gd name="T4" fmla="*/ 14 w 274"/>
                <a:gd name="T5" fmla="*/ 9 h 137"/>
                <a:gd name="T6" fmla="*/ 1 w 274"/>
                <a:gd name="T7" fmla="*/ 17 h 137"/>
                <a:gd name="T8" fmla="*/ 16 w 274"/>
                <a:gd name="T9" fmla="*/ 29 h 137"/>
                <a:gd name="T10" fmla="*/ 11 w 274"/>
                <a:gd name="T11" fmla="*/ 27 h 137"/>
                <a:gd name="T12" fmla="*/ 14 w 274"/>
                <a:gd name="T13" fmla="*/ 36 h 137"/>
                <a:gd name="T14" fmla="*/ 18 w 274"/>
                <a:gd name="T15" fmla="*/ 47 h 137"/>
                <a:gd name="T16" fmla="*/ 21 w 274"/>
                <a:gd name="T17" fmla="*/ 57 h 137"/>
                <a:gd name="T18" fmla="*/ 21 w 274"/>
                <a:gd name="T19" fmla="*/ 55 h 137"/>
                <a:gd name="T20" fmla="*/ 19 w 274"/>
                <a:gd name="T21" fmla="*/ 66 h 137"/>
                <a:gd name="T22" fmla="*/ 22 w 274"/>
                <a:gd name="T23" fmla="*/ 62 h 137"/>
                <a:gd name="T24" fmla="*/ 22 w 274"/>
                <a:gd name="T25" fmla="*/ 71 h 137"/>
                <a:gd name="T26" fmla="*/ 30 w 274"/>
                <a:gd name="T27" fmla="*/ 71 h 137"/>
                <a:gd name="T28" fmla="*/ 30 w 274"/>
                <a:gd name="T29" fmla="*/ 86 h 137"/>
                <a:gd name="T30" fmla="*/ 36 w 274"/>
                <a:gd name="T31" fmla="*/ 79 h 137"/>
                <a:gd name="T32" fmla="*/ 47 w 274"/>
                <a:gd name="T33" fmla="*/ 90 h 137"/>
                <a:gd name="T34" fmla="*/ 58 w 274"/>
                <a:gd name="T35" fmla="*/ 96 h 137"/>
                <a:gd name="T36" fmla="*/ 51 w 274"/>
                <a:gd name="T37" fmla="*/ 95 h 137"/>
                <a:gd name="T38" fmla="*/ 58 w 274"/>
                <a:gd name="T39" fmla="*/ 105 h 137"/>
                <a:gd name="T40" fmla="*/ 67 w 274"/>
                <a:gd name="T41" fmla="*/ 106 h 137"/>
                <a:gd name="T42" fmla="*/ 76 w 274"/>
                <a:gd name="T43" fmla="*/ 112 h 137"/>
                <a:gd name="T44" fmla="*/ 82 w 274"/>
                <a:gd name="T45" fmla="*/ 111 h 137"/>
                <a:gd name="T46" fmla="*/ 78 w 274"/>
                <a:gd name="T47" fmla="*/ 113 h 137"/>
                <a:gd name="T48" fmla="*/ 83 w 274"/>
                <a:gd name="T49" fmla="*/ 123 h 137"/>
                <a:gd name="T50" fmla="*/ 97 w 274"/>
                <a:gd name="T51" fmla="*/ 121 h 137"/>
                <a:gd name="T52" fmla="*/ 100 w 274"/>
                <a:gd name="T53" fmla="*/ 125 h 137"/>
                <a:gd name="T54" fmla="*/ 108 w 274"/>
                <a:gd name="T55" fmla="*/ 126 h 137"/>
                <a:gd name="T56" fmla="*/ 113 w 274"/>
                <a:gd name="T57" fmla="*/ 126 h 137"/>
                <a:gd name="T58" fmla="*/ 132 w 274"/>
                <a:gd name="T59" fmla="*/ 136 h 137"/>
                <a:gd name="T60" fmla="*/ 126 w 274"/>
                <a:gd name="T61" fmla="*/ 130 h 137"/>
                <a:gd name="T62" fmla="*/ 128 w 274"/>
                <a:gd name="T63" fmla="*/ 135 h 137"/>
                <a:gd name="T64" fmla="*/ 135 w 274"/>
                <a:gd name="T65" fmla="*/ 135 h 137"/>
                <a:gd name="T66" fmla="*/ 149 w 274"/>
                <a:gd name="T67" fmla="*/ 136 h 137"/>
                <a:gd name="T68" fmla="*/ 152 w 274"/>
                <a:gd name="T69" fmla="*/ 133 h 137"/>
                <a:gd name="T70" fmla="*/ 167 w 274"/>
                <a:gd name="T71" fmla="*/ 131 h 137"/>
                <a:gd name="T72" fmla="*/ 180 w 274"/>
                <a:gd name="T73" fmla="*/ 128 h 137"/>
                <a:gd name="T74" fmla="*/ 175 w 274"/>
                <a:gd name="T75" fmla="*/ 122 h 137"/>
                <a:gd name="T76" fmla="*/ 187 w 274"/>
                <a:gd name="T77" fmla="*/ 119 h 137"/>
                <a:gd name="T78" fmla="*/ 192 w 274"/>
                <a:gd name="T79" fmla="*/ 117 h 137"/>
                <a:gd name="T80" fmla="*/ 199 w 274"/>
                <a:gd name="T81" fmla="*/ 119 h 137"/>
                <a:gd name="T82" fmla="*/ 203 w 274"/>
                <a:gd name="T83" fmla="*/ 119 h 137"/>
                <a:gd name="T84" fmla="*/ 217 w 274"/>
                <a:gd name="T85" fmla="*/ 111 h 137"/>
                <a:gd name="T86" fmla="*/ 217 w 274"/>
                <a:gd name="T87" fmla="*/ 106 h 137"/>
                <a:gd name="T88" fmla="*/ 232 w 274"/>
                <a:gd name="T89" fmla="*/ 96 h 137"/>
                <a:gd name="T90" fmla="*/ 231 w 274"/>
                <a:gd name="T91" fmla="*/ 97 h 137"/>
                <a:gd name="T92" fmla="*/ 238 w 274"/>
                <a:gd name="T93" fmla="*/ 95 h 137"/>
                <a:gd name="T94" fmla="*/ 234 w 274"/>
                <a:gd name="T95" fmla="*/ 85 h 137"/>
                <a:gd name="T96" fmla="*/ 242 w 274"/>
                <a:gd name="T97" fmla="*/ 73 h 137"/>
                <a:gd name="T98" fmla="*/ 238 w 274"/>
                <a:gd name="T99" fmla="*/ 77 h 137"/>
                <a:gd name="T100" fmla="*/ 252 w 274"/>
                <a:gd name="T101" fmla="*/ 71 h 137"/>
                <a:gd name="T102" fmla="*/ 266 w 274"/>
                <a:gd name="T103" fmla="*/ 40 h 137"/>
                <a:gd name="T104" fmla="*/ 258 w 274"/>
                <a:gd name="T105" fmla="*/ 48 h 137"/>
                <a:gd name="T106" fmla="*/ 268 w 274"/>
                <a:gd name="T107" fmla="*/ 35 h 137"/>
                <a:gd name="T108" fmla="*/ 259 w 274"/>
                <a:gd name="T109" fmla="*/ 22 h 137"/>
                <a:gd name="T110" fmla="*/ 262 w 274"/>
                <a:gd name="T111" fmla="*/ 27 h 137"/>
                <a:gd name="T112" fmla="*/ 273 w 274"/>
                <a:gd name="T113" fmla="*/ 17 h 137"/>
                <a:gd name="T114" fmla="*/ 273 w 274"/>
                <a:gd name="T115" fmla="*/ 12 h 137"/>
                <a:gd name="T116" fmla="*/ 266 w 274"/>
                <a:gd name="T117" fmla="*/ 7 h 137"/>
                <a:gd name="T118" fmla="*/ 269 w 274"/>
                <a:gd name="T119" fmla="*/ 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74" h="137">
                  <a:moveTo>
                    <a:pt x="250" y="51"/>
                  </a:moveTo>
                  <a:cubicBezTo>
                    <a:pt x="250" y="51"/>
                    <a:pt x="250" y="51"/>
                    <a:pt x="250" y="51"/>
                  </a:cubicBezTo>
                  <a:cubicBezTo>
                    <a:pt x="250" y="52"/>
                    <a:pt x="250" y="52"/>
                    <a:pt x="250" y="52"/>
                  </a:cubicBezTo>
                  <a:cubicBezTo>
                    <a:pt x="250" y="53"/>
                    <a:pt x="250" y="53"/>
                    <a:pt x="249" y="53"/>
                  </a:cubicBezTo>
                  <a:cubicBezTo>
                    <a:pt x="249" y="53"/>
                    <a:pt x="248" y="53"/>
                    <a:pt x="248" y="53"/>
                  </a:cubicBezTo>
                  <a:cubicBezTo>
                    <a:pt x="248" y="53"/>
                    <a:pt x="248" y="53"/>
                    <a:pt x="248" y="53"/>
                  </a:cubicBezTo>
                  <a:cubicBezTo>
                    <a:pt x="248" y="54"/>
                    <a:pt x="248" y="54"/>
                    <a:pt x="249" y="55"/>
                  </a:cubicBezTo>
                  <a:cubicBezTo>
                    <a:pt x="251" y="56"/>
                    <a:pt x="251" y="56"/>
                    <a:pt x="251" y="56"/>
                  </a:cubicBezTo>
                  <a:cubicBezTo>
                    <a:pt x="252" y="53"/>
                    <a:pt x="252" y="53"/>
                    <a:pt x="252" y="53"/>
                  </a:cubicBezTo>
                  <a:cubicBezTo>
                    <a:pt x="253" y="54"/>
                    <a:pt x="253" y="54"/>
                    <a:pt x="253" y="54"/>
                  </a:cubicBezTo>
                  <a:cubicBezTo>
                    <a:pt x="252" y="56"/>
                    <a:pt x="252" y="56"/>
                    <a:pt x="252" y="56"/>
                  </a:cubicBezTo>
                  <a:cubicBezTo>
                    <a:pt x="258" y="59"/>
                    <a:pt x="258" y="59"/>
                    <a:pt x="258" y="59"/>
                  </a:cubicBezTo>
                  <a:cubicBezTo>
                    <a:pt x="258" y="60"/>
                    <a:pt x="259" y="59"/>
                    <a:pt x="260" y="58"/>
                  </a:cubicBezTo>
                  <a:cubicBezTo>
                    <a:pt x="260" y="58"/>
                    <a:pt x="260" y="58"/>
                    <a:pt x="260" y="58"/>
                  </a:cubicBezTo>
                  <a:cubicBezTo>
                    <a:pt x="258" y="63"/>
                    <a:pt x="258" y="63"/>
                    <a:pt x="258" y="63"/>
                  </a:cubicBezTo>
                  <a:cubicBezTo>
                    <a:pt x="257" y="63"/>
                    <a:pt x="257" y="63"/>
                    <a:pt x="257" y="63"/>
                  </a:cubicBezTo>
                  <a:cubicBezTo>
                    <a:pt x="258" y="62"/>
                    <a:pt x="258" y="62"/>
                    <a:pt x="257" y="61"/>
                  </a:cubicBezTo>
                  <a:cubicBezTo>
                    <a:pt x="251" y="58"/>
                    <a:pt x="251" y="58"/>
                    <a:pt x="251" y="58"/>
                  </a:cubicBezTo>
                  <a:cubicBezTo>
                    <a:pt x="250" y="60"/>
                    <a:pt x="250" y="60"/>
                    <a:pt x="250" y="60"/>
                  </a:cubicBezTo>
                  <a:cubicBezTo>
                    <a:pt x="250" y="59"/>
                    <a:pt x="250" y="59"/>
                    <a:pt x="250" y="59"/>
                  </a:cubicBezTo>
                  <a:cubicBezTo>
                    <a:pt x="250" y="58"/>
                    <a:pt x="250" y="58"/>
                    <a:pt x="250" y="58"/>
                  </a:cubicBezTo>
                  <a:cubicBezTo>
                    <a:pt x="250" y="57"/>
                    <a:pt x="250" y="57"/>
                    <a:pt x="250" y="57"/>
                  </a:cubicBezTo>
                  <a:cubicBezTo>
                    <a:pt x="249" y="57"/>
                    <a:pt x="248" y="56"/>
                    <a:pt x="248" y="55"/>
                  </a:cubicBezTo>
                  <a:cubicBezTo>
                    <a:pt x="247" y="54"/>
                    <a:pt x="247" y="53"/>
                    <a:pt x="248" y="52"/>
                  </a:cubicBezTo>
                  <a:cubicBezTo>
                    <a:pt x="248" y="52"/>
                    <a:pt x="249" y="51"/>
                    <a:pt x="250" y="51"/>
                  </a:cubicBezTo>
                  <a:cubicBezTo>
                    <a:pt x="250" y="51"/>
                    <a:pt x="250" y="51"/>
                    <a:pt x="250" y="51"/>
                  </a:cubicBezTo>
                  <a:close/>
                  <a:moveTo>
                    <a:pt x="14" y="15"/>
                  </a:moveTo>
                  <a:cubicBezTo>
                    <a:pt x="14" y="14"/>
                    <a:pt x="14" y="13"/>
                    <a:pt x="12" y="13"/>
                  </a:cubicBezTo>
                  <a:cubicBezTo>
                    <a:pt x="5" y="13"/>
                    <a:pt x="5" y="13"/>
                    <a:pt x="5" y="13"/>
                  </a:cubicBezTo>
                  <a:cubicBezTo>
                    <a:pt x="4" y="13"/>
                    <a:pt x="2" y="13"/>
                    <a:pt x="1" y="12"/>
                  </a:cubicBezTo>
                  <a:cubicBezTo>
                    <a:pt x="0" y="11"/>
                    <a:pt x="0" y="10"/>
                    <a:pt x="0" y="8"/>
                  </a:cubicBezTo>
                  <a:cubicBezTo>
                    <a:pt x="0" y="7"/>
                    <a:pt x="0" y="5"/>
                    <a:pt x="1" y="5"/>
                  </a:cubicBezTo>
                  <a:cubicBezTo>
                    <a:pt x="2" y="3"/>
                    <a:pt x="3" y="3"/>
                    <a:pt x="5" y="3"/>
                  </a:cubicBezTo>
                  <a:cubicBezTo>
                    <a:pt x="12" y="2"/>
                    <a:pt x="12" y="2"/>
                    <a:pt x="12" y="2"/>
                  </a:cubicBezTo>
                  <a:cubicBezTo>
                    <a:pt x="13" y="2"/>
                    <a:pt x="13" y="1"/>
                    <a:pt x="13" y="0"/>
                  </a:cubicBezTo>
                  <a:cubicBezTo>
                    <a:pt x="14" y="0"/>
                    <a:pt x="14" y="0"/>
                    <a:pt x="14" y="0"/>
                  </a:cubicBezTo>
                  <a:cubicBezTo>
                    <a:pt x="14" y="6"/>
                    <a:pt x="14" y="6"/>
                    <a:pt x="14" y="6"/>
                  </a:cubicBezTo>
                  <a:cubicBezTo>
                    <a:pt x="14" y="6"/>
                    <a:pt x="14" y="6"/>
                    <a:pt x="14" y="6"/>
                  </a:cubicBezTo>
                  <a:cubicBezTo>
                    <a:pt x="14" y="5"/>
                    <a:pt x="13" y="4"/>
                    <a:pt x="12" y="4"/>
                  </a:cubicBezTo>
                  <a:cubicBezTo>
                    <a:pt x="5" y="5"/>
                    <a:pt x="5" y="5"/>
                    <a:pt x="5" y="5"/>
                  </a:cubicBezTo>
                  <a:cubicBezTo>
                    <a:pt x="4" y="5"/>
                    <a:pt x="3" y="5"/>
                    <a:pt x="2" y="5"/>
                  </a:cubicBezTo>
                  <a:cubicBezTo>
                    <a:pt x="1" y="6"/>
                    <a:pt x="1" y="7"/>
                    <a:pt x="1" y="8"/>
                  </a:cubicBezTo>
                  <a:cubicBezTo>
                    <a:pt x="1" y="11"/>
                    <a:pt x="3" y="12"/>
                    <a:pt x="6" y="12"/>
                  </a:cubicBezTo>
                  <a:cubicBezTo>
                    <a:pt x="13" y="11"/>
                    <a:pt x="13" y="11"/>
                    <a:pt x="13" y="11"/>
                  </a:cubicBezTo>
                  <a:cubicBezTo>
                    <a:pt x="14" y="11"/>
                    <a:pt x="14" y="11"/>
                    <a:pt x="14" y="9"/>
                  </a:cubicBezTo>
                  <a:cubicBezTo>
                    <a:pt x="14" y="9"/>
                    <a:pt x="14" y="9"/>
                    <a:pt x="14" y="9"/>
                  </a:cubicBezTo>
                  <a:cubicBezTo>
                    <a:pt x="14" y="15"/>
                    <a:pt x="14" y="15"/>
                    <a:pt x="14" y="15"/>
                  </a:cubicBezTo>
                  <a:cubicBezTo>
                    <a:pt x="14" y="15"/>
                    <a:pt x="14" y="15"/>
                    <a:pt x="14" y="15"/>
                  </a:cubicBezTo>
                  <a:close/>
                  <a:moveTo>
                    <a:pt x="3" y="27"/>
                  </a:moveTo>
                  <a:cubicBezTo>
                    <a:pt x="2" y="23"/>
                    <a:pt x="2" y="23"/>
                    <a:pt x="2" y="23"/>
                  </a:cubicBezTo>
                  <a:cubicBezTo>
                    <a:pt x="2" y="23"/>
                    <a:pt x="2" y="23"/>
                    <a:pt x="2" y="23"/>
                  </a:cubicBezTo>
                  <a:cubicBezTo>
                    <a:pt x="2" y="23"/>
                    <a:pt x="3" y="24"/>
                    <a:pt x="4" y="24"/>
                  </a:cubicBezTo>
                  <a:cubicBezTo>
                    <a:pt x="9" y="23"/>
                    <a:pt x="9" y="23"/>
                    <a:pt x="9" y="23"/>
                  </a:cubicBezTo>
                  <a:cubicBezTo>
                    <a:pt x="10" y="23"/>
                    <a:pt x="10" y="23"/>
                    <a:pt x="10" y="22"/>
                  </a:cubicBezTo>
                  <a:cubicBezTo>
                    <a:pt x="11" y="22"/>
                    <a:pt x="11" y="21"/>
                    <a:pt x="10" y="21"/>
                  </a:cubicBezTo>
                  <a:cubicBezTo>
                    <a:pt x="10" y="20"/>
                    <a:pt x="10" y="19"/>
                    <a:pt x="9" y="19"/>
                  </a:cubicBezTo>
                  <a:cubicBezTo>
                    <a:pt x="3" y="20"/>
                    <a:pt x="3" y="20"/>
                    <a:pt x="3" y="20"/>
                  </a:cubicBezTo>
                  <a:cubicBezTo>
                    <a:pt x="2" y="20"/>
                    <a:pt x="2" y="21"/>
                    <a:pt x="2" y="21"/>
                  </a:cubicBezTo>
                  <a:cubicBezTo>
                    <a:pt x="2" y="21"/>
                    <a:pt x="2" y="21"/>
                    <a:pt x="2" y="21"/>
                  </a:cubicBezTo>
                  <a:cubicBezTo>
                    <a:pt x="1" y="17"/>
                    <a:pt x="1" y="17"/>
                    <a:pt x="1" y="17"/>
                  </a:cubicBezTo>
                  <a:cubicBezTo>
                    <a:pt x="1" y="17"/>
                    <a:pt x="1" y="17"/>
                    <a:pt x="1" y="17"/>
                  </a:cubicBezTo>
                  <a:cubicBezTo>
                    <a:pt x="1" y="18"/>
                    <a:pt x="2" y="18"/>
                    <a:pt x="3" y="18"/>
                  </a:cubicBezTo>
                  <a:cubicBezTo>
                    <a:pt x="8" y="17"/>
                    <a:pt x="8" y="17"/>
                    <a:pt x="8" y="17"/>
                  </a:cubicBezTo>
                  <a:cubicBezTo>
                    <a:pt x="9" y="17"/>
                    <a:pt x="9" y="17"/>
                    <a:pt x="9" y="17"/>
                  </a:cubicBezTo>
                  <a:cubicBezTo>
                    <a:pt x="9" y="17"/>
                    <a:pt x="9" y="17"/>
                    <a:pt x="9" y="16"/>
                  </a:cubicBezTo>
                  <a:cubicBezTo>
                    <a:pt x="10" y="16"/>
                    <a:pt x="10" y="16"/>
                    <a:pt x="10" y="16"/>
                  </a:cubicBezTo>
                  <a:cubicBezTo>
                    <a:pt x="11" y="19"/>
                    <a:pt x="11" y="19"/>
                    <a:pt x="11" y="19"/>
                  </a:cubicBezTo>
                  <a:cubicBezTo>
                    <a:pt x="10" y="19"/>
                    <a:pt x="10" y="19"/>
                    <a:pt x="10" y="19"/>
                  </a:cubicBezTo>
                  <a:cubicBezTo>
                    <a:pt x="11" y="20"/>
                    <a:pt x="12" y="21"/>
                    <a:pt x="12" y="22"/>
                  </a:cubicBezTo>
                  <a:cubicBezTo>
                    <a:pt x="12" y="23"/>
                    <a:pt x="11" y="24"/>
                    <a:pt x="9" y="25"/>
                  </a:cubicBezTo>
                  <a:cubicBezTo>
                    <a:pt x="4" y="25"/>
                    <a:pt x="4" y="25"/>
                    <a:pt x="4" y="25"/>
                  </a:cubicBezTo>
                  <a:cubicBezTo>
                    <a:pt x="3" y="26"/>
                    <a:pt x="3" y="26"/>
                    <a:pt x="3" y="27"/>
                  </a:cubicBezTo>
                  <a:cubicBezTo>
                    <a:pt x="3" y="27"/>
                    <a:pt x="3" y="27"/>
                    <a:pt x="3" y="27"/>
                  </a:cubicBezTo>
                  <a:close/>
                  <a:moveTo>
                    <a:pt x="16" y="29"/>
                  </a:moveTo>
                  <a:cubicBezTo>
                    <a:pt x="16" y="29"/>
                    <a:pt x="16" y="29"/>
                    <a:pt x="16" y="29"/>
                  </a:cubicBezTo>
                  <a:cubicBezTo>
                    <a:pt x="15" y="29"/>
                    <a:pt x="15" y="29"/>
                    <a:pt x="15" y="29"/>
                  </a:cubicBezTo>
                  <a:cubicBezTo>
                    <a:pt x="15" y="28"/>
                    <a:pt x="15" y="28"/>
                    <a:pt x="15" y="28"/>
                  </a:cubicBezTo>
                  <a:cubicBezTo>
                    <a:pt x="15" y="27"/>
                    <a:pt x="16" y="27"/>
                    <a:pt x="16" y="27"/>
                  </a:cubicBezTo>
                  <a:cubicBezTo>
                    <a:pt x="16" y="27"/>
                    <a:pt x="16" y="27"/>
                    <a:pt x="17" y="27"/>
                  </a:cubicBezTo>
                  <a:cubicBezTo>
                    <a:pt x="17" y="27"/>
                    <a:pt x="17" y="28"/>
                    <a:pt x="17" y="28"/>
                  </a:cubicBezTo>
                  <a:cubicBezTo>
                    <a:pt x="17" y="29"/>
                    <a:pt x="17" y="29"/>
                    <a:pt x="17" y="29"/>
                  </a:cubicBezTo>
                  <a:cubicBezTo>
                    <a:pt x="17" y="29"/>
                    <a:pt x="17" y="29"/>
                    <a:pt x="16" y="29"/>
                  </a:cubicBezTo>
                  <a:close/>
                  <a:moveTo>
                    <a:pt x="4" y="33"/>
                  </a:moveTo>
                  <a:cubicBezTo>
                    <a:pt x="3" y="29"/>
                    <a:pt x="3" y="29"/>
                    <a:pt x="3" y="29"/>
                  </a:cubicBezTo>
                  <a:cubicBezTo>
                    <a:pt x="4" y="29"/>
                    <a:pt x="4" y="29"/>
                    <a:pt x="4" y="29"/>
                  </a:cubicBezTo>
                  <a:cubicBezTo>
                    <a:pt x="4" y="30"/>
                    <a:pt x="4" y="30"/>
                    <a:pt x="5" y="30"/>
                  </a:cubicBezTo>
                  <a:cubicBezTo>
                    <a:pt x="10" y="29"/>
                    <a:pt x="10" y="29"/>
                    <a:pt x="10" y="29"/>
                  </a:cubicBezTo>
                  <a:cubicBezTo>
                    <a:pt x="11" y="29"/>
                    <a:pt x="11" y="28"/>
                    <a:pt x="11" y="28"/>
                  </a:cubicBezTo>
                  <a:cubicBezTo>
                    <a:pt x="11" y="27"/>
                    <a:pt x="11" y="27"/>
                    <a:pt x="11" y="27"/>
                  </a:cubicBezTo>
                  <a:cubicBezTo>
                    <a:pt x="11" y="27"/>
                    <a:pt x="11" y="27"/>
                    <a:pt x="11" y="27"/>
                  </a:cubicBezTo>
                  <a:cubicBezTo>
                    <a:pt x="13" y="30"/>
                    <a:pt x="13" y="30"/>
                    <a:pt x="13" y="30"/>
                  </a:cubicBezTo>
                  <a:cubicBezTo>
                    <a:pt x="5" y="32"/>
                    <a:pt x="5" y="32"/>
                    <a:pt x="5" y="32"/>
                  </a:cubicBezTo>
                  <a:cubicBezTo>
                    <a:pt x="5" y="32"/>
                    <a:pt x="4" y="33"/>
                    <a:pt x="4" y="33"/>
                  </a:cubicBezTo>
                  <a:cubicBezTo>
                    <a:pt x="4" y="33"/>
                    <a:pt x="4" y="33"/>
                    <a:pt x="4" y="33"/>
                  </a:cubicBezTo>
                  <a:close/>
                  <a:moveTo>
                    <a:pt x="16" y="42"/>
                  </a:moveTo>
                  <a:cubicBezTo>
                    <a:pt x="16" y="41"/>
                    <a:pt x="15" y="41"/>
                    <a:pt x="14" y="41"/>
                  </a:cubicBezTo>
                  <a:cubicBezTo>
                    <a:pt x="6" y="40"/>
                    <a:pt x="6" y="40"/>
                    <a:pt x="6" y="40"/>
                  </a:cubicBezTo>
                  <a:cubicBezTo>
                    <a:pt x="6" y="40"/>
                    <a:pt x="6" y="40"/>
                    <a:pt x="6" y="40"/>
                  </a:cubicBezTo>
                  <a:cubicBezTo>
                    <a:pt x="6" y="40"/>
                    <a:pt x="6" y="40"/>
                    <a:pt x="6" y="40"/>
                  </a:cubicBezTo>
                  <a:cubicBezTo>
                    <a:pt x="13" y="35"/>
                    <a:pt x="13" y="35"/>
                    <a:pt x="13" y="35"/>
                  </a:cubicBezTo>
                  <a:cubicBezTo>
                    <a:pt x="14" y="34"/>
                    <a:pt x="14" y="33"/>
                    <a:pt x="14" y="33"/>
                  </a:cubicBezTo>
                  <a:cubicBezTo>
                    <a:pt x="14" y="33"/>
                    <a:pt x="14" y="33"/>
                    <a:pt x="14" y="33"/>
                  </a:cubicBezTo>
                  <a:cubicBezTo>
                    <a:pt x="15" y="37"/>
                    <a:pt x="15" y="37"/>
                    <a:pt x="15" y="37"/>
                  </a:cubicBezTo>
                  <a:cubicBezTo>
                    <a:pt x="15" y="37"/>
                    <a:pt x="15" y="37"/>
                    <a:pt x="15" y="37"/>
                  </a:cubicBezTo>
                  <a:cubicBezTo>
                    <a:pt x="15" y="37"/>
                    <a:pt x="14" y="36"/>
                    <a:pt x="14" y="36"/>
                  </a:cubicBezTo>
                  <a:cubicBezTo>
                    <a:pt x="14" y="36"/>
                    <a:pt x="14" y="36"/>
                    <a:pt x="13" y="37"/>
                  </a:cubicBezTo>
                  <a:cubicBezTo>
                    <a:pt x="9" y="40"/>
                    <a:pt x="9" y="40"/>
                    <a:pt x="9" y="40"/>
                  </a:cubicBezTo>
                  <a:cubicBezTo>
                    <a:pt x="14" y="40"/>
                    <a:pt x="14" y="40"/>
                    <a:pt x="14" y="40"/>
                  </a:cubicBezTo>
                  <a:cubicBezTo>
                    <a:pt x="14" y="40"/>
                    <a:pt x="15" y="40"/>
                    <a:pt x="15" y="40"/>
                  </a:cubicBezTo>
                  <a:cubicBezTo>
                    <a:pt x="16" y="40"/>
                    <a:pt x="16" y="40"/>
                    <a:pt x="16" y="39"/>
                  </a:cubicBezTo>
                  <a:cubicBezTo>
                    <a:pt x="16" y="39"/>
                    <a:pt x="16" y="39"/>
                    <a:pt x="16" y="39"/>
                  </a:cubicBezTo>
                  <a:cubicBezTo>
                    <a:pt x="16" y="42"/>
                    <a:pt x="16" y="42"/>
                    <a:pt x="16" y="42"/>
                  </a:cubicBezTo>
                  <a:cubicBezTo>
                    <a:pt x="16" y="42"/>
                    <a:pt x="16" y="42"/>
                    <a:pt x="16" y="42"/>
                  </a:cubicBezTo>
                  <a:close/>
                  <a:moveTo>
                    <a:pt x="14" y="53"/>
                  </a:moveTo>
                  <a:cubicBezTo>
                    <a:pt x="13" y="53"/>
                    <a:pt x="12" y="53"/>
                    <a:pt x="11" y="52"/>
                  </a:cubicBezTo>
                  <a:cubicBezTo>
                    <a:pt x="10" y="51"/>
                    <a:pt x="10" y="51"/>
                    <a:pt x="9" y="50"/>
                  </a:cubicBezTo>
                  <a:cubicBezTo>
                    <a:pt x="9" y="49"/>
                    <a:pt x="9" y="48"/>
                    <a:pt x="9" y="47"/>
                  </a:cubicBezTo>
                  <a:cubicBezTo>
                    <a:pt x="10" y="46"/>
                    <a:pt x="11" y="45"/>
                    <a:pt x="12" y="45"/>
                  </a:cubicBezTo>
                  <a:cubicBezTo>
                    <a:pt x="13" y="44"/>
                    <a:pt x="14" y="44"/>
                    <a:pt x="16" y="45"/>
                  </a:cubicBezTo>
                  <a:cubicBezTo>
                    <a:pt x="17" y="45"/>
                    <a:pt x="18" y="46"/>
                    <a:pt x="18" y="47"/>
                  </a:cubicBezTo>
                  <a:cubicBezTo>
                    <a:pt x="18" y="48"/>
                    <a:pt x="18" y="49"/>
                    <a:pt x="18" y="50"/>
                  </a:cubicBezTo>
                  <a:cubicBezTo>
                    <a:pt x="18" y="51"/>
                    <a:pt x="17" y="51"/>
                    <a:pt x="16" y="52"/>
                  </a:cubicBezTo>
                  <a:cubicBezTo>
                    <a:pt x="14" y="46"/>
                    <a:pt x="14" y="46"/>
                    <a:pt x="14" y="46"/>
                  </a:cubicBezTo>
                  <a:cubicBezTo>
                    <a:pt x="12" y="46"/>
                    <a:pt x="12" y="47"/>
                    <a:pt x="11" y="48"/>
                  </a:cubicBezTo>
                  <a:cubicBezTo>
                    <a:pt x="10" y="49"/>
                    <a:pt x="10" y="49"/>
                    <a:pt x="10" y="51"/>
                  </a:cubicBezTo>
                  <a:cubicBezTo>
                    <a:pt x="11" y="51"/>
                    <a:pt x="11" y="52"/>
                    <a:pt x="12" y="52"/>
                  </a:cubicBezTo>
                  <a:cubicBezTo>
                    <a:pt x="13" y="52"/>
                    <a:pt x="14" y="52"/>
                    <a:pt x="14" y="53"/>
                  </a:cubicBezTo>
                  <a:cubicBezTo>
                    <a:pt x="14" y="53"/>
                    <a:pt x="14" y="53"/>
                    <a:pt x="14" y="53"/>
                  </a:cubicBezTo>
                  <a:close/>
                  <a:moveTo>
                    <a:pt x="16" y="49"/>
                  </a:moveTo>
                  <a:cubicBezTo>
                    <a:pt x="18" y="49"/>
                    <a:pt x="18" y="48"/>
                    <a:pt x="18" y="47"/>
                  </a:cubicBezTo>
                  <a:cubicBezTo>
                    <a:pt x="17" y="45"/>
                    <a:pt x="16" y="45"/>
                    <a:pt x="14" y="45"/>
                  </a:cubicBezTo>
                  <a:cubicBezTo>
                    <a:pt x="16" y="49"/>
                    <a:pt x="16" y="49"/>
                    <a:pt x="16" y="49"/>
                  </a:cubicBezTo>
                  <a:close/>
                  <a:moveTo>
                    <a:pt x="22" y="58"/>
                  </a:moveTo>
                  <a:cubicBezTo>
                    <a:pt x="22" y="58"/>
                    <a:pt x="21" y="58"/>
                    <a:pt x="21" y="57"/>
                  </a:cubicBezTo>
                  <a:cubicBezTo>
                    <a:pt x="21" y="57"/>
                    <a:pt x="21" y="57"/>
                    <a:pt x="21" y="57"/>
                  </a:cubicBezTo>
                  <a:cubicBezTo>
                    <a:pt x="21" y="56"/>
                    <a:pt x="21" y="56"/>
                    <a:pt x="21" y="56"/>
                  </a:cubicBezTo>
                  <a:cubicBezTo>
                    <a:pt x="21" y="55"/>
                    <a:pt x="21" y="55"/>
                    <a:pt x="20" y="55"/>
                  </a:cubicBezTo>
                  <a:cubicBezTo>
                    <a:pt x="20" y="55"/>
                    <a:pt x="20" y="55"/>
                    <a:pt x="19" y="55"/>
                  </a:cubicBezTo>
                  <a:cubicBezTo>
                    <a:pt x="15" y="57"/>
                    <a:pt x="15" y="57"/>
                    <a:pt x="15" y="57"/>
                  </a:cubicBezTo>
                  <a:cubicBezTo>
                    <a:pt x="14" y="58"/>
                    <a:pt x="14" y="59"/>
                    <a:pt x="14" y="59"/>
                  </a:cubicBezTo>
                  <a:cubicBezTo>
                    <a:pt x="14" y="59"/>
                    <a:pt x="14" y="59"/>
                    <a:pt x="14" y="59"/>
                  </a:cubicBezTo>
                  <a:cubicBezTo>
                    <a:pt x="12" y="55"/>
                    <a:pt x="12" y="55"/>
                    <a:pt x="12" y="55"/>
                  </a:cubicBezTo>
                  <a:cubicBezTo>
                    <a:pt x="12" y="55"/>
                    <a:pt x="12" y="55"/>
                    <a:pt x="12" y="55"/>
                  </a:cubicBezTo>
                  <a:cubicBezTo>
                    <a:pt x="13" y="56"/>
                    <a:pt x="14" y="56"/>
                    <a:pt x="14" y="56"/>
                  </a:cubicBezTo>
                  <a:cubicBezTo>
                    <a:pt x="19" y="54"/>
                    <a:pt x="19" y="54"/>
                    <a:pt x="19" y="54"/>
                  </a:cubicBezTo>
                  <a:cubicBezTo>
                    <a:pt x="20" y="53"/>
                    <a:pt x="20" y="53"/>
                    <a:pt x="20" y="53"/>
                  </a:cubicBezTo>
                  <a:cubicBezTo>
                    <a:pt x="20" y="53"/>
                    <a:pt x="20" y="52"/>
                    <a:pt x="20" y="52"/>
                  </a:cubicBezTo>
                  <a:cubicBezTo>
                    <a:pt x="20" y="52"/>
                    <a:pt x="20" y="52"/>
                    <a:pt x="20" y="52"/>
                  </a:cubicBezTo>
                  <a:cubicBezTo>
                    <a:pt x="22" y="54"/>
                    <a:pt x="22" y="54"/>
                    <a:pt x="22" y="54"/>
                  </a:cubicBezTo>
                  <a:cubicBezTo>
                    <a:pt x="21" y="55"/>
                    <a:pt x="21" y="55"/>
                    <a:pt x="21" y="55"/>
                  </a:cubicBezTo>
                  <a:cubicBezTo>
                    <a:pt x="22" y="55"/>
                    <a:pt x="23" y="56"/>
                    <a:pt x="24" y="57"/>
                  </a:cubicBezTo>
                  <a:cubicBezTo>
                    <a:pt x="24" y="57"/>
                    <a:pt x="24" y="57"/>
                    <a:pt x="24" y="57"/>
                  </a:cubicBezTo>
                  <a:cubicBezTo>
                    <a:pt x="23" y="58"/>
                    <a:pt x="22" y="58"/>
                    <a:pt x="22" y="58"/>
                  </a:cubicBezTo>
                  <a:close/>
                  <a:moveTo>
                    <a:pt x="21" y="67"/>
                  </a:moveTo>
                  <a:cubicBezTo>
                    <a:pt x="20" y="68"/>
                    <a:pt x="19" y="68"/>
                    <a:pt x="18" y="67"/>
                  </a:cubicBezTo>
                  <a:cubicBezTo>
                    <a:pt x="18" y="67"/>
                    <a:pt x="17" y="67"/>
                    <a:pt x="17" y="66"/>
                  </a:cubicBezTo>
                  <a:cubicBezTo>
                    <a:pt x="17" y="65"/>
                    <a:pt x="16" y="65"/>
                    <a:pt x="16" y="65"/>
                  </a:cubicBezTo>
                  <a:cubicBezTo>
                    <a:pt x="16" y="64"/>
                    <a:pt x="16" y="64"/>
                    <a:pt x="16" y="63"/>
                  </a:cubicBezTo>
                  <a:cubicBezTo>
                    <a:pt x="16" y="63"/>
                    <a:pt x="16" y="63"/>
                    <a:pt x="16" y="63"/>
                  </a:cubicBezTo>
                  <a:cubicBezTo>
                    <a:pt x="16" y="63"/>
                    <a:pt x="16" y="63"/>
                    <a:pt x="16" y="63"/>
                  </a:cubicBezTo>
                  <a:cubicBezTo>
                    <a:pt x="18" y="61"/>
                    <a:pt x="18" y="61"/>
                    <a:pt x="18" y="61"/>
                  </a:cubicBezTo>
                  <a:cubicBezTo>
                    <a:pt x="18" y="61"/>
                    <a:pt x="18" y="61"/>
                    <a:pt x="18" y="61"/>
                  </a:cubicBezTo>
                  <a:cubicBezTo>
                    <a:pt x="17" y="63"/>
                    <a:pt x="16" y="64"/>
                    <a:pt x="17" y="65"/>
                  </a:cubicBezTo>
                  <a:cubicBezTo>
                    <a:pt x="18" y="65"/>
                    <a:pt x="18" y="66"/>
                    <a:pt x="18" y="66"/>
                  </a:cubicBezTo>
                  <a:cubicBezTo>
                    <a:pt x="18" y="66"/>
                    <a:pt x="19" y="66"/>
                    <a:pt x="19" y="66"/>
                  </a:cubicBezTo>
                  <a:cubicBezTo>
                    <a:pt x="20" y="65"/>
                    <a:pt x="20" y="65"/>
                    <a:pt x="20" y="63"/>
                  </a:cubicBezTo>
                  <a:cubicBezTo>
                    <a:pt x="20" y="62"/>
                    <a:pt x="20" y="62"/>
                    <a:pt x="20" y="62"/>
                  </a:cubicBezTo>
                  <a:cubicBezTo>
                    <a:pt x="20" y="61"/>
                    <a:pt x="20" y="60"/>
                    <a:pt x="21" y="59"/>
                  </a:cubicBezTo>
                  <a:cubicBezTo>
                    <a:pt x="22" y="59"/>
                    <a:pt x="22" y="59"/>
                    <a:pt x="23" y="59"/>
                  </a:cubicBezTo>
                  <a:cubicBezTo>
                    <a:pt x="24" y="59"/>
                    <a:pt x="24" y="60"/>
                    <a:pt x="25" y="61"/>
                  </a:cubicBezTo>
                  <a:cubicBezTo>
                    <a:pt x="25" y="61"/>
                    <a:pt x="25" y="61"/>
                    <a:pt x="25" y="62"/>
                  </a:cubicBezTo>
                  <a:cubicBezTo>
                    <a:pt x="25" y="62"/>
                    <a:pt x="25" y="63"/>
                    <a:pt x="26" y="63"/>
                  </a:cubicBezTo>
                  <a:cubicBezTo>
                    <a:pt x="26" y="63"/>
                    <a:pt x="26" y="63"/>
                    <a:pt x="26" y="63"/>
                  </a:cubicBezTo>
                  <a:cubicBezTo>
                    <a:pt x="26" y="63"/>
                    <a:pt x="26" y="63"/>
                    <a:pt x="26" y="63"/>
                  </a:cubicBezTo>
                  <a:cubicBezTo>
                    <a:pt x="24" y="64"/>
                    <a:pt x="24" y="64"/>
                    <a:pt x="24" y="64"/>
                  </a:cubicBezTo>
                  <a:cubicBezTo>
                    <a:pt x="24" y="64"/>
                    <a:pt x="24" y="64"/>
                    <a:pt x="24" y="64"/>
                  </a:cubicBezTo>
                  <a:cubicBezTo>
                    <a:pt x="25" y="63"/>
                    <a:pt x="25" y="61"/>
                    <a:pt x="25" y="61"/>
                  </a:cubicBezTo>
                  <a:cubicBezTo>
                    <a:pt x="25" y="60"/>
                    <a:pt x="24" y="60"/>
                    <a:pt x="24" y="60"/>
                  </a:cubicBezTo>
                  <a:cubicBezTo>
                    <a:pt x="24" y="60"/>
                    <a:pt x="23" y="60"/>
                    <a:pt x="23" y="60"/>
                  </a:cubicBezTo>
                  <a:cubicBezTo>
                    <a:pt x="22" y="60"/>
                    <a:pt x="22" y="61"/>
                    <a:pt x="22" y="62"/>
                  </a:cubicBezTo>
                  <a:cubicBezTo>
                    <a:pt x="22" y="64"/>
                    <a:pt x="22" y="64"/>
                    <a:pt x="22" y="64"/>
                  </a:cubicBezTo>
                  <a:cubicBezTo>
                    <a:pt x="22" y="66"/>
                    <a:pt x="22" y="67"/>
                    <a:pt x="21" y="67"/>
                  </a:cubicBezTo>
                  <a:close/>
                  <a:moveTo>
                    <a:pt x="33" y="67"/>
                  </a:moveTo>
                  <a:cubicBezTo>
                    <a:pt x="32" y="67"/>
                    <a:pt x="32" y="67"/>
                    <a:pt x="32" y="67"/>
                  </a:cubicBezTo>
                  <a:cubicBezTo>
                    <a:pt x="32" y="67"/>
                    <a:pt x="32" y="66"/>
                    <a:pt x="31" y="66"/>
                  </a:cubicBezTo>
                  <a:cubicBezTo>
                    <a:pt x="31" y="66"/>
                    <a:pt x="31" y="66"/>
                    <a:pt x="31" y="65"/>
                  </a:cubicBezTo>
                  <a:cubicBezTo>
                    <a:pt x="31" y="65"/>
                    <a:pt x="32" y="65"/>
                    <a:pt x="32" y="65"/>
                  </a:cubicBezTo>
                  <a:cubicBezTo>
                    <a:pt x="32" y="65"/>
                    <a:pt x="32" y="64"/>
                    <a:pt x="32" y="65"/>
                  </a:cubicBezTo>
                  <a:cubicBezTo>
                    <a:pt x="33" y="65"/>
                    <a:pt x="33" y="65"/>
                    <a:pt x="33" y="65"/>
                  </a:cubicBezTo>
                  <a:cubicBezTo>
                    <a:pt x="33" y="65"/>
                    <a:pt x="34" y="65"/>
                    <a:pt x="33" y="66"/>
                  </a:cubicBezTo>
                  <a:cubicBezTo>
                    <a:pt x="33" y="66"/>
                    <a:pt x="33" y="66"/>
                    <a:pt x="33" y="67"/>
                  </a:cubicBezTo>
                  <a:close/>
                  <a:moveTo>
                    <a:pt x="22" y="75"/>
                  </a:moveTo>
                  <a:cubicBezTo>
                    <a:pt x="20" y="71"/>
                    <a:pt x="20" y="71"/>
                    <a:pt x="20" y="71"/>
                  </a:cubicBezTo>
                  <a:cubicBezTo>
                    <a:pt x="20" y="71"/>
                    <a:pt x="20" y="71"/>
                    <a:pt x="20" y="71"/>
                  </a:cubicBezTo>
                  <a:cubicBezTo>
                    <a:pt x="21" y="71"/>
                    <a:pt x="22" y="72"/>
                    <a:pt x="22" y="71"/>
                  </a:cubicBezTo>
                  <a:cubicBezTo>
                    <a:pt x="27" y="69"/>
                    <a:pt x="27" y="69"/>
                    <a:pt x="27" y="69"/>
                  </a:cubicBezTo>
                  <a:cubicBezTo>
                    <a:pt x="28" y="68"/>
                    <a:pt x="28" y="68"/>
                    <a:pt x="28" y="67"/>
                  </a:cubicBezTo>
                  <a:cubicBezTo>
                    <a:pt x="27" y="67"/>
                    <a:pt x="27" y="67"/>
                    <a:pt x="27" y="67"/>
                  </a:cubicBezTo>
                  <a:cubicBezTo>
                    <a:pt x="28" y="67"/>
                    <a:pt x="28" y="67"/>
                    <a:pt x="28" y="67"/>
                  </a:cubicBezTo>
                  <a:cubicBezTo>
                    <a:pt x="30" y="69"/>
                    <a:pt x="30" y="69"/>
                    <a:pt x="30" y="69"/>
                  </a:cubicBezTo>
                  <a:cubicBezTo>
                    <a:pt x="24" y="73"/>
                    <a:pt x="24" y="73"/>
                    <a:pt x="24" y="73"/>
                  </a:cubicBezTo>
                  <a:cubicBezTo>
                    <a:pt x="22" y="73"/>
                    <a:pt x="22" y="73"/>
                    <a:pt x="22" y="75"/>
                  </a:cubicBezTo>
                  <a:cubicBezTo>
                    <a:pt x="22" y="75"/>
                    <a:pt x="22" y="75"/>
                    <a:pt x="22" y="75"/>
                  </a:cubicBezTo>
                  <a:close/>
                  <a:moveTo>
                    <a:pt x="28" y="80"/>
                  </a:moveTo>
                  <a:cubicBezTo>
                    <a:pt x="27" y="80"/>
                    <a:pt x="26" y="80"/>
                    <a:pt x="26" y="79"/>
                  </a:cubicBezTo>
                  <a:cubicBezTo>
                    <a:pt x="26" y="79"/>
                    <a:pt x="25" y="79"/>
                    <a:pt x="25" y="79"/>
                  </a:cubicBezTo>
                  <a:cubicBezTo>
                    <a:pt x="24" y="78"/>
                    <a:pt x="24" y="77"/>
                    <a:pt x="26" y="76"/>
                  </a:cubicBezTo>
                  <a:cubicBezTo>
                    <a:pt x="31" y="73"/>
                    <a:pt x="31" y="73"/>
                    <a:pt x="31" y="73"/>
                  </a:cubicBezTo>
                  <a:cubicBezTo>
                    <a:pt x="30" y="71"/>
                    <a:pt x="30" y="71"/>
                    <a:pt x="30" y="71"/>
                  </a:cubicBezTo>
                  <a:cubicBezTo>
                    <a:pt x="30" y="71"/>
                    <a:pt x="30" y="71"/>
                    <a:pt x="30" y="71"/>
                  </a:cubicBezTo>
                  <a:cubicBezTo>
                    <a:pt x="30" y="71"/>
                    <a:pt x="30" y="71"/>
                    <a:pt x="30" y="71"/>
                  </a:cubicBezTo>
                  <a:cubicBezTo>
                    <a:pt x="31" y="72"/>
                    <a:pt x="32" y="72"/>
                    <a:pt x="34" y="72"/>
                  </a:cubicBezTo>
                  <a:cubicBezTo>
                    <a:pt x="34" y="72"/>
                    <a:pt x="34" y="72"/>
                    <a:pt x="34" y="72"/>
                  </a:cubicBezTo>
                  <a:cubicBezTo>
                    <a:pt x="32" y="73"/>
                    <a:pt x="32" y="73"/>
                    <a:pt x="32" y="73"/>
                  </a:cubicBezTo>
                  <a:cubicBezTo>
                    <a:pt x="33" y="75"/>
                    <a:pt x="33" y="75"/>
                    <a:pt x="33" y="75"/>
                  </a:cubicBezTo>
                  <a:cubicBezTo>
                    <a:pt x="33" y="75"/>
                    <a:pt x="33" y="75"/>
                    <a:pt x="33" y="75"/>
                  </a:cubicBezTo>
                  <a:cubicBezTo>
                    <a:pt x="32" y="74"/>
                    <a:pt x="32" y="74"/>
                    <a:pt x="32" y="74"/>
                  </a:cubicBezTo>
                  <a:cubicBezTo>
                    <a:pt x="27" y="77"/>
                    <a:pt x="27" y="77"/>
                    <a:pt x="27" y="77"/>
                  </a:cubicBezTo>
                  <a:cubicBezTo>
                    <a:pt x="26" y="78"/>
                    <a:pt x="26" y="79"/>
                    <a:pt x="26" y="79"/>
                  </a:cubicBezTo>
                  <a:cubicBezTo>
                    <a:pt x="27" y="79"/>
                    <a:pt x="27" y="79"/>
                    <a:pt x="28" y="80"/>
                  </a:cubicBezTo>
                  <a:cubicBezTo>
                    <a:pt x="28" y="80"/>
                    <a:pt x="28" y="80"/>
                    <a:pt x="28" y="80"/>
                  </a:cubicBezTo>
                  <a:close/>
                  <a:moveTo>
                    <a:pt x="40" y="84"/>
                  </a:moveTo>
                  <a:cubicBezTo>
                    <a:pt x="40" y="84"/>
                    <a:pt x="40" y="83"/>
                    <a:pt x="40" y="83"/>
                  </a:cubicBezTo>
                  <a:cubicBezTo>
                    <a:pt x="39" y="83"/>
                    <a:pt x="39" y="83"/>
                    <a:pt x="39" y="83"/>
                  </a:cubicBezTo>
                  <a:cubicBezTo>
                    <a:pt x="30" y="86"/>
                    <a:pt x="30" y="86"/>
                    <a:pt x="30" y="86"/>
                  </a:cubicBezTo>
                  <a:cubicBezTo>
                    <a:pt x="28" y="87"/>
                    <a:pt x="26" y="87"/>
                    <a:pt x="25" y="86"/>
                  </a:cubicBezTo>
                  <a:cubicBezTo>
                    <a:pt x="24" y="85"/>
                    <a:pt x="25" y="84"/>
                    <a:pt x="25" y="84"/>
                  </a:cubicBezTo>
                  <a:cubicBezTo>
                    <a:pt x="25" y="84"/>
                    <a:pt x="26" y="84"/>
                    <a:pt x="26" y="84"/>
                  </a:cubicBezTo>
                  <a:cubicBezTo>
                    <a:pt x="26" y="84"/>
                    <a:pt x="26" y="84"/>
                    <a:pt x="26" y="84"/>
                  </a:cubicBezTo>
                  <a:cubicBezTo>
                    <a:pt x="26" y="84"/>
                    <a:pt x="27" y="85"/>
                    <a:pt x="27" y="85"/>
                  </a:cubicBezTo>
                  <a:cubicBezTo>
                    <a:pt x="27" y="85"/>
                    <a:pt x="27" y="85"/>
                    <a:pt x="27" y="85"/>
                  </a:cubicBezTo>
                  <a:cubicBezTo>
                    <a:pt x="28" y="86"/>
                    <a:pt x="29" y="86"/>
                    <a:pt x="31" y="85"/>
                  </a:cubicBezTo>
                  <a:cubicBezTo>
                    <a:pt x="34" y="78"/>
                    <a:pt x="34" y="78"/>
                    <a:pt x="34" y="78"/>
                  </a:cubicBezTo>
                  <a:cubicBezTo>
                    <a:pt x="35" y="77"/>
                    <a:pt x="35" y="77"/>
                    <a:pt x="35" y="77"/>
                  </a:cubicBezTo>
                  <a:cubicBezTo>
                    <a:pt x="35" y="77"/>
                    <a:pt x="35" y="77"/>
                    <a:pt x="34" y="76"/>
                  </a:cubicBezTo>
                  <a:cubicBezTo>
                    <a:pt x="35" y="76"/>
                    <a:pt x="35" y="76"/>
                    <a:pt x="35" y="76"/>
                  </a:cubicBezTo>
                  <a:cubicBezTo>
                    <a:pt x="38" y="79"/>
                    <a:pt x="38" y="79"/>
                    <a:pt x="38" y="79"/>
                  </a:cubicBezTo>
                  <a:cubicBezTo>
                    <a:pt x="37" y="79"/>
                    <a:pt x="37" y="79"/>
                    <a:pt x="37" y="79"/>
                  </a:cubicBezTo>
                  <a:cubicBezTo>
                    <a:pt x="37" y="79"/>
                    <a:pt x="36" y="79"/>
                    <a:pt x="36" y="79"/>
                  </a:cubicBezTo>
                  <a:cubicBezTo>
                    <a:pt x="36" y="79"/>
                    <a:pt x="36" y="79"/>
                    <a:pt x="36" y="79"/>
                  </a:cubicBezTo>
                  <a:cubicBezTo>
                    <a:pt x="33" y="84"/>
                    <a:pt x="33" y="84"/>
                    <a:pt x="33" y="84"/>
                  </a:cubicBezTo>
                  <a:cubicBezTo>
                    <a:pt x="38" y="83"/>
                    <a:pt x="38" y="83"/>
                    <a:pt x="38" y="83"/>
                  </a:cubicBezTo>
                  <a:cubicBezTo>
                    <a:pt x="38" y="83"/>
                    <a:pt x="39" y="82"/>
                    <a:pt x="39" y="82"/>
                  </a:cubicBezTo>
                  <a:cubicBezTo>
                    <a:pt x="39" y="82"/>
                    <a:pt x="39" y="82"/>
                    <a:pt x="39" y="82"/>
                  </a:cubicBezTo>
                  <a:cubicBezTo>
                    <a:pt x="39" y="81"/>
                    <a:pt x="39" y="81"/>
                    <a:pt x="38" y="81"/>
                  </a:cubicBezTo>
                  <a:cubicBezTo>
                    <a:pt x="39" y="81"/>
                    <a:pt x="39" y="81"/>
                    <a:pt x="39" y="81"/>
                  </a:cubicBezTo>
                  <a:cubicBezTo>
                    <a:pt x="40" y="84"/>
                    <a:pt x="40" y="84"/>
                    <a:pt x="40" y="84"/>
                  </a:cubicBezTo>
                  <a:cubicBezTo>
                    <a:pt x="40" y="84"/>
                    <a:pt x="40" y="84"/>
                    <a:pt x="40" y="84"/>
                  </a:cubicBezTo>
                  <a:close/>
                  <a:moveTo>
                    <a:pt x="47" y="97"/>
                  </a:moveTo>
                  <a:cubicBezTo>
                    <a:pt x="46" y="97"/>
                    <a:pt x="45" y="98"/>
                    <a:pt x="44" y="98"/>
                  </a:cubicBezTo>
                  <a:cubicBezTo>
                    <a:pt x="42" y="98"/>
                    <a:pt x="41" y="98"/>
                    <a:pt x="40" y="97"/>
                  </a:cubicBezTo>
                  <a:cubicBezTo>
                    <a:pt x="40" y="96"/>
                    <a:pt x="39" y="95"/>
                    <a:pt x="39" y="94"/>
                  </a:cubicBezTo>
                  <a:cubicBezTo>
                    <a:pt x="39" y="93"/>
                    <a:pt x="40" y="91"/>
                    <a:pt x="41" y="91"/>
                  </a:cubicBezTo>
                  <a:cubicBezTo>
                    <a:pt x="42" y="90"/>
                    <a:pt x="43" y="89"/>
                    <a:pt x="44" y="89"/>
                  </a:cubicBezTo>
                  <a:cubicBezTo>
                    <a:pt x="45" y="89"/>
                    <a:pt x="46" y="89"/>
                    <a:pt x="47" y="90"/>
                  </a:cubicBezTo>
                  <a:cubicBezTo>
                    <a:pt x="48" y="91"/>
                    <a:pt x="49" y="92"/>
                    <a:pt x="49" y="93"/>
                  </a:cubicBezTo>
                  <a:cubicBezTo>
                    <a:pt x="49" y="95"/>
                    <a:pt x="48" y="95"/>
                    <a:pt x="47" y="97"/>
                  </a:cubicBezTo>
                  <a:close/>
                  <a:moveTo>
                    <a:pt x="45" y="96"/>
                  </a:moveTo>
                  <a:cubicBezTo>
                    <a:pt x="46" y="95"/>
                    <a:pt x="47" y="94"/>
                    <a:pt x="47" y="93"/>
                  </a:cubicBezTo>
                  <a:cubicBezTo>
                    <a:pt x="48" y="92"/>
                    <a:pt x="47" y="91"/>
                    <a:pt x="47" y="90"/>
                  </a:cubicBezTo>
                  <a:cubicBezTo>
                    <a:pt x="46" y="90"/>
                    <a:pt x="46" y="89"/>
                    <a:pt x="45" y="90"/>
                  </a:cubicBezTo>
                  <a:cubicBezTo>
                    <a:pt x="44" y="90"/>
                    <a:pt x="44" y="91"/>
                    <a:pt x="43" y="91"/>
                  </a:cubicBezTo>
                  <a:cubicBezTo>
                    <a:pt x="42" y="92"/>
                    <a:pt x="41" y="93"/>
                    <a:pt x="41" y="94"/>
                  </a:cubicBezTo>
                  <a:cubicBezTo>
                    <a:pt x="40" y="95"/>
                    <a:pt x="40" y="96"/>
                    <a:pt x="41" y="97"/>
                  </a:cubicBezTo>
                  <a:cubicBezTo>
                    <a:pt x="42" y="97"/>
                    <a:pt x="42" y="97"/>
                    <a:pt x="43" y="97"/>
                  </a:cubicBezTo>
                  <a:cubicBezTo>
                    <a:pt x="44" y="97"/>
                    <a:pt x="44" y="97"/>
                    <a:pt x="45" y="96"/>
                  </a:cubicBezTo>
                  <a:close/>
                  <a:moveTo>
                    <a:pt x="60" y="97"/>
                  </a:moveTo>
                  <a:cubicBezTo>
                    <a:pt x="59" y="97"/>
                    <a:pt x="59" y="97"/>
                    <a:pt x="59" y="97"/>
                  </a:cubicBezTo>
                  <a:cubicBezTo>
                    <a:pt x="59" y="97"/>
                    <a:pt x="59" y="97"/>
                    <a:pt x="59" y="97"/>
                  </a:cubicBezTo>
                  <a:cubicBezTo>
                    <a:pt x="58" y="97"/>
                    <a:pt x="58" y="97"/>
                    <a:pt x="58" y="96"/>
                  </a:cubicBezTo>
                  <a:cubicBezTo>
                    <a:pt x="58" y="96"/>
                    <a:pt x="58" y="95"/>
                    <a:pt x="58" y="95"/>
                  </a:cubicBezTo>
                  <a:cubicBezTo>
                    <a:pt x="58" y="95"/>
                    <a:pt x="58" y="95"/>
                    <a:pt x="58" y="95"/>
                  </a:cubicBezTo>
                  <a:cubicBezTo>
                    <a:pt x="58" y="94"/>
                    <a:pt x="57" y="94"/>
                    <a:pt x="56" y="95"/>
                  </a:cubicBezTo>
                  <a:cubicBezTo>
                    <a:pt x="54" y="97"/>
                    <a:pt x="54" y="97"/>
                    <a:pt x="54" y="97"/>
                  </a:cubicBezTo>
                  <a:cubicBezTo>
                    <a:pt x="56" y="99"/>
                    <a:pt x="56" y="99"/>
                    <a:pt x="56" y="99"/>
                  </a:cubicBezTo>
                  <a:cubicBezTo>
                    <a:pt x="56" y="99"/>
                    <a:pt x="56" y="99"/>
                    <a:pt x="56" y="99"/>
                  </a:cubicBezTo>
                  <a:cubicBezTo>
                    <a:pt x="54" y="97"/>
                    <a:pt x="54" y="97"/>
                    <a:pt x="54" y="97"/>
                  </a:cubicBezTo>
                  <a:cubicBezTo>
                    <a:pt x="50" y="103"/>
                    <a:pt x="50" y="103"/>
                    <a:pt x="50" y="103"/>
                  </a:cubicBezTo>
                  <a:cubicBezTo>
                    <a:pt x="49" y="103"/>
                    <a:pt x="49" y="104"/>
                    <a:pt x="50" y="105"/>
                  </a:cubicBezTo>
                  <a:cubicBezTo>
                    <a:pt x="50" y="105"/>
                    <a:pt x="50" y="105"/>
                    <a:pt x="50" y="105"/>
                  </a:cubicBezTo>
                  <a:cubicBezTo>
                    <a:pt x="46" y="102"/>
                    <a:pt x="46" y="102"/>
                    <a:pt x="46" y="102"/>
                  </a:cubicBezTo>
                  <a:cubicBezTo>
                    <a:pt x="46" y="101"/>
                    <a:pt x="46" y="101"/>
                    <a:pt x="46" y="101"/>
                  </a:cubicBezTo>
                  <a:cubicBezTo>
                    <a:pt x="47" y="102"/>
                    <a:pt x="48" y="102"/>
                    <a:pt x="48" y="101"/>
                  </a:cubicBezTo>
                  <a:cubicBezTo>
                    <a:pt x="52" y="96"/>
                    <a:pt x="52" y="96"/>
                    <a:pt x="52" y="96"/>
                  </a:cubicBezTo>
                  <a:cubicBezTo>
                    <a:pt x="51" y="95"/>
                    <a:pt x="51" y="95"/>
                    <a:pt x="51" y="95"/>
                  </a:cubicBezTo>
                  <a:cubicBezTo>
                    <a:pt x="52" y="95"/>
                    <a:pt x="52" y="95"/>
                    <a:pt x="52" y="95"/>
                  </a:cubicBezTo>
                  <a:cubicBezTo>
                    <a:pt x="53" y="96"/>
                    <a:pt x="53" y="96"/>
                    <a:pt x="53" y="96"/>
                  </a:cubicBezTo>
                  <a:cubicBezTo>
                    <a:pt x="53" y="95"/>
                    <a:pt x="53" y="95"/>
                    <a:pt x="53" y="95"/>
                  </a:cubicBezTo>
                  <a:cubicBezTo>
                    <a:pt x="54" y="95"/>
                    <a:pt x="55" y="94"/>
                    <a:pt x="56" y="94"/>
                  </a:cubicBezTo>
                  <a:cubicBezTo>
                    <a:pt x="57" y="94"/>
                    <a:pt x="58" y="94"/>
                    <a:pt x="59" y="95"/>
                  </a:cubicBezTo>
                  <a:cubicBezTo>
                    <a:pt x="59" y="95"/>
                    <a:pt x="60" y="95"/>
                    <a:pt x="60" y="96"/>
                  </a:cubicBezTo>
                  <a:cubicBezTo>
                    <a:pt x="60" y="96"/>
                    <a:pt x="60" y="96"/>
                    <a:pt x="60" y="97"/>
                  </a:cubicBezTo>
                  <a:close/>
                  <a:moveTo>
                    <a:pt x="65" y="111"/>
                  </a:moveTo>
                  <a:cubicBezTo>
                    <a:pt x="64" y="113"/>
                    <a:pt x="63" y="113"/>
                    <a:pt x="62" y="113"/>
                  </a:cubicBezTo>
                  <a:cubicBezTo>
                    <a:pt x="61" y="113"/>
                    <a:pt x="60" y="113"/>
                    <a:pt x="59" y="112"/>
                  </a:cubicBezTo>
                  <a:cubicBezTo>
                    <a:pt x="58" y="112"/>
                    <a:pt x="58" y="111"/>
                    <a:pt x="58" y="111"/>
                  </a:cubicBezTo>
                  <a:cubicBezTo>
                    <a:pt x="57" y="111"/>
                    <a:pt x="57" y="110"/>
                    <a:pt x="57" y="110"/>
                  </a:cubicBezTo>
                  <a:cubicBezTo>
                    <a:pt x="56" y="109"/>
                    <a:pt x="56" y="110"/>
                    <a:pt x="56" y="110"/>
                  </a:cubicBezTo>
                  <a:cubicBezTo>
                    <a:pt x="56" y="109"/>
                    <a:pt x="56" y="109"/>
                    <a:pt x="56" y="109"/>
                  </a:cubicBezTo>
                  <a:cubicBezTo>
                    <a:pt x="58" y="105"/>
                    <a:pt x="58" y="105"/>
                    <a:pt x="58" y="105"/>
                  </a:cubicBezTo>
                  <a:cubicBezTo>
                    <a:pt x="58" y="106"/>
                    <a:pt x="58" y="106"/>
                    <a:pt x="58" y="106"/>
                  </a:cubicBezTo>
                  <a:cubicBezTo>
                    <a:pt x="57" y="108"/>
                    <a:pt x="58" y="110"/>
                    <a:pt x="59" y="111"/>
                  </a:cubicBezTo>
                  <a:cubicBezTo>
                    <a:pt x="60" y="112"/>
                    <a:pt x="60" y="112"/>
                    <a:pt x="61" y="112"/>
                  </a:cubicBezTo>
                  <a:cubicBezTo>
                    <a:pt x="62" y="112"/>
                    <a:pt x="62" y="111"/>
                    <a:pt x="62" y="111"/>
                  </a:cubicBezTo>
                  <a:cubicBezTo>
                    <a:pt x="63" y="110"/>
                    <a:pt x="63" y="109"/>
                    <a:pt x="62" y="107"/>
                  </a:cubicBezTo>
                  <a:cubicBezTo>
                    <a:pt x="62" y="105"/>
                    <a:pt x="62" y="105"/>
                    <a:pt x="62" y="105"/>
                  </a:cubicBezTo>
                  <a:cubicBezTo>
                    <a:pt x="61" y="104"/>
                    <a:pt x="61" y="102"/>
                    <a:pt x="62" y="101"/>
                  </a:cubicBezTo>
                  <a:cubicBezTo>
                    <a:pt x="62" y="100"/>
                    <a:pt x="63" y="100"/>
                    <a:pt x="64" y="99"/>
                  </a:cubicBezTo>
                  <a:cubicBezTo>
                    <a:pt x="65" y="99"/>
                    <a:pt x="66" y="99"/>
                    <a:pt x="67" y="100"/>
                  </a:cubicBezTo>
                  <a:cubicBezTo>
                    <a:pt x="67" y="101"/>
                    <a:pt x="68" y="101"/>
                    <a:pt x="68" y="101"/>
                  </a:cubicBezTo>
                  <a:cubicBezTo>
                    <a:pt x="68" y="102"/>
                    <a:pt x="68" y="102"/>
                    <a:pt x="69" y="102"/>
                  </a:cubicBezTo>
                  <a:cubicBezTo>
                    <a:pt x="69" y="102"/>
                    <a:pt x="69" y="102"/>
                    <a:pt x="70" y="102"/>
                  </a:cubicBezTo>
                  <a:cubicBezTo>
                    <a:pt x="70" y="103"/>
                    <a:pt x="70" y="103"/>
                    <a:pt x="70" y="103"/>
                  </a:cubicBezTo>
                  <a:cubicBezTo>
                    <a:pt x="68" y="107"/>
                    <a:pt x="68" y="107"/>
                    <a:pt x="68" y="107"/>
                  </a:cubicBezTo>
                  <a:cubicBezTo>
                    <a:pt x="67" y="106"/>
                    <a:pt x="67" y="106"/>
                    <a:pt x="67" y="106"/>
                  </a:cubicBezTo>
                  <a:cubicBezTo>
                    <a:pt x="68" y="104"/>
                    <a:pt x="68" y="102"/>
                    <a:pt x="66" y="101"/>
                  </a:cubicBezTo>
                  <a:cubicBezTo>
                    <a:pt x="66" y="101"/>
                    <a:pt x="65" y="101"/>
                    <a:pt x="64" y="101"/>
                  </a:cubicBezTo>
                  <a:cubicBezTo>
                    <a:pt x="64" y="101"/>
                    <a:pt x="64" y="101"/>
                    <a:pt x="63" y="101"/>
                  </a:cubicBezTo>
                  <a:cubicBezTo>
                    <a:pt x="63" y="102"/>
                    <a:pt x="63" y="102"/>
                    <a:pt x="63" y="103"/>
                  </a:cubicBezTo>
                  <a:cubicBezTo>
                    <a:pt x="63" y="103"/>
                    <a:pt x="63" y="104"/>
                    <a:pt x="64" y="105"/>
                  </a:cubicBezTo>
                  <a:cubicBezTo>
                    <a:pt x="64" y="107"/>
                    <a:pt x="64" y="107"/>
                    <a:pt x="64" y="107"/>
                  </a:cubicBezTo>
                  <a:cubicBezTo>
                    <a:pt x="66" y="109"/>
                    <a:pt x="66" y="111"/>
                    <a:pt x="65" y="111"/>
                  </a:cubicBezTo>
                  <a:close/>
                  <a:moveTo>
                    <a:pt x="74" y="117"/>
                  </a:moveTo>
                  <a:cubicBezTo>
                    <a:pt x="73" y="118"/>
                    <a:pt x="72" y="119"/>
                    <a:pt x="71" y="119"/>
                  </a:cubicBezTo>
                  <a:cubicBezTo>
                    <a:pt x="70" y="119"/>
                    <a:pt x="69" y="119"/>
                    <a:pt x="68" y="118"/>
                  </a:cubicBezTo>
                  <a:cubicBezTo>
                    <a:pt x="68" y="118"/>
                    <a:pt x="67" y="117"/>
                    <a:pt x="67" y="116"/>
                  </a:cubicBezTo>
                  <a:cubicBezTo>
                    <a:pt x="66" y="115"/>
                    <a:pt x="67" y="113"/>
                    <a:pt x="68" y="112"/>
                  </a:cubicBezTo>
                  <a:cubicBezTo>
                    <a:pt x="68" y="111"/>
                    <a:pt x="69" y="110"/>
                    <a:pt x="70" y="110"/>
                  </a:cubicBezTo>
                  <a:cubicBezTo>
                    <a:pt x="72" y="109"/>
                    <a:pt x="73" y="109"/>
                    <a:pt x="74" y="110"/>
                  </a:cubicBezTo>
                  <a:cubicBezTo>
                    <a:pt x="75" y="111"/>
                    <a:pt x="75" y="111"/>
                    <a:pt x="76" y="112"/>
                  </a:cubicBezTo>
                  <a:cubicBezTo>
                    <a:pt x="76" y="113"/>
                    <a:pt x="76" y="113"/>
                    <a:pt x="76" y="113"/>
                  </a:cubicBezTo>
                  <a:cubicBezTo>
                    <a:pt x="76" y="114"/>
                    <a:pt x="75" y="114"/>
                    <a:pt x="75" y="114"/>
                  </a:cubicBezTo>
                  <a:cubicBezTo>
                    <a:pt x="75" y="114"/>
                    <a:pt x="75" y="114"/>
                    <a:pt x="74" y="114"/>
                  </a:cubicBezTo>
                  <a:cubicBezTo>
                    <a:pt x="74" y="114"/>
                    <a:pt x="74" y="113"/>
                    <a:pt x="74" y="113"/>
                  </a:cubicBezTo>
                  <a:cubicBezTo>
                    <a:pt x="74" y="113"/>
                    <a:pt x="74" y="113"/>
                    <a:pt x="74" y="113"/>
                  </a:cubicBezTo>
                  <a:cubicBezTo>
                    <a:pt x="74" y="112"/>
                    <a:pt x="74" y="112"/>
                    <a:pt x="74" y="111"/>
                  </a:cubicBezTo>
                  <a:cubicBezTo>
                    <a:pt x="74" y="111"/>
                    <a:pt x="74" y="111"/>
                    <a:pt x="73" y="111"/>
                  </a:cubicBezTo>
                  <a:cubicBezTo>
                    <a:pt x="72" y="110"/>
                    <a:pt x="72" y="110"/>
                    <a:pt x="70" y="111"/>
                  </a:cubicBezTo>
                  <a:cubicBezTo>
                    <a:pt x="70" y="111"/>
                    <a:pt x="69" y="111"/>
                    <a:pt x="69" y="112"/>
                  </a:cubicBezTo>
                  <a:cubicBezTo>
                    <a:pt x="68" y="113"/>
                    <a:pt x="68" y="114"/>
                    <a:pt x="68" y="115"/>
                  </a:cubicBezTo>
                  <a:cubicBezTo>
                    <a:pt x="68" y="116"/>
                    <a:pt x="68" y="117"/>
                    <a:pt x="69" y="117"/>
                  </a:cubicBezTo>
                  <a:cubicBezTo>
                    <a:pt x="71" y="118"/>
                    <a:pt x="72" y="118"/>
                    <a:pt x="74" y="117"/>
                  </a:cubicBezTo>
                  <a:cubicBezTo>
                    <a:pt x="74" y="117"/>
                    <a:pt x="74" y="117"/>
                    <a:pt x="74" y="117"/>
                  </a:cubicBezTo>
                  <a:close/>
                  <a:moveTo>
                    <a:pt x="83" y="111"/>
                  </a:moveTo>
                  <a:cubicBezTo>
                    <a:pt x="83" y="111"/>
                    <a:pt x="82" y="111"/>
                    <a:pt x="82" y="111"/>
                  </a:cubicBezTo>
                  <a:cubicBezTo>
                    <a:pt x="82" y="111"/>
                    <a:pt x="82" y="111"/>
                    <a:pt x="81" y="111"/>
                  </a:cubicBezTo>
                  <a:cubicBezTo>
                    <a:pt x="81" y="111"/>
                    <a:pt x="81" y="111"/>
                    <a:pt x="81" y="111"/>
                  </a:cubicBezTo>
                  <a:cubicBezTo>
                    <a:pt x="81" y="110"/>
                    <a:pt x="81" y="110"/>
                    <a:pt x="81" y="110"/>
                  </a:cubicBezTo>
                  <a:cubicBezTo>
                    <a:pt x="81" y="109"/>
                    <a:pt x="81" y="109"/>
                    <a:pt x="82" y="109"/>
                  </a:cubicBezTo>
                  <a:cubicBezTo>
                    <a:pt x="82" y="109"/>
                    <a:pt x="82" y="109"/>
                    <a:pt x="82" y="109"/>
                  </a:cubicBezTo>
                  <a:cubicBezTo>
                    <a:pt x="83" y="109"/>
                    <a:pt x="83" y="110"/>
                    <a:pt x="83" y="110"/>
                  </a:cubicBezTo>
                  <a:cubicBezTo>
                    <a:pt x="83" y="111"/>
                    <a:pt x="83" y="111"/>
                    <a:pt x="83" y="111"/>
                  </a:cubicBezTo>
                  <a:close/>
                  <a:moveTo>
                    <a:pt x="78" y="123"/>
                  </a:moveTo>
                  <a:cubicBezTo>
                    <a:pt x="74" y="121"/>
                    <a:pt x="74" y="121"/>
                    <a:pt x="74" y="121"/>
                  </a:cubicBezTo>
                  <a:cubicBezTo>
                    <a:pt x="74" y="121"/>
                    <a:pt x="74" y="121"/>
                    <a:pt x="74" y="121"/>
                  </a:cubicBezTo>
                  <a:cubicBezTo>
                    <a:pt x="75" y="121"/>
                    <a:pt x="76" y="121"/>
                    <a:pt x="76" y="120"/>
                  </a:cubicBezTo>
                  <a:cubicBezTo>
                    <a:pt x="78" y="115"/>
                    <a:pt x="78" y="115"/>
                    <a:pt x="78" y="115"/>
                  </a:cubicBezTo>
                  <a:cubicBezTo>
                    <a:pt x="79" y="115"/>
                    <a:pt x="79" y="114"/>
                    <a:pt x="78" y="114"/>
                  </a:cubicBezTo>
                  <a:cubicBezTo>
                    <a:pt x="78" y="114"/>
                    <a:pt x="78" y="114"/>
                    <a:pt x="78" y="114"/>
                  </a:cubicBezTo>
                  <a:cubicBezTo>
                    <a:pt x="78" y="113"/>
                    <a:pt x="78" y="113"/>
                    <a:pt x="78" y="113"/>
                  </a:cubicBezTo>
                  <a:cubicBezTo>
                    <a:pt x="81" y="114"/>
                    <a:pt x="81" y="114"/>
                    <a:pt x="81" y="114"/>
                  </a:cubicBezTo>
                  <a:cubicBezTo>
                    <a:pt x="78" y="121"/>
                    <a:pt x="78" y="121"/>
                    <a:pt x="78" y="121"/>
                  </a:cubicBezTo>
                  <a:cubicBezTo>
                    <a:pt x="77" y="122"/>
                    <a:pt x="78" y="123"/>
                    <a:pt x="78" y="123"/>
                  </a:cubicBezTo>
                  <a:cubicBezTo>
                    <a:pt x="78" y="123"/>
                    <a:pt x="78" y="123"/>
                    <a:pt x="78" y="123"/>
                  </a:cubicBezTo>
                  <a:close/>
                  <a:moveTo>
                    <a:pt x="89" y="124"/>
                  </a:moveTo>
                  <a:cubicBezTo>
                    <a:pt x="88" y="125"/>
                    <a:pt x="87" y="125"/>
                    <a:pt x="86" y="126"/>
                  </a:cubicBezTo>
                  <a:cubicBezTo>
                    <a:pt x="85" y="126"/>
                    <a:pt x="84" y="126"/>
                    <a:pt x="84" y="126"/>
                  </a:cubicBezTo>
                  <a:cubicBezTo>
                    <a:pt x="82" y="125"/>
                    <a:pt x="82" y="125"/>
                    <a:pt x="82" y="124"/>
                  </a:cubicBezTo>
                  <a:cubicBezTo>
                    <a:pt x="81" y="123"/>
                    <a:pt x="81" y="121"/>
                    <a:pt x="82" y="120"/>
                  </a:cubicBezTo>
                  <a:cubicBezTo>
                    <a:pt x="82" y="119"/>
                    <a:pt x="83" y="118"/>
                    <a:pt x="84" y="117"/>
                  </a:cubicBezTo>
                  <a:cubicBezTo>
                    <a:pt x="85" y="117"/>
                    <a:pt x="86" y="117"/>
                    <a:pt x="87" y="117"/>
                  </a:cubicBezTo>
                  <a:cubicBezTo>
                    <a:pt x="88" y="118"/>
                    <a:pt x="89" y="119"/>
                    <a:pt x="89" y="119"/>
                  </a:cubicBezTo>
                  <a:cubicBezTo>
                    <a:pt x="90" y="120"/>
                    <a:pt x="90" y="121"/>
                    <a:pt x="89" y="122"/>
                  </a:cubicBezTo>
                  <a:cubicBezTo>
                    <a:pt x="83" y="119"/>
                    <a:pt x="83" y="119"/>
                    <a:pt x="83" y="119"/>
                  </a:cubicBezTo>
                  <a:cubicBezTo>
                    <a:pt x="83" y="121"/>
                    <a:pt x="83" y="122"/>
                    <a:pt x="83" y="123"/>
                  </a:cubicBezTo>
                  <a:cubicBezTo>
                    <a:pt x="83" y="124"/>
                    <a:pt x="84" y="124"/>
                    <a:pt x="84" y="125"/>
                  </a:cubicBezTo>
                  <a:cubicBezTo>
                    <a:pt x="85" y="125"/>
                    <a:pt x="86" y="125"/>
                    <a:pt x="86" y="125"/>
                  </a:cubicBezTo>
                  <a:cubicBezTo>
                    <a:pt x="88" y="125"/>
                    <a:pt x="88" y="124"/>
                    <a:pt x="89" y="124"/>
                  </a:cubicBezTo>
                  <a:cubicBezTo>
                    <a:pt x="89" y="124"/>
                    <a:pt x="89" y="124"/>
                    <a:pt x="89" y="124"/>
                  </a:cubicBezTo>
                  <a:close/>
                  <a:moveTo>
                    <a:pt x="88" y="120"/>
                  </a:moveTo>
                  <a:cubicBezTo>
                    <a:pt x="88" y="119"/>
                    <a:pt x="88" y="118"/>
                    <a:pt x="87" y="117"/>
                  </a:cubicBezTo>
                  <a:cubicBezTo>
                    <a:pt x="86" y="117"/>
                    <a:pt x="84" y="117"/>
                    <a:pt x="84" y="119"/>
                  </a:cubicBezTo>
                  <a:cubicBezTo>
                    <a:pt x="88" y="120"/>
                    <a:pt x="88" y="120"/>
                    <a:pt x="88" y="120"/>
                  </a:cubicBezTo>
                  <a:close/>
                  <a:moveTo>
                    <a:pt x="98" y="131"/>
                  </a:moveTo>
                  <a:cubicBezTo>
                    <a:pt x="94" y="129"/>
                    <a:pt x="94" y="129"/>
                    <a:pt x="94" y="129"/>
                  </a:cubicBezTo>
                  <a:cubicBezTo>
                    <a:pt x="94" y="129"/>
                    <a:pt x="94" y="129"/>
                    <a:pt x="94" y="129"/>
                  </a:cubicBezTo>
                  <a:cubicBezTo>
                    <a:pt x="95" y="129"/>
                    <a:pt x="96" y="129"/>
                    <a:pt x="96" y="128"/>
                  </a:cubicBezTo>
                  <a:cubicBezTo>
                    <a:pt x="98" y="123"/>
                    <a:pt x="98" y="123"/>
                    <a:pt x="98" y="123"/>
                  </a:cubicBezTo>
                  <a:cubicBezTo>
                    <a:pt x="98" y="123"/>
                    <a:pt x="98" y="123"/>
                    <a:pt x="98" y="122"/>
                  </a:cubicBezTo>
                  <a:cubicBezTo>
                    <a:pt x="98" y="122"/>
                    <a:pt x="97" y="122"/>
                    <a:pt x="97" y="121"/>
                  </a:cubicBezTo>
                  <a:cubicBezTo>
                    <a:pt x="96" y="121"/>
                    <a:pt x="95" y="121"/>
                    <a:pt x="94" y="122"/>
                  </a:cubicBezTo>
                  <a:cubicBezTo>
                    <a:pt x="93" y="127"/>
                    <a:pt x="93" y="127"/>
                    <a:pt x="93" y="127"/>
                  </a:cubicBezTo>
                  <a:cubicBezTo>
                    <a:pt x="92" y="128"/>
                    <a:pt x="93" y="129"/>
                    <a:pt x="94" y="129"/>
                  </a:cubicBezTo>
                  <a:cubicBezTo>
                    <a:pt x="94" y="129"/>
                    <a:pt x="94" y="129"/>
                    <a:pt x="94" y="129"/>
                  </a:cubicBezTo>
                  <a:cubicBezTo>
                    <a:pt x="90" y="128"/>
                    <a:pt x="90" y="128"/>
                    <a:pt x="90" y="128"/>
                  </a:cubicBezTo>
                  <a:cubicBezTo>
                    <a:pt x="90" y="127"/>
                    <a:pt x="90" y="127"/>
                    <a:pt x="90" y="127"/>
                  </a:cubicBezTo>
                  <a:cubicBezTo>
                    <a:pt x="90" y="128"/>
                    <a:pt x="91" y="127"/>
                    <a:pt x="91" y="127"/>
                  </a:cubicBezTo>
                  <a:cubicBezTo>
                    <a:pt x="93" y="121"/>
                    <a:pt x="93" y="121"/>
                    <a:pt x="93" y="121"/>
                  </a:cubicBezTo>
                  <a:cubicBezTo>
                    <a:pt x="93" y="121"/>
                    <a:pt x="93" y="121"/>
                    <a:pt x="93" y="121"/>
                  </a:cubicBezTo>
                  <a:cubicBezTo>
                    <a:pt x="93" y="121"/>
                    <a:pt x="93" y="120"/>
                    <a:pt x="92" y="120"/>
                  </a:cubicBezTo>
                  <a:cubicBezTo>
                    <a:pt x="92" y="120"/>
                    <a:pt x="92" y="120"/>
                    <a:pt x="92" y="120"/>
                  </a:cubicBezTo>
                  <a:cubicBezTo>
                    <a:pt x="96" y="120"/>
                    <a:pt x="96" y="120"/>
                    <a:pt x="96" y="120"/>
                  </a:cubicBezTo>
                  <a:cubicBezTo>
                    <a:pt x="95" y="121"/>
                    <a:pt x="95" y="121"/>
                    <a:pt x="95" y="121"/>
                  </a:cubicBezTo>
                  <a:cubicBezTo>
                    <a:pt x="96" y="121"/>
                    <a:pt x="98" y="121"/>
                    <a:pt x="99" y="121"/>
                  </a:cubicBezTo>
                  <a:cubicBezTo>
                    <a:pt x="100" y="121"/>
                    <a:pt x="101" y="123"/>
                    <a:pt x="100" y="125"/>
                  </a:cubicBezTo>
                  <a:cubicBezTo>
                    <a:pt x="98" y="129"/>
                    <a:pt x="98" y="129"/>
                    <a:pt x="98" y="129"/>
                  </a:cubicBezTo>
                  <a:cubicBezTo>
                    <a:pt x="98" y="130"/>
                    <a:pt x="98" y="131"/>
                    <a:pt x="98" y="131"/>
                  </a:cubicBezTo>
                  <a:cubicBezTo>
                    <a:pt x="98" y="131"/>
                    <a:pt x="98" y="131"/>
                    <a:pt x="98" y="131"/>
                  </a:cubicBezTo>
                  <a:close/>
                  <a:moveTo>
                    <a:pt x="109" y="130"/>
                  </a:moveTo>
                  <a:cubicBezTo>
                    <a:pt x="108" y="131"/>
                    <a:pt x="107" y="132"/>
                    <a:pt x="107" y="132"/>
                  </a:cubicBezTo>
                  <a:cubicBezTo>
                    <a:pt x="106" y="133"/>
                    <a:pt x="105" y="133"/>
                    <a:pt x="104" y="133"/>
                  </a:cubicBezTo>
                  <a:cubicBezTo>
                    <a:pt x="103" y="132"/>
                    <a:pt x="102" y="132"/>
                    <a:pt x="102" y="131"/>
                  </a:cubicBezTo>
                  <a:cubicBezTo>
                    <a:pt x="101" y="129"/>
                    <a:pt x="101" y="128"/>
                    <a:pt x="101" y="127"/>
                  </a:cubicBezTo>
                  <a:cubicBezTo>
                    <a:pt x="102" y="126"/>
                    <a:pt x="102" y="125"/>
                    <a:pt x="103" y="124"/>
                  </a:cubicBezTo>
                  <a:cubicBezTo>
                    <a:pt x="104" y="123"/>
                    <a:pt x="106" y="123"/>
                    <a:pt x="107" y="123"/>
                  </a:cubicBezTo>
                  <a:cubicBezTo>
                    <a:pt x="108" y="123"/>
                    <a:pt x="108" y="123"/>
                    <a:pt x="109" y="124"/>
                  </a:cubicBezTo>
                  <a:cubicBezTo>
                    <a:pt x="109" y="125"/>
                    <a:pt x="110" y="125"/>
                    <a:pt x="109" y="126"/>
                  </a:cubicBezTo>
                  <a:cubicBezTo>
                    <a:pt x="109" y="126"/>
                    <a:pt x="109" y="126"/>
                    <a:pt x="109" y="126"/>
                  </a:cubicBezTo>
                  <a:cubicBezTo>
                    <a:pt x="108" y="126"/>
                    <a:pt x="108" y="126"/>
                    <a:pt x="108" y="126"/>
                  </a:cubicBezTo>
                  <a:cubicBezTo>
                    <a:pt x="108" y="126"/>
                    <a:pt x="108" y="126"/>
                    <a:pt x="108" y="126"/>
                  </a:cubicBezTo>
                  <a:cubicBezTo>
                    <a:pt x="108" y="125"/>
                    <a:pt x="108" y="125"/>
                    <a:pt x="108" y="125"/>
                  </a:cubicBezTo>
                  <a:cubicBezTo>
                    <a:pt x="108" y="125"/>
                    <a:pt x="108" y="124"/>
                    <a:pt x="108" y="124"/>
                  </a:cubicBezTo>
                  <a:cubicBezTo>
                    <a:pt x="107" y="123"/>
                    <a:pt x="107" y="123"/>
                    <a:pt x="107" y="123"/>
                  </a:cubicBezTo>
                  <a:cubicBezTo>
                    <a:pt x="106" y="123"/>
                    <a:pt x="105" y="123"/>
                    <a:pt x="104" y="124"/>
                  </a:cubicBezTo>
                  <a:cubicBezTo>
                    <a:pt x="104" y="124"/>
                    <a:pt x="104" y="125"/>
                    <a:pt x="103" y="126"/>
                  </a:cubicBezTo>
                  <a:cubicBezTo>
                    <a:pt x="103" y="127"/>
                    <a:pt x="103" y="128"/>
                    <a:pt x="104" y="129"/>
                  </a:cubicBezTo>
                  <a:cubicBezTo>
                    <a:pt x="104" y="129"/>
                    <a:pt x="105" y="130"/>
                    <a:pt x="106" y="130"/>
                  </a:cubicBezTo>
                  <a:cubicBezTo>
                    <a:pt x="106" y="131"/>
                    <a:pt x="107" y="131"/>
                    <a:pt x="109" y="130"/>
                  </a:cubicBezTo>
                  <a:cubicBezTo>
                    <a:pt x="109" y="130"/>
                    <a:pt x="109" y="130"/>
                    <a:pt x="109" y="130"/>
                  </a:cubicBezTo>
                  <a:close/>
                  <a:moveTo>
                    <a:pt x="119" y="132"/>
                  </a:moveTo>
                  <a:cubicBezTo>
                    <a:pt x="118" y="133"/>
                    <a:pt x="118" y="133"/>
                    <a:pt x="117" y="134"/>
                  </a:cubicBezTo>
                  <a:cubicBezTo>
                    <a:pt x="116" y="134"/>
                    <a:pt x="115" y="135"/>
                    <a:pt x="114" y="134"/>
                  </a:cubicBezTo>
                  <a:cubicBezTo>
                    <a:pt x="113" y="134"/>
                    <a:pt x="112" y="133"/>
                    <a:pt x="112" y="133"/>
                  </a:cubicBezTo>
                  <a:cubicBezTo>
                    <a:pt x="111" y="131"/>
                    <a:pt x="111" y="130"/>
                    <a:pt x="111" y="129"/>
                  </a:cubicBezTo>
                  <a:cubicBezTo>
                    <a:pt x="112" y="128"/>
                    <a:pt x="112" y="127"/>
                    <a:pt x="113" y="126"/>
                  </a:cubicBezTo>
                  <a:cubicBezTo>
                    <a:pt x="114" y="125"/>
                    <a:pt x="115" y="125"/>
                    <a:pt x="116" y="125"/>
                  </a:cubicBezTo>
                  <a:cubicBezTo>
                    <a:pt x="118" y="125"/>
                    <a:pt x="118" y="126"/>
                    <a:pt x="119" y="127"/>
                  </a:cubicBezTo>
                  <a:cubicBezTo>
                    <a:pt x="119" y="127"/>
                    <a:pt x="120" y="128"/>
                    <a:pt x="119" y="129"/>
                  </a:cubicBezTo>
                  <a:cubicBezTo>
                    <a:pt x="113" y="128"/>
                    <a:pt x="113" y="128"/>
                    <a:pt x="113" y="128"/>
                  </a:cubicBezTo>
                  <a:cubicBezTo>
                    <a:pt x="112" y="129"/>
                    <a:pt x="113" y="131"/>
                    <a:pt x="113" y="131"/>
                  </a:cubicBezTo>
                  <a:cubicBezTo>
                    <a:pt x="114" y="132"/>
                    <a:pt x="114" y="133"/>
                    <a:pt x="115" y="133"/>
                  </a:cubicBezTo>
                  <a:cubicBezTo>
                    <a:pt x="116" y="133"/>
                    <a:pt x="116" y="133"/>
                    <a:pt x="117" y="133"/>
                  </a:cubicBezTo>
                  <a:cubicBezTo>
                    <a:pt x="118" y="133"/>
                    <a:pt x="118" y="132"/>
                    <a:pt x="119" y="132"/>
                  </a:cubicBezTo>
                  <a:cubicBezTo>
                    <a:pt x="119" y="132"/>
                    <a:pt x="119" y="132"/>
                    <a:pt x="119" y="132"/>
                  </a:cubicBezTo>
                  <a:close/>
                  <a:moveTo>
                    <a:pt x="117" y="129"/>
                  </a:moveTo>
                  <a:cubicBezTo>
                    <a:pt x="117" y="127"/>
                    <a:pt x="116" y="126"/>
                    <a:pt x="115" y="126"/>
                  </a:cubicBezTo>
                  <a:cubicBezTo>
                    <a:pt x="114" y="125"/>
                    <a:pt x="113" y="126"/>
                    <a:pt x="112" y="128"/>
                  </a:cubicBezTo>
                  <a:cubicBezTo>
                    <a:pt x="117" y="129"/>
                    <a:pt x="117" y="129"/>
                    <a:pt x="117" y="129"/>
                  </a:cubicBezTo>
                  <a:close/>
                  <a:moveTo>
                    <a:pt x="133" y="135"/>
                  </a:moveTo>
                  <a:cubicBezTo>
                    <a:pt x="132" y="136"/>
                    <a:pt x="132" y="136"/>
                    <a:pt x="132" y="136"/>
                  </a:cubicBezTo>
                  <a:cubicBezTo>
                    <a:pt x="132" y="137"/>
                    <a:pt x="131" y="137"/>
                    <a:pt x="131" y="137"/>
                  </a:cubicBezTo>
                  <a:cubicBezTo>
                    <a:pt x="130" y="137"/>
                    <a:pt x="130" y="136"/>
                    <a:pt x="130" y="135"/>
                  </a:cubicBezTo>
                  <a:cubicBezTo>
                    <a:pt x="130" y="135"/>
                    <a:pt x="129" y="136"/>
                    <a:pt x="128" y="136"/>
                  </a:cubicBezTo>
                  <a:cubicBezTo>
                    <a:pt x="128" y="136"/>
                    <a:pt x="127" y="136"/>
                    <a:pt x="127" y="136"/>
                  </a:cubicBezTo>
                  <a:cubicBezTo>
                    <a:pt x="126" y="136"/>
                    <a:pt x="126" y="136"/>
                    <a:pt x="125" y="135"/>
                  </a:cubicBezTo>
                  <a:cubicBezTo>
                    <a:pt x="125" y="135"/>
                    <a:pt x="125" y="135"/>
                    <a:pt x="125" y="134"/>
                  </a:cubicBezTo>
                  <a:cubicBezTo>
                    <a:pt x="125" y="133"/>
                    <a:pt x="126" y="132"/>
                    <a:pt x="127" y="131"/>
                  </a:cubicBezTo>
                  <a:cubicBezTo>
                    <a:pt x="128" y="131"/>
                    <a:pt x="129" y="130"/>
                    <a:pt x="130" y="130"/>
                  </a:cubicBezTo>
                  <a:cubicBezTo>
                    <a:pt x="130" y="129"/>
                    <a:pt x="130" y="129"/>
                    <a:pt x="130" y="129"/>
                  </a:cubicBezTo>
                  <a:cubicBezTo>
                    <a:pt x="130" y="128"/>
                    <a:pt x="130" y="127"/>
                    <a:pt x="129" y="127"/>
                  </a:cubicBezTo>
                  <a:cubicBezTo>
                    <a:pt x="128" y="127"/>
                    <a:pt x="128" y="127"/>
                    <a:pt x="128" y="128"/>
                  </a:cubicBezTo>
                  <a:cubicBezTo>
                    <a:pt x="128" y="128"/>
                    <a:pt x="128" y="128"/>
                    <a:pt x="128" y="128"/>
                  </a:cubicBezTo>
                  <a:cubicBezTo>
                    <a:pt x="128" y="129"/>
                    <a:pt x="128" y="129"/>
                    <a:pt x="128" y="129"/>
                  </a:cubicBezTo>
                  <a:cubicBezTo>
                    <a:pt x="128" y="129"/>
                    <a:pt x="128" y="129"/>
                    <a:pt x="127" y="129"/>
                  </a:cubicBezTo>
                  <a:cubicBezTo>
                    <a:pt x="127" y="130"/>
                    <a:pt x="127" y="130"/>
                    <a:pt x="126" y="130"/>
                  </a:cubicBezTo>
                  <a:cubicBezTo>
                    <a:pt x="126" y="130"/>
                    <a:pt x="126" y="130"/>
                    <a:pt x="126" y="129"/>
                  </a:cubicBezTo>
                  <a:cubicBezTo>
                    <a:pt x="125" y="129"/>
                    <a:pt x="125" y="129"/>
                    <a:pt x="126" y="129"/>
                  </a:cubicBezTo>
                  <a:cubicBezTo>
                    <a:pt x="126" y="128"/>
                    <a:pt x="126" y="128"/>
                    <a:pt x="127" y="127"/>
                  </a:cubicBezTo>
                  <a:cubicBezTo>
                    <a:pt x="128" y="127"/>
                    <a:pt x="128" y="127"/>
                    <a:pt x="129" y="127"/>
                  </a:cubicBezTo>
                  <a:cubicBezTo>
                    <a:pt x="130" y="127"/>
                    <a:pt x="131" y="127"/>
                    <a:pt x="132" y="128"/>
                  </a:cubicBezTo>
                  <a:cubicBezTo>
                    <a:pt x="132" y="128"/>
                    <a:pt x="132" y="129"/>
                    <a:pt x="132" y="130"/>
                  </a:cubicBezTo>
                  <a:cubicBezTo>
                    <a:pt x="132" y="135"/>
                    <a:pt x="132" y="135"/>
                    <a:pt x="132" y="135"/>
                  </a:cubicBezTo>
                  <a:cubicBezTo>
                    <a:pt x="132" y="135"/>
                    <a:pt x="132" y="135"/>
                    <a:pt x="132" y="135"/>
                  </a:cubicBezTo>
                  <a:cubicBezTo>
                    <a:pt x="132" y="135"/>
                    <a:pt x="132" y="135"/>
                    <a:pt x="133" y="135"/>
                  </a:cubicBezTo>
                  <a:cubicBezTo>
                    <a:pt x="133" y="135"/>
                    <a:pt x="133" y="135"/>
                    <a:pt x="133" y="135"/>
                  </a:cubicBezTo>
                  <a:close/>
                  <a:moveTo>
                    <a:pt x="130" y="134"/>
                  </a:moveTo>
                  <a:cubicBezTo>
                    <a:pt x="130" y="131"/>
                    <a:pt x="130" y="131"/>
                    <a:pt x="130" y="131"/>
                  </a:cubicBezTo>
                  <a:cubicBezTo>
                    <a:pt x="129" y="131"/>
                    <a:pt x="128" y="131"/>
                    <a:pt x="128" y="131"/>
                  </a:cubicBezTo>
                  <a:cubicBezTo>
                    <a:pt x="127" y="132"/>
                    <a:pt x="126" y="132"/>
                    <a:pt x="126" y="133"/>
                  </a:cubicBezTo>
                  <a:cubicBezTo>
                    <a:pt x="126" y="134"/>
                    <a:pt x="127" y="135"/>
                    <a:pt x="128" y="135"/>
                  </a:cubicBezTo>
                  <a:cubicBezTo>
                    <a:pt x="128" y="135"/>
                    <a:pt x="129" y="135"/>
                    <a:pt x="130" y="134"/>
                  </a:cubicBezTo>
                  <a:close/>
                  <a:moveTo>
                    <a:pt x="144" y="136"/>
                  </a:moveTo>
                  <a:cubicBezTo>
                    <a:pt x="140" y="136"/>
                    <a:pt x="140" y="136"/>
                    <a:pt x="140" y="136"/>
                  </a:cubicBezTo>
                  <a:cubicBezTo>
                    <a:pt x="140" y="136"/>
                    <a:pt x="140" y="136"/>
                    <a:pt x="140" y="136"/>
                  </a:cubicBezTo>
                  <a:cubicBezTo>
                    <a:pt x="140" y="136"/>
                    <a:pt x="141" y="135"/>
                    <a:pt x="141" y="135"/>
                  </a:cubicBezTo>
                  <a:cubicBezTo>
                    <a:pt x="141" y="129"/>
                    <a:pt x="141" y="129"/>
                    <a:pt x="141" y="129"/>
                  </a:cubicBezTo>
                  <a:cubicBezTo>
                    <a:pt x="141" y="129"/>
                    <a:pt x="141" y="129"/>
                    <a:pt x="140" y="128"/>
                  </a:cubicBezTo>
                  <a:cubicBezTo>
                    <a:pt x="140" y="128"/>
                    <a:pt x="140" y="128"/>
                    <a:pt x="139" y="128"/>
                  </a:cubicBezTo>
                  <a:cubicBezTo>
                    <a:pt x="138" y="128"/>
                    <a:pt x="138" y="128"/>
                    <a:pt x="137" y="129"/>
                  </a:cubicBezTo>
                  <a:cubicBezTo>
                    <a:pt x="137" y="135"/>
                    <a:pt x="137" y="135"/>
                    <a:pt x="137" y="135"/>
                  </a:cubicBezTo>
                  <a:cubicBezTo>
                    <a:pt x="137" y="135"/>
                    <a:pt x="137" y="136"/>
                    <a:pt x="138" y="136"/>
                  </a:cubicBezTo>
                  <a:cubicBezTo>
                    <a:pt x="138" y="136"/>
                    <a:pt x="138" y="136"/>
                    <a:pt x="138" y="136"/>
                  </a:cubicBezTo>
                  <a:cubicBezTo>
                    <a:pt x="134" y="136"/>
                    <a:pt x="134" y="136"/>
                    <a:pt x="134" y="136"/>
                  </a:cubicBezTo>
                  <a:cubicBezTo>
                    <a:pt x="134" y="136"/>
                    <a:pt x="134" y="136"/>
                    <a:pt x="134" y="136"/>
                  </a:cubicBezTo>
                  <a:cubicBezTo>
                    <a:pt x="134" y="136"/>
                    <a:pt x="135" y="135"/>
                    <a:pt x="135" y="135"/>
                  </a:cubicBezTo>
                  <a:cubicBezTo>
                    <a:pt x="135" y="129"/>
                    <a:pt x="135" y="129"/>
                    <a:pt x="135" y="129"/>
                  </a:cubicBezTo>
                  <a:cubicBezTo>
                    <a:pt x="135" y="129"/>
                    <a:pt x="135" y="128"/>
                    <a:pt x="134" y="128"/>
                  </a:cubicBezTo>
                  <a:cubicBezTo>
                    <a:pt x="134" y="128"/>
                    <a:pt x="134" y="128"/>
                    <a:pt x="133" y="128"/>
                  </a:cubicBezTo>
                  <a:cubicBezTo>
                    <a:pt x="133" y="128"/>
                    <a:pt x="133" y="128"/>
                    <a:pt x="133" y="128"/>
                  </a:cubicBezTo>
                  <a:cubicBezTo>
                    <a:pt x="136" y="127"/>
                    <a:pt x="136" y="127"/>
                    <a:pt x="136" y="127"/>
                  </a:cubicBezTo>
                  <a:cubicBezTo>
                    <a:pt x="136" y="128"/>
                    <a:pt x="136" y="128"/>
                    <a:pt x="136" y="128"/>
                  </a:cubicBezTo>
                  <a:cubicBezTo>
                    <a:pt x="137" y="127"/>
                    <a:pt x="138" y="127"/>
                    <a:pt x="140" y="127"/>
                  </a:cubicBezTo>
                  <a:cubicBezTo>
                    <a:pt x="141" y="127"/>
                    <a:pt x="142" y="127"/>
                    <a:pt x="142" y="130"/>
                  </a:cubicBezTo>
                  <a:cubicBezTo>
                    <a:pt x="142" y="135"/>
                    <a:pt x="142" y="135"/>
                    <a:pt x="142" y="135"/>
                  </a:cubicBezTo>
                  <a:cubicBezTo>
                    <a:pt x="143" y="135"/>
                    <a:pt x="143" y="136"/>
                    <a:pt x="144" y="136"/>
                  </a:cubicBezTo>
                  <a:cubicBezTo>
                    <a:pt x="144" y="136"/>
                    <a:pt x="144" y="136"/>
                    <a:pt x="144" y="136"/>
                  </a:cubicBezTo>
                  <a:close/>
                  <a:moveTo>
                    <a:pt x="155" y="134"/>
                  </a:moveTo>
                  <a:cubicBezTo>
                    <a:pt x="154" y="135"/>
                    <a:pt x="153" y="135"/>
                    <a:pt x="152" y="136"/>
                  </a:cubicBezTo>
                  <a:cubicBezTo>
                    <a:pt x="152" y="134"/>
                    <a:pt x="152" y="134"/>
                    <a:pt x="152" y="134"/>
                  </a:cubicBezTo>
                  <a:cubicBezTo>
                    <a:pt x="151" y="135"/>
                    <a:pt x="150" y="136"/>
                    <a:pt x="149" y="136"/>
                  </a:cubicBezTo>
                  <a:cubicBezTo>
                    <a:pt x="148" y="136"/>
                    <a:pt x="148" y="136"/>
                    <a:pt x="147" y="135"/>
                  </a:cubicBezTo>
                  <a:cubicBezTo>
                    <a:pt x="146" y="134"/>
                    <a:pt x="145" y="133"/>
                    <a:pt x="145" y="131"/>
                  </a:cubicBezTo>
                  <a:cubicBezTo>
                    <a:pt x="145" y="130"/>
                    <a:pt x="146" y="129"/>
                    <a:pt x="146" y="128"/>
                  </a:cubicBezTo>
                  <a:cubicBezTo>
                    <a:pt x="146" y="127"/>
                    <a:pt x="148" y="126"/>
                    <a:pt x="149" y="126"/>
                  </a:cubicBezTo>
                  <a:cubicBezTo>
                    <a:pt x="150" y="126"/>
                    <a:pt x="150" y="126"/>
                    <a:pt x="151" y="127"/>
                  </a:cubicBezTo>
                  <a:cubicBezTo>
                    <a:pt x="150" y="124"/>
                    <a:pt x="150" y="124"/>
                    <a:pt x="150" y="124"/>
                  </a:cubicBezTo>
                  <a:cubicBezTo>
                    <a:pt x="150" y="123"/>
                    <a:pt x="150" y="123"/>
                    <a:pt x="150" y="123"/>
                  </a:cubicBezTo>
                  <a:cubicBezTo>
                    <a:pt x="150" y="123"/>
                    <a:pt x="150" y="123"/>
                    <a:pt x="149" y="123"/>
                  </a:cubicBezTo>
                  <a:cubicBezTo>
                    <a:pt x="149" y="123"/>
                    <a:pt x="149" y="123"/>
                    <a:pt x="149" y="123"/>
                  </a:cubicBezTo>
                  <a:cubicBezTo>
                    <a:pt x="150" y="123"/>
                    <a:pt x="150" y="122"/>
                    <a:pt x="152" y="121"/>
                  </a:cubicBezTo>
                  <a:cubicBezTo>
                    <a:pt x="153" y="133"/>
                    <a:pt x="153" y="133"/>
                    <a:pt x="153" y="133"/>
                  </a:cubicBezTo>
                  <a:cubicBezTo>
                    <a:pt x="153" y="134"/>
                    <a:pt x="153" y="134"/>
                    <a:pt x="153" y="134"/>
                  </a:cubicBezTo>
                  <a:cubicBezTo>
                    <a:pt x="154" y="134"/>
                    <a:pt x="155" y="134"/>
                    <a:pt x="155" y="134"/>
                  </a:cubicBezTo>
                  <a:cubicBezTo>
                    <a:pt x="155" y="134"/>
                    <a:pt x="155" y="134"/>
                    <a:pt x="155" y="134"/>
                  </a:cubicBezTo>
                  <a:close/>
                  <a:moveTo>
                    <a:pt x="152" y="133"/>
                  </a:moveTo>
                  <a:cubicBezTo>
                    <a:pt x="152" y="129"/>
                    <a:pt x="152" y="129"/>
                    <a:pt x="152" y="129"/>
                  </a:cubicBezTo>
                  <a:cubicBezTo>
                    <a:pt x="152" y="128"/>
                    <a:pt x="151" y="128"/>
                    <a:pt x="151" y="127"/>
                  </a:cubicBezTo>
                  <a:cubicBezTo>
                    <a:pt x="150" y="127"/>
                    <a:pt x="150" y="127"/>
                    <a:pt x="149" y="127"/>
                  </a:cubicBezTo>
                  <a:cubicBezTo>
                    <a:pt x="148" y="127"/>
                    <a:pt x="148" y="127"/>
                    <a:pt x="147" y="128"/>
                  </a:cubicBezTo>
                  <a:cubicBezTo>
                    <a:pt x="147" y="129"/>
                    <a:pt x="147" y="130"/>
                    <a:pt x="147" y="131"/>
                  </a:cubicBezTo>
                  <a:cubicBezTo>
                    <a:pt x="147" y="132"/>
                    <a:pt x="147" y="133"/>
                    <a:pt x="148" y="134"/>
                  </a:cubicBezTo>
                  <a:cubicBezTo>
                    <a:pt x="148" y="135"/>
                    <a:pt x="149" y="135"/>
                    <a:pt x="150" y="135"/>
                  </a:cubicBezTo>
                  <a:cubicBezTo>
                    <a:pt x="150" y="135"/>
                    <a:pt x="150" y="135"/>
                    <a:pt x="151" y="135"/>
                  </a:cubicBezTo>
                  <a:cubicBezTo>
                    <a:pt x="152" y="134"/>
                    <a:pt x="152" y="134"/>
                    <a:pt x="152" y="133"/>
                  </a:cubicBezTo>
                  <a:close/>
                  <a:moveTo>
                    <a:pt x="170" y="122"/>
                  </a:moveTo>
                  <a:cubicBezTo>
                    <a:pt x="170" y="122"/>
                    <a:pt x="170" y="122"/>
                    <a:pt x="170" y="122"/>
                  </a:cubicBezTo>
                  <a:cubicBezTo>
                    <a:pt x="169" y="121"/>
                    <a:pt x="169" y="120"/>
                    <a:pt x="169" y="120"/>
                  </a:cubicBezTo>
                  <a:cubicBezTo>
                    <a:pt x="168" y="120"/>
                    <a:pt x="168" y="120"/>
                    <a:pt x="167" y="120"/>
                  </a:cubicBezTo>
                  <a:cubicBezTo>
                    <a:pt x="165" y="120"/>
                    <a:pt x="165" y="120"/>
                    <a:pt x="165" y="120"/>
                  </a:cubicBezTo>
                  <a:cubicBezTo>
                    <a:pt x="167" y="131"/>
                    <a:pt x="167" y="131"/>
                    <a:pt x="167" y="131"/>
                  </a:cubicBezTo>
                  <a:cubicBezTo>
                    <a:pt x="168" y="132"/>
                    <a:pt x="168" y="132"/>
                    <a:pt x="170" y="132"/>
                  </a:cubicBezTo>
                  <a:cubicBezTo>
                    <a:pt x="170" y="132"/>
                    <a:pt x="170" y="132"/>
                    <a:pt x="170" y="132"/>
                  </a:cubicBezTo>
                  <a:cubicBezTo>
                    <a:pt x="164" y="133"/>
                    <a:pt x="164" y="133"/>
                    <a:pt x="164" y="133"/>
                  </a:cubicBezTo>
                  <a:cubicBezTo>
                    <a:pt x="164" y="133"/>
                    <a:pt x="164" y="133"/>
                    <a:pt x="164" y="133"/>
                  </a:cubicBezTo>
                  <a:cubicBezTo>
                    <a:pt x="165" y="133"/>
                    <a:pt x="166" y="132"/>
                    <a:pt x="165" y="131"/>
                  </a:cubicBezTo>
                  <a:cubicBezTo>
                    <a:pt x="163" y="121"/>
                    <a:pt x="163" y="121"/>
                    <a:pt x="163" y="121"/>
                  </a:cubicBezTo>
                  <a:cubicBezTo>
                    <a:pt x="161" y="121"/>
                    <a:pt x="161" y="121"/>
                    <a:pt x="161" y="121"/>
                  </a:cubicBezTo>
                  <a:cubicBezTo>
                    <a:pt x="160" y="121"/>
                    <a:pt x="160" y="122"/>
                    <a:pt x="159" y="122"/>
                  </a:cubicBezTo>
                  <a:cubicBezTo>
                    <a:pt x="159" y="123"/>
                    <a:pt x="159" y="123"/>
                    <a:pt x="159" y="124"/>
                  </a:cubicBezTo>
                  <a:cubicBezTo>
                    <a:pt x="159" y="124"/>
                    <a:pt x="159" y="124"/>
                    <a:pt x="159" y="124"/>
                  </a:cubicBezTo>
                  <a:cubicBezTo>
                    <a:pt x="158" y="121"/>
                    <a:pt x="158" y="121"/>
                    <a:pt x="158" y="121"/>
                  </a:cubicBezTo>
                  <a:cubicBezTo>
                    <a:pt x="169" y="118"/>
                    <a:pt x="169" y="118"/>
                    <a:pt x="169" y="118"/>
                  </a:cubicBezTo>
                  <a:cubicBezTo>
                    <a:pt x="170" y="122"/>
                    <a:pt x="170" y="122"/>
                    <a:pt x="170" y="122"/>
                  </a:cubicBezTo>
                  <a:close/>
                  <a:moveTo>
                    <a:pt x="181" y="125"/>
                  </a:moveTo>
                  <a:cubicBezTo>
                    <a:pt x="181" y="126"/>
                    <a:pt x="181" y="127"/>
                    <a:pt x="180" y="128"/>
                  </a:cubicBezTo>
                  <a:cubicBezTo>
                    <a:pt x="180" y="129"/>
                    <a:pt x="179" y="130"/>
                    <a:pt x="178" y="130"/>
                  </a:cubicBezTo>
                  <a:cubicBezTo>
                    <a:pt x="177" y="131"/>
                    <a:pt x="176" y="131"/>
                    <a:pt x="176" y="130"/>
                  </a:cubicBezTo>
                  <a:cubicBezTo>
                    <a:pt x="174" y="129"/>
                    <a:pt x="174" y="128"/>
                    <a:pt x="173" y="127"/>
                  </a:cubicBezTo>
                  <a:cubicBezTo>
                    <a:pt x="173" y="126"/>
                    <a:pt x="173" y="125"/>
                    <a:pt x="173" y="123"/>
                  </a:cubicBezTo>
                  <a:cubicBezTo>
                    <a:pt x="174" y="122"/>
                    <a:pt x="174" y="121"/>
                    <a:pt x="176" y="121"/>
                  </a:cubicBezTo>
                  <a:cubicBezTo>
                    <a:pt x="177" y="121"/>
                    <a:pt x="178" y="121"/>
                    <a:pt x="178" y="121"/>
                  </a:cubicBezTo>
                  <a:cubicBezTo>
                    <a:pt x="179" y="121"/>
                    <a:pt x="180" y="122"/>
                    <a:pt x="180" y="123"/>
                  </a:cubicBezTo>
                  <a:cubicBezTo>
                    <a:pt x="174" y="125"/>
                    <a:pt x="174" y="125"/>
                    <a:pt x="174" y="125"/>
                  </a:cubicBezTo>
                  <a:cubicBezTo>
                    <a:pt x="175" y="126"/>
                    <a:pt x="176" y="127"/>
                    <a:pt x="176" y="128"/>
                  </a:cubicBezTo>
                  <a:cubicBezTo>
                    <a:pt x="177" y="129"/>
                    <a:pt x="178" y="129"/>
                    <a:pt x="179" y="128"/>
                  </a:cubicBezTo>
                  <a:cubicBezTo>
                    <a:pt x="180" y="128"/>
                    <a:pt x="180" y="127"/>
                    <a:pt x="181" y="127"/>
                  </a:cubicBezTo>
                  <a:cubicBezTo>
                    <a:pt x="180" y="127"/>
                    <a:pt x="181" y="126"/>
                    <a:pt x="181" y="125"/>
                  </a:cubicBezTo>
                  <a:cubicBezTo>
                    <a:pt x="181" y="125"/>
                    <a:pt x="181" y="125"/>
                    <a:pt x="181" y="125"/>
                  </a:cubicBezTo>
                  <a:close/>
                  <a:moveTo>
                    <a:pt x="178" y="123"/>
                  </a:moveTo>
                  <a:cubicBezTo>
                    <a:pt x="177" y="122"/>
                    <a:pt x="176" y="121"/>
                    <a:pt x="175" y="122"/>
                  </a:cubicBezTo>
                  <a:cubicBezTo>
                    <a:pt x="174" y="122"/>
                    <a:pt x="173" y="123"/>
                    <a:pt x="173" y="125"/>
                  </a:cubicBezTo>
                  <a:cubicBezTo>
                    <a:pt x="178" y="123"/>
                    <a:pt x="178" y="123"/>
                    <a:pt x="178" y="123"/>
                  </a:cubicBezTo>
                  <a:close/>
                  <a:moveTo>
                    <a:pt x="190" y="122"/>
                  </a:moveTo>
                  <a:cubicBezTo>
                    <a:pt x="190" y="123"/>
                    <a:pt x="190" y="124"/>
                    <a:pt x="190" y="125"/>
                  </a:cubicBezTo>
                  <a:cubicBezTo>
                    <a:pt x="189" y="126"/>
                    <a:pt x="188" y="127"/>
                    <a:pt x="188" y="127"/>
                  </a:cubicBezTo>
                  <a:cubicBezTo>
                    <a:pt x="186" y="127"/>
                    <a:pt x="186" y="127"/>
                    <a:pt x="184" y="127"/>
                  </a:cubicBezTo>
                  <a:cubicBezTo>
                    <a:pt x="183" y="127"/>
                    <a:pt x="182" y="125"/>
                    <a:pt x="182" y="124"/>
                  </a:cubicBezTo>
                  <a:cubicBezTo>
                    <a:pt x="182" y="123"/>
                    <a:pt x="182" y="122"/>
                    <a:pt x="182" y="121"/>
                  </a:cubicBezTo>
                  <a:cubicBezTo>
                    <a:pt x="182" y="119"/>
                    <a:pt x="183" y="119"/>
                    <a:pt x="185" y="118"/>
                  </a:cubicBezTo>
                  <a:cubicBezTo>
                    <a:pt x="186" y="118"/>
                    <a:pt x="186" y="118"/>
                    <a:pt x="187" y="118"/>
                  </a:cubicBezTo>
                  <a:cubicBezTo>
                    <a:pt x="188" y="118"/>
                    <a:pt x="188" y="118"/>
                    <a:pt x="188" y="119"/>
                  </a:cubicBezTo>
                  <a:cubicBezTo>
                    <a:pt x="188" y="119"/>
                    <a:pt x="188" y="119"/>
                    <a:pt x="188" y="119"/>
                  </a:cubicBezTo>
                  <a:cubicBezTo>
                    <a:pt x="188" y="120"/>
                    <a:pt x="188" y="120"/>
                    <a:pt x="188" y="120"/>
                  </a:cubicBezTo>
                  <a:cubicBezTo>
                    <a:pt x="188" y="120"/>
                    <a:pt x="188" y="120"/>
                    <a:pt x="187" y="120"/>
                  </a:cubicBezTo>
                  <a:cubicBezTo>
                    <a:pt x="187" y="120"/>
                    <a:pt x="187" y="119"/>
                    <a:pt x="187" y="119"/>
                  </a:cubicBezTo>
                  <a:cubicBezTo>
                    <a:pt x="187" y="119"/>
                    <a:pt x="186" y="119"/>
                    <a:pt x="186" y="119"/>
                  </a:cubicBezTo>
                  <a:cubicBezTo>
                    <a:pt x="186" y="119"/>
                    <a:pt x="185" y="119"/>
                    <a:pt x="185" y="119"/>
                  </a:cubicBezTo>
                  <a:cubicBezTo>
                    <a:pt x="184" y="119"/>
                    <a:pt x="183" y="120"/>
                    <a:pt x="183" y="121"/>
                  </a:cubicBezTo>
                  <a:cubicBezTo>
                    <a:pt x="183" y="121"/>
                    <a:pt x="183" y="122"/>
                    <a:pt x="184" y="123"/>
                  </a:cubicBezTo>
                  <a:cubicBezTo>
                    <a:pt x="184" y="124"/>
                    <a:pt x="185" y="125"/>
                    <a:pt x="186" y="125"/>
                  </a:cubicBezTo>
                  <a:cubicBezTo>
                    <a:pt x="186" y="126"/>
                    <a:pt x="187" y="126"/>
                    <a:pt x="188" y="126"/>
                  </a:cubicBezTo>
                  <a:cubicBezTo>
                    <a:pt x="189" y="125"/>
                    <a:pt x="190" y="124"/>
                    <a:pt x="190" y="122"/>
                  </a:cubicBezTo>
                  <a:cubicBezTo>
                    <a:pt x="190" y="122"/>
                    <a:pt x="190" y="122"/>
                    <a:pt x="190" y="122"/>
                  </a:cubicBezTo>
                  <a:close/>
                  <a:moveTo>
                    <a:pt x="202" y="120"/>
                  </a:moveTo>
                  <a:cubicBezTo>
                    <a:pt x="198" y="122"/>
                    <a:pt x="198" y="122"/>
                    <a:pt x="198" y="122"/>
                  </a:cubicBezTo>
                  <a:cubicBezTo>
                    <a:pt x="198" y="121"/>
                    <a:pt x="198" y="121"/>
                    <a:pt x="198" y="121"/>
                  </a:cubicBezTo>
                  <a:cubicBezTo>
                    <a:pt x="199" y="121"/>
                    <a:pt x="199" y="121"/>
                    <a:pt x="198" y="120"/>
                  </a:cubicBezTo>
                  <a:cubicBezTo>
                    <a:pt x="196" y="115"/>
                    <a:pt x="196" y="115"/>
                    <a:pt x="196" y="115"/>
                  </a:cubicBezTo>
                  <a:cubicBezTo>
                    <a:pt x="195" y="114"/>
                    <a:pt x="195" y="114"/>
                    <a:pt x="194" y="115"/>
                  </a:cubicBezTo>
                  <a:cubicBezTo>
                    <a:pt x="193" y="115"/>
                    <a:pt x="192" y="116"/>
                    <a:pt x="192" y="117"/>
                  </a:cubicBezTo>
                  <a:cubicBezTo>
                    <a:pt x="194" y="121"/>
                    <a:pt x="194" y="121"/>
                    <a:pt x="194" y="121"/>
                  </a:cubicBezTo>
                  <a:cubicBezTo>
                    <a:pt x="195" y="122"/>
                    <a:pt x="196" y="122"/>
                    <a:pt x="196" y="122"/>
                  </a:cubicBezTo>
                  <a:cubicBezTo>
                    <a:pt x="196" y="122"/>
                    <a:pt x="196" y="122"/>
                    <a:pt x="196" y="122"/>
                  </a:cubicBezTo>
                  <a:cubicBezTo>
                    <a:pt x="192" y="124"/>
                    <a:pt x="192" y="124"/>
                    <a:pt x="192" y="124"/>
                  </a:cubicBezTo>
                  <a:cubicBezTo>
                    <a:pt x="192" y="124"/>
                    <a:pt x="192" y="124"/>
                    <a:pt x="192" y="124"/>
                  </a:cubicBezTo>
                  <a:cubicBezTo>
                    <a:pt x="193" y="123"/>
                    <a:pt x="193" y="123"/>
                    <a:pt x="192" y="122"/>
                  </a:cubicBezTo>
                  <a:cubicBezTo>
                    <a:pt x="188" y="113"/>
                    <a:pt x="188" y="113"/>
                    <a:pt x="188" y="113"/>
                  </a:cubicBezTo>
                  <a:cubicBezTo>
                    <a:pt x="187" y="113"/>
                    <a:pt x="187" y="113"/>
                    <a:pt x="187" y="113"/>
                  </a:cubicBezTo>
                  <a:cubicBezTo>
                    <a:pt x="187" y="113"/>
                    <a:pt x="186" y="113"/>
                    <a:pt x="186" y="113"/>
                  </a:cubicBezTo>
                  <a:cubicBezTo>
                    <a:pt x="186" y="113"/>
                    <a:pt x="186" y="113"/>
                    <a:pt x="186" y="113"/>
                  </a:cubicBezTo>
                  <a:cubicBezTo>
                    <a:pt x="186" y="112"/>
                    <a:pt x="187" y="111"/>
                    <a:pt x="188" y="110"/>
                  </a:cubicBezTo>
                  <a:cubicBezTo>
                    <a:pt x="191" y="116"/>
                    <a:pt x="191" y="116"/>
                    <a:pt x="191" y="116"/>
                  </a:cubicBezTo>
                  <a:cubicBezTo>
                    <a:pt x="192" y="114"/>
                    <a:pt x="192" y="113"/>
                    <a:pt x="193" y="113"/>
                  </a:cubicBezTo>
                  <a:cubicBezTo>
                    <a:pt x="195" y="112"/>
                    <a:pt x="196" y="113"/>
                    <a:pt x="197" y="115"/>
                  </a:cubicBezTo>
                  <a:cubicBezTo>
                    <a:pt x="199" y="119"/>
                    <a:pt x="199" y="119"/>
                    <a:pt x="199" y="119"/>
                  </a:cubicBezTo>
                  <a:cubicBezTo>
                    <a:pt x="200" y="120"/>
                    <a:pt x="201" y="120"/>
                    <a:pt x="202" y="120"/>
                  </a:cubicBezTo>
                  <a:cubicBezTo>
                    <a:pt x="202" y="120"/>
                    <a:pt x="202" y="120"/>
                    <a:pt x="202" y="120"/>
                  </a:cubicBezTo>
                  <a:close/>
                  <a:moveTo>
                    <a:pt x="212" y="114"/>
                  </a:moveTo>
                  <a:cubicBezTo>
                    <a:pt x="208" y="116"/>
                    <a:pt x="208" y="116"/>
                    <a:pt x="208" y="116"/>
                  </a:cubicBezTo>
                  <a:cubicBezTo>
                    <a:pt x="208" y="116"/>
                    <a:pt x="208" y="116"/>
                    <a:pt x="208" y="116"/>
                  </a:cubicBezTo>
                  <a:cubicBezTo>
                    <a:pt x="209" y="115"/>
                    <a:pt x="209" y="115"/>
                    <a:pt x="209" y="114"/>
                  </a:cubicBezTo>
                  <a:cubicBezTo>
                    <a:pt x="206" y="110"/>
                    <a:pt x="206" y="110"/>
                    <a:pt x="206" y="110"/>
                  </a:cubicBezTo>
                  <a:cubicBezTo>
                    <a:pt x="206" y="109"/>
                    <a:pt x="206" y="109"/>
                    <a:pt x="206" y="109"/>
                  </a:cubicBezTo>
                  <a:cubicBezTo>
                    <a:pt x="205" y="109"/>
                    <a:pt x="205" y="109"/>
                    <a:pt x="204" y="109"/>
                  </a:cubicBezTo>
                  <a:cubicBezTo>
                    <a:pt x="203" y="110"/>
                    <a:pt x="202" y="111"/>
                    <a:pt x="202" y="111"/>
                  </a:cubicBezTo>
                  <a:cubicBezTo>
                    <a:pt x="205" y="116"/>
                    <a:pt x="205" y="116"/>
                    <a:pt x="205" y="116"/>
                  </a:cubicBezTo>
                  <a:cubicBezTo>
                    <a:pt x="206" y="117"/>
                    <a:pt x="206" y="117"/>
                    <a:pt x="207" y="117"/>
                  </a:cubicBezTo>
                  <a:cubicBezTo>
                    <a:pt x="207" y="117"/>
                    <a:pt x="207" y="117"/>
                    <a:pt x="207" y="117"/>
                  </a:cubicBezTo>
                  <a:cubicBezTo>
                    <a:pt x="203" y="119"/>
                    <a:pt x="203" y="119"/>
                    <a:pt x="203" y="119"/>
                  </a:cubicBezTo>
                  <a:cubicBezTo>
                    <a:pt x="203" y="119"/>
                    <a:pt x="203" y="119"/>
                    <a:pt x="203" y="119"/>
                  </a:cubicBezTo>
                  <a:cubicBezTo>
                    <a:pt x="204" y="119"/>
                    <a:pt x="204" y="118"/>
                    <a:pt x="204" y="117"/>
                  </a:cubicBezTo>
                  <a:cubicBezTo>
                    <a:pt x="201" y="113"/>
                    <a:pt x="201" y="113"/>
                    <a:pt x="201" y="113"/>
                  </a:cubicBezTo>
                  <a:cubicBezTo>
                    <a:pt x="200" y="112"/>
                    <a:pt x="200" y="112"/>
                    <a:pt x="200" y="112"/>
                  </a:cubicBezTo>
                  <a:cubicBezTo>
                    <a:pt x="200" y="112"/>
                    <a:pt x="200" y="112"/>
                    <a:pt x="199" y="113"/>
                  </a:cubicBezTo>
                  <a:cubicBezTo>
                    <a:pt x="199" y="112"/>
                    <a:pt x="199" y="112"/>
                    <a:pt x="199" y="112"/>
                  </a:cubicBezTo>
                  <a:cubicBezTo>
                    <a:pt x="201" y="110"/>
                    <a:pt x="201" y="110"/>
                    <a:pt x="201" y="110"/>
                  </a:cubicBezTo>
                  <a:cubicBezTo>
                    <a:pt x="202" y="111"/>
                    <a:pt x="202" y="111"/>
                    <a:pt x="202" y="111"/>
                  </a:cubicBezTo>
                  <a:cubicBezTo>
                    <a:pt x="202" y="110"/>
                    <a:pt x="203" y="109"/>
                    <a:pt x="204" y="108"/>
                  </a:cubicBezTo>
                  <a:cubicBezTo>
                    <a:pt x="205" y="107"/>
                    <a:pt x="206" y="108"/>
                    <a:pt x="208" y="110"/>
                  </a:cubicBezTo>
                  <a:cubicBezTo>
                    <a:pt x="210" y="114"/>
                    <a:pt x="210" y="114"/>
                    <a:pt x="210" y="114"/>
                  </a:cubicBezTo>
                  <a:cubicBezTo>
                    <a:pt x="210" y="114"/>
                    <a:pt x="211" y="115"/>
                    <a:pt x="212" y="114"/>
                  </a:cubicBezTo>
                  <a:cubicBezTo>
                    <a:pt x="212" y="114"/>
                    <a:pt x="212" y="114"/>
                    <a:pt x="212" y="114"/>
                  </a:cubicBezTo>
                  <a:close/>
                  <a:moveTo>
                    <a:pt x="218" y="104"/>
                  </a:moveTo>
                  <a:cubicBezTo>
                    <a:pt x="219" y="105"/>
                    <a:pt x="219" y="107"/>
                    <a:pt x="219" y="108"/>
                  </a:cubicBezTo>
                  <a:cubicBezTo>
                    <a:pt x="219" y="109"/>
                    <a:pt x="218" y="110"/>
                    <a:pt x="217" y="111"/>
                  </a:cubicBezTo>
                  <a:cubicBezTo>
                    <a:pt x="216" y="112"/>
                    <a:pt x="215" y="112"/>
                    <a:pt x="214" y="112"/>
                  </a:cubicBezTo>
                  <a:cubicBezTo>
                    <a:pt x="212" y="111"/>
                    <a:pt x="211" y="111"/>
                    <a:pt x="210" y="110"/>
                  </a:cubicBezTo>
                  <a:cubicBezTo>
                    <a:pt x="210" y="109"/>
                    <a:pt x="209" y="107"/>
                    <a:pt x="209" y="106"/>
                  </a:cubicBezTo>
                  <a:cubicBezTo>
                    <a:pt x="209" y="105"/>
                    <a:pt x="210" y="104"/>
                    <a:pt x="211" y="103"/>
                  </a:cubicBezTo>
                  <a:cubicBezTo>
                    <a:pt x="212" y="102"/>
                    <a:pt x="214" y="102"/>
                    <a:pt x="215" y="102"/>
                  </a:cubicBezTo>
                  <a:cubicBezTo>
                    <a:pt x="216" y="102"/>
                    <a:pt x="217" y="103"/>
                    <a:pt x="218" y="104"/>
                  </a:cubicBezTo>
                  <a:close/>
                  <a:moveTo>
                    <a:pt x="217" y="106"/>
                  </a:moveTo>
                  <a:cubicBezTo>
                    <a:pt x="216" y="105"/>
                    <a:pt x="215" y="104"/>
                    <a:pt x="214" y="103"/>
                  </a:cubicBezTo>
                  <a:cubicBezTo>
                    <a:pt x="213" y="103"/>
                    <a:pt x="212" y="103"/>
                    <a:pt x="212" y="103"/>
                  </a:cubicBezTo>
                  <a:cubicBezTo>
                    <a:pt x="211" y="104"/>
                    <a:pt x="211" y="105"/>
                    <a:pt x="211" y="105"/>
                  </a:cubicBezTo>
                  <a:cubicBezTo>
                    <a:pt x="211" y="106"/>
                    <a:pt x="211" y="107"/>
                    <a:pt x="212" y="108"/>
                  </a:cubicBezTo>
                  <a:cubicBezTo>
                    <a:pt x="212" y="109"/>
                    <a:pt x="213" y="110"/>
                    <a:pt x="214" y="110"/>
                  </a:cubicBezTo>
                  <a:cubicBezTo>
                    <a:pt x="215" y="111"/>
                    <a:pt x="216" y="111"/>
                    <a:pt x="217" y="110"/>
                  </a:cubicBezTo>
                  <a:cubicBezTo>
                    <a:pt x="218" y="110"/>
                    <a:pt x="218" y="109"/>
                    <a:pt x="218" y="108"/>
                  </a:cubicBezTo>
                  <a:cubicBezTo>
                    <a:pt x="218" y="107"/>
                    <a:pt x="217" y="107"/>
                    <a:pt x="217" y="106"/>
                  </a:cubicBezTo>
                  <a:close/>
                  <a:moveTo>
                    <a:pt x="226" y="103"/>
                  </a:moveTo>
                  <a:cubicBezTo>
                    <a:pt x="222" y="107"/>
                    <a:pt x="222" y="107"/>
                    <a:pt x="222" y="107"/>
                  </a:cubicBezTo>
                  <a:cubicBezTo>
                    <a:pt x="222" y="106"/>
                    <a:pt x="222" y="106"/>
                    <a:pt x="222" y="106"/>
                  </a:cubicBezTo>
                  <a:cubicBezTo>
                    <a:pt x="223" y="105"/>
                    <a:pt x="223" y="105"/>
                    <a:pt x="223" y="104"/>
                  </a:cubicBezTo>
                  <a:cubicBezTo>
                    <a:pt x="216" y="97"/>
                    <a:pt x="216" y="97"/>
                    <a:pt x="216" y="97"/>
                  </a:cubicBezTo>
                  <a:cubicBezTo>
                    <a:pt x="216" y="96"/>
                    <a:pt x="216" y="96"/>
                    <a:pt x="215" y="96"/>
                  </a:cubicBezTo>
                  <a:cubicBezTo>
                    <a:pt x="215" y="96"/>
                    <a:pt x="215" y="96"/>
                    <a:pt x="214" y="97"/>
                  </a:cubicBezTo>
                  <a:cubicBezTo>
                    <a:pt x="214" y="97"/>
                    <a:pt x="214" y="97"/>
                    <a:pt x="214" y="97"/>
                  </a:cubicBezTo>
                  <a:cubicBezTo>
                    <a:pt x="214" y="97"/>
                    <a:pt x="214" y="97"/>
                    <a:pt x="214" y="97"/>
                  </a:cubicBezTo>
                  <a:cubicBezTo>
                    <a:pt x="214" y="96"/>
                    <a:pt x="215" y="95"/>
                    <a:pt x="216" y="94"/>
                  </a:cubicBezTo>
                  <a:cubicBezTo>
                    <a:pt x="224" y="103"/>
                    <a:pt x="224" y="103"/>
                    <a:pt x="224" y="103"/>
                  </a:cubicBezTo>
                  <a:cubicBezTo>
                    <a:pt x="224" y="104"/>
                    <a:pt x="225" y="104"/>
                    <a:pt x="226" y="103"/>
                  </a:cubicBezTo>
                  <a:cubicBezTo>
                    <a:pt x="226" y="103"/>
                    <a:pt x="226" y="103"/>
                    <a:pt x="226" y="103"/>
                  </a:cubicBezTo>
                  <a:close/>
                  <a:moveTo>
                    <a:pt x="231" y="93"/>
                  </a:moveTo>
                  <a:cubicBezTo>
                    <a:pt x="232" y="94"/>
                    <a:pt x="232" y="95"/>
                    <a:pt x="232" y="96"/>
                  </a:cubicBezTo>
                  <a:cubicBezTo>
                    <a:pt x="232" y="97"/>
                    <a:pt x="232" y="99"/>
                    <a:pt x="230" y="99"/>
                  </a:cubicBezTo>
                  <a:cubicBezTo>
                    <a:pt x="230" y="100"/>
                    <a:pt x="228" y="101"/>
                    <a:pt x="227" y="101"/>
                  </a:cubicBezTo>
                  <a:cubicBezTo>
                    <a:pt x="226" y="101"/>
                    <a:pt x="225" y="100"/>
                    <a:pt x="224" y="99"/>
                  </a:cubicBezTo>
                  <a:cubicBezTo>
                    <a:pt x="223" y="98"/>
                    <a:pt x="222" y="97"/>
                    <a:pt x="222" y="96"/>
                  </a:cubicBezTo>
                  <a:cubicBezTo>
                    <a:pt x="222" y="95"/>
                    <a:pt x="223" y="93"/>
                    <a:pt x="224" y="93"/>
                  </a:cubicBezTo>
                  <a:cubicBezTo>
                    <a:pt x="225" y="92"/>
                    <a:pt x="226" y="91"/>
                    <a:pt x="227" y="91"/>
                  </a:cubicBezTo>
                  <a:cubicBezTo>
                    <a:pt x="229" y="91"/>
                    <a:pt x="230" y="91"/>
                    <a:pt x="231" y="93"/>
                  </a:cubicBezTo>
                  <a:close/>
                  <a:moveTo>
                    <a:pt x="230" y="95"/>
                  </a:moveTo>
                  <a:cubicBezTo>
                    <a:pt x="229" y="94"/>
                    <a:pt x="228" y="93"/>
                    <a:pt x="227" y="93"/>
                  </a:cubicBezTo>
                  <a:cubicBezTo>
                    <a:pt x="226" y="92"/>
                    <a:pt x="225" y="92"/>
                    <a:pt x="224" y="93"/>
                  </a:cubicBezTo>
                  <a:cubicBezTo>
                    <a:pt x="224" y="93"/>
                    <a:pt x="224" y="94"/>
                    <a:pt x="224" y="95"/>
                  </a:cubicBezTo>
                  <a:cubicBezTo>
                    <a:pt x="224" y="96"/>
                    <a:pt x="224" y="96"/>
                    <a:pt x="225" y="97"/>
                  </a:cubicBezTo>
                  <a:cubicBezTo>
                    <a:pt x="226" y="98"/>
                    <a:pt x="227" y="99"/>
                    <a:pt x="228" y="99"/>
                  </a:cubicBezTo>
                  <a:cubicBezTo>
                    <a:pt x="229" y="99"/>
                    <a:pt x="230" y="99"/>
                    <a:pt x="231" y="99"/>
                  </a:cubicBezTo>
                  <a:cubicBezTo>
                    <a:pt x="232" y="98"/>
                    <a:pt x="232" y="97"/>
                    <a:pt x="231" y="97"/>
                  </a:cubicBezTo>
                  <a:cubicBezTo>
                    <a:pt x="231" y="96"/>
                    <a:pt x="231" y="95"/>
                    <a:pt x="230" y="95"/>
                  </a:cubicBezTo>
                  <a:close/>
                  <a:moveTo>
                    <a:pt x="236" y="82"/>
                  </a:moveTo>
                  <a:cubicBezTo>
                    <a:pt x="234" y="83"/>
                    <a:pt x="234" y="83"/>
                    <a:pt x="234" y="83"/>
                  </a:cubicBezTo>
                  <a:cubicBezTo>
                    <a:pt x="235" y="83"/>
                    <a:pt x="236" y="84"/>
                    <a:pt x="236" y="84"/>
                  </a:cubicBezTo>
                  <a:cubicBezTo>
                    <a:pt x="237" y="85"/>
                    <a:pt x="237" y="85"/>
                    <a:pt x="237" y="87"/>
                  </a:cubicBezTo>
                  <a:cubicBezTo>
                    <a:pt x="237" y="87"/>
                    <a:pt x="237" y="88"/>
                    <a:pt x="236" y="89"/>
                  </a:cubicBezTo>
                  <a:cubicBezTo>
                    <a:pt x="236" y="89"/>
                    <a:pt x="236" y="89"/>
                    <a:pt x="236" y="90"/>
                  </a:cubicBezTo>
                  <a:cubicBezTo>
                    <a:pt x="236" y="91"/>
                    <a:pt x="236" y="91"/>
                    <a:pt x="236" y="91"/>
                  </a:cubicBezTo>
                  <a:cubicBezTo>
                    <a:pt x="236" y="92"/>
                    <a:pt x="237" y="91"/>
                    <a:pt x="238" y="90"/>
                  </a:cubicBezTo>
                  <a:cubicBezTo>
                    <a:pt x="239" y="89"/>
                    <a:pt x="240" y="88"/>
                    <a:pt x="240" y="87"/>
                  </a:cubicBezTo>
                  <a:cubicBezTo>
                    <a:pt x="241" y="87"/>
                    <a:pt x="242" y="87"/>
                    <a:pt x="242" y="88"/>
                  </a:cubicBezTo>
                  <a:cubicBezTo>
                    <a:pt x="243" y="88"/>
                    <a:pt x="243" y="89"/>
                    <a:pt x="243" y="91"/>
                  </a:cubicBezTo>
                  <a:cubicBezTo>
                    <a:pt x="243" y="92"/>
                    <a:pt x="242" y="93"/>
                    <a:pt x="242" y="94"/>
                  </a:cubicBezTo>
                  <a:cubicBezTo>
                    <a:pt x="241" y="95"/>
                    <a:pt x="240" y="95"/>
                    <a:pt x="239" y="96"/>
                  </a:cubicBezTo>
                  <a:cubicBezTo>
                    <a:pt x="238" y="96"/>
                    <a:pt x="238" y="96"/>
                    <a:pt x="238" y="95"/>
                  </a:cubicBezTo>
                  <a:cubicBezTo>
                    <a:pt x="237" y="95"/>
                    <a:pt x="237" y="95"/>
                    <a:pt x="237" y="94"/>
                  </a:cubicBezTo>
                  <a:cubicBezTo>
                    <a:pt x="237" y="94"/>
                    <a:pt x="237" y="93"/>
                    <a:pt x="237" y="93"/>
                  </a:cubicBezTo>
                  <a:cubicBezTo>
                    <a:pt x="237" y="93"/>
                    <a:pt x="237" y="93"/>
                    <a:pt x="236" y="93"/>
                  </a:cubicBezTo>
                  <a:cubicBezTo>
                    <a:pt x="236" y="93"/>
                    <a:pt x="236" y="93"/>
                    <a:pt x="236" y="93"/>
                  </a:cubicBezTo>
                  <a:cubicBezTo>
                    <a:pt x="235" y="93"/>
                    <a:pt x="235" y="92"/>
                    <a:pt x="235" y="92"/>
                  </a:cubicBezTo>
                  <a:cubicBezTo>
                    <a:pt x="235" y="91"/>
                    <a:pt x="235" y="91"/>
                    <a:pt x="235" y="90"/>
                  </a:cubicBezTo>
                  <a:cubicBezTo>
                    <a:pt x="234" y="91"/>
                    <a:pt x="233" y="91"/>
                    <a:pt x="232" y="90"/>
                  </a:cubicBezTo>
                  <a:cubicBezTo>
                    <a:pt x="231" y="89"/>
                    <a:pt x="230" y="89"/>
                    <a:pt x="230" y="87"/>
                  </a:cubicBezTo>
                  <a:cubicBezTo>
                    <a:pt x="230" y="87"/>
                    <a:pt x="231" y="85"/>
                    <a:pt x="232" y="85"/>
                  </a:cubicBezTo>
                  <a:cubicBezTo>
                    <a:pt x="232" y="84"/>
                    <a:pt x="232" y="84"/>
                    <a:pt x="233" y="83"/>
                  </a:cubicBezTo>
                  <a:cubicBezTo>
                    <a:pt x="234" y="83"/>
                    <a:pt x="234" y="83"/>
                    <a:pt x="234" y="83"/>
                  </a:cubicBezTo>
                  <a:cubicBezTo>
                    <a:pt x="235" y="81"/>
                    <a:pt x="235" y="81"/>
                    <a:pt x="235" y="81"/>
                  </a:cubicBezTo>
                  <a:cubicBezTo>
                    <a:pt x="236" y="82"/>
                    <a:pt x="236" y="82"/>
                    <a:pt x="236" y="82"/>
                  </a:cubicBezTo>
                  <a:close/>
                  <a:moveTo>
                    <a:pt x="236" y="86"/>
                  </a:moveTo>
                  <a:cubicBezTo>
                    <a:pt x="235" y="86"/>
                    <a:pt x="234" y="85"/>
                    <a:pt x="234" y="85"/>
                  </a:cubicBezTo>
                  <a:cubicBezTo>
                    <a:pt x="233" y="85"/>
                    <a:pt x="232" y="85"/>
                    <a:pt x="232" y="85"/>
                  </a:cubicBezTo>
                  <a:cubicBezTo>
                    <a:pt x="231" y="86"/>
                    <a:pt x="231" y="86"/>
                    <a:pt x="231" y="87"/>
                  </a:cubicBezTo>
                  <a:cubicBezTo>
                    <a:pt x="231" y="87"/>
                    <a:pt x="232" y="87"/>
                    <a:pt x="232" y="88"/>
                  </a:cubicBezTo>
                  <a:cubicBezTo>
                    <a:pt x="233" y="88"/>
                    <a:pt x="233" y="89"/>
                    <a:pt x="234" y="89"/>
                  </a:cubicBezTo>
                  <a:cubicBezTo>
                    <a:pt x="235" y="89"/>
                    <a:pt x="235" y="89"/>
                    <a:pt x="236" y="89"/>
                  </a:cubicBezTo>
                  <a:cubicBezTo>
                    <a:pt x="237" y="88"/>
                    <a:pt x="236" y="87"/>
                    <a:pt x="236" y="86"/>
                  </a:cubicBezTo>
                  <a:close/>
                  <a:moveTo>
                    <a:pt x="242" y="89"/>
                  </a:moveTo>
                  <a:cubicBezTo>
                    <a:pt x="242" y="89"/>
                    <a:pt x="241" y="89"/>
                    <a:pt x="240" y="89"/>
                  </a:cubicBezTo>
                  <a:cubicBezTo>
                    <a:pt x="240" y="90"/>
                    <a:pt x="240" y="90"/>
                    <a:pt x="239" y="91"/>
                  </a:cubicBezTo>
                  <a:cubicBezTo>
                    <a:pt x="238" y="92"/>
                    <a:pt x="238" y="92"/>
                    <a:pt x="237" y="93"/>
                  </a:cubicBezTo>
                  <a:cubicBezTo>
                    <a:pt x="237" y="93"/>
                    <a:pt x="238" y="94"/>
                    <a:pt x="238" y="95"/>
                  </a:cubicBezTo>
                  <a:cubicBezTo>
                    <a:pt x="239" y="95"/>
                    <a:pt x="240" y="95"/>
                    <a:pt x="241" y="93"/>
                  </a:cubicBezTo>
                  <a:cubicBezTo>
                    <a:pt x="242" y="93"/>
                    <a:pt x="242" y="91"/>
                    <a:pt x="243" y="91"/>
                  </a:cubicBezTo>
                  <a:cubicBezTo>
                    <a:pt x="243" y="90"/>
                    <a:pt x="242" y="89"/>
                    <a:pt x="242" y="89"/>
                  </a:cubicBezTo>
                  <a:close/>
                  <a:moveTo>
                    <a:pt x="242" y="73"/>
                  </a:moveTo>
                  <a:cubicBezTo>
                    <a:pt x="242" y="73"/>
                    <a:pt x="242" y="73"/>
                    <a:pt x="242" y="74"/>
                  </a:cubicBezTo>
                  <a:cubicBezTo>
                    <a:pt x="242" y="74"/>
                    <a:pt x="242" y="74"/>
                    <a:pt x="242" y="75"/>
                  </a:cubicBezTo>
                  <a:cubicBezTo>
                    <a:pt x="247" y="83"/>
                    <a:pt x="247" y="83"/>
                    <a:pt x="247" y="83"/>
                  </a:cubicBezTo>
                  <a:cubicBezTo>
                    <a:pt x="248" y="85"/>
                    <a:pt x="248" y="86"/>
                    <a:pt x="247" y="87"/>
                  </a:cubicBezTo>
                  <a:cubicBezTo>
                    <a:pt x="246" y="88"/>
                    <a:pt x="246" y="88"/>
                    <a:pt x="245" y="87"/>
                  </a:cubicBezTo>
                  <a:cubicBezTo>
                    <a:pt x="245" y="87"/>
                    <a:pt x="245" y="87"/>
                    <a:pt x="245" y="87"/>
                  </a:cubicBezTo>
                  <a:cubicBezTo>
                    <a:pt x="245" y="86"/>
                    <a:pt x="245" y="86"/>
                    <a:pt x="245" y="86"/>
                  </a:cubicBezTo>
                  <a:cubicBezTo>
                    <a:pt x="245" y="86"/>
                    <a:pt x="246" y="85"/>
                    <a:pt x="246" y="85"/>
                  </a:cubicBezTo>
                  <a:cubicBezTo>
                    <a:pt x="246" y="85"/>
                    <a:pt x="246" y="85"/>
                    <a:pt x="246" y="85"/>
                  </a:cubicBezTo>
                  <a:cubicBezTo>
                    <a:pt x="247" y="85"/>
                    <a:pt x="246" y="83"/>
                    <a:pt x="245" y="81"/>
                  </a:cubicBezTo>
                  <a:cubicBezTo>
                    <a:pt x="238" y="80"/>
                    <a:pt x="238" y="80"/>
                    <a:pt x="238" y="80"/>
                  </a:cubicBezTo>
                  <a:cubicBezTo>
                    <a:pt x="237" y="80"/>
                    <a:pt x="237" y="80"/>
                    <a:pt x="236" y="80"/>
                  </a:cubicBezTo>
                  <a:cubicBezTo>
                    <a:pt x="236" y="80"/>
                    <a:pt x="236" y="80"/>
                    <a:pt x="236" y="80"/>
                  </a:cubicBezTo>
                  <a:cubicBezTo>
                    <a:pt x="235" y="80"/>
                    <a:pt x="235" y="80"/>
                    <a:pt x="235" y="80"/>
                  </a:cubicBezTo>
                  <a:cubicBezTo>
                    <a:pt x="238" y="77"/>
                    <a:pt x="238" y="77"/>
                    <a:pt x="238" y="77"/>
                  </a:cubicBezTo>
                  <a:cubicBezTo>
                    <a:pt x="238" y="77"/>
                    <a:pt x="238" y="77"/>
                    <a:pt x="238" y="77"/>
                  </a:cubicBezTo>
                  <a:cubicBezTo>
                    <a:pt x="238" y="78"/>
                    <a:pt x="238" y="78"/>
                    <a:pt x="238" y="78"/>
                  </a:cubicBezTo>
                  <a:cubicBezTo>
                    <a:pt x="238" y="78"/>
                    <a:pt x="238" y="79"/>
                    <a:pt x="239" y="79"/>
                  </a:cubicBezTo>
                  <a:cubicBezTo>
                    <a:pt x="244" y="80"/>
                    <a:pt x="244" y="80"/>
                    <a:pt x="244" y="80"/>
                  </a:cubicBezTo>
                  <a:cubicBezTo>
                    <a:pt x="242" y="75"/>
                    <a:pt x="242" y="75"/>
                    <a:pt x="242" y="75"/>
                  </a:cubicBezTo>
                  <a:cubicBezTo>
                    <a:pt x="241" y="75"/>
                    <a:pt x="241" y="75"/>
                    <a:pt x="241" y="75"/>
                  </a:cubicBezTo>
                  <a:cubicBezTo>
                    <a:pt x="241" y="75"/>
                    <a:pt x="241" y="75"/>
                    <a:pt x="241" y="75"/>
                  </a:cubicBezTo>
                  <a:cubicBezTo>
                    <a:pt x="240" y="75"/>
                    <a:pt x="240" y="75"/>
                    <a:pt x="240" y="75"/>
                  </a:cubicBezTo>
                  <a:cubicBezTo>
                    <a:pt x="240" y="75"/>
                    <a:pt x="240" y="75"/>
                    <a:pt x="240" y="75"/>
                  </a:cubicBezTo>
                  <a:cubicBezTo>
                    <a:pt x="242" y="73"/>
                    <a:pt x="242" y="73"/>
                    <a:pt x="242" y="73"/>
                  </a:cubicBezTo>
                  <a:cubicBezTo>
                    <a:pt x="242" y="73"/>
                    <a:pt x="242" y="73"/>
                    <a:pt x="242" y="73"/>
                  </a:cubicBezTo>
                  <a:close/>
                  <a:moveTo>
                    <a:pt x="253" y="63"/>
                  </a:moveTo>
                  <a:cubicBezTo>
                    <a:pt x="254" y="64"/>
                    <a:pt x="255" y="65"/>
                    <a:pt x="255" y="66"/>
                  </a:cubicBezTo>
                  <a:cubicBezTo>
                    <a:pt x="256" y="67"/>
                    <a:pt x="256" y="68"/>
                    <a:pt x="255" y="69"/>
                  </a:cubicBezTo>
                  <a:cubicBezTo>
                    <a:pt x="254" y="71"/>
                    <a:pt x="253" y="71"/>
                    <a:pt x="252" y="71"/>
                  </a:cubicBezTo>
                  <a:cubicBezTo>
                    <a:pt x="251" y="72"/>
                    <a:pt x="250" y="71"/>
                    <a:pt x="248" y="71"/>
                  </a:cubicBezTo>
                  <a:cubicBezTo>
                    <a:pt x="247" y="70"/>
                    <a:pt x="246" y="69"/>
                    <a:pt x="246" y="68"/>
                  </a:cubicBezTo>
                  <a:cubicBezTo>
                    <a:pt x="246" y="67"/>
                    <a:pt x="246" y="66"/>
                    <a:pt x="246" y="65"/>
                  </a:cubicBezTo>
                  <a:cubicBezTo>
                    <a:pt x="247" y="63"/>
                    <a:pt x="248" y="63"/>
                    <a:pt x="249" y="62"/>
                  </a:cubicBezTo>
                  <a:cubicBezTo>
                    <a:pt x="250" y="62"/>
                    <a:pt x="252" y="62"/>
                    <a:pt x="253" y="63"/>
                  </a:cubicBezTo>
                  <a:close/>
                  <a:moveTo>
                    <a:pt x="252" y="65"/>
                  </a:moveTo>
                  <a:cubicBezTo>
                    <a:pt x="251" y="64"/>
                    <a:pt x="250" y="64"/>
                    <a:pt x="249" y="64"/>
                  </a:cubicBezTo>
                  <a:cubicBezTo>
                    <a:pt x="248" y="64"/>
                    <a:pt x="247" y="64"/>
                    <a:pt x="247" y="65"/>
                  </a:cubicBezTo>
                  <a:cubicBezTo>
                    <a:pt x="246" y="66"/>
                    <a:pt x="246" y="66"/>
                    <a:pt x="247" y="67"/>
                  </a:cubicBezTo>
                  <a:cubicBezTo>
                    <a:pt x="247" y="68"/>
                    <a:pt x="248" y="68"/>
                    <a:pt x="249" y="69"/>
                  </a:cubicBezTo>
                  <a:cubicBezTo>
                    <a:pt x="250" y="69"/>
                    <a:pt x="251" y="69"/>
                    <a:pt x="252" y="70"/>
                  </a:cubicBezTo>
                  <a:cubicBezTo>
                    <a:pt x="253" y="70"/>
                    <a:pt x="254" y="69"/>
                    <a:pt x="254" y="69"/>
                  </a:cubicBezTo>
                  <a:cubicBezTo>
                    <a:pt x="255" y="68"/>
                    <a:pt x="255" y="67"/>
                    <a:pt x="254" y="66"/>
                  </a:cubicBezTo>
                  <a:cubicBezTo>
                    <a:pt x="254" y="66"/>
                    <a:pt x="253" y="65"/>
                    <a:pt x="252" y="65"/>
                  </a:cubicBezTo>
                  <a:close/>
                  <a:moveTo>
                    <a:pt x="266" y="40"/>
                  </a:moveTo>
                  <a:cubicBezTo>
                    <a:pt x="267" y="42"/>
                    <a:pt x="267" y="44"/>
                    <a:pt x="266" y="46"/>
                  </a:cubicBezTo>
                  <a:cubicBezTo>
                    <a:pt x="265" y="48"/>
                    <a:pt x="264" y="49"/>
                    <a:pt x="262" y="50"/>
                  </a:cubicBezTo>
                  <a:cubicBezTo>
                    <a:pt x="261" y="51"/>
                    <a:pt x="259" y="51"/>
                    <a:pt x="257" y="50"/>
                  </a:cubicBezTo>
                  <a:cubicBezTo>
                    <a:pt x="255" y="49"/>
                    <a:pt x="254" y="48"/>
                    <a:pt x="253" y="47"/>
                  </a:cubicBezTo>
                  <a:cubicBezTo>
                    <a:pt x="252" y="45"/>
                    <a:pt x="252" y="43"/>
                    <a:pt x="253" y="41"/>
                  </a:cubicBezTo>
                  <a:cubicBezTo>
                    <a:pt x="254" y="41"/>
                    <a:pt x="254" y="40"/>
                    <a:pt x="254" y="39"/>
                  </a:cubicBezTo>
                  <a:cubicBezTo>
                    <a:pt x="255" y="39"/>
                    <a:pt x="255" y="38"/>
                    <a:pt x="255" y="38"/>
                  </a:cubicBezTo>
                  <a:cubicBezTo>
                    <a:pt x="255" y="38"/>
                    <a:pt x="255" y="37"/>
                    <a:pt x="255" y="37"/>
                  </a:cubicBezTo>
                  <a:cubicBezTo>
                    <a:pt x="255" y="37"/>
                    <a:pt x="255" y="37"/>
                    <a:pt x="255" y="37"/>
                  </a:cubicBezTo>
                  <a:cubicBezTo>
                    <a:pt x="259" y="38"/>
                    <a:pt x="259" y="38"/>
                    <a:pt x="259" y="38"/>
                  </a:cubicBezTo>
                  <a:cubicBezTo>
                    <a:pt x="259" y="39"/>
                    <a:pt x="259" y="39"/>
                    <a:pt x="259" y="39"/>
                  </a:cubicBezTo>
                  <a:cubicBezTo>
                    <a:pt x="258" y="39"/>
                    <a:pt x="257" y="39"/>
                    <a:pt x="256" y="39"/>
                  </a:cubicBezTo>
                  <a:cubicBezTo>
                    <a:pt x="255" y="39"/>
                    <a:pt x="254" y="40"/>
                    <a:pt x="254" y="41"/>
                  </a:cubicBezTo>
                  <a:cubicBezTo>
                    <a:pt x="254" y="43"/>
                    <a:pt x="254" y="44"/>
                    <a:pt x="254" y="45"/>
                  </a:cubicBezTo>
                  <a:cubicBezTo>
                    <a:pt x="255" y="47"/>
                    <a:pt x="256" y="47"/>
                    <a:pt x="258" y="48"/>
                  </a:cubicBezTo>
                  <a:cubicBezTo>
                    <a:pt x="260" y="49"/>
                    <a:pt x="261" y="49"/>
                    <a:pt x="263" y="49"/>
                  </a:cubicBezTo>
                  <a:cubicBezTo>
                    <a:pt x="264" y="48"/>
                    <a:pt x="265" y="47"/>
                    <a:pt x="266" y="46"/>
                  </a:cubicBezTo>
                  <a:cubicBezTo>
                    <a:pt x="266" y="45"/>
                    <a:pt x="266" y="43"/>
                    <a:pt x="266" y="42"/>
                  </a:cubicBezTo>
                  <a:cubicBezTo>
                    <a:pt x="266" y="42"/>
                    <a:pt x="266" y="41"/>
                    <a:pt x="266" y="40"/>
                  </a:cubicBezTo>
                  <a:cubicBezTo>
                    <a:pt x="266" y="40"/>
                    <a:pt x="266" y="40"/>
                    <a:pt x="266" y="40"/>
                  </a:cubicBezTo>
                  <a:close/>
                  <a:moveTo>
                    <a:pt x="270" y="30"/>
                  </a:moveTo>
                  <a:cubicBezTo>
                    <a:pt x="269" y="34"/>
                    <a:pt x="269" y="34"/>
                    <a:pt x="269" y="34"/>
                  </a:cubicBezTo>
                  <a:cubicBezTo>
                    <a:pt x="269" y="34"/>
                    <a:pt x="269" y="34"/>
                    <a:pt x="269" y="34"/>
                  </a:cubicBezTo>
                  <a:cubicBezTo>
                    <a:pt x="269" y="33"/>
                    <a:pt x="269" y="33"/>
                    <a:pt x="268" y="32"/>
                  </a:cubicBezTo>
                  <a:cubicBezTo>
                    <a:pt x="263" y="31"/>
                    <a:pt x="263" y="31"/>
                    <a:pt x="263" y="31"/>
                  </a:cubicBezTo>
                  <a:cubicBezTo>
                    <a:pt x="262" y="31"/>
                    <a:pt x="261" y="31"/>
                    <a:pt x="261" y="32"/>
                  </a:cubicBezTo>
                  <a:cubicBezTo>
                    <a:pt x="260" y="33"/>
                    <a:pt x="261" y="33"/>
                    <a:pt x="261" y="34"/>
                  </a:cubicBezTo>
                  <a:cubicBezTo>
                    <a:pt x="266" y="36"/>
                    <a:pt x="266" y="36"/>
                    <a:pt x="266" y="36"/>
                  </a:cubicBezTo>
                  <a:cubicBezTo>
                    <a:pt x="267" y="36"/>
                    <a:pt x="268" y="36"/>
                    <a:pt x="268" y="35"/>
                  </a:cubicBezTo>
                  <a:cubicBezTo>
                    <a:pt x="268" y="35"/>
                    <a:pt x="268" y="35"/>
                    <a:pt x="268" y="35"/>
                  </a:cubicBezTo>
                  <a:cubicBezTo>
                    <a:pt x="267" y="39"/>
                    <a:pt x="267" y="39"/>
                    <a:pt x="267" y="39"/>
                  </a:cubicBezTo>
                  <a:cubicBezTo>
                    <a:pt x="267" y="39"/>
                    <a:pt x="267" y="39"/>
                    <a:pt x="267" y="39"/>
                  </a:cubicBezTo>
                  <a:cubicBezTo>
                    <a:pt x="267" y="38"/>
                    <a:pt x="267" y="38"/>
                    <a:pt x="266" y="37"/>
                  </a:cubicBezTo>
                  <a:cubicBezTo>
                    <a:pt x="256" y="35"/>
                    <a:pt x="256" y="35"/>
                    <a:pt x="256" y="35"/>
                  </a:cubicBezTo>
                  <a:cubicBezTo>
                    <a:pt x="256" y="35"/>
                    <a:pt x="255" y="35"/>
                    <a:pt x="255" y="35"/>
                  </a:cubicBezTo>
                  <a:cubicBezTo>
                    <a:pt x="255" y="35"/>
                    <a:pt x="255" y="35"/>
                    <a:pt x="255" y="35"/>
                  </a:cubicBezTo>
                  <a:cubicBezTo>
                    <a:pt x="254" y="35"/>
                    <a:pt x="254" y="35"/>
                    <a:pt x="254" y="35"/>
                  </a:cubicBezTo>
                  <a:cubicBezTo>
                    <a:pt x="254" y="35"/>
                    <a:pt x="254" y="34"/>
                    <a:pt x="254" y="32"/>
                  </a:cubicBezTo>
                  <a:cubicBezTo>
                    <a:pt x="260" y="34"/>
                    <a:pt x="260" y="34"/>
                    <a:pt x="260" y="34"/>
                  </a:cubicBezTo>
                  <a:cubicBezTo>
                    <a:pt x="260" y="33"/>
                    <a:pt x="259" y="31"/>
                    <a:pt x="260" y="31"/>
                  </a:cubicBezTo>
                  <a:cubicBezTo>
                    <a:pt x="260" y="29"/>
                    <a:pt x="261" y="28"/>
                    <a:pt x="263" y="29"/>
                  </a:cubicBezTo>
                  <a:cubicBezTo>
                    <a:pt x="268" y="30"/>
                    <a:pt x="268" y="30"/>
                    <a:pt x="268" y="30"/>
                  </a:cubicBezTo>
                  <a:cubicBezTo>
                    <a:pt x="270" y="31"/>
                    <a:pt x="270" y="31"/>
                    <a:pt x="270" y="30"/>
                  </a:cubicBezTo>
                  <a:cubicBezTo>
                    <a:pt x="270" y="30"/>
                    <a:pt x="270" y="30"/>
                    <a:pt x="270" y="30"/>
                  </a:cubicBezTo>
                  <a:close/>
                  <a:moveTo>
                    <a:pt x="259" y="22"/>
                  </a:moveTo>
                  <a:cubicBezTo>
                    <a:pt x="259" y="22"/>
                    <a:pt x="259" y="22"/>
                    <a:pt x="260" y="23"/>
                  </a:cubicBezTo>
                  <a:cubicBezTo>
                    <a:pt x="260" y="23"/>
                    <a:pt x="260" y="23"/>
                    <a:pt x="260" y="23"/>
                  </a:cubicBezTo>
                  <a:cubicBezTo>
                    <a:pt x="259" y="24"/>
                    <a:pt x="260" y="24"/>
                    <a:pt x="259" y="24"/>
                  </a:cubicBezTo>
                  <a:cubicBezTo>
                    <a:pt x="259" y="24"/>
                    <a:pt x="259" y="25"/>
                    <a:pt x="258" y="24"/>
                  </a:cubicBezTo>
                  <a:cubicBezTo>
                    <a:pt x="258" y="24"/>
                    <a:pt x="258" y="24"/>
                    <a:pt x="258" y="24"/>
                  </a:cubicBezTo>
                  <a:cubicBezTo>
                    <a:pt x="258" y="23"/>
                    <a:pt x="257" y="23"/>
                    <a:pt x="258" y="23"/>
                  </a:cubicBezTo>
                  <a:cubicBezTo>
                    <a:pt x="258" y="23"/>
                    <a:pt x="258" y="23"/>
                    <a:pt x="258" y="22"/>
                  </a:cubicBezTo>
                  <a:cubicBezTo>
                    <a:pt x="258" y="22"/>
                    <a:pt x="258" y="22"/>
                    <a:pt x="259" y="22"/>
                  </a:cubicBezTo>
                  <a:close/>
                  <a:moveTo>
                    <a:pt x="272" y="23"/>
                  </a:moveTo>
                  <a:cubicBezTo>
                    <a:pt x="271" y="28"/>
                    <a:pt x="271" y="28"/>
                    <a:pt x="271" y="28"/>
                  </a:cubicBezTo>
                  <a:cubicBezTo>
                    <a:pt x="270" y="28"/>
                    <a:pt x="270" y="28"/>
                    <a:pt x="270" y="28"/>
                  </a:cubicBezTo>
                  <a:cubicBezTo>
                    <a:pt x="270" y="27"/>
                    <a:pt x="270" y="26"/>
                    <a:pt x="269" y="26"/>
                  </a:cubicBezTo>
                  <a:cubicBezTo>
                    <a:pt x="264" y="25"/>
                    <a:pt x="264" y="25"/>
                    <a:pt x="264" y="25"/>
                  </a:cubicBezTo>
                  <a:cubicBezTo>
                    <a:pt x="263" y="25"/>
                    <a:pt x="262" y="25"/>
                    <a:pt x="262" y="26"/>
                  </a:cubicBezTo>
                  <a:cubicBezTo>
                    <a:pt x="262" y="26"/>
                    <a:pt x="262" y="26"/>
                    <a:pt x="262" y="27"/>
                  </a:cubicBezTo>
                  <a:cubicBezTo>
                    <a:pt x="262" y="27"/>
                    <a:pt x="262" y="27"/>
                    <a:pt x="262" y="27"/>
                  </a:cubicBezTo>
                  <a:cubicBezTo>
                    <a:pt x="262" y="23"/>
                    <a:pt x="262" y="23"/>
                    <a:pt x="262" y="23"/>
                  </a:cubicBezTo>
                  <a:cubicBezTo>
                    <a:pt x="269" y="24"/>
                    <a:pt x="269" y="24"/>
                    <a:pt x="269" y="24"/>
                  </a:cubicBezTo>
                  <a:cubicBezTo>
                    <a:pt x="271" y="25"/>
                    <a:pt x="271" y="24"/>
                    <a:pt x="272" y="23"/>
                  </a:cubicBezTo>
                  <a:cubicBezTo>
                    <a:pt x="272" y="23"/>
                    <a:pt x="272" y="23"/>
                    <a:pt x="272" y="23"/>
                  </a:cubicBezTo>
                  <a:close/>
                  <a:moveTo>
                    <a:pt x="273" y="12"/>
                  </a:moveTo>
                  <a:cubicBezTo>
                    <a:pt x="273" y="16"/>
                    <a:pt x="273" y="16"/>
                    <a:pt x="273" y="16"/>
                  </a:cubicBezTo>
                  <a:cubicBezTo>
                    <a:pt x="272" y="16"/>
                    <a:pt x="272" y="16"/>
                    <a:pt x="272" y="16"/>
                  </a:cubicBezTo>
                  <a:cubicBezTo>
                    <a:pt x="272" y="15"/>
                    <a:pt x="272" y="15"/>
                    <a:pt x="271" y="15"/>
                  </a:cubicBezTo>
                  <a:cubicBezTo>
                    <a:pt x="266" y="14"/>
                    <a:pt x="266" y="14"/>
                    <a:pt x="266" y="14"/>
                  </a:cubicBezTo>
                  <a:cubicBezTo>
                    <a:pt x="266" y="14"/>
                    <a:pt x="266" y="14"/>
                    <a:pt x="265" y="14"/>
                  </a:cubicBezTo>
                  <a:cubicBezTo>
                    <a:pt x="265" y="15"/>
                    <a:pt x="265" y="15"/>
                    <a:pt x="265" y="15"/>
                  </a:cubicBezTo>
                  <a:cubicBezTo>
                    <a:pt x="265" y="16"/>
                    <a:pt x="265" y="17"/>
                    <a:pt x="266" y="18"/>
                  </a:cubicBezTo>
                  <a:cubicBezTo>
                    <a:pt x="271" y="19"/>
                    <a:pt x="271" y="19"/>
                    <a:pt x="271" y="19"/>
                  </a:cubicBezTo>
                  <a:cubicBezTo>
                    <a:pt x="272" y="19"/>
                    <a:pt x="272" y="18"/>
                    <a:pt x="273" y="17"/>
                  </a:cubicBezTo>
                  <a:cubicBezTo>
                    <a:pt x="273" y="17"/>
                    <a:pt x="273" y="17"/>
                    <a:pt x="273" y="17"/>
                  </a:cubicBezTo>
                  <a:cubicBezTo>
                    <a:pt x="273" y="22"/>
                    <a:pt x="273" y="22"/>
                    <a:pt x="273" y="22"/>
                  </a:cubicBezTo>
                  <a:cubicBezTo>
                    <a:pt x="272" y="22"/>
                    <a:pt x="272" y="22"/>
                    <a:pt x="272" y="22"/>
                  </a:cubicBezTo>
                  <a:cubicBezTo>
                    <a:pt x="272" y="21"/>
                    <a:pt x="272" y="21"/>
                    <a:pt x="271" y="20"/>
                  </a:cubicBezTo>
                  <a:cubicBezTo>
                    <a:pt x="265" y="19"/>
                    <a:pt x="265" y="19"/>
                    <a:pt x="265" y="19"/>
                  </a:cubicBezTo>
                  <a:cubicBezTo>
                    <a:pt x="265" y="19"/>
                    <a:pt x="264" y="19"/>
                    <a:pt x="264" y="19"/>
                  </a:cubicBezTo>
                  <a:cubicBezTo>
                    <a:pt x="264" y="19"/>
                    <a:pt x="264" y="20"/>
                    <a:pt x="264" y="21"/>
                  </a:cubicBezTo>
                  <a:cubicBezTo>
                    <a:pt x="264" y="21"/>
                    <a:pt x="264" y="21"/>
                    <a:pt x="264" y="21"/>
                  </a:cubicBezTo>
                  <a:cubicBezTo>
                    <a:pt x="263" y="17"/>
                    <a:pt x="263" y="17"/>
                    <a:pt x="263" y="17"/>
                  </a:cubicBezTo>
                  <a:cubicBezTo>
                    <a:pt x="265" y="18"/>
                    <a:pt x="265" y="18"/>
                    <a:pt x="265" y="18"/>
                  </a:cubicBezTo>
                  <a:cubicBezTo>
                    <a:pt x="264" y="17"/>
                    <a:pt x="263" y="16"/>
                    <a:pt x="264" y="15"/>
                  </a:cubicBezTo>
                  <a:cubicBezTo>
                    <a:pt x="264" y="13"/>
                    <a:pt x="265" y="12"/>
                    <a:pt x="267" y="13"/>
                  </a:cubicBezTo>
                  <a:cubicBezTo>
                    <a:pt x="272" y="13"/>
                    <a:pt x="272" y="13"/>
                    <a:pt x="272" y="13"/>
                  </a:cubicBezTo>
                  <a:cubicBezTo>
                    <a:pt x="272" y="13"/>
                    <a:pt x="273" y="13"/>
                    <a:pt x="273" y="12"/>
                  </a:cubicBezTo>
                  <a:cubicBezTo>
                    <a:pt x="273" y="12"/>
                    <a:pt x="273" y="12"/>
                    <a:pt x="273" y="12"/>
                  </a:cubicBezTo>
                  <a:close/>
                  <a:moveTo>
                    <a:pt x="273" y="1"/>
                  </a:moveTo>
                  <a:cubicBezTo>
                    <a:pt x="273" y="2"/>
                    <a:pt x="273" y="2"/>
                    <a:pt x="274" y="2"/>
                  </a:cubicBezTo>
                  <a:cubicBezTo>
                    <a:pt x="274" y="3"/>
                    <a:pt x="274" y="3"/>
                    <a:pt x="274" y="3"/>
                  </a:cubicBezTo>
                  <a:cubicBezTo>
                    <a:pt x="274" y="4"/>
                    <a:pt x="274" y="4"/>
                    <a:pt x="272" y="5"/>
                  </a:cubicBezTo>
                  <a:cubicBezTo>
                    <a:pt x="273" y="5"/>
                    <a:pt x="273" y="5"/>
                    <a:pt x="274" y="6"/>
                  </a:cubicBezTo>
                  <a:cubicBezTo>
                    <a:pt x="274" y="7"/>
                    <a:pt x="274" y="7"/>
                    <a:pt x="274" y="7"/>
                  </a:cubicBezTo>
                  <a:cubicBezTo>
                    <a:pt x="274" y="8"/>
                    <a:pt x="274" y="9"/>
                    <a:pt x="273" y="9"/>
                  </a:cubicBezTo>
                  <a:cubicBezTo>
                    <a:pt x="273" y="9"/>
                    <a:pt x="272" y="10"/>
                    <a:pt x="272" y="10"/>
                  </a:cubicBezTo>
                  <a:cubicBezTo>
                    <a:pt x="270" y="10"/>
                    <a:pt x="270" y="9"/>
                    <a:pt x="269" y="8"/>
                  </a:cubicBezTo>
                  <a:cubicBezTo>
                    <a:pt x="268" y="7"/>
                    <a:pt x="268" y="6"/>
                    <a:pt x="268" y="5"/>
                  </a:cubicBezTo>
                  <a:cubicBezTo>
                    <a:pt x="267" y="5"/>
                    <a:pt x="267" y="5"/>
                    <a:pt x="267" y="5"/>
                  </a:cubicBezTo>
                  <a:cubicBezTo>
                    <a:pt x="265" y="5"/>
                    <a:pt x="264" y="5"/>
                    <a:pt x="264" y="6"/>
                  </a:cubicBezTo>
                  <a:cubicBezTo>
                    <a:pt x="264" y="7"/>
                    <a:pt x="265" y="7"/>
                    <a:pt x="265" y="7"/>
                  </a:cubicBezTo>
                  <a:cubicBezTo>
                    <a:pt x="266" y="7"/>
                    <a:pt x="266" y="7"/>
                    <a:pt x="266" y="7"/>
                  </a:cubicBezTo>
                  <a:cubicBezTo>
                    <a:pt x="266" y="7"/>
                    <a:pt x="266" y="7"/>
                    <a:pt x="266" y="7"/>
                  </a:cubicBezTo>
                  <a:cubicBezTo>
                    <a:pt x="266" y="7"/>
                    <a:pt x="266" y="7"/>
                    <a:pt x="267" y="8"/>
                  </a:cubicBezTo>
                  <a:cubicBezTo>
                    <a:pt x="267" y="8"/>
                    <a:pt x="267" y="8"/>
                    <a:pt x="267" y="9"/>
                  </a:cubicBezTo>
                  <a:cubicBezTo>
                    <a:pt x="267" y="9"/>
                    <a:pt x="267" y="9"/>
                    <a:pt x="267" y="9"/>
                  </a:cubicBezTo>
                  <a:cubicBezTo>
                    <a:pt x="266" y="10"/>
                    <a:pt x="266" y="10"/>
                    <a:pt x="266" y="10"/>
                  </a:cubicBezTo>
                  <a:cubicBezTo>
                    <a:pt x="266" y="10"/>
                    <a:pt x="265" y="9"/>
                    <a:pt x="265" y="9"/>
                  </a:cubicBezTo>
                  <a:cubicBezTo>
                    <a:pt x="264" y="8"/>
                    <a:pt x="264" y="7"/>
                    <a:pt x="264" y="7"/>
                  </a:cubicBezTo>
                  <a:cubicBezTo>
                    <a:pt x="264" y="5"/>
                    <a:pt x="265" y="5"/>
                    <a:pt x="265" y="4"/>
                  </a:cubicBezTo>
                  <a:cubicBezTo>
                    <a:pt x="266" y="4"/>
                    <a:pt x="266" y="3"/>
                    <a:pt x="268" y="3"/>
                  </a:cubicBezTo>
                  <a:cubicBezTo>
                    <a:pt x="272" y="3"/>
                    <a:pt x="272" y="3"/>
                    <a:pt x="272" y="3"/>
                  </a:cubicBezTo>
                  <a:cubicBezTo>
                    <a:pt x="272" y="3"/>
                    <a:pt x="273" y="3"/>
                    <a:pt x="273" y="3"/>
                  </a:cubicBezTo>
                  <a:cubicBezTo>
                    <a:pt x="273" y="3"/>
                    <a:pt x="273" y="3"/>
                    <a:pt x="272" y="2"/>
                  </a:cubicBezTo>
                  <a:cubicBezTo>
                    <a:pt x="273" y="1"/>
                    <a:pt x="273" y="1"/>
                    <a:pt x="273" y="1"/>
                  </a:cubicBezTo>
                  <a:close/>
                  <a:moveTo>
                    <a:pt x="272" y="5"/>
                  </a:moveTo>
                  <a:cubicBezTo>
                    <a:pt x="268" y="5"/>
                    <a:pt x="268" y="5"/>
                    <a:pt x="268" y="5"/>
                  </a:cubicBezTo>
                  <a:cubicBezTo>
                    <a:pt x="269" y="6"/>
                    <a:pt x="269" y="7"/>
                    <a:pt x="269" y="7"/>
                  </a:cubicBezTo>
                  <a:cubicBezTo>
                    <a:pt x="270" y="8"/>
                    <a:pt x="270" y="8"/>
                    <a:pt x="271" y="8"/>
                  </a:cubicBezTo>
                  <a:cubicBezTo>
                    <a:pt x="272" y="8"/>
                    <a:pt x="272" y="8"/>
                    <a:pt x="272" y="7"/>
                  </a:cubicBezTo>
                  <a:cubicBezTo>
                    <a:pt x="273" y="6"/>
                    <a:pt x="272" y="5"/>
                    <a:pt x="272"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44" name="Freeform 41"/>
            <p:cNvSpPr/>
            <p:nvPr/>
          </p:nvSpPr>
          <p:spPr bwMode="auto">
            <a:xfrm>
              <a:off x="8913875" y="4712004"/>
              <a:ext cx="161925" cy="150813"/>
            </a:xfrm>
            <a:custGeom>
              <a:avLst/>
              <a:gdLst>
                <a:gd name="T0" fmla="*/ 86 w 108"/>
                <a:gd name="T1" fmla="*/ 99 h 100"/>
                <a:gd name="T2" fmla="*/ 46 w 108"/>
                <a:gd name="T3" fmla="*/ 0 h 100"/>
                <a:gd name="T4" fmla="*/ 56 w 108"/>
                <a:gd name="T5" fmla="*/ 58 h 100"/>
                <a:gd name="T6" fmla="*/ 0 w 108"/>
                <a:gd name="T7" fmla="*/ 100 h 100"/>
                <a:gd name="T8" fmla="*/ 57 w 108"/>
                <a:gd name="T9" fmla="*/ 59 h 100"/>
                <a:gd name="T10" fmla="*/ 65 w 108"/>
                <a:gd name="T11" fmla="*/ 18 h 100"/>
                <a:gd name="T12" fmla="*/ 41 w 108"/>
                <a:gd name="T13" fmla="*/ 97 h 100"/>
                <a:gd name="T14" fmla="*/ 64 w 108"/>
                <a:gd name="T15" fmla="*/ 14 h 100"/>
                <a:gd name="T16" fmla="*/ 65 w 108"/>
                <a:gd name="T17" fmla="*/ 98 h 100"/>
                <a:gd name="T18" fmla="*/ 62 w 108"/>
                <a:gd name="T19" fmla="*/ 9 h 100"/>
                <a:gd name="T20" fmla="*/ 86 w 108"/>
                <a:gd name="T21" fmla="*/ 99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8" h="100">
                  <a:moveTo>
                    <a:pt x="86" y="99"/>
                  </a:moveTo>
                  <a:cubicBezTo>
                    <a:pt x="108" y="48"/>
                    <a:pt x="88" y="16"/>
                    <a:pt x="46" y="0"/>
                  </a:cubicBezTo>
                  <a:cubicBezTo>
                    <a:pt x="71" y="10"/>
                    <a:pt x="66" y="42"/>
                    <a:pt x="56" y="58"/>
                  </a:cubicBezTo>
                  <a:cubicBezTo>
                    <a:pt x="45" y="74"/>
                    <a:pt x="28" y="87"/>
                    <a:pt x="0" y="100"/>
                  </a:cubicBezTo>
                  <a:cubicBezTo>
                    <a:pt x="30" y="88"/>
                    <a:pt x="48" y="73"/>
                    <a:pt x="57" y="59"/>
                  </a:cubicBezTo>
                  <a:cubicBezTo>
                    <a:pt x="65" y="44"/>
                    <a:pt x="67" y="32"/>
                    <a:pt x="65" y="18"/>
                  </a:cubicBezTo>
                  <a:cubicBezTo>
                    <a:pt x="78" y="47"/>
                    <a:pt x="67" y="72"/>
                    <a:pt x="41" y="97"/>
                  </a:cubicBezTo>
                  <a:cubicBezTo>
                    <a:pt x="71" y="71"/>
                    <a:pt x="81" y="43"/>
                    <a:pt x="64" y="14"/>
                  </a:cubicBezTo>
                  <a:cubicBezTo>
                    <a:pt x="89" y="42"/>
                    <a:pt x="82" y="72"/>
                    <a:pt x="65" y="98"/>
                  </a:cubicBezTo>
                  <a:cubicBezTo>
                    <a:pt x="86" y="68"/>
                    <a:pt x="90" y="36"/>
                    <a:pt x="62" y="9"/>
                  </a:cubicBezTo>
                  <a:cubicBezTo>
                    <a:pt x="96" y="30"/>
                    <a:pt x="101" y="59"/>
                    <a:pt x="86" y="9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45" name="Freeform 42"/>
            <p:cNvSpPr/>
            <p:nvPr/>
          </p:nvSpPr>
          <p:spPr bwMode="auto">
            <a:xfrm>
              <a:off x="8942450" y="4694541"/>
              <a:ext cx="49213" cy="20638"/>
            </a:xfrm>
            <a:custGeom>
              <a:avLst/>
              <a:gdLst>
                <a:gd name="T0" fmla="*/ 19 w 33"/>
                <a:gd name="T1" fmla="*/ 14 h 14"/>
                <a:gd name="T2" fmla="*/ 0 w 33"/>
                <a:gd name="T3" fmla="*/ 0 h 14"/>
                <a:gd name="T4" fmla="*/ 33 w 33"/>
                <a:gd name="T5" fmla="*/ 5 h 14"/>
                <a:gd name="T6" fmla="*/ 18 w 33"/>
                <a:gd name="T7" fmla="*/ 6 h 14"/>
                <a:gd name="T8" fmla="*/ 19 w 33"/>
                <a:gd name="T9" fmla="*/ 14 h 14"/>
              </a:gdLst>
              <a:ahLst/>
              <a:cxnLst>
                <a:cxn ang="0">
                  <a:pos x="T0" y="T1"/>
                </a:cxn>
                <a:cxn ang="0">
                  <a:pos x="T2" y="T3"/>
                </a:cxn>
                <a:cxn ang="0">
                  <a:pos x="T4" y="T5"/>
                </a:cxn>
                <a:cxn ang="0">
                  <a:pos x="T6" y="T7"/>
                </a:cxn>
                <a:cxn ang="0">
                  <a:pos x="T8" y="T9"/>
                </a:cxn>
              </a:cxnLst>
              <a:rect l="0" t="0" r="r" b="b"/>
              <a:pathLst>
                <a:path w="33" h="14">
                  <a:moveTo>
                    <a:pt x="19" y="14"/>
                  </a:moveTo>
                  <a:cubicBezTo>
                    <a:pt x="13" y="8"/>
                    <a:pt x="8" y="4"/>
                    <a:pt x="0" y="0"/>
                  </a:cubicBezTo>
                  <a:cubicBezTo>
                    <a:pt x="11" y="0"/>
                    <a:pt x="25" y="3"/>
                    <a:pt x="33" y="5"/>
                  </a:cubicBezTo>
                  <a:cubicBezTo>
                    <a:pt x="24" y="4"/>
                    <a:pt x="20" y="5"/>
                    <a:pt x="18" y="6"/>
                  </a:cubicBezTo>
                  <a:cubicBezTo>
                    <a:pt x="16" y="8"/>
                    <a:pt x="17" y="10"/>
                    <a:pt x="19"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46" name="Freeform 43"/>
            <p:cNvSpPr/>
            <p:nvPr/>
          </p:nvSpPr>
          <p:spPr bwMode="auto">
            <a:xfrm>
              <a:off x="8867838" y="4856466"/>
              <a:ext cx="195263" cy="30163"/>
            </a:xfrm>
            <a:custGeom>
              <a:avLst/>
              <a:gdLst>
                <a:gd name="T0" fmla="*/ 70 w 131"/>
                <a:gd name="T1" fmla="*/ 20 h 20"/>
                <a:gd name="T2" fmla="*/ 77 w 131"/>
                <a:gd name="T3" fmla="*/ 12 h 20"/>
                <a:gd name="T4" fmla="*/ 100 w 131"/>
                <a:gd name="T5" fmla="*/ 12 h 20"/>
                <a:gd name="T6" fmla="*/ 131 w 131"/>
                <a:gd name="T7" fmla="*/ 14 h 20"/>
                <a:gd name="T8" fmla="*/ 124 w 131"/>
                <a:gd name="T9" fmla="*/ 8 h 20"/>
                <a:gd name="T10" fmla="*/ 101 w 131"/>
                <a:gd name="T11" fmla="*/ 5 h 20"/>
                <a:gd name="T12" fmla="*/ 77 w 131"/>
                <a:gd name="T13" fmla="*/ 0 h 20"/>
                <a:gd name="T14" fmla="*/ 65 w 131"/>
                <a:gd name="T15" fmla="*/ 12 h 20"/>
                <a:gd name="T16" fmla="*/ 53 w 131"/>
                <a:gd name="T17" fmla="*/ 0 h 20"/>
                <a:gd name="T18" fmla="*/ 30 w 131"/>
                <a:gd name="T19" fmla="*/ 5 h 20"/>
                <a:gd name="T20" fmla="*/ 7 w 131"/>
                <a:gd name="T21" fmla="*/ 8 h 20"/>
                <a:gd name="T22" fmla="*/ 0 w 131"/>
                <a:gd name="T23" fmla="*/ 14 h 20"/>
                <a:gd name="T24" fmla="*/ 31 w 131"/>
                <a:gd name="T25" fmla="*/ 12 h 20"/>
                <a:gd name="T26" fmla="*/ 54 w 131"/>
                <a:gd name="T27" fmla="*/ 12 h 20"/>
                <a:gd name="T28" fmla="*/ 61 w 131"/>
                <a:gd name="T29" fmla="*/ 20 h 20"/>
                <a:gd name="T30" fmla="*/ 70 w 131"/>
                <a:gd name="T31"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31" h="20">
                  <a:moveTo>
                    <a:pt x="70" y="20"/>
                  </a:moveTo>
                  <a:cubicBezTo>
                    <a:pt x="70" y="16"/>
                    <a:pt x="71" y="14"/>
                    <a:pt x="77" y="12"/>
                  </a:cubicBezTo>
                  <a:cubicBezTo>
                    <a:pt x="83" y="10"/>
                    <a:pt x="89" y="11"/>
                    <a:pt x="100" y="12"/>
                  </a:cubicBezTo>
                  <a:cubicBezTo>
                    <a:pt x="111" y="14"/>
                    <a:pt x="120" y="15"/>
                    <a:pt x="131" y="14"/>
                  </a:cubicBezTo>
                  <a:cubicBezTo>
                    <a:pt x="127" y="12"/>
                    <a:pt x="126" y="10"/>
                    <a:pt x="124" y="8"/>
                  </a:cubicBezTo>
                  <a:cubicBezTo>
                    <a:pt x="115" y="8"/>
                    <a:pt x="109" y="7"/>
                    <a:pt x="101" y="5"/>
                  </a:cubicBezTo>
                  <a:cubicBezTo>
                    <a:pt x="93" y="2"/>
                    <a:pt x="83" y="0"/>
                    <a:pt x="77" y="0"/>
                  </a:cubicBezTo>
                  <a:cubicBezTo>
                    <a:pt x="71" y="1"/>
                    <a:pt x="67" y="4"/>
                    <a:pt x="65" y="12"/>
                  </a:cubicBezTo>
                  <a:cubicBezTo>
                    <a:pt x="63" y="4"/>
                    <a:pt x="59" y="1"/>
                    <a:pt x="53" y="0"/>
                  </a:cubicBezTo>
                  <a:cubicBezTo>
                    <a:pt x="47" y="0"/>
                    <a:pt x="38" y="2"/>
                    <a:pt x="30" y="5"/>
                  </a:cubicBezTo>
                  <a:cubicBezTo>
                    <a:pt x="22" y="7"/>
                    <a:pt x="16" y="8"/>
                    <a:pt x="7" y="8"/>
                  </a:cubicBezTo>
                  <a:cubicBezTo>
                    <a:pt x="5" y="10"/>
                    <a:pt x="4" y="12"/>
                    <a:pt x="0" y="14"/>
                  </a:cubicBezTo>
                  <a:cubicBezTo>
                    <a:pt x="11" y="15"/>
                    <a:pt x="20" y="14"/>
                    <a:pt x="31" y="12"/>
                  </a:cubicBezTo>
                  <a:cubicBezTo>
                    <a:pt x="41" y="11"/>
                    <a:pt x="48" y="10"/>
                    <a:pt x="54" y="12"/>
                  </a:cubicBezTo>
                  <a:cubicBezTo>
                    <a:pt x="60" y="14"/>
                    <a:pt x="61" y="16"/>
                    <a:pt x="61" y="20"/>
                  </a:cubicBezTo>
                  <a:cubicBezTo>
                    <a:pt x="70" y="20"/>
                    <a:pt x="70" y="20"/>
                    <a:pt x="70" y="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47" name="Freeform 44"/>
            <p:cNvSpPr>
              <a:spLocks noEditPoints="1"/>
            </p:cNvSpPr>
            <p:nvPr/>
          </p:nvSpPr>
          <p:spPr bwMode="auto">
            <a:xfrm>
              <a:off x="8840850" y="4681841"/>
              <a:ext cx="252413" cy="257175"/>
            </a:xfrm>
            <a:custGeom>
              <a:avLst/>
              <a:gdLst>
                <a:gd name="T0" fmla="*/ 85 w 170"/>
                <a:gd name="T1" fmla="*/ 0 h 171"/>
                <a:gd name="T2" fmla="*/ 0 w 170"/>
                <a:gd name="T3" fmla="*/ 86 h 171"/>
                <a:gd name="T4" fmla="*/ 85 w 170"/>
                <a:gd name="T5" fmla="*/ 171 h 171"/>
                <a:gd name="T6" fmla="*/ 170 w 170"/>
                <a:gd name="T7" fmla="*/ 86 h 171"/>
                <a:gd name="T8" fmla="*/ 85 w 170"/>
                <a:gd name="T9" fmla="*/ 0 h 171"/>
                <a:gd name="T10" fmla="*/ 85 w 170"/>
                <a:gd name="T11" fmla="*/ 168 h 171"/>
                <a:gd name="T12" fmla="*/ 2 w 170"/>
                <a:gd name="T13" fmla="*/ 85 h 171"/>
                <a:gd name="T14" fmla="*/ 85 w 170"/>
                <a:gd name="T15" fmla="*/ 3 h 171"/>
                <a:gd name="T16" fmla="*/ 167 w 170"/>
                <a:gd name="T17" fmla="*/ 85 h 171"/>
                <a:gd name="T18" fmla="*/ 85 w 170"/>
                <a:gd name="T19" fmla="*/ 168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0" h="171">
                  <a:moveTo>
                    <a:pt x="85" y="0"/>
                  </a:moveTo>
                  <a:cubicBezTo>
                    <a:pt x="38" y="0"/>
                    <a:pt x="0" y="38"/>
                    <a:pt x="0" y="86"/>
                  </a:cubicBezTo>
                  <a:cubicBezTo>
                    <a:pt x="0" y="132"/>
                    <a:pt x="38" y="171"/>
                    <a:pt x="85" y="171"/>
                  </a:cubicBezTo>
                  <a:cubicBezTo>
                    <a:pt x="132" y="171"/>
                    <a:pt x="170" y="133"/>
                    <a:pt x="170" y="86"/>
                  </a:cubicBezTo>
                  <a:cubicBezTo>
                    <a:pt x="170" y="38"/>
                    <a:pt x="132" y="0"/>
                    <a:pt x="85" y="0"/>
                  </a:cubicBezTo>
                  <a:close/>
                  <a:moveTo>
                    <a:pt x="85" y="168"/>
                  </a:moveTo>
                  <a:cubicBezTo>
                    <a:pt x="39" y="168"/>
                    <a:pt x="2" y="131"/>
                    <a:pt x="2" y="85"/>
                  </a:cubicBezTo>
                  <a:cubicBezTo>
                    <a:pt x="2" y="40"/>
                    <a:pt x="39" y="3"/>
                    <a:pt x="85" y="3"/>
                  </a:cubicBezTo>
                  <a:cubicBezTo>
                    <a:pt x="130" y="3"/>
                    <a:pt x="167" y="40"/>
                    <a:pt x="167" y="85"/>
                  </a:cubicBezTo>
                  <a:cubicBezTo>
                    <a:pt x="167" y="131"/>
                    <a:pt x="130" y="168"/>
                    <a:pt x="85" y="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48" name="Freeform 45"/>
            <p:cNvSpPr>
              <a:spLocks noEditPoints="1"/>
            </p:cNvSpPr>
            <p:nvPr/>
          </p:nvSpPr>
          <p:spPr bwMode="auto">
            <a:xfrm>
              <a:off x="9091675" y="4667554"/>
              <a:ext cx="39688" cy="36513"/>
            </a:xfrm>
            <a:custGeom>
              <a:avLst/>
              <a:gdLst>
                <a:gd name="T0" fmla="*/ 13 w 26"/>
                <a:gd name="T1" fmla="*/ 16 h 25"/>
                <a:gd name="T2" fmla="*/ 11 w 26"/>
                <a:gd name="T3" fmla="*/ 25 h 25"/>
                <a:gd name="T4" fmla="*/ 7 w 26"/>
                <a:gd name="T5" fmla="*/ 24 h 25"/>
                <a:gd name="T6" fmla="*/ 9 w 26"/>
                <a:gd name="T7" fmla="*/ 19 h 25"/>
                <a:gd name="T8" fmla="*/ 10 w 26"/>
                <a:gd name="T9" fmla="*/ 14 h 25"/>
                <a:gd name="T10" fmla="*/ 10 w 26"/>
                <a:gd name="T11" fmla="*/ 14 h 25"/>
                <a:gd name="T12" fmla="*/ 13 w 26"/>
                <a:gd name="T13" fmla="*/ 16 h 25"/>
                <a:gd name="T14" fmla="*/ 25 w 26"/>
                <a:gd name="T15" fmla="*/ 0 h 25"/>
                <a:gd name="T16" fmla="*/ 26 w 26"/>
                <a:gd name="T17" fmla="*/ 2 h 25"/>
                <a:gd name="T18" fmla="*/ 21 w 26"/>
                <a:gd name="T19" fmla="*/ 7 h 25"/>
                <a:gd name="T20" fmla="*/ 18 w 26"/>
                <a:gd name="T21" fmla="*/ 9 h 25"/>
                <a:gd name="T22" fmla="*/ 22 w 26"/>
                <a:gd name="T23" fmla="*/ 11 h 25"/>
                <a:gd name="T24" fmla="*/ 22 w 26"/>
                <a:gd name="T25" fmla="*/ 11 h 25"/>
                <a:gd name="T26" fmla="*/ 23 w 26"/>
                <a:gd name="T27" fmla="*/ 9 h 25"/>
                <a:gd name="T28" fmla="*/ 23 w 26"/>
                <a:gd name="T29" fmla="*/ 9 h 25"/>
                <a:gd name="T30" fmla="*/ 24 w 26"/>
                <a:gd name="T31" fmla="*/ 9 h 25"/>
                <a:gd name="T32" fmla="*/ 25 w 26"/>
                <a:gd name="T33" fmla="*/ 14 h 25"/>
                <a:gd name="T34" fmla="*/ 26 w 26"/>
                <a:gd name="T35" fmla="*/ 15 h 25"/>
                <a:gd name="T36" fmla="*/ 26 w 26"/>
                <a:gd name="T37" fmla="*/ 16 h 25"/>
                <a:gd name="T38" fmla="*/ 25 w 26"/>
                <a:gd name="T39" fmla="*/ 16 h 25"/>
                <a:gd name="T40" fmla="*/ 23 w 26"/>
                <a:gd name="T41" fmla="*/ 16 h 25"/>
                <a:gd name="T42" fmla="*/ 22 w 26"/>
                <a:gd name="T43" fmla="*/ 15 h 25"/>
                <a:gd name="T44" fmla="*/ 13 w 26"/>
                <a:gd name="T45" fmla="*/ 11 h 25"/>
                <a:gd name="T46" fmla="*/ 4 w 26"/>
                <a:gd name="T47" fmla="*/ 13 h 25"/>
                <a:gd name="T48" fmla="*/ 2 w 26"/>
                <a:gd name="T49" fmla="*/ 8 h 25"/>
                <a:gd name="T50" fmla="*/ 2 w 26"/>
                <a:gd name="T51" fmla="*/ 8 h 25"/>
                <a:gd name="T52" fmla="*/ 3 w 26"/>
                <a:gd name="T53" fmla="*/ 8 h 25"/>
                <a:gd name="T54" fmla="*/ 5 w 26"/>
                <a:gd name="T55" fmla="*/ 10 h 25"/>
                <a:gd name="T56" fmla="*/ 11 w 26"/>
                <a:gd name="T57" fmla="*/ 10 h 25"/>
                <a:gd name="T58" fmla="*/ 11 w 26"/>
                <a:gd name="T59" fmla="*/ 9 h 25"/>
                <a:gd name="T60" fmla="*/ 8 w 26"/>
                <a:gd name="T61" fmla="*/ 3 h 25"/>
                <a:gd name="T62" fmla="*/ 9 w 26"/>
                <a:gd name="T63" fmla="*/ 2 h 25"/>
                <a:gd name="T64" fmla="*/ 10 w 26"/>
                <a:gd name="T65" fmla="*/ 2 h 25"/>
                <a:gd name="T66" fmla="*/ 11 w 26"/>
                <a:gd name="T67" fmla="*/ 5 h 25"/>
                <a:gd name="T68" fmla="*/ 12 w 26"/>
                <a:gd name="T69" fmla="*/ 6 h 25"/>
                <a:gd name="T70" fmla="*/ 15 w 26"/>
                <a:gd name="T71" fmla="*/ 8 h 25"/>
                <a:gd name="T72" fmla="*/ 22 w 26"/>
                <a:gd name="T73" fmla="*/ 2 h 25"/>
                <a:gd name="T74" fmla="*/ 24 w 26"/>
                <a:gd name="T75" fmla="*/ 0 h 25"/>
                <a:gd name="T76" fmla="*/ 25 w 26"/>
                <a:gd name="T77"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6" h="25">
                  <a:moveTo>
                    <a:pt x="13" y="16"/>
                  </a:moveTo>
                  <a:cubicBezTo>
                    <a:pt x="14" y="18"/>
                    <a:pt x="13" y="24"/>
                    <a:pt x="11" y="25"/>
                  </a:cubicBezTo>
                  <a:cubicBezTo>
                    <a:pt x="10" y="25"/>
                    <a:pt x="7" y="25"/>
                    <a:pt x="7" y="24"/>
                  </a:cubicBezTo>
                  <a:cubicBezTo>
                    <a:pt x="7" y="22"/>
                    <a:pt x="8" y="21"/>
                    <a:pt x="9" y="19"/>
                  </a:cubicBezTo>
                  <a:cubicBezTo>
                    <a:pt x="10" y="18"/>
                    <a:pt x="9" y="16"/>
                    <a:pt x="10" y="14"/>
                  </a:cubicBezTo>
                  <a:cubicBezTo>
                    <a:pt x="10" y="14"/>
                    <a:pt x="10" y="14"/>
                    <a:pt x="10" y="14"/>
                  </a:cubicBezTo>
                  <a:cubicBezTo>
                    <a:pt x="11" y="15"/>
                    <a:pt x="12" y="15"/>
                    <a:pt x="13" y="16"/>
                  </a:cubicBezTo>
                  <a:close/>
                  <a:moveTo>
                    <a:pt x="25" y="0"/>
                  </a:moveTo>
                  <a:cubicBezTo>
                    <a:pt x="25" y="0"/>
                    <a:pt x="26" y="1"/>
                    <a:pt x="26" y="2"/>
                  </a:cubicBezTo>
                  <a:cubicBezTo>
                    <a:pt x="26" y="3"/>
                    <a:pt x="23" y="6"/>
                    <a:pt x="21" y="7"/>
                  </a:cubicBezTo>
                  <a:cubicBezTo>
                    <a:pt x="20" y="8"/>
                    <a:pt x="19" y="8"/>
                    <a:pt x="18" y="9"/>
                  </a:cubicBezTo>
                  <a:cubicBezTo>
                    <a:pt x="19" y="10"/>
                    <a:pt x="20" y="11"/>
                    <a:pt x="22" y="11"/>
                  </a:cubicBezTo>
                  <a:cubicBezTo>
                    <a:pt x="22" y="11"/>
                    <a:pt x="22" y="11"/>
                    <a:pt x="22" y="11"/>
                  </a:cubicBezTo>
                  <a:cubicBezTo>
                    <a:pt x="23" y="10"/>
                    <a:pt x="23" y="10"/>
                    <a:pt x="23" y="9"/>
                  </a:cubicBezTo>
                  <a:cubicBezTo>
                    <a:pt x="23" y="9"/>
                    <a:pt x="23" y="9"/>
                    <a:pt x="23" y="9"/>
                  </a:cubicBezTo>
                  <a:cubicBezTo>
                    <a:pt x="23" y="9"/>
                    <a:pt x="23" y="9"/>
                    <a:pt x="24" y="9"/>
                  </a:cubicBezTo>
                  <a:cubicBezTo>
                    <a:pt x="23" y="11"/>
                    <a:pt x="24" y="12"/>
                    <a:pt x="25" y="14"/>
                  </a:cubicBezTo>
                  <a:cubicBezTo>
                    <a:pt x="26" y="14"/>
                    <a:pt x="25" y="15"/>
                    <a:pt x="26" y="15"/>
                  </a:cubicBezTo>
                  <a:cubicBezTo>
                    <a:pt x="26" y="16"/>
                    <a:pt x="26" y="15"/>
                    <a:pt x="26" y="16"/>
                  </a:cubicBezTo>
                  <a:cubicBezTo>
                    <a:pt x="25" y="16"/>
                    <a:pt x="25" y="16"/>
                    <a:pt x="25" y="16"/>
                  </a:cubicBezTo>
                  <a:cubicBezTo>
                    <a:pt x="24" y="16"/>
                    <a:pt x="24" y="16"/>
                    <a:pt x="23" y="16"/>
                  </a:cubicBezTo>
                  <a:cubicBezTo>
                    <a:pt x="23" y="16"/>
                    <a:pt x="22" y="15"/>
                    <a:pt x="22" y="15"/>
                  </a:cubicBezTo>
                  <a:cubicBezTo>
                    <a:pt x="19" y="13"/>
                    <a:pt x="16" y="11"/>
                    <a:pt x="13" y="11"/>
                  </a:cubicBezTo>
                  <a:cubicBezTo>
                    <a:pt x="11" y="12"/>
                    <a:pt x="6" y="14"/>
                    <a:pt x="4" y="13"/>
                  </a:cubicBezTo>
                  <a:cubicBezTo>
                    <a:pt x="2" y="13"/>
                    <a:pt x="0" y="9"/>
                    <a:pt x="2" y="8"/>
                  </a:cubicBezTo>
                  <a:cubicBezTo>
                    <a:pt x="2" y="8"/>
                    <a:pt x="2" y="8"/>
                    <a:pt x="2" y="8"/>
                  </a:cubicBezTo>
                  <a:cubicBezTo>
                    <a:pt x="2" y="8"/>
                    <a:pt x="3" y="8"/>
                    <a:pt x="3" y="8"/>
                  </a:cubicBezTo>
                  <a:cubicBezTo>
                    <a:pt x="4" y="9"/>
                    <a:pt x="5" y="10"/>
                    <a:pt x="5" y="10"/>
                  </a:cubicBezTo>
                  <a:cubicBezTo>
                    <a:pt x="7" y="10"/>
                    <a:pt x="10" y="10"/>
                    <a:pt x="11" y="10"/>
                  </a:cubicBezTo>
                  <a:cubicBezTo>
                    <a:pt x="11" y="9"/>
                    <a:pt x="11" y="9"/>
                    <a:pt x="11" y="9"/>
                  </a:cubicBezTo>
                  <a:cubicBezTo>
                    <a:pt x="9" y="6"/>
                    <a:pt x="7" y="6"/>
                    <a:pt x="8" y="3"/>
                  </a:cubicBezTo>
                  <a:cubicBezTo>
                    <a:pt x="8" y="2"/>
                    <a:pt x="9" y="2"/>
                    <a:pt x="9" y="2"/>
                  </a:cubicBezTo>
                  <a:cubicBezTo>
                    <a:pt x="9" y="2"/>
                    <a:pt x="10" y="2"/>
                    <a:pt x="10" y="2"/>
                  </a:cubicBezTo>
                  <a:cubicBezTo>
                    <a:pt x="10" y="3"/>
                    <a:pt x="11" y="4"/>
                    <a:pt x="11" y="5"/>
                  </a:cubicBezTo>
                  <a:cubicBezTo>
                    <a:pt x="12" y="5"/>
                    <a:pt x="12" y="6"/>
                    <a:pt x="12" y="6"/>
                  </a:cubicBezTo>
                  <a:cubicBezTo>
                    <a:pt x="13" y="6"/>
                    <a:pt x="14" y="8"/>
                    <a:pt x="15" y="8"/>
                  </a:cubicBezTo>
                  <a:cubicBezTo>
                    <a:pt x="16" y="8"/>
                    <a:pt x="21" y="4"/>
                    <a:pt x="22" y="2"/>
                  </a:cubicBezTo>
                  <a:cubicBezTo>
                    <a:pt x="23" y="2"/>
                    <a:pt x="23" y="0"/>
                    <a:pt x="24" y="0"/>
                  </a:cubicBezTo>
                  <a:cubicBezTo>
                    <a:pt x="25" y="0"/>
                    <a:pt x="25" y="0"/>
                    <a:pt x="2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49" name="Freeform 46"/>
            <p:cNvSpPr>
              <a:spLocks noEditPoints="1"/>
            </p:cNvSpPr>
            <p:nvPr/>
          </p:nvSpPr>
          <p:spPr bwMode="auto">
            <a:xfrm>
              <a:off x="9120250" y="4715179"/>
              <a:ext cx="53975" cy="44450"/>
            </a:xfrm>
            <a:custGeom>
              <a:avLst/>
              <a:gdLst>
                <a:gd name="T0" fmla="*/ 32 w 36"/>
                <a:gd name="T1" fmla="*/ 11 h 30"/>
                <a:gd name="T2" fmla="*/ 36 w 36"/>
                <a:gd name="T3" fmla="*/ 16 h 30"/>
                <a:gd name="T4" fmla="*/ 30 w 36"/>
                <a:gd name="T5" fmla="*/ 16 h 30"/>
                <a:gd name="T6" fmla="*/ 26 w 36"/>
                <a:gd name="T7" fmla="*/ 13 h 30"/>
                <a:gd name="T8" fmla="*/ 27 w 36"/>
                <a:gd name="T9" fmla="*/ 16 h 30"/>
                <a:gd name="T10" fmla="*/ 23 w 36"/>
                <a:gd name="T11" fmla="*/ 22 h 30"/>
                <a:gd name="T12" fmla="*/ 14 w 36"/>
                <a:gd name="T13" fmla="*/ 21 h 30"/>
                <a:gd name="T14" fmla="*/ 14 w 36"/>
                <a:gd name="T15" fmla="*/ 24 h 30"/>
                <a:gd name="T16" fmla="*/ 14 w 36"/>
                <a:gd name="T17" fmla="*/ 30 h 30"/>
                <a:gd name="T18" fmla="*/ 10 w 36"/>
                <a:gd name="T19" fmla="*/ 24 h 30"/>
                <a:gd name="T20" fmla="*/ 1 w 36"/>
                <a:gd name="T21" fmla="*/ 18 h 30"/>
                <a:gd name="T22" fmla="*/ 3 w 36"/>
                <a:gd name="T23" fmla="*/ 19 h 30"/>
                <a:gd name="T24" fmla="*/ 9 w 36"/>
                <a:gd name="T25" fmla="*/ 24 h 30"/>
                <a:gd name="T26" fmla="*/ 9 w 36"/>
                <a:gd name="T27" fmla="*/ 23 h 30"/>
                <a:gd name="T28" fmla="*/ 6 w 36"/>
                <a:gd name="T29" fmla="*/ 20 h 30"/>
                <a:gd name="T30" fmla="*/ 4 w 36"/>
                <a:gd name="T31" fmla="*/ 12 h 30"/>
                <a:gd name="T32" fmla="*/ 8 w 36"/>
                <a:gd name="T33" fmla="*/ 18 h 30"/>
                <a:gd name="T34" fmla="*/ 12 w 36"/>
                <a:gd name="T35" fmla="*/ 20 h 30"/>
                <a:gd name="T36" fmla="*/ 17 w 36"/>
                <a:gd name="T37" fmla="*/ 19 h 30"/>
                <a:gd name="T38" fmla="*/ 14 w 36"/>
                <a:gd name="T39" fmla="*/ 16 h 30"/>
                <a:gd name="T40" fmla="*/ 21 w 36"/>
                <a:gd name="T41" fmla="*/ 20 h 30"/>
                <a:gd name="T42" fmla="*/ 24 w 36"/>
                <a:gd name="T43" fmla="*/ 18 h 30"/>
                <a:gd name="T44" fmla="*/ 14 w 36"/>
                <a:gd name="T45" fmla="*/ 12 h 30"/>
                <a:gd name="T46" fmla="*/ 10 w 36"/>
                <a:gd name="T47" fmla="*/ 14 h 30"/>
                <a:gd name="T48" fmla="*/ 10 w 36"/>
                <a:gd name="T49" fmla="*/ 12 h 30"/>
                <a:gd name="T50" fmla="*/ 14 w 36"/>
                <a:gd name="T51" fmla="*/ 6 h 30"/>
                <a:gd name="T52" fmla="*/ 21 w 36"/>
                <a:gd name="T53" fmla="*/ 10 h 30"/>
                <a:gd name="T54" fmla="*/ 32 w 36"/>
                <a:gd name="T55" fmla="*/ 14 h 30"/>
                <a:gd name="T56" fmla="*/ 32 w 36"/>
                <a:gd name="T57" fmla="*/ 14 h 30"/>
                <a:gd name="T58" fmla="*/ 29 w 36"/>
                <a:gd name="T59" fmla="*/ 6 h 30"/>
                <a:gd name="T60" fmla="*/ 32 w 36"/>
                <a:gd name="T61" fmla="*/ 6 h 30"/>
                <a:gd name="T62" fmla="*/ 34 w 36"/>
                <a:gd name="T63" fmla="*/ 0 h 30"/>
                <a:gd name="T64" fmla="*/ 29 w 36"/>
                <a:gd name="T65"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6" h="30">
                  <a:moveTo>
                    <a:pt x="32" y="6"/>
                  </a:moveTo>
                  <a:cubicBezTo>
                    <a:pt x="33" y="8"/>
                    <a:pt x="31" y="10"/>
                    <a:pt x="32" y="11"/>
                  </a:cubicBezTo>
                  <a:cubicBezTo>
                    <a:pt x="32" y="11"/>
                    <a:pt x="32" y="12"/>
                    <a:pt x="32" y="12"/>
                  </a:cubicBezTo>
                  <a:cubicBezTo>
                    <a:pt x="34" y="12"/>
                    <a:pt x="36" y="14"/>
                    <a:pt x="36" y="16"/>
                  </a:cubicBezTo>
                  <a:cubicBezTo>
                    <a:pt x="36" y="17"/>
                    <a:pt x="34" y="19"/>
                    <a:pt x="33" y="19"/>
                  </a:cubicBezTo>
                  <a:cubicBezTo>
                    <a:pt x="32" y="18"/>
                    <a:pt x="30" y="16"/>
                    <a:pt x="30" y="16"/>
                  </a:cubicBezTo>
                  <a:cubicBezTo>
                    <a:pt x="29" y="14"/>
                    <a:pt x="27" y="14"/>
                    <a:pt x="26" y="13"/>
                  </a:cubicBezTo>
                  <a:cubicBezTo>
                    <a:pt x="26" y="13"/>
                    <a:pt x="26" y="13"/>
                    <a:pt x="26" y="13"/>
                  </a:cubicBezTo>
                  <a:cubicBezTo>
                    <a:pt x="26" y="13"/>
                    <a:pt x="26" y="13"/>
                    <a:pt x="26" y="13"/>
                  </a:cubicBezTo>
                  <a:cubicBezTo>
                    <a:pt x="26" y="14"/>
                    <a:pt x="27" y="14"/>
                    <a:pt x="27" y="16"/>
                  </a:cubicBezTo>
                  <a:cubicBezTo>
                    <a:pt x="27" y="18"/>
                    <a:pt x="28" y="21"/>
                    <a:pt x="24" y="23"/>
                  </a:cubicBezTo>
                  <a:cubicBezTo>
                    <a:pt x="24" y="22"/>
                    <a:pt x="24" y="22"/>
                    <a:pt x="23" y="22"/>
                  </a:cubicBezTo>
                  <a:cubicBezTo>
                    <a:pt x="22" y="22"/>
                    <a:pt x="21" y="20"/>
                    <a:pt x="20" y="20"/>
                  </a:cubicBezTo>
                  <a:cubicBezTo>
                    <a:pt x="19" y="22"/>
                    <a:pt x="16" y="21"/>
                    <a:pt x="14" y="21"/>
                  </a:cubicBezTo>
                  <a:cubicBezTo>
                    <a:pt x="13" y="21"/>
                    <a:pt x="13" y="22"/>
                    <a:pt x="13" y="22"/>
                  </a:cubicBezTo>
                  <a:cubicBezTo>
                    <a:pt x="14" y="22"/>
                    <a:pt x="14" y="23"/>
                    <a:pt x="14" y="24"/>
                  </a:cubicBezTo>
                  <a:cubicBezTo>
                    <a:pt x="15" y="24"/>
                    <a:pt x="18" y="26"/>
                    <a:pt x="18" y="28"/>
                  </a:cubicBezTo>
                  <a:cubicBezTo>
                    <a:pt x="18" y="29"/>
                    <a:pt x="16" y="30"/>
                    <a:pt x="14" y="30"/>
                  </a:cubicBezTo>
                  <a:cubicBezTo>
                    <a:pt x="14" y="28"/>
                    <a:pt x="13" y="26"/>
                    <a:pt x="11" y="25"/>
                  </a:cubicBezTo>
                  <a:cubicBezTo>
                    <a:pt x="10" y="25"/>
                    <a:pt x="11" y="24"/>
                    <a:pt x="10" y="24"/>
                  </a:cubicBezTo>
                  <a:cubicBezTo>
                    <a:pt x="9" y="25"/>
                    <a:pt x="8" y="26"/>
                    <a:pt x="7" y="26"/>
                  </a:cubicBezTo>
                  <a:cubicBezTo>
                    <a:pt x="3" y="25"/>
                    <a:pt x="0" y="22"/>
                    <a:pt x="1" y="18"/>
                  </a:cubicBezTo>
                  <a:cubicBezTo>
                    <a:pt x="2" y="17"/>
                    <a:pt x="2" y="16"/>
                    <a:pt x="2" y="15"/>
                  </a:cubicBezTo>
                  <a:cubicBezTo>
                    <a:pt x="3" y="16"/>
                    <a:pt x="3" y="18"/>
                    <a:pt x="3" y="19"/>
                  </a:cubicBezTo>
                  <a:cubicBezTo>
                    <a:pt x="3" y="19"/>
                    <a:pt x="3" y="20"/>
                    <a:pt x="4" y="20"/>
                  </a:cubicBezTo>
                  <a:cubicBezTo>
                    <a:pt x="5" y="22"/>
                    <a:pt x="7" y="23"/>
                    <a:pt x="9" y="24"/>
                  </a:cubicBezTo>
                  <a:cubicBezTo>
                    <a:pt x="9" y="24"/>
                    <a:pt x="9" y="24"/>
                    <a:pt x="9" y="23"/>
                  </a:cubicBezTo>
                  <a:cubicBezTo>
                    <a:pt x="9" y="23"/>
                    <a:pt x="9" y="23"/>
                    <a:pt x="9" y="23"/>
                  </a:cubicBezTo>
                  <a:cubicBezTo>
                    <a:pt x="9" y="22"/>
                    <a:pt x="8" y="22"/>
                    <a:pt x="8" y="21"/>
                  </a:cubicBezTo>
                  <a:cubicBezTo>
                    <a:pt x="8" y="21"/>
                    <a:pt x="7" y="20"/>
                    <a:pt x="6" y="20"/>
                  </a:cubicBezTo>
                  <a:cubicBezTo>
                    <a:pt x="5" y="19"/>
                    <a:pt x="3" y="14"/>
                    <a:pt x="4" y="13"/>
                  </a:cubicBezTo>
                  <a:cubicBezTo>
                    <a:pt x="4" y="13"/>
                    <a:pt x="4" y="12"/>
                    <a:pt x="4" y="12"/>
                  </a:cubicBezTo>
                  <a:cubicBezTo>
                    <a:pt x="5" y="12"/>
                    <a:pt x="5" y="12"/>
                    <a:pt x="5" y="13"/>
                  </a:cubicBezTo>
                  <a:cubicBezTo>
                    <a:pt x="6" y="14"/>
                    <a:pt x="7" y="16"/>
                    <a:pt x="8" y="18"/>
                  </a:cubicBezTo>
                  <a:cubicBezTo>
                    <a:pt x="9" y="18"/>
                    <a:pt x="10" y="19"/>
                    <a:pt x="11" y="20"/>
                  </a:cubicBezTo>
                  <a:cubicBezTo>
                    <a:pt x="11" y="20"/>
                    <a:pt x="11" y="20"/>
                    <a:pt x="12" y="20"/>
                  </a:cubicBezTo>
                  <a:cubicBezTo>
                    <a:pt x="13" y="19"/>
                    <a:pt x="14" y="19"/>
                    <a:pt x="16" y="19"/>
                  </a:cubicBezTo>
                  <a:cubicBezTo>
                    <a:pt x="16" y="19"/>
                    <a:pt x="17" y="19"/>
                    <a:pt x="17" y="19"/>
                  </a:cubicBezTo>
                  <a:cubicBezTo>
                    <a:pt x="17" y="18"/>
                    <a:pt x="15" y="17"/>
                    <a:pt x="15" y="17"/>
                  </a:cubicBezTo>
                  <a:cubicBezTo>
                    <a:pt x="14" y="16"/>
                    <a:pt x="14" y="16"/>
                    <a:pt x="14" y="16"/>
                  </a:cubicBezTo>
                  <a:cubicBezTo>
                    <a:pt x="16" y="14"/>
                    <a:pt x="17" y="16"/>
                    <a:pt x="19" y="18"/>
                  </a:cubicBezTo>
                  <a:cubicBezTo>
                    <a:pt x="20" y="19"/>
                    <a:pt x="20" y="19"/>
                    <a:pt x="21" y="20"/>
                  </a:cubicBezTo>
                  <a:cubicBezTo>
                    <a:pt x="22" y="20"/>
                    <a:pt x="23" y="21"/>
                    <a:pt x="24" y="20"/>
                  </a:cubicBezTo>
                  <a:cubicBezTo>
                    <a:pt x="24" y="19"/>
                    <a:pt x="24" y="19"/>
                    <a:pt x="24" y="18"/>
                  </a:cubicBezTo>
                  <a:cubicBezTo>
                    <a:pt x="24" y="15"/>
                    <a:pt x="20" y="12"/>
                    <a:pt x="17" y="12"/>
                  </a:cubicBezTo>
                  <a:cubicBezTo>
                    <a:pt x="16" y="11"/>
                    <a:pt x="14" y="10"/>
                    <a:pt x="14" y="12"/>
                  </a:cubicBezTo>
                  <a:cubicBezTo>
                    <a:pt x="14" y="12"/>
                    <a:pt x="13" y="14"/>
                    <a:pt x="13" y="14"/>
                  </a:cubicBezTo>
                  <a:cubicBezTo>
                    <a:pt x="12" y="14"/>
                    <a:pt x="11" y="14"/>
                    <a:pt x="10" y="14"/>
                  </a:cubicBezTo>
                  <a:cubicBezTo>
                    <a:pt x="10" y="14"/>
                    <a:pt x="10" y="14"/>
                    <a:pt x="10" y="14"/>
                  </a:cubicBezTo>
                  <a:cubicBezTo>
                    <a:pt x="10" y="13"/>
                    <a:pt x="10" y="13"/>
                    <a:pt x="10" y="12"/>
                  </a:cubicBezTo>
                  <a:cubicBezTo>
                    <a:pt x="10" y="12"/>
                    <a:pt x="9" y="12"/>
                    <a:pt x="9" y="11"/>
                  </a:cubicBezTo>
                  <a:cubicBezTo>
                    <a:pt x="9" y="10"/>
                    <a:pt x="13" y="6"/>
                    <a:pt x="14" y="6"/>
                  </a:cubicBezTo>
                  <a:cubicBezTo>
                    <a:pt x="16" y="8"/>
                    <a:pt x="17" y="8"/>
                    <a:pt x="19" y="9"/>
                  </a:cubicBezTo>
                  <a:cubicBezTo>
                    <a:pt x="20" y="9"/>
                    <a:pt x="21" y="10"/>
                    <a:pt x="21" y="10"/>
                  </a:cubicBezTo>
                  <a:cubicBezTo>
                    <a:pt x="23" y="11"/>
                    <a:pt x="24" y="11"/>
                    <a:pt x="26" y="12"/>
                  </a:cubicBezTo>
                  <a:cubicBezTo>
                    <a:pt x="28" y="12"/>
                    <a:pt x="30" y="14"/>
                    <a:pt x="32" y="14"/>
                  </a:cubicBezTo>
                  <a:cubicBezTo>
                    <a:pt x="32" y="14"/>
                    <a:pt x="32" y="14"/>
                    <a:pt x="32" y="14"/>
                  </a:cubicBezTo>
                  <a:cubicBezTo>
                    <a:pt x="32" y="14"/>
                    <a:pt x="32" y="14"/>
                    <a:pt x="32" y="14"/>
                  </a:cubicBezTo>
                  <a:cubicBezTo>
                    <a:pt x="30" y="13"/>
                    <a:pt x="27" y="12"/>
                    <a:pt x="28" y="10"/>
                  </a:cubicBezTo>
                  <a:cubicBezTo>
                    <a:pt x="28" y="8"/>
                    <a:pt x="30" y="8"/>
                    <a:pt x="29" y="6"/>
                  </a:cubicBezTo>
                  <a:cubicBezTo>
                    <a:pt x="30" y="6"/>
                    <a:pt x="30" y="6"/>
                    <a:pt x="30" y="6"/>
                  </a:cubicBezTo>
                  <a:cubicBezTo>
                    <a:pt x="31" y="6"/>
                    <a:pt x="31" y="6"/>
                    <a:pt x="32" y="6"/>
                  </a:cubicBezTo>
                  <a:close/>
                  <a:moveTo>
                    <a:pt x="34" y="0"/>
                  </a:moveTo>
                  <a:cubicBezTo>
                    <a:pt x="34" y="0"/>
                    <a:pt x="34" y="0"/>
                    <a:pt x="34" y="0"/>
                  </a:cubicBezTo>
                  <a:cubicBezTo>
                    <a:pt x="33" y="2"/>
                    <a:pt x="29" y="6"/>
                    <a:pt x="26" y="6"/>
                  </a:cubicBezTo>
                  <a:cubicBezTo>
                    <a:pt x="25" y="4"/>
                    <a:pt x="27" y="2"/>
                    <a:pt x="29" y="0"/>
                  </a:cubicBezTo>
                  <a:cubicBezTo>
                    <a:pt x="30" y="1"/>
                    <a:pt x="32" y="0"/>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50" name="Freeform 47"/>
            <p:cNvSpPr>
              <a:spLocks noEditPoints="1"/>
            </p:cNvSpPr>
            <p:nvPr/>
          </p:nvSpPr>
          <p:spPr bwMode="auto">
            <a:xfrm>
              <a:off x="9037700" y="4621516"/>
              <a:ext cx="53975" cy="46038"/>
            </a:xfrm>
            <a:custGeom>
              <a:avLst/>
              <a:gdLst>
                <a:gd name="T0" fmla="*/ 13 w 36"/>
                <a:gd name="T1" fmla="*/ 14 h 30"/>
                <a:gd name="T2" fmla="*/ 10 w 36"/>
                <a:gd name="T3" fmla="*/ 17 h 30"/>
                <a:gd name="T4" fmla="*/ 10 w 36"/>
                <a:gd name="T5" fmla="*/ 17 h 30"/>
                <a:gd name="T6" fmla="*/ 13 w 36"/>
                <a:gd name="T7" fmla="*/ 14 h 30"/>
                <a:gd name="T8" fmla="*/ 13 w 36"/>
                <a:gd name="T9" fmla="*/ 14 h 30"/>
                <a:gd name="T10" fmla="*/ 26 w 36"/>
                <a:gd name="T11" fmla="*/ 1 h 30"/>
                <a:gd name="T12" fmla="*/ 27 w 36"/>
                <a:gd name="T13" fmla="*/ 1 h 30"/>
                <a:gd name="T14" fmla="*/ 25 w 36"/>
                <a:gd name="T15" fmla="*/ 7 h 30"/>
                <a:gd name="T16" fmla="*/ 22 w 36"/>
                <a:gd name="T17" fmla="*/ 10 h 30"/>
                <a:gd name="T18" fmla="*/ 22 w 36"/>
                <a:gd name="T19" fmla="*/ 11 h 30"/>
                <a:gd name="T20" fmla="*/ 25 w 36"/>
                <a:gd name="T21" fmla="*/ 11 h 30"/>
                <a:gd name="T22" fmla="*/ 26 w 36"/>
                <a:gd name="T23" fmla="*/ 10 h 30"/>
                <a:gd name="T24" fmla="*/ 29 w 36"/>
                <a:gd name="T25" fmla="*/ 13 h 30"/>
                <a:gd name="T26" fmla="*/ 28 w 36"/>
                <a:gd name="T27" fmla="*/ 14 h 30"/>
                <a:gd name="T28" fmla="*/ 21 w 36"/>
                <a:gd name="T29" fmla="*/ 14 h 30"/>
                <a:gd name="T30" fmla="*/ 19 w 36"/>
                <a:gd name="T31" fmla="*/ 13 h 30"/>
                <a:gd name="T32" fmla="*/ 16 w 36"/>
                <a:gd name="T33" fmla="*/ 18 h 30"/>
                <a:gd name="T34" fmla="*/ 16 w 36"/>
                <a:gd name="T35" fmla="*/ 18 h 30"/>
                <a:gd name="T36" fmla="*/ 21 w 36"/>
                <a:gd name="T37" fmla="*/ 20 h 30"/>
                <a:gd name="T38" fmla="*/ 20 w 36"/>
                <a:gd name="T39" fmla="*/ 24 h 30"/>
                <a:gd name="T40" fmla="*/ 20 w 36"/>
                <a:gd name="T41" fmla="*/ 27 h 30"/>
                <a:gd name="T42" fmla="*/ 14 w 36"/>
                <a:gd name="T43" fmla="*/ 27 h 30"/>
                <a:gd name="T44" fmla="*/ 15 w 36"/>
                <a:gd name="T45" fmla="*/ 21 h 30"/>
                <a:gd name="T46" fmla="*/ 14 w 36"/>
                <a:gd name="T47" fmla="*/ 21 h 30"/>
                <a:gd name="T48" fmla="*/ 9 w 36"/>
                <a:gd name="T49" fmla="*/ 28 h 30"/>
                <a:gd name="T50" fmla="*/ 9 w 36"/>
                <a:gd name="T51" fmla="*/ 28 h 30"/>
                <a:gd name="T52" fmla="*/ 9 w 36"/>
                <a:gd name="T53" fmla="*/ 22 h 30"/>
                <a:gd name="T54" fmla="*/ 11 w 36"/>
                <a:gd name="T55" fmla="*/ 20 h 30"/>
                <a:gd name="T56" fmla="*/ 8 w 36"/>
                <a:gd name="T57" fmla="*/ 20 h 30"/>
                <a:gd name="T58" fmla="*/ 6 w 36"/>
                <a:gd name="T59" fmla="*/ 21 h 30"/>
                <a:gd name="T60" fmla="*/ 1 w 36"/>
                <a:gd name="T61" fmla="*/ 23 h 30"/>
                <a:gd name="T62" fmla="*/ 0 w 36"/>
                <a:gd name="T63" fmla="*/ 22 h 30"/>
                <a:gd name="T64" fmla="*/ 1 w 36"/>
                <a:gd name="T65" fmla="*/ 19 h 30"/>
                <a:gd name="T66" fmla="*/ 3 w 36"/>
                <a:gd name="T67" fmla="*/ 15 h 30"/>
                <a:gd name="T68" fmla="*/ 13 w 36"/>
                <a:gd name="T69" fmla="*/ 13 h 30"/>
                <a:gd name="T70" fmla="*/ 16 w 36"/>
                <a:gd name="T71" fmla="*/ 14 h 30"/>
                <a:gd name="T72" fmla="*/ 16 w 36"/>
                <a:gd name="T73" fmla="*/ 14 h 30"/>
                <a:gd name="T74" fmla="*/ 16 w 36"/>
                <a:gd name="T75" fmla="*/ 13 h 30"/>
                <a:gd name="T76" fmla="*/ 15 w 36"/>
                <a:gd name="T77" fmla="*/ 13 h 30"/>
                <a:gd name="T78" fmla="*/ 13 w 36"/>
                <a:gd name="T79" fmla="*/ 8 h 30"/>
                <a:gd name="T80" fmla="*/ 13 w 36"/>
                <a:gd name="T81" fmla="*/ 8 h 30"/>
                <a:gd name="T82" fmla="*/ 18 w 36"/>
                <a:gd name="T83" fmla="*/ 11 h 30"/>
                <a:gd name="T84" fmla="*/ 20 w 36"/>
                <a:gd name="T85" fmla="*/ 9 h 30"/>
                <a:gd name="T86" fmla="*/ 21 w 36"/>
                <a:gd name="T87" fmla="*/ 7 h 30"/>
                <a:gd name="T88" fmla="*/ 24 w 36"/>
                <a:gd name="T89" fmla="*/ 4 h 30"/>
                <a:gd name="T90" fmla="*/ 26 w 36"/>
                <a:gd name="T91" fmla="*/ 1 h 30"/>
                <a:gd name="T92" fmla="*/ 26 w 36"/>
                <a:gd name="T93" fmla="*/ 1 h 30"/>
                <a:gd name="T94" fmla="*/ 31 w 36"/>
                <a:gd name="T95" fmla="*/ 3 h 30"/>
                <a:gd name="T96" fmla="*/ 35 w 36"/>
                <a:gd name="T97" fmla="*/ 7 h 30"/>
                <a:gd name="T98" fmla="*/ 36 w 36"/>
                <a:gd name="T99" fmla="*/ 9 h 30"/>
                <a:gd name="T100" fmla="*/ 31 w 36"/>
                <a:gd name="T101" fmla="*/ 10 h 30"/>
                <a:gd name="T102" fmla="*/ 31 w 36"/>
                <a:gd name="T103" fmla="*/ 8 h 30"/>
                <a:gd name="T104" fmla="*/ 30 w 36"/>
                <a:gd name="T105" fmla="*/ 8 h 30"/>
                <a:gd name="T106" fmla="*/ 31 w 36"/>
                <a:gd name="T107" fmla="*/ 3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6" h="30">
                  <a:moveTo>
                    <a:pt x="13" y="14"/>
                  </a:moveTo>
                  <a:cubicBezTo>
                    <a:pt x="13" y="14"/>
                    <a:pt x="10" y="16"/>
                    <a:pt x="10" y="17"/>
                  </a:cubicBezTo>
                  <a:cubicBezTo>
                    <a:pt x="10" y="17"/>
                    <a:pt x="10" y="17"/>
                    <a:pt x="10" y="17"/>
                  </a:cubicBezTo>
                  <a:cubicBezTo>
                    <a:pt x="13" y="19"/>
                    <a:pt x="14" y="17"/>
                    <a:pt x="13" y="14"/>
                  </a:cubicBezTo>
                  <a:cubicBezTo>
                    <a:pt x="13" y="14"/>
                    <a:pt x="13" y="14"/>
                    <a:pt x="13" y="14"/>
                  </a:cubicBezTo>
                  <a:close/>
                  <a:moveTo>
                    <a:pt x="26" y="1"/>
                  </a:moveTo>
                  <a:cubicBezTo>
                    <a:pt x="26" y="1"/>
                    <a:pt x="26" y="1"/>
                    <a:pt x="27" y="1"/>
                  </a:cubicBezTo>
                  <a:cubicBezTo>
                    <a:pt x="27" y="2"/>
                    <a:pt x="25" y="6"/>
                    <a:pt x="25" y="7"/>
                  </a:cubicBezTo>
                  <a:cubicBezTo>
                    <a:pt x="24" y="8"/>
                    <a:pt x="22" y="10"/>
                    <a:pt x="22" y="10"/>
                  </a:cubicBezTo>
                  <a:cubicBezTo>
                    <a:pt x="22" y="10"/>
                    <a:pt x="22" y="10"/>
                    <a:pt x="22" y="11"/>
                  </a:cubicBezTo>
                  <a:cubicBezTo>
                    <a:pt x="23" y="12"/>
                    <a:pt x="25" y="12"/>
                    <a:pt x="25" y="11"/>
                  </a:cubicBezTo>
                  <a:cubicBezTo>
                    <a:pt x="26" y="10"/>
                    <a:pt x="25" y="10"/>
                    <a:pt x="26" y="10"/>
                  </a:cubicBezTo>
                  <a:cubicBezTo>
                    <a:pt x="27" y="10"/>
                    <a:pt x="29" y="12"/>
                    <a:pt x="29" y="13"/>
                  </a:cubicBezTo>
                  <a:cubicBezTo>
                    <a:pt x="29" y="13"/>
                    <a:pt x="29" y="14"/>
                    <a:pt x="28" y="14"/>
                  </a:cubicBezTo>
                  <a:cubicBezTo>
                    <a:pt x="25" y="13"/>
                    <a:pt x="23" y="14"/>
                    <a:pt x="21" y="14"/>
                  </a:cubicBezTo>
                  <a:cubicBezTo>
                    <a:pt x="20" y="14"/>
                    <a:pt x="20" y="13"/>
                    <a:pt x="19" y="13"/>
                  </a:cubicBezTo>
                  <a:cubicBezTo>
                    <a:pt x="18" y="14"/>
                    <a:pt x="16" y="17"/>
                    <a:pt x="16" y="18"/>
                  </a:cubicBezTo>
                  <a:cubicBezTo>
                    <a:pt x="16" y="18"/>
                    <a:pt x="16" y="18"/>
                    <a:pt x="16" y="18"/>
                  </a:cubicBezTo>
                  <a:cubicBezTo>
                    <a:pt x="18" y="19"/>
                    <a:pt x="19" y="17"/>
                    <a:pt x="21" y="20"/>
                  </a:cubicBezTo>
                  <a:cubicBezTo>
                    <a:pt x="21" y="22"/>
                    <a:pt x="20" y="22"/>
                    <a:pt x="20" y="24"/>
                  </a:cubicBezTo>
                  <a:cubicBezTo>
                    <a:pt x="19" y="25"/>
                    <a:pt x="20" y="26"/>
                    <a:pt x="20" y="27"/>
                  </a:cubicBezTo>
                  <a:cubicBezTo>
                    <a:pt x="19" y="30"/>
                    <a:pt x="15" y="29"/>
                    <a:pt x="14" y="27"/>
                  </a:cubicBezTo>
                  <a:cubicBezTo>
                    <a:pt x="13" y="26"/>
                    <a:pt x="15" y="22"/>
                    <a:pt x="15" y="21"/>
                  </a:cubicBezTo>
                  <a:cubicBezTo>
                    <a:pt x="14" y="21"/>
                    <a:pt x="14" y="21"/>
                    <a:pt x="14" y="21"/>
                  </a:cubicBezTo>
                  <a:cubicBezTo>
                    <a:pt x="11" y="22"/>
                    <a:pt x="11" y="26"/>
                    <a:pt x="9" y="28"/>
                  </a:cubicBezTo>
                  <a:cubicBezTo>
                    <a:pt x="9" y="28"/>
                    <a:pt x="9" y="28"/>
                    <a:pt x="9" y="28"/>
                  </a:cubicBezTo>
                  <a:cubicBezTo>
                    <a:pt x="8" y="27"/>
                    <a:pt x="9" y="24"/>
                    <a:pt x="9" y="22"/>
                  </a:cubicBezTo>
                  <a:cubicBezTo>
                    <a:pt x="10" y="22"/>
                    <a:pt x="11" y="21"/>
                    <a:pt x="11" y="20"/>
                  </a:cubicBezTo>
                  <a:cubicBezTo>
                    <a:pt x="10" y="20"/>
                    <a:pt x="9" y="19"/>
                    <a:pt x="8" y="20"/>
                  </a:cubicBezTo>
                  <a:cubicBezTo>
                    <a:pt x="7" y="20"/>
                    <a:pt x="7" y="21"/>
                    <a:pt x="6" y="21"/>
                  </a:cubicBezTo>
                  <a:cubicBezTo>
                    <a:pt x="5" y="22"/>
                    <a:pt x="3" y="23"/>
                    <a:pt x="1" y="23"/>
                  </a:cubicBezTo>
                  <a:cubicBezTo>
                    <a:pt x="1" y="23"/>
                    <a:pt x="1" y="22"/>
                    <a:pt x="0" y="22"/>
                  </a:cubicBezTo>
                  <a:cubicBezTo>
                    <a:pt x="1" y="20"/>
                    <a:pt x="1" y="20"/>
                    <a:pt x="1" y="19"/>
                  </a:cubicBezTo>
                  <a:cubicBezTo>
                    <a:pt x="1" y="18"/>
                    <a:pt x="3" y="17"/>
                    <a:pt x="3" y="15"/>
                  </a:cubicBezTo>
                  <a:cubicBezTo>
                    <a:pt x="7" y="15"/>
                    <a:pt x="9" y="13"/>
                    <a:pt x="13" y="13"/>
                  </a:cubicBezTo>
                  <a:cubicBezTo>
                    <a:pt x="14" y="13"/>
                    <a:pt x="15" y="15"/>
                    <a:pt x="16" y="14"/>
                  </a:cubicBezTo>
                  <a:cubicBezTo>
                    <a:pt x="16" y="14"/>
                    <a:pt x="16" y="14"/>
                    <a:pt x="16" y="14"/>
                  </a:cubicBezTo>
                  <a:cubicBezTo>
                    <a:pt x="16" y="14"/>
                    <a:pt x="16" y="14"/>
                    <a:pt x="16" y="13"/>
                  </a:cubicBezTo>
                  <a:cubicBezTo>
                    <a:pt x="15" y="13"/>
                    <a:pt x="15" y="13"/>
                    <a:pt x="15" y="13"/>
                  </a:cubicBezTo>
                  <a:cubicBezTo>
                    <a:pt x="12" y="12"/>
                    <a:pt x="12" y="10"/>
                    <a:pt x="13" y="8"/>
                  </a:cubicBezTo>
                  <a:cubicBezTo>
                    <a:pt x="13" y="8"/>
                    <a:pt x="13" y="8"/>
                    <a:pt x="13" y="8"/>
                  </a:cubicBezTo>
                  <a:cubicBezTo>
                    <a:pt x="14" y="10"/>
                    <a:pt x="17" y="11"/>
                    <a:pt x="18" y="11"/>
                  </a:cubicBezTo>
                  <a:cubicBezTo>
                    <a:pt x="19" y="10"/>
                    <a:pt x="19" y="10"/>
                    <a:pt x="20" y="9"/>
                  </a:cubicBezTo>
                  <a:cubicBezTo>
                    <a:pt x="20" y="8"/>
                    <a:pt x="21" y="8"/>
                    <a:pt x="21" y="7"/>
                  </a:cubicBezTo>
                  <a:cubicBezTo>
                    <a:pt x="22" y="6"/>
                    <a:pt x="23" y="5"/>
                    <a:pt x="24" y="4"/>
                  </a:cubicBezTo>
                  <a:cubicBezTo>
                    <a:pt x="24" y="4"/>
                    <a:pt x="25" y="1"/>
                    <a:pt x="26" y="1"/>
                  </a:cubicBezTo>
                  <a:cubicBezTo>
                    <a:pt x="25" y="0"/>
                    <a:pt x="26" y="1"/>
                    <a:pt x="26" y="1"/>
                  </a:cubicBezTo>
                  <a:close/>
                  <a:moveTo>
                    <a:pt x="31" y="3"/>
                  </a:moveTo>
                  <a:cubicBezTo>
                    <a:pt x="32" y="4"/>
                    <a:pt x="34" y="5"/>
                    <a:pt x="35" y="7"/>
                  </a:cubicBezTo>
                  <a:cubicBezTo>
                    <a:pt x="35" y="8"/>
                    <a:pt x="36" y="9"/>
                    <a:pt x="36" y="9"/>
                  </a:cubicBezTo>
                  <a:cubicBezTo>
                    <a:pt x="35" y="12"/>
                    <a:pt x="32" y="12"/>
                    <a:pt x="31" y="10"/>
                  </a:cubicBezTo>
                  <a:cubicBezTo>
                    <a:pt x="31" y="10"/>
                    <a:pt x="31" y="9"/>
                    <a:pt x="31" y="8"/>
                  </a:cubicBezTo>
                  <a:cubicBezTo>
                    <a:pt x="30" y="8"/>
                    <a:pt x="30" y="8"/>
                    <a:pt x="30" y="8"/>
                  </a:cubicBezTo>
                  <a:cubicBezTo>
                    <a:pt x="31" y="6"/>
                    <a:pt x="29" y="4"/>
                    <a:pt x="3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51" name="Freeform 48"/>
            <p:cNvSpPr>
              <a:spLocks noEditPoints="1"/>
            </p:cNvSpPr>
            <p:nvPr/>
          </p:nvSpPr>
          <p:spPr bwMode="auto">
            <a:xfrm>
              <a:off x="8913875" y="4588179"/>
              <a:ext cx="36513" cy="52388"/>
            </a:xfrm>
            <a:custGeom>
              <a:avLst/>
              <a:gdLst>
                <a:gd name="T0" fmla="*/ 14 w 24"/>
                <a:gd name="T1" fmla="*/ 5 h 34"/>
                <a:gd name="T2" fmla="*/ 14 w 24"/>
                <a:gd name="T3" fmla="*/ 5 h 34"/>
                <a:gd name="T4" fmla="*/ 14 w 24"/>
                <a:gd name="T5" fmla="*/ 5 h 34"/>
                <a:gd name="T6" fmla="*/ 14 w 24"/>
                <a:gd name="T7" fmla="*/ 4 h 34"/>
                <a:gd name="T8" fmla="*/ 14 w 24"/>
                <a:gd name="T9" fmla="*/ 4 h 34"/>
                <a:gd name="T10" fmla="*/ 14 w 24"/>
                <a:gd name="T11" fmla="*/ 4 h 34"/>
                <a:gd name="T12" fmla="*/ 14 w 24"/>
                <a:gd name="T13" fmla="*/ 4 h 34"/>
                <a:gd name="T14" fmla="*/ 20 w 24"/>
                <a:gd name="T15" fmla="*/ 2 h 34"/>
                <a:gd name="T16" fmla="*/ 14 w 24"/>
                <a:gd name="T17" fmla="*/ 7 h 34"/>
                <a:gd name="T18" fmla="*/ 22 w 24"/>
                <a:gd name="T19" fmla="*/ 15 h 34"/>
                <a:gd name="T20" fmla="*/ 16 w 24"/>
                <a:gd name="T21" fmla="*/ 18 h 34"/>
                <a:gd name="T22" fmla="*/ 15 w 24"/>
                <a:gd name="T23" fmla="*/ 23 h 34"/>
                <a:gd name="T24" fmla="*/ 17 w 24"/>
                <a:gd name="T25" fmla="*/ 22 h 34"/>
                <a:gd name="T26" fmla="*/ 24 w 24"/>
                <a:gd name="T27" fmla="*/ 24 h 34"/>
                <a:gd name="T28" fmla="*/ 18 w 24"/>
                <a:gd name="T29" fmla="*/ 26 h 34"/>
                <a:gd name="T30" fmla="*/ 9 w 24"/>
                <a:gd name="T31" fmla="*/ 32 h 34"/>
                <a:gd name="T32" fmla="*/ 16 w 24"/>
                <a:gd name="T33" fmla="*/ 27 h 34"/>
                <a:gd name="T34" fmla="*/ 10 w 24"/>
                <a:gd name="T35" fmla="*/ 29 h 34"/>
                <a:gd name="T36" fmla="*/ 7 w 24"/>
                <a:gd name="T37" fmla="*/ 28 h 34"/>
                <a:gd name="T38" fmla="*/ 14 w 24"/>
                <a:gd name="T39" fmla="*/ 25 h 34"/>
                <a:gd name="T40" fmla="*/ 13 w 24"/>
                <a:gd name="T41" fmla="*/ 24 h 34"/>
                <a:gd name="T42" fmla="*/ 14 w 24"/>
                <a:gd name="T43" fmla="*/ 19 h 34"/>
                <a:gd name="T44" fmla="*/ 9 w 24"/>
                <a:gd name="T45" fmla="*/ 22 h 34"/>
                <a:gd name="T46" fmla="*/ 9 w 24"/>
                <a:gd name="T47" fmla="*/ 20 h 34"/>
                <a:gd name="T48" fmla="*/ 17 w 24"/>
                <a:gd name="T49" fmla="*/ 16 h 34"/>
                <a:gd name="T50" fmla="*/ 14 w 24"/>
                <a:gd name="T51" fmla="*/ 10 h 34"/>
                <a:gd name="T52" fmla="*/ 7 w 24"/>
                <a:gd name="T53" fmla="*/ 17 h 34"/>
                <a:gd name="T54" fmla="*/ 4 w 24"/>
                <a:gd name="T55" fmla="*/ 26 h 34"/>
                <a:gd name="T56" fmla="*/ 2 w 24"/>
                <a:gd name="T57" fmla="*/ 19 h 34"/>
                <a:gd name="T58" fmla="*/ 6 w 24"/>
                <a:gd name="T59" fmla="*/ 12 h 34"/>
                <a:gd name="T60" fmla="*/ 12 w 24"/>
                <a:gd name="T61" fmla="*/ 7 h 34"/>
                <a:gd name="T62" fmla="*/ 8 w 24"/>
                <a:gd name="T63" fmla="*/ 6 h 34"/>
                <a:gd name="T64" fmla="*/ 1 w 24"/>
                <a:gd name="T65" fmla="*/ 3 h 34"/>
                <a:gd name="T66" fmla="*/ 4 w 24"/>
                <a:gd name="T67" fmla="*/ 7 h 34"/>
                <a:gd name="T68" fmla="*/ 0 w 24"/>
                <a:gd name="T69" fmla="*/ 5 h 34"/>
                <a:gd name="T70" fmla="*/ 1 w 24"/>
                <a:gd name="T71" fmla="*/ 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4" h="34">
                  <a:moveTo>
                    <a:pt x="14" y="5"/>
                  </a:moveTo>
                  <a:cubicBezTo>
                    <a:pt x="14" y="5"/>
                    <a:pt x="14" y="5"/>
                    <a:pt x="14" y="5"/>
                  </a:cubicBezTo>
                  <a:cubicBezTo>
                    <a:pt x="14" y="5"/>
                    <a:pt x="14" y="5"/>
                    <a:pt x="14" y="5"/>
                  </a:cubicBezTo>
                  <a:cubicBezTo>
                    <a:pt x="14" y="5"/>
                    <a:pt x="14" y="5"/>
                    <a:pt x="14" y="5"/>
                  </a:cubicBezTo>
                  <a:cubicBezTo>
                    <a:pt x="14" y="5"/>
                    <a:pt x="14" y="5"/>
                    <a:pt x="14" y="5"/>
                  </a:cubicBezTo>
                  <a:cubicBezTo>
                    <a:pt x="14" y="5"/>
                    <a:pt x="14" y="5"/>
                    <a:pt x="14" y="5"/>
                  </a:cubicBezTo>
                  <a:cubicBezTo>
                    <a:pt x="14" y="5"/>
                    <a:pt x="14" y="5"/>
                    <a:pt x="14" y="5"/>
                  </a:cubicBezTo>
                  <a:close/>
                  <a:moveTo>
                    <a:pt x="14" y="4"/>
                  </a:moveTo>
                  <a:cubicBezTo>
                    <a:pt x="14" y="4"/>
                    <a:pt x="14" y="4"/>
                    <a:pt x="14" y="4"/>
                  </a:cubicBezTo>
                  <a:cubicBezTo>
                    <a:pt x="14" y="4"/>
                    <a:pt x="14" y="4"/>
                    <a:pt x="14" y="4"/>
                  </a:cubicBezTo>
                  <a:cubicBezTo>
                    <a:pt x="14" y="4"/>
                    <a:pt x="14" y="4"/>
                    <a:pt x="14" y="4"/>
                  </a:cubicBezTo>
                  <a:cubicBezTo>
                    <a:pt x="14" y="4"/>
                    <a:pt x="14" y="4"/>
                    <a:pt x="14" y="4"/>
                  </a:cubicBezTo>
                  <a:cubicBezTo>
                    <a:pt x="14" y="4"/>
                    <a:pt x="14" y="4"/>
                    <a:pt x="14" y="4"/>
                  </a:cubicBezTo>
                  <a:cubicBezTo>
                    <a:pt x="14" y="4"/>
                    <a:pt x="14" y="4"/>
                    <a:pt x="14" y="4"/>
                  </a:cubicBezTo>
                  <a:close/>
                  <a:moveTo>
                    <a:pt x="16" y="1"/>
                  </a:moveTo>
                  <a:cubicBezTo>
                    <a:pt x="17" y="0"/>
                    <a:pt x="19" y="1"/>
                    <a:pt x="20" y="2"/>
                  </a:cubicBezTo>
                  <a:cubicBezTo>
                    <a:pt x="20" y="2"/>
                    <a:pt x="21" y="2"/>
                    <a:pt x="20" y="2"/>
                  </a:cubicBezTo>
                  <a:cubicBezTo>
                    <a:pt x="20" y="4"/>
                    <a:pt x="16" y="5"/>
                    <a:pt x="14" y="7"/>
                  </a:cubicBezTo>
                  <a:cubicBezTo>
                    <a:pt x="15" y="8"/>
                    <a:pt x="16" y="7"/>
                    <a:pt x="18" y="8"/>
                  </a:cubicBezTo>
                  <a:cubicBezTo>
                    <a:pt x="20" y="8"/>
                    <a:pt x="24" y="12"/>
                    <a:pt x="22" y="15"/>
                  </a:cubicBezTo>
                  <a:cubicBezTo>
                    <a:pt x="21" y="16"/>
                    <a:pt x="20" y="16"/>
                    <a:pt x="19" y="16"/>
                  </a:cubicBezTo>
                  <a:cubicBezTo>
                    <a:pt x="18" y="17"/>
                    <a:pt x="17" y="16"/>
                    <a:pt x="16" y="18"/>
                  </a:cubicBezTo>
                  <a:cubicBezTo>
                    <a:pt x="16" y="18"/>
                    <a:pt x="16" y="19"/>
                    <a:pt x="17" y="20"/>
                  </a:cubicBezTo>
                  <a:cubicBezTo>
                    <a:pt x="16" y="21"/>
                    <a:pt x="16" y="22"/>
                    <a:pt x="15" y="23"/>
                  </a:cubicBezTo>
                  <a:cubicBezTo>
                    <a:pt x="16" y="24"/>
                    <a:pt x="16" y="24"/>
                    <a:pt x="17" y="24"/>
                  </a:cubicBezTo>
                  <a:cubicBezTo>
                    <a:pt x="17" y="23"/>
                    <a:pt x="17" y="23"/>
                    <a:pt x="17" y="22"/>
                  </a:cubicBezTo>
                  <a:cubicBezTo>
                    <a:pt x="18" y="22"/>
                    <a:pt x="21" y="22"/>
                    <a:pt x="22" y="22"/>
                  </a:cubicBezTo>
                  <a:cubicBezTo>
                    <a:pt x="23" y="22"/>
                    <a:pt x="23" y="24"/>
                    <a:pt x="24" y="24"/>
                  </a:cubicBezTo>
                  <a:cubicBezTo>
                    <a:pt x="23" y="25"/>
                    <a:pt x="23" y="25"/>
                    <a:pt x="23" y="26"/>
                  </a:cubicBezTo>
                  <a:cubicBezTo>
                    <a:pt x="21" y="27"/>
                    <a:pt x="20" y="24"/>
                    <a:pt x="18" y="26"/>
                  </a:cubicBezTo>
                  <a:cubicBezTo>
                    <a:pt x="17" y="27"/>
                    <a:pt x="19" y="29"/>
                    <a:pt x="19" y="31"/>
                  </a:cubicBezTo>
                  <a:cubicBezTo>
                    <a:pt x="18" y="34"/>
                    <a:pt x="11" y="34"/>
                    <a:pt x="9" y="32"/>
                  </a:cubicBezTo>
                  <a:cubicBezTo>
                    <a:pt x="9" y="32"/>
                    <a:pt x="9" y="32"/>
                    <a:pt x="9" y="32"/>
                  </a:cubicBezTo>
                  <a:cubicBezTo>
                    <a:pt x="12" y="30"/>
                    <a:pt x="16" y="30"/>
                    <a:pt x="16" y="27"/>
                  </a:cubicBezTo>
                  <a:cubicBezTo>
                    <a:pt x="16" y="27"/>
                    <a:pt x="16" y="27"/>
                    <a:pt x="16" y="27"/>
                  </a:cubicBezTo>
                  <a:cubicBezTo>
                    <a:pt x="14" y="27"/>
                    <a:pt x="12" y="29"/>
                    <a:pt x="10" y="29"/>
                  </a:cubicBezTo>
                  <a:cubicBezTo>
                    <a:pt x="10" y="29"/>
                    <a:pt x="8" y="29"/>
                    <a:pt x="8" y="29"/>
                  </a:cubicBezTo>
                  <a:cubicBezTo>
                    <a:pt x="8" y="28"/>
                    <a:pt x="7" y="28"/>
                    <a:pt x="7" y="28"/>
                  </a:cubicBezTo>
                  <a:cubicBezTo>
                    <a:pt x="7" y="28"/>
                    <a:pt x="7" y="28"/>
                    <a:pt x="7" y="28"/>
                  </a:cubicBezTo>
                  <a:cubicBezTo>
                    <a:pt x="9" y="27"/>
                    <a:pt x="14" y="26"/>
                    <a:pt x="14" y="25"/>
                  </a:cubicBezTo>
                  <a:cubicBezTo>
                    <a:pt x="14" y="24"/>
                    <a:pt x="14" y="24"/>
                    <a:pt x="14" y="24"/>
                  </a:cubicBezTo>
                  <a:cubicBezTo>
                    <a:pt x="14" y="24"/>
                    <a:pt x="13" y="24"/>
                    <a:pt x="13" y="24"/>
                  </a:cubicBezTo>
                  <a:cubicBezTo>
                    <a:pt x="13" y="23"/>
                    <a:pt x="13" y="22"/>
                    <a:pt x="13" y="22"/>
                  </a:cubicBezTo>
                  <a:cubicBezTo>
                    <a:pt x="13" y="21"/>
                    <a:pt x="14" y="20"/>
                    <a:pt x="14" y="19"/>
                  </a:cubicBezTo>
                  <a:cubicBezTo>
                    <a:pt x="14" y="19"/>
                    <a:pt x="14" y="19"/>
                    <a:pt x="13" y="19"/>
                  </a:cubicBezTo>
                  <a:cubicBezTo>
                    <a:pt x="12" y="18"/>
                    <a:pt x="10" y="21"/>
                    <a:pt x="9" y="22"/>
                  </a:cubicBezTo>
                  <a:cubicBezTo>
                    <a:pt x="9" y="22"/>
                    <a:pt x="9" y="22"/>
                    <a:pt x="9" y="22"/>
                  </a:cubicBezTo>
                  <a:cubicBezTo>
                    <a:pt x="9" y="22"/>
                    <a:pt x="9" y="21"/>
                    <a:pt x="9" y="20"/>
                  </a:cubicBezTo>
                  <a:cubicBezTo>
                    <a:pt x="9" y="18"/>
                    <a:pt x="12" y="16"/>
                    <a:pt x="14" y="17"/>
                  </a:cubicBezTo>
                  <a:cubicBezTo>
                    <a:pt x="15" y="17"/>
                    <a:pt x="16" y="16"/>
                    <a:pt x="17" y="16"/>
                  </a:cubicBezTo>
                  <a:cubicBezTo>
                    <a:pt x="17" y="15"/>
                    <a:pt x="18" y="14"/>
                    <a:pt x="18" y="14"/>
                  </a:cubicBezTo>
                  <a:cubicBezTo>
                    <a:pt x="19" y="11"/>
                    <a:pt x="16" y="10"/>
                    <a:pt x="14" y="10"/>
                  </a:cubicBezTo>
                  <a:cubicBezTo>
                    <a:pt x="12" y="10"/>
                    <a:pt x="10" y="12"/>
                    <a:pt x="10" y="13"/>
                  </a:cubicBezTo>
                  <a:cubicBezTo>
                    <a:pt x="9" y="14"/>
                    <a:pt x="8" y="16"/>
                    <a:pt x="7" y="17"/>
                  </a:cubicBezTo>
                  <a:cubicBezTo>
                    <a:pt x="6" y="18"/>
                    <a:pt x="6" y="19"/>
                    <a:pt x="5" y="20"/>
                  </a:cubicBezTo>
                  <a:cubicBezTo>
                    <a:pt x="4" y="22"/>
                    <a:pt x="5" y="24"/>
                    <a:pt x="4" y="26"/>
                  </a:cubicBezTo>
                  <a:cubicBezTo>
                    <a:pt x="1" y="26"/>
                    <a:pt x="0" y="24"/>
                    <a:pt x="0" y="21"/>
                  </a:cubicBezTo>
                  <a:cubicBezTo>
                    <a:pt x="0" y="21"/>
                    <a:pt x="1" y="20"/>
                    <a:pt x="2" y="19"/>
                  </a:cubicBezTo>
                  <a:cubicBezTo>
                    <a:pt x="2" y="18"/>
                    <a:pt x="3" y="17"/>
                    <a:pt x="3" y="16"/>
                  </a:cubicBezTo>
                  <a:cubicBezTo>
                    <a:pt x="4" y="15"/>
                    <a:pt x="5" y="14"/>
                    <a:pt x="6" y="12"/>
                  </a:cubicBezTo>
                  <a:cubicBezTo>
                    <a:pt x="8" y="11"/>
                    <a:pt x="11" y="9"/>
                    <a:pt x="12" y="7"/>
                  </a:cubicBezTo>
                  <a:cubicBezTo>
                    <a:pt x="12" y="7"/>
                    <a:pt x="12" y="7"/>
                    <a:pt x="12" y="7"/>
                  </a:cubicBezTo>
                  <a:cubicBezTo>
                    <a:pt x="10" y="7"/>
                    <a:pt x="8" y="7"/>
                    <a:pt x="8" y="6"/>
                  </a:cubicBezTo>
                  <a:cubicBezTo>
                    <a:pt x="8" y="6"/>
                    <a:pt x="8" y="6"/>
                    <a:pt x="8" y="6"/>
                  </a:cubicBezTo>
                  <a:cubicBezTo>
                    <a:pt x="12" y="4"/>
                    <a:pt x="14" y="2"/>
                    <a:pt x="16" y="1"/>
                  </a:cubicBezTo>
                  <a:close/>
                  <a:moveTo>
                    <a:pt x="1" y="3"/>
                  </a:moveTo>
                  <a:cubicBezTo>
                    <a:pt x="2" y="3"/>
                    <a:pt x="2" y="3"/>
                    <a:pt x="2" y="3"/>
                  </a:cubicBezTo>
                  <a:cubicBezTo>
                    <a:pt x="2" y="4"/>
                    <a:pt x="4" y="7"/>
                    <a:pt x="4" y="7"/>
                  </a:cubicBezTo>
                  <a:cubicBezTo>
                    <a:pt x="4" y="9"/>
                    <a:pt x="5" y="9"/>
                    <a:pt x="4" y="10"/>
                  </a:cubicBezTo>
                  <a:cubicBezTo>
                    <a:pt x="1" y="10"/>
                    <a:pt x="0" y="9"/>
                    <a:pt x="0" y="5"/>
                  </a:cubicBezTo>
                  <a:cubicBezTo>
                    <a:pt x="0" y="4"/>
                    <a:pt x="0" y="4"/>
                    <a:pt x="0" y="3"/>
                  </a:cubicBezTo>
                  <a:cubicBezTo>
                    <a:pt x="0" y="3"/>
                    <a:pt x="1" y="3"/>
                    <a:pt x="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52" name="Freeform 49"/>
            <p:cNvSpPr>
              <a:spLocks noEditPoints="1"/>
            </p:cNvSpPr>
            <p:nvPr/>
          </p:nvSpPr>
          <p:spPr bwMode="auto">
            <a:xfrm>
              <a:off x="8971025" y="4589766"/>
              <a:ext cx="50800" cy="52388"/>
            </a:xfrm>
            <a:custGeom>
              <a:avLst/>
              <a:gdLst>
                <a:gd name="T0" fmla="*/ 17 w 34"/>
                <a:gd name="T1" fmla="*/ 16 h 34"/>
                <a:gd name="T2" fmla="*/ 20 w 34"/>
                <a:gd name="T3" fmla="*/ 27 h 34"/>
                <a:gd name="T4" fmla="*/ 18 w 34"/>
                <a:gd name="T5" fmla="*/ 21 h 34"/>
                <a:gd name="T6" fmla="*/ 20 w 34"/>
                <a:gd name="T7" fmla="*/ 21 h 34"/>
                <a:gd name="T8" fmla="*/ 25 w 34"/>
                <a:gd name="T9" fmla="*/ 18 h 34"/>
                <a:gd name="T10" fmla="*/ 22 w 34"/>
                <a:gd name="T11" fmla="*/ 20 h 34"/>
                <a:gd name="T12" fmla="*/ 21 w 34"/>
                <a:gd name="T13" fmla="*/ 14 h 34"/>
                <a:gd name="T14" fmla="*/ 28 w 34"/>
                <a:gd name="T15" fmla="*/ 6 h 34"/>
                <a:gd name="T16" fmla="*/ 26 w 34"/>
                <a:gd name="T17" fmla="*/ 10 h 34"/>
                <a:gd name="T18" fmla="*/ 28 w 34"/>
                <a:gd name="T19" fmla="*/ 6 h 34"/>
                <a:gd name="T20" fmla="*/ 26 w 34"/>
                <a:gd name="T21" fmla="*/ 0 h 34"/>
                <a:gd name="T22" fmla="*/ 28 w 34"/>
                <a:gd name="T23" fmla="*/ 5 h 34"/>
                <a:gd name="T24" fmla="*/ 34 w 34"/>
                <a:gd name="T25" fmla="*/ 9 h 34"/>
                <a:gd name="T26" fmla="*/ 28 w 34"/>
                <a:gd name="T27" fmla="*/ 13 h 34"/>
                <a:gd name="T28" fmla="*/ 28 w 34"/>
                <a:gd name="T29" fmla="*/ 17 h 34"/>
                <a:gd name="T30" fmla="*/ 27 w 34"/>
                <a:gd name="T31" fmla="*/ 25 h 34"/>
                <a:gd name="T32" fmla="*/ 32 w 34"/>
                <a:gd name="T33" fmla="*/ 31 h 34"/>
                <a:gd name="T34" fmla="*/ 26 w 34"/>
                <a:gd name="T35" fmla="*/ 30 h 34"/>
                <a:gd name="T36" fmla="*/ 22 w 34"/>
                <a:gd name="T37" fmla="*/ 30 h 34"/>
                <a:gd name="T38" fmla="*/ 15 w 34"/>
                <a:gd name="T39" fmla="*/ 29 h 34"/>
                <a:gd name="T40" fmla="*/ 13 w 34"/>
                <a:gd name="T41" fmla="*/ 26 h 34"/>
                <a:gd name="T42" fmla="*/ 13 w 34"/>
                <a:gd name="T43" fmla="*/ 31 h 34"/>
                <a:gd name="T44" fmla="*/ 10 w 34"/>
                <a:gd name="T45" fmla="*/ 27 h 34"/>
                <a:gd name="T46" fmla="*/ 8 w 34"/>
                <a:gd name="T47" fmla="*/ 23 h 34"/>
                <a:gd name="T48" fmla="*/ 2 w 34"/>
                <a:gd name="T49" fmla="*/ 19 h 34"/>
                <a:gd name="T50" fmla="*/ 4 w 34"/>
                <a:gd name="T51" fmla="*/ 16 h 34"/>
                <a:gd name="T52" fmla="*/ 13 w 34"/>
                <a:gd name="T53" fmla="*/ 15 h 34"/>
                <a:gd name="T54" fmla="*/ 16 w 34"/>
                <a:gd name="T55" fmla="*/ 9 h 34"/>
                <a:gd name="T56" fmla="*/ 11 w 34"/>
                <a:gd name="T57" fmla="*/ 7 h 34"/>
                <a:gd name="T58" fmla="*/ 10 w 34"/>
                <a:gd name="T59" fmla="*/ 5 h 34"/>
                <a:gd name="T60" fmla="*/ 12 w 34"/>
                <a:gd name="T61" fmla="*/ 6 h 34"/>
                <a:gd name="T62" fmla="*/ 20 w 34"/>
                <a:gd name="T63" fmla="*/ 0 h 34"/>
                <a:gd name="T64" fmla="*/ 23 w 34"/>
                <a:gd name="T65" fmla="*/ 1 h 34"/>
                <a:gd name="T66" fmla="*/ 17 w 34"/>
                <a:gd name="T67" fmla="*/ 11 h 34"/>
                <a:gd name="T68" fmla="*/ 19 w 34"/>
                <a:gd name="T69" fmla="*/ 11 h 34"/>
                <a:gd name="T70" fmla="*/ 23 w 34"/>
                <a:gd name="T71" fmla="*/ 7 h 34"/>
                <a:gd name="T72" fmla="*/ 26 w 34"/>
                <a:gd name="T73"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4" h="34">
                  <a:moveTo>
                    <a:pt x="21" y="13"/>
                  </a:moveTo>
                  <a:cubicBezTo>
                    <a:pt x="19" y="14"/>
                    <a:pt x="18" y="15"/>
                    <a:pt x="17" y="16"/>
                  </a:cubicBezTo>
                  <a:cubicBezTo>
                    <a:pt x="16" y="18"/>
                    <a:pt x="12" y="21"/>
                    <a:pt x="14" y="24"/>
                  </a:cubicBezTo>
                  <a:cubicBezTo>
                    <a:pt x="15" y="26"/>
                    <a:pt x="17" y="28"/>
                    <a:pt x="20" y="27"/>
                  </a:cubicBezTo>
                  <a:cubicBezTo>
                    <a:pt x="20" y="27"/>
                    <a:pt x="20" y="27"/>
                    <a:pt x="21" y="27"/>
                  </a:cubicBezTo>
                  <a:cubicBezTo>
                    <a:pt x="20" y="25"/>
                    <a:pt x="19" y="22"/>
                    <a:pt x="18" y="21"/>
                  </a:cubicBezTo>
                  <a:cubicBezTo>
                    <a:pt x="18" y="21"/>
                    <a:pt x="18" y="21"/>
                    <a:pt x="18" y="21"/>
                  </a:cubicBezTo>
                  <a:cubicBezTo>
                    <a:pt x="19" y="21"/>
                    <a:pt x="20" y="21"/>
                    <a:pt x="20" y="21"/>
                  </a:cubicBezTo>
                  <a:cubicBezTo>
                    <a:pt x="21" y="22"/>
                    <a:pt x="24" y="24"/>
                    <a:pt x="24" y="23"/>
                  </a:cubicBezTo>
                  <a:cubicBezTo>
                    <a:pt x="25" y="22"/>
                    <a:pt x="26" y="19"/>
                    <a:pt x="25" y="18"/>
                  </a:cubicBezTo>
                  <a:cubicBezTo>
                    <a:pt x="25" y="18"/>
                    <a:pt x="25" y="18"/>
                    <a:pt x="24" y="18"/>
                  </a:cubicBezTo>
                  <a:cubicBezTo>
                    <a:pt x="24" y="18"/>
                    <a:pt x="23" y="19"/>
                    <a:pt x="22" y="20"/>
                  </a:cubicBezTo>
                  <a:cubicBezTo>
                    <a:pt x="22" y="20"/>
                    <a:pt x="22" y="19"/>
                    <a:pt x="21" y="19"/>
                  </a:cubicBezTo>
                  <a:cubicBezTo>
                    <a:pt x="21" y="17"/>
                    <a:pt x="21" y="16"/>
                    <a:pt x="21" y="14"/>
                  </a:cubicBezTo>
                  <a:cubicBezTo>
                    <a:pt x="22" y="13"/>
                    <a:pt x="21" y="13"/>
                    <a:pt x="21" y="13"/>
                  </a:cubicBezTo>
                  <a:close/>
                  <a:moveTo>
                    <a:pt x="28" y="6"/>
                  </a:moveTo>
                  <a:cubicBezTo>
                    <a:pt x="28" y="7"/>
                    <a:pt x="26" y="9"/>
                    <a:pt x="26" y="10"/>
                  </a:cubicBezTo>
                  <a:cubicBezTo>
                    <a:pt x="26" y="10"/>
                    <a:pt x="26" y="10"/>
                    <a:pt x="26" y="10"/>
                  </a:cubicBezTo>
                  <a:cubicBezTo>
                    <a:pt x="27" y="10"/>
                    <a:pt x="30" y="9"/>
                    <a:pt x="30" y="9"/>
                  </a:cubicBezTo>
                  <a:cubicBezTo>
                    <a:pt x="30" y="8"/>
                    <a:pt x="29" y="7"/>
                    <a:pt x="28" y="6"/>
                  </a:cubicBezTo>
                  <a:cubicBezTo>
                    <a:pt x="28" y="6"/>
                    <a:pt x="28" y="6"/>
                    <a:pt x="28" y="6"/>
                  </a:cubicBezTo>
                  <a:close/>
                  <a:moveTo>
                    <a:pt x="26" y="0"/>
                  </a:moveTo>
                  <a:cubicBezTo>
                    <a:pt x="28" y="1"/>
                    <a:pt x="29" y="1"/>
                    <a:pt x="29" y="3"/>
                  </a:cubicBezTo>
                  <a:cubicBezTo>
                    <a:pt x="29" y="3"/>
                    <a:pt x="28" y="4"/>
                    <a:pt x="28" y="5"/>
                  </a:cubicBezTo>
                  <a:cubicBezTo>
                    <a:pt x="29" y="7"/>
                    <a:pt x="32" y="7"/>
                    <a:pt x="34" y="8"/>
                  </a:cubicBezTo>
                  <a:cubicBezTo>
                    <a:pt x="34" y="9"/>
                    <a:pt x="34" y="9"/>
                    <a:pt x="34" y="9"/>
                  </a:cubicBezTo>
                  <a:cubicBezTo>
                    <a:pt x="32" y="11"/>
                    <a:pt x="30" y="11"/>
                    <a:pt x="29" y="11"/>
                  </a:cubicBezTo>
                  <a:cubicBezTo>
                    <a:pt x="28" y="12"/>
                    <a:pt x="28" y="12"/>
                    <a:pt x="28" y="13"/>
                  </a:cubicBezTo>
                  <a:cubicBezTo>
                    <a:pt x="26" y="13"/>
                    <a:pt x="25" y="13"/>
                    <a:pt x="24" y="15"/>
                  </a:cubicBezTo>
                  <a:cubicBezTo>
                    <a:pt x="25" y="16"/>
                    <a:pt x="28" y="16"/>
                    <a:pt x="28" y="17"/>
                  </a:cubicBezTo>
                  <a:cubicBezTo>
                    <a:pt x="28" y="18"/>
                    <a:pt x="28" y="21"/>
                    <a:pt x="28" y="22"/>
                  </a:cubicBezTo>
                  <a:cubicBezTo>
                    <a:pt x="27" y="23"/>
                    <a:pt x="26" y="24"/>
                    <a:pt x="27" y="25"/>
                  </a:cubicBezTo>
                  <a:cubicBezTo>
                    <a:pt x="27" y="26"/>
                    <a:pt x="29" y="26"/>
                    <a:pt x="30" y="27"/>
                  </a:cubicBezTo>
                  <a:cubicBezTo>
                    <a:pt x="31" y="28"/>
                    <a:pt x="32" y="29"/>
                    <a:pt x="32" y="31"/>
                  </a:cubicBezTo>
                  <a:cubicBezTo>
                    <a:pt x="32" y="32"/>
                    <a:pt x="30" y="34"/>
                    <a:pt x="28" y="33"/>
                  </a:cubicBezTo>
                  <a:cubicBezTo>
                    <a:pt x="27" y="33"/>
                    <a:pt x="26" y="31"/>
                    <a:pt x="26" y="30"/>
                  </a:cubicBezTo>
                  <a:cubicBezTo>
                    <a:pt x="25" y="30"/>
                    <a:pt x="25" y="30"/>
                    <a:pt x="24" y="29"/>
                  </a:cubicBezTo>
                  <a:cubicBezTo>
                    <a:pt x="24" y="29"/>
                    <a:pt x="22" y="30"/>
                    <a:pt x="22" y="30"/>
                  </a:cubicBezTo>
                  <a:cubicBezTo>
                    <a:pt x="21" y="30"/>
                    <a:pt x="21" y="30"/>
                    <a:pt x="20" y="30"/>
                  </a:cubicBezTo>
                  <a:cubicBezTo>
                    <a:pt x="19" y="30"/>
                    <a:pt x="17" y="30"/>
                    <a:pt x="15" y="29"/>
                  </a:cubicBezTo>
                  <a:cubicBezTo>
                    <a:pt x="15" y="28"/>
                    <a:pt x="14" y="27"/>
                    <a:pt x="14" y="26"/>
                  </a:cubicBezTo>
                  <a:cubicBezTo>
                    <a:pt x="14" y="26"/>
                    <a:pt x="14" y="26"/>
                    <a:pt x="13" y="26"/>
                  </a:cubicBezTo>
                  <a:cubicBezTo>
                    <a:pt x="13" y="26"/>
                    <a:pt x="13" y="26"/>
                    <a:pt x="13" y="26"/>
                  </a:cubicBezTo>
                  <a:cubicBezTo>
                    <a:pt x="13" y="27"/>
                    <a:pt x="14" y="31"/>
                    <a:pt x="13" y="31"/>
                  </a:cubicBezTo>
                  <a:cubicBezTo>
                    <a:pt x="12" y="31"/>
                    <a:pt x="12" y="30"/>
                    <a:pt x="11" y="30"/>
                  </a:cubicBezTo>
                  <a:cubicBezTo>
                    <a:pt x="10" y="29"/>
                    <a:pt x="11" y="28"/>
                    <a:pt x="10" y="27"/>
                  </a:cubicBezTo>
                  <a:cubicBezTo>
                    <a:pt x="10" y="26"/>
                    <a:pt x="9" y="25"/>
                    <a:pt x="9" y="25"/>
                  </a:cubicBezTo>
                  <a:cubicBezTo>
                    <a:pt x="8" y="24"/>
                    <a:pt x="9" y="23"/>
                    <a:pt x="8" y="23"/>
                  </a:cubicBezTo>
                  <a:cubicBezTo>
                    <a:pt x="8" y="23"/>
                    <a:pt x="4" y="24"/>
                    <a:pt x="3" y="23"/>
                  </a:cubicBezTo>
                  <a:cubicBezTo>
                    <a:pt x="2" y="23"/>
                    <a:pt x="0" y="21"/>
                    <a:pt x="2" y="19"/>
                  </a:cubicBezTo>
                  <a:cubicBezTo>
                    <a:pt x="2" y="19"/>
                    <a:pt x="3" y="19"/>
                    <a:pt x="3" y="18"/>
                  </a:cubicBezTo>
                  <a:cubicBezTo>
                    <a:pt x="4" y="18"/>
                    <a:pt x="3" y="17"/>
                    <a:pt x="4" y="16"/>
                  </a:cubicBezTo>
                  <a:cubicBezTo>
                    <a:pt x="4" y="16"/>
                    <a:pt x="6" y="17"/>
                    <a:pt x="6" y="17"/>
                  </a:cubicBezTo>
                  <a:cubicBezTo>
                    <a:pt x="8" y="17"/>
                    <a:pt x="12" y="16"/>
                    <a:pt x="13" y="15"/>
                  </a:cubicBezTo>
                  <a:cubicBezTo>
                    <a:pt x="13" y="14"/>
                    <a:pt x="14" y="12"/>
                    <a:pt x="14" y="11"/>
                  </a:cubicBezTo>
                  <a:cubicBezTo>
                    <a:pt x="14" y="10"/>
                    <a:pt x="15" y="10"/>
                    <a:pt x="16" y="9"/>
                  </a:cubicBezTo>
                  <a:cubicBezTo>
                    <a:pt x="16" y="9"/>
                    <a:pt x="16" y="9"/>
                    <a:pt x="15" y="8"/>
                  </a:cubicBezTo>
                  <a:cubicBezTo>
                    <a:pt x="14" y="8"/>
                    <a:pt x="13" y="8"/>
                    <a:pt x="11" y="7"/>
                  </a:cubicBezTo>
                  <a:cubicBezTo>
                    <a:pt x="11" y="7"/>
                    <a:pt x="11" y="7"/>
                    <a:pt x="10" y="6"/>
                  </a:cubicBezTo>
                  <a:cubicBezTo>
                    <a:pt x="10" y="6"/>
                    <a:pt x="10" y="6"/>
                    <a:pt x="10" y="5"/>
                  </a:cubicBezTo>
                  <a:cubicBezTo>
                    <a:pt x="10" y="5"/>
                    <a:pt x="10" y="5"/>
                    <a:pt x="11" y="5"/>
                  </a:cubicBezTo>
                  <a:cubicBezTo>
                    <a:pt x="12" y="5"/>
                    <a:pt x="12" y="6"/>
                    <a:pt x="12" y="6"/>
                  </a:cubicBezTo>
                  <a:cubicBezTo>
                    <a:pt x="13" y="6"/>
                    <a:pt x="17" y="5"/>
                    <a:pt x="17" y="4"/>
                  </a:cubicBezTo>
                  <a:cubicBezTo>
                    <a:pt x="18" y="3"/>
                    <a:pt x="18" y="1"/>
                    <a:pt x="20" y="0"/>
                  </a:cubicBezTo>
                  <a:cubicBezTo>
                    <a:pt x="21" y="0"/>
                    <a:pt x="22" y="0"/>
                    <a:pt x="23" y="1"/>
                  </a:cubicBezTo>
                  <a:cubicBezTo>
                    <a:pt x="23" y="1"/>
                    <a:pt x="23" y="1"/>
                    <a:pt x="23" y="1"/>
                  </a:cubicBezTo>
                  <a:cubicBezTo>
                    <a:pt x="22" y="3"/>
                    <a:pt x="21" y="3"/>
                    <a:pt x="20" y="5"/>
                  </a:cubicBezTo>
                  <a:cubicBezTo>
                    <a:pt x="18" y="6"/>
                    <a:pt x="18" y="9"/>
                    <a:pt x="17" y="11"/>
                  </a:cubicBezTo>
                  <a:cubicBezTo>
                    <a:pt x="17" y="11"/>
                    <a:pt x="16" y="12"/>
                    <a:pt x="16" y="13"/>
                  </a:cubicBezTo>
                  <a:cubicBezTo>
                    <a:pt x="18" y="13"/>
                    <a:pt x="18" y="11"/>
                    <a:pt x="19" y="11"/>
                  </a:cubicBezTo>
                  <a:cubicBezTo>
                    <a:pt x="20" y="11"/>
                    <a:pt x="22" y="11"/>
                    <a:pt x="22" y="10"/>
                  </a:cubicBezTo>
                  <a:cubicBezTo>
                    <a:pt x="23" y="9"/>
                    <a:pt x="22" y="8"/>
                    <a:pt x="23" y="7"/>
                  </a:cubicBezTo>
                  <a:cubicBezTo>
                    <a:pt x="24" y="6"/>
                    <a:pt x="24" y="4"/>
                    <a:pt x="25" y="3"/>
                  </a:cubicBezTo>
                  <a:cubicBezTo>
                    <a:pt x="26" y="2"/>
                    <a:pt x="25" y="1"/>
                    <a:pt x="2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53" name="Freeform 50"/>
            <p:cNvSpPr>
              <a:spLocks noEditPoints="1"/>
            </p:cNvSpPr>
            <p:nvPr/>
          </p:nvSpPr>
          <p:spPr bwMode="auto">
            <a:xfrm>
              <a:off x="8756713" y="4715179"/>
              <a:ext cx="52388" cy="44450"/>
            </a:xfrm>
            <a:custGeom>
              <a:avLst/>
              <a:gdLst>
                <a:gd name="T0" fmla="*/ 15 w 35"/>
                <a:gd name="T1" fmla="*/ 20 h 30"/>
                <a:gd name="T2" fmla="*/ 16 w 35"/>
                <a:gd name="T3" fmla="*/ 24 h 30"/>
                <a:gd name="T4" fmla="*/ 18 w 35"/>
                <a:gd name="T5" fmla="*/ 23 h 30"/>
                <a:gd name="T6" fmla="*/ 20 w 35"/>
                <a:gd name="T7" fmla="*/ 24 h 30"/>
                <a:gd name="T8" fmla="*/ 20 w 35"/>
                <a:gd name="T9" fmla="*/ 24 h 30"/>
                <a:gd name="T10" fmla="*/ 21 w 35"/>
                <a:gd name="T11" fmla="*/ 22 h 30"/>
                <a:gd name="T12" fmla="*/ 16 w 35"/>
                <a:gd name="T13" fmla="*/ 20 h 30"/>
                <a:gd name="T14" fmla="*/ 15 w 35"/>
                <a:gd name="T15" fmla="*/ 20 h 30"/>
                <a:gd name="T16" fmla="*/ 14 w 35"/>
                <a:gd name="T17" fmla="*/ 7 h 30"/>
                <a:gd name="T18" fmla="*/ 16 w 35"/>
                <a:gd name="T19" fmla="*/ 13 h 30"/>
                <a:gd name="T20" fmla="*/ 18 w 35"/>
                <a:gd name="T21" fmla="*/ 13 h 30"/>
                <a:gd name="T22" fmla="*/ 18 w 35"/>
                <a:gd name="T23" fmla="*/ 13 h 30"/>
                <a:gd name="T24" fmla="*/ 14 w 35"/>
                <a:gd name="T25" fmla="*/ 6 h 30"/>
                <a:gd name="T26" fmla="*/ 14 w 35"/>
                <a:gd name="T27" fmla="*/ 6 h 30"/>
                <a:gd name="T28" fmla="*/ 14 w 35"/>
                <a:gd name="T29" fmla="*/ 7 h 30"/>
                <a:gd name="T30" fmla="*/ 0 w 35"/>
                <a:gd name="T31" fmla="*/ 14 h 30"/>
                <a:gd name="T32" fmla="*/ 6 w 35"/>
                <a:gd name="T33" fmla="*/ 9 h 30"/>
                <a:gd name="T34" fmla="*/ 11 w 35"/>
                <a:gd name="T35" fmla="*/ 10 h 30"/>
                <a:gd name="T36" fmla="*/ 12 w 35"/>
                <a:gd name="T37" fmla="*/ 3 h 30"/>
                <a:gd name="T38" fmla="*/ 15 w 35"/>
                <a:gd name="T39" fmla="*/ 0 h 30"/>
                <a:gd name="T40" fmla="*/ 18 w 35"/>
                <a:gd name="T41" fmla="*/ 6 h 30"/>
                <a:gd name="T42" fmla="*/ 20 w 35"/>
                <a:gd name="T43" fmla="*/ 10 h 30"/>
                <a:gd name="T44" fmla="*/ 20 w 35"/>
                <a:gd name="T45" fmla="*/ 9 h 30"/>
                <a:gd name="T46" fmla="*/ 22 w 35"/>
                <a:gd name="T47" fmla="*/ 5 h 30"/>
                <a:gd name="T48" fmla="*/ 24 w 35"/>
                <a:gd name="T49" fmla="*/ 5 h 30"/>
                <a:gd name="T50" fmla="*/ 24 w 35"/>
                <a:gd name="T51" fmla="*/ 9 h 30"/>
                <a:gd name="T52" fmla="*/ 25 w 35"/>
                <a:gd name="T53" fmla="*/ 14 h 30"/>
                <a:gd name="T54" fmla="*/ 25 w 35"/>
                <a:gd name="T55" fmla="*/ 16 h 30"/>
                <a:gd name="T56" fmla="*/ 30 w 35"/>
                <a:gd name="T57" fmla="*/ 18 h 30"/>
                <a:gd name="T58" fmla="*/ 31 w 35"/>
                <a:gd name="T59" fmla="*/ 20 h 30"/>
                <a:gd name="T60" fmla="*/ 34 w 35"/>
                <a:gd name="T61" fmla="*/ 22 h 30"/>
                <a:gd name="T62" fmla="*/ 35 w 35"/>
                <a:gd name="T63" fmla="*/ 23 h 30"/>
                <a:gd name="T64" fmla="*/ 35 w 35"/>
                <a:gd name="T65" fmla="*/ 23 h 30"/>
                <a:gd name="T66" fmla="*/ 29 w 35"/>
                <a:gd name="T67" fmla="*/ 23 h 30"/>
                <a:gd name="T68" fmla="*/ 26 w 35"/>
                <a:gd name="T69" fmla="*/ 23 h 30"/>
                <a:gd name="T70" fmla="*/ 25 w 35"/>
                <a:gd name="T71" fmla="*/ 24 h 30"/>
                <a:gd name="T72" fmla="*/ 21 w 35"/>
                <a:gd name="T73" fmla="*/ 26 h 30"/>
                <a:gd name="T74" fmla="*/ 21 w 35"/>
                <a:gd name="T75" fmla="*/ 28 h 30"/>
                <a:gd name="T76" fmla="*/ 19 w 35"/>
                <a:gd name="T77" fmla="*/ 28 h 30"/>
                <a:gd name="T78" fmla="*/ 17 w 35"/>
                <a:gd name="T79" fmla="*/ 30 h 30"/>
                <a:gd name="T80" fmla="*/ 14 w 35"/>
                <a:gd name="T81" fmla="*/ 30 h 30"/>
                <a:gd name="T82" fmla="*/ 14 w 35"/>
                <a:gd name="T83" fmla="*/ 30 h 30"/>
                <a:gd name="T84" fmla="*/ 9 w 35"/>
                <a:gd name="T85" fmla="*/ 28 h 30"/>
                <a:gd name="T86" fmla="*/ 11 w 35"/>
                <a:gd name="T87" fmla="*/ 26 h 30"/>
                <a:gd name="T88" fmla="*/ 11 w 35"/>
                <a:gd name="T89" fmla="*/ 23 h 30"/>
                <a:gd name="T90" fmla="*/ 10 w 35"/>
                <a:gd name="T91" fmla="*/ 17 h 30"/>
                <a:gd name="T92" fmla="*/ 8 w 35"/>
                <a:gd name="T93" fmla="*/ 16 h 30"/>
                <a:gd name="T94" fmla="*/ 6 w 35"/>
                <a:gd name="T95" fmla="*/ 16 h 30"/>
                <a:gd name="T96" fmla="*/ 4 w 35"/>
                <a:gd name="T97" fmla="*/ 15 h 30"/>
                <a:gd name="T98" fmla="*/ 0 w 35"/>
                <a:gd name="T99" fmla="*/ 14 h 30"/>
                <a:gd name="T100" fmla="*/ 0 w 35"/>
                <a:gd name="T101" fmla="*/ 14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5" h="30">
                  <a:moveTo>
                    <a:pt x="15" y="20"/>
                  </a:moveTo>
                  <a:cubicBezTo>
                    <a:pt x="15" y="22"/>
                    <a:pt x="16" y="22"/>
                    <a:pt x="16" y="24"/>
                  </a:cubicBezTo>
                  <a:cubicBezTo>
                    <a:pt x="18" y="24"/>
                    <a:pt x="18" y="23"/>
                    <a:pt x="18" y="23"/>
                  </a:cubicBezTo>
                  <a:cubicBezTo>
                    <a:pt x="19" y="23"/>
                    <a:pt x="20" y="24"/>
                    <a:pt x="20" y="24"/>
                  </a:cubicBezTo>
                  <a:cubicBezTo>
                    <a:pt x="20" y="24"/>
                    <a:pt x="20" y="24"/>
                    <a:pt x="20" y="24"/>
                  </a:cubicBezTo>
                  <a:cubicBezTo>
                    <a:pt x="20" y="24"/>
                    <a:pt x="21" y="23"/>
                    <a:pt x="21" y="22"/>
                  </a:cubicBezTo>
                  <a:cubicBezTo>
                    <a:pt x="20" y="21"/>
                    <a:pt x="18" y="20"/>
                    <a:pt x="16" y="20"/>
                  </a:cubicBezTo>
                  <a:cubicBezTo>
                    <a:pt x="15" y="20"/>
                    <a:pt x="15" y="20"/>
                    <a:pt x="15" y="20"/>
                  </a:cubicBezTo>
                  <a:close/>
                  <a:moveTo>
                    <a:pt x="14" y="7"/>
                  </a:moveTo>
                  <a:cubicBezTo>
                    <a:pt x="14" y="10"/>
                    <a:pt x="12" y="12"/>
                    <a:pt x="16" y="13"/>
                  </a:cubicBezTo>
                  <a:cubicBezTo>
                    <a:pt x="17" y="13"/>
                    <a:pt x="17" y="13"/>
                    <a:pt x="18" y="13"/>
                  </a:cubicBezTo>
                  <a:cubicBezTo>
                    <a:pt x="18" y="13"/>
                    <a:pt x="18" y="13"/>
                    <a:pt x="18" y="13"/>
                  </a:cubicBezTo>
                  <a:cubicBezTo>
                    <a:pt x="16" y="11"/>
                    <a:pt x="16" y="8"/>
                    <a:pt x="14" y="6"/>
                  </a:cubicBezTo>
                  <a:cubicBezTo>
                    <a:pt x="14" y="6"/>
                    <a:pt x="14" y="6"/>
                    <a:pt x="14" y="6"/>
                  </a:cubicBezTo>
                  <a:cubicBezTo>
                    <a:pt x="14" y="6"/>
                    <a:pt x="14" y="6"/>
                    <a:pt x="14" y="7"/>
                  </a:cubicBezTo>
                  <a:close/>
                  <a:moveTo>
                    <a:pt x="0" y="14"/>
                  </a:moveTo>
                  <a:cubicBezTo>
                    <a:pt x="1" y="13"/>
                    <a:pt x="5" y="9"/>
                    <a:pt x="6" y="9"/>
                  </a:cubicBezTo>
                  <a:cubicBezTo>
                    <a:pt x="8" y="9"/>
                    <a:pt x="9" y="10"/>
                    <a:pt x="11" y="10"/>
                  </a:cubicBezTo>
                  <a:cubicBezTo>
                    <a:pt x="12" y="8"/>
                    <a:pt x="12" y="6"/>
                    <a:pt x="12" y="3"/>
                  </a:cubicBezTo>
                  <a:cubicBezTo>
                    <a:pt x="12" y="2"/>
                    <a:pt x="14" y="0"/>
                    <a:pt x="15" y="0"/>
                  </a:cubicBezTo>
                  <a:cubicBezTo>
                    <a:pt x="16" y="2"/>
                    <a:pt x="17" y="4"/>
                    <a:pt x="18" y="6"/>
                  </a:cubicBezTo>
                  <a:cubicBezTo>
                    <a:pt x="18" y="7"/>
                    <a:pt x="18" y="9"/>
                    <a:pt x="20" y="10"/>
                  </a:cubicBezTo>
                  <a:cubicBezTo>
                    <a:pt x="20" y="10"/>
                    <a:pt x="20" y="10"/>
                    <a:pt x="20" y="9"/>
                  </a:cubicBezTo>
                  <a:cubicBezTo>
                    <a:pt x="21" y="9"/>
                    <a:pt x="21" y="6"/>
                    <a:pt x="22" y="5"/>
                  </a:cubicBezTo>
                  <a:cubicBezTo>
                    <a:pt x="22" y="5"/>
                    <a:pt x="23" y="5"/>
                    <a:pt x="24" y="5"/>
                  </a:cubicBezTo>
                  <a:cubicBezTo>
                    <a:pt x="25" y="6"/>
                    <a:pt x="24" y="8"/>
                    <a:pt x="24" y="9"/>
                  </a:cubicBezTo>
                  <a:cubicBezTo>
                    <a:pt x="24" y="11"/>
                    <a:pt x="25" y="12"/>
                    <a:pt x="25" y="14"/>
                  </a:cubicBezTo>
                  <a:cubicBezTo>
                    <a:pt x="26" y="15"/>
                    <a:pt x="25" y="15"/>
                    <a:pt x="25" y="16"/>
                  </a:cubicBezTo>
                  <a:cubicBezTo>
                    <a:pt x="26" y="18"/>
                    <a:pt x="29" y="17"/>
                    <a:pt x="30" y="18"/>
                  </a:cubicBezTo>
                  <a:cubicBezTo>
                    <a:pt x="31" y="19"/>
                    <a:pt x="31" y="20"/>
                    <a:pt x="31" y="20"/>
                  </a:cubicBezTo>
                  <a:cubicBezTo>
                    <a:pt x="32" y="21"/>
                    <a:pt x="33" y="21"/>
                    <a:pt x="34" y="22"/>
                  </a:cubicBezTo>
                  <a:cubicBezTo>
                    <a:pt x="34" y="22"/>
                    <a:pt x="35" y="22"/>
                    <a:pt x="35" y="23"/>
                  </a:cubicBezTo>
                  <a:cubicBezTo>
                    <a:pt x="35" y="23"/>
                    <a:pt x="35" y="23"/>
                    <a:pt x="35" y="23"/>
                  </a:cubicBezTo>
                  <a:cubicBezTo>
                    <a:pt x="33" y="22"/>
                    <a:pt x="31" y="23"/>
                    <a:pt x="29" y="23"/>
                  </a:cubicBezTo>
                  <a:cubicBezTo>
                    <a:pt x="28" y="23"/>
                    <a:pt x="27" y="22"/>
                    <a:pt x="26" y="23"/>
                  </a:cubicBezTo>
                  <a:cubicBezTo>
                    <a:pt x="26" y="23"/>
                    <a:pt x="25" y="24"/>
                    <a:pt x="25" y="24"/>
                  </a:cubicBezTo>
                  <a:cubicBezTo>
                    <a:pt x="24" y="25"/>
                    <a:pt x="22" y="24"/>
                    <a:pt x="21" y="26"/>
                  </a:cubicBezTo>
                  <a:cubicBezTo>
                    <a:pt x="21" y="26"/>
                    <a:pt x="21" y="27"/>
                    <a:pt x="21" y="28"/>
                  </a:cubicBezTo>
                  <a:cubicBezTo>
                    <a:pt x="20" y="28"/>
                    <a:pt x="20" y="28"/>
                    <a:pt x="19" y="28"/>
                  </a:cubicBezTo>
                  <a:cubicBezTo>
                    <a:pt x="18" y="28"/>
                    <a:pt x="18" y="29"/>
                    <a:pt x="17" y="30"/>
                  </a:cubicBezTo>
                  <a:cubicBezTo>
                    <a:pt x="16" y="30"/>
                    <a:pt x="15" y="28"/>
                    <a:pt x="14" y="30"/>
                  </a:cubicBezTo>
                  <a:cubicBezTo>
                    <a:pt x="14" y="30"/>
                    <a:pt x="14" y="30"/>
                    <a:pt x="14" y="30"/>
                  </a:cubicBezTo>
                  <a:cubicBezTo>
                    <a:pt x="13" y="28"/>
                    <a:pt x="11" y="28"/>
                    <a:pt x="9" y="28"/>
                  </a:cubicBezTo>
                  <a:cubicBezTo>
                    <a:pt x="10" y="26"/>
                    <a:pt x="11" y="26"/>
                    <a:pt x="11" y="26"/>
                  </a:cubicBezTo>
                  <a:cubicBezTo>
                    <a:pt x="12" y="25"/>
                    <a:pt x="11" y="24"/>
                    <a:pt x="11" y="23"/>
                  </a:cubicBezTo>
                  <a:cubicBezTo>
                    <a:pt x="10" y="21"/>
                    <a:pt x="10" y="19"/>
                    <a:pt x="10" y="17"/>
                  </a:cubicBezTo>
                  <a:cubicBezTo>
                    <a:pt x="9" y="17"/>
                    <a:pt x="9" y="17"/>
                    <a:pt x="8" y="16"/>
                  </a:cubicBezTo>
                  <a:cubicBezTo>
                    <a:pt x="7" y="16"/>
                    <a:pt x="6" y="16"/>
                    <a:pt x="6" y="16"/>
                  </a:cubicBezTo>
                  <a:cubicBezTo>
                    <a:pt x="5" y="16"/>
                    <a:pt x="4" y="15"/>
                    <a:pt x="4" y="15"/>
                  </a:cubicBezTo>
                  <a:cubicBezTo>
                    <a:pt x="2" y="14"/>
                    <a:pt x="1" y="15"/>
                    <a:pt x="0" y="14"/>
                  </a:cubicBezTo>
                  <a:cubicBezTo>
                    <a:pt x="0" y="14"/>
                    <a:pt x="0" y="14"/>
                    <a:pt x="0"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54" name="Freeform 51"/>
            <p:cNvSpPr>
              <a:spLocks noEditPoints="1"/>
            </p:cNvSpPr>
            <p:nvPr/>
          </p:nvSpPr>
          <p:spPr bwMode="auto">
            <a:xfrm>
              <a:off x="8791638" y="4653266"/>
              <a:ext cx="50800" cy="55563"/>
            </a:xfrm>
            <a:custGeom>
              <a:avLst/>
              <a:gdLst>
                <a:gd name="T0" fmla="*/ 20 w 34"/>
                <a:gd name="T1" fmla="*/ 18 h 37"/>
                <a:gd name="T2" fmla="*/ 22 w 34"/>
                <a:gd name="T3" fmla="*/ 19 h 37"/>
                <a:gd name="T4" fmla="*/ 20 w 34"/>
                <a:gd name="T5" fmla="*/ 17 h 37"/>
                <a:gd name="T6" fmla="*/ 14 w 34"/>
                <a:gd name="T7" fmla="*/ 22 h 37"/>
                <a:gd name="T8" fmla="*/ 14 w 34"/>
                <a:gd name="T9" fmla="*/ 24 h 37"/>
                <a:gd name="T10" fmla="*/ 15 w 34"/>
                <a:gd name="T11" fmla="*/ 22 h 37"/>
                <a:gd name="T12" fmla="*/ 14 w 34"/>
                <a:gd name="T13" fmla="*/ 22 h 37"/>
                <a:gd name="T14" fmla="*/ 16 w 34"/>
                <a:gd name="T15" fmla="*/ 20 h 37"/>
                <a:gd name="T16" fmla="*/ 16 w 34"/>
                <a:gd name="T17" fmla="*/ 20 h 37"/>
                <a:gd name="T18" fmla="*/ 16 w 34"/>
                <a:gd name="T19" fmla="*/ 19 h 37"/>
                <a:gd name="T20" fmla="*/ 10 w 34"/>
                <a:gd name="T21" fmla="*/ 5 h 37"/>
                <a:gd name="T22" fmla="*/ 6 w 34"/>
                <a:gd name="T23" fmla="*/ 17 h 37"/>
                <a:gd name="T24" fmla="*/ 8 w 34"/>
                <a:gd name="T25" fmla="*/ 20 h 37"/>
                <a:gd name="T26" fmla="*/ 15 w 34"/>
                <a:gd name="T27" fmla="*/ 16 h 37"/>
                <a:gd name="T28" fmla="*/ 20 w 34"/>
                <a:gd name="T29" fmla="*/ 14 h 37"/>
                <a:gd name="T30" fmla="*/ 25 w 34"/>
                <a:gd name="T31" fmla="*/ 15 h 37"/>
                <a:gd name="T32" fmla="*/ 23 w 34"/>
                <a:gd name="T33" fmla="*/ 27 h 37"/>
                <a:gd name="T34" fmla="*/ 18 w 34"/>
                <a:gd name="T35" fmla="*/ 27 h 37"/>
                <a:gd name="T36" fmla="*/ 17 w 34"/>
                <a:gd name="T37" fmla="*/ 24 h 37"/>
                <a:gd name="T38" fmla="*/ 13 w 34"/>
                <a:gd name="T39" fmla="*/ 25 h 37"/>
                <a:gd name="T40" fmla="*/ 12 w 34"/>
                <a:gd name="T41" fmla="*/ 17 h 37"/>
                <a:gd name="T42" fmla="*/ 10 w 34"/>
                <a:gd name="T43" fmla="*/ 22 h 37"/>
                <a:gd name="T44" fmla="*/ 17 w 34"/>
                <a:gd name="T45" fmla="*/ 32 h 37"/>
                <a:gd name="T46" fmla="*/ 20 w 34"/>
                <a:gd name="T47" fmla="*/ 33 h 37"/>
                <a:gd name="T48" fmla="*/ 24 w 34"/>
                <a:gd name="T49" fmla="*/ 29 h 37"/>
                <a:gd name="T50" fmla="*/ 23 w 34"/>
                <a:gd name="T51" fmla="*/ 28 h 37"/>
                <a:gd name="T52" fmla="*/ 26 w 34"/>
                <a:gd name="T53" fmla="*/ 25 h 37"/>
                <a:gd name="T54" fmla="*/ 21 w 34"/>
                <a:gd name="T55" fmla="*/ 10 h 37"/>
                <a:gd name="T56" fmla="*/ 17 w 34"/>
                <a:gd name="T57" fmla="*/ 6 h 37"/>
                <a:gd name="T58" fmla="*/ 10 w 34"/>
                <a:gd name="T59" fmla="*/ 5 h 37"/>
                <a:gd name="T60" fmla="*/ 12 w 34"/>
                <a:gd name="T61" fmla="*/ 1 h 37"/>
                <a:gd name="T62" fmla="*/ 27 w 34"/>
                <a:gd name="T63" fmla="*/ 12 h 37"/>
                <a:gd name="T64" fmla="*/ 31 w 34"/>
                <a:gd name="T65" fmla="*/ 27 h 37"/>
                <a:gd name="T66" fmla="*/ 26 w 34"/>
                <a:gd name="T67" fmla="*/ 30 h 37"/>
                <a:gd name="T68" fmla="*/ 20 w 34"/>
                <a:gd name="T69" fmla="*/ 35 h 37"/>
                <a:gd name="T70" fmla="*/ 19 w 34"/>
                <a:gd name="T71" fmla="*/ 37 h 37"/>
                <a:gd name="T72" fmla="*/ 14 w 34"/>
                <a:gd name="T73" fmla="*/ 35 h 37"/>
                <a:gd name="T74" fmla="*/ 8 w 34"/>
                <a:gd name="T75" fmla="*/ 27 h 37"/>
                <a:gd name="T76" fmla="*/ 3 w 34"/>
                <a:gd name="T77" fmla="*/ 23 h 37"/>
                <a:gd name="T78" fmla="*/ 4 w 34"/>
                <a:gd name="T79" fmla="*/ 8 h 37"/>
                <a:gd name="T80" fmla="*/ 5 w 34"/>
                <a:gd name="T81" fmla="*/ 5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4" h="37">
                  <a:moveTo>
                    <a:pt x="20" y="17"/>
                  </a:moveTo>
                  <a:cubicBezTo>
                    <a:pt x="20" y="17"/>
                    <a:pt x="20" y="18"/>
                    <a:pt x="20" y="18"/>
                  </a:cubicBezTo>
                  <a:cubicBezTo>
                    <a:pt x="20" y="18"/>
                    <a:pt x="21" y="19"/>
                    <a:pt x="22" y="19"/>
                  </a:cubicBezTo>
                  <a:cubicBezTo>
                    <a:pt x="22" y="19"/>
                    <a:pt x="22" y="19"/>
                    <a:pt x="22" y="19"/>
                  </a:cubicBezTo>
                  <a:cubicBezTo>
                    <a:pt x="22" y="18"/>
                    <a:pt x="22" y="18"/>
                    <a:pt x="22" y="18"/>
                  </a:cubicBezTo>
                  <a:cubicBezTo>
                    <a:pt x="21" y="17"/>
                    <a:pt x="21" y="17"/>
                    <a:pt x="20" y="17"/>
                  </a:cubicBezTo>
                  <a:cubicBezTo>
                    <a:pt x="20" y="17"/>
                    <a:pt x="20" y="17"/>
                    <a:pt x="20" y="17"/>
                  </a:cubicBezTo>
                  <a:close/>
                  <a:moveTo>
                    <a:pt x="14" y="22"/>
                  </a:moveTo>
                  <a:cubicBezTo>
                    <a:pt x="14" y="23"/>
                    <a:pt x="14" y="23"/>
                    <a:pt x="14" y="24"/>
                  </a:cubicBezTo>
                  <a:cubicBezTo>
                    <a:pt x="14" y="24"/>
                    <a:pt x="14" y="24"/>
                    <a:pt x="14" y="24"/>
                  </a:cubicBezTo>
                  <a:cubicBezTo>
                    <a:pt x="14" y="24"/>
                    <a:pt x="14" y="24"/>
                    <a:pt x="14" y="24"/>
                  </a:cubicBezTo>
                  <a:cubicBezTo>
                    <a:pt x="15" y="23"/>
                    <a:pt x="14" y="23"/>
                    <a:pt x="15" y="22"/>
                  </a:cubicBezTo>
                  <a:cubicBezTo>
                    <a:pt x="15" y="22"/>
                    <a:pt x="14" y="22"/>
                    <a:pt x="14" y="22"/>
                  </a:cubicBezTo>
                  <a:cubicBezTo>
                    <a:pt x="14" y="22"/>
                    <a:pt x="14" y="22"/>
                    <a:pt x="14" y="22"/>
                  </a:cubicBezTo>
                  <a:close/>
                  <a:moveTo>
                    <a:pt x="16" y="19"/>
                  </a:moveTo>
                  <a:cubicBezTo>
                    <a:pt x="16" y="19"/>
                    <a:pt x="16" y="19"/>
                    <a:pt x="16" y="20"/>
                  </a:cubicBezTo>
                  <a:cubicBezTo>
                    <a:pt x="16" y="20"/>
                    <a:pt x="16" y="20"/>
                    <a:pt x="16" y="20"/>
                  </a:cubicBezTo>
                  <a:cubicBezTo>
                    <a:pt x="16" y="20"/>
                    <a:pt x="16" y="20"/>
                    <a:pt x="16" y="20"/>
                  </a:cubicBezTo>
                  <a:cubicBezTo>
                    <a:pt x="16" y="19"/>
                    <a:pt x="16" y="19"/>
                    <a:pt x="16" y="19"/>
                  </a:cubicBezTo>
                  <a:cubicBezTo>
                    <a:pt x="16" y="19"/>
                    <a:pt x="16" y="19"/>
                    <a:pt x="16" y="19"/>
                  </a:cubicBezTo>
                  <a:cubicBezTo>
                    <a:pt x="16" y="19"/>
                    <a:pt x="16" y="19"/>
                    <a:pt x="16" y="19"/>
                  </a:cubicBezTo>
                  <a:close/>
                  <a:moveTo>
                    <a:pt x="10" y="5"/>
                  </a:moveTo>
                  <a:cubicBezTo>
                    <a:pt x="9" y="6"/>
                    <a:pt x="8" y="7"/>
                    <a:pt x="7" y="8"/>
                  </a:cubicBezTo>
                  <a:cubicBezTo>
                    <a:pt x="5" y="11"/>
                    <a:pt x="6" y="14"/>
                    <a:pt x="6" y="17"/>
                  </a:cubicBezTo>
                  <a:cubicBezTo>
                    <a:pt x="6" y="18"/>
                    <a:pt x="7" y="20"/>
                    <a:pt x="8" y="20"/>
                  </a:cubicBezTo>
                  <a:cubicBezTo>
                    <a:pt x="8" y="20"/>
                    <a:pt x="8" y="20"/>
                    <a:pt x="8" y="20"/>
                  </a:cubicBezTo>
                  <a:cubicBezTo>
                    <a:pt x="9" y="19"/>
                    <a:pt x="8" y="12"/>
                    <a:pt x="12" y="12"/>
                  </a:cubicBezTo>
                  <a:cubicBezTo>
                    <a:pt x="13" y="12"/>
                    <a:pt x="14" y="15"/>
                    <a:pt x="15" y="16"/>
                  </a:cubicBezTo>
                  <a:cubicBezTo>
                    <a:pt x="16" y="16"/>
                    <a:pt x="18" y="16"/>
                    <a:pt x="19" y="15"/>
                  </a:cubicBezTo>
                  <a:cubicBezTo>
                    <a:pt x="19" y="15"/>
                    <a:pt x="19" y="15"/>
                    <a:pt x="20" y="14"/>
                  </a:cubicBezTo>
                  <a:cubicBezTo>
                    <a:pt x="21" y="14"/>
                    <a:pt x="22" y="13"/>
                    <a:pt x="24" y="13"/>
                  </a:cubicBezTo>
                  <a:cubicBezTo>
                    <a:pt x="24" y="14"/>
                    <a:pt x="24" y="14"/>
                    <a:pt x="25" y="15"/>
                  </a:cubicBezTo>
                  <a:cubicBezTo>
                    <a:pt x="25" y="16"/>
                    <a:pt x="24" y="17"/>
                    <a:pt x="24" y="18"/>
                  </a:cubicBezTo>
                  <a:cubicBezTo>
                    <a:pt x="24" y="21"/>
                    <a:pt x="24" y="24"/>
                    <a:pt x="23" y="27"/>
                  </a:cubicBezTo>
                  <a:cubicBezTo>
                    <a:pt x="22" y="27"/>
                    <a:pt x="22" y="28"/>
                    <a:pt x="21" y="29"/>
                  </a:cubicBezTo>
                  <a:cubicBezTo>
                    <a:pt x="20" y="28"/>
                    <a:pt x="19" y="28"/>
                    <a:pt x="18" y="27"/>
                  </a:cubicBezTo>
                  <a:cubicBezTo>
                    <a:pt x="18" y="26"/>
                    <a:pt x="18" y="25"/>
                    <a:pt x="18" y="25"/>
                  </a:cubicBezTo>
                  <a:cubicBezTo>
                    <a:pt x="18" y="25"/>
                    <a:pt x="17" y="25"/>
                    <a:pt x="17" y="24"/>
                  </a:cubicBezTo>
                  <a:cubicBezTo>
                    <a:pt x="17" y="24"/>
                    <a:pt x="17" y="25"/>
                    <a:pt x="16" y="25"/>
                  </a:cubicBezTo>
                  <a:cubicBezTo>
                    <a:pt x="15" y="25"/>
                    <a:pt x="14" y="26"/>
                    <a:pt x="13" y="25"/>
                  </a:cubicBezTo>
                  <a:cubicBezTo>
                    <a:pt x="13" y="25"/>
                    <a:pt x="12" y="24"/>
                    <a:pt x="12" y="24"/>
                  </a:cubicBezTo>
                  <a:cubicBezTo>
                    <a:pt x="12" y="23"/>
                    <a:pt x="15" y="17"/>
                    <a:pt x="12" y="17"/>
                  </a:cubicBezTo>
                  <a:cubicBezTo>
                    <a:pt x="12" y="17"/>
                    <a:pt x="12" y="17"/>
                    <a:pt x="12" y="17"/>
                  </a:cubicBezTo>
                  <a:cubicBezTo>
                    <a:pt x="12" y="18"/>
                    <a:pt x="10" y="21"/>
                    <a:pt x="10" y="22"/>
                  </a:cubicBezTo>
                  <a:cubicBezTo>
                    <a:pt x="10" y="23"/>
                    <a:pt x="11" y="23"/>
                    <a:pt x="11" y="25"/>
                  </a:cubicBezTo>
                  <a:cubicBezTo>
                    <a:pt x="12" y="27"/>
                    <a:pt x="15" y="30"/>
                    <a:pt x="17" y="32"/>
                  </a:cubicBezTo>
                  <a:cubicBezTo>
                    <a:pt x="18" y="33"/>
                    <a:pt x="18" y="33"/>
                    <a:pt x="18" y="33"/>
                  </a:cubicBezTo>
                  <a:cubicBezTo>
                    <a:pt x="19" y="33"/>
                    <a:pt x="20" y="33"/>
                    <a:pt x="20" y="33"/>
                  </a:cubicBezTo>
                  <a:cubicBezTo>
                    <a:pt x="21" y="33"/>
                    <a:pt x="23" y="29"/>
                    <a:pt x="24" y="29"/>
                  </a:cubicBezTo>
                  <a:cubicBezTo>
                    <a:pt x="24" y="29"/>
                    <a:pt x="24" y="29"/>
                    <a:pt x="24" y="29"/>
                  </a:cubicBezTo>
                  <a:cubicBezTo>
                    <a:pt x="24" y="29"/>
                    <a:pt x="24" y="29"/>
                    <a:pt x="23" y="28"/>
                  </a:cubicBezTo>
                  <a:cubicBezTo>
                    <a:pt x="23" y="28"/>
                    <a:pt x="23" y="28"/>
                    <a:pt x="23" y="28"/>
                  </a:cubicBezTo>
                  <a:cubicBezTo>
                    <a:pt x="24" y="27"/>
                    <a:pt x="25" y="28"/>
                    <a:pt x="26" y="27"/>
                  </a:cubicBezTo>
                  <a:cubicBezTo>
                    <a:pt x="26" y="26"/>
                    <a:pt x="26" y="25"/>
                    <a:pt x="26" y="25"/>
                  </a:cubicBezTo>
                  <a:cubicBezTo>
                    <a:pt x="27" y="24"/>
                    <a:pt x="29" y="24"/>
                    <a:pt x="30" y="23"/>
                  </a:cubicBezTo>
                  <a:cubicBezTo>
                    <a:pt x="31" y="19"/>
                    <a:pt x="25" y="12"/>
                    <a:pt x="21" y="10"/>
                  </a:cubicBezTo>
                  <a:cubicBezTo>
                    <a:pt x="21" y="9"/>
                    <a:pt x="20" y="8"/>
                    <a:pt x="19" y="7"/>
                  </a:cubicBezTo>
                  <a:cubicBezTo>
                    <a:pt x="18" y="7"/>
                    <a:pt x="18" y="7"/>
                    <a:pt x="17" y="6"/>
                  </a:cubicBezTo>
                  <a:cubicBezTo>
                    <a:pt x="15" y="5"/>
                    <a:pt x="14" y="3"/>
                    <a:pt x="12" y="3"/>
                  </a:cubicBezTo>
                  <a:cubicBezTo>
                    <a:pt x="11" y="3"/>
                    <a:pt x="10" y="4"/>
                    <a:pt x="10" y="5"/>
                  </a:cubicBezTo>
                  <a:close/>
                  <a:moveTo>
                    <a:pt x="7" y="5"/>
                  </a:moveTo>
                  <a:cubicBezTo>
                    <a:pt x="9" y="3"/>
                    <a:pt x="10" y="1"/>
                    <a:pt x="12" y="1"/>
                  </a:cubicBezTo>
                  <a:cubicBezTo>
                    <a:pt x="16" y="0"/>
                    <a:pt x="20" y="5"/>
                    <a:pt x="24" y="9"/>
                  </a:cubicBezTo>
                  <a:cubicBezTo>
                    <a:pt x="25" y="10"/>
                    <a:pt x="26" y="11"/>
                    <a:pt x="27" y="12"/>
                  </a:cubicBezTo>
                  <a:cubicBezTo>
                    <a:pt x="29" y="15"/>
                    <a:pt x="33" y="17"/>
                    <a:pt x="34" y="20"/>
                  </a:cubicBezTo>
                  <a:cubicBezTo>
                    <a:pt x="34" y="21"/>
                    <a:pt x="33" y="27"/>
                    <a:pt x="31" y="27"/>
                  </a:cubicBezTo>
                  <a:cubicBezTo>
                    <a:pt x="30" y="28"/>
                    <a:pt x="27" y="27"/>
                    <a:pt x="26" y="29"/>
                  </a:cubicBezTo>
                  <a:cubicBezTo>
                    <a:pt x="26" y="29"/>
                    <a:pt x="26" y="30"/>
                    <a:pt x="26" y="30"/>
                  </a:cubicBezTo>
                  <a:cubicBezTo>
                    <a:pt x="26" y="31"/>
                    <a:pt x="23" y="34"/>
                    <a:pt x="22" y="35"/>
                  </a:cubicBezTo>
                  <a:cubicBezTo>
                    <a:pt x="21" y="35"/>
                    <a:pt x="20" y="35"/>
                    <a:pt x="20" y="35"/>
                  </a:cubicBezTo>
                  <a:cubicBezTo>
                    <a:pt x="19" y="36"/>
                    <a:pt x="20" y="37"/>
                    <a:pt x="19" y="37"/>
                  </a:cubicBezTo>
                  <a:cubicBezTo>
                    <a:pt x="19" y="37"/>
                    <a:pt x="19" y="37"/>
                    <a:pt x="19" y="37"/>
                  </a:cubicBezTo>
                  <a:cubicBezTo>
                    <a:pt x="18" y="37"/>
                    <a:pt x="17" y="37"/>
                    <a:pt x="16" y="37"/>
                  </a:cubicBezTo>
                  <a:cubicBezTo>
                    <a:pt x="16" y="37"/>
                    <a:pt x="14" y="35"/>
                    <a:pt x="14" y="35"/>
                  </a:cubicBezTo>
                  <a:cubicBezTo>
                    <a:pt x="14" y="33"/>
                    <a:pt x="12" y="31"/>
                    <a:pt x="11" y="29"/>
                  </a:cubicBezTo>
                  <a:cubicBezTo>
                    <a:pt x="10" y="28"/>
                    <a:pt x="8" y="27"/>
                    <a:pt x="8" y="27"/>
                  </a:cubicBezTo>
                  <a:cubicBezTo>
                    <a:pt x="7" y="26"/>
                    <a:pt x="6" y="25"/>
                    <a:pt x="5" y="25"/>
                  </a:cubicBezTo>
                  <a:cubicBezTo>
                    <a:pt x="5" y="24"/>
                    <a:pt x="4" y="23"/>
                    <a:pt x="3" y="23"/>
                  </a:cubicBezTo>
                  <a:cubicBezTo>
                    <a:pt x="0" y="18"/>
                    <a:pt x="1" y="17"/>
                    <a:pt x="2" y="12"/>
                  </a:cubicBezTo>
                  <a:cubicBezTo>
                    <a:pt x="2" y="11"/>
                    <a:pt x="3" y="9"/>
                    <a:pt x="4" y="8"/>
                  </a:cubicBezTo>
                  <a:cubicBezTo>
                    <a:pt x="4" y="8"/>
                    <a:pt x="4" y="8"/>
                    <a:pt x="4" y="8"/>
                  </a:cubicBezTo>
                  <a:cubicBezTo>
                    <a:pt x="4" y="7"/>
                    <a:pt x="5" y="6"/>
                    <a:pt x="5" y="5"/>
                  </a:cubicBezTo>
                  <a:cubicBezTo>
                    <a:pt x="6" y="5"/>
                    <a:pt x="7" y="5"/>
                    <a:pt x="7"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sp>
          <p:nvSpPr>
            <p:cNvPr id="55" name="Freeform 52"/>
            <p:cNvSpPr>
              <a:spLocks noEditPoints="1"/>
            </p:cNvSpPr>
            <p:nvPr/>
          </p:nvSpPr>
          <p:spPr bwMode="auto">
            <a:xfrm>
              <a:off x="8847200" y="4611991"/>
              <a:ext cx="46038" cy="58738"/>
            </a:xfrm>
            <a:custGeom>
              <a:avLst/>
              <a:gdLst>
                <a:gd name="T0" fmla="*/ 8 w 31"/>
                <a:gd name="T1" fmla="*/ 31 h 39"/>
                <a:gd name="T2" fmla="*/ 9 w 31"/>
                <a:gd name="T3" fmla="*/ 30 h 39"/>
                <a:gd name="T4" fmla="*/ 8 w 31"/>
                <a:gd name="T5" fmla="*/ 26 h 39"/>
                <a:gd name="T6" fmla="*/ 18 w 31"/>
                <a:gd name="T7" fmla="*/ 18 h 39"/>
                <a:gd name="T8" fmla="*/ 18 w 31"/>
                <a:gd name="T9" fmla="*/ 21 h 39"/>
                <a:gd name="T10" fmla="*/ 19 w 31"/>
                <a:gd name="T11" fmla="*/ 18 h 39"/>
                <a:gd name="T12" fmla="*/ 7 w 31"/>
                <a:gd name="T13" fmla="*/ 22 h 39"/>
                <a:gd name="T14" fmla="*/ 6 w 31"/>
                <a:gd name="T15" fmla="*/ 23 h 39"/>
                <a:gd name="T16" fmla="*/ 7 w 31"/>
                <a:gd name="T17" fmla="*/ 22 h 39"/>
                <a:gd name="T18" fmla="*/ 7 w 31"/>
                <a:gd name="T19" fmla="*/ 22 h 39"/>
                <a:gd name="T20" fmla="*/ 23 w 31"/>
                <a:gd name="T21" fmla="*/ 12 h 39"/>
                <a:gd name="T22" fmla="*/ 23 w 31"/>
                <a:gd name="T23" fmla="*/ 12 h 39"/>
                <a:gd name="T24" fmla="*/ 23 w 31"/>
                <a:gd name="T25" fmla="*/ 11 h 39"/>
                <a:gd name="T26" fmla="*/ 10 w 31"/>
                <a:gd name="T27" fmla="*/ 19 h 39"/>
                <a:gd name="T28" fmla="*/ 10 w 31"/>
                <a:gd name="T29" fmla="*/ 23 h 39"/>
                <a:gd name="T30" fmla="*/ 10 w 31"/>
                <a:gd name="T31" fmla="*/ 19 h 39"/>
                <a:gd name="T32" fmla="*/ 15 w 31"/>
                <a:gd name="T33" fmla="*/ 13 h 39"/>
                <a:gd name="T34" fmla="*/ 16 w 31"/>
                <a:gd name="T35" fmla="*/ 14 h 39"/>
                <a:gd name="T36" fmla="*/ 15 w 31"/>
                <a:gd name="T37" fmla="*/ 13 h 39"/>
                <a:gd name="T38" fmla="*/ 9 w 31"/>
                <a:gd name="T39" fmla="*/ 16 h 39"/>
                <a:gd name="T40" fmla="*/ 9 w 31"/>
                <a:gd name="T41" fmla="*/ 18 h 39"/>
                <a:gd name="T42" fmla="*/ 9 w 31"/>
                <a:gd name="T43" fmla="*/ 16 h 39"/>
                <a:gd name="T44" fmla="*/ 19 w 31"/>
                <a:gd name="T45" fmla="*/ 4 h 39"/>
                <a:gd name="T46" fmla="*/ 23 w 31"/>
                <a:gd name="T47" fmla="*/ 7 h 39"/>
                <a:gd name="T48" fmla="*/ 29 w 31"/>
                <a:gd name="T49" fmla="*/ 9 h 39"/>
                <a:gd name="T50" fmla="*/ 25 w 31"/>
                <a:gd name="T51" fmla="*/ 16 h 39"/>
                <a:gd name="T52" fmla="*/ 29 w 31"/>
                <a:gd name="T53" fmla="*/ 26 h 39"/>
                <a:gd name="T54" fmla="*/ 30 w 31"/>
                <a:gd name="T55" fmla="*/ 30 h 39"/>
                <a:gd name="T56" fmla="*/ 31 w 31"/>
                <a:gd name="T57" fmla="*/ 32 h 39"/>
                <a:gd name="T58" fmla="*/ 22 w 31"/>
                <a:gd name="T59" fmla="*/ 23 h 39"/>
                <a:gd name="T60" fmla="*/ 16 w 31"/>
                <a:gd name="T61" fmla="*/ 29 h 39"/>
                <a:gd name="T62" fmla="*/ 15 w 31"/>
                <a:gd name="T63" fmla="*/ 22 h 39"/>
                <a:gd name="T64" fmla="*/ 15 w 31"/>
                <a:gd name="T65" fmla="*/ 19 h 39"/>
                <a:gd name="T66" fmla="*/ 12 w 31"/>
                <a:gd name="T67" fmla="*/ 19 h 39"/>
                <a:gd name="T68" fmla="*/ 13 w 31"/>
                <a:gd name="T69" fmla="*/ 29 h 39"/>
                <a:gd name="T70" fmla="*/ 17 w 31"/>
                <a:gd name="T71" fmla="*/ 34 h 39"/>
                <a:gd name="T72" fmla="*/ 14 w 31"/>
                <a:gd name="T73" fmla="*/ 33 h 39"/>
                <a:gd name="T74" fmla="*/ 12 w 31"/>
                <a:gd name="T75" fmla="*/ 32 h 39"/>
                <a:gd name="T76" fmla="*/ 7 w 31"/>
                <a:gd name="T77" fmla="*/ 39 h 39"/>
                <a:gd name="T78" fmla="*/ 6 w 31"/>
                <a:gd name="T79" fmla="*/ 33 h 39"/>
                <a:gd name="T80" fmla="*/ 6 w 31"/>
                <a:gd name="T81" fmla="*/ 26 h 39"/>
                <a:gd name="T82" fmla="*/ 2 w 31"/>
                <a:gd name="T83" fmla="*/ 29 h 39"/>
                <a:gd name="T84" fmla="*/ 4 w 31"/>
                <a:gd name="T85" fmla="*/ 13 h 39"/>
                <a:gd name="T86" fmla="*/ 6 w 31"/>
                <a:gd name="T87" fmla="*/ 9 h 39"/>
                <a:gd name="T88" fmla="*/ 3 w 31"/>
                <a:gd name="T89" fmla="*/ 23 h 39"/>
                <a:gd name="T90" fmla="*/ 3 w 31"/>
                <a:gd name="T91" fmla="*/ 27 h 39"/>
                <a:gd name="T92" fmla="*/ 9 w 31"/>
                <a:gd name="T93" fmla="*/ 14 h 39"/>
                <a:gd name="T94" fmla="*/ 13 w 31"/>
                <a:gd name="T95" fmla="*/ 15 h 39"/>
                <a:gd name="T96" fmla="*/ 12 w 31"/>
                <a:gd name="T97" fmla="*/ 9 h 39"/>
                <a:gd name="T98" fmla="*/ 11 w 31"/>
                <a:gd name="T99" fmla="*/ 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1" h="39">
                  <a:moveTo>
                    <a:pt x="8" y="26"/>
                  </a:moveTo>
                  <a:cubicBezTo>
                    <a:pt x="8" y="27"/>
                    <a:pt x="8" y="30"/>
                    <a:pt x="8" y="31"/>
                  </a:cubicBezTo>
                  <a:cubicBezTo>
                    <a:pt x="8" y="31"/>
                    <a:pt x="8" y="31"/>
                    <a:pt x="8" y="31"/>
                  </a:cubicBezTo>
                  <a:cubicBezTo>
                    <a:pt x="8" y="31"/>
                    <a:pt x="9" y="31"/>
                    <a:pt x="9" y="30"/>
                  </a:cubicBezTo>
                  <a:cubicBezTo>
                    <a:pt x="9" y="29"/>
                    <a:pt x="11" y="27"/>
                    <a:pt x="9" y="26"/>
                  </a:cubicBezTo>
                  <a:cubicBezTo>
                    <a:pt x="9" y="26"/>
                    <a:pt x="9" y="26"/>
                    <a:pt x="8" y="26"/>
                  </a:cubicBezTo>
                  <a:cubicBezTo>
                    <a:pt x="9" y="26"/>
                    <a:pt x="8" y="26"/>
                    <a:pt x="8" y="26"/>
                  </a:cubicBezTo>
                  <a:close/>
                  <a:moveTo>
                    <a:pt x="18" y="18"/>
                  </a:moveTo>
                  <a:cubicBezTo>
                    <a:pt x="18" y="19"/>
                    <a:pt x="17" y="20"/>
                    <a:pt x="17" y="21"/>
                  </a:cubicBezTo>
                  <a:cubicBezTo>
                    <a:pt x="17" y="21"/>
                    <a:pt x="17" y="21"/>
                    <a:pt x="18" y="21"/>
                  </a:cubicBezTo>
                  <a:cubicBezTo>
                    <a:pt x="18" y="21"/>
                    <a:pt x="18" y="21"/>
                    <a:pt x="18" y="21"/>
                  </a:cubicBezTo>
                  <a:cubicBezTo>
                    <a:pt x="19" y="21"/>
                    <a:pt x="21" y="19"/>
                    <a:pt x="19" y="18"/>
                  </a:cubicBezTo>
                  <a:cubicBezTo>
                    <a:pt x="19" y="17"/>
                    <a:pt x="19" y="17"/>
                    <a:pt x="18" y="18"/>
                  </a:cubicBezTo>
                  <a:close/>
                  <a:moveTo>
                    <a:pt x="7" y="22"/>
                  </a:moveTo>
                  <a:cubicBezTo>
                    <a:pt x="7" y="22"/>
                    <a:pt x="7" y="23"/>
                    <a:pt x="6" y="23"/>
                  </a:cubicBezTo>
                  <a:cubicBezTo>
                    <a:pt x="6" y="23"/>
                    <a:pt x="6" y="23"/>
                    <a:pt x="6" y="23"/>
                  </a:cubicBezTo>
                  <a:cubicBezTo>
                    <a:pt x="7" y="23"/>
                    <a:pt x="7" y="23"/>
                    <a:pt x="7" y="23"/>
                  </a:cubicBezTo>
                  <a:cubicBezTo>
                    <a:pt x="7" y="22"/>
                    <a:pt x="7" y="22"/>
                    <a:pt x="7" y="22"/>
                  </a:cubicBezTo>
                  <a:cubicBezTo>
                    <a:pt x="7" y="22"/>
                    <a:pt x="7" y="22"/>
                    <a:pt x="7" y="22"/>
                  </a:cubicBezTo>
                  <a:cubicBezTo>
                    <a:pt x="7" y="22"/>
                    <a:pt x="7" y="22"/>
                    <a:pt x="7" y="22"/>
                  </a:cubicBezTo>
                  <a:close/>
                  <a:moveTo>
                    <a:pt x="23" y="11"/>
                  </a:moveTo>
                  <a:cubicBezTo>
                    <a:pt x="23" y="12"/>
                    <a:pt x="23" y="12"/>
                    <a:pt x="23" y="12"/>
                  </a:cubicBezTo>
                  <a:cubicBezTo>
                    <a:pt x="23" y="12"/>
                    <a:pt x="23" y="12"/>
                    <a:pt x="23" y="12"/>
                  </a:cubicBezTo>
                  <a:cubicBezTo>
                    <a:pt x="23" y="12"/>
                    <a:pt x="23" y="12"/>
                    <a:pt x="23" y="12"/>
                  </a:cubicBezTo>
                  <a:cubicBezTo>
                    <a:pt x="23" y="12"/>
                    <a:pt x="23" y="12"/>
                    <a:pt x="23" y="11"/>
                  </a:cubicBezTo>
                  <a:cubicBezTo>
                    <a:pt x="23" y="11"/>
                    <a:pt x="23" y="11"/>
                    <a:pt x="23" y="11"/>
                  </a:cubicBezTo>
                  <a:cubicBezTo>
                    <a:pt x="23" y="11"/>
                    <a:pt x="23" y="11"/>
                    <a:pt x="23" y="11"/>
                  </a:cubicBezTo>
                  <a:close/>
                  <a:moveTo>
                    <a:pt x="10" y="19"/>
                  </a:moveTo>
                  <a:cubicBezTo>
                    <a:pt x="9" y="20"/>
                    <a:pt x="9" y="23"/>
                    <a:pt x="10" y="23"/>
                  </a:cubicBezTo>
                  <a:cubicBezTo>
                    <a:pt x="10" y="23"/>
                    <a:pt x="10" y="23"/>
                    <a:pt x="10" y="23"/>
                  </a:cubicBezTo>
                  <a:cubicBezTo>
                    <a:pt x="11" y="22"/>
                    <a:pt x="11" y="20"/>
                    <a:pt x="11" y="19"/>
                  </a:cubicBezTo>
                  <a:cubicBezTo>
                    <a:pt x="11" y="19"/>
                    <a:pt x="10" y="19"/>
                    <a:pt x="10" y="19"/>
                  </a:cubicBezTo>
                  <a:close/>
                  <a:moveTo>
                    <a:pt x="15" y="13"/>
                  </a:moveTo>
                  <a:cubicBezTo>
                    <a:pt x="15" y="13"/>
                    <a:pt x="15" y="13"/>
                    <a:pt x="15" y="13"/>
                  </a:cubicBezTo>
                  <a:cubicBezTo>
                    <a:pt x="15" y="14"/>
                    <a:pt x="15" y="14"/>
                    <a:pt x="15" y="14"/>
                  </a:cubicBezTo>
                  <a:cubicBezTo>
                    <a:pt x="16" y="14"/>
                    <a:pt x="16" y="14"/>
                    <a:pt x="16" y="14"/>
                  </a:cubicBezTo>
                  <a:cubicBezTo>
                    <a:pt x="16" y="14"/>
                    <a:pt x="16" y="13"/>
                    <a:pt x="16" y="13"/>
                  </a:cubicBezTo>
                  <a:cubicBezTo>
                    <a:pt x="16" y="13"/>
                    <a:pt x="16" y="13"/>
                    <a:pt x="15" y="13"/>
                  </a:cubicBezTo>
                  <a:cubicBezTo>
                    <a:pt x="16" y="13"/>
                    <a:pt x="16" y="13"/>
                    <a:pt x="15" y="13"/>
                  </a:cubicBezTo>
                  <a:close/>
                  <a:moveTo>
                    <a:pt x="9" y="16"/>
                  </a:moveTo>
                  <a:cubicBezTo>
                    <a:pt x="8" y="17"/>
                    <a:pt x="8" y="18"/>
                    <a:pt x="9" y="18"/>
                  </a:cubicBezTo>
                  <a:cubicBezTo>
                    <a:pt x="9" y="18"/>
                    <a:pt x="9" y="18"/>
                    <a:pt x="9" y="18"/>
                  </a:cubicBezTo>
                  <a:cubicBezTo>
                    <a:pt x="9" y="17"/>
                    <a:pt x="9" y="17"/>
                    <a:pt x="9" y="16"/>
                  </a:cubicBezTo>
                  <a:cubicBezTo>
                    <a:pt x="9" y="15"/>
                    <a:pt x="9" y="16"/>
                    <a:pt x="9" y="16"/>
                  </a:cubicBezTo>
                  <a:close/>
                  <a:moveTo>
                    <a:pt x="11" y="1"/>
                  </a:moveTo>
                  <a:cubicBezTo>
                    <a:pt x="13" y="0"/>
                    <a:pt x="17" y="2"/>
                    <a:pt x="19" y="4"/>
                  </a:cubicBezTo>
                  <a:cubicBezTo>
                    <a:pt x="19" y="5"/>
                    <a:pt x="19" y="6"/>
                    <a:pt x="20" y="6"/>
                  </a:cubicBezTo>
                  <a:cubicBezTo>
                    <a:pt x="21" y="7"/>
                    <a:pt x="22" y="7"/>
                    <a:pt x="23" y="7"/>
                  </a:cubicBezTo>
                  <a:cubicBezTo>
                    <a:pt x="24" y="8"/>
                    <a:pt x="25" y="9"/>
                    <a:pt x="25" y="9"/>
                  </a:cubicBezTo>
                  <a:cubicBezTo>
                    <a:pt x="27" y="9"/>
                    <a:pt x="28" y="9"/>
                    <a:pt x="29" y="9"/>
                  </a:cubicBezTo>
                  <a:cubicBezTo>
                    <a:pt x="29" y="9"/>
                    <a:pt x="29" y="9"/>
                    <a:pt x="29" y="10"/>
                  </a:cubicBezTo>
                  <a:cubicBezTo>
                    <a:pt x="28" y="12"/>
                    <a:pt x="25" y="14"/>
                    <a:pt x="25" y="16"/>
                  </a:cubicBezTo>
                  <a:cubicBezTo>
                    <a:pt x="25" y="18"/>
                    <a:pt x="27" y="19"/>
                    <a:pt x="27" y="21"/>
                  </a:cubicBezTo>
                  <a:cubicBezTo>
                    <a:pt x="28" y="23"/>
                    <a:pt x="29" y="24"/>
                    <a:pt x="29" y="26"/>
                  </a:cubicBezTo>
                  <a:cubicBezTo>
                    <a:pt x="29" y="26"/>
                    <a:pt x="29" y="27"/>
                    <a:pt x="30" y="27"/>
                  </a:cubicBezTo>
                  <a:cubicBezTo>
                    <a:pt x="30" y="28"/>
                    <a:pt x="30" y="29"/>
                    <a:pt x="30" y="30"/>
                  </a:cubicBezTo>
                  <a:cubicBezTo>
                    <a:pt x="30" y="31"/>
                    <a:pt x="31" y="31"/>
                    <a:pt x="31" y="32"/>
                  </a:cubicBezTo>
                  <a:cubicBezTo>
                    <a:pt x="31" y="32"/>
                    <a:pt x="31" y="32"/>
                    <a:pt x="31" y="32"/>
                  </a:cubicBezTo>
                  <a:cubicBezTo>
                    <a:pt x="29" y="31"/>
                    <a:pt x="27" y="30"/>
                    <a:pt x="25" y="28"/>
                  </a:cubicBezTo>
                  <a:cubicBezTo>
                    <a:pt x="24" y="26"/>
                    <a:pt x="23" y="24"/>
                    <a:pt x="22" y="23"/>
                  </a:cubicBezTo>
                  <a:cubicBezTo>
                    <a:pt x="22" y="23"/>
                    <a:pt x="22" y="23"/>
                    <a:pt x="22" y="23"/>
                  </a:cubicBezTo>
                  <a:cubicBezTo>
                    <a:pt x="20" y="25"/>
                    <a:pt x="19" y="27"/>
                    <a:pt x="16" y="29"/>
                  </a:cubicBezTo>
                  <a:cubicBezTo>
                    <a:pt x="15" y="28"/>
                    <a:pt x="13" y="26"/>
                    <a:pt x="14" y="25"/>
                  </a:cubicBezTo>
                  <a:cubicBezTo>
                    <a:pt x="14" y="24"/>
                    <a:pt x="15" y="23"/>
                    <a:pt x="15" y="22"/>
                  </a:cubicBezTo>
                  <a:cubicBezTo>
                    <a:pt x="15" y="22"/>
                    <a:pt x="14" y="21"/>
                    <a:pt x="14" y="21"/>
                  </a:cubicBezTo>
                  <a:cubicBezTo>
                    <a:pt x="14" y="20"/>
                    <a:pt x="14" y="19"/>
                    <a:pt x="15" y="19"/>
                  </a:cubicBezTo>
                  <a:cubicBezTo>
                    <a:pt x="15" y="18"/>
                    <a:pt x="14" y="15"/>
                    <a:pt x="13" y="16"/>
                  </a:cubicBezTo>
                  <a:cubicBezTo>
                    <a:pt x="12" y="16"/>
                    <a:pt x="12" y="18"/>
                    <a:pt x="12" y="19"/>
                  </a:cubicBezTo>
                  <a:cubicBezTo>
                    <a:pt x="12" y="20"/>
                    <a:pt x="13" y="21"/>
                    <a:pt x="13" y="23"/>
                  </a:cubicBezTo>
                  <a:cubicBezTo>
                    <a:pt x="13" y="25"/>
                    <a:pt x="11" y="26"/>
                    <a:pt x="13" y="29"/>
                  </a:cubicBezTo>
                  <a:cubicBezTo>
                    <a:pt x="14" y="31"/>
                    <a:pt x="17" y="33"/>
                    <a:pt x="17" y="34"/>
                  </a:cubicBezTo>
                  <a:cubicBezTo>
                    <a:pt x="17" y="34"/>
                    <a:pt x="17" y="34"/>
                    <a:pt x="17" y="34"/>
                  </a:cubicBezTo>
                  <a:cubicBezTo>
                    <a:pt x="17" y="35"/>
                    <a:pt x="17" y="35"/>
                    <a:pt x="17" y="35"/>
                  </a:cubicBezTo>
                  <a:cubicBezTo>
                    <a:pt x="16" y="34"/>
                    <a:pt x="15" y="34"/>
                    <a:pt x="14" y="33"/>
                  </a:cubicBezTo>
                  <a:cubicBezTo>
                    <a:pt x="13" y="33"/>
                    <a:pt x="13" y="32"/>
                    <a:pt x="12" y="32"/>
                  </a:cubicBezTo>
                  <a:cubicBezTo>
                    <a:pt x="12" y="32"/>
                    <a:pt x="12" y="32"/>
                    <a:pt x="12" y="32"/>
                  </a:cubicBezTo>
                  <a:cubicBezTo>
                    <a:pt x="11" y="34"/>
                    <a:pt x="11" y="37"/>
                    <a:pt x="8" y="39"/>
                  </a:cubicBezTo>
                  <a:cubicBezTo>
                    <a:pt x="7" y="39"/>
                    <a:pt x="7" y="39"/>
                    <a:pt x="7" y="39"/>
                  </a:cubicBezTo>
                  <a:cubicBezTo>
                    <a:pt x="7" y="38"/>
                    <a:pt x="5" y="36"/>
                    <a:pt x="5" y="35"/>
                  </a:cubicBezTo>
                  <a:cubicBezTo>
                    <a:pt x="5" y="34"/>
                    <a:pt x="5" y="33"/>
                    <a:pt x="6" y="33"/>
                  </a:cubicBezTo>
                  <a:cubicBezTo>
                    <a:pt x="6" y="31"/>
                    <a:pt x="6" y="28"/>
                    <a:pt x="6" y="26"/>
                  </a:cubicBezTo>
                  <a:cubicBezTo>
                    <a:pt x="6" y="26"/>
                    <a:pt x="6" y="26"/>
                    <a:pt x="6" y="26"/>
                  </a:cubicBezTo>
                  <a:cubicBezTo>
                    <a:pt x="6" y="26"/>
                    <a:pt x="6" y="26"/>
                    <a:pt x="6" y="26"/>
                  </a:cubicBezTo>
                  <a:cubicBezTo>
                    <a:pt x="5" y="27"/>
                    <a:pt x="3" y="29"/>
                    <a:pt x="2" y="29"/>
                  </a:cubicBezTo>
                  <a:cubicBezTo>
                    <a:pt x="0" y="27"/>
                    <a:pt x="2" y="23"/>
                    <a:pt x="3" y="21"/>
                  </a:cubicBezTo>
                  <a:cubicBezTo>
                    <a:pt x="3" y="19"/>
                    <a:pt x="4" y="14"/>
                    <a:pt x="4" y="13"/>
                  </a:cubicBezTo>
                  <a:cubicBezTo>
                    <a:pt x="3" y="12"/>
                    <a:pt x="3" y="11"/>
                    <a:pt x="3" y="11"/>
                  </a:cubicBezTo>
                  <a:cubicBezTo>
                    <a:pt x="3" y="9"/>
                    <a:pt x="5" y="9"/>
                    <a:pt x="6" y="9"/>
                  </a:cubicBezTo>
                  <a:cubicBezTo>
                    <a:pt x="7" y="11"/>
                    <a:pt x="6" y="12"/>
                    <a:pt x="6" y="14"/>
                  </a:cubicBezTo>
                  <a:cubicBezTo>
                    <a:pt x="5" y="17"/>
                    <a:pt x="4" y="21"/>
                    <a:pt x="3" y="23"/>
                  </a:cubicBezTo>
                  <a:cubicBezTo>
                    <a:pt x="3" y="24"/>
                    <a:pt x="3" y="25"/>
                    <a:pt x="3" y="26"/>
                  </a:cubicBezTo>
                  <a:cubicBezTo>
                    <a:pt x="3" y="26"/>
                    <a:pt x="3" y="26"/>
                    <a:pt x="3" y="27"/>
                  </a:cubicBezTo>
                  <a:cubicBezTo>
                    <a:pt x="3" y="26"/>
                    <a:pt x="8" y="22"/>
                    <a:pt x="8" y="22"/>
                  </a:cubicBezTo>
                  <a:cubicBezTo>
                    <a:pt x="9" y="20"/>
                    <a:pt x="5" y="15"/>
                    <a:pt x="9" y="14"/>
                  </a:cubicBezTo>
                  <a:cubicBezTo>
                    <a:pt x="10" y="15"/>
                    <a:pt x="12" y="15"/>
                    <a:pt x="13" y="15"/>
                  </a:cubicBezTo>
                  <a:cubicBezTo>
                    <a:pt x="13" y="15"/>
                    <a:pt x="13" y="15"/>
                    <a:pt x="13" y="15"/>
                  </a:cubicBezTo>
                  <a:cubicBezTo>
                    <a:pt x="13" y="13"/>
                    <a:pt x="13" y="13"/>
                    <a:pt x="11" y="12"/>
                  </a:cubicBezTo>
                  <a:cubicBezTo>
                    <a:pt x="11" y="11"/>
                    <a:pt x="11" y="10"/>
                    <a:pt x="12" y="9"/>
                  </a:cubicBezTo>
                  <a:cubicBezTo>
                    <a:pt x="13" y="10"/>
                    <a:pt x="14" y="10"/>
                    <a:pt x="15" y="10"/>
                  </a:cubicBezTo>
                  <a:cubicBezTo>
                    <a:pt x="15" y="7"/>
                    <a:pt x="11" y="3"/>
                    <a:pt x="1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标题幻灯片">
    <p:bg>
      <p:bgPr>
        <a:solidFill>
          <a:schemeClr val="accent1"/>
        </a:solidFill>
        <a:effectLst/>
      </p:bgPr>
    </p:bg>
    <p:spTree>
      <p:nvGrpSpPr>
        <p:cNvPr id="1" name=""/>
        <p:cNvGrpSpPr/>
        <p:nvPr/>
      </p:nvGrpSpPr>
      <p:grpSpPr>
        <a:xfrm>
          <a:off x="0" y="0"/>
          <a:ext cx="0" cy="0"/>
          <a:chOff x="0" y="0"/>
          <a:chExt cx="0" cy="0"/>
        </a:xfrm>
      </p:grpSpPr>
      <p:sp>
        <p:nvSpPr>
          <p:cNvPr id="40" name="任意多边形 39"/>
          <p:cNvSpPr/>
          <p:nvPr/>
        </p:nvSpPr>
        <p:spPr>
          <a:xfrm>
            <a:off x="1" y="-3176"/>
            <a:ext cx="9143999" cy="6861175"/>
          </a:xfrm>
          <a:custGeom>
            <a:avLst/>
            <a:gdLst>
              <a:gd name="connsiteX0" fmla="*/ 0 w 9116459"/>
              <a:gd name="connsiteY0" fmla="*/ 0 h 6861175"/>
              <a:gd name="connsiteX1" fmla="*/ 9116459 w 9116459"/>
              <a:gd name="connsiteY1" fmla="*/ 0 h 6861175"/>
              <a:gd name="connsiteX2" fmla="*/ 9116459 w 9116459"/>
              <a:gd name="connsiteY2" fmla="*/ 6861175 h 6861175"/>
              <a:gd name="connsiteX3" fmla="*/ 0 w 9116459"/>
              <a:gd name="connsiteY3" fmla="*/ 6861175 h 6861175"/>
            </a:gdLst>
            <a:ahLst/>
            <a:cxnLst>
              <a:cxn ang="0">
                <a:pos x="connsiteX0" y="connsiteY0"/>
              </a:cxn>
              <a:cxn ang="0">
                <a:pos x="connsiteX1" y="connsiteY1"/>
              </a:cxn>
              <a:cxn ang="0">
                <a:pos x="connsiteX2" y="connsiteY2"/>
              </a:cxn>
              <a:cxn ang="0">
                <a:pos x="connsiteX3" y="connsiteY3"/>
              </a:cxn>
            </a:cxnLst>
            <a:rect l="l" t="t" r="r" b="b"/>
            <a:pathLst>
              <a:path w="9116459" h="6861175">
                <a:moveTo>
                  <a:pt x="0" y="0"/>
                </a:moveTo>
                <a:lnTo>
                  <a:pt x="9116459" y="0"/>
                </a:lnTo>
                <a:lnTo>
                  <a:pt x="9116459" y="6861175"/>
                </a:lnTo>
                <a:lnTo>
                  <a:pt x="0" y="6861175"/>
                </a:lnTo>
                <a:close/>
              </a:path>
            </a:pathLst>
          </a:custGeom>
          <a:blipFill dpi="0" rotWithShape="1">
            <a:blip r:embed="rId2">
              <a:alphaModFix amt="1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平行四边形 7"/>
          <p:cNvSpPr/>
          <p:nvPr/>
        </p:nvSpPr>
        <p:spPr>
          <a:xfrm>
            <a:off x="14875" y="-3175"/>
            <a:ext cx="7425799" cy="6861175"/>
          </a:xfrm>
          <a:prstGeom prst="parallelogram">
            <a:avLst>
              <a:gd name="adj" fmla="val 10524"/>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任意多边形 41"/>
          <p:cNvSpPr/>
          <p:nvPr/>
        </p:nvSpPr>
        <p:spPr>
          <a:xfrm>
            <a:off x="0" y="-3175"/>
            <a:ext cx="7244070" cy="6861175"/>
          </a:xfrm>
          <a:custGeom>
            <a:avLst/>
            <a:gdLst>
              <a:gd name="connsiteX0" fmla="*/ 540341 w 7244070"/>
              <a:gd name="connsiteY0" fmla="*/ 0 h 6861175"/>
              <a:gd name="connsiteX1" fmla="*/ 7244070 w 7244070"/>
              <a:gd name="connsiteY1" fmla="*/ 0 h 6861175"/>
              <a:gd name="connsiteX2" fmla="*/ 6522000 w 7244070"/>
              <a:gd name="connsiteY2" fmla="*/ 6861175 h 6861175"/>
              <a:gd name="connsiteX3" fmla="*/ 0 w 7244070"/>
              <a:gd name="connsiteY3" fmla="*/ 6861175 h 6861175"/>
              <a:gd name="connsiteX4" fmla="*/ 0 w 7244070"/>
              <a:gd name="connsiteY4" fmla="*/ 5134369 h 6861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44070" h="6861175">
                <a:moveTo>
                  <a:pt x="540341" y="0"/>
                </a:moveTo>
                <a:lnTo>
                  <a:pt x="7244070" y="0"/>
                </a:lnTo>
                <a:lnTo>
                  <a:pt x="6522000" y="6861175"/>
                </a:lnTo>
                <a:lnTo>
                  <a:pt x="0" y="6861175"/>
                </a:lnTo>
                <a:lnTo>
                  <a:pt x="0" y="5134369"/>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0" name="标题 1"/>
          <p:cNvSpPr>
            <a:spLocks noGrp="1"/>
          </p:cNvSpPr>
          <p:nvPr>
            <p:ph type="ctrTitle" hasCustomPrompt="1"/>
          </p:nvPr>
        </p:nvSpPr>
        <p:spPr>
          <a:xfrm>
            <a:off x="1256059" y="1531610"/>
            <a:ext cx="5295252" cy="876724"/>
          </a:xfrm>
        </p:spPr>
        <p:txBody>
          <a:bodyPr anchor="b">
            <a:normAutofit/>
          </a:bodyPr>
          <a:lstStyle>
            <a:lvl1pPr algn="l">
              <a:defRPr sz="4800" b="1">
                <a:solidFill>
                  <a:schemeClr val="tx2"/>
                </a:solidFill>
              </a:defRPr>
            </a:lvl1pPr>
          </a:lstStyle>
          <a:p>
            <a:r>
              <a:rPr lang="zh-CN" altLang="en-US" dirty="0"/>
              <a:t>单行标题</a:t>
            </a:r>
            <a:r>
              <a:rPr lang="en-US" altLang="zh-CN" dirty="0"/>
              <a:t>-</a:t>
            </a:r>
            <a:r>
              <a:rPr lang="zh-CN" altLang="en-US" dirty="0"/>
              <a:t>单击编辑</a:t>
            </a:r>
            <a:endParaRPr lang="zh-CN" altLang="en-US" dirty="0"/>
          </a:p>
        </p:txBody>
      </p:sp>
      <p:sp>
        <p:nvSpPr>
          <p:cNvPr id="11" name="副标题 2"/>
          <p:cNvSpPr>
            <a:spLocks noGrp="1"/>
          </p:cNvSpPr>
          <p:nvPr>
            <p:ph type="subTitle" idx="1" hasCustomPrompt="1"/>
          </p:nvPr>
        </p:nvSpPr>
        <p:spPr>
          <a:xfrm>
            <a:off x="1256059" y="2486435"/>
            <a:ext cx="5295252" cy="526501"/>
          </a:xfrm>
        </p:spPr>
        <p:txBody>
          <a:bodyPr/>
          <a:lstStyle>
            <a:lvl1pPr marL="0" indent="0" algn="l">
              <a:buNone/>
              <a:defRPr sz="2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单击编辑副标题</a:t>
            </a:r>
            <a:endParaRPr lang="zh-CN" altLang="en-US" dirty="0"/>
          </a:p>
        </p:txBody>
      </p:sp>
      <p:sp>
        <p:nvSpPr>
          <p:cNvPr id="12" name="任意多边形 11"/>
          <p:cNvSpPr/>
          <p:nvPr/>
        </p:nvSpPr>
        <p:spPr>
          <a:xfrm>
            <a:off x="0" y="1674346"/>
            <a:ext cx="1133862" cy="1338590"/>
          </a:xfrm>
          <a:custGeom>
            <a:avLst/>
            <a:gdLst>
              <a:gd name="connsiteX0" fmla="*/ 0 w 1133862"/>
              <a:gd name="connsiteY0" fmla="*/ 0 h 1633920"/>
              <a:gd name="connsiteX1" fmla="*/ 1133862 w 1133862"/>
              <a:gd name="connsiteY1" fmla="*/ 0 h 1633920"/>
              <a:gd name="connsiteX2" fmla="*/ 992802 w 1133862"/>
              <a:gd name="connsiteY2" fmla="*/ 1633920 h 1633920"/>
              <a:gd name="connsiteX3" fmla="*/ 0 w 1133862"/>
              <a:gd name="connsiteY3" fmla="*/ 1633920 h 1633920"/>
            </a:gdLst>
            <a:ahLst/>
            <a:cxnLst>
              <a:cxn ang="0">
                <a:pos x="connsiteX0" y="connsiteY0"/>
              </a:cxn>
              <a:cxn ang="0">
                <a:pos x="connsiteX1" y="connsiteY1"/>
              </a:cxn>
              <a:cxn ang="0">
                <a:pos x="connsiteX2" y="connsiteY2"/>
              </a:cxn>
              <a:cxn ang="0">
                <a:pos x="connsiteX3" y="connsiteY3"/>
              </a:cxn>
            </a:cxnLst>
            <a:rect l="l" t="t" r="r" b="b"/>
            <a:pathLst>
              <a:path w="1133862" h="1633920">
                <a:moveTo>
                  <a:pt x="0" y="0"/>
                </a:moveTo>
                <a:lnTo>
                  <a:pt x="1133862" y="0"/>
                </a:lnTo>
                <a:lnTo>
                  <a:pt x="992802" y="1633920"/>
                </a:lnTo>
                <a:lnTo>
                  <a:pt x="0" y="163392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        </a:t>
            </a:r>
            <a:endParaRPr lang="zh-CN" altLang="en-US" dirty="0"/>
          </a:p>
        </p:txBody>
      </p:sp>
      <p:sp>
        <p:nvSpPr>
          <p:cNvPr id="13" name="任意多边形 12"/>
          <p:cNvSpPr/>
          <p:nvPr/>
        </p:nvSpPr>
        <p:spPr>
          <a:xfrm>
            <a:off x="0" y="1531610"/>
            <a:ext cx="997527" cy="1338590"/>
          </a:xfrm>
          <a:custGeom>
            <a:avLst/>
            <a:gdLst>
              <a:gd name="connsiteX0" fmla="*/ 0 w 997527"/>
              <a:gd name="connsiteY0" fmla="*/ 0 h 1633920"/>
              <a:gd name="connsiteX1" fmla="*/ 997527 w 997527"/>
              <a:gd name="connsiteY1" fmla="*/ 0 h 1633920"/>
              <a:gd name="connsiteX2" fmla="*/ 856467 w 997527"/>
              <a:gd name="connsiteY2" fmla="*/ 1633920 h 1633920"/>
              <a:gd name="connsiteX3" fmla="*/ 0 w 997527"/>
              <a:gd name="connsiteY3" fmla="*/ 1633920 h 1633920"/>
            </a:gdLst>
            <a:ahLst/>
            <a:cxnLst>
              <a:cxn ang="0">
                <a:pos x="connsiteX0" y="connsiteY0"/>
              </a:cxn>
              <a:cxn ang="0">
                <a:pos x="connsiteX1" y="connsiteY1"/>
              </a:cxn>
              <a:cxn ang="0">
                <a:pos x="connsiteX2" y="connsiteY2"/>
              </a:cxn>
              <a:cxn ang="0">
                <a:pos x="connsiteX3" y="connsiteY3"/>
              </a:cxn>
            </a:cxnLst>
            <a:rect l="l" t="t" r="r" b="b"/>
            <a:pathLst>
              <a:path w="997527" h="1633920">
                <a:moveTo>
                  <a:pt x="0" y="0"/>
                </a:moveTo>
                <a:lnTo>
                  <a:pt x="997527" y="0"/>
                </a:lnTo>
                <a:lnTo>
                  <a:pt x="856467" y="1633920"/>
                </a:lnTo>
                <a:lnTo>
                  <a:pt x="0" y="163392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        </a:t>
            </a:r>
            <a:endParaRPr lang="zh-CN" altLang="en-US" dirty="0"/>
          </a:p>
        </p:txBody>
      </p:sp>
      <p:sp>
        <p:nvSpPr>
          <p:cNvPr id="47" name="任意多边形 46"/>
          <p:cNvSpPr/>
          <p:nvPr/>
        </p:nvSpPr>
        <p:spPr>
          <a:xfrm>
            <a:off x="5470130" y="5639504"/>
            <a:ext cx="3673870" cy="867644"/>
          </a:xfrm>
          <a:custGeom>
            <a:avLst/>
            <a:gdLst>
              <a:gd name="connsiteX0" fmla="*/ 93012 w 3673870"/>
              <a:gd name="connsiteY0" fmla="*/ 0 h 1015861"/>
              <a:gd name="connsiteX1" fmla="*/ 3673870 w 3673870"/>
              <a:gd name="connsiteY1" fmla="*/ 0 h 1015861"/>
              <a:gd name="connsiteX2" fmla="*/ 3673870 w 3673870"/>
              <a:gd name="connsiteY2" fmla="*/ 1015861 h 1015861"/>
              <a:gd name="connsiteX3" fmla="*/ 0 w 3673870"/>
              <a:gd name="connsiteY3" fmla="*/ 1015861 h 1015861"/>
            </a:gdLst>
            <a:ahLst/>
            <a:cxnLst>
              <a:cxn ang="0">
                <a:pos x="connsiteX0" y="connsiteY0"/>
              </a:cxn>
              <a:cxn ang="0">
                <a:pos x="connsiteX1" y="connsiteY1"/>
              </a:cxn>
              <a:cxn ang="0">
                <a:pos x="connsiteX2" y="connsiteY2"/>
              </a:cxn>
              <a:cxn ang="0">
                <a:pos x="connsiteX3" y="connsiteY3"/>
              </a:cxn>
            </a:cxnLst>
            <a:rect l="l" t="t" r="r" b="b"/>
            <a:pathLst>
              <a:path w="3673870" h="1015861">
                <a:moveTo>
                  <a:pt x="93012" y="0"/>
                </a:moveTo>
                <a:lnTo>
                  <a:pt x="3673870" y="0"/>
                </a:lnTo>
                <a:lnTo>
                  <a:pt x="3673870" y="1015861"/>
                </a:lnTo>
                <a:lnTo>
                  <a:pt x="0" y="1015861"/>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dirty="0"/>
              <a:t>          </a:t>
            </a:r>
            <a:endParaRPr lang="zh-CN" altLang="en-US" dirty="0"/>
          </a:p>
        </p:txBody>
      </p:sp>
      <p:sp>
        <p:nvSpPr>
          <p:cNvPr id="45" name="任意多边形 44"/>
          <p:cNvSpPr/>
          <p:nvPr/>
        </p:nvSpPr>
        <p:spPr>
          <a:xfrm>
            <a:off x="5648778" y="5542121"/>
            <a:ext cx="3495222" cy="867644"/>
          </a:xfrm>
          <a:custGeom>
            <a:avLst/>
            <a:gdLst>
              <a:gd name="connsiteX0" fmla="*/ 93012 w 3495222"/>
              <a:gd name="connsiteY0" fmla="*/ 0 h 1015861"/>
              <a:gd name="connsiteX1" fmla="*/ 3495222 w 3495222"/>
              <a:gd name="connsiteY1" fmla="*/ 0 h 1015861"/>
              <a:gd name="connsiteX2" fmla="*/ 3495222 w 3495222"/>
              <a:gd name="connsiteY2" fmla="*/ 1015861 h 1015861"/>
              <a:gd name="connsiteX3" fmla="*/ 0 w 3495222"/>
              <a:gd name="connsiteY3" fmla="*/ 1015861 h 1015861"/>
            </a:gdLst>
            <a:ahLst/>
            <a:cxnLst>
              <a:cxn ang="0">
                <a:pos x="connsiteX0" y="connsiteY0"/>
              </a:cxn>
              <a:cxn ang="0">
                <a:pos x="connsiteX1" y="connsiteY1"/>
              </a:cxn>
              <a:cxn ang="0">
                <a:pos x="connsiteX2" y="connsiteY2"/>
              </a:cxn>
              <a:cxn ang="0">
                <a:pos x="connsiteX3" y="connsiteY3"/>
              </a:cxn>
            </a:cxnLst>
            <a:rect l="l" t="t" r="r" b="b"/>
            <a:pathLst>
              <a:path w="3495222" h="1015861">
                <a:moveTo>
                  <a:pt x="93012" y="0"/>
                </a:moveTo>
                <a:lnTo>
                  <a:pt x="3495222" y="0"/>
                </a:lnTo>
                <a:lnTo>
                  <a:pt x="3495222" y="1015861"/>
                </a:lnTo>
                <a:lnTo>
                  <a:pt x="0" y="1015861"/>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dirty="0"/>
              <a:t>          </a:t>
            </a:r>
            <a:endParaRPr lang="zh-CN" altLang="en-US" dirty="0"/>
          </a:p>
        </p:txBody>
      </p:sp>
      <p:grpSp>
        <p:nvGrpSpPr>
          <p:cNvPr id="48" name="组合 47"/>
          <p:cNvGrpSpPr>
            <a:grpSpLocks noChangeAspect="1"/>
          </p:cNvGrpSpPr>
          <p:nvPr/>
        </p:nvGrpSpPr>
        <p:grpSpPr>
          <a:xfrm>
            <a:off x="6027456" y="5740833"/>
            <a:ext cx="2738847" cy="462364"/>
            <a:chOff x="8729725" y="4570716"/>
            <a:chExt cx="2830513" cy="477838"/>
          </a:xfrm>
          <a:solidFill>
            <a:schemeClr val="bg2">
              <a:alpha val="50000"/>
            </a:schemeClr>
          </a:solidFill>
        </p:grpSpPr>
        <p:sp>
          <p:nvSpPr>
            <p:cNvPr id="49" name="Freeform 34"/>
            <p:cNvSpPr>
              <a:spLocks noEditPoints="1"/>
            </p:cNvSpPr>
            <p:nvPr/>
          </p:nvSpPr>
          <p:spPr bwMode="auto">
            <a:xfrm>
              <a:off x="9304400" y="4945366"/>
              <a:ext cx="1363663" cy="101600"/>
            </a:xfrm>
            <a:custGeom>
              <a:avLst/>
              <a:gdLst>
                <a:gd name="T0" fmla="*/ 15 w 915"/>
                <a:gd name="T1" fmla="*/ 51 h 68"/>
                <a:gd name="T2" fmla="*/ 14 w 915"/>
                <a:gd name="T3" fmla="*/ 11 h 68"/>
                <a:gd name="T4" fmla="*/ 35 w 915"/>
                <a:gd name="T5" fmla="*/ 4 h 68"/>
                <a:gd name="T6" fmla="*/ 77 w 915"/>
                <a:gd name="T7" fmla="*/ 51 h 68"/>
                <a:gd name="T8" fmla="*/ 74 w 915"/>
                <a:gd name="T9" fmla="*/ 51 h 68"/>
                <a:gd name="T10" fmla="*/ 57 w 915"/>
                <a:gd name="T11" fmla="*/ 21 h 68"/>
                <a:gd name="T12" fmla="*/ 108 w 915"/>
                <a:gd name="T13" fmla="*/ 0 h 68"/>
                <a:gd name="T14" fmla="*/ 104 w 915"/>
                <a:gd name="T15" fmla="*/ 32 h 68"/>
                <a:gd name="T16" fmla="*/ 134 w 915"/>
                <a:gd name="T17" fmla="*/ 21 h 68"/>
                <a:gd name="T18" fmla="*/ 155 w 915"/>
                <a:gd name="T19" fmla="*/ 21 h 68"/>
                <a:gd name="T20" fmla="*/ 187 w 915"/>
                <a:gd name="T21" fmla="*/ 46 h 68"/>
                <a:gd name="T22" fmla="*/ 169 w 915"/>
                <a:gd name="T23" fmla="*/ 29 h 68"/>
                <a:gd name="T24" fmla="*/ 221 w 915"/>
                <a:gd name="T25" fmla="*/ 24 h 68"/>
                <a:gd name="T26" fmla="*/ 198 w 915"/>
                <a:gd name="T27" fmla="*/ 52 h 68"/>
                <a:gd name="T28" fmla="*/ 209 w 915"/>
                <a:gd name="T29" fmla="*/ 18 h 68"/>
                <a:gd name="T30" fmla="*/ 247 w 915"/>
                <a:gd name="T31" fmla="*/ 51 h 68"/>
                <a:gd name="T32" fmla="*/ 244 w 915"/>
                <a:gd name="T33" fmla="*/ 42 h 68"/>
                <a:gd name="T34" fmla="*/ 271 w 915"/>
                <a:gd name="T35" fmla="*/ 1 h 68"/>
                <a:gd name="T36" fmla="*/ 276 w 915"/>
                <a:gd name="T37" fmla="*/ 51 h 68"/>
                <a:gd name="T38" fmla="*/ 259 w 915"/>
                <a:gd name="T39" fmla="*/ 22 h 68"/>
                <a:gd name="T40" fmla="*/ 301 w 915"/>
                <a:gd name="T41" fmla="*/ 46 h 68"/>
                <a:gd name="T42" fmla="*/ 292 w 915"/>
                <a:gd name="T43" fmla="*/ 7 h 68"/>
                <a:gd name="T44" fmla="*/ 333 w 915"/>
                <a:gd name="T45" fmla="*/ 20 h 68"/>
                <a:gd name="T46" fmla="*/ 309 w 915"/>
                <a:gd name="T47" fmla="*/ 67 h 68"/>
                <a:gd name="T48" fmla="*/ 305 w 915"/>
                <a:gd name="T49" fmla="*/ 19 h 68"/>
                <a:gd name="T50" fmla="*/ 379 w 915"/>
                <a:gd name="T51" fmla="*/ 18 h 68"/>
                <a:gd name="T52" fmla="*/ 415 w 915"/>
                <a:gd name="T53" fmla="*/ 44 h 68"/>
                <a:gd name="T54" fmla="*/ 403 w 915"/>
                <a:gd name="T55" fmla="*/ 21 h 68"/>
                <a:gd name="T56" fmla="*/ 425 w 915"/>
                <a:gd name="T57" fmla="*/ 5 h 68"/>
                <a:gd name="T58" fmla="*/ 475 w 915"/>
                <a:gd name="T59" fmla="*/ 19 h 68"/>
                <a:gd name="T60" fmla="*/ 465 w 915"/>
                <a:gd name="T61" fmla="*/ 54 h 68"/>
                <a:gd name="T62" fmla="*/ 471 w 915"/>
                <a:gd name="T63" fmla="*/ 48 h 68"/>
                <a:gd name="T64" fmla="*/ 474 w 915"/>
                <a:gd name="T65" fmla="*/ 4 h 68"/>
                <a:gd name="T66" fmla="*/ 516 w 915"/>
                <a:gd name="T67" fmla="*/ 28 h 68"/>
                <a:gd name="T68" fmla="*/ 517 w 915"/>
                <a:gd name="T69" fmla="*/ 40 h 68"/>
                <a:gd name="T70" fmla="*/ 537 w 915"/>
                <a:gd name="T71" fmla="*/ 49 h 68"/>
                <a:gd name="T72" fmla="*/ 528 w 915"/>
                <a:gd name="T73" fmla="*/ 23 h 68"/>
                <a:gd name="T74" fmla="*/ 565 w 915"/>
                <a:gd name="T75" fmla="*/ 53 h 68"/>
                <a:gd name="T76" fmla="*/ 563 w 915"/>
                <a:gd name="T77" fmla="*/ 21 h 68"/>
                <a:gd name="T78" fmla="*/ 620 w 915"/>
                <a:gd name="T79" fmla="*/ 52 h 68"/>
                <a:gd name="T80" fmla="*/ 596 w 915"/>
                <a:gd name="T81" fmla="*/ 49 h 68"/>
                <a:gd name="T82" fmla="*/ 587 w 915"/>
                <a:gd name="T83" fmla="*/ 22 h 68"/>
                <a:gd name="T84" fmla="*/ 642 w 915"/>
                <a:gd name="T85" fmla="*/ 17 h 68"/>
                <a:gd name="T86" fmla="*/ 643 w 915"/>
                <a:gd name="T87" fmla="*/ 48 h 68"/>
                <a:gd name="T88" fmla="*/ 667 w 915"/>
                <a:gd name="T89" fmla="*/ 49 h 68"/>
                <a:gd name="T90" fmla="*/ 671 w 915"/>
                <a:gd name="T91" fmla="*/ 23 h 68"/>
                <a:gd name="T92" fmla="*/ 726 w 915"/>
                <a:gd name="T93" fmla="*/ 20 h 68"/>
                <a:gd name="T94" fmla="*/ 739 w 915"/>
                <a:gd name="T95" fmla="*/ 29 h 68"/>
                <a:gd name="T96" fmla="*/ 731 w 915"/>
                <a:gd name="T97" fmla="*/ 33 h 68"/>
                <a:gd name="T98" fmla="*/ 778 w 915"/>
                <a:gd name="T99" fmla="*/ 45 h 68"/>
                <a:gd name="T100" fmla="*/ 771 w 915"/>
                <a:gd name="T101" fmla="*/ 24 h 68"/>
                <a:gd name="T102" fmla="*/ 753 w 915"/>
                <a:gd name="T103" fmla="*/ 45 h 68"/>
                <a:gd name="T104" fmla="*/ 803 w 915"/>
                <a:gd name="T105" fmla="*/ 54 h 68"/>
                <a:gd name="T106" fmla="*/ 816 w 915"/>
                <a:gd name="T107" fmla="*/ 0 h 68"/>
                <a:gd name="T108" fmla="*/ 812 w 915"/>
                <a:gd name="T109" fmla="*/ 29 h 68"/>
                <a:gd name="T110" fmla="*/ 881 w 915"/>
                <a:gd name="T111" fmla="*/ 10 h 68"/>
                <a:gd name="T112" fmla="*/ 859 w 915"/>
                <a:gd name="T113" fmla="*/ 49 h 68"/>
                <a:gd name="T114" fmla="*/ 903 w 915"/>
                <a:gd name="T115" fmla="*/ 48 h 68"/>
                <a:gd name="T116" fmla="*/ 891 w 915"/>
                <a:gd name="T117" fmla="*/ 31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915" h="68">
                  <a:moveTo>
                    <a:pt x="35" y="4"/>
                  </a:moveTo>
                  <a:cubicBezTo>
                    <a:pt x="35" y="3"/>
                    <a:pt x="35" y="3"/>
                    <a:pt x="35" y="3"/>
                  </a:cubicBezTo>
                  <a:cubicBezTo>
                    <a:pt x="53" y="3"/>
                    <a:pt x="53" y="3"/>
                    <a:pt x="53" y="3"/>
                  </a:cubicBezTo>
                  <a:cubicBezTo>
                    <a:pt x="53" y="4"/>
                    <a:pt x="53" y="4"/>
                    <a:pt x="53" y="4"/>
                  </a:cubicBezTo>
                  <a:cubicBezTo>
                    <a:pt x="51" y="4"/>
                    <a:pt x="51" y="4"/>
                    <a:pt x="51" y="4"/>
                  </a:cubicBezTo>
                  <a:cubicBezTo>
                    <a:pt x="49" y="4"/>
                    <a:pt x="47" y="5"/>
                    <a:pt x="46" y="6"/>
                  </a:cubicBezTo>
                  <a:cubicBezTo>
                    <a:pt x="46" y="7"/>
                    <a:pt x="45" y="9"/>
                    <a:pt x="45" y="11"/>
                  </a:cubicBezTo>
                  <a:cubicBezTo>
                    <a:pt x="45" y="32"/>
                    <a:pt x="45" y="32"/>
                    <a:pt x="45" y="32"/>
                  </a:cubicBezTo>
                  <a:cubicBezTo>
                    <a:pt x="45" y="37"/>
                    <a:pt x="45" y="41"/>
                    <a:pt x="44" y="43"/>
                  </a:cubicBezTo>
                  <a:cubicBezTo>
                    <a:pt x="43" y="46"/>
                    <a:pt x="41" y="49"/>
                    <a:pt x="38" y="51"/>
                  </a:cubicBezTo>
                  <a:cubicBezTo>
                    <a:pt x="35" y="53"/>
                    <a:pt x="31" y="53"/>
                    <a:pt x="27" y="53"/>
                  </a:cubicBezTo>
                  <a:cubicBezTo>
                    <a:pt x="21" y="53"/>
                    <a:pt x="17" y="53"/>
                    <a:pt x="15" y="51"/>
                  </a:cubicBezTo>
                  <a:cubicBezTo>
                    <a:pt x="12" y="49"/>
                    <a:pt x="10" y="46"/>
                    <a:pt x="9" y="43"/>
                  </a:cubicBezTo>
                  <a:cubicBezTo>
                    <a:pt x="8" y="41"/>
                    <a:pt x="7" y="37"/>
                    <a:pt x="7" y="31"/>
                  </a:cubicBezTo>
                  <a:cubicBezTo>
                    <a:pt x="7" y="11"/>
                    <a:pt x="7" y="11"/>
                    <a:pt x="7" y="11"/>
                  </a:cubicBezTo>
                  <a:cubicBezTo>
                    <a:pt x="7" y="8"/>
                    <a:pt x="7" y="6"/>
                    <a:pt x="6" y="5"/>
                  </a:cubicBezTo>
                  <a:cubicBezTo>
                    <a:pt x="5" y="4"/>
                    <a:pt x="4" y="3"/>
                    <a:pt x="2" y="3"/>
                  </a:cubicBezTo>
                  <a:cubicBezTo>
                    <a:pt x="0" y="3"/>
                    <a:pt x="0" y="3"/>
                    <a:pt x="0" y="3"/>
                  </a:cubicBezTo>
                  <a:cubicBezTo>
                    <a:pt x="0" y="2"/>
                    <a:pt x="0" y="2"/>
                    <a:pt x="0" y="2"/>
                  </a:cubicBezTo>
                  <a:cubicBezTo>
                    <a:pt x="21" y="2"/>
                    <a:pt x="21" y="2"/>
                    <a:pt x="21" y="2"/>
                  </a:cubicBezTo>
                  <a:cubicBezTo>
                    <a:pt x="21" y="3"/>
                    <a:pt x="21" y="3"/>
                    <a:pt x="21" y="3"/>
                  </a:cubicBezTo>
                  <a:cubicBezTo>
                    <a:pt x="19" y="3"/>
                    <a:pt x="19" y="3"/>
                    <a:pt x="19" y="3"/>
                  </a:cubicBezTo>
                  <a:cubicBezTo>
                    <a:pt x="17" y="3"/>
                    <a:pt x="15" y="4"/>
                    <a:pt x="15" y="5"/>
                  </a:cubicBezTo>
                  <a:cubicBezTo>
                    <a:pt x="14" y="6"/>
                    <a:pt x="14" y="8"/>
                    <a:pt x="14" y="11"/>
                  </a:cubicBezTo>
                  <a:cubicBezTo>
                    <a:pt x="14" y="33"/>
                    <a:pt x="14" y="33"/>
                    <a:pt x="14" y="33"/>
                  </a:cubicBezTo>
                  <a:cubicBezTo>
                    <a:pt x="14" y="35"/>
                    <a:pt x="14" y="37"/>
                    <a:pt x="14" y="40"/>
                  </a:cubicBezTo>
                  <a:cubicBezTo>
                    <a:pt x="15" y="43"/>
                    <a:pt x="15" y="45"/>
                    <a:pt x="16" y="46"/>
                  </a:cubicBezTo>
                  <a:cubicBezTo>
                    <a:pt x="17" y="48"/>
                    <a:pt x="19" y="49"/>
                    <a:pt x="20" y="50"/>
                  </a:cubicBezTo>
                  <a:cubicBezTo>
                    <a:pt x="22" y="51"/>
                    <a:pt x="24" y="51"/>
                    <a:pt x="27" y="51"/>
                  </a:cubicBezTo>
                  <a:cubicBezTo>
                    <a:pt x="30" y="51"/>
                    <a:pt x="33" y="50"/>
                    <a:pt x="35" y="49"/>
                  </a:cubicBezTo>
                  <a:cubicBezTo>
                    <a:pt x="37" y="47"/>
                    <a:pt x="39" y="46"/>
                    <a:pt x="40" y="43"/>
                  </a:cubicBezTo>
                  <a:cubicBezTo>
                    <a:pt x="41" y="41"/>
                    <a:pt x="41" y="37"/>
                    <a:pt x="41" y="32"/>
                  </a:cubicBezTo>
                  <a:cubicBezTo>
                    <a:pt x="41" y="12"/>
                    <a:pt x="41" y="12"/>
                    <a:pt x="41" y="12"/>
                  </a:cubicBezTo>
                  <a:cubicBezTo>
                    <a:pt x="41" y="9"/>
                    <a:pt x="41" y="7"/>
                    <a:pt x="40" y="6"/>
                  </a:cubicBezTo>
                  <a:cubicBezTo>
                    <a:pt x="39" y="5"/>
                    <a:pt x="38" y="4"/>
                    <a:pt x="36" y="4"/>
                  </a:cubicBezTo>
                  <a:cubicBezTo>
                    <a:pt x="35" y="4"/>
                    <a:pt x="35" y="4"/>
                    <a:pt x="35" y="4"/>
                  </a:cubicBezTo>
                  <a:close/>
                  <a:moveTo>
                    <a:pt x="69" y="25"/>
                  </a:moveTo>
                  <a:cubicBezTo>
                    <a:pt x="73" y="20"/>
                    <a:pt x="76" y="18"/>
                    <a:pt x="79" y="18"/>
                  </a:cubicBezTo>
                  <a:cubicBezTo>
                    <a:pt x="81" y="18"/>
                    <a:pt x="83" y="18"/>
                    <a:pt x="84" y="19"/>
                  </a:cubicBezTo>
                  <a:cubicBezTo>
                    <a:pt x="85" y="20"/>
                    <a:pt x="87" y="21"/>
                    <a:pt x="87" y="23"/>
                  </a:cubicBezTo>
                  <a:cubicBezTo>
                    <a:pt x="88" y="25"/>
                    <a:pt x="88" y="27"/>
                    <a:pt x="88" y="30"/>
                  </a:cubicBezTo>
                  <a:cubicBezTo>
                    <a:pt x="88" y="45"/>
                    <a:pt x="88" y="45"/>
                    <a:pt x="88" y="45"/>
                  </a:cubicBezTo>
                  <a:cubicBezTo>
                    <a:pt x="88" y="47"/>
                    <a:pt x="88" y="48"/>
                    <a:pt x="89" y="49"/>
                  </a:cubicBezTo>
                  <a:cubicBezTo>
                    <a:pt x="89" y="50"/>
                    <a:pt x="89" y="50"/>
                    <a:pt x="90" y="51"/>
                  </a:cubicBezTo>
                  <a:cubicBezTo>
                    <a:pt x="90" y="51"/>
                    <a:pt x="91" y="51"/>
                    <a:pt x="93" y="51"/>
                  </a:cubicBezTo>
                  <a:cubicBezTo>
                    <a:pt x="93" y="52"/>
                    <a:pt x="93" y="52"/>
                    <a:pt x="93" y="52"/>
                  </a:cubicBezTo>
                  <a:cubicBezTo>
                    <a:pt x="77" y="52"/>
                    <a:pt x="77" y="52"/>
                    <a:pt x="77" y="52"/>
                  </a:cubicBezTo>
                  <a:cubicBezTo>
                    <a:pt x="77" y="51"/>
                    <a:pt x="77" y="51"/>
                    <a:pt x="77" y="51"/>
                  </a:cubicBezTo>
                  <a:cubicBezTo>
                    <a:pt x="78" y="51"/>
                    <a:pt x="78" y="51"/>
                    <a:pt x="78" y="51"/>
                  </a:cubicBezTo>
                  <a:cubicBezTo>
                    <a:pt x="79" y="51"/>
                    <a:pt x="80" y="51"/>
                    <a:pt x="81" y="50"/>
                  </a:cubicBezTo>
                  <a:cubicBezTo>
                    <a:pt x="82" y="50"/>
                    <a:pt x="82" y="49"/>
                    <a:pt x="82" y="48"/>
                  </a:cubicBezTo>
                  <a:cubicBezTo>
                    <a:pt x="82" y="48"/>
                    <a:pt x="82" y="47"/>
                    <a:pt x="82" y="45"/>
                  </a:cubicBezTo>
                  <a:cubicBezTo>
                    <a:pt x="82" y="31"/>
                    <a:pt x="82" y="31"/>
                    <a:pt x="82" y="31"/>
                  </a:cubicBezTo>
                  <a:cubicBezTo>
                    <a:pt x="82" y="27"/>
                    <a:pt x="82" y="25"/>
                    <a:pt x="81" y="24"/>
                  </a:cubicBezTo>
                  <a:cubicBezTo>
                    <a:pt x="80" y="23"/>
                    <a:pt x="79" y="22"/>
                    <a:pt x="77" y="22"/>
                  </a:cubicBezTo>
                  <a:cubicBezTo>
                    <a:pt x="74" y="22"/>
                    <a:pt x="71" y="23"/>
                    <a:pt x="69" y="27"/>
                  </a:cubicBezTo>
                  <a:cubicBezTo>
                    <a:pt x="69" y="45"/>
                    <a:pt x="69" y="45"/>
                    <a:pt x="69" y="45"/>
                  </a:cubicBezTo>
                  <a:cubicBezTo>
                    <a:pt x="69" y="47"/>
                    <a:pt x="69" y="48"/>
                    <a:pt x="69" y="49"/>
                  </a:cubicBezTo>
                  <a:cubicBezTo>
                    <a:pt x="69" y="50"/>
                    <a:pt x="70" y="50"/>
                    <a:pt x="70" y="51"/>
                  </a:cubicBezTo>
                  <a:cubicBezTo>
                    <a:pt x="71" y="51"/>
                    <a:pt x="72" y="51"/>
                    <a:pt x="74" y="51"/>
                  </a:cubicBezTo>
                  <a:cubicBezTo>
                    <a:pt x="74" y="52"/>
                    <a:pt x="74" y="52"/>
                    <a:pt x="74" y="52"/>
                  </a:cubicBezTo>
                  <a:cubicBezTo>
                    <a:pt x="58" y="52"/>
                    <a:pt x="58" y="52"/>
                    <a:pt x="58" y="52"/>
                  </a:cubicBezTo>
                  <a:cubicBezTo>
                    <a:pt x="58" y="51"/>
                    <a:pt x="58" y="51"/>
                    <a:pt x="58" y="51"/>
                  </a:cubicBezTo>
                  <a:cubicBezTo>
                    <a:pt x="59" y="51"/>
                    <a:pt x="59" y="51"/>
                    <a:pt x="59" y="51"/>
                  </a:cubicBezTo>
                  <a:cubicBezTo>
                    <a:pt x="60" y="51"/>
                    <a:pt x="61" y="51"/>
                    <a:pt x="62" y="50"/>
                  </a:cubicBezTo>
                  <a:cubicBezTo>
                    <a:pt x="62" y="49"/>
                    <a:pt x="63" y="47"/>
                    <a:pt x="63" y="45"/>
                  </a:cubicBezTo>
                  <a:cubicBezTo>
                    <a:pt x="63" y="32"/>
                    <a:pt x="63" y="32"/>
                    <a:pt x="63" y="32"/>
                  </a:cubicBezTo>
                  <a:cubicBezTo>
                    <a:pt x="63" y="28"/>
                    <a:pt x="63" y="25"/>
                    <a:pt x="62" y="24"/>
                  </a:cubicBezTo>
                  <a:cubicBezTo>
                    <a:pt x="62" y="23"/>
                    <a:pt x="62" y="23"/>
                    <a:pt x="61" y="22"/>
                  </a:cubicBezTo>
                  <a:cubicBezTo>
                    <a:pt x="61" y="22"/>
                    <a:pt x="61" y="22"/>
                    <a:pt x="60" y="22"/>
                  </a:cubicBezTo>
                  <a:cubicBezTo>
                    <a:pt x="59" y="22"/>
                    <a:pt x="58" y="22"/>
                    <a:pt x="57" y="22"/>
                  </a:cubicBezTo>
                  <a:cubicBezTo>
                    <a:pt x="57" y="21"/>
                    <a:pt x="57" y="21"/>
                    <a:pt x="57" y="21"/>
                  </a:cubicBezTo>
                  <a:cubicBezTo>
                    <a:pt x="67" y="17"/>
                    <a:pt x="67" y="17"/>
                    <a:pt x="67" y="17"/>
                  </a:cubicBezTo>
                  <a:cubicBezTo>
                    <a:pt x="69" y="17"/>
                    <a:pt x="69" y="17"/>
                    <a:pt x="69" y="17"/>
                  </a:cubicBezTo>
                  <a:cubicBezTo>
                    <a:pt x="69" y="25"/>
                    <a:pt x="69" y="25"/>
                    <a:pt x="69" y="25"/>
                  </a:cubicBezTo>
                  <a:close/>
                  <a:moveTo>
                    <a:pt x="108" y="0"/>
                  </a:moveTo>
                  <a:cubicBezTo>
                    <a:pt x="109" y="0"/>
                    <a:pt x="110" y="0"/>
                    <a:pt x="110" y="1"/>
                  </a:cubicBezTo>
                  <a:cubicBezTo>
                    <a:pt x="111" y="2"/>
                    <a:pt x="111" y="3"/>
                    <a:pt x="111" y="4"/>
                  </a:cubicBezTo>
                  <a:cubicBezTo>
                    <a:pt x="111" y="5"/>
                    <a:pt x="111" y="6"/>
                    <a:pt x="110" y="7"/>
                  </a:cubicBezTo>
                  <a:cubicBezTo>
                    <a:pt x="109" y="7"/>
                    <a:pt x="109" y="8"/>
                    <a:pt x="108" y="8"/>
                  </a:cubicBezTo>
                  <a:cubicBezTo>
                    <a:pt x="107" y="8"/>
                    <a:pt x="106" y="7"/>
                    <a:pt x="105" y="7"/>
                  </a:cubicBezTo>
                  <a:cubicBezTo>
                    <a:pt x="105" y="6"/>
                    <a:pt x="104" y="5"/>
                    <a:pt x="104" y="4"/>
                  </a:cubicBezTo>
                  <a:cubicBezTo>
                    <a:pt x="104" y="3"/>
                    <a:pt x="105" y="2"/>
                    <a:pt x="105" y="1"/>
                  </a:cubicBezTo>
                  <a:cubicBezTo>
                    <a:pt x="106" y="0"/>
                    <a:pt x="107" y="0"/>
                    <a:pt x="108" y="0"/>
                  </a:cubicBezTo>
                  <a:close/>
                  <a:moveTo>
                    <a:pt x="111" y="18"/>
                  </a:moveTo>
                  <a:cubicBezTo>
                    <a:pt x="111" y="45"/>
                    <a:pt x="111" y="45"/>
                    <a:pt x="111" y="45"/>
                  </a:cubicBezTo>
                  <a:cubicBezTo>
                    <a:pt x="111" y="47"/>
                    <a:pt x="111" y="49"/>
                    <a:pt x="111" y="49"/>
                  </a:cubicBezTo>
                  <a:cubicBezTo>
                    <a:pt x="111" y="50"/>
                    <a:pt x="112" y="51"/>
                    <a:pt x="112" y="51"/>
                  </a:cubicBezTo>
                  <a:cubicBezTo>
                    <a:pt x="113" y="51"/>
                    <a:pt x="114" y="51"/>
                    <a:pt x="115" y="51"/>
                  </a:cubicBezTo>
                  <a:cubicBezTo>
                    <a:pt x="115" y="53"/>
                    <a:pt x="115" y="53"/>
                    <a:pt x="115" y="53"/>
                  </a:cubicBezTo>
                  <a:cubicBezTo>
                    <a:pt x="99" y="53"/>
                    <a:pt x="99" y="53"/>
                    <a:pt x="99" y="53"/>
                  </a:cubicBezTo>
                  <a:cubicBezTo>
                    <a:pt x="99" y="51"/>
                    <a:pt x="99" y="51"/>
                    <a:pt x="99" y="51"/>
                  </a:cubicBezTo>
                  <a:cubicBezTo>
                    <a:pt x="101" y="51"/>
                    <a:pt x="102" y="51"/>
                    <a:pt x="103" y="51"/>
                  </a:cubicBezTo>
                  <a:cubicBezTo>
                    <a:pt x="103" y="51"/>
                    <a:pt x="103" y="50"/>
                    <a:pt x="104" y="49"/>
                  </a:cubicBezTo>
                  <a:cubicBezTo>
                    <a:pt x="104" y="49"/>
                    <a:pt x="104" y="47"/>
                    <a:pt x="104" y="45"/>
                  </a:cubicBezTo>
                  <a:cubicBezTo>
                    <a:pt x="104" y="32"/>
                    <a:pt x="104" y="32"/>
                    <a:pt x="104" y="32"/>
                  </a:cubicBezTo>
                  <a:cubicBezTo>
                    <a:pt x="104" y="28"/>
                    <a:pt x="104" y="26"/>
                    <a:pt x="104" y="25"/>
                  </a:cubicBezTo>
                  <a:cubicBezTo>
                    <a:pt x="104" y="24"/>
                    <a:pt x="103" y="23"/>
                    <a:pt x="103" y="23"/>
                  </a:cubicBezTo>
                  <a:cubicBezTo>
                    <a:pt x="103" y="23"/>
                    <a:pt x="102" y="23"/>
                    <a:pt x="101" y="23"/>
                  </a:cubicBezTo>
                  <a:cubicBezTo>
                    <a:pt x="101" y="23"/>
                    <a:pt x="100" y="23"/>
                    <a:pt x="99" y="23"/>
                  </a:cubicBezTo>
                  <a:cubicBezTo>
                    <a:pt x="99" y="22"/>
                    <a:pt x="99" y="22"/>
                    <a:pt x="99" y="22"/>
                  </a:cubicBezTo>
                  <a:cubicBezTo>
                    <a:pt x="109" y="18"/>
                    <a:pt x="109" y="18"/>
                    <a:pt x="109" y="18"/>
                  </a:cubicBezTo>
                  <a:cubicBezTo>
                    <a:pt x="111" y="18"/>
                    <a:pt x="111" y="18"/>
                    <a:pt x="111" y="18"/>
                  </a:cubicBezTo>
                  <a:close/>
                  <a:moveTo>
                    <a:pt x="122" y="19"/>
                  </a:moveTo>
                  <a:cubicBezTo>
                    <a:pt x="137" y="19"/>
                    <a:pt x="137" y="19"/>
                    <a:pt x="137" y="19"/>
                  </a:cubicBezTo>
                  <a:cubicBezTo>
                    <a:pt x="137" y="20"/>
                    <a:pt x="137" y="20"/>
                    <a:pt x="137" y="20"/>
                  </a:cubicBezTo>
                  <a:cubicBezTo>
                    <a:pt x="136" y="20"/>
                    <a:pt x="136" y="20"/>
                    <a:pt x="136" y="20"/>
                  </a:cubicBezTo>
                  <a:cubicBezTo>
                    <a:pt x="135" y="20"/>
                    <a:pt x="134" y="20"/>
                    <a:pt x="134" y="21"/>
                  </a:cubicBezTo>
                  <a:cubicBezTo>
                    <a:pt x="133" y="21"/>
                    <a:pt x="133" y="22"/>
                    <a:pt x="133" y="23"/>
                  </a:cubicBezTo>
                  <a:cubicBezTo>
                    <a:pt x="133" y="23"/>
                    <a:pt x="133" y="25"/>
                    <a:pt x="134" y="26"/>
                  </a:cubicBezTo>
                  <a:cubicBezTo>
                    <a:pt x="141" y="45"/>
                    <a:pt x="141" y="45"/>
                    <a:pt x="141" y="45"/>
                  </a:cubicBezTo>
                  <a:cubicBezTo>
                    <a:pt x="149" y="25"/>
                    <a:pt x="149" y="25"/>
                    <a:pt x="149" y="25"/>
                  </a:cubicBezTo>
                  <a:cubicBezTo>
                    <a:pt x="149" y="24"/>
                    <a:pt x="150" y="23"/>
                    <a:pt x="150" y="22"/>
                  </a:cubicBezTo>
                  <a:cubicBezTo>
                    <a:pt x="150" y="21"/>
                    <a:pt x="150" y="21"/>
                    <a:pt x="149" y="21"/>
                  </a:cubicBezTo>
                  <a:cubicBezTo>
                    <a:pt x="149" y="21"/>
                    <a:pt x="149" y="20"/>
                    <a:pt x="149" y="20"/>
                  </a:cubicBezTo>
                  <a:cubicBezTo>
                    <a:pt x="148" y="20"/>
                    <a:pt x="147" y="20"/>
                    <a:pt x="146" y="20"/>
                  </a:cubicBezTo>
                  <a:cubicBezTo>
                    <a:pt x="146" y="19"/>
                    <a:pt x="146" y="19"/>
                    <a:pt x="146" y="19"/>
                  </a:cubicBezTo>
                  <a:cubicBezTo>
                    <a:pt x="157" y="19"/>
                    <a:pt x="157" y="19"/>
                    <a:pt x="157" y="19"/>
                  </a:cubicBezTo>
                  <a:cubicBezTo>
                    <a:pt x="157" y="20"/>
                    <a:pt x="157" y="20"/>
                    <a:pt x="157" y="20"/>
                  </a:cubicBezTo>
                  <a:cubicBezTo>
                    <a:pt x="156" y="20"/>
                    <a:pt x="155" y="20"/>
                    <a:pt x="155" y="21"/>
                  </a:cubicBezTo>
                  <a:cubicBezTo>
                    <a:pt x="154" y="21"/>
                    <a:pt x="153" y="23"/>
                    <a:pt x="152" y="24"/>
                  </a:cubicBezTo>
                  <a:cubicBezTo>
                    <a:pt x="141" y="53"/>
                    <a:pt x="141" y="53"/>
                    <a:pt x="141" y="53"/>
                  </a:cubicBezTo>
                  <a:cubicBezTo>
                    <a:pt x="139" y="53"/>
                    <a:pt x="139" y="53"/>
                    <a:pt x="139" y="53"/>
                  </a:cubicBezTo>
                  <a:cubicBezTo>
                    <a:pt x="127" y="25"/>
                    <a:pt x="127" y="25"/>
                    <a:pt x="127" y="25"/>
                  </a:cubicBezTo>
                  <a:cubicBezTo>
                    <a:pt x="127" y="23"/>
                    <a:pt x="126" y="22"/>
                    <a:pt x="126" y="22"/>
                  </a:cubicBezTo>
                  <a:cubicBezTo>
                    <a:pt x="125" y="21"/>
                    <a:pt x="125" y="21"/>
                    <a:pt x="124" y="20"/>
                  </a:cubicBezTo>
                  <a:cubicBezTo>
                    <a:pt x="123" y="20"/>
                    <a:pt x="123" y="20"/>
                    <a:pt x="121" y="19"/>
                  </a:cubicBezTo>
                  <a:cubicBezTo>
                    <a:pt x="122" y="19"/>
                    <a:pt x="122" y="19"/>
                    <a:pt x="122" y="19"/>
                  </a:cubicBezTo>
                  <a:close/>
                  <a:moveTo>
                    <a:pt x="169" y="31"/>
                  </a:moveTo>
                  <a:cubicBezTo>
                    <a:pt x="169" y="37"/>
                    <a:pt x="170" y="40"/>
                    <a:pt x="173" y="43"/>
                  </a:cubicBezTo>
                  <a:cubicBezTo>
                    <a:pt x="175" y="46"/>
                    <a:pt x="178" y="48"/>
                    <a:pt x="181" y="48"/>
                  </a:cubicBezTo>
                  <a:cubicBezTo>
                    <a:pt x="183" y="48"/>
                    <a:pt x="185" y="47"/>
                    <a:pt x="187" y="46"/>
                  </a:cubicBezTo>
                  <a:cubicBezTo>
                    <a:pt x="188" y="45"/>
                    <a:pt x="189" y="43"/>
                    <a:pt x="191" y="39"/>
                  </a:cubicBezTo>
                  <a:cubicBezTo>
                    <a:pt x="192" y="40"/>
                    <a:pt x="192" y="40"/>
                    <a:pt x="192" y="40"/>
                  </a:cubicBezTo>
                  <a:cubicBezTo>
                    <a:pt x="191" y="43"/>
                    <a:pt x="190" y="47"/>
                    <a:pt x="187" y="49"/>
                  </a:cubicBezTo>
                  <a:cubicBezTo>
                    <a:pt x="185" y="52"/>
                    <a:pt x="182" y="53"/>
                    <a:pt x="178" y="53"/>
                  </a:cubicBezTo>
                  <a:cubicBezTo>
                    <a:pt x="174" y="53"/>
                    <a:pt x="171" y="52"/>
                    <a:pt x="168" y="49"/>
                  </a:cubicBezTo>
                  <a:cubicBezTo>
                    <a:pt x="165" y="45"/>
                    <a:pt x="164" y="41"/>
                    <a:pt x="164" y="36"/>
                  </a:cubicBezTo>
                  <a:cubicBezTo>
                    <a:pt x="164" y="30"/>
                    <a:pt x="166" y="25"/>
                    <a:pt x="169" y="22"/>
                  </a:cubicBezTo>
                  <a:cubicBezTo>
                    <a:pt x="171" y="19"/>
                    <a:pt x="175" y="17"/>
                    <a:pt x="179" y="17"/>
                  </a:cubicBezTo>
                  <a:cubicBezTo>
                    <a:pt x="183" y="17"/>
                    <a:pt x="186" y="19"/>
                    <a:pt x="189" y="21"/>
                  </a:cubicBezTo>
                  <a:cubicBezTo>
                    <a:pt x="191" y="23"/>
                    <a:pt x="192" y="27"/>
                    <a:pt x="192" y="31"/>
                  </a:cubicBezTo>
                  <a:cubicBezTo>
                    <a:pt x="169" y="31"/>
                    <a:pt x="169" y="31"/>
                    <a:pt x="169" y="31"/>
                  </a:cubicBezTo>
                  <a:close/>
                  <a:moveTo>
                    <a:pt x="169" y="29"/>
                  </a:moveTo>
                  <a:cubicBezTo>
                    <a:pt x="184" y="29"/>
                    <a:pt x="184" y="29"/>
                    <a:pt x="184" y="29"/>
                  </a:cubicBezTo>
                  <a:cubicBezTo>
                    <a:pt x="184" y="27"/>
                    <a:pt x="184" y="26"/>
                    <a:pt x="183" y="25"/>
                  </a:cubicBezTo>
                  <a:cubicBezTo>
                    <a:pt x="183" y="24"/>
                    <a:pt x="182" y="23"/>
                    <a:pt x="181" y="22"/>
                  </a:cubicBezTo>
                  <a:cubicBezTo>
                    <a:pt x="179" y="21"/>
                    <a:pt x="178" y="21"/>
                    <a:pt x="177" y="21"/>
                  </a:cubicBezTo>
                  <a:cubicBezTo>
                    <a:pt x="175" y="21"/>
                    <a:pt x="173" y="21"/>
                    <a:pt x="172" y="23"/>
                  </a:cubicBezTo>
                  <a:cubicBezTo>
                    <a:pt x="170" y="24"/>
                    <a:pt x="169" y="27"/>
                    <a:pt x="169" y="29"/>
                  </a:cubicBezTo>
                  <a:close/>
                  <a:moveTo>
                    <a:pt x="209" y="18"/>
                  </a:moveTo>
                  <a:cubicBezTo>
                    <a:pt x="209" y="25"/>
                    <a:pt x="209" y="25"/>
                    <a:pt x="209" y="25"/>
                  </a:cubicBezTo>
                  <a:cubicBezTo>
                    <a:pt x="212" y="20"/>
                    <a:pt x="215" y="18"/>
                    <a:pt x="218" y="18"/>
                  </a:cubicBezTo>
                  <a:cubicBezTo>
                    <a:pt x="219" y="18"/>
                    <a:pt x="220" y="18"/>
                    <a:pt x="221" y="19"/>
                  </a:cubicBezTo>
                  <a:cubicBezTo>
                    <a:pt x="222" y="20"/>
                    <a:pt x="222" y="21"/>
                    <a:pt x="222" y="22"/>
                  </a:cubicBezTo>
                  <a:cubicBezTo>
                    <a:pt x="222" y="23"/>
                    <a:pt x="222" y="23"/>
                    <a:pt x="221" y="24"/>
                  </a:cubicBezTo>
                  <a:cubicBezTo>
                    <a:pt x="221" y="25"/>
                    <a:pt x="220" y="25"/>
                    <a:pt x="219" y="25"/>
                  </a:cubicBezTo>
                  <a:cubicBezTo>
                    <a:pt x="218" y="25"/>
                    <a:pt x="217" y="25"/>
                    <a:pt x="216" y="24"/>
                  </a:cubicBezTo>
                  <a:cubicBezTo>
                    <a:pt x="215" y="23"/>
                    <a:pt x="214" y="23"/>
                    <a:pt x="214" y="23"/>
                  </a:cubicBezTo>
                  <a:cubicBezTo>
                    <a:pt x="213" y="23"/>
                    <a:pt x="213" y="23"/>
                    <a:pt x="213" y="24"/>
                  </a:cubicBezTo>
                  <a:cubicBezTo>
                    <a:pt x="211" y="25"/>
                    <a:pt x="211" y="27"/>
                    <a:pt x="209" y="29"/>
                  </a:cubicBezTo>
                  <a:cubicBezTo>
                    <a:pt x="209" y="45"/>
                    <a:pt x="209" y="45"/>
                    <a:pt x="209" y="45"/>
                  </a:cubicBezTo>
                  <a:cubicBezTo>
                    <a:pt x="209" y="47"/>
                    <a:pt x="210" y="49"/>
                    <a:pt x="210" y="50"/>
                  </a:cubicBezTo>
                  <a:cubicBezTo>
                    <a:pt x="211" y="51"/>
                    <a:pt x="211" y="51"/>
                    <a:pt x="212" y="51"/>
                  </a:cubicBezTo>
                  <a:cubicBezTo>
                    <a:pt x="213" y="52"/>
                    <a:pt x="214" y="52"/>
                    <a:pt x="215" y="52"/>
                  </a:cubicBezTo>
                  <a:cubicBezTo>
                    <a:pt x="215" y="53"/>
                    <a:pt x="215" y="53"/>
                    <a:pt x="215" y="53"/>
                  </a:cubicBezTo>
                  <a:cubicBezTo>
                    <a:pt x="198" y="53"/>
                    <a:pt x="198" y="53"/>
                    <a:pt x="198" y="53"/>
                  </a:cubicBezTo>
                  <a:cubicBezTo>
                    <a:pt x="198" y="52"/>
                    <a:pt x="198" y="52"/>
                    <a:pt x="198" y="52"/>
                  </a:cubicBezTo>
                  <a:cubicBezTo>
                    <a:pt x="200" y="52"/>
                    <a:pt x="201" y="52"/>
                    <a:pt x="202" y="51"/>
                  </a:cubicBezTo>
                  <a:cubicBezTo>
                    <a:pt x="202" y="51"/>
                    <a:pt x="203" y="50"/>
                    <a:pt x="203" y="49"/>
                  </a:cubicBezTo>
                  <a:cubicBezTo>
                    <a:pt x="203" y="49"/>
                    <a:pt x="203" y="48"/>
                    <a:pt x="203" y="46"/>
                  </a:cubicBezTo>
                  <a:cubicBezTo>
                    <a:pt x="203" y="33"/>
                    <a:pt x="203" y="33"/>
                    <a:pt x="203" y="33"/>
                  </a:cubicBezTo>
                  <a:cubicBezTo>
                    <a:pt x="203" y="29"/>
                    <a:pt x="203" y="26"/>
                    <a:pt x="203" y="25"/>
                  </a:cubicBezTo>
                  <a:cubicBezTo>
                    <a:pt x="203" y="25"/>
                    <a:pt x="202" y="24"/>
                    <a:pt x="202" y="24"/>
                  </a:cubicBezTo>
                  <a:cubicBezTo>
                    <a:pt x="201" y="23"/>
                    <a:pt x="201" y="23"/>
                    <a:pt x="200" y="23"/>
                  </a:cubicBezTo>
                  <a:cubicBezTo>
                    <a:pt x="199" y="23"/>
                    <a:pt x="199" y="23"/>
                    <a:pt x="198" y="24"/>
                  </a:cubicBezTo>
                  <a:cubicBezTo>
                    <a:pt x="197" y="23"/>
                    <a:pt x="197" y="23"/>
                    <a:pt x="197" y="23"/>
                  </a:cubicBezTo>
                  <a:cubicBezTo>
                    <a:pt x="207" y="19"/>
                    <a:pt x="207" y="19"/>
                    <a:pt x="207" y="19"/>
                  </a:cubicBezTo>
                  <a:cubicBezTo>
                    <a:pt x="209" y="19"/>
                    <a:pt x="209" y="19"/>
                    <a:pt x="209" y="19"/>
                  </a:cubicBezTo>
                  <a:cubicBezTo>
                    <a:pt x="209" y="18"/>
                    <a:pt x="209" y="18"/>
                    <a:pt x="209" y="18"/>
                  </a:cubicBezTo>
                  <a:close/>
                  <a:moveTo>
                    <a:pt x="249" y="18"/>
                  </a:moveTo>
                  <a:cubicBezTo>
                    <a:pt x="249" y="29"/>
                    <a:pt x="249" y="29"/>
                    <a:pt x="249" y="29"/>
                  </a:cubicBezTo>
                  <a:cubicBezTo>
                    <a:pt x="247" y="29"/>
                    <a:pt x="247" y="29"/>
                    <a:pt x="247" y="29"/>
                  </a:cubicBezTo>
                  <a:cubicBezTo>
                    <a:pt x="247" y="26"/>
                    <a:pt x="245" y="23"/>
                    <a:pt x="244" y="22"/>
                  </a:cubicBezTo>
                  <a:cubicBezTo>
                    <a:pt x="242" y="21"/>
                    <a:pt x="241" y="20"/>
                    <a:pt x="238" y="20"/>
                  </a:cubicBezTo>
                  <a:cubicBezTo>
                    <a:pt x="237" y="20"/>
                    <a:pt x="235" y="20"/>
                    <a:pt x="234" y="21"/>
                  </a:cubicBezTo>
                  <a:cubicBezTo>
                    <a:pt x="233" y="22"/>
                    <a:pt x="233" y="23"/>
                    <a:pt x="233" y="24"/>
                  </a:cubicBezTo>
                  <a:cubicBezTo>
                    <a:pt x="233" y="25"/>
                    <a:pt x="233" y="27"/>
                    <a:pt x="234" y="28"/>
                  </a:cubicBezTo>
                  <a:cubicBezTo>
                    <a:pt x="235" y="29"/>
                    <a:pt x="236" y="30"/>
                    <a:pt x="238" y="31"/>
                  </a:cubicBezTo>
                  <a:cubicBezTo>
                    <a:pt x="243" y="34"/>
                    <a:pt x="243" y="34"/>
                    <a:pt x="243" y="34"/>
                  </a:cubicBezTo>
                  <a:cubicBezTo>
                    <a:pt x="248" y="36"/>
                    <a:pt x="251" y="39"/>
                    <a:pt x="251" y="43"/>
                  </a:cubicBezTo>
                  <a:cubicBezTo>
                    <a:pt x="251" y="47"/>
                    <a:pt x="249" y="49"/>
                    <a:pt x="247" y="51"/>
                  </a:cubicBezTo>
                  <a:cubicBezTo>
                    <a:pt x="245" y="53"/>
                    <a:pt x="243" y="54"/>
                    <a:pt x="240" y="54"/>
                  </a:cubicBezTo>
                  <a:cubicBezTo>
                    <a:pt x="238" y="54"/>
                    <a:pt x="235" y="53"/>
                    <a:pt x="233" y="53"/>
                  </a:cubicBezTo>
                  <a:cubicBezTo>
                    <a:pt x="232" y="52"/>
                    <a:pt x="231" y="52"/>
                    <a:pt x="231" y="52"/>
                  </a:cubicBezTo>
                  <a:cubicBezTo>
                    <a:pt x="231" y="52"/>
                    <a:pt x="230" y="53"/>
                    <a:pt x="230" y="53"/>
                  </a:cubicBezTo>
                  <a:cubicBezTo>
                    <a:pt x="229" y="53"/>
                    <a:pt x="229" y="53"/>
                    <a:pt x="229" y="53"/>
                  </a:cubicBezTo>
                  <a:cubicBezTo>
                    <a:pt x="229" y="41"/>
                    <a:pt x="229" y="41"/>
                    <a:pt x="229" y="41"/>
                  </a:cubicBezTo>
                  <a:cubicBezTo>
                    <a:pt x="230" y="41"/>
                    <a:pt x="230" y="41"/>
                    <a:pt x="230" y="41"/>
                  </a:cubicBezTo>
                  <a:cubicBezTo>
                    <a:pt x="231" y="45"/>
                    <a:pt x="232" y="47"/>
                    <a:pt x="234" y="49"/>
                  </a:cubicBezTo>
                  <a:cubicBezTo>
                    <a:pt x="236" y="51"/>
                    <a:pt x="238" y="52"/>
                    <a:pt x="240" y="52"/>
                  </a:cubicBezTo>
                  <a:cubicBezTo>
                    <a:pt x="242" y="52"/>
                    <a:pt x="243" y="51"/>
                    <a:pt x="244" y="50"/>
                  </a:cubicBezTo>
                  <a:cubicBezTo>
                    <a:pt x="245" y="49"/>
                    <a:pt x="246" y="48"/>
                    <a:pt x="246" y="47"/>
                  </a:cubicBezTo>
                  <a:cubicBezTo>
                    <a:pt x="246" y="45"/>
                    <a:pt x="245" y="43"/>
                    <a:pt x="244" y="42"/>
                  </a:cubicBezTo>
                  <a:cubicBezTo>
                    <a:pt x="243" y="41"/>
                    <a:pt x="241" y="39"/>
                    <a:pt x="237" y="38"/>
                  </a:cubicBezTo>
                  <a:cubicBezTo>
                    <a:pt x="234" y="36"/>
                    <a:pt x="232" y="35"/>
                    <a:pt x="231" y="33"/>
                  </a:cubicBezTo>
                  <a:cubicBezTo>
                    <a:pt x="229" y="31"/>
                    <a:pt x="229" y="30"/>
                    <a:pt x="229" y="28"/>
                  </a:cubicBezTo>
                  <a:cubicBezTo>
                    <a:pt x="229" y="25"/>
                    <a:pt x="230" y="23"/>
                    <a:pt x="232" y="21"/>
                  </a:cubicBezTo>
                  <a:cubicBezTo>
                    <a:pt x="234" y="19"/>
                    <a:pt x="236" y="18"/>
                    <a:pt x="239" y="18"/>
                  </a:cubicBezTo>
                  <a:cubicBezTo>
                    <a:pt x="240" y="18"/>
                    <a:pt x="242" y="18"/>
                    <a:pt x="244" y="19"/>
                  </a:cubicBezTo>
                  <a:cubicBezTo>
                    <a:pt x="245" y="19"/>
                    <a:pt x="246" y="19"/>
                    <a:pt x="246" y="19"/>
                  </a:cubicBezTo>
                  <a:cubicBezTo>
                    <a:pt x="247" y="19"/>
                    <a:pt x="247" y="19"/>
                    <a:pt x="247" y="19"/>
                  </a:cubicBezTo>
                  <a:cubicBezTo>
                    <a:pt x="247" y="19"/>
                    <a:pt x="247" y="18"/>
                    <a:pt x="248" y="17"/>
                  </a:cubicBezTo>
                  <a:cubicBezTo>
                    <a:pt x="249" y="18"/>
                    <a:pt x="249" y="18"/>
                    <a:pt x="249" y="18"/>
                  </a:cubicBezTo>
                  <a:close/>
                  <a:moveTo>
                    <a:pt x="268" y="0"/>
                  </a:moveTo>
                  <a:cubicBezTo>
                    <a:pt x="269" y="0"/>
                    <a:pt x="270" y="0"/>
                    <a:pt x="271" y="1"/>
                  </a:cubicBezTo>
                  <a:cubicBezTo>
                    <a:pt x="271" y="2"/>
                    <a:pt x="272" y="3"/>
                    <a:pt x="272" y="4"/>
                  </a:cubicBezTo>
                  <a:cubicBezTo>
                    <a:pt x="272" y="5"/>
                    <a:pt x="271" y="6"/>
                    <a:pt x="271" y="7"/>
                  </a:cubicBezTo>
                  <a:cubicBezTo>
                    <a:pt x="270" y="7"/>
                    <a:pt x="269" y="8"/>
                    <a:pt x="268" y="8"/>
                  </a:cubicBezTo>
                  <a:cubicBezTo>
                    <a:pt x="267" y="8"/>
                    <a:pt x="266" y="7"/>
                    <a:pt x="266" y="7"/>
                  </a:cubicBezTo>
                  <a:cubicBezTo>
                    <a:pt x="265" y="6"/>
                    <a:pt x="265" y="5"/>
                    <a:pt x="265" y="4"/>
                  </a:cubicBezTo>
                  <a:cubicBezTo>
                    <a:pt x="265" y="3"/>
                    <a:pt x="265" y="2"/>
                    <a:pt x="266" y="1"/>
                  </a:cubicBezTo>
                  <a:cubicBezTo>
                    <a:pt x="266" y="0"/>
                    <a:pt x="267" y="0"/>
                    <a:pt x="268" y="0"/>
                  </a:cubicBezTo>
                  <a:close/>
                  <a:moveTo>
                    <a:pt x="271" y="18"/>
                  </a:moveTo>
                  <a:cubicBezTo>
                    <a:pt x="271" y="45"/>
                    <a:pt x="271" y="45"/>
                    <a:pt x="271" y="45"/>
                  </a:cubicBezTo>
                  <a:cubicBezTo>
                    <a:pt x="271" y="47"/>
                    <a:pt x="271" y="49"/>
                    <a:pt x="271" y="49"/>
                  </a:cubicBezTo>
                  <a:cubicBezTo>
                    <a:pt x="272" y="50"/>
                    <a:pt x="272" y="51"/>
                    <a:pt x="273" y="51"/>
                  </a:cubicBezTo>
                  <a:cubicBezTo>
                    <a:pt x="273" y="51"/>
                    <a:pt x="274" y="51"/>
                    <a:pt x="276" y="51"/>
                  </a:cubicBezTo>
                  <a:cubicBezTo>
                    <a:pt x="276" y="53"/>
                    <a:pt x="276" y="53"/>
                    <a:pt x="276" y="53"/>
                  </a:cubicBezTo>
                  <a:cubicBezTo>
                    <a:pt x="260" y="53"/>
                    <a:pt x="260" y="53"/>
                    <a:pt x="260" y="53"/>
                  </a:cubicBezTo>
                  <a:cubicBezTo>
                    <a:pt x="260" y="51"/>
                    <a:pt x="260" y="51"/>
                    <a:pt x="260" y="51"/>
                  </a:cubicBezTo>
                  <a:cubicBezTo>
                    <a:pt x="261" y="51"/>
                    <a:pt x="263" y="51"/>
                    <a:pt x="263" y="51"/>
                  </a:cubicBezTo>
                  <a:cubicBezTo>
                    <a:pt x="263" y="51"/>
                    <a:pt x="264" y="50"/>
                    <a:pt x="264" y="49"/>
                  </a:cubicBezTo>
                  <a:cubicBezTo>
                    <a:pt x="265" y="49"/>
                    <a:pt x="265" y="47"/>
                    <a:pt x="265" y="45"/>
                  </a:cubicBezTo>
                  <a:cubicBezTo>
                    <a:pt x="265" y="32"/>
                    <a:pt x="265" y="32"/>
                    <a:pt x="265" y="32"/>
                  </a:cubicBezTo>
                  <a:cubicBezTo>
                    <a:pt x="265" y="28"/>
                    <a:pt x="265" y="26"/>
                    <a:pt x="264" y="25"/>
                  </a:cubicBezTo>
                  <a:cubicBezTo>
                    <a:pt x="264" y="24"/>
                    <a:pt x="264" y="23"/>
                    <a:pt x="263" y="23"/>
                  </a:cubicBezTo>
                  <a:cubicBezTo>
                    <a:pt x="263" y="23"/>
                    <a:pt x="263" y="23"/>
                    <a:pt x="262" y="23"/>
                  </a:cubicBezTo>
                  <a:cubicBezTo>
                    <a:pt x="261" y="23"/>
                    <a:pt x="260" y="23"/>
                    <a:pt x="259" y="23"/>
                  </a:cubicBezTo>
                  <a:cubicBezTo>
                    <a:pt x="259" y="22"/>
                    <a:pt x="259" y="22"/>
                    <a:pt x="259" y="22"/>
                  </a:cubicBezTo>
                  <a:cubicBezTo>
                    <a:pt x="269" y="18"/>
                    <a:pt x="269" y="18"/>
                    <a:pt x="269" y="18"/>
                  </a:cubicBezTo>
                  <a:cubicBezTo>
                    <a:pt x="271" y="18"/>
                    <a:pt x="271" y="18"/>
                    <a:pt x="271" y="18"/>
                  </a:cubicBezTo>
                  <a:close/>
                  <a:moveTo>
                    <a:pt x="293" y="7"/>
                  </a:moveTo>
                  <a:cubicBezTo>
                    <a:pt x="293" y="19"/>
                    <a:pt x="293" y="19"/>
                    <a:pt x="293" y="19"/>
                  </a:cubicBezTo>
                  <a:cubicBezTo>
                    <a:pt x="301" y="19"/>
                    <a:pt x="301" y="19"/>
                    <a:pt x="301" y="19"/>
                  </a:cubicBezTo>
                  <a:cubicBezTo>
                    <a:pt x="301" y="21"/>
                    <a:pt x="301" y="21"/>
                    <a:pt x="301" y="21"/>
                  </a:cubicBezTo>
                  <a:cubicBezTo>
                    <a:pt x="293" y="21"/>
                    <a:pt x="293" y="21"/>
                    <a:pt x="293" y="21"/>
                  </a:cubicBezTo>
                  <a:cubicBezTo>
                    <a:pt x="293" y="43"/>
                    <a:pt x="293" y="43"/>
                    <a:pt x="293" y="43"/>
                  </a:cubicBezTo>
                  <a:cubicBezTo>
                    <a:pt x="293" y="45"/>
                    <a:pt x="294" y="47"/>
                    <a:pt x="294" y="48"/>
                  </a:cubicBezTo>
                  <a:cubicBezTo>
                    <a:pt x="295" y="49"/>
                    <a:pt x="295" y="49"/>
                    <a:pt x="297" y="49"/>
                  </a:cubicBezTo>
                  <a:cubicBezTo>
                    <a:pt x="297" y="49"/>
                    <a:pt x="298" y="49"/>
                    <a:pt x="299" y="48"/>
                  </a:cubicBezTo>
                  <a:cubicBezTo>
                    <a:pt x="300" y="48"/>
                    <a:pt x="300" y="47"/>
                    <a:pt x="301" y="46"/>
                  </a:cubicBezTo>
                  <a:cubicBezTo>
                    <a:pt x="302" y="46"/>
                    <a:pt x="302" y="46"/>
                    <a:pt x="302" y="46"/>
                  </a:cubicBezTo>
                  <a:cubicBezTo>
                    <a:pt x="301" y="48"/>
                    <a:pt x="300" y="50"/>
                    <a:pt x="298" y="51"/>
                  </a:cubicBezTo>
                  <a:cubicBezTo>
                    <a:pt x="297" y="53"/>
                    <a:pt x="295" y="53"/>
                    <a:pt x="293" y="53"/>
                  </a:cubicBezTo>
                  <a:cubicBezTo>
                    <a:pt x="292" y="53"/>
                    <a:pt x="291" y="53"/>
                    <a:pt x="290" y="53"/>
                  </a:cubicBezTo>
                  <a:cubicBezTo>
                    <a:pt x="289" y="52"/>
                    <a:pt x="288" y="51"/>
                    <a:pt x="288" y="50"/>
                  </a:cubicBezTo>
                  <a:cubicBezTo>
                    <a:pt x="287" y="49"/>
                    <a:pt x="287" y="47"/>
                    <a:pt x="287" y="44"/>
                  </a:cubicBezTo>
                  <a:cubicBezTo>
                    <a:pt x="287" y="21"/>
                    <a:pt x="287" y="21"/>
                    <a:pt x="287" y="21"/>
                  </a:cubicBezTo>
                  <a:cubicBezTo>
                    <a:pt x="282" y="21"/>
                    <a:pt x="282" y="21"/>
                    <a:pt x="282" y="21"/>
                  </a:cubicBezTo>
                  <a:cubicBezTo>
                    <a:pt x="282" y="20"/>
                    <a:pt x="282" y="20"/>
                    <a:pt x="282" y="20"/>
                  </a:cubicBezTo>
                  <a:cubicBezTo>
                    <a:pt x="283" y="20"/>
                    <a:pt x="285" y="19"/>
                    <a:pt x="286" y="17"/>
                  </a:cubicBezTo>
                  <a:cubicBezTo>
                    <a:pt x="287" y="16"/>
                    <a:pt x="288" y="15"/>
                    <a:pt x="289" y="13"/>
                  </a:cubicBezTo>
                  <a:cubicBezTo>
                    <a:pt x="290" y="12"/>
                    <a:pt x="291" y="10"/>
                    <a:pt x="292" y="7"/>
                  </a:cubicBezTo>
                  <a:cubicBezTo>
                    <a:pt x="293" y="7"/>
                    <a:pt x="293" y="7"/>
                    <a:pt x="293" y="7"/>
                  </a:cubicBezTo>
                  <a:close/>
                  <a:moveTo>
                    <a:pt x="306" y="19"/>
                  </a:moveTo>
                  <a:cubicBezTo>
                    <a:pt x="321" y="19"/>
                    <a:pt x="321" y="19"/>
                    <a:pt x="321" y="19"/>
                  </a:cubicBezTo>
                  <a:cubicBezTo>
                    <a:pt x="321" y="20"/>
                    <a:pt x="321" y="20"/>
                    <a:pt x="321" y="20"/>
                  </a:cubicBezTo>
                  <a:cubicBezTo>
                    <a:pt x="320" y="20"/>
                    <a:pt x="320" y="20"/>
                    <a:pt x="320" y="20"/>
                  </a:cubicBezTo>
                  <a:cubicBezTo>
                    <a:pt x="319" y="20"/>
                    <a:pt x="318" y="20"/>
                    <a:pt x="318" y="21"/>
                  </a:cubicBezTo>
                  <a:cubicBezTo>
                    <a:pt x="317" y="21"/>
                    <a:pt x="317" y="22"/>
                    <a:pt x="317" y="22"/>
                  </a:cubicBezTo>
                  <a:cubicBezTo>
                    <a:pt x="317" y="23"/>
                    <a:pt x="317" y="25"/>
                    <a:pt x="318" y="26"/>
                  </a:cubicBezTo>
                  <a:cubicBezTo>
                    <a:pt x="326" y="43"/>
                    <a:pt x="326" y="43"/>
                    <a:pt x="326" y="43"/>
                  </a:cubicBezTo>
                  <a:cubicBezTo>
                    <a:pt x="333" y="25"/>
                    <a:pt x="333" y="25"/>
                    <a:pt x="333" y="25"/>
                  </a:cubicBezTo>
                  <a:cubicBezTo>
                    <a:pt x="334" y="23"/>
                    <a:pt x="334" y="23"/>
                    <a:pt x="334" y="21"/>
                  </a:cubicBezTo>
                  <a:cubicBezTo>
                    <a:pt x="334" y="21"/>
                    <a:pt x="334" y="21"/>
                    <a:pt x="333" y="20"/>
                  </a:cubicBezTo>
                  <a:cubicBezTo>
                    <a:pt x="333" y="20"/>
                    <a:pt x="333" y="20"/>
                    <a:pt x="333" y="19"/>
                  </a:cubicBezTo>
                  <a:cubicBezTo>
                    <a:pt x="332" y="19"/>
                    <a:pt x="331" y="19"/>
                    <a:pt x="331" y="19"/>
                  </a:cubicBezTo>
                  <a:cubicBezTo>
                    <a:pt x="331" y="18"/>
                    <a:pt x="331" y="18"/>
                    <a:pt x="331" y="18"/>
                  </a:cubicBezTo>
                  <a:cubicBezTo>
                    <a:pt x="341" y="18"/>
                    <a:pt x="341" y="18"/>
                    <a:pt x="341" y="18"/>
                  </a:cubicBezTo>
                  <a:cubicBezTo>
                    <a:pt x="341" y="19"/>
                    <a:pt x="341" y="19"/>
                    <a:pt x="341" y="19"/>
                  </a:cubicBezTo>
                  <a:cubicBezTo>
                    <a:pt x="341" y="19"/>
                    <a:pt x="340" y="19"/>
                    <a:pt x="339" y="19"/>
                  </a:cubicBezTo>
                  <a:cubicBezTo>
                    <a:pt x="339" y="20"/>
                    <a:pt x="338" y="20"/>
                    <a:pt x="338" y="21"/>
                  </a:cubicBezTo>
                  <a:cubicBezTo>
                    <a:pt x="337" y="21"/>
                    <a:pt x="337" y="22"/>
                    <a:pt x="337" y="24"/>
                  </a:cubicBezTo>
                  <a:cubicBezTo>
                    <a:pt x="323" y="58"/>
                    <a:pt x="323" y="58"/>
                    <a:pt x="323" y="58"/>
                  </a:cubicBezTo>
                  <a:cubicBezTo>
                    <a:pt x="322" y="61"/>
                    <a:pt x="321" y="63"/>
                    <a:pt x="318" y="65"/>
                  </a:cubicBezTo>
                  <a:cubicBezTo>
                    <a:pt x="316" y="67"/>
                    <a:pt x="314" y="68"/>
                    <a:pt x="312" y="68"/>
                  </a:cubicBezTo>
                  <a:cubicBezTo>
                    <a:pt x="311" y="68"/>
                    <a:pt x="310" y="67"/>
                    <a:pt x="309" y="67"/>
                  </a:cubicBezTo>
                  <a:cubicBezTo>
                    <a:pt x="308" y="66"/>
                    <a:pt x="307" y="65"/>
                    <a:pt x="307" y="64"/>
                  </a:cubicBezTo>
                  <a:cubicBezTo>
                    <a:pt x="307" y="63"/>
                    <a:pt x="308" y="62"/>
                    <a:pt x="308" y="61"/>
                  </a:cubicBezTo>
                  <a:cubicBezTo>
                    <a:pt x="309" y="61"/>
                    <a:pt x="310" y="61"/>
                    <a:pt x="311" y="61"/>
                  </a:cubicBezTo>
                  <a:cubicBezTo>
                    <a:pt x="312" y="61"/>
                    <a:pt x="313" y="61"/>
                    <a:pt x="314" y="61"/>
                  </a:cubicBezTo>
                  <a:cubicBezTo>
                    <a:pt x="315" y="62"/>
                    <a:pt x="316" y="62"/>
                    <a:pt x="316" y="62"/>
                  </a:cubicBezTo>
                  <a:cubicBezTo>
                    <a:pt x="317" y="62"/>
                    <a:pt x="317" y="61"/>
                    <a:pt x="318" y="61"/>
                  </a:cubicBezTo>
                  <a:cubicBezTo>
                    <a:pt x="319" y="60"/>
                    <a:pt x="320" y="58"/>
                    <a:pt x="321" y="56"/>
                  </a:cubicBezTo>
                  <a:cubicBezTo>
                    <a:pt x="323" y="50"/>
                    <a:pt x="323" y="50"/>
                    <a:pt x="323" y="50"/>
                  </a:cubicBezTo>
                  <a:cubicBezTo>
                    <a:pt x="311" y="25"/>
                    <a:pt x="311" y="25"/>
                    <a:pt x="311" y="25"/>
                  </a:cubicBezTo>
                  <a:cubicBezTo>
                    <a:pt x="311" y="24"/>
                    <a:pt x="311" y="23"/>
                    <a:pt x="310" y="22"/>
                  </a:cubicBezTo>
                  <a:cubicBezTo>
                    <a:pt x="309" y="21"/>
                    <a:pt x="309" y="20"/>
                    <a:pt x="308" y="20"/>
                  </a:cubicBezTo>
                  <a:cubicBezTo>
                    <a:pt x="308" y="20"/>
                    <a:pt x="307" y="19"/>
                    <a:pt x="305" y="19"/>
                  </a:cubicBezTo>
                  <a:cubicBezTo>
                    <a:pt x="306" y="19"/>
                    <a:pt x="306" y="19"/>
                    <a:pt x="306" y="19"/>
                  </a:cubicBezTo>
                  <a:close/>
                  <a:moveTo>
                    <a:pt x="379" y="18"/>
                  </a:moveTo>
                  <a:cubicBezTo>
                    <a:pt x="383" y="18"/>
                    <a:pt x="387" y="20"/>
                    <a:pt x="391" y="24"/>
                  </a:cubicBezTo>
                  <a:cubicBezTo>
                    <a:pt x="393" y="27"/>
                    <a:pt x="395" y="31"/>
                    <a:pt x="395" y="35"/>
                  </a:cubicBezTo>
                  <a:cubicBezTo>
                    <a:pt x="395" y="39"/>
                    <a:pt x="394" y="41"/>
                    <a:pt x="393" y="45"/>
                  </a:cubicBezTo>
                  <a:cubicBezTo>
                    <a:pt x="391" y="48"/>
                    <a:pt x="389" y="50"/>
                    <a:pt x="387" y="52"/>
                  </a:cubicBezTo>
                  <a:cubicBezTo>
                    <a:pt x="385" y="53"/>
                    <a:pt x="382" y="54"/>
                    <a:pt x="379" y="54"/>
                  </a:cubicBezTo>
                  <a:cubicBezTo>
                    <a:pt x="374" y="54"/>
                    <a:pt x="370" y="52"/>
                    <a:pt x="367" y="48"/>
                  </a:cubicBezTo>
                  <a:cubicBezTo>
                    <a:pt x="365" y="45"/>
                    <a:pt x="363" y="41"/>
                    <a:pt x="363" y="37"/>
                  </a:cubicBezTo>
                  <a:cubicBezTo>
                    <a:pt x="363" y="33"/>
                    <a:pt x="364" y="30"/>
                    <a:pt x="366" y="27"/>
                  </a:cubicBezTo>
                  <a:cubicBezTo>
                    <a:pt x="367" y="24"/>
                    <a:pt x="369" y="22"/>
                    <a:pt x="372" y="21"/>
                  </a:cubicBezTo>
                  <a:cubicBezTo>
                    <a:pt x="373" y="19"/>
                    <a:pt x="376" y="18"/>
                    <a:pt x="379" y="18"/>
                  </a:cubicBezTo>
                  <a:close/>
                  <a:moveTo>
                    <a:pt x="377" y="20"/>
                  </a:moveTo>
                  <a:cubicBezTo>
                    <a:pt x="376" y="20"/>
                    <a:pt x="375" y="21"/>
                    <a:pt x="373" y="21"/>
                  </a:cubicBezTo>
                  <a:cubicBezTo>
                    <a:pt x="372" y="22"/>
                    <a:pt x="371" y="23"/>
                    <a:pt x="370" y="25"/>
                  </a:cubicBezTo>
                  <a:cubicBezTo>
                    <a:pt x="369" y="27"/>
                    <a:pt x="369" y="30"/>
                    <a:pt x="369" y="33"/>
                  </a:cubicBezTo>
                  <a:cubicBezTo>
                    <a:pt x="369" y="38"/>
                    <a:pt x="370" y="42"/>
                    <a:pt x="372" y="46"/>
                  </a:cubicBezTo>
                  <a:cubicBezTo>
                    <a:pt x="374" y="49"/>
                    <a:pt x="376" y="51"/>
                    <a:pt x="379" y="51"/>
                  </a:cubicBezTo>
                  <a:cubicBezTo>
                    <a:pt x="382" y="51"/>
                    <a:pt x="384" y="50"/>
                    <a:pt x="385" y="48"/>
                  </a:cubicBezTo>
                  <a:cubicBezTo>
                    <a:pt x="387" y="46"/>
                    <a:pt x="387" y="43"/>
                    <a:pt x="387" y="38"/>
                  </a:cubicBezTo>
                  <a:cubicBezTo>
                    <a:pt x="387" y="32"/>
                    <a:pt x="386" y="27"/>
                    <a:pt x="384" y="24"/>
                  </a:cubicBezTo>
                  <a:cubicBezTo>
                    <a:pt x="382" y="21"/>
                    <a:pt x="380" y="20"/>
                    <a:pt x="377" y="20"/>
                  </a:cubicBezTo>
                  <a:close/>
                  <a:moveTo>
                    <a:pt x="415" y="21"/>
                  </a:moveTo>
                  <a:cubicBezTo>
                    <a:pt x="415" y="44"/>
                    <a:pt x="415" y="44"/>
                    <a:pt x="415" y="44"/>
                  </a:cubicBezTo>
                  <a:cubicBezTo>
                    <a:pt x="415" y="47"/>
                    <a:pt x="416" y="49"/>
                    <a:pt x="416" y="50"/>
                  </a:cubicBezTo>
                  <a:cubicBezTo>
                    <a:pt x="417" y="51"/>
                    <a:pt x="418" y="51"/>
                    <a:pt x="420" y="51"/>
                  </a:cubicBezTo>
                  <a:cubicBezTo>
                    <a:pt x="423" y="51"/>
                    <a:pt x="423" y="51"/>
                    <a:pt x="423" y="51"/>
                  </a:cubicBezTo>
                  <a:cubicBezTo>
                    <a:pt x="423" y="53"/>
                    <a:pt x="423" y="53"/>
                    <a:pt x="423" y="53"/>
                  </a:cubicBezTo>
                  <a:cubicBezTo>
                    <a:pt x="403" y="53"/>
                    <a:pt x="403" y="53"/>
                    <a:pt x="403" y="53"/>
                  </a:cubicBezTo>
                  <a:cubicBezTo>
                    <a:pt x="403" y="51"/>
                    <a:pt x="403" y="51"/>
                    <a:pt x="403" y="51"/>
                  </a:cubicBezTo>
                  <a:cubicBezTo>
                    <a:pt x="405" y="51"/>
                    <a:pt x="405" y="51"/>
                    <a:pt x="405" y="51"/>
                  </a:cubicBezTo>
                  <a:cubicBezTo>
                    <a:pt x="406" y="51"/>
                    <a:pt x="407" y="51"/>
                    <a:pt x="408" y="51"/>
                  </a:cubicBezTo>
                  <a:cubicBezTo>
                    <a:pt x="409" y="50"/>
                    <a:pt x="409" y="49"/>
                    <a:pt x="409" y="49"/>
                  </a:cubicBezTo>
                  <a:cubicBezTo>
                    <a:pt x="410" y="48"/>
                    <a:pt x="410" y="46"/>
                    <a:pt x="410" y="44"/>
                  </a:cubicBezTo>
                  <a:cubicBezTo>
                    <a:pt x="410" y="21"/>
                    <a:pt x="410" y="21"/>
                    <a:pt x="410" y="21"/>
                  </a:cubicBezTo>
                  <a:cubicBezTo>
                    <a:pt x="403" y="21"/>
                    <a:pt x="403" y="21"/>
                    <a:pt x="403" y="21"/>
                  </a:cubicBezTo>
                  <a:cubicBezTo>
                    <a:pt x="403" y="19"/>
                    <a:pt x="403" y="19"/>
                    <a:pt x="403" y="19"/>
                  </a:cubicBezTo>
                  <a:cubicBezTo>
                    <a:pt x="410" y="19"/>
                    <a:pt x="410" y="19"/>
                    <a:pt x="410" y="19"/>
                  </a:cubicBezTo>
                  <a:cubicBezTo>
                    <a:pt x="410" y="16"/>
                    <a:pt x="410" y="16"/>
                    <a:pt x="410" y="16"/>
                  </a:cubicBezTo>
                  <a:cubicBezTo>
                    <a:pt x="410" y="13"/>
                    <a:pt x="410" y="10"/>
                    <a:pt x="411" y="7"/>
                  </a:cubicBezTo>
                  <a:cubicBezTo>
                    <a:pt x="413" y="5"/>
                    <a:pt x="414" y="3"/>
                    <a:pt x="416" y="2"/>
                  </a:cubicBezTo>
                  <a:cubicBezTo>
                    <a:pt x="418" y="0"/>
                    <a:pt x="421" y="0"/>
                    <a:pt x="423" y="0"/>
                  </a:cubicBezTo>
                  <a:cubicBezTo>
                    <a:pt x="426" y="0"/>
                    <a:pt x="428" y="1"/>
                    <a:pt x="430" y="2"/>
                  </a:cubicBezTo>
                  <a:cubicBezTo>
                    <a:pt x="431" y="3"/>
                    <a:pt x="432" y="5"/>
                    <a:pt x="432" y="6"/>
                  </a:cubicBezTo>
                  <a:cubicBezTo>
                    <a:pt x="432" y="7"/>
                    <a:pt x="432" y="7"/>
                    <a:pt x="431" y="8"/>
                  </a:cubicBezTo>
                  <a:cubicBezTo>
                    <a:pt x="431" y="9"/>
                    <a:pt x="430" y="9"/>
                    <a:pt x="429" y="9"/>
                  </a:cubicBezTo>
                  <a:cubicBezTo>
                    <a:pt x="429" y="9"/>
                    <a:pt x="428" y="8"/>
                    <a:pt x="428" y="8"/>
                  </a:cubicBezTo>
                  <a:cubicBezTo>
                    <a:pt x="427" y="7"/>
                    <a:pt x="427" y="7"/>
                    <a:pt x="425" y="5"/>
                  </a:cubicBezTo>
                  <a:cubicBezTo>
                    <a:pt x="425" y="4"/>
                    <a:pt x="424" y="3"/>
                    <a:pt x="423" y="2"/>
                  </a:cubicBezTo>
                  <a:cubicBezTo>
                    <a:pt x="422" y="2"/>
                    <a:pt x="421" y="1"/>
                    <a:pt x="421" y="1"/>
                  </a:cubicBezTo>
                  <a:cubicBezTo>
                    <a:pt x="419" y="1"/>
                    <a:pt x="419" y="2"/>
                    <a:pt x="418" y="2"/>
                  </a:cubicBezTo>
                  <a:cubicBezTo>
                    <a:pt x="417" y="3"/>
                    <a:pt x="417" y="4"/>
                    <a:pt x="416" y="5"/>
                  </a:cubicBezTo>
                  <a:cubicBezTo>
                    <a:pt x="416" y="6"/>
                    <a:pt x="416" y="9"/>
                    <a:pt x="416" y="15"/>
                  </a:cubicBezTo>
                  <a:cubicBezTo>
                    <a:pt x="416" y="17"/>
                    <a:pt x="416" y="17"/>
                    <a:pt x="416" y="17"/>
                  </a:cubicBezTo>
                  <a:cubicBezTo>
                    <a:pt x="424" y="17"/>
                    <a:pt x="424" y="17"/>
                    <a:pt x="424" y="17"/>
                  </a:cubicBezTo>
                  <a:cubicBezTo>
                    <a:pt x="424" y="21"/>
                    <a:pt x="424" y="21"/>
                    <a:pt x="424" y="21"/>
                  </a:cubicBezTo>
                  <a:cubicBezTo>
                    <a:pt x="415" y="21"/>
                    <a:pt x="415" y="21"/>
                    <a:pt x="415" y="21"/>
                  </a:cubicBezTo>
                  <a:close/>
                  <a:moveTo>
                    <a:pt x="477" y="1"/>
                  </a:moveTo>
                  <a:cubicBezTo>
                    <a:pt x="477" y="19"/>
                    <a:pt x="477" y="19"/>
                    <a:pt x="477" y="19"/>
                  </a:cubicBezTo>
                  <a:cubicBezTo>
                    <a:pt x="475" y="19"/>
                    <a:pt x="475" y="19"/>
                    <a:pt x="475" y="19"/>
                  </a:cubicBezTo>
                  <a:cubicBezTo>
                    <a:pt x="475" y="15"/>
                    <a:pt x="474" y="13"/>
                    <a:pt x="473" y="11"/>
                  </a:cubicBezTo>
                  <a:cubicBezTo>
                    <a:pt x="472" y="9"/>
                    <a:pt x="470" y="7"/>
                    <a:pt x="468" y="6"/>
                  </a:cubicBezTo>
                  <a:cubicBezTo>
                    <a:pt x="466" y="5"/>
                    <a:pt x="464" y="4"/>
                    <a:pt x="462" y="4"/>
                  </a:cubicBezTo>
                  <a:cubicBezTo>
                    <a:pt x="459" y="4"/>
                    <a:pt x="457" y="5"/>
                    <a:pt x="456" y="7"/>
                  </a:cubicBezTo>
                  <a:cubicBezTo>
                    <a:pt x="454" y="8"/>
                    <a:pt x="453" y="10"/>
                    <a:pt x="453" y="12"/>
                  </a:cubicBezTo>
                  <a:cubicBezTo>
                    <a:pt x="453" y="13"/>
                    <a:pt x="454" y="15"/>
                    <a:pt x="455" y="16"/>
                  </a:cubicBezTo>
                  <a:cubicBezTo>
                    <a:pt x="457" y="18"/>
                    <a:pt x="460" y="20"/>
                    <a:pt x="465" y="23"/>
                  </a:cubicBezTo>
                  <a:cubicBezTo>
                    <a:pt x="470" y="26"/>
                    <a:pt x="473" y="28"/>
                    <a:pt x="475" y="29"/>
                  </a:cubicBezTo>
                  <a:cubicBezTo>
                    <a:pt x="476" y="31"/>
                    <a:pt x="477" y="32"/>
                    <a:pt x="479" y="34"/>
                  </a:cubicBezTo>
                  <a:cubicBezTo>
                    <a:pt x="479" y="36"/>
                    <a:pt x="480" y="38"/>
                    <a:pt x="480" y="40"/>
                  </a:cubicBezTo>
                  <a:cubicBezTo>
                    <a:pt x="480" y="44"/>
                    <a:pt x="478" y="47"/>
                    <a:pt x="475" y="50"/>
                  </a:cubicBezTo>
                  <a:cubicBezTo>
                    <a:pt x="473" y="53"/>
                    <a:pt x="469" y="54"/>
                    <a:pt x="465" y="54"/>
                  </a:cubicBezTo>
                  <a:cubicBezTo>
                    <a:pt x="463" y="54"/>
                    <a:pt x="462" y="54"/>
                    <a:pt x="461" y="53"/>
                  </a:cubicBezTo>
                  <a:cubicBezTo>
                    <a:pt x="460" y="53"/>
                    <a:pt x="458" y="53"/>
                    <a:pt x="456" y="52"/>
                  </a:cubicBezTo>
                  <a:cubicBezTo>
                    <a:pt x="454" y="51"/>
                    <a:pt x="453" y="51"/>
                    <a:pt x="452" y="51"/>
                  </a:cubicBezTo>
                  <a:cubicBezTo>
                    <a:pt x="451" y="51"/>
                    <a:pt x="451" y="51"/>
                    <a:pt x="450" y="51"/>
                  </a:cubicBezTo>
                  <a:cubicBezTo>
                    <a:pt x="450" y="52"/>
                    <a:pt x="450" y="53"/>
                    <a:pt x="449" y="54"/>
                  </a:cubicBezTo>
                  <a:cubicBezTo>
                    <a:pt x="448" y="54"/>
                    <a:pt x="448" y="54"/>
                    <a:pt x="448" y="54"/>
                  </a:cubicBezTo>
                  <a:cubicBezTo>
                    <a:pt x="448" y="37"/>
                    <a:pt x="448" y="37"/>
                    <a:pt x="448" y="37"/>
                  </a:cubicBezTo>
                  <a:cubicBezTo>
                    <a:pt x="449" y="37"/>
                    <a:pt x="449" y="37"/>
                    <a:pt x="449" y="37"/>
                  </a:cubicBezTo>
                  <a:cubicBezTo>
                    <a:pt x="450" y="40"/>
                    <a:pt x="451" y="43"/>
                    <a:pt x="452" y="45"/>
                  </a:cubicBezTo>
                  <a:cubicBezTo>
                    <a:pt x="453" y="46"/>
                    <a:pt x="455" y="48"/>
                    <a:pt x="457" y="49"/>
                  </a:cubicBezTo>
                  <a:cubicBezTo>
                    <a:pt x="459" y="50"/>
                    <a:pt x="461" y="51"/>
                    <a:pt x="464" y="51"/>
                  </a:cubicBezTo>
                  <a:cubicBezTo>
                    <a:pt x="467" y="51"/>
                    <a:pt x="469" y="50"/>
                    <a:pt x="471" y="48"/>
                  </a:cubicBezTo>
                  <a:cubicBezTo>
                    <a:pt x="473" y="47"/>
                    <a:pt x="473" y="45"/>
                    <a:pt x="473" y="43"/>
                  </a:cubicBezTo>
                  <a:cubicBezTo>
                    <a:pt x="473" y="41"/>
                    <a:pt x="473" y="40"/>
                    <a:pt x="473" y="39"/>
                  </a:cubicBezTo>
                  <a:cubicBezTo>
                    <a:pt x="472" y="38"/>
                    <a:pt x="471" y="37"/>
                    <a:pt x="469" y="35"/>
                  </a:cubicBezTo>
                  <a:cubicBezTo>
                    <a:pt x="469" y="35"/>
                    <a:pt x="466" y="33"/>
                    <a:pt x="462" y="31"/>
                  </a:cubicBezTo>
                  <a:cubicBezTo>
                    <a:pt x="458" y="28"/>
                    <a:pt x="455" y="26"/>
                    <a:pt x="453" y="25"/>
                  </a:cubicBezTo>
                  <a:cubicBezTo>
                    <a:pt x="451" y="23"/>
                    <a:pt x="450" y="22"/>
                    <a:pt x="449" y="20"/>
                  </a:cubicBezTo>
                  <a:cubicBezTo>
                    <a:pt x="448" y="19"/>
                    <a:pt x="448" y="17"/>
                    <a:pt x="448" y="15"/>
                  </a:cubicBezTo>
                  <a:cubicBezTo>
                    <a:pt x="448" y="11"/>
                    <a:pt x="449" y="8"/>
                    <a:pt x="452" y="5"/>
                  </a:cubicBezTo>
                  <a:cubicBezTo>
                    <a:pt x="455" y="3"/>
                    <a:pt x="458" y="1"/>
                    <a:pt x="462" y="1"/>
                  </a:cubicBezTo>
                  <a:cubicBezTo>
                    <a:pt x="464" y="1"/>
                    <a:pt x="467" y="2"/>
                    <a:pt x="470" y="3"/>
                  </a:cubicBezTo>
                  <a:cubicBezTo>
                    <a:pt x="471" y="4"/>
                    <a:pt x="472" y="4"/>
                    <a:pt x="473" y="4"/>
                  </a:cubicBezTo>
                  <a:cubicBezTo>
                    <a:pt x="473" y="4"/>
                    <a:pt x="474" y="4"/>
                    <a:pt x="474" y="4"/>
                  </a:cubicBezTo>
                  <a:cubicBezTo>
                    <a:pt x="475" y="3"/>
                    <a:pt x="475" y="3"/>
                    <a:pt x="475" y="1"/>
                  </a:cubicBezTo>
                  <a:cubicBezTo>
                    <a:pt x="477" y="1"/>
                    <a:pt x="477" y="1"/>
                    <a:pt x="477" y="1"/>
                  </a:cubicBezTo>
                  <a:close/>
                  <a:moveTo>
                    <a:pt x="517" y="40"/>
                  </a:moveTo>
                  <a:cubicBezTo>
                    <a:pt x="517" y="44"/>
                    <a:pt x="515" y="48"/>
                    <a:pt x="512" y="50"/>
                  </a:cubicBezTo>
                  <a:cubicBezTo>
                    <a:pt x="510" y="53"/>
                    <a:pt x="507" y="54"/>
                    <a:pt x="504" y="54"/>
                  </a:cubicBezTo>
                  <a:cubicBezTo>
                    <a:pt x="500" y="54"/>
                    <a:pt x="497" y="52"/>
                    <a:pt x="494" y="49"/>
                  </a:cubicBezTo>
                  <a:cubicBezTo>
                    <a:pt x="491" y="46"/>
                    <a:pt x="490" y="41"/>
                    <a:pt x="490" y="36"/>
                  </a:cubicBezTo>
                  <a:cubicBezTo>
                    <a:pt x="490" y="31"/>
                    <a:pt x="492" y="26"/>
                    <a:pt x="495" y="23"/>
                  </a:cubicBezTo>
                  <a:cubicBezTo>
                    <a:pt x="498" y="19"/>
                    <a:pt x="501" y="17"/>
                    <a:pt x="506" y="17"/>
                  </a:cubicBezTo>
                  <a:cubicBezTo>
                    <a:pt x="509" y="17"/>
                    <a:pt x="512" y="18"/>
                    <a:pt x="514" y="20"/>
                  </a:cubicBezTo>
                  <a:cubicBezTo>
                    <a:pt x="516" y="22"/>
                    <a:pt x="517" y="24"/>
                    <a:pt x="517" y="26"/>
                  </a:cubicBezTo>
                  <a:cubicBezTo>
                    <a:pt x="517" y="27"/>
                    <a:pt x="517" y="27"/>
                    <a:pt x="516" y="28"/>
                  </a:cubicBezTo>
                  <a:cubicBezTo>
                    <a:pt x="516" y="29"/>
                    <a:pt x="515" y="29"/>
                    <a:pt x="514" y="29"/>
                  </a:cubicBezTo>
                  <a:cubicBezTo>
                    <a:pt x="512" y="29"/>
                    <a:pt x="511" y="29"/>
                    <a:pt x="511" y="27"/>
                  </a:cubicBezTo>
                  <a:cubicBezTo>
                    <a:pt x="510" y="27"/>
                    <a:pt x="510" y="26"/>
                    <a:pt x="510" y="25"/>
                  </a:cubicBezTo>
                  <a:cubicBezTo>
                    <a:pt x="510" y="23"/>
                    <a:pt x="509" y="22"/>
                    <a:pt x="508" y="21"/>
                  </a:cubicBezTo>
                  <a:cubicBezTo>
                    <a:pt x="507" y="21"/>
                    <a:pt x="506" y="20"/>
                    <a:pt x="505" y="20"/>
                  </a:cubicBezTo>
                  <a:cubicBezTo>
                    <a:pt x="502" y="20"/>
                    <a:pt x="500" y="21"/>
                    <a:pt x="499" y="23"/>
                  </a:cubicBezTo>
                  <a:cubicBezTo>
                    <a:pt x="497" y="25"/>
                    <a:pt x="496" y="29"/>
                    <a:pt x="496" y="33"/>
                  </a:cubicBezTo>
                  <a:cubicBezTo>
                    <a:pt x="496" y="37"/>
                    <a:pt x="497" y="40"/>
                    <a:pt x="499" y="43"/>
                  </a:cubicBezTo>
                  <a:cubicBezTo>
                    <a:pt x="501" y="47"/>
                    <a:pt x="503" y="48"/>
                    <a:pt x="507" y="48"/>
                  </a:cubicBezTo>
                  <a:cubicBezTo>
                    <a:pt x="509" y="48"/>
                    <a:pt x="511" y="47"/>
                    <a:pt x="513" y="46"/>
                  </a:cubicBezTo>
                  <a:cubicBezTo>
                    <a:pt x="514" y="45"/>
                    <a:pt x="515" y="43"/>
                    <a:pt x="517" y="40"/>
                  </a:cubicBezTo>
                  <a:cubicBezTo>
                    <a:pt x="517" y="40"/>
                    <a:pt x="517" y="40"/>
                    <a:pt x="517" y="40"/>
                  </a:cubicBezTo>
                  <a:close/>
                  <a:moveTo>
                    <a:pt x="534" y="0"/>
                  </a:moveTo>
                  <a:cubicBezTo>
                    <a:pt x="535" y="0"/>
                    <a:pt x="536" y="0"/>
                    <a:pt x="537" y="1"/>
                  </a:cubicBezTo>
                  <a:cubicBezTo>
                    <a:pt x="537" y="2"/>
                    <a:pt x="538" y="3"/>
                    <a:pt x="538" y="4"/>
                  </a:cubicBezTo>
                  <a:cubicBezTo>
                    <a:pt x="538" y="5"/>
                    <a:pt x="537" y="6"/>
                    <a:pt x="537" y="7"/>
                  </a:cubicBezTo>
                  <a:cubicBezTo>
                    <a:pt x="536" y="7"/>
                    <a:pt x="535" y="8"/>
                    <a:pt x="534" y="8"/>
                  </a:cubicBezTo>
                  <a:cubicBezTo>
                    <a:pt x="533" y="8"/>
                    <a:pt x="532" y="7"/>
                    <a:pt x="532" y="7"/>
                  </a:cubicBezTo>
                  <a:cubicBezTo>
                    <a:pt x="531" y="6"/>
                    <a:pt x="531" y="5"/>
                    <a:pt x="531" y="4"/>
                  </a:cubicBezTo>
                  <a:cubicBezTo>
                    <a:pt x="531" y="3"/>
                    <a:pt x="531" y="2"/>
                    <a:pt x="532" y="1"/>
                  </a:cubicBezTo>
                  <a:cubicBezTo>
                    <a:pt x="532" y="0"/>
                    <a:pt x="533" y="0"/>
                    <a:pt x="534" y="0"/>
                  </a:cubicBezTo>
                  <a:close/>
                  <a:moveTo>
                    <a:pt x="537" y="18"/>
                  </a:moveTo>
                  <a:cubicBezTo>
                    <a:pt x="537" y="45"/>
                    <a:pt x="537" y="45"/>
                    <a:pt x="537" y="45"/>
                  </a:cubicBezTo>
                  <a:cubicBezTo>
                    <a:pt x="537" y="47"/>
                    <a:pt x="537" y="49"/>
                    <a:pt x="537" y="49"/>
                  </a:cubicBezTo>
                  <a:cubicBezTo>
                    <a:pt x="538" y="50"/>
                    <a:pt x="538" y="51"/>
                    <a:pt x="539" y="51"/>
                  </a:cubicBezTo>
                  <a:cubicBezTo>
                    <a:pt x="539" y="51"/>
                    <a:pt x="540" y="51"/>
                    <a:pt x="542" y="51"/>
                  </a:cubicBezTo>
                  <a:cubicBezTo>
                    <a:pt x="542" y="53"/>
                    <a:pt x="542" y="53"/>
                    <a:pt x="542" y="53"/>
                  </a:cubicBezTo>
                  <a:cubicBezTo>
                    <a:pt x="526" y="53"/>
                    <a:pt x="526" y="53"/>
                    <a:pt x="526" y="53"/>
                  </a:cubicBezTo>
                  <a:cubicBezTo>
                    <a:pt x="526" y="51"/>
                    <a:pt x="526" y="51"/>
                    <a:pt x="526" y="51"/>
                  </a:cubicBezTo>
                  <a:cubicBezTo>
                    <a:pt x="527" y="51"/>
                    <a:pt x="529" y="51"/>
                    <a:pt x="529" y="51"/>
                  </a:cubicBezTo>
                  <a:cubicBezTo>
                    <a:pt x="529" y="51"/>
                    <a:pt x="530" y="50"/>
                    <a:pt x="530" y="49"/>
                  </a:cubicBezTo>
                  <a:cubicBezTo>
                    <a:pt x="531" y="49"/>
                    <a:pt x="531" y="47"/>
                    <a:pt x="531" y="45"/>
                  </a:cubicBezTo>
                  <a:cubicBezTo>
                    <a:pt x="531" y="32"/>
                    <a:pt x="531" y="32"/>
                    <a:pt x="531" y="32"/>
                  </a:cubicBezTo>
                  <a:cubicBezTo>
                    <a:pt x="531" y="28"/>
                    <a:pt x="531" y="26"/>
                    <a:pt x="530" y="25"/>
                  </a:cubicBezTo>
                  <a:cubicBezTo>
                    <a:pt x="530" y="24"/>
                    <a:pt x="530" y="23"/>
                    <a:pt x="529" y="23"/>
                  </a:cubicBezTo>
                  <a:cubicBezTo>
                    <a:pt x="529" y="23"/>
                    <a:pt x="529" y="23"/>
                    <a:pt x="528" y="23"/>
                  </a:cubicBezTo>
                  <a:cubicBezTo>
                    <a:pt x="527" y="23"/>
                    <a:pt x="526" y="23"/>
                    <a:pt x="525" y="23"/>
                  </a:cubicBezTo>
                  <a:cubicBezTo>
                    <a:pt x="525" y="22"/>
                    <a:pt x="525" y="22"/>
                    <a:pt x="525" y="22"/>
                  </a:cubicBezTo>
                  <a:cubicBezTo>
                    <a:pt x="535" y="18"/>
                    <a:pt x="535" y="18"/>
                    <a:pt x="535" y="18"/>
                  </a:cubicBezTo>
                  <a:cubicBezTo>
                    <a:pt x="537" y="18"/>
                    <a:pt x="537" y="18"/>
                    <a:pt x="537" y="18"/>
                  </a:cubicBezTo>
                  <a:close/>
                  <a:moveTo>
                    <a:pt x="555" y="31"/>
                  </a:moveTo>
                  <a:cubicBezTo>
                    <a:pt x="555" y="37"/>
                    <a:pt x="557" y="40"/>
                    <a:pt x="559" y="43"/>
                  </a:cubicBezTo>
                  <a:cubicBezTo>
                    <a:pt x="561" y="46"/>
                    <a:pt x="564" y="48"/>
                    <a:pt x="567" y="48"/>
                  </a:cubicBezTo>
                  <a:cubicBezTo>
                    <a:pt x="569" y="48"/>
                    <a:pt x="571" y="47"/>
                    <a:pt x="573" y="46"/>
                  </a:cubicBezTo>
                  <a:cubicBezTo>
                    <a:pt x="575" y="45"/>
                    <a:pt x="576" y="43"/>
                    <a:pt x="577" y="39"/>
                  </a:cubicBezTo>
                  <a:cubicBezTo>
                    <a:pt x="578" y="40"/>
                    <a:pt x="578" y="40"/>
                    <a:pt x="578" y="40"/>
                  </a:cubicBezTo>
                  <a:cubicBezTo>
                    <a:pt x="578" y="43"/>
                    <a:pt x="576" y="47"/>
                    <a:pt x="574" y="49"/>
                  </a:cubicBezTo>
                  <a:cubicBezTo>
                    <a:pt x="571" y="52"/>
                    <a:pt x="568" y="53"/>
                    <a:pt x="565" y="53"/>
                  </a:cubicBezTo>
                  <a:cubicBezTo>
                    <a:pt x="561" y="53"/>
                    <a:pt x="557" y="52"/>
                    <a:pt x="555" y="49"/>
                  </a:cubicBezTo>
                  <a:cubicBezTo>
                    <a:pt x="552" y="45"/>
                    <a:pt x="551" y="41"/>
                    <a:pt x="551" y="36"/>
                  </a:cubicBezTo>
                  <a:cubicBezTo>
                    <a:pt x="551" y="30"/>
                    <a:pt x="552" y="25"/>
                    <a:pt x="555" y="22"/>
                  </a:cubicBezTo>
                  <a:cubicBezTo>
                    <a:pt x="558" y="19"/>
                    <a:pt x="561" y="17"/>
                    <a:pt x="566" y="17"/>
                  </a:cubicBezTo>
                  <a:cubicBezTo>
                    <a:pt x="569" y="17"/>
                    <a:pt x="573" y="19"/>
                    <a:pt x="575" y="21"/>
                  </a:cubicBezTo>
                  <a:cubicBezTo>
                    <a:pt x="577" y="23"/>
                    <a:pt x="579" y="27"/>
                    <a:pt x="579" y="31"/>
                  </a:cubicBezTo>
                  <a:cubicBezTo>
                    <a:pt x="555" y="31"/>
                    <a:pt x="555" y="31"/>
                    <a:pt x="555" y="31"/>
                  </a:cubicBezTo>
                  <a:close/>
                  <a:moveTo>
                    <a:pt x="555" y="29"/>
                  </a:moveTo>
                  <a:cubicBezTo>
                    <a:pt x="571" y="29"/>
                    <a:pt x="571" y="29"/>
                    <a:pt x="571" y="29"/>
                  </a:cubicBezTo>
                  <a:cubicBezTo>
                    <a:pt x="571" y="27"/>
                    <a:pt x="570" y="26"/>
                    <a:pt x="570" y="25"/>
                  </a:cubicBezTo>
                  <a:cubicBezTo>
                    <a:pt x="569" y="24"/>
                    <a:pt x="568" y="23"/>
                    <a:pt x="567" y="22"/>
                  </a:cubicBezTo>
                  <a:cubicBezTo>
                    <a:pt x="566" y="21"/>
                    <a:pt x="565" y="21"/>
                    <a:pt x="563" y="21"/>
                  </a:cubicBezTo>
                  <a:cubicBezTo>
                    <a:pt x="561" y="21"/>
                    <a:pt x="560" y="21"/>
                    <a:pt x="558" y="23"/>
                  </a:cubicBezTo>
                  <a:cubicBezTo>
                    <a:pt x="557" y="24"/>
                    <a:pt x="555" y="27"/>
                    <a:pt x="555" y="29"/>
                  </a:cubicBezTo>
                  <a:close/>
                  <a:moveTo>
                    <a:pt x="595" y="25"/>
                  </a:moveTo>
                  <a:cubicBezTo>
                    <a:pt x="599" y="20"/>
                    <a:pt x="603" y="18"/>
                    <a:pt x="606" y="18"/>
                  </a:cubicBezTo>
                  <a:cubicBezTo>
                    <a:pt x="608" y="18"/>
                    <a:pt x="609" y="18"/>
                    <a:pt x="611" y="19"/>
                  </a:cubicBezTo>
                  <a:cubicBezTo>
                    <a:pt x="612" y="20"/>
                    <a:pt x="613" y="21"/>
                    <a:pt x="614" y="23"/>
                  </a:cubicBezTo>
                  <a:cubicBezTo>
                    <a:pt x="615" y="25"/>
                    <a:pt x="615" y="27"/>
                    <a:pt x="615" y="30"/>
                  </a:cubicBezTo>
                  <a:cubicBezTo>
                    <a:pt x="615" y="45"/>
                    <a:pt x="615" y="45"/>
                    <a:pt x="615" y="45"/>
                  </a:cubicBezTo>
                  <a:cubicBezTo>
                    <a:pt x="615" y="47"/>
                    <a:pt x="615" y="48"/>
                    <a:pt x="615" y="49"/>
                  </a:cubicBezTo>
                  <a:cubicBezTo>
                    <a:pt x="616" y="50"/>
                    <a:pt x="616" y="50"/>
                    <a:pt x="617" y="51"/>
                  </a:cubicBezTo>
                  <a:cubicBezTo>
                    <a:pt x="617" y="51"/>
                    <a:pt x="618" y="51"/>
                    <a:pt x="620" y="51"/>
                  </a:cubicBezTo>
                  <a:cubicBezTo>
                    <a:pt x="620" y="52"/>
                    <a:pt x="620" y="52"/>
                    <a:pt x="620" y="52"/>
                  </a:cubicBezTo>
                  <a:cubicBezTo>
                    <a:pt x="604" y="52"/>
                    <a:pt x="604" y="52"/>
                    <a:pt x="604" y="52"/>
                  </a:cubicBezTo>
                  <a:cubicBezTo>
                    <a:pt x="604" y="51"/>
                    <a:pt x="604" y="51"/>
                    <a:pt x="604" y="51"/>
                  </a:cubicBezTo>
                  <a:cubicBezTo>
                    <a:pt x="605" y="51"/>
                    <a:pt x="605" y="51"/>
                    <a:pt x="605" y="51"/>
                  </a:cubicBezTo>
                  <a:cubicBezTo>
                    <a:pt x="606" y="51"/>
                    <a:pt x="607" y="51"/>
                    <a:pt x="608" y="50"/>
                  </a:cubicBezTo>
                  <a:cubicBezTo>
                    <a:pt x="609" y="50"/>
                    <a:pt x="609" y="49"/>
                    <a:pt x="609" y="48"/>
                  </a:cubicBezTo>
                  <a:cubicBezTo>
                    <a:pt x="609" y="48"/>
                    <a:pt x="609" y="47"/>
                    <a:pt x="609" y="45"/>
                  </a:cubicBezTo>
                  <a:cubicBezTo>
                    <a:pt x="609" y="31"/>
                    <a:pt x="609" y="31"/>
                    <a:pt x="609" y="31"/>
                  </a:cubicBezTo>
                  <a:cubicBezTo>
                    <a:pt x="609" y="27"/>
                    <a:pt x="609" y="25"/>
                    <a:pt x="608" y="24"/>
                  </a:cubicBezTo>
                  <a:cubicBezTo>
                    <a:pt x="607" y="23"/>
                    <a:pt x="606" y="22"/>
                    <a:pt x="604" y="22"/>
                  </a:cubicBezTo>
                  <a:cubicBezTo>
                    <a:pt x="601" y="22"/>
                    <a:pt x="598" y="23"/>
                    <a:pt x="595" y="27"/>
                  </a:cubicBezTo>
                  <a:cubicBezTo>
                    <a:pt x="595" y="45"/>
                    <a:pt x="595" y="45"/>
                    <a:pt x="595" y="45"/>
                  </a:cubicBezTo>
                  <a:cubicBezTo>
                    <a:pt x="595" y="47"/>
                    <a:pt x="595" y="48"/>
                    <a:pt x="596" y="49"/>
                  </a:cubicBezTo>
                  <a:cubicBezTo>
                    <a:pt x="596" y="50"/>
                    <a:pt x="597" y="50"/>
                    <a:pt x="597" y="51"/>
                  </a:cubicBezTo>
                  <a:cubicBezTo>
                    <a:pt x="597" y="51"/>
                    <a:pt x="599" y="51"/>
                    <a:pt x="601" y="51"/>
                  </a:cubicBezTo>
                  <a:cubicBezTo>
                    <a:pt x="601" y="52"/>
                    <a:pt x="601" y="52"/>
                    <a:pt x="601" y="52"/>
                  </a:cubicBezTo>
                  <a:cubicBezTo>
                    <a:pt x="585" y="52"/>
                    <a:pt x="585" y="52"/>
                    <a:pt x="585" y="52"/>
                  </a:cubicBezTo>
                  <a:cubicBezTo>
                    <a:pt x="585" y="51"/>
                    <a:pt x="585" y="51"/>
                    <a:pt x="585" y="51"/>
                  </a:cubicBezTo>
                  <a:cubicBezTo>
                    <a:pt x="585" y="51"/>
                    <a:pt x="585" y="51"/>
                    <a:pt x="585" y="51"/>
                  </a:cubicBezTo>
                  <a:cubicBezTo>
                    <a:pt x="587" y="51"/>
                    <a:pt x="588" y="51"/>
                    <a:pt x="589" y="50"/>
                  </a:cubicBezTo>
                  <a:cubicBezTo>
                    <a:pt x="589" y="49"/>
                    <a:pt x="589" y="47"/>
                    <a:pt x="589" y="45"/>
                  </a:cubicBezTo>
                  <a:cubicBezTo>
                    <a:pt x="589" y="32"/>
                    <a:pt x="589" y="32"/>
                    <a:pt x="589" y="32"/>
                  </a:cubicBezTo>
                  <a:cubicBezTo>
                    <a:pt x="589" y="28"/>
                    <a:pt x="589" y="25"/>
                    <a:pt x="589" y="24"/>
                  </a:cubicBezTo>
                  <a:cubicBezTo>
                    <a:pt x="589" y="23"/>
                    <a:pt x="589" y="23"/>
                    <a:pt x="588" y="22"/>
                  </a:cubicBezTo>
                  <a:cubicBezTo>
                    <a:pt x="588" y="22"/>
                    <a:pt x="587" y="22"/>
                    <a:pt x="587" y="22"/>
                  </a:cubicBezTo>
                  <a:cubicBezTo>
                    <a:pt x="586" y="22"/>
                    <a:pt x="585" y="22"/>
                    <a:pt x="584" y="22"/>
                  </a:cubicBezTo>
                  <a:cubicBezTo>
                    <a:pt x="584" y="21"/>
                    <a:pt x="584" y="21"/>
                    <a:pt x="584" y="21"/>
                  </a:cubicBezTo>
                  <a:cubicBezTo>
                    <a:pt x="594" y="17"/>
                    <a:pt x="594" y="17"/>
                    <a:pt x="594" y="17"/>
                  </a:cubicBezTo>
                  <a:cubicBezTo>
                    <a:pt x="595" y="17"/>
                    <a:pt x="595" y="17"/>
                    <a:pt x="595" y="17"/>
                  </a:cubicBezTo>
                  <a:cubicBezTo>
                    <a:pt x="595" y="25"/>
                    <a:pt x="595" y="25"/>
                    <a:pt x="595" y="25"/>
                  </a:cubicBezTo>
                  <a:close/>
                  <a:moveTo>
                    <a:pt x="654" y="40"/>
                  </a:moveTo>
                  <a:cubicBezTo>
                    <a:pt x="653" y="44"/>
                    <a:pt x="651" y="48"/>
                    <a:pt x="649" y="50"/>
                  </a:cubicBezTo>
                  <a:cubicBezTo>
                    <a:pt x="646" y="53"/>
                    <a:pt x="643" y="54"/>
                    <a:pt x="640" y="54"/>
                  </a:cubicBezTo>
                  <a:cubicBezTo>
                    <a:pt x="637" y="54"/>
                    <a:pt x="633" y="52"/>
                    <a:pt x="631" y="49"/>
                  </a:cubicBezTo>
                  <a:cubicBezTo>
                    <a:pt x="628" y="46"/>
                    <a:pt x="627" y="41"/>
                    <a:pt x="627" y="36"/>
                  </a:cubicBezTo>
                  <a:cubicBezTo>
                    <a:pt x="627" y="31"/>
                    <a:pt x="628" y="26"/>
                    <a:pt x="631" y="23"/>
                  </a:cubicBezTo>
                  <a:cubicBezTo>
                    <a:pt x="634" y="19"/>
                    <a:pt x="638" y="17"/>
                    <a:pt x="642" y="17"/>
                  </a:cubicBezTo>
                  <a:cubicBezTo>
                    <a:pt x="645" y="17"/>
                    <a:pt x="648" y="18"/>
                    <a:pt x="650" y="20"/>
                  </a:cubicBezTo>
                  <a:cubicBezTo>
                    <a:pt x="652" y="22"/>
                    <a:pt x="653" y="24"/>
                    <a:pt x="653" y="26"/>
                  </a:cubicBezTo>
                  <a:cubicBezTo>
                    <a:pt x="653" y="27"/>
                    <a:pt x="653" y="27"/>
                    <a:pt x="653" y="28"/>
                  </a:cubicBezTo>
                  <a:cubicBezTo>
                    <a:pt x="652" y="29"/>
                    <a:pt x="651" y="29"/>
                    <a:pt x="650" y="29"/>
                  </a:cubicBezTo>
                  <a:cubicBezTo>
                    <a:pt x="649" y="29"/>
                    <a:pt x="648" y="29"/>
                    <a:pt x="647" y="27"/>
                  </a:cubicBezTo>
                  <a:cubicBezTo>
                    <a:pt x="647" y="27"/>
                    <a:pt x="646" y="26"/>
                    <a:pt x="646" y="25"/>
                  </a:cubicBezTo>
                  <a:cubicBezTo>
                    <a:pt x="646" y="23"/>
                    <a:pt x="645" y="22"/>
                    <a:pt x="645" y="21"/>
                  </a:cubicBezTo>
                  <a:cubicBezTo>
                    <a:pt x="644" y="21"/>
                    <a:pt x="643" y="20"/>
                    <a:pt x="641" y="20"/>
                  </a:cubicBezTo>
                  <a:cubicBezTo>
                    <a:pt x="639" y="20"/>
                    <a:pt x="637" y="21"/>
                    <a:pt x="635" y="23"/>
                  </a:cubicBezTo>
                  <a:cubicBezTo>
                    <a:pt x="633" y="25"/>
                    <a:pt x="633" y="29"/>
                    <a:pt x="633" y="33"/>
                  </a:cubicBezTo>
                  <a:cubicBezTo>
                    <a:pt x="633" y="37"/>
                    <a:pt x="633" y="40"/>
                    <a:pt x="635" y="43"/>
                  </a:cubicBezTo>
                  <a:cubicBezTo>
                    <a:pt x="637" y="47"/>
                    <a:pt x="640" y="48"/>
                    <a:pt x="643" y="48"/>
                  </a:cubicBezTo>
                  <a:cubicBezTo>
                    <a:pt x="645" y="48"/>
                    <a:pt x="647" y="47"/>
                    <a:pt x="649" y="46"/>
                  </a:cubicBezTo>
                  <a:cubicBezTo>
                    <a:pt x="651" y="45"/>
                    <a:pt x="652" y="43"/>
                    <a:pt x="654" y="40"/>
                  </a:cubicBezTo>
                  <a:cubicBezTo>
                    <a:pt x="654" y="40"/>
                    <a:pt x="654" y="40"/>
                    <a:pt x="654" y="40"/>
                  </a:cubicBezTo>
                  <a:close/>
                  <a:moveTo>
                    <a:pt x="668" y="31"/>
                  </a:moveTo>
                  <a:cubicBezTo>
                    <a:pt x="668" y="37"/>
                    <a:pt x="669" y="40"/>
                    <a:pt x="671" y="43"/>
                  </a:cubicBezTo>
                  <a:cubicBezTo>
                    <a:pt x="674" y="46"/>
                    <a:pt x="677" y="48"/>
                    <a:pt x="680" y="48"/>
                  </a:cubicBezTo>
                  <a:cubicBezTo>
                    <a:pt x="682" y="48"/>
                    <a:pt x="684" y="47"/>
                    <a:pt x="685" y="46"/>
                  </a:cubicBezTo>
                  <a:cubicBezTo>
                    <a:pt x="687" y="45"/>
                    <a:pt x="688" y="43"/>
                    <a:pt x="689" y="39"/>
                  </a:cubicBezTo>
                  <a:cubicBezTo>
                    <a:pt x="691" y="40"/>
                    <a:pt x="691" y="40"/>
                    <a:pt x="691" y="40"/>
                  </a:cubicBezTo>
                  <a:cubicBezTo>
                    <a:pt x="690" y="43"/>
                    <a:pt x="689" y="47"/>
                    <a:pt x="686" y="49"/>
                  </a:cubicBezTo>
                  <a:cubicBezTo>
                    <a:pt x="684" y="52"/>
                    <a:pt x="681" y="53"/>
                    <a:pt x="677" y="53"/>
                  </a:cubicBezTo>
                  <a:cubicBezTo>
                    <a:pt x="673" y="53"/>
                    <a:pt x="670" y="52"/>
                    <a:pt x="667" y="49"/>
                  </a:cubicBezTo>
                  <a:cubicBezTo>
                    <a:pt x="664" y="45"/>
                    <a:pt x="663" y="41"/>
                    <a:pt x="663" y="36"/>
                  </a:cubicBezTo>
                  <a:cubicBezTo>
                    <a:pt x="663" y="30"/>
                    <a:pt x="665" y="25"/>
                    <a:pt x="667" y="22"/>
                  </a:cubicBezTo>
                  <a:cubicBezTo>
                    <a:pt x="670" y="19"/>
                    <a:pt x="674" y="17"/>
                    <a:pt x="678" y="17"/>
                  </a:cubicBezTo>
                  <a:cubicBezTo>
                    <a:pt x="682" y="17"/>
                    <a:pt x="685" y="19"/>
                    <a:pt x="687" y="21"/>
                  </a:cubicBezTo>
                  <a:cubicBezTo>
                    <a:pt x="690" y="23"/>
                    <a:pt x="691" y="27"/>
                    <a:pt x="691" y="31"/>
                  </a:cubicBezTo>
                  <a:cubicBezTo>
                    <a:pt x="668" y="31"/>
                    <a:pt x="668" y="31"/>
                    <a:pt x="668" y="31"/>
                  </a:cubicBezTo>
                  <a:close/>
                  <a:moveTo>
                    <a:pt x="668" y="29"/>
                  </a:moveTo>
                  <a:cubicBezTo>
                    <a:pt x="683" y="29"/>
                    <a:pt x="683" y="29"/>
                    <a:pt x="683" y="29"/>
                  </a:cubicBezTo>
                  <a:cubicBezTo>
                    <a:pt x="683" y="27"/>
                    <a:pt x="683" y="26"/>
                    <a:pt x="682" y="25"/>
                  </a:cubicBezTo>
                  <a:cubicBezTo>
                    <a:pt x="682" y="24"/>
                    <a:pt x="681" y="23"/>
                    <a:pt x="679" y="22"/>
                  </a:cubicBezTo>
                  <a:cubicBezTo>
                    <a:pt x="678" y="21"/>
                    <a:pt x="677" y="21"/>
                    <a:pt x="676" y="21"/>
                  </a:cubicBezTo>
                  <a:cubicBezTo>
                    <a:pt x="674" y="21"/>
                    <a:pt x="672" y="21"/>
                    <a:pt x="671" y="23"/>
                  </a:cubicBezTo>
                  <a:cubicBezTo>
                    <a:pt x="669" y="24"/>
                    <a:pt x="668" y="27"/>
                    <a:pt x="668" y="29"/>
                  </a:cubicBezTo>
                  <a:close/>
                  <a:moveTo>
                    <a:pt x="731" y="48"/>
                  </a:moveTo>
                  <a:cubicBezTo>
                    <a:pt x="728" y="51"/>
                    <a:pt x="726" y="52"/>
                    <a:pt x="725" y="53"/>
                  </a:cubicBezTo>
                  <a:cubicBezTo>
                    <a:pt x="724" y="53"/>
                    <a:pt x="722" y="53"/>
                    <a:pt x="721" y="53"/>
                  </a:cubicBezTo>
                  <a:cubicBezTo>
                    <a:pt x="719" y="53"/>
                    <a:pt x="717" y="53"/>
                    <a:pt x="715" y="51"/>
                  </a:cubicBezTo>
                  <a:cubicBezTo>
                    <a:pt x="714" y="49"/>
                    <a:pt x="713" y="47"/>
                    <a:pt x="713" y="45"/>
                  </a:cubicBezTo>
                  <a:cubicBezTo>
                    <a:pt x="713" y="43"/>
                    <a:pt x="714" y="41"/>
                    <a:pt x="715" y="40"/>
                  </a:cubicBezTo>
                  <a:cubicBezTo>
                    <a:pt x="715" y="39"/>
                    <a:pt x="717" y="37"/>
                    <a:pt x="720" y="35"/>
                  </a:cubicBezTo>
                  <a:cubicBezTo>
                    <a:pt x="722" y="34"/>
                    <a:pt x="726" y="32"/>
                    <a:pt x="732" y="30"/>
                  </a:cubicBezTo>
                  <a:cubicBezTo>
                    <a:pt x="732" y="29"/>
                    <a:pt x="732" y="29"/>
                    <a:pt x="732" y="29"/>
                  </a:cubicBezTo>
                  <a:cubicBezTo>
                    <a:pt x="732" y="25"/>
                    <a:pt x="731" y="23"/>
                    <a:pt x="730" y="22"/>
                  </a:cubicBezTo>
                  <a:cubicBezTo>
                    <a:pt x="729" y="21"/>
                    <a:pt x="728" y="20"/>
                    <a:pt x="726" y="20"/>
                  </a:cubicBezTo>
                  <a:cubicBezTo>
                    <a:pt x="724" y="20"/>
                    <a:pt x="723" y="20"/>
                    <a:pt x="722" y="21"/>
                  </a:cubicBezTo>
                  <a:cubicBezTo>
                    <a:pt x="721" y="22"/>
                    <a:pt x="721" y="23"/>
                    <a:pt x="721" y="24"/>
                  </a:cubicBezTo>
                  <a:cubicBezTo>
                    <a:pt x="721" y="26"/>
                    <a:pt x="721" y="26"/>
                    <a:pt x="721" y="26"/>
                  </a:cubicBezTo>
                  <a:cubicBezTo>
                    <a:pt x="721" y="27"/>
                    <a:pt x="721" y="28"/>
                    <a:pt x="720" y="29"/>
                  </a:cubicBezTo>
                  <a:cubicBezTo>
                    <a:pt x="720" y="29"/>
                    <a:pt x="719" y="29"/>
                    <a:pt x="718" y="29"/>
                  </a:cubicBezTo>
                  <a:cubicBezTo>
                    <a:pt x="717" y="29"/>
                    <a:pt x="717" y="29"/>
                    <a:pt x="716" y="29"/>
                  </a:cubicBezTo>
                  <a:cubicBezTo>
                    <a:pt x="716" y="28"/>
                    <a:pt x="715" y="27"/>
                    <a:pt x="715" y="26"/>
                  </a:cubicBezTo>
                  <a:cubicBezTo>
                    <a:pt x="715" y="24"/>
                    <a:pt x="717" y="22"/>
                    <a:pt x="719" y="20"/>
                  </a:cubicBezTo>
                  <a:cubicBezTo>
                    <a:pt x="721" y="18"/>
                    <a:pt x="724" y="17"/>
                    <a:pt x="727" y="17"/>
                  </a:cubicBezTo>
                  <a:cubicBezTo>
                    <a:pt x="730" y="17"/>
                    <a:pt x="733" y="17"/>
                    <a:pt x="735" y="19"/>
                  </a:cubicBezTo>
                  <a:cubicBezTo>
                    <a:pt x="736" y="19"/>
                    <a:pt x="737" y="21"/>
                    <a:pt x="738" y="22"/>
                  </a:cubicBezTo>
                  <a:cubicBezTo>
                    <a:pt x="738" y="23"/>
                    <a:pt x="739" y="25"/>
                    <a:pt x="739" y="29"/>
                  </a:cubicBezTo>
                  <a:cubicBezTo>
                    <a:pt x="739" y="40"/>
                    <a:pt x="739" y="40"/>
                    <a:pt x="739" y="40"/>
                  </a:cubicBezTo>
                  <a:cubicBezTo>
                    <a:pt x="739" y="43"/>
                    <a:pt x="739" y="45"/>
                    <a:pt x="739" y="46"/>
                  </a:cubicBezTo>
                  <a:cubicBezTo>
                    <a:pt x="739" y="47"/>
                    <a:pt x="739" y="47"/>
                    <a:pt x="739" y="48"/>
                  </a:cubicBezTo>
                  <a:cubicBezTo>
                    <a:pt x="739" y="48"/>
                    <a:pt x="739" y="48"/>
                    <a:pt x="740" y="48"/>
                  </a:cubicBezTo>
                  <a:cubicBezTo>
                    <a:pt x="740" y="48"/>
                    <a:pt x="741" y="48"/>
                    <a:pt x="741" y="48"/>
                  </a:cubicBezTo>
                  <a:cubicBezTo>
                    <a:pt x="741" y="47"/>
                    <a:pt x="743" y="47"/>
                    <a:pt x="744" y="45"/>
                  </a:cubicBezTo>
                  <a:cubicBezTo>
                    <a:pt x="744" y="47"/>
                    <a:pt x="744" y="47"/>
                    <a:pt x="744" y="47"/>
                  </a:cubicBezTo>
                  <a:cubicBezTo>
                    <a:pt x="741" y="51"/>
                    <a:pt x="739" y="53"/>
                    <a:pt x="736" y="53"/>
                  </a:cubicBezTo>
                  <a:cubicBezTo>
                    <a:pt x="735" y="53"/>
                    <a:pt x="734" y="52"/>
                    <a:pt x="733" y="51"/>
                  </a:cubicBezTo>
                  <a:cubicBezTo>
                    <a:pt x="732" y="51"/>
                    <a:pt x="731" y="50"/>
                    <a:pt x="731" y="48"/>
                  </a:cubicBezTo>
                  <a:close/>
                  <a:moveTo>
                    <a:pt x="731" y="45"/>
                  </a:moveTo>
                  <a:cubicBezTo>
                    <a:pt x="731" y="33"/>
                    <a:pt x="731" y="33"/>
                    <a:pt x="731" y="33"/>
                  </a:cubicBezTo>
                  <a:cubicBezTo>
                    <a:pt x="728" y="34"/>
                    <a:pt x="725" y="35"/>
                    <a:pt x="725" y="36"/>
                  </a:cubicBezTo>
                  <a:cubicBezTo>
                    <a:pt x="723" y="37"/>
                    <a:pt x="721" y="38"/>
                    <a:pt x="721" y="39"/>
                  </a:cubicBezTo>
                  <a:cubicBezTo>
                    <a:pt x="720" y="41"/>
                    <a:pt x="719" y="42"/>
                    <a:pt x="719" y="43"/>
                  </a:cubicBezTo>
                  <a:cubicBezTo>
                    <a:pt x="719" y="45"/>
                    <a:pt x="720" y="47"/>
                    <a:pt x="721" y="48"/>
                  </a:cubicBezTo>
                  <a:cubicBezTo>
                    <a:pt x="722" y="49"/>
                    <a:pt x="723" y="49"/>
                    <a:pt x="725" y="49"/>
                  </a:cubicBezTo>
                  <a:cubicBezTo>
                    <a:pt x="726" y="49"/>
                    <a:pt x="729" y="48"/>
                    <a:pt x="731" y="45"/>
                  </a:cubicBezTo>
                  <a:close/>
                  <a:moveTo>
                    <a:pt x="759" y="25"/>
                  </a:moveTo>
                  <a:cubicBezTo>
                    <a:pt x="763" y="20"/>
                    <a:pt x="766" y="18"/>
                    <a:pt x="769" y="18"/>
                  </a:cubicBezTo>
                  <a:cubicBezTo>
                    <a:pt x="771" y="18"/>
                    <a:pt x="773" y="18"/>
                    <a:pt x="774" y="19"/>
                  </a:cubicBezTo>
                  <a:cubicBezTo>
                    <a:pt x="775" y="20"/>
                    <a:pt x="777" y="21"/>
                    <a:pt x="777" y="23"/>
                  </a:cubicBezTo>
                  <a:cubicBezTo>
                    <a:pt x="778" y="25"/>
                    <a:pt x="778" y="27"/>
                    <a:pt x="778" y="30"/>
                  </a:cubicBezTo>
                  <a:cubicBezTo>
                    <a:pt x="778" y="45"/>
                    <a:pt x="778" y="45"/>
                    <a:pt x="778" y="45"/>
                  </a:cubicBezTo>
                  <a:cubicBezTo>
                    <a:pt x="778" y="47"/>
                    <a:pt x="778" y="48"/>
                    <a:pt x="779" y="49"/>
                  </a:cubicBezTo>
                  <a:cubicBezTo>
                    <a:pt x="779" y="50"/>
                    <a:pt x="779" y="50"/>
                    <a:pt x="780" y="51"/>
                  </a:cubicBezTo>
                  <a:cubicBezTo>
                    <a:pt x="780" y="51"/>
                    <a:pt x="781" y="51"/>
                    <a:pt x="783" y="51"/>
                  </a:cubicBezTo>
                  <a:cubicBezTo>
                    <a:pt x="783" y="52"/>
                    <a:pt x="783" y="52"/>
                    <a:pt x="783" y="52"/>
                  </a:cubicBezTo>
                  <a:cubicBezTo>
                    <a:pt x="767" y="52"/>
                    <a:pt x="767" y="52"/>
                    <a:pt x="767" y="52"/>
                  </a:cubicBezTo>
                  <a:cubicBezTo>
                    <a:pt x="767" y="51"/>
                    <a:pt x="767" y="51"/>
                    <a:pt x="767" y="51"/>
                  </a:cubicBezTo>
                  <a:cubicBezTo>
                    <a:pt x="768" y="51"/>
                    <a:pt x="768" y="51"/>
                    <a:pt x="768" y="51"/>
                  </a:cubicBezTo>
                  <a:cubicBezTo>
                    <a:pt x="769" y="51"/>
                    <a:pt x="770" y="51"/>
                    <a:pt x="771" y="50"/>
                  </a:cubicBezTo>
                  <a:cubicBezTo>
                    <a:pt x="772" y="50"/>
                    <a:pt x="772" y="49"/>
                    <a:pt x="772" y="48"/>
                  </a:cubicBezTo>
                  <a:cubicBezTo>
                    <a:pt x="772" y="48"/>
                    <a:pt x="772" y="47"/>
                    <a:pt x="772" y="45"/>
                  </a:cubicBezTo>
                  <a:cubicBezTo>
                    <a:pt x="772" y="31"/>
                    <a:pt x="772" y="31"/>
                    <a:pt x="772" y="31"/>
                  </a:cubicBezTo>
                  <a:cubicBezTo>
                    <a:pt x="772" y="27"/>
                    <a:pt x="772" y="25"/>
                    <a:pt x="771" y="24"/>
                  </a:cubicBezTo>
                  <a:cubicBezTo>
                    <a:pt x="770" y="23"/>
                    <a:pt x="769" y="22"/>
                    <a:pt x="767" y="22"/>
                  </a:cubicBezTo>
                  <a:cubicBezTo>
                    <a:pt x="764" y="22"/>
                    <a:pt x="761" y="23"/>
                    <a:pt x="759" y="27"/>
                  </a:cubicBezTo>
                  <a:cubicBezTo>
                    <a:pt x="759" y="45"/>
                    <a:pt x="759" y="45"/>
                    <a:pt x="759" y="45"/>
                  </a:cubicBezTo>
                  <a:cubicBezTo>
                    <a:pt x="759" y="47"/>
                    <a:pt x="759" y="48"/>
                    <a:pt x="759" y="49"/>
                  </a:cubicBezTo>
                  <a:cubicBezTo>
                    <a:pt x="759" y="50"/>
                    <a:pt x="760" y="50"/>
                    <a:pt x="760" y="51"/>
                  </a:cubicBezTo>
                  <a:cubicBezTo>
                    <a:pt x="761" y="51"/>
                    <a:pt x="762" y="51"/>
                    <a:pt x="764" y="51"/>
                  </a:cubicBezTo>
                  <a:cubicBezTo>
                    <a:pt x="764" y="52"/>
                    <a:pt x="764" y="52"/>
                    <a:pt x="764" y="52"/>
                  </a:cubicBezTo>
                  <a:cubicBezTo>
                    <a:pt x="748" y="52"/>
                    <a:pt x="748" y="52"/>
                    <a:pt x="748" y="52"/>
                  </a:cubicBezTo>
                  <a:cubicBezTo>
                    <a:pt x="748" y="51"/>
                    <a:pt x="748" y="51"/>
                    <a:pt x="748" y="51"/>
                  </a:cubicBezTo>
                  <a:cubicBezTo>
                    <a:pt x="749" y="51"/>
                    <a:pt x="749" y="51"/>
                    <a:pt x="749" y="51"/>
                  </a:cubicBezTo>
                  <a:cubicBezTo>
                    <a:pt x="750" y="51"/>
                    <a:pt x="751" y="51"/>
                    <a:pt x="752" y="50"/>
                  </a:cubicBezTo>
                  <a:cubicBezTo>
                    <a:pt x="752" y="49"/>
                    <a:pt x="753" y="47"/>
                    <a:pt x="753" y="45"/>
                  </a:cubicBezTo>
                  <a:cubicBezTo>
                    <a:pt x="753" y="32"/>
                    <a:pt x="753" y="32"/>
                    <a:pt x="753" y="32"/>
                  </a:cubicBezTo>
                  <a:cubicBezTo>
                    <a:pt x="753" y="28"/>
                    <a:pt x="753" y="25"/>
                    <a:pt x="752" y="24"/>
                  </a:cubicBezTo>
                  <a:cubicBezTo>
                    <a:pt x="752" y="23"/>
                    <a:pt x="752" y="23"/>
                    <a:pt x="751" y="22"/>
                  </a:cubicBezTo>
                  <a:cubicBezTo>
                    <a:pt x="751" y="22"/>
                    <a:pt x="751" y="22"/>
                    <a:pt x="750" y="22"/>
                  </a:cubicBezTo>
                  <a:cubicBezTo>
                    <a:pt x="749" y="22"/>
                    <a:pt x="748" y="22"/>
                    <a:pt x="747" y="22"/>
                  </a:cubicBezTo>
                  <a:cubicBezTo>
                    <a:pt x="747" y="21"/>
                    <a:pt x="747" y="21"/>
                    <a:pt x="747" y="21"/>
                  </a:cubicBezTo>
                  <a:cubicBezTo>
                    <a:pt x="757" y="17"/>
                    <a:pt x="757" y="17"/>
                    <a:pt x="757" y="17"/>
                  </a:cubicBezTo>
                  <a:cubicBezTo>
                    <a:pt x="759" y="17"/>
                    <a:pt x="759" y="17"/>
                    <a:pt x="759" y="17"/>
                  </a:cubicBezTo>
                  <a:cubicBezTo>
                    <a:pt x="759" y="25"/>
                    <a:pt x="759" y="25"/>
                    <a:pt x="759" y="25"/>
                  </a:cubicBezTo>
                  <a:close/>
                  <a:moveTo>
                    <a:pt x="812" y="49"/>
                  </a:moveTo>
                  <a:cubicBezTo>
                    <a:pt x="811" y="51"/>
                    <a:pt x="809" y="52"/>
                    <a:pt x="807" y="53"/>
                  </a:cubicBezTo>
                  <a:cubicBezTo>
                    <a:pt x="806" y="53"/>
                    <a:pt x="804" y="54"/>
                    <a:pt x="803" y="54"/>
                  </a:cubicBezTo>
                  <a:cubicBezTo>
                    <a:pt x="799" y="54"/>
                    <a:pt x="796" y="52"/>
                    <a:pt x="793" y="49"/>
                  </a:cubicBezTo>
                  <a:cubicBezTo>
                    <a:pt x="791" y="46"/>
                    <a:pt x="789" y="42"/>
                    <a:pt x="789" y="37"/>
                  </a:cubicBezTo>
                  <a:cubicBezTo>
                    <a:pt x="789" y="32"/>
                    <a:pt x="791" y="28"/>
                    <a:pt x="794" y="24"/>
                  </a:cubicBezTo>
                  <a:cubicBezTo>
                    <a:pt x="797" y="20"/>
                    <a:pt x="801" y="18"/>
                    <a:pt x="805" y="18"/>
                  </a:cubicBezTo>
                  <a:cubicBezTo>
                    <a:pt x="808" y="18"/>
                    <a:pt x="810" y="19"/>
                    <a:pt x="812" y="21"/>
                  </a:cubicBezTo>
                  <a:cubicBezTo>
                    <a:pt x="812" y="14"/>
                    <a:pt x="812" y="14"/>
                    <a:pt x="812" y="14"/>
                  </a:cubicBezTo>
                  <a:cubicBezTo>
                    <a:pt x="812" y="10"/>
                    <a:pt x="812" y="8"/>
                    <a:pt x="812" y="7"/>
                  </a:cubicBezTo>
                  <a:cubicBezTo>
                    <a:pt x="812" y="6"/>
                    <a:pt x="811" y="5"/>
                    <a:pt x="811" y="5"/>
                  </a:cubicBezTo>
                  <a:cubicBezTo>
                    <a:pt x="811" y="5"/>
                    <a:pt x="810" y="5"/>
                    <a:pt x="809" y="5"/>
                  </a:cubicBezTo>
                  <a:cubicBezTo>
                    <a:pt x="809" y="5"/>
                    <a:pt x="808" y="5"/>
                    <a:pt x="807" y="5"/>
                  </a:cubicBezTo>
                  <a:cubicBezTo>
                    <a:pt x="807" y="4"/>
                    <a:pt x="807" y="4"/>
                    <a:pt x="807" y="4"/>
                  </a:cubicBezTo>
                  <a:cubicBezTo>
                    <a:pt x="816" y="0"/>
                    <a:pt x="816" y="0"/>
                    <a:pt x="816" y="0"/>
                  </a:cubicBezTo>
                  <a:cubicBezTo>
                    <a:pt x="818" y="0"/>
                    <a:pt x="818" y="0"/>
                    <a:pt x="818" y="0"/>
                  </a:cubicBezTo>
                  <a:cubicBezTo>
                    <a:pt x="818" y="39"/>
                    <a:pt x="818" y="39"/>
                    <a:pt x="818" y="39"/>
                  </a:cubicBezTo>
                  <a:cubicBezTo>
                    <a:pt x="818" y="43"/>
                    <a:pt x="818" y="45"/>
                    <a:pt x="818" y="46"/>
                  </a:cubicBezTo>
                  <a:cubicBezTo>
                    <a:pt x="818" y="47"/>
                    <a:pt x="819" y="48"/>
                    <a:pt x="819" y="48"/>
                  </a:cubicBezTo>
                  <a:cubicBezTo>
                    <a:pt x="819" y="49"/>
                    <a:pt x="820" y="49"/>
                    <a:pt x="820" y="49"/>
                  </a:cubicBezTo>
                  <a:cubicBezTo>
                    <a:pt x="821" y="49"/>
                    <a:pt x="822" y="48"/>
                    <a:pt x="823" y="48"/>
                  </a:cubicBezTo>
                  <a:cubicBezTo>
                    <a:pt x="823" y="49"/>
                    <a:pt x="823" y="49"/>
                    <a:pt x="823" y="49"/>
                  </a:cubicBezTo>
                  <a:cubicBezTo>
                    <a:pt x="813" y="53"/>
                    <a:pt x="813" y="53"/>
                    <a:pt x="813" y="53"/>
                  </a:cubicBezTo>
                  <a:cubicBezTo>
                    <a:pt x="812" y="53"/>
                    <a:pt x="812" y="53"/>
                    <a:pt x="812" y="53"/>
                  </a:cubicBezTo>
                  <a:cubicBezTo>
                    <a:pt x="812" y="49"/>
                    <a:pt x="812" y="49"/>
                    <a:pt x="812" y="49"/>
                  </a:cubicBezTo>
                  <a:close/>
                  <a:moveTo>
                    <a:pt x="812" y="46"/>
                  </a:moveTo>
                  <a:cubicBezTo>
                    <a:pt x="812" y="29"/>
                    <a:pt x="812" y="29"/>
                    <a:pt x="812" y="29"/>
                  </a:cubicBezTo>
                  <a:cubicBezTo>
                    <a:pt x="812" y="27"/>
                    <a:pt x="812" y="25"/>
                    <a:pt x="811" y="24"/>
                  </a:cubicBezTo>
                  <a:cubicBezTo>
                    <a:pt x="810" y="23"/>
                    <a:pt x="809" y="22"/>
                    <a:pt x="808" y="21"/>
                  </a:cubicBezTo>
                  <a:cubicBezTo>
                    <a:pt x="807" y="20"/>
                    <a:pt x="806" y="20"/>
                    <a:pt x="805" y="20"/>
                  </a:cubicBezTo>
                  <a:cubicBezTo>
                    <a:pt x="803" y="20"/>
                    <a:pt x="801" y="21"/>
                    <a:pt x="799" y="23"/>
                  </a:cubicBezTo>
                  <a:cubicBezTo>
                    <a:pt x="797" y="25"/>
                    <a:pt x="796" y="29"/>
                    <a:pt x="796" y="34"/>
                  </a:cubicBezTo>
                  <a:cubicBezTo>
                    <a:pt x="796" y="39"/>
                    <a:pt x="797" y="43"/>
                    <a:pt x="799" y="45"/>
                  </a:cubicBezTo>
                  <a:cubicBezTo>
                    <a:pt x="801" y="48"/>
                    <a:pt x="803" y="49"/>
                    <a:pt x="806" y="49"/>
                  </a:cubicBezTo>
                  <a:cubicBezTo>
                    <a:pt x="808" y="50"/>
                    <a:pt x="810" y="49"/>
                    <a:pt x="812" y="46"/>
                  </a:cubicBezTo>
                  <a:close/>
                  <a:moveTo>
                    <a:pt x="883" y="3"/>
                  </a:moveTo>
                  <a:cubicBezTo>
                    <a:pt x="883" y="14"/>
                    <a:pt x="883" y="14"/>
                    <a:pt x="883" y="14"/>
                  </a:cubicBezTo>
                  <a:cubicBezTo>
                    <a:pt x="882" y="14"/>
                    <a:pt x="882" y="14"/>
                    <a:pt x="882" y="14"/>
                  </a:cubicBezTo>
                  <a:cubicBezTo>
                    <a:pt x="882" y="12"/>
                    <a:pt x="881" y="11"/>
                    <a:pt x="881" y="10"/>
                  </a:cubicBezTo>
                  <a:cubicBezTo>
                    <a:pt x="880" y="8"/>
                    <a:pt x="879" y="7"/>
                    <a:pt x="878" y="7"/>
                  </a:cubicBezTo>
                  <a:cubicBezTo>
                    <a:pt x="877" y="6"/>
                    <a:pt x="875" y="5"/>
                    <a:pt x="873" y="5"/>
                  </a:cubicBezTo>
                  <a:cubicBezTo>
                    <a:pt x="867" y="5"/>
                    <a:pt x="867" y="5"/>
                    <a:pt x="867" y="5"/>
                  </a:cubicBezTo>
                  <a:cubicBezTo>
                    <a:pt x="867" y="44"/>
                    <a:pt x="867" y="44"/>
                    <a:pt x="867" y="44"/>
                  </a:cubicBezTo>
                  <a:cubicBezTo>
                    <a:pt x="867" y="47"/>
                    <a:pt x="867" y="49"/>
                    <a:pt x="867" y="49"/>
                  </a:cubicBezTo>
                  <a:cubicBezTo>
                    <a:pt x="868" y="51"/>
                    <a:pt x="870" y="51"/>
                    <a:pt x="871" y="51"/>
                  </a:cubicBezTo>
                  <a:cubicBezTo>
                    <a:pt x="873" y="51"/>
                    <a:pt x="873" y="51"/>
                    <a:pt x="873" y="51"/>
                  </a:cubicBezTo>
                  <a:cubicBezTo>
                    <a:pt x="873" y="52"/>
                    <a:pt x="873" y="52"/>
                    <a:pt x="873" y="52"/>
                  </a:cubicBezTo>
                  <a:cubicBezTo>
                    <a:pt x="853" y="52"/>
                    <a:pt x="853" y="52"/>
                    <a:pt x="853" y="52"/>
                  </a:cubicBezTo>
                  <a:cubicBezTo>
                    <a:pt x="853" y="51"/>
                    <a:pt x="853" y="51"/>
                    <a:pt x="853" y="51"/>
                  </a:cubicBezTo>
                  <a:cubicBezTo>
                    <a:pt x="854" y="51"/>
                    <a:pt x="854" y="51"/>
                    <a:pt x="854" y="51"/>
                  </a:cubicBezTo>
                  <a:cubicBezTo>
                    <a:pt x="856" y="51"/>
                    <a:pt x="858" y="50"/>
                    <a:pt x="859" y="49"/>
                  </a:cubicBezTo>
                  <a:cubicBezTo>
                    <a:pt x="859" y="48"/>
                    <a:pt x="859" y="47"/>
                    <a:pt x="859" y="43"/>
                  </a:cubicBezTo>
                  <a:cubicBezTo>
                    <a:pt x="859" y="5"/>
                    <a:pt x="859" y="5"/>
                    <a:pt x="859" y="5"/>
                  </a:cubicBezTo>
                  <a:cubicBezTo>
                    <a:pt x="853" y="5"/>
                    <a:pt x="853" y="5"/>
                    <a:pt x="853" y="5"/>
                  </a:cubicBezTo>
                  <a:cubicBezTo>
                    <a:pt x="851" y="5"/>
                    <a:pt x="849" y="5"/>
                    <a:pt x="849" y="6"/>
                  </a:cubicBezTo>
                  <a:cubicBezTo>
                    <a:pt x="847" y="6"/>
                    <a:pt x="846" y="7"/>
                    <a:pt x="845" y="9"/>
                  </a:cubicBezTo>
                  <a:cubicBezTo>
                    <a:pt x="845" y="10"/>
                    <a:pt x="844" y="12"/>
                    <a:pt x="844" y="14"/>
                  </a:cubicBezTo>
                  <a:cubicBezTo>
                    <a:pt x="843" y="14"/>
                    <a:pt x="843" y="14"/>
                    <a:pt x="843" y="14"/>
                  </a:cubicBezTo>
                  <a:cubicBezTo>
                    <a:pt x="843" y="3"/>
                    <a:pt x="843" y="3"/>
                    <a:pt x="843" y="3"/>
                  </a:cubicBezTo>
                  <a:cubicBezTo>
                    <a:pt x="883" y="3"/>
                    <a:pt x="883" y="3"/>
                    <a:pt x="883" y="3"/>
                  </a:cubicBezTo>
                  <a:close/>
                  <a:moveTo>
                    <a:pt x="891" y="31"/>
                  </a:moveTo>
                  <a:cubicBezTo>
                    <a:pt x="891" y="37"/>
                    <a:pt x="893" y="40"/>
                    <a:pt x="895" y="43"/>
                  </a:cubicBezTo>
                  <a:cubicBezTo>
                    <a:pt x="897" y="46"/>
                    <a:pt x="900" y="48"/>
                    <a:pt x="903" y="48"/>
                  </a:cubicBezTo>
                  <a:cubicBezTo>
                    <a:pt x="905" y="48"/>
                    <a:pt x="907" y="47"/>
                    <a:pt x="909" y="46"/>
                  </a:cubicBezTo>
                  <a:cubicBezTo>
                    <a:pt x="911" y="45"/>
                    <a:pt x="912" y="43"/>
                    <a:pt x="913" y="39"/>
                  </a:cubicBezTo>
                  <a:cubicBezTo>
                    <a:pt x="914" y="40"/>
                    <a:pt x="914" y="40"/>
                    <a:pt x="914" y="40"/>
                  </a:cubicBezTo>
                  <a:cubicBezTo>
                    <a:pt x="914" y="43"/>
                    <a:pt x="912" y="47"/>
                    <a:pt x="910" y="49"/>
                  </a:cubicBezTo>
                  <a:cubicBezTo>
                    <a:pt x="907" y="52"/>
                    <a:pt x="904" y="53"/>
                    <a:pt x="901" y="53"/>
                  </a:cubicBezTo>
                  <a:cubicBezTo>
                    <a:pt x="897" y="53"/>
                    <a:pt x="893" y="52"/>
                    <a:pt x="891" y="49"/>
                  </a:cubicBezTo>
                  <a:cubicBezTo>
                    <a:pt x="888" y="45"/>
                    <a:pt x="887" y="41"/>
                    <a:pt x="887" y="36"/>
                  </a:cubicBezTo>
                  <a:cubicBezTo>
                    <a:pt x="887" y="30"/>
                    <a:pt x="888" y="25"/>
                    <a:pt x="891" y="22"/>
                  </a:cubicBezTo>
                  <a:cubicBezTo>
                    <a:pt x="894" y="19"/>
                    <a:pt x="897" y="17"/>
                    <a:pt x="902" y="17"/>
                  </a:cubicBezTo>
                  <a:cubicBezTo>
                    <a:pt x="905" y="17"/>
                    <a:pt x="909" y="19"/>
                    <a:pt x="911" y="21"/>
                  </a:cubicBezTo>
                  <a:cubicBezTo>
                    <a:pt x="913" y="23"/>
                    <a:pt x="915" y="27"/>
                    <a:pt x="915" y="31"/>
                  </a:cubicBezTo>
                  <a:cubicBezTo>
                    <a:pt x="891" y="31"/>
                    <a:pt x="891" y="31"/>
                    <a:pt x="891" y="31"/>
                  </a:cubicBezTo>
                  <a:close/>
                  <a:moveTo>
                    <a:pt x="891" y="29"/>
                  </a:moveTo>
                  <a:cubicBezTo>
                    <a:pt x="907" y="29"/>
                    <a:pt x="907" y="29"/>
                    <a:pt x="907" y="29"/>
                  </a:cubicBezTo>
                  <a:cubicBezTo>
                    <a:pt x="907" y="27"/>
                    <a:pt x="906" y="26"/>
                    <a:pt x="906" y="25"/>
                  </a:cubicBezTo>
                  <a:cubicBezTo>
                    <a:pt x="905" y="24"/>
                    <a:pt x="904" y="23"/>
                    <a:pt x="903" y="22"/>
                  </a:cubicBezTo>
                  <a:cubicBezTo>
                    <a:pt x="902" y="21"/>
                    <a:pt x="901" y="21"/>
                    <a:pt x="899" y="21"/>
                  </a:cubicBezTo>
                  <a:cubicBezTo>
                    <a:pt x="897" y="21"/>
                    <a:pt x="896" y="21"/>
                    <a:pt x="894" y="23"/>
                  </a:cubicBezTo>
                  <a:cubicBezTo>
                    <a:pt x="893" y="24"/>
                    <a:pt x="892" y="27"/>
                    <a:pt x="891"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0" name="Freeform 35"/>
            <p:cNvSpPr>
              <a:spLocks noEditPoints="1"/>
            </p:cNvSpPr>
            <p:nvPr/>
          </p:nvSpPr>
          <p:spPr bwMode="auto">
            <a:xfrm>
              <a:off x="10679175" y="4943779"/>
              <a:ext cx="873125" cy="103188"/>
            </a:xfrm>
            <a:custGeom>
              <a:avLst/>
              <a:gdLst>
                <a:gd name="T0" fmla="*/ 23 w 586"/>
                <a:gd name="T1" fmla="*/ 21 h 69"/>
                <a:gd name="T2" fmla="*/ 8 w 586"/>
                <a:gd name="T3" fmla="*/ 24 h 69"/>
                <a:gd name="T4" fmla="*/ 45 w 586"/>
                <a:gd name="T5" fmla="*/ 26 h 69"/>
                <a:gd name="T6" fmla="*/ 66 w 586"/>
                <a:gd name="T7" fmla="*/ 52 h 69"/>
                <a:gd name="T8" fmla="*/ 58 w 586"/>
                <a:gd name="T9" fmla="*/ 46 h 69"/>
                <a:gd name="T10" fmla="*/ 46 w 586"/>
                <a:gd name="T11" fmla="*/ 50 h 69"/>
                <a:gd name="T12" fmla="*/ 40 w 586"/>
                <a:gd name="T13" fmla="*/ 46 h 69"/>
                <a:gd name="T14" fmla="*/ 45 w 586"/>
                <a:gd name="T15" fmla="*/ 1 h 69"/>
                <a:gd name="T16" fmla="*/ 106 w 586"/>
                <a:gd name="T17" fmla="*/ 52 h 69"/>
                <a:gd name="T18" fmla="*/ 98 w 586"/>
                <a:gd name="T19" fmla="*/ 46 h 69"/>
                <a:gd name="T20" fmla="*/ 90 w 586"/>
                <a:gd name="T21" fmla="*/ 52 h 69"/>
                <a:gd name="T22" fmla="*/ 78 w 586"/>
                <a:gd name="T23" fmla="*/ 25 h 69"/>
                <a:gd name="T24" fmla="*/ 132 w 586"/>
                <a:gd name="T25" fmla="*/ 19 h 69"/>
                <a:gd name="T26" fmla="*/ 118 w 586"/>
                <a:gd name="T27" fmla="*/ 28 h 69"/>
                <a:gd name="T28" fmla="*/ 133 w 586"/>
                <a:gd name="T29" fmla="*/ 52 h 69"/>
                <a:gd name="T30" fmla="*/ 169 w 586"/>
                <a:gd name="T31" fmla="*/ 52 h 69"/>
                <a:gd name="T32" fmla="*/ 161 w 586"/>
                <a:gd name="T33" fmla="*/ 15 h 69"/>
                <a:gd name="T34" fmla="*/ 167 w 586"/>
                <a:gd name="T35" fmla="*/ 1 h 69"/>
                <a:gd name="T36" fmla="*/ 181 w 586"/>
                <a:gd name="T37" fmla="*/ 38 h 69"/>
                <a:gd name="T38" fmla="*/ 189 w 586"/>
                <a:gd name="T39" fmla="*/ 47 h 69"/>
                <a:gd name="T40" fmla="*/ 222 w 586"/>
                <a:gd name="T41" fmla="*/ 31 h 69"/>
                <a:gd name="T42" fmla="*/ 252 w 586"/>
                <a:gd name="T43" fmla="*/ 24 h 69"/>
                <a:gd name="T44" fmla="*/ 228 w 586"/>
                <a:gd name="T45" fmla="*/ 44 h 69"/>
                <a:gd name="T46" fmla="*/ 249 w 586"/>
                <a:gd name="T47" fmla="*/ 64 h 69"/>
                <a:gd name="T48" fmla="*/ 223 w 586"/>
                <a:gd name="T49" fmla="*/ 48 h 69"/>
                <a:gd name="T50" fmla="*/ 240 w 586"/>
                <a:gd name="T51" fmla="*/ 39 h 69"/>
                <a:gd name="T52" fmla="*/ 238 w 586"/>
                <a:gd name="T53" fmla="*/ 66 h 69"/>
                <a:gd name="T54" fmla="*/ 274 w 586"/>
                <a:gd name="T55" fmla="*/ 21 h 69"/>
                <a:gd name="T56" fmla="*/ 286 w 586"/>
                <a:gd name="T57" fmla="*/ 21 h 69"/>
                <a:gd name="T58" fmla="*/ 290 w 586"/>
                <a:gd name="T59" fmla="*/ 25 h 69"/>
                <a:gd name="T60" fmla="*/ 267 w 586"/>
                <a:gd name="T61" fmla="*/ 62 h 69"/>
                <a:gd name="T62" fmla="*/ 258 w 586"/>
                <a:gd name="T63" fmla="*/ 20 h 69"/>
                <a:gd name="T64" fmla="*/ 319 w 586"/>
                <a:gd name="T65" fmla="*/ 49 h 69"/>
                <a:gd name="T66" fmla="*/ 322 w 586"/>
                <a:gd name="T67" fmla="*/ 34 h 69"/>
                <a:gd name="T68" fmla="*/ 368 w 586"/>
                <a:gd name="T69" fmla="*/ 45 h 69"/>
                <a:gd name="T70" fmla="*/ 360 w 586"/>
                <a:gd name="T71" fmla="*/ 52 h 69"/>
                <a:gd name="T72" fmla="*/ 364 w 586"/>
                <a:gd name="T73" fmla="*/ 8 h 69"/>
                <a:gd name="T74" fmla="*/ 378 w 586"/>
                <a:gd name="T75" fmla="*/ 6 h 69"/>
                <a:gd name="T76" fmla="*/ 377 w 586"/>
                <a:gd name="T77" fmla="*/ 22 h 69"/>
                <a:gd name="T78" fmla="*/ 408 w 586"/>
                <a:gd name="T79" fmla="*/ 16 h 69"/>
                <a:gd name="T80" fmla="*/ 433 w 586"/>
                <a:gd name="T81" fmla="*/ 52 h 69"/>
                <a:gd name="T82" fmla="*/ 435 w 586"/>
                <a:gd name="T83" fmla="*/ 6 h 69"/>
                <a:gd name="T84" fmla="*/ 476 w 586"/>
                <a:gd name="T85" fmla="*/ 20 h 69"/>
                <a:gd name="T86" fmla="*/ 468 w 586"/>
                <a:gd name="T87" fmla="*/ 54 h 69"/>
                <a:gd name="T88" fmla="*/ 472 w 586"/>
                <a:gd name="T89" fmla="*/ 24 h 69"/>
                <a:gd name="T90" fmla="*/ 466 w 586"/>
                <a:gd name="T91" fmla="*/ 54 h 69"/>
                <a:gd name="T92" fmla="*/ 454 w 586"/>
                <a:gd name="T93" fmla="*/ 6 h 69"/>
                <a:gd name="T94" fmla="*/ 502 w 586"/>
                <a:gd name="T95" fmla="*/ 5 h 69"/>
                <a:gd name="T96" fmla="*/ 502 w 586"/>
                <a:gd name="T97" fmla="*/ 46 h 69"/>
                <a:gd name="T98" fmla="*/ 495 w 586"/>
                <a:gd name="T99" fmla="*/ 50 h 69"/>
                <a:gd name="T100" fmla="*/ 500 w 586"/>
                <a:gd name="T101" fmla="*/ 19 h 69"/>
                <a:gd name="T102" fmla="*/ 544 w 586"/>
                <a:gd name="T103" fmla="*/ 50 h 69"/>
                <a:gd name="T104" fmla="*/ 538 w 586"/>
                <a:gd name="T105" fmla="*/ 49 h 69"/>
                <a:gd name="T106" fmla="*/ 526 w 586"/>
                <a:gd name="T107" fmla="*/ 52 h 69"/>
                <a:gd name="T108" fmla="*/ 518 w 586"/>
                <a:gd name="T109" fmla="*/ 33 h 69"/>
                <a:gd name="T110" fmla="*/ 524 w 586"/>
                <a:gd name="T111" fmla="*/ 26 h 69"/>
                <a:gd name="T112" fmla="*/ 574 w 586"/>
                <a:gd name="T113" fmla="*/ 31 h 69"/>
                <a:gd name="T114" fmla="*/ 560 w 586"/>
                <a:gd name="T115" fmla="*/ 30 h 69"/>
                <a:gd name="T116" fmla="*/ 580 w 586"/>
                <a:gd name="T117" fmla="*/ 41 h 69"/>
                <a:gd name="T118" fmla="*/ 575 w 586"/>
                <a:gd name="T119" fmla="*/ 52 h 69"/>
                <a:gd name="T120" fmla="*/ 566 w 586"/>
                <a:gd name="T121" fmla="*/ 5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86" h="69">
                  <a:moveTo>
                    <a:pt x="27" y="41"/>
                  </a:moveTo>
                  <a:cubicBezTo>
                    <a:pt x="26" y="45"/>
                    <a:pt x="24" y="49"/>
                    <a:pt x="22" y="51"/>
                  </a:cubicBezTo>
                  <a:cubicBezTo>
                    <a:pt x="19" y="54"/>
                    <a:pt x="16" y="55"/>
                    <a:pt x="13" y="55"/>
                  </a:cubicBezTo>
                  <a:cubicBezTo>
                    <a:pt x="10" y="55"/>
                    <a:pt x="6" y="53"/>
                    <a:pt x="4" y="50"/>
                  </a:cubicBezTo>
                  <a:cubicBezTo>
                    <a:pt x="1" y="47"/>
                    <a:pt x="0" y="42"/>
                    <a:pt x="0" y="37"/>
                  </a:cubicBezTo>
                  <a:cubicBezTo>
                    <a:pt x="0" y="32"/>
                    <a:pt x="1" y="27"/>
                    <a:pt x="4" y="24"/>
                  </a:cubicBezTo>
                  <a:cubicBezTo>
                    <a:pt x="7" y="20"/>
                    <a:pt x="11" y="18"/>
                    <a:pt x="15" y="18"/>
                  </a:cubicBezTo>
                  <a:cubicBezTo>
                    <a:pt x="18" y="18"/>
                    <a:pt x="21" y="19"/>
                    <a:pt x="23" y="21"/>
                  </a:cubicBezTo>
                  <a:cubicBezTo>
                    <a:pt x="25" y="23"/>
                    <a:pt x="26" y="25"/>
                    <a:pt x="26" y="27"/>
                  </a:cubicBezTo>
                  <a:cubicBezTo>
                    <a:pt x="26" y="28"/>
                    <a:pt x="26" y="28"/>
                    <a:pt x="26" y="29"/>
                  </a:cubicBezTo>
                  <a:cubicBezTo>
                    <a:pt x="25" y="30"/>
                    <a:pt x="24" y="30"/>
                    <a:pt x="23" y="30"/>
                  </a:cubicBezTo>
                  <a:cubicBezTo>
                    <a:pt x="22" y="30"/>
                    <a:pt x="21" y="30"/>
                    <a:pt x="20" y="28"/>
                  </a:cubicBezTo>
                  <a:cubicBezTo>
                    <a:pt x="20" y="28"/>
                    <a:pt x="19" y="27"/>
                    <a:pt x="19" y="26"/>
                  </a:cubicBezTo>
                  <a:cubicBezTo>
                    <a:pt x="19" y="24"/>
                    <a:pt x="18" y="23"/>
                    <a:pt x="18" y="22"/>
                  </a:cubicBezTo>
                  <a:cubicBezTo>
                    <a:pt x="17" y="22"/>
                    <a:pt x="16" y="21"/>
                    <a:pt x="14" y="21"/>
                  </a:cubicBezTo>
                  <a:cubicBezTo>
                    <a:pt x="12" y="21"/>
                    <a:pt x="10" y="22"/>
                    <a:pt x="8" y="24"/>
                  </a:cubicBezTo>
                  <a:cubicBezTo>
                    <a:pt x="6" y="26"/>
                    <a:pt x="6" y="30"/>
                    <a:pt x="6" y="34"/>
                  </a:cubicBezTo>
                  <a:cubicBezTo>
                    <a:pt x="6" y="38"/>
                    <a:pt x="6" y="41"/>
                    <a:pt x="8" y="44"/>
                  </a:cubicBezTo>
                  <a:cubicBezTo>
                    <a:pt x="10" y="48"/>
                    <a:pt x="13" y="49"/>
                    <a:pt x="16" y="49"/>
                  </a:cubicBezTo>
                  <a:cubicBezTo>
                    <a:pt x="18" y="49"/>
                    <a:pt x="20" y="48"/>
                    <a:pt x="22" y="47"/>
                  </a:cubicBezTo>
                  <a:cubicBezTo>
                    <a:pt x="24" y="46"/>
                    <a:pt x="25" y="44"/>
                    <a:pt x="27" y="41"/>
                  </a:cubicBezTo>
                  <a:cubicBezTo>
                    <a:pt x="27" y="41"/>
                    <a:pt x="27" y="41"/>
                    <a:pt x="27" y="41"/>
                  </a:cubicBezTo>
                  <a:close/>
                  <a:moveTo>
                    <a:pt x="45" y="1"/>
                  </a:moveTo>
                  <a:cubicBezTo>
                    <a:pt x="45" y="26"/>
                    <a:pt x="45" y="26"/>
                    <a:pt x="45" y="26"/>
                  </a:cubicBezTo>
                  <a:cubicBezTo>
                    <a:pt x="48" y="22"/>
                    <a:pt x="50" y="21"/>
                    <a:pt x="51" y="20"/>
                  </a:cubicBezTo>
                  <a:cubicBezTo>
                    <a:pt x="53" y="19"/>
                    <a:pt x="54" y="18"/>
                    <a:pt x="56" y="18"/>
                  </a:cubicBezTo>
                  <a:cubicBezTo>
                    <a:pt x="58" y="18"/>
                    <a:pt x="60" y="19"/>
                    <a:pt x="61" y="20"/>
                  </a:cubicBezTo>
                  <a:cubicBezTo>
                    <a:pt x="62" y="21"/>
                    <a:pt x="63" y="23"/>
                    <a:pt x="64" y="25"/>
                  </a:cubicBezTo>
                  <a:cubicBezTo>
                    <a:pt x="64" y="27"/>
                    <a:pt x="64" y="30"/>
                    <a:pt x="64" y="34"/>
                  </a:cubicBezTo>
                  <a:cubicBezTo>
                    <a:pt x="64" y="46"/>
                    <a:pt x="64" y="46"/>
                    <a:pt x="64" y="46"/>
                  </a:cubicBezTo>
                  <a:cubicBezTo>
                    <a:pt x="64" y="48"/>
                    <a:pt x="64" y="50"/>
                    <a:pt x="65" y="50"/>
                  </a:cubicBezTo>
                  <a:cubicBezTo>
                    <a:pt x="65" y="51"/>
                    <a:pt x="66" y="52"/>
                    <a:pt x="66" y="52"/>
                  </a:cubicBezTo>
                  <a:cubicBezTo>
                    <a:pt x="66" y="52"/>
                    <a:pt x="68" y="52"/>
                    <a:pt x="69" y="52"/>
                  </a:cubicBezTo>
                  <a:cubicBezTo>
                    <a:pt x="69" y="54"/>
                    <a:pt x="69" y="54"/>
                    <a:pt x="69" y="54"/>
                  </a:cubicBezTo>
                  <a:cubicBezTo>
                    <a:pt x="53" y="54"/>
                    <a:pt x="53" y="54"/>
                    <a:pt x="53" y="54"/>
                  </a:cubicBezTo>
                  <a:cubicBezTo>
                    <a:pt x="53" y="52"/>
                    <a:pt x="53" y="52"/>
                    <a:pt x="53" y="52"/>
                  </a:cubicBezTo>
                  <a:cubicBezTo>
                    <a:pt x="54" y="52"/>
                    <a:pt x="54" y="52"/>
                    <a:pt x="54" y="52"/>
                  </a:cubicBezTo>
                  <a:cubicBezTo>
                    <a:pt x="56" y="52"/>
                    <a:pt x="56" y="52"/>
                    <a:pt x="57" y="52"/>
                  </a:cubicBezTo>
                  <a:cubicBezTo>
                    <a:pt x="58" y="51"/>
                    <a:pt x="58" y="50"/>
                    <a:pt x="58" y="50"/>
                  </a:cubicBezTo>
                  <a:cubicBezTo>
                    <a:pt x="58" y="49"/>
                    <a:pt x="58" y="48"/>
                    <a:pt x="58" y="46"/>
                  </a:cubicBezTo>
                  <a:cubicBezTo>
                    <a:pt x="58" y="34"/>
                    <a:pt x="58" y="34"/>
                    <a:pt x="58" y="34"/>
                  </a:cubicBezTo>
                  <a:cubicBezTo>
                    <a:pt x="58" y="30"/>
                    <a:pt x="58" y="28"/>
                    <a:pt x="58" y="27"/>
                  </a:cubicBezTo>
                  <a:cubicBezTo>
                    <a:pt x="58" y="26"/>
                    <a:pt x="57" y="25"/>
                    <a:pt x="56" y="24"/>
                  </a:cubicBezTo>
                  <a:cubicBezTo>
                    <a:pt x="56" y="24"/>
                    <a:pt x="55" y="23"/>
                    <a:pt x="54" y="23"/>
                  </a:cubicBezTo>
                  <a:cubicBezTo>
                    <a:pt x="52" y="23"/>
                    <a:pt x="51" y="24"/>
                    <a:pt x="50" y="24"/>
                  </a:cubicBezTo>
                  <a:cubicBezTo>
                    <a:pt x="49" y="25"/>
                    <a:pt x="47" y="26"/>
                    <a:pt x="46" y="28"/>
                  </a:cubicBezTo>
                  <a:cubicBezTo>
                    <a:pt x="46" y="46"/>
                    <a:pt x="46" y="46"/>
                    <a:pt x="46" y="46"/>
                  </a:cubicBezTo>
                  <a:cubicBezTo>
                    <a:pt x="46" y="48"/>
                    <a:pt x="46" y="50"/>
                    <a:pt x="46" y="50"/>
                  </a:cubicBezTo>
                  <a:cubicBezTo>
                    <a:pt x="46" y="51"/>
                    <a:pt x="47" y="52"/>
                    <a:pt x="47" y="52"/>
                  </a:cubicBezTo>
                  <a:cubicBezTo>
                    <a:pt x="48" y="52"/>
                    <a:pt x="49" y="52"/>
                    <a:pt x="51" y="52"/>
                  </a:cubicBezTo>
                  <a:cubicBezTo>
                    <a:pt x="51" y="54"/>
                    <a:pt x="51" y="54"/>
                    <a:pt x="51" y="54"/>
                  </a:cubicBezTo>
                  <a:cubicBezTo>
                    <a:pt x="34" y="54"/>
                    <a:pt x="34" y="54"/>
                    <a:pt x="34" y="54"/>
                  </a:cubicBezTo>
                  <a:cubicBezTo>
                    <a:pt x="34" y="52"/>
                    <a:pt x="34" y="52"/>
                    <a:pt x="34" y="52"/>
                  </a:cubicBezTo>
                  <a:cubicBezTo>
                    <a:pt x="36" y="52"/>
                    <a:pt x="37" y="52"/>
                    <a:pt x="38" y="52"/>
                  </a:cubicBezTo>
                  <a:cubicBezTo>
                    <a:pt x="38" y="51"/>
                    <a:pt x="39" y="51"/>
                    <a:pt x="39" y="50"/>
                  </a:cubicBezTo>
                  <a:cubicBezTo>
                    <a:pt x="40" y="49"/>
                    <a:pt x="40" y="48"/>
                    <a:pt x="40" y="46"/>
                  </a:cubicBezTo>
                  <a:cubicBezTo>
                    <a:pt x="40" y="15"/>
                    <a:pt x="40" y="15"/>
                    <a:pt x="40" y="15"/>
                  </a:cubicBezTo>
                  <a:cubicBezTo>
                    <a:pt x="40" y="11"/>
                    <a:pt x="40" y="8"/>
                    <a:pt x="39" y="8"/>
                  </a:cubicBezTo>
                  <a:cubicBezTo>
                    <a:pt x="39" y="7"/>
                    <a:pt x="39" y="6"/>
                    <a:pt x="38" y="6"/>
                  </a:cubicBezTo>
                  <a:cubicBezTo>
                    <a:pt x="38" y="5"/>
                    <a:pt x="38" y="5"/>
                    <a:pt x="37" y="5"/>
                  </a:cubicBezTo>
                  <a:cubicBezTo>
                    <a:pt x="36" y="5"/>
                    <a:pt x="36" y="5"/>
                    <a:pt x="34" y="6"/>
                  </a:cubicBezTo>
                  <a:cubicBezTo>
                    <a:pt x="34" y="4"/>
                    <a:pt x="34" y="4"/>
                    <a:pt x="34" y="4"/>
                  </a:cubicBezTo>
                  <a:cubicBezTo>
                    <a:pt x="44" y="0"/>
                    <a:pt x="44" y="0"/>
                    <a:pt x="44" y="0"/>
                  </a:cubicBezTo>
                  <a:cubicBezTo>
                    <a:pt x="45" y="1"/>
                    <a:pt x="45" y="1"/>
                    <a:pt x="45" y="1"/>
                  </a:cubicBezTo>
                  <a:close/>
                  <a:moveTo>
                    <a:pt x="85" y="26"/>
                  </a:moveTo>
                  <a:cubicBezTo>
                    <a:pt x="89" y="21"/>
                    <a:pt x="92" y="19"/>
                    <a:pt x="96" y="19"/>
                  </a:cubicBezTo>
                  <a:cubicBezTo>
                    <a:pt x="97" y="19"/>
                    <a:pt x="99" y="19"/>
                    <a:pt x="100" y="20"/>
                  </a:cubicBezTo>
                  <a:cubicBezTo>
                    <a:pt x="102" y="21"/>
                    <a:pt x="103" y="22"/>
                    <a:pt x="104" y="24"/>
                  </a:cubicBezTo>
                  <a:cubicBezTo>
                    <a:pt x="104" y="26"/>
                    <a:pt x="104" y="28"/>
                    <a:pt x="104" y="31"/>
                  </a:cubicBezTo>
                  <a:cubicBezTo>
                    <a:pt x="104" y="46"/>
                    <a:pt x="104" y="46"/>
                    <a:pt x="104" y="46"/>
                  </a:cubicBezTo>
                  <a:cubicBezTo>
                    <a:pt x="104" y="48"/>
                    <a:pt x="104" y="49"/>
                    <a:pt x="105" y="50"/>
                  </a:cubicBezTo>
                  <a:cubicBezTo>
                    <a:pt x="105" y="51"/>
                    <a:pt x="106" y="51"/>
                    <a:pt x="106" y="52"/>
                  </a:cubicBezTo>
                  <a:cubicBezTo>
                    <a:pt x="106" y="52"/>
                    <a:pt x="108" y="52"/>
                    <a:pt x="109" y="52"/>
                  </a:cubicBezTo>
                  <a:cubicBezTo>
                    <a:pt x="109" y="53"/>
                    <a:pt x="109" y="53"/>
                    <a:pt x="109" y="53"/>
                  </a:cubicBezTo>
                  <a:cubicBezTo>
                    <a:pt x="93" y="53"/>
                    <a:pt x="93" y="53"/>
                    <a:pt x="93" y="53"/>
                  </a:cubicBezTo>
                  <a:cubicBezTo>
                    <a:pt x="93" y="52"/>
                    <a:pt x="93" y="52"/>
                    <a:pt x="93" y="52"/>
                  </a:cubicBezTo>
                  <a:cubicBezTo>
                    <a:pt x="94" y="52"/>
                    <a:pt x="94" y="52"/>
                    <a:pt x="94" y="52"/>
                  </a:cubicBezTo>
                  <a:cubicBezTo>
                    <a:pt x="96" y="52"/>
                    <a:pt x="96" y="52"/>
                    <a:pt x="97" y="51"/>
                  </a:cubicBezTo>
                  <a:cubicBezTo>
                    <a:pt x="98" y="51"/>
                    <a:pt x="98" y="50"/>
                    <a:pt x="98" y="49"/>
                  </a:cubicBezTo>
                  <a:cubicBezTo>
                    <a:pt x="98" y="49"/>
                    <a:pt x="98" y="48"/>
                    <a:pt x="98" y="46"/>
                  </a:cubicBezTo>
                  <a:cubicBezTo>
                    <a:pt x="98" y="32"/>
                    <a:pt x="98" y="32"/>
                    <a:pt x="98" y="32"/>
                  </a:cubicBezTo>
                  <a:cubicBezTo>
                    <a:pt x="98" y="28"/>
                    <a:pt x="98" y="26"/>
                    <a:pt x="97" y="25"/>
                  </a:cubicBezTo>
                  <a:cubicBezTo>
                    <a:pt x="96" y="24"/>
                    <a:pt x="95" y="23"/>
                    <a:pt x="93" y="23"/>
                  </a:cubicBezTo>
                  <a:cubicBezTo>
                    <a:pt x="90" y="23"/>
                    <a:pt x="88" y="24"/>
                    <a:pt x="85" y="28"/>
                  </a:cubicBezTo>
                  <a:cubicBezTo>
                    <a:pt x="85" y="46"/>
                    <a:pt x="85" y="46"/>
                    <a:pt x="85" y="46"/>
                  </a:cubicBezTo>
                  <a:cubicBezTo>
                    <a:pt x="85" y="48"/>
                    <a:pt x="85" y="49"/>
                    <a:pt x="85" y="50"/>
                  </a:cubicBezTo>
                  <a:cubicBezTo>
                    <a:pt x="86" y="51"/>
                    <a:pt x="86" y="51"/>
                    <a:pt x="86" y="52"/>
                  </a:cubicBezTo>
                  <a:cubicBezTo>
                    <a:pt x="87" y="52"/>
                    <a:pt x="88" y="52"/>
                    <a:pt x="90" y="52"/>
                  </a:cubicBezTo>
                  <a:cubicBezTo>
                    <a:pt x="90" y="53"/>
                    <a:pt x="90" y="53"/>
                    <a:pt x="90" y="53"/>
                  </a:cubicBezTo>
                  <a:cubicBezTo>
                    <a:pt x="74" y="53"/>
                    <a:pt x="74" y="53"/>
                    <a:pt x="74" y="53"/>
                  </a:cubicBezTo>
                  <a:cubicBezTo>
                    <a:pt x="74" y="52"/>
                    <a:pt x="74" y="52"/>
                    <a:pt x="74" y="52"/>
                  </a:cubicBezTo>
                  <a:cubicBezTo>
                    <a:pt x="75" y="52"/>
                    <a:pt x="75" y="52"/>
                    <a:pt x="75" y="52"/>
                  </a:cubicBezTo>
                  <a:cubicBezTo>
                    <a:pt x="76" y="52"/>
                    <a:pt x="78" y="52"/>
                    <a:pt x="78" y="51"/>
                  </a:cubicBezTo>
                  <a:cubicBezTo>
                    <a:pt x="78" y="50"/>
                    <a:pt x="79" y="48"/>
                    <a:pt x="79" y="46"/>
                  </a:cubicBezTo>
                  <a:cubicBezTo>
                    <a:pt x="79" y="33"/>
                    <a:pt x="79" y="33"/>
                    <a:pt x="79" y="33"/>
                  </a:cubicBezTo>
                  <a:cubicBezTo>
                    <a:pt x="79" y="29"/>
                    <a:pt x="79" y="26"/>
                    <a:pt x="78" y="25"/>
                  </a:cubicBezTo>
                  <a:cubicBezTo>
                    <a:pt x="78" y="24"/>
                    <a:pt x="78" y="24"/>
                    <a:pt x="78" y="23"/>
                  </a:cubicBezTo>
                  <a:cubicBezTo>
                    <a:pt x="77" y="23"/>
                    <a:pt x="77" y="23"/>
                    <a:pt x="76" y="23"/>
                  </a:cubicBezTo>
                  <a:cubicBezTo>
                    <a:pt x="75" y="23"/>
                    <a:pt x="74" y="23"/>
                    <a:pt x="74" y="23"/>
                  </a:cubicBezTo>
                  <a:cubicBezTo>
                    <a:pt x="73" y="22"/>
                    <a:pt x="73" y="22"/>
                    <a:pt x="73" y="22"/>
                  </a:cubicBezTo>
                  <a:cubicBezTo>
                    <a:pt x="83" y="18"/>
                    <a:pt x="83" y="18"/>
                    <a:pt x="83" y="18"/>
                  </a:cubicBezTo>
                  <a:cubicBezTo>
                    <a:pt x="85" y="18"/>
                    <a:pt x="85" y="18"/>
                    <a:pt x="85" y="18"/>
                  </a:cubicBezTo>
                  <a:cubicBezTo>
                    <a:pt x="85" y="26"/>
                    <a:pt x="85" y="26"/>
                    <a:pt x="85" y="26"/>
                  </a:cubicBezTo>
                  <a:close/>
                  <a:moveTo>
                    <a:pt x="132" y="19"/>
                  </a:moveTo>
                  <a:cubicBezTo>
                    <a:pt x="136" y="19"/>
                    <a:pt x="140" y="21"/>
                    <a:pt x="144" y="25"/>
                  </a:cubicBezTo>
                  <a:cubicBezTo>
                    <a:pt x="146" y="28"/>
                    <a:pt x="148" y="32"/>
                    <a:pt x="148" y="36"/>
                  </a:cubicBezTo>
                  <a:cubicBezTo>
                    <a:pt x="148" y="40"/>
                    <a:pt x="147" y="42"/>
                    <a:pt x="146" y="46"/>
                  </a:cubicBezTo>
                  <a:cubicBezTo>
                    <a:pt x="144" y="49"/>
                    <a:pt x="142" y="51"/>
                    <a:pt x="140" y="53"/>
                  </a:cubicBezTo>
                  <a:cubicBezTo>
                    <a:pt x="137" y="54"/>
                    <a:pt x="134" y="55"/>
                    <a:pt x="131" y="55"/>
                  </a:cubicBezTo>
                  <a:cubicBezTo>
                    <a:pt x="126" y="55"/>
                    <a:pt x="122" y="53"/>
                    <a:pt x="120" y="49"/>
                  </a:cubicBezTo>
                  <a:cubicBezTo>
                    <a:pt x="117" y="46"/>
                    <a:pt x="116" y="42"/>
                    <a:pt x="116" y="38"/>
                  </a:cubicBezTo>
                  <a:cubicBezTo>
                    <a:pt x="116" y="34"/>
                    <a:pt x="117" y="31"/>
                    <a:pt x="118" y="28"/>
                  </a:cubicBezTo>
                  <a:cubicBezTo>
                    <a:pt x="120" y="26"/>
                    <a:pt x="122" y="23"/>
                    <a:pt x="124" y="22"/>
                  </a:cubicBezTo>
                  <a:cubicBezTo>
                    <a:pt x="126" y="20"/>
                    <a:pt x="129" y="19"/>
                    <a:pt x="132" y="19"/>
                  </a:cubicBezTo>
                  <a:close/>
                  <a:moveTo>
                    <a:pt x="130" y="21"/>
                  </a:moveTo>
                  <a:cubicBezTo>
                    <a:pt x="129" y="21"/>
                    <a:pt x="128" y="22"/>
                    <a:pt x="127" y="22"/>
                  </a:cubicBezTo>
                  <a:cubicBezTo>
                    <a:pt x="126" y="23"/>
                    <a:pt x="124" y="24"/>
                    <a:pt x="124" y="26"/>
                  </a:cubicBezTo>
                  <a:cubicBezTo>
                    <a:pt x="123" y="28"/>
                    <a:pt x="122" y="31"/>
                    <a:pt x="122" y="34"/>
                  </a:cubicBezTo>
                  <a:cubicBezTo>
                    <a:pt x="122" y="39"/>
                    <a:pt x="123" y="43"/>
                    <a:pt x="125" y="47"/>
                  </a:cubicBezTo>
                  <a:cubicBezTo>
                    <a:pt x="127" y="50"/>
                    <a:pt x="130" y="52"/>
                    <a:pt x="133" y="52"/>
                  </a:cubicBezTo>
                  <a:cubicBezTo>
                    <a:pt x="135" y="52"/>
                    <a:pt x="137" y="51"/>
                    <a:pt x="138" y="49"/>
                  </a:cubicBezTo>
                  <a:cubicBezTo>
                    <a:pt x="140" y="47"/>
                    <a:pt x="141" y="44"/>
                    <a:pt x="141" y="39"/>
                  </a:cubicBezTo>
                  <a:cubicBezTo>
                    <a:pt x="141" y="33"/>
                    <a:pt x="140" y="28"/>
                    <a:pt x="137" y="25"/>
                  </a:cubicBezTo>
                  <a:cubicBezTo>
                    <a:pt x="135" y="22"/>
                    <a:pt x="133" y="21"/>
                    <a:pt x="130" y="21"/>
                  </a:cubicBezTo>
                  <a:close/>
                  <a:moveTo>
                    <a:pt x="167" y="1"/>
                  </a:moveTo>
                  <a:cubicBezTo>
                    <a:pt x="167" y="46"/>
                    <a:pt x="167" y="46"/>
                    <a:pt x="167" y="46"/>
                  </a:cubicBezTo>
                  <a:cubicBezTo>
                    <a:pt x="167" y="48"/>
                    <a:pt x="167" y="50"/>
                    <a:pt x="168" y="50"/>
                  </a:cubicBezTo>
                  <a:cubicBezTo>
                    <a:pt x="168" y="51"/>
                    <a:pt x="168" y="52"/>
                    <a:pt x="169" y="52"/>
                  </a:cubicBezTo>
                  <a:cubicBezTo>
                    <a:pt x="170" y="52"/>
                    <a:pt x="170" y="52"/>
                    <a:pt x="172" y="52"/>
                  </a:cubicBezTo>
                  <a:cubicBezTo>
                    <a:pt x="172" y="54"/>
                    <a:pt x="172" y="54"/>
                    <a:pt x="172" y="54"/>
                  </a:cubicBezTo>
                  <a:cubicBezTo>
                    <a:pt x="156" y="54"/>
                    <a:pt x="156" y="54"/>
                    <a:pt x="156" y="54"/>
                  </a:cubicBezTo>
                  <a:cubicBezTo>
                    <a:pt x="156" y="52"/>
                    <a:pt x="156" y="52"/>
                    <a:pt x="156" y="52"/>
                  </a:cubicBezTo>
                  <a:cubicBezTo>
                    <a:pt x="158" y="52"/>
                    <a:pt x="159" y="52"/>
                    <a:pt x="160" y="52"/>
                  </a:cubicBezTo>
                  <a:cubicBezTo>
                    <a:pt x="160" y="52"/>
                    <a:pt x="160" y="51"/>
                    <a:pt x="161" y="50"/>
                  </a:cubicBezTo>
                  <a:cubicBezTo>
                    <a:pt x="161" y="50"/>
                    <a:pt x="161" y="48"/>
                    <a:pt x="161" y="46"/>
                  </a:cubicBezTo>
                  <a:cubicBezTo>
                    <a:pt x="161" y="15"/>
                    <a:pt x="161" y="15"/>
                    <a:pt x="161" y="15"/>
                  </a:cubicBezTo>
                  <a:cubicBezTo>
                    <a:pt x="161" y="11"/>
                    <a:pt x="161" y="9"/>
                    <a:pt x="161" y="8"/>
                  </a:cubicBezTo>
                  <a:cubicBezTo>
                    <a:pt x="161" y="7"/>
                    <a:pt x="160" y="6"/>
                    <a:pt x="160" y="6"/>
                  </a:cubicBezTo>
                  <a:cubicBezTo>
                    <a:pt x="160" y="6"/>
                    <a:pt x="159" y="6"/>
                    <a:pt x="158" y="6"/>
                  </a:cubicBezTo>
                  <a:cubicBezTo>
                    <a:pt x="158" y="6"/>
                    <a:pt x="157" y="6"/>
                    <a:pt x="156" y="6"/>
                  </a:cubicBezTo>
                  <a:cubicBezTo>
                    <a:pt x="155" y="5"/>
                    <a:pt x="155" y="5"/>
                    <a:pt x="155" y="5"/>
                  </a:cubicBezTo>
                  <a:cubicBezTo>
                    <a:pt x="165" y="1"/>
                    <a:pt x="165" y="1"/>
                    <a:pt x="165" y="1"/>
                  </a:cubicBezTo>
                  <a:cubicBezTo>
                    <a:pt x="167" y="1"/>
                    <a:pt x="167" y="1"/>
                    <a:pt x="167" y="1"/>
                  </a:cubicBezTo>
                  <a:cubicBezTo>
                    <a:pt x="167" y="1"/>
                    <a:pt x="167" y="1"/>
                    <a:pt x="167" y="1"/>
                  </a:cubicBezTo>
                  <a:close/>
                  <a:moveTo>
                    <a:pt x="196" y="19"/>
                  </a:moveTo>
                  <a:cubicBezTo>
                    <a:pt x="201" y="19"/>
                    <a:pt x="205" y="21"/>
                    <a:pt x="208" y="25"/>
                  </a:cubicBezTo>
                  <a:cubicBezTo>
                    <a:pt x="210" y="28"/>
                    <a:pt x="212" y="32"/>
                    <a:pt x="212" y="36"/>
                  </a:cubicBezTo>
                  <a:cubicBezTo>
                    <a:pt x="212" y="40"/>
                    <a:pt x="211" y="42"/>
                    <a:pt x="210" y="46"/>
                  </a:cubicBezTo>
                  <a:cubicBezTo>
                    <a:pt x="209" y="49"/>
                    <a:pt x="207" y="51"/>
                    <a:pt x="204" y="53"/>
                  </a:cubicBezTo>
                  <a:cubicBezTo>
                    <a:pt x="202" y="54"/>
                    <a:pt x="199" y="55"/>
                    <a:pt x="196" y="55"/>
                  </a:cubicBezTo>
                  <a:cubicBezTo>
                    <a:pt x="191" y="55"/>
                    <a:pt x="187" y="53"/>
                    <a:pt x="184" y="49"/>
                  </a:cubicBezTo>
                  <a:cubicBezTo>
                    <a:pt x="182" y="46"/>
                    <a:pt x="181" y="42"/>
                    <a:pt x="181" y="38"/>
                  </a:cubicBezTo>
                  <a:cubicBezTo>
                    <a:pt x="181" y="34"/>
                    <a:pt x="182" y="31"/>
                    <a:pt x="183" y="28"/>
                  </a:cubicBezTo>
                  <a:cubicBezTo>
                    <a:pt x="185" y="26"/>
                    <a:pt x="187" y="23"/>
                    <a:pt x="189" y="22"/>
                  </a:cubicBezTo>
                  <a:cubicBezTo>
                    <a:pt x="190" y="20"/>
                    <a:pt x="193" y="19"/>
                    <a:pt x="196" y="19"/>
                  </a:cubicBezTo>
                  <a:close/>
                  <a:moveTo>
                    <a:pt x="195" y="21"/>
                  </a:moveTo>
                  <a:cubicBezTo>
                    <a:pt x="194" y="21"/>
                    <a:pt x="192" y="22"/>
                    <a:pt x="191" y="22"/>
                  </a:cubicBezTo>
                  <a:cubicBezTo>
                    <a:pt x="190" y="23"/>
                    <a:pt x="188" y="24"/>
                    <a:pt x="188" y="26"/>
                  </a:cubicBezTo>
                  <a:cubicBezTo>
                    <a:pt x="187" y="28"/>
                    <a:pt x="186" y="31"/>
                    <a:pt x="186" y="34"/>
                  </a:cubicBezTo>
                  <a:cubicBezTo>
                    <a:pt x="186" y="39"/>
                    <a:pt x="187" y="43"/>
                    <a:pt x="189" y="47"/>
                  </a:cubicBezTo>
                  <a:cubicBezTo>
                    <a:pt x="191" y="50"/>
                    <a:pt x="194" y="52"/>
                    <a:pt x="197" y="52"/>
                  </a:cubicBezTo>
                  <a:cubicBezTo>
                    <a:pt x="199" y="52"/>
                    <a:pt x="201" y="51"/>
                    <a:pt x="202" y="49"/>
                  </a:cubicBezTo>
                  <a:cubicBezTo>
                    <a:pt x="204" y="47"/>
                    <a:pt x="205" y="44"/>
                    <a:pt x="205" y="39"/>
                  </a:cubicBezTo>
                  <a:cubicBezTo>
                    <a:pt x="205" y="33"/>
                    <a:pt x="204" y="28"/>
                    <a:pt x="201" y="25"/>
                  </a:cubicBezTo>
                  <a:cubicBezTo>
                    <a:pt x="200" y="22"/>
                    <a:pt x="197" y="21"/>
                    <a:pt x="195" y="21"/>
                  </a:cubicBezTo>
                  <a:close/>
                  <a:moveTo>
                    <a:pt x="229" y="41"/>
                  </a:moveTo>
                  <a:cubicBezTo>
                    <a:pt x="227" y="40"/>
                    <a:pt x="225" y="39"/>
                    <a:pt x="224" y="37"/>
                  </a:cubicBezTo>
                  <a:cubicBezTo>
                    <a:pt x="223" y="35"/>
                    <a:pt x="222" y="33"/>
                    <a:pt x="222" y="31"/>
                  </a:cubicBezTo>
                  <a:cubicBezTo>
                    <a:pt x="222" y="28"/>
                    <a:pt x="224" y="24"/>
                    <a:pt x="226" y="22"/>
                  </a:cubicBezTo>
                  <a:cubicBezTo>
                    <a:pt x="228" y="20"/>
                    <a:pt x="232" y="18"/>
                    <a:pt x="235" y="18"/>
                  </a:cubicBezTo>
                  <a:cubicBezTo>
                    <a:pt x="238" y="18"/>
                    <a:pt x="241" y="19"/>
                    <a:pt x="243" y="21"/>
                  </a:cubicBezTo>
                  <a:cubicBezTo>
                    <a:pt x="250" y="21"/>
                    <a:pt x="250" y="21"/>
                    <a:pt x="250" y="21"/>
                  </a:cubicBezTo>
                  <a:cubicBezTo>
                    <a:pt x="251" y="21"/>
                    <a:pt x="252" y="21"/>
                    <a:pt x="252" y="21"/>
                  </a:cubicBezTo>
                  <a:cubicBezTo>
                    <a:pt x="252" y="21"/>
                    <a:pt x="252" y="21"/>
                    <a:pt x="252" y="21"/>
                  </a:cubicBezTo>
                  <a:cubicBezTo>
                    <a:pt x="252" y="22"/>
                    <a:pt x="252" y="22"/>
                    <a:pt x="252" y="22"/>
                  </a:cubicBezTo>
                  <a:cubicBezTo>
                    <a:pt x="252" y="23"/>
                    <a:pt x="252" y="24"/>
                    <a:pt x="252" y="24"/>
                  </a:cubicBezTo>
                  <a:cubicBezTo>
                    <a:pt x="252" y="24"/>
                    <a:pt x="252" y="24"/>
                    <a:pt x="252" y="24"/>
                  </a:cubicBezTo>
                  <a:cubicBezTo>
                    <a:pt x="252" y="24"/>
                    <a:pt x="251" y="24"/>
                    <a:pt x="250" y="24"/>
                  </a:cubicBezTo>
                  <a:cubicBezTo>
                    <a:pt x="246" y="24"/>
                    <a:pt x="246" y="24"/>
                    <a:pt x="246" y="24"/>
                  </a:cubicBezTo>
                  <a:cubicBezTo>
                    <a:pt x="247" y="26"/>
                    <a:pt x="248" y="28"/>
                    <a:pt x="248" y="31"/>
                  </a:cubicBezTo>
                  <a:cubicBezTo>
                    <a:pt x="248" y="34"/>
                    <a:pt x="246" y="37"/>
                    <a:pt x="244" y="39"/>
                  </a:cubicBezTo>
                  <a:cubicBezTo>
                    <a:pt x="242" y="41"/>
                    <a:pt x="238" y="42"/>
                    <a:pt x="235" y="42"/>
                  </a:cubicBezTo>
                  <a:cubicBezTo>
                    <a:pt x="233" y="42"/>
                    <a:pt x="232" y="42"/>
                    <a:pt x="230" y="41"/>
                  </a:cubicBezTo>
                  <a:cubicBezTo>
                    <a:pt x="229" y="42"/>
                    <a:pt x="228" y="43"/>
                    <a:pt x="228" y="44"/>
                  </a:cubicBezTo>
                  <a:cubicBezTo>
                    <a:pt x="228" y="44"/>
                    <a:pt x="228" y="45"/>
                    <a:pt x="228" y="45"/>
                  </a:cubicBezTo>
                  <a:cubicBezTo>
                    <a:pt x="228" y="46"/>
                    <a:pt x="228" y="46"/>
                    <a:pt x="228" y="46"/>
                  </a:cubicBezTo>
                  <a:cubicBezTo>
                    <a:pt x="228" y="47"/>
                    <a:pt x="229" y="47"/>
                    <a:pt x="230" y="47"/>
                  </a:cubicBezTo>
                  <a:cubicBezTo>
                    <a:pt x="231" y="47"/>
                    <a:pt x="233" y="47"/>
                    <a:pt x="236" y="48"/>
                  </a:cubicBezTo>
                  <a:cubicBezTo>
                    <a:pt x="240" y="48"/>
                    <a:pt x="244" y="48"/>
                    <a:pt x="245" y="48"/>
                  </a:cubicBezTo>
                  <a:cubicBezTo>
                    <a:pt x="248" y="48"/>
                    <a:pt x="249" y="49"/>
                    <a:pt x="250" y="50"/>
                  </a:cubicBezTo>
                  <a:cubicBezTo>
                    <a:pt x="252" y="52"/>
                    <a:pt x="252" y="54"/>
                    <a:pt x="252" y="56"/>
                  </a:cubicBezTo>
                  <a:cubicBezTo>
                    <a:pt x="252" y="58"/>
                    <a:pt x="251" y="61"/>
                    <a:pt x="249" y="64"/>
                  </a:cubicBezTo>
                  <a:cubicBezTo>
                    <a:pt x="245" y="67"/>
                    <a:pt x="240" y="69"/>
                    <a:pt x="234" y="69"/>
                  </a:cubicBezTo>
                  <a:cubicBezTo>
                    <a:pt x="230" y="69"/>
                    <a:pt x="226" y="68"/>
                    <a:pt x="223" y="66"/>
                  </a:cubicBezTo>
                  <a:cubicBezTo>
                    <a:pt x="221" y="65"/>
                    <a:pt x="220" y="64"/>
                    <a:pt x="220" y="62"/>
                  </a:cubicBezTo>
                  <a:cubicBezTo>
                    <a:pt x="220" y="62"/>
                    <a:pt x="220" y="61"/>
                    <a:pt x="220" y="60"/>
                  </a:cubicBezTo>
                  <a:cubicBezTo>
                    <a:pt x="221" y="60"/>
                    <a:pt x="222" y="58"/>
                    <a:pt x="223" y="56"/>
                  </a:cubicBezTo>
                  <a:cubicBezTo>
                    <a:pt x="223" y="56"/>
                    <a:pt x="224" y="55"/>
                    <a:pt x="226" y="52"/>
                  </a:cubicBezTo>
                  <a:cubicBezTo>
                    <a:pt x="225" y="52"/>
                    <a:pt x="224" y="51"/>
                    <a:pt x="224" y="50"/>
                  </a:cubicBezTo>
                  <a:cubicBezTo>
                    <a:pt x="223" y="50"/>
                    <a:pt x="223" y="49"/>
                    <a:pt x="223" y="48"/>
                  </a:cubicBezTo>
                  <a:cubicBezTo>
                    <a:pt x="223" y="48"/>
                    <a:pt x="223" y="46"/>
                    <a:pt x="224" y="45"/>
                  </a:cubicBezTo>
                  <a:cubicBezTo>
                    <a:pt x="225" y="45"/>
                    <a:pt x="226" y="44"/>
                    <a:pt x="229" y="41"/>
                  </a:cubicBezTo>
                  <a:close/>
                  <a:moveTo>
                    <a:pt x="235" y="20"/>
                  </a:moveTo>
                  <a:cubicBezTo>
                    <a:pt x="233" y="20"/>
                    <a:pt x="232" y="21"/>
                    <a:pt x="230" y="22"/>
                  </a:cubicBezTo>
                  <a:cubicBezTo>
                    <a:pt x="229" y="24"/>
                    <a:pt x="229" y="26"/>
                    <a:pt x="229" y="29"/>
                  </a:cubicBezTo>
                  <a:cubicBezTo>
                    <a:pt x="229" y="33"/>
                    <a:pt x="230" y="36"/>
                    <a:pt x="231" y="38"/>
                  </a:cubicBezTo>
                  <a:cubicBezTo>
                    <a:pt x="232" y="40"/>
                    <a:pt x="234" y="41"/>
                    <a:pt x="236" y="41"/>
                  </a:cubicBezTo>
                  <a:cubicBezTo>
                    <a:pt x="238" y="41"/>
                    <a:pt x="239" y="40"/>
                    <a:pt x="240" y="39"/>
                  </a:cubicBezTo>
                  <a:cubicBezTo>
                    <a:pt x="242" y="37"/>
                    <a:pt x="242" y="35"/>
                    <a:pt x="242" y="32"/>
                  </a:cubicBezTo>
                  <a:cubicBezTo>
                    <a:pt x="242" y="28"/>
                    <a:pt x="241" y="25"/>
                    <a:pt x="240" y="23"/>
                  </a:cubicBezTo>
                  <a:cubicBezTo>
                    <a:pt x="238" y="21"/>
                    <a:pt x="237" y="20"/>
                    <a:pt x="235" y="20"/>
                  </a:cubicBezTo>
                  <a:close/>
                  <a:moveTo>
                    <a:pt x="228" y="54"/>
                  </a:moveTo>
                  <a:cubicBezTo>
                    <a:pt x="227" y="55"/>
                    <a:pt x="226" y="56"/>
                    <a:pt x="226" y="57"/>
                  </a:cubicBezTo>
                  <a:cubicBezTo>
                    <a:pt x="226" y="58"/>
                    <a:pt x="225" y="59"/>
                    <a:pt x="225" y="60"/>
                  </a:cubicBezTo>
                  <a:cubicBezTo>
                    <a:pt x="225" y="62"/>
                    <a:pt x="226" y="63"/>
                    <a:pt x="227" y="64"/>
                  </a:cubicBezTo>
                  <a:cubicBezTo>
                    <a:pt x="230" y="65"/>
                    <a:pt x="233" y="66"/>
                    <a:pt x="238" y="66"/>
                  </a:cubicBezTo>
                  <a:cubicBezTo>
                    <a:pt x="242" y="66"/>
                    <a:pt x="245" y="65"/>
                    <a:pt x="247" y="64"/>
                  </a:cubicBezTo>
                  <a:cubicBezTo>
                    <a:pt x="249" y="62"/>
                    <a:pt x="250" y="60"/>
                    <a:pt x="250" y="58"/>
                  </a:cubicBezTo>
                  <a:cubicBezTo>
                    <a:pt x="250" y="57"/>
                    <a:pt x="250" y="56"/>
                    <a:pt x="248" y="56"/>
                  </a:cubicBezTo>
                  <a:cubicBezTo>
                    <a:pt x="247" y="55"/>
                    <a:pt x="245" y="55"/>
                    <a:pt x="241" y="55"/>
                  </a:cubicBezTo>
                  <a:cubicBezTo>
                    <a:pt x="236" y="54"/>
                    <a:pt x="231" y="54"/>
                    <a:pt x="228" y="54"/>
                  </a:cubicBezTo>
                  <a:close/>
                  <a:moveTo>
                    <a:pt x="258" y="20"/>
                  </a:moveTo>
                  <a:cubicBezTo>
                    <a:pt x="274" y="20"/>
                    <a:pt x="274" y="20"/>
                    <a:pt x="274" y="20"/>
                  </a:cubicBezTo>
                  <a:cubicBezTo>
                    <a:pt x="274" y="21"/>
                    <a:pt x="274" y="21"/>
                    <a:pt x="274" y="21"/>
                  </a:cubicBezTo>
                  <a:cubicBezTo>
                    <a:pt x="273" y="21"/>
                    <a:pt x="273" y="21"/>
                    <a:pt x="273" y="21"/>
                  </a:cubicBezTo>
                  <a:cubicBezTo>
                    <a:pt x="272" y="21"/>
                    <a:pt x="271" y="21"/>
                    <a:pt x="270" y="22"/>
                  </a:cubicBezTo>
                  <a:cubicBezTo>
                    <a:pt x="270" y="22"/>
                    <a:pt x="270" y="23"/>
                    <a:pt x="270" y="23"/>
                  </a:cubicBezTo>
                  <a:cubicBezTo>
                    <a:pt x="270" y="24"/>
                    <a:pt x="270" y="26"/>
                    <a:pt x="271" y="27"/>
                  </a:cubicBezTo>
                  <a:cubicBezTo>
                    <a:pt x="279" y="44"/>
                    <a:pt x="279" y="44"/>
                    <a:pt x="279" y="44"/>
                  </a:cubicBezTo>
                  <a:cubicBezTo>
                    <a:pt x="286" y="26"/>
                    <a:pt x="286" y="26"/>
                    <a:pt x="286" y="26"/>
                  </a:cubicBezTo>
                  <a:cubicBezTo>
                    <a:pt x="286" y="24"/>
                    <a:pt x="287" y="24"/>
                    <a:pt x="287" y="22"/>
                  </a:cubicBezTo>
                  <a:cubicBezTo>
                    <a:pt x="287" y="22"/>
                    <a:pt x="287" y="22"/>
                    <a:pt x="286" y="21"/>
                  </a:cubicBezTo>
                  <a:cubicBezTo>
                    <a:pt x="286" y="21"/>
                    <a:pt x="286" y="21"/>
                    <a:pt x="286" y="20"/>
                  </a:cubicBezTo>
                  <a:cubicBezTo>
                    <a:pt x="285" y="20"/>
                    <a:pt x="284" y="20"/>
                    <a:pt x="284" y="20"/>
                  </a:cubicBezTo>
                  <a:cubicBezTo>
                    <a:pt x="284" y="19"/>
                    <a:pt x="284" y="19"/>
                    <a:pt x="284" y="19"/>
                  </a:cubicBezTo>
                  <a:cubicBezTo>
                    <a:pt x="294" y="19"/>
                    <a:pt x="294" y="19"/>
                    <a:pt x="294" y="19"/>
                  </a:cubicBezTo>
                  <a:cubicBezTo>
                    <a:pt x="294" y="20"/>
                    <a:pt x="294" y="20"/>
                    <a:pt x="294" y="20"/>
                  </a:cubicBezTo>
                  <a:cubicBezTo>
                    <a:pt x="294" y="20"/>
                    <a:pt x="293" y="20"/>
                    <a:pt x="292" y="20"/>
                  </a:cubicBezTo>
                  <a:cubicBezTo>
                    <a:pt x="292" y="21"/>
                    <a:pt x="292" y="21"/>
                    <a:pt x="291" y="22"/>
                  </a:cubicBezTo>
                  <a:cubicBezTo>
                    <a:pt x="290" y="22"/>
                    <a:pt x="290" y="23"/>
                    <a:pt x="290" y="25"/>
                  </a:cubicBezTo>
                  <a:cubicBezTo>
                    <a:pt x="276" y="59"/>
                    <a:pt x="276" y="59"/>
                    <a:pt x="276" y="59"/>
                  </a:cubicBezTo>
                  <a:cubicBezTo>
                    <a:pt x="275" y="62"/>
                    <a:pt x="274" y="64"/>
                    <a:pt x="271" y="66"/>
                  </a:cubicBezTo>
                  <a:cubicBezTo>
                    <a:pt x="269" y="68"/>
                    <a:pt x="267" y="69"/>
                    <a:pt x="265" y="69"/>
                  </a:cubicBezTo>
                  <a:cubicBezTo>
                    <a:pt x="264" y="69"/>
                    <a:pt x="263" y="68"/>
                    <a:pt x="262" y="68"/>
                  </a:cubicBezTo>
                  <a:cubicBezTo>
                    <a:pt x="261" y="67"/>
                    <a:pt x="260" y="66"/>
                    <a:pt x="260" y="65"/>
                  </a:cubicBezTo>
                  <a:cubicBezTo>
                    <a:pt x="260" y="64"/>
                    <a:pt x="261" y="63"/>
                    <a:pt x="261" y="62"/>
                  </a:cubicBezTo>
                  <a:cubicBezTo>
                    <a:pt x="262" y="62"/>
                    <a:pt x="263" y="62"/>
                    <a:pt x="264" y="62"/>
                  </a:cubicBezTo>
                  <a:cubicBezTo>
                    <a:pt x="265" y="62"/>
                    <a:pt x="266" y="62"/>
                    <a:pt x="267" y="62"/>
                  </a:cubicBezTo>
                  <a:cubicBezTo>
                    <a:pt x="268" y="63"/>
                    <a:pt x="269" y="63"/>
                    <a:pt x="269" y="63"/>
                  </a:cubicBezTo>
                  <a:cubicBezTo>
                    <a:pt x="270" y="63"/>
                    <a:pt x="270" y="62"/>
                    <a:pt x="271" y="62"/>
                  </a:cubicBezTo>
                  <a:cubicBezTo>
                    <a:pt x="272" y="61"/>
                    <a:pt x="273" y="59"/>
                    <a:pt x="274" y="57"/>
                  </a:cubicBezTo>
                  <a:cubicBezTo>
                    <a:pt x="276" y="51"/>
                    <a:pt x="276" y="51"/>
                    <a:pt x="276" y="51"/>
                  </a:cubicBezTo>
                  <a:cubicBezTo>
                    <a:pt x="264" y="26"/>
                    <a:pt x="264" y="26"/>
                    <a:pt x="264" y="26"/>
                  </a:cubicBezTo>
                  <a:cubicBezTo>
                    <a:pt x="264" y="25"/>
                    <a:pt x="264" y="24"/>
                    <a:pt x="263" y="23"/>
                  </a:cubicBezTo>
                  <a:cubicBezTo>
                    <a:pt x="262" y="22"/>
                    <a:pt x="262" y="21"/>
                    <a:pt x="261" y="21"/>
                  </a:cubicBezTo>
                  <a:cubicBezTo>
                    <a:pt x="261" y="21"/>
                    <a:pt x="260" y="20"/>
                    <a:pt x="258" y="20"/>
                  </a:cubicBezTo>
                  <a:cubicBezTo>
                    <a:pt x="258" y="20"/>
                    <a:pt x="258" y="20"/>
                    <a:pt x="258" y="20"/>
                  </a:cubicBezTo>
                  <a:close/>
                  <a:moveTo>
                    <a:pt x="331" y="19"/>
                  </a:moveTo>
                  <a:cubicBezTo>
                    <a:pt x="336" y="19"/>
                    <a:pt x="340" y="21"/>
                    <a:pt x="343" y="25"/>
                  </a:cubicBezTo>
                  <a:cubicBezTo>
                    <a:pt x="346" y="28"/>
                    <a:pt x="347" y="32"/>
                    <a:pt x="347" y="36"/>
                  </a:cubicBezTo>
                  <a:cubicBezTo>
                    <a:pt x="347" y="40"/>
                    <a:pt x="346" y="42"/>
                    <a:pt x="345" y="46"/>
                  </a:cubicBezTo>
                  <a:cubicBezTo>
                    <a:pt x="344" y="49"/>
                    <a:pt x="342" y="51"/>
                    <a:pt x="339" y="53"/>
                  </a:cubicBezTo>
                  <a:cubicBezTo>
                    <a:pt x="336" y="54"/>
                    <a:pt x="334" y="55"/>
                    <a:pt x="331" y="55"/>
                  </a:cubicBezTo>
                  <a:cubicBezTo>
                    <a:pt x="326" y="55"/>
                    <a:pt x="322" y="53"/>
                    <a:pt x="319" y="49"/>
                  </a:cubicBezTo>
                  <a:cubicBezTo>
                    <a:pt x="317" y="46"/>
                    <a:pt x="316" y="42"/>
                    <a:pt x="316" y="38"/>
                  </a:cubicBezTo>
                  <a:cubicBezTo>
                    <a:pt x="316" y="34"/>
                    <a:pt x="316" y="31"/>
                    <a:pt x="318" y="28"/>
                  </a:cubicBezTo>
                  <a:cubicBezTo>
                    <a:pt x="320" y="26"/>
                    <a:pt x="322" y="23"/>
                    <a:pt x="324" y="22"/>
                  </a:cubicBezTo>
                  <a:cubicBezTo>
                    <a:pt x="326" y="20"/>
                    <a:pt x="328" y="19"/>
                    <a:pt x="331" y="19"/>
                  </a:cubicBezTo>
                  <a:close/>
                  <a:moveTo>
                    <a:pt x="330" y="21"/>
                  </a:moveTo>
                  <a:cubicBezTo>
                    <a:pt x="329" y="21"/>
                    <a:pt x="328" y="22"/>
                    <a:pt x="326" y="22"/>
                  </a:cubicBezTo>
                  <a:cubicBezTo>
                    <a:pt x="325" y="23"/>
                    <a:pt x="324" y="24"/>
                    <a:pt x="323" y="26"/>
                  </a:cubicBezTo>
                  <a:cubicBezTo>
                    <a:pt x="322" y="28"/>
                    <a:pt x="322" y="31"/>
                    <a:pt x="322" y="34"/>
                  </a:cubicBezTo>
                  <a:cubicBezTo>
                    <a:pt x="322" y="39"/>
                    <a:pt x="323" y="43"/>
                    <a:pt x="325" y="47"/>
                  </a:cubicBezTo>
                  <a:cubicBezTo>
                    <a:pt x="327" y="50"/>
                    <a:pt x="329" y="52"/>
                    <a:pt x="332" y="52"/>
                  </a:cubicBezTo>
                  <a:cubicBezTo>
                    <a:pt x="335" y="52"/>
                    <a:pt x="337" y="51"/>
                    <a:pt x="338" y="49"/>
                  </a:cubicBezTo>
                  <a:cubicBezTo>
                    <a:pt x="340" y="47"/>
                    <a:pt x="340" y="44"/>
                    <a:pt x="340" y="39"/>
                  </a:cubicBezTo>
                  <a:cubicBezTo>
                    <a:pt x="340" y="33"/>
                    <a:pt x="339" y="28"/>
                    <a:pt x="337" y="25"/>
                  </a:cubicBezTo>
                  <a:cubicBezTo>
                    <a:pt x="335" y="22"/>
                    <a:pt x="332" y="21"/>
                    <a:pt x="330" y="21"/>
                  </a:cubicBezTo>
                  <a:close/>
                  <a:moveTo>
                    <a:pt x="368" y="22"/>
                  </a:moveTo>
                  <a:cubicBezTo>
                    <a:pt x="368" y="45"/>
                    <a:pt x="368" y="45"/>
                    <a:pt x="368" y="45"/>
                  </a:cubicBezTo>
                  <a:cubicBezTo>
                    <a:pt x="368" y="48"/>
                    <a:pt x="368" y="50"/>
                    <a:pt x="369" y="51"/>
                  </a:cubicBezTo>
                  <a:cubicBezTo>
                    <a:pt x="370" y="52"/>
                    <a:pt x="371" y="52"/>
                    <a:pt x="373" y="52"/>
                  </a:cubicBezTo>
                  <a:cubicBezTo>
                    <a:pt x="376" y="52"/>
                    <a:pt x="376" y="52"/>
                    <a:pt x="376" y="52"/>
                  </a:cubicBezTo>
                  <a:cubicBezTo>
                    <a:pt x="376" y="54"/>
                    <a:pt x="376" y="54"/>
                    <a:pt x="376" y="54"/>
                  </a:cubicBezTo>
                  <a:cubicBezTo>
                    <a:pt x="356" y="54"/>
                    <a:pt x="356" y="54"/>
                    <a:pt x="356" y="54"/>
                  </a:cubicBezTo>
                  <a:cubicBezTo>
                    <a:pt x="356" y="52"/>
                    <a:pt x="356" y="52"/>
                    <a:pt x="356" y="52"/>
                  </a:cubicBezTo>
                  <a:cubicBezTo>
                    <a:pt x="358" y="52"/>
                    <a:pt x="358" y="52"/>
                    <a:pt x="358" y="52"/>
                  </a:cubicBezTo>
                  <a:cubicBezTo>
                    <a:pt x="358" y="52"/>
                    <a:pt x="360" y="52"/>
                    <a:pt x="360" y="52"/>
                  </a:cubicBezTo>
                  <a:cubicBezTo>
                    <a:pt x="361" y="51"/>
                    <a:pt x="362" y="50"/>
                    <a:pt x="362" y="50"/>
                  </a:cubicBezTo>
                  <a:cubicBezTo>
                    <a:pt x="362" y="49"/>
                    <a:pt x="362" y="47"/>
                    <a:pt x="362" y="45"/>
                  </a:cubicBezTo>
                  <a:cubicBezTo>
                    <a:pt x="362" y="22"/>
                    <a:pt x="362" y="22"/>
                    <a:pt x="362" y="22"/>
                  </a:cubicBezTo>
                  <a:cubicBezTo>
                    <a:pt x="356" y="22"/>
                    <a:pt x="356" y="22"/>
                    <a:pt x="356" y="22"/>
                  </a:cubicBezTo>
                  <a:cubicBezTo>
                    <a:pt x="356" y="20"/>
                    <a:pt x="356" y="20"/>
                    <a:pt x="356" y="20"/>
                  </a:cubicBezTo>
                  <a:cubicBezTo>
                    <a:pt x="362" y="20"/>
                    <a:pt x="362" y="20"/>
                    <a:pt x="362" y="20"/>
                  </a:cubicBezTo>
                  <a:cubicBezTo>
                    <a:pt x="362" y="17"/>
                    <a:pt x="362" y="17"/>
                    <a:pt x="362" y="17"/>
                  </a:cubicBezTo>
                  <a:cubicBezTo>
                    <a:pt x="362" y="14"/>
                    <a:pt x="363" y="11"/>
                    <a:pt x="364" y="8"/>
                  </a:cubicBezTo>
                  <a:cubicBezTo>
                    <a:pt x="365" y="6"/>
                    <a:pt x="367" y="4"/>
                    <a:pt x="369" y="3"/>
                  </a:cubicBezTo>
                  <a:cubicBezTo>
                    <a:pt x="371" y="2"/>
                    <a:pt x="373" y="1"/>
                    <a:pt x="376" y="1"/>
                  </a:cubicBezTo>
                  <a:cubicBezTo>
                    <a:pt x="378" y="1"/>
                    <a:pt x="381" y="2"/>
                    <a:pt x="383" y="3"/>
                  </a:cubicBezTo>
                  <a:cubicBezTo>
                    <a:pt x="384" y="4"/>
                    <a:pt x="385" y="6"/>
                    <a:pt x="385" y="7"/>
                  </a:cubicBezTo>
                  <a:cubicBezTo>
                    <a:pt x="385" y="8"/>
                    <a:pt x="384" y="8"/>
                    <a:pt x="384" y="9"/>
                  </a:cubicBezTo>
                  <a:cubicBezTo>
                    <a:pt x="383" y="10"/>
                    <a:pt x="383" y="10"/>
                    <a:pt x="382" y="10"/>
                  </a:cubicBezTo>
                  <a:cubicBezTo>
                    <a:pt x="382" y="10"/>
                    <a:pt x="381" y="9"/>
                    <a:pt x="380" y="9"/>
                  </a:cubicBezTo>
                  <a:cubicBezTo>
                    <a:pt x="380" y="8"/>
                    <a:pt x="379" y="8"/>
                    <a:pt x="378" y="6"/>
                  </a:cubicBezTo>
                  <a:cubicBezTo>
                    <a:pt x="377" y="5"/>
                    <a:pt x="376" y="4"/>
                    <a:pt x="376" y="3"/>
                  </a:cubicBezTo>
                  <a:cubicBezTo>
                    <a:pt x="375" y="3"/>
                    <a:pt x="374" y="2"/>
                    <a:pt x="373" y="2"/>
                  </a:cubicBezTo>
                  <a:cubicBezTo>
                    <a:pt x="372" y="2"/>
                    <a:pt x="371" y="3"/>
                    <a:pt x="370" y="3"/>
                  </a:cubicBezTo>
                  <a:cubicBezTo>
                    <a:pt x="370" y="4"/>
                    <a:pt x="369" y="5"/>
                    <a:pt x="369" y="6"/>
                  </a:cubicBezTo>
                  <a:cubicBezTo>
                    <a:pt x="368" y="7"/>
                    <a:pt x="368" y="10"/>
                    <a:pt x="368" y="16"/>
                  </a:cubicBezTo>
                  <a:cubicBezTo>
                    <a:pt x="368" y="18"/>
                    <a:pt x="368" y="18"/>
                    <a:pt x="368" y="18"/>
                  </a:cubicBezTo>
                  <a:cubicBezTo>
                    <a:pt x="377" y="18"/>
                    <a:pt x="377" y="18"/>
                    <a:pt x="377" y="18"/>
                  </a:cubicBezTo>
                  <a:cubicBezTo>
                    <a:pt x="377" y="22"/>
                    <a:pt x="377" y="22"/>
                    <a:pt x="377" y="22"/>
                  </a:cubicBezTo>
                  <a:cubicBezTo>
                    <a:pt x="368" y="22"/>
                    <a:pt x="368" y="22"/>
                    <a:pt x="368" y="22"/>
                  </a:cubicBezTo>
                  <a:close/>
                  <a:moveTo>
                    <a:pt x="440" y="2"/>
                  </a:moveTo>
                  <a:cubicBezTo>
                    <a:pt x="441" y="20"/>
                    <a:pt x="441" y="20"/>
                    <a:pt x="441" y="20"/>
                  </a:cubicBezTo>
                  <a:cubicBezTo>
                    <a:pt x="440" y="20"/>
                    <a:pt x="440" y="20"/>
                    <a:pt x="440" y="20"/>
                  </a:cubicBezTo>
                  <a:cubicBezTo>
                    <a:pt x="438" y="14"/>
                    <a:pt x="436" y="11"/>
                    <a:pt x="433" y="8"/>
                  </a:cubicBezTo>
                  <a:cubicBezTo>
                    <a:pt x="430" y="6"/>
                    <a:pt x="427" y="5"/>
                    <a:pt x="423" y="5"/>
                  </a:cubicBezTo>
                  <a:cubicBezTo>
                    <a:pt x="420" y="5"/>
                    <a:pt x="417" y="6"/>
                    <a:pt x="414" y="8"/>
                  </a:cubicBezTo>
                  <a:cubicBezTo>
                    <a:pt x="412" y="9"/>
                    <a:pt x="410" y="12"/>
                    <a:pt x="408" y="16"/>
                  </a:cubicBezTo>
                  <a:cubicBezTo>
                    <a:pt x="407" y="19"/>
                    <a:pt x="406" y="24"/>
                    <a:pt x="406" y="30"/>
                  </a:cubicBezTo>
                  <a:cubicBezTo>
                    <a:pt x="406" y="34"/>
                    <a:pt x="407" y="38"/>
                    <a:pt x="408" y="42"/>
                  </a:cubicBezTo>
                  <a:cubicBezTo>
                    <a:pt x="409" y="45"/>
                    <a:pt x="412" y="48"/>
                    <a:pt x="414" y="49"/>
                  </a:cubicBezTo>
                  <a:cubicBezTo>
                    <a:pt x="417" y="51"/>
                    <a:pt x="420" y="52"/>
                    <a:pt x="424" y="52"/>
                  </a:cubicBezTo>
                  <a:cubicBezTo>
                    <a:pt x="427" y="52"/>
                    <a:pt x="430" y="51"/>
                    <a:pt x="432" y="50"/>
                  </a:cubicBezTo>
                  <a:cubicBezTo>
                    <a:pt x="435" y="49"/>
                    <a:pt x="438" y="46"/>
                    <a:pt x="440" y="42"/>
                  </a:cubicBezTo>
                  <a:cubicBezTo>
                    <a:pt x="442" y="42"/>
                    <a:pt x="442" y="42"/>
                    <a:pt x="442" y="42"/>
                  </a:cubicBezTo>
                  <a:cubicBezTo>
                    <a:pt x="439" y="47"/>
                    <a:pt x="436" y="50"/>
                    <a:pt x="433" y="52"/>
                  </a:cubicBezTo>
                  <a:cubicBezTo>
                    <a:pt x="430" y="54"/>
                    <a:pt x="426" y="56"/>
                    <a:pt x="422" y="56"/>
                  </a:cubicBezTo>
                  <a:cubicBezTo>
                    <a:pt x="414" y="56"/>
                    <a:pt x="407" y="52"/>
                    <a:pt x="403" y="46"/>
                  </a:cubicBezTo>
                  <a:cubicBezTo>
                    <a:pt x="400" y="42"/>
                    <a:pt x="398" y="36"/>
                    <a:pt x="398" y="30"/>
                  </a:cubicBezTo>
                  <a:cubicBezTo>
                    <a:pt x="398" y="25"/>
                    <a:pt x="399" y="20"/>
                    <a:pt x="401" y="16"/>
                  </a:cubicBezTo>
                  <a:cubicBezTo>
                    <a:pt x="403" y="12"/>
                    <a:pt x="406" y="8"/>
                    <a:pt x="410" y="6"/>
                  </a:cubicBezTo>
                  <a:cubicBezTo>
                    <a:pt x="414" y="4"/>
                    <a:pt x="418" y="3"/>
                    <a:pt x="422" y="3"/>
                  </a:cubicBezTo>
                  <a:cubicBezTo>
                    <a:pt x="426" y="3"/>
                    <a:pt x="429" y="4"/>
                    <a:pt x="433" y="6"/>
                  </a:cubicBezTo>
                  <a:cubicBezTo>
                    <a:pt x="434" y="6"/>
                    <a:pt x="434" y="6"/>
                    <a:pt x="435" y="6"/>
                  </a:cubicBezTo>
                  <a:cubicBezTo>
                    <a:pt x="436" y="6"/>
                    <a:pt x="436" y="6"/>
                    <a:pt x="436" y="6"/>
                  </a:cubicBezTo>
                  <a:cubicBezTo>
                    <a:pt x="437" y="5"/>
                    <a:pt x="438" y="4"/>
                    <a:pt x="438" y="3"/>
                  </a:cubicBezTo>
                  <a:cubicBezTo>
                    <a:pt x="440" y="2"/>
                    <a:pt x="440" y="2"/>
                    <a:pt x="440" y="2"/>
                  </a:cubicBezTo>
                  <a:close/>
                  <a:moveTo>
                    <a:pt x="460" y="1"/>
                  </a:moveTo>
                  <a:cubicBezTo>
                    <a:pt x="460" y="26"/>
                    <a:pt x="460" y="26"/>
                    <a:pt x="460" y="26"/>
                  </a:cubicBezTo>
                  <a:cubicBezTo>
                    <a:pt x="463" y="22"/>
                    <a:pt x="465" y="21"/>
                    <a:pt x="466" y="20"/>
                  </a:cubicBezTo>
                  <a:cubicBezTo>
                    <a:pt x="468" y="19"/>
                    <a:pt x="470" y="18"/>
                    <a:pt x="471" y="18"/>
                  </a:cubicBezTo>
                  <a:cubicBezTo>
                    <a:pt x="473" y="18"/>
                    <a:pt x="475" y="19"/>
                    <a:pt x="476" y="20"/>
                  </a:cubicBezTo>
                  <a:cubicBezTo>
                    <a:pt x="477" y="21"/>
                    <a:pt x="478" y="23"/>
                    <a:pt x="479" y="25"/>
                  </a:cubicBezTo>
                  <a:cubicBezTo>
                    <a:pt x="479" y="27"/>
                    <a:pt x="480" y="30"/>
                    <a:pt x="480" y="34"/>
                  </a:cubicBezTo>
                  <a:cubicBezTo>
                    <a:pt x="480" y="46"/>
                    <a:pt x="480" y="46"/>
                    <a:pt x="480" y="46"/>
                  </a:cubicBezTo>
                  <a:cubicBezTo>
                    <a:pt x="480" y="48"/>
                    <a:pt x="480" y="50"/>
                    <a:pt x="480" y="50"/>
                  </a:cubicBezTo>
                  <a:cubicBezTo>
                    <a:pt x="480" y="51"/>
                    <a:pt x="481" y="52"/>
                    <a:pt x="481" y="52"/>
                  </a:cubicBezTo>
                  <a:cubicBezTo>
                    <a:pt x="482" y="52"/>
                    <a:pt x="483" y="52"/>
                    <a:pt x="484" y="52"/>
                  </a:cubicBezTo>
                  <a:cubicBezTo>
                    <a:pt x="484" y="54"/>
                    <a:pt x="484" y="54"/>
                    <a:pt x="484" y="54"/>
                  </a:cubicBezTo>
                  <a:cubicBezTo>
                    <a:pt x="468" y="54"/>
                    <a:pt x="468" y="54"/>
                    <a:pt x="468" y="54"/>
                  </a:cubicBezTo>
                  <a:cubicBezTo>
                    <a:pt x="468" y="52"/>
                    <a:pt x="468" y="52"/>
                    <a:pt x="468" y="52"/>
                  </a:cubicBezTo>
                  <a:cubicBezTo>
                    <a:pt x="469" y="52"/>
                    <a:pt x="469" y="52"/>
                    <a:pt x="469" y="52"/>
                  </a:cubicBezTo>
                  <a:cubicBezTo>
                    <a:pt x="471" y="52"/>
                    <a:pt x="472" y="52"/>
                    <a:pt x="472" y="52"/>
                  </a:cubicBezTo>
                  <a:cubicBezTo>
                    <a:pt x="473" y="51"/>
                    <a:pt x="474" y="50"/>
                    <a:pt x="474" y="50"/>
                  </a:cubicBezTo>
                  <a:cubicBezTo>
                    <a:pt x="474" y="49"/>
                    <a:pt x="474" y="48"/>
                    <a:pt x="474" y="46"/>
                  </a:cubicBezTo>
                  <a:cubicBezTo>
                    <a:pt x="474" y="34"/>
                    <a:pt x="474" y="34"/>
                    <a:pt x="474" y="34"/>
                  </a:cubicBezTo>
                  <a:cubicBezTo>
                    <a:pt x="474" y="30"/>
                    <a:pt x="474" y="28"/>
                    <a:pt x="473" y="27"/>
                  </a:cubicBezTo>
                  <a:cubicBezTo>
                    <a:pt x="473" y="26"/>
                    <a:pt x="472" y="25"/>
                    <a:pt x="472" y="24"/>
                  </a:cubicBezTo>
                  <a:cubicBezTo>
                    <a:pt x="471" y="24"/>
                    <a:pt x="470" y="23"/>
                    <a:pt x="469" y="23"/>
                  </a:cubicBezTo>
                  <a:cubicBezTo>
                    <a:pt x="468" y="23"/>
                    <a:pt x="466" y="24"/>
                    <a:pt x="465" y="24"/>
                  </a:cubicBezTo>
                  <a:cubicBezTo>
                    <a:pt x="464" y="25"/>
                    <a:pt x="462" y="26"/>
                    <a:pt x="461" y="28"/>
                  </a:cubicBezTo>
                  <a:cubicBezTo>
                    <a:pt x="461" y="46"/>
                    <a:pt x="461" y="46"/>
                    <a:pt x="461" y="46"/>
                  </a:cubicBezTo>
                  <a:cubicBezTo>
                    <a:pt x="461" y="48"/>
                    <a:pt x="461" y="50"/>
                    <a:pt x="461" y="50"/>
                  </a:cubicBezTo>
                  <a:cubicBezTo>
                    <a:pt x="462" y="51"/>
                    <a:pt x="462" y="52"/>
                    <a:pt x="462" y="52"/>
                  </a:cubicBezTo>
                  <a:cubicBezTo>
                    <a:pt x="463" y="52"/>
                    <a:pt x="464" y="52"/>
                    <a:pt x="466" y="52"/>
                  </a:cubicBezTo>
                  <a:cubicBezTo>
                    <a:pt x="466" y="54"/>
                    <a:pt x="466" y="54"/>
                    <a:pt x="466" y="54"/>
                  </a:cubicBezTo>
                  <a:cubicBezTo>
                    <a:pt x="450" y="54"/>
                    <a:pt x="450" y="54"/>
                    <a:pt x="450" y="54"/>
                  </a:cubicBezTo>
                  <a:cubicBezTo>
                    <a:pt x="450" y="52"/>
                    <a:pt x="450" y="52"/>
                    <a:pt x="450" y="52"/>
                  </a:cubicBezTo>
                  <a:cubicBezTo>
                    <a:pt x="451" y="52"/>
                    <a:pt x="452" y="52"/>
                    <a:pt x="453" y="52"/>
                  </a:cubicBezTo>
                  <a:cubicBezTo>
                    <a:pt x="454" y="51"/>
                    <a:pt x="454" y="51"/>
                    <a:pt x="454" y="50"/>
                  </a:cubicBezTo>
                  <a:cubicBezTo>
                    <a:pt x="455" y="49"/>
                    <a:pt x="455" y="48"/>
                    <a:pt x="455" y="46"/>
                  </a:cubicBezTo>
                  <a:cubicBezTo>
                    <a:pt x="455" y="15"/>
                    <a:pt x="455" y="15"/>
                    <a:pt x="455" y="15"/>
                  </a:cubicBezTo>
                  <a:cubicBezTo>
                    <a:pt x="455" y="11"/>
                    <a:pt x="455" y="8"/>
                    <a:pt x="454" y="8"/>
                  </a:cubicBezTo>
                  <a:cubicBezTo>
                    <a:pt x="454" y="7"/>
                    <a:pt x="454" y="6"/>
                    <a:pt x="454" y="6"/>
                  </a:cubicBezTo>
                  <a:cubicBezTo>
                    <a:pt x="453" y="5"/>
                    <a:pt x="453" y="5"/>
                    <a:pt x="452" y="5"/>
                  </a:cubicBezTo>
                  <a:cubicBezTo>
                    <a:pt x="452" y="5"/>
                    <a:pt x="451" y="5"/>
                    <a:pt x="450" y="6"/>
                  </a:cubicBezTo>
                  <a:cubicBezTo>
                    <a:pt x="449" y="4"/>
                    <a:pt x="449" y="4"/>
                    <a:pt x="449" y="4"/>
                  </a:cubicBezTo>
                  <a:cubicBezTo>
                    <a:pt x="459" y="0"/>
                    <a:pt x="459" y="0"/>
                    <a:pt x="459" y="0"/>
                  </a:cubicBezTo>
                  <a:cubicBezTo>
                    <a:pt x="460" y="1"/>
                    <a:pt x="460" y="1"/>
                    <a:pt x="460" y="1"/>
                  </a:cubicBezTo>
                  <a:close/>
                  <a:moveTo>
                    <a:pt x="499" y="1"/>
                  </a:moveTo>
                  <a:cubicBezTo>
                    <a:pt x="500" y="1"/>
                    <a:pt x="501" y="1"/>
                    <a:pt x="501" y="2"/>
                  </a:cubicBezTo>
                  <a:cubicBezTo>
                    <a:pt x="502" y="3"/>
                    <a:pt x="502" y="4"/>
                    <a:pt x="502" y="5"/>
                  </a:cubicBezTo>
                  <a:cubicBezTo>
                    <a:pt x="502" y="6"/>
                    <a:pt x="502" y="7"/>
                    <a:pt x="501" y="8"/>
                  </a:cubicBezTo>
                  <a:cubicBezTo>
                    <a:pt x="500" y="8"/>
                    <a:pt x="500" y="9"/>
                    <a:pt x="499" y="9"/>
                  </a:cubicBezTo>
                  <a:cubicBezTo>
                    <a:pt x="498" y="9"/>
                    <a:pt x="497" y="8"/>
                    <a:pt x="496" y="8"/>
                  </a:cubicBezTo>
                  <a:cubicBezTo>
                    <a:pt x="496" y="7"/>
                    <a:pt x="495" y="6"/>
                    <a:pt x="495" y="5"/>
                  </a:cubicBezTo>
                  <a:cubicBezTo>
                    <a:pt x="495" y="4"/>
                    <a:pt x="496" y="3"/>
                    <a:pt x="496" y="2"/>
                  </a:cubicBezTo>
                  <a:cubicBezTo>
                    <a:pt x="497" y="1"/>
                    <a:pt x="498" y="1"/>
                    <a:pt x="499" y="1"/>
                  </a:cubicBezTo>
                  <a:close/>
                  <a:moveTo>
                    <a:pt x="502" y="19"/>
                  </a:moveTo>
                  <a:cubicBezTo>
                    <a:pt x="502" y="46"/>
                    <a:pt x="502" y="46"/>
                    <a:pt x="502" y="46"/>
                  </a:cubicBezTo>
                  <a:cubicBezTo>
                    <a:pt x="502" y="48"/>
                    <a:pt x="502" y="50"/>
                    <a:pt x="502" y="50"/>
                  </a:cubicBezTo>
                  <a:cubicBezTo>
                    <a:pt x="503" y="51"/>
                    <a:pt x="503" y="52"/>
                    <a:pt x="504" y="52"/>
                  </a:cubicBezTo>
                  <a:cubicBezTo>
                    <a:pt x="504" y="52"/>
                    <a:pt x="505" y="52"/>
                    <a:pt x="507" y="52"/>
                  </a:cubicBezTo>
                  <a:cubicBezTo>
                    <a:pt x="507" y="54"/>
                    <a:pt x="507" y="54"/>
                    <a:pt x="507" y="54"/>
                  </a:cubicBezTo>
                  <a:cubicBezTo>
                    <a:pt x="491" y="54"/>
                    <a:pt x="491" y="54"/>
                    <a:pt x="491" y="54"/>
                  </a:cubicBezTo>
                  <a:cubicBezTo>
                    <a:pt x="491" y="52"/>
                    <a:pt x="491" y="52"/>
                    <a:pt x="491" y="52"/>
                  </a:cubicBezTo>
                  <a:cubicBezTo>
                    <a:pt x="492" y="52"/>
                    <a:pt x="494" y="52"/>
                    <a:pt x="494" y="52"/>
                  </a:cubicBezTo>
                  <a:cubicBezTo>
                    <a:pt x="494" y="52"/>
                    <a:pt x="495" y="51"/>
                    <a:pt x="495" y="50"/>
                  </a:cubicBezTo>
                  <a:cubicBezTo>
                    <a:pt x="496" y="50"/>
                    <a:pt x="496" y="48"/>
                    <a:pt x="496" y="46"/>
                  </a:cubicBezTo>
                  <a:cubicBezTo>
                    <a:pt x="496" y="33"/>
                    <a:pt x="496" y="33"/>
                    <a:pt x="496" y="33"/>
                  </a:cubicBezTo>
                  <a:cubicBezTo>
                    <a:pt x="496" y="29"/>
                    <a:pt x="496" y="27"/>
                    <a:pt x="495" y="26"/>
                  </a:cubicBezTo>
                  <a:cubicBezTo>
                    <a:pt x="495" y="25"/>
                    <a:pt x="495" y="24"/>
                    <a:pt x="494" y="24"/>
                  </a:cubicBezTo>
                  <a:cubicBezTo>
                    <a:pt x="494" y="24"/>
                    <a:pt x="494" y="24"/>
                    <a:pt x="493" y="24"/>
                  </a:cubicBezTo>
                  <a:cubicBezTo>
                    <a:pt x="492" y="24"/>
                    <a:pt x="491" y="24"/>
                    <a:pt x="490" y="24"/>
                  </a:cubicBezTo>
                  <a:cubicBezTo>
                    <a:pt x="490" y="23"/>
                    <a:pt x="490" y="23"/>
                    <a:pt x="490" y="23"/>
                  </a:cubicBezTo>
                  <a:cubicBezTo>
                    <a:pt x="500" y="19"/>
                    <a:pt x="500" y="19"/>
                    <a:pt x="500" y="19"/>
                  </a:cubicBezTo>
                  <a:cubicBezTo>
                    <a:pt x="502" y="19"/>
                    <a:pt x="502" y="19"/>
                    <a:pt x="502" y="19"/>
                  </a:cubicBezTo>
                  <a:close/>
                  <a:moveTo>
                    <a:pt x="524" y="26"/>
                  </a:moveTo>
                  <a:cubicBezTo>
                    <a:pt x="528" y="21"/>
                    <a:pt x="532" y="19"/>
                    <a:pt x="535" y="19"/>
                  </a:cubicBezTo>
                  <a:cubicBezTo>
                    <a:pt x="536" y="19"/>
                    <a:pt x="538" y="19"/>
                    <a:pt x="540" y="20"/>
                  </a:cubicBezTo>
                  <a:cubicBezTo>
                    <a:pt x="541" y="21"/>
                    <a:pt x="542" y="22"/>
                    <a:pt x="543" y="24"/>
                  </a:cubicBezTo>
                  <a:cubicBezTo>
                    <a:pt x="543" y="26"/>
                    <a:pt x="544" y="28"/>
                    <a:pt x="544" y="31"/>
                  </a:cubicBezTo>
                  <a:cubicBezTo>
                    <a:pt x="544" y="46"/>
                    <a:pt x="544" y="46"/>
                    <a:pt x="544" y="46"/>
                  </a:cubicBezTo>
                  <a:cubicBezTo>
                    <a:pt x="544" y="48"/>
                    <a:pt x="544" y="49"/>
                    <a:pt x="544" y="50"/>
                  </a:cubicBezTo>
                  <a:cubicBezTo>
                    <a:pt x="544" y="51"/>
                    <a:pt x="545" y="51"/>
                    <a:pt x="545" y="52"/>
                  </a:cubicBezTo>
                  <a:cubicBezTo>
                    <a:pt x="546" y="52"/>
                    <a:pt x="547" y="52"/>
                    <a:pt x="548" y="52"/>
                  </a:cubicBezTo>
                  <a:cubicBezTo>
                    <a:pt x="548" y="53"/>
                    <a:pt x="548" y="53"/>
                    <a:pt x="548" y="53"/>
                  </a:cubicBezTo>
                  <a:cubicBezTo>
                    <a:pt x="532" y="53"/>
                    <a:pt x="532" y="53"/>
                    <a:pt x="532" y="53"/>
                  </a:cubicBezTo>
                  <a:cubicBezTo>
                    <a:pt x="532" y="52"/>
                    <a:pt x="532" y="52"/>
                    <a:pt x="532" y="52"/>
                  </a:cubicBezTo>
                  <a:cubicBezTo>
                    <a:pt x="533" y="52"/>
                    <a:pt x="533" y="52"/>
                    <a:pt x="533" y="52"/>
                  </a:cubicBezTo>
                  <a:cubicBezTo>
                    <a:pt x="535" y="52"/>
                    <a:pt x="536" y="52"/>
                    <a:pt x="536" y="51"/>
                  </a:cubicBezTo>
                  <a:cubicBezTo>
                    <a:pt x="537" y="51"/>
                    <a:pt x="538" y="50"/>
                    <a:pt x="538" y="49"/>
                  </a:cubicBezTo>
                  <a:cubicBezTo>
                    <a:pt x="538" y="49"/>
                    <a:pt x="538" y="48"/>
                    <a:pt x="538" y="46"/>
                  </a:cubicBezTo>
                  <a:cubicBezTo>
                    <a:pt x="538" y="32"/>
                    <a:pt x="538" y="32"/>
                    <a:pt x="538" y="32"/>
                  </a:cubicBezTo>
                  <a:cubicBezTo>
                    <a:pt x="538" y="28"/>
                    <a:pt x="537" y="26"/>
                    <a:pt x="536" y="25"/>
                  </a:cubicBezTo>
                  <a:cubicBezTo>
                    <a:pt x="536" y="24"/>
                    <a:pt x="534" y="23"/>
                    <a:pt x="532" y="23"/>
                  </a:cubicBezTo>
                  <a:cubicBezTo>
                    <a:pt x="530" y="23"/>
                    <a:pt x="527" y="24"/>
                    <a:pt x="524" y="28"/>
                  </a:cubicBezTo>
                  <a:cubicBezTo>
                    <a:pt x="524" y="46"/>
                    <a:pt x="524" y="46"/>
                    <a:pt x="524" y="46"/>
                  </a:cubicBezTo>
                  <a:cubicBezTo>
                    <a:pt x="524" y="48"/>
                    <a:pt x="524" y="49"/>
                    <a:pt x="524" y="50"/>
                  </a:cubicBezTo>
                  <a:cubicBezTo>
                    <a:pt x="525" y="51"/>
                    <a:pt x="525" y="51"/>
                    <a:pt x="526" y="52"/>
                  </a:cubicBezTo>
                  <a:cubicBezTo>
                    <a:pt x="526" y="52"/>
                    <a:pt x="527" y="52"/>
                    <a:pt x="529" y="52"/>
                  </a:cubicBezTo>
                  <a:cubicBezTo>
                    <a:pt x="529" y="53"/>
                    <a:pt x="529" y="53"/>
                    <a:pt x="529" y="53"/>
                  </a:cubicBezTo>
                  <a:cubicBezTo>
                    <a:pt x="513" y="53"/>
                    <a:pt x="513" y="53"/>
                    <a:pt x="513" y="53"/>
                  </a:cubicBezTo>
                  <a:cubicBezTo>
                    <a:pt x="513" y="52"/>
                    <a:pt x="513" y="52"/>
                    <a:pt x="513" y="52"/>
                  </a:cubicBezTo>
                  <a:cubicBezTo>
                    <a:pt x="514" y="52"/>
                    <a:pt x="514" y="52"/>
                    <a:pt x="514" y="52"/>
                  </a:cubicBezTo>
                  <a:cubicBezTo>
                    <a:pt x="516" y="52"/>
                    <a:pt x="517" y="52"/>
                    <a:pt x="517" y="51"/>
                  </a:cubicBezTo>
                  <a:cubicBezTo>
                    <a:pt x="518" y="50"/>
                    <a:pt x="518" y="48"/>
                    <a:pt x="518" y="46"/>
                  </a:cubicBezTo>
                  <a:cubicBezTo>
                    <a:pt x="518" y="33"/>
                    <a:pt x="518" y="33"/>
                    <a:pt x="518" y="33"/>
                  </a:cubicBezTo>
                  <a:cubicBezTo>
                    <a:pt x="518" y="29"/>
                    <a:pt x="518" y="26"/>
                    <a:pt x="518" y="25"/>
                  </a:cubicBezTo>
                  <a:cubicBezTo>
                    <a:pt x="518" y="24"/>
                    <a:pt x="517" y="24"/>
                    <a:pt x="517" y="23"/>
                  </a:cubicBezTo>
                  <a:cubicBezTo>
                    <a:pt x="516" y="23"/>
                    <a:pt x="516" y="23"/>
                    <a:pt x="515" y="23"/>
                  </a:cubicBezTo>
                  <a:cubicBezTo>
                    <a:pt x="514" y="23"/>
                    <a:pt x="514" y="23"/>
                    <a:pt x="513" y="23"/>
                  </a:cubicBezTo>
                  <a:cubicBezTo>
                    <a:pt x="512" y="22"/>
                    <a:pt x="512" y="22"/>
                    <a:pt x="512" y="22"/>
                  </a:cubicBezTo>
                  <a:cubicBezTo>
                    <a:pt x="522" y="18"/>
                    <a:pt x="522" y="18"/>
                    <a:pt x="522" y="18"/>
                  </a:cubicBezTo>
                  <a:cubicBezTo>
                    <a:pt x="524" y="18"/>
                    <a:pt x="524" y="18"/>
                    <a:pt x="524" y="18"/>
                  </a:cubicBezTo>
                  <a:cubicBezTo>
                    <a:pt x="524" y="26"/>
                    <a:pt x="524" y="26"/>
                    <a:pt x="524" y="26"/>
                  </a:cubicBezTo>
                  <a:close/>
                  <a:moveTo>
                    <a:pt x="573" y="49"/>
                  </a:moveTo>
                  <a:cubicBezTo>
                    <a:pt x="570" y="52"/>
                    <a:pt x="568" y="53"/>
                    <a:pt x="567" y="54"/>
                  </a:cubicBezTo>
                  <a:cubicBezTo>
                    <a:pt x="566" y="54"/>
                    <a:pt x="564" y="54"/>
                    <a:pt x="563" y="54"/>
                  </a:cubicBezTo>
                  <a:cubicBezTo>
                    <a:pt x="560" y="54"/>
                    <a:pt x="559" y="54"/>
                    <a:pt x="557" y="52"/>
                  </a:cubicBezTo>
                  <a:cubicBezTo>
                    <a:pt x="556" y="50"/>
                    <a:pt x="555" y="48"/>
                    <a:pt x="555" y="46"/>
                  </a:cubicBezTo>
                  <a:cubicBezTo>
                    <a:pt x="555" y="44"/>
                    <a:pt x="556" y="42"/>
                    <a:pt x="556" y="41"/>
                  </a:cubicBezTo>
                  <a:cubicBezTo>
                    <a:pt x="557" y="40"/>
                    <a:pt x="559" y="38"/>
                    <a:pt x="562" y="36"/>
                  </a:cubicBezTo>
                  <a:cubicBezTo>
                    <a:pt x="564" y="35"/>
                    <a:pt x="568" y="33"/>
                    <a:pt x="574" y="31"/>
                  </a:cubicBezTo>
                  <a:cubicBezTo>
                    <a:pt x="574" y="30"/>
                    <a:pt x="574" y="30"/>
                    <a:pt x="574" y="30"/>
                  </a:cubicBezTo>
                  <a:cubicBezTo>
                    <a:pt x="574" y="26"/>
                    <a:pt x="573" y="24"/>
                    <a:pt x="572" y="23"/>
                  </a:cubicBezTo>
                  <a:cubicBezTo>
                    <a:pt x="571" y="22"/>
                    <a:pt x="570" y="21"/>
                    <a:pt x="568" y="21"/>
                  </a:cubicBezTo>
                  <a:cubicBezTo>
                    <a:pt x="566" y="21"/>
                    <a:pt x="565" y="21"/>
                    <a:pt x="564" y="22"/>
                  </a:cubicBezTo>
                  <a:cubicBezTo>
                    <a:pt x="563" y="23"/>
                    <a:pt x="563" y="24"/>
                    <a:pt x="563" y="25"/>
                  </a:cubicBezTo>
                  <a:cubicBezTo>
                    <a:pt x="563" y="27"/>
                    <a:pt x="563" y="27"/>
                    <a:pt x="563" y="27"/>
                  </a:cubicBezTo>
                  <a:cubicBezTo>
                    <a:pt x="563" y="28"/>
                    <a:pt x="562" y="29"/>
                    <a:pt x="562" y="30"/>
                  </a:cubicBezTo>
                  <a:cubicBezTo>
                    <a:pt x="562" y="30"/>
                    <a:pt x="561" y="30"/>
                    <a:pt x="560" y="30"/>
                  </a:cubicBezTo>
                  <a:cubicBezTo>
                    <a:pt x="559" y="30"/>
                    <a:pt x="558" y="30"/>
                    <a:pt x="558" y="30"/>
                  </a:cubicBezTo>
                  <a:cubicBezTo>
                    <a:pt x="558" y="29"/>
                    <a:pt x="557" y="28"/>
                    <a:pt x="557" y="27"/>
                  </a:cubicBezTo>
                  <a:cubicBezTo>
                    <a:pt x="557" y="25"/>
                    <a:pt x="558" y="23"/>
                    <a:pt x="560" y="21"/>
                  </a:cubicBezTo>
                  <a:cubicBezTo>
                    <a:pt x="562" y="19"/>
                    <a:pt x="566" y="18"/>
                    <a:pt x="569" y="18"/>
                  </a:cubicBezTo>
                  <a:cubicBezTo>
                    <a:pt x="572" y="18"/>
                    <a:pt x="574" y="18"/>
                    <a:pt x="576" y="20"/>
                  </a:cubicBezTo>
                  <a:cubicBezTo>
                    <a:pt x="578" y="20"/>
                    <a:pt x="579" y="22"/>
                    <a:pt x="580" y="23"/>
                  </a:cubicBezTo>
                  <a:cubicBezTo>
                    <a:pt x="580" y="24"/>
                    <a:pt x="580" y="26"/>
                    <a:pt x="580" y="30"/>
                  </a:cubicBezTo>
                  <a:cubicBezTo>
                    <a:pt x="580" y="41"/>
                    <a:pt x="580" y="41"/>
                    <a:pt x="580" y="41"/>
                  </a:cubicBezTo>
                  <a:cubicBezTo>
                    <a:pt x="580" y="44"/>
                    <a:pt x="580" y="46"/>
                    <a:pt x="580" y="47"/>
                  </a:cubicBezTo>
                  <a:cubicBezTo>
                    <a:pt x="580" y="48"/>
                    <a:pt x="581" y="48"/>
                    <a:pt x="581" y="49"/>
                  </a:cubicBezTo>
                  <a:cubicBezTo>
                    <a:pt x="581" y="49"/>
                    <a:pt x="581" y="49"/>
                    <a:pt x="582" y="49"/>
                  </a:cubicBezTo>
                  <a:cubicBezTo>
                    <a:pt x="582" y="49"/>
                    <a:pt x="582" y="49"/>
                    <a:pt x="583" y="49"/>
                  </a:cubicBezTo>
                  <a:cubicBezTo>
                    <a:pt x="583" y="48"/>
                    <a:pt x="584" y="48"/>
                    <a:pt x="586" y="46"/>
                  </a:cubicBezTo>
                  <a:cubicBezTo>
                    <a:pt x="586" y="48"/>
                    <a:pt x="586" y="48"/>
                    <a:pt x="586" y="48"/>
                  </a:cubicBezTo>
                  <a:cubicBezTo>
                    <a:pt x="583" y="52"/>
                    <a:pt x="580" y="54"/>
                    <a:pt x="578" y="54"/>
                  </a:cubicBezTo>
                  <a:cubicBezTo>
                    <a:pt x="577" y="54"/>
                    <a:pt x="576" y="53"/>
                    <a:pt x="575" y="52"/>
                  </a:cubicBezTo>
                  <a:cubicBezTo>
                    <a:pt x="574" y="52"/>
                    <a:pt x="573" y="51"/>
                    <a:pt x="573" y="49"/>
                  </a:cubicBezTo>
                  <a:close/>
                  <a:moveTo>
                    <a:pt x="573" y="46"/>
                  </a:moveTo>
                  <a:cubicBezTo>
                    <a:pt x="573" y="34"/>
                    <a:pt x="573" y="34"/>
                    <a:pt x="573" y="34"/>
                  </a:cubicBezTo>
                  <a:cubicBezTo>
                    <a:pt x="570" y="35"/>
                    <a:pt x="567" y="36"/>
                    <a:pt x="566" y="37"/>
                  </a:cubicBezTo>
                  <a:cubicBezTo>
                    <a:pt x="564" y="38"/>
                    <a:pt x="563" y="39"/>
                    <a:pt x="562" y="40"/>
                  </a:cubicBezTo>
                  <a:cubicBezTo>
                    <a:pt x="562" y="42"/>
                    <a:pt x="561" y="43"/>
                    <a:pt x="561" y="44"/>
                  </a:cubicBezTo>
                  <a:cubicBezTo>
                    <a:pt x="561" y="46"/>
                    <a:pt x="562" y="48"/>
                    <a:pt x="563" y="49"/>
                  </a:cubicBezTo>
                  <a:cubicBezTo>
                    <a:pt x="564" y="50"/>
                    <a:pt x="565" y="50"/>
                    <a:pt x="566" y="50"/>
                  </a:cubicBezTo>
                  <a:cubicBezTo>
                    <a:pt x="568" y="50"/>
                    <a:pt x="570" y="49"/>
                    <a:pt x="573" y="4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1" name="Freeform 36"/>
            <p:cNvSpPr>
              <a:spLocks noEditPoints="1"/>
            </p:cNvSpPr>
            <p:nvPr/>
          </p:nvSpPr>
          <p:spPr bwMode="auto">
            <a:xfrm>
              <a:off x="9304400" y="4596116"/>
              <a:ext cx="2255838" cy="300038"/>
            </a:xfrm>
            <a:custGeom>
              <a:avLst/>
              <a:gdLst>
                <a:gd name="T0" fmla="*/ 1465 w 1513"/>
                <a:gd name="T1" fmla="*/ 107 h 200"/>
                <a:gd name="T2" fmla="*/ 1416 w 1513"/>
                <a:gd name="T3" fmla="*/ 130 h 200"/>
                <a:gd name="T4" fmla="*/ 1450 w 1513"/>
                <a:gd name="T5" fmla="*/ 47 h 200"/>
                <a:gd name="T6" fmla="*/ 1458 w 1513"/>
                <a:gd name="T7" fmla="*/ 70 h 200"/>
                <a:gd name="T8" fmla="*/ 1467 w 1513"/>
                <a:gd name="T9" fmla="*/ 146 h 200"/>
                <a:gd name="T10" fmla="*/ 1410 w 1513"/>
                <a:gd name="T11" fmla="*/ 171 h 200"/>
                <a:gd name="T12" fmla="*/ 1408 w 1513"/>
                <a:gd name="T13" fmla="*/ 153 h 200"/>
                <a:gd name="T14" fmla="*/ 1272 w 1513"/>
                <a:gd name="T15" fmla="*/ 125 h 200"/>
                <a:gd name="T16" fmla="*/ 1257 w 1513"/>
                <a:gd name="T17" fmla="*/ 79 h 200"/>
                <a:gd name="T18" fmla="*/ 1298 w 1513"/>
                <a:gd name="T19" fmla="*/ 59 h 200"/>
                <a:gd name="T20" fmla="*/ 1220 w 1513"/>
                <a:gd name="T21" fmla="*/ 139 h 200"/>
                <a:gd name="T22" fmla="*/ 1112 w 1513"/>
                <a:gd name="T23" fmla="*/ 16 h 200"/>
                <a:gd name="T24" fmla="*/ 1064 w 1513"/>
                <a:gd name="T25" fmla="*/ 107 h 200"/>
                <a:gd name="T26" fmla="*/ 1074 w 1513"/>
                <a:gd name="T27" fmla="*/ 95 h 200"/>
                <a:gd name="T28" fmla="*/ 1096 w 1513"/>
                <a:gd name="T29" fmla="*/ 49 h 200"/>
                <a:gd name="T30" fmla="*/ 1098 w 1513"/>
                <a:gd name="T31" fmla="*/ 84 h 200"/>
                <a:gd name="T32" fmla="*/ 1101 w 1513"/>
                <a:gd name="T33" fmla="*/ 154 h 200"/>
                <a:gd name="T34" fmla="*/ 1038 w 1513"/>
                <a:gd name="T35" fmla="*/ 172 h 200"/>
                <a:gd name="T36" fmla="*/ 862 w 1513"/>
                <a:gd name="T37" fmla="*/ 136 h 200"/>
                <a:gd name="T38" fmla="*/ 895 w 1513"/>
                <a:gd name="T39" fmla="*/ 103 h 200"/>
                <a:gd name="T40" fmla="*/ 856 w 1513"/>
                <a:gd name="T41" fmla="*/ 83 h 200"/>
                <a:gd name="T42" fmla="*/ 873 w 1513"/>
                <a:gd name="T43" fmla="*/ 80 h 200"/>
                <a:gd name="T44" fmla="*/ 905 w 1513"/>
                <a:gd name="T45" fmla="*/ 38 h 200"/>
                <a:gd name="T46" fmla="*/ 908 w 1513"/>
                <a:gd name="T47" fmla="*/ 83 h 200"/>
                <a:gd name="T48" fmla="*/ 874 w 1513"/>
                <a:gd name="T49" fmla="*/ 168 h 200"/>
                <a:gd name="T50" fmla="*/ 809 w 1513"/>
                <a:gd name="T51" fmla="*/ 149 h 200"/>
                <a:gd name="T52" fmla="*/ 704 w 1513"/>
                <a:gd name="T53" fmla="*/ 45 h 200"/>
                <a:gd name="T54" fmla="*/ 658 w 1513"/>
                <a:gd name="T55" fmla="*/ 45 h 200"/>
                <a:gd name="T56" fmla="*/ 694 w 1513"/>
                <a:gd name="T57" fmla="*/ 50 h 200"/>
                <a:gd name="T58" fmla="*/ 705 w 1513"/>
                <a:gd name="T59" fmla="*/ 55 h 200"/>
                <a:gd name="T60" fmla="*/ 697 w 1513"/>
                <a:gd name="T61" fmla="*/ 139 h 200"/>
                <a:gd name="T62" fmla="*/ 662 w 1513"/>
                <a:gd name="T63" fmla="*/ 179 h 200"/>
                <a:gd name="T64" fmla="*/ 686 w 1513"/>
                <a:gd name="T65" fmla="*/ 141 h 200"/>
                <a:gd name="T66" fmla="*/ 720 w 1513"/>
                <a:gd name="T67" fmla="*/ 90 h 200"/>
                <a:gd name="T68" fmla="*/ 540 w 1513"/>
                <a:gd name="T69" fmla="*/ 92 h 200"/>
                <a:gd name="T70" fmla="*/ 491 w 1513"/>
                <a:gd name="T71" fmla="*/ 115 h 200"/>
                <a:gd name="T72" fmla="*/ 466 w 1513"/>
                <a:gd name="T73" fmla="*/ 70 h 200"/>
                <a:gd name="T74" fmla="*/ 444 w 1513"/>
                <a:gd name="T75" fmla="*/ 90 h 200"/>
                <a:gd name="T76" fmla="*/ 426 w 1513"/>
                <a:gd name="T77" fmla="*/ 96 h 200"/>
                <a:gd name="T78" fmla="*/ 414 w 1513"/>
                <a:gd name="T79" fmla="*/ 90 h 200"/>
                <a:gd name="T80" fmla="*/ 502 w 1513"/>
                <a:gd name="T81" fmla="*/ 43 h 200"/>
                <a:gd name="T82" fmla="*/ 560 w 1513"/>
                <a:gd name="T83" fmla="*/ 85 h 200"/>
                <a:gd name="T84" fmla="*/ 520 w 1513"/>
                <a:gd name="T85" fmla="*/ 187 h 200"/>
                <a:gd name="T86" fmla="*/ 465 w 1513"/>
                <a:gd name="T87" fmla="*/ 119 h 200"/>
                <a:gd name="T88" fmla="*/ 442 w 1513"/>
                <a:gd name="T89" fmla="*/ 153 h 200"/>
                <a:gd name="T90" fmla="*/ 282 w 1513"/>
                <a:gd name="T91" fmla="*/ 98 h 200"/>
                <a:gd name="T92" fmla="*/ 259 w 1513"/>
                <a:gd name="T93" fmla="*/ 93 h 200"/>
                <a:gd name="T94" fmla="*/ 226 w 1513"/>
                <a:gd name="T95" fmla="*/ 158 h 200"/>
                <a:gd name="T96" fmla="*/ 307 w 1513"/>
                <a:gd name="T97" fmla="*/ 43 h 200"/>
                <a:gd name="T98" fmla="*/ 290 w 1513"/>
                <a:gd name="T99" fmla="*/ 120 h 200"/>
                <a:gd name="T100" fmla="*/ 234 w 1513"/>
                <a:gd name="T101" fmla="*/ 93 h 200"/>
                <a:gd name="T102" fmla="*/ 205 w 1513"/>
                <a:gd name="T103" fmla="*/ 107 h 200"/>
                <a:gd name="T104" fmla="*/ 226 w 1513"/>
                <a:gd name="T105" fmla="*/ 171 h 200"/>
                <a:gd name="T106" fmla="*/ 101 w 1513"/>
                <a:gd name="T107" fmla="*/ 63 h 200"/>
                <a:gd name="T108" fmla="*/ 32 w 1513"/>
                <a:gd name="T109" fmla="*/ 94 h 200"/>
                <a:gd name="T110" fmla="*/ 58 w 1513"/>
                <a:gd name="T111" fmla="*/ 7 h 200"/>
                <a:gd name="T112" fmla="*/ 104 w 1513"/>
                <a:gd name="T113" fmla="*/ 90 h 200"/>
                <a:gd name="T114" fmla="*/ 48 w 1513"/>
                <a:gd name="T115" fmla="*/ 152 h 200"/>
                <a:gd name="T116" fmla="*/ 3 w 1513"/>
                <a:gd name="T117" fmla="*/ 66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513" h="200">
                  <a:moveTo>
                    <a:pt x="1410" y="31"/>
                  </a:moveTo>
                  <a:cubicBezTo>
                    <a:pt x="1410" y="28"/>
                    <a:pt x="1410" y="26"/>
                    <a:pt x="1410" y="23"/>
                  </a:cubicBezTo>
                  <a:cubicBezTo>
                    <a:pt x="1418" y="21"/>
                    <a:pt x="1413" y="3"/>
                    <a:pt x="1421" y="0"/>
                  </a:cubicBezTo>
                  <a:cubicBezTo>
                    <a:pt x="1424" y="0"/>
                    <a:pt x="1424" y="0"/>
                    <a:pt x="1424" y="0"/>
                  </a:cubicBezTo>
                  <a:cubicBezTo>
                    <a:pt x="1425" y="3"/>
                    <a:pt x="1427" y="7"/>
                    <a:pt x="1428" y="11"/>
                  </a:cubicBezTo>
                  <a:cubicBezTo>
                    <a:pt x="1428" y="13"/>
                    <a:pt x="1428" y="15"/>
                    <a:pt x="1428" y="17"/>
                  </a:cubicBezTo>
                  <a:cubicBezTo>
                    <a:pt x="1431" y="30"/>
                    <a:pt x="1429" y="36"/>
                    <a:pt x="1427" y="47"/>
                  </a:cubicBezTo>
                  <a:cubicBezTo>
                    <a:pt x="1414" y="49"/>
                    <a:pt x="1415" y="38"/>
                    <a:pt x="1410" y="31"/>
                  </a:cubicBezTo>
                  <a:close/>
                  <a:moveTo>
                    <a:pt x="1442" y="122"/>
                  </a:moveTo>
                  <a:cubicBezTo>
                    <a:pt x="1442" y="107"/>
                    <a:pt x="1454" y="110"/>
                    <a:pt x="1465" y="107"/>
                  </a:cubicBezTo>
                  <a:cubicBezTo>
                    <a:pt x="1470" y="105"/>
                    <a:pt x="1478" y="101"/>
                    <a:pt x="1482" y="97"/>
                  </a:cubicBezTo>
                  <a:cubicBezTo>
                    <a:pt x="1484" y="95"/>
                    <a:pt x="1484" y="93"/>
                    <a:pt x="1486" y="91"/>
                  </a:cubicBezTo>
                  <a:cubicBezTo>
                    <a:pt x="1485" y="90"/>
                    <a:pt x="1485" y="88"/>
                    <a:pt x="1484" y="87"/>
                  </a:cubicBezTo>
                  <a:cubicBezTo>
                    <a:pt x="1482" y="86"/>
                    <a:pt x="1479" y="83"/>
                    <a:pt x="1477" y="83"/>
                  </a:cubicBezTo>
                  <a:cubicBezTo>
                    <a:pt x="1474" y="81"/>
                    <a:pt x="1470" y="82"/>
                    <a:pt x="1468" y="81"/>
                  </a:cubicBezTo>
                  <a:cubicBezTo>
                    <a:pt x="1452" y="83"/>
                    <a:pt x="1429" y="95"/>
                    <a:pt x="1424" y="105"/>
                  </a:cubicBezTo>
                  <a:cubicBezTo>
                    <a:pt x="1424" y="108"/>
                    <a:pt x="1424" y="111"/>
                    <a:pt x="1424" y="113"/>
                  </a:cubicBezTo>
                  <a:cubicBezTo>
                    <a:pt x="1426" y="115"/>
                    <a:pt x="1428" y="117"/>
                    <a:pt x="1430" y="119"/>
                  </a:cubicBezTo>
                  <a:cubicBezTo>
                    <a:pt x="1430" y="126"/>
                    <a:pt x="1430" y="134"/>
                    <a:pt x="1422" y="135"/>
                  </a:cubicBezTo>
                  <a:cubicBezTo>
                    <a:pt x="1420" y="133"/>
                    <a:pt x="1418" y="132"/>
                    <a:pt x="1416" y="130"/>
                  </a:cubicBezTo>
                  <a:cubicBezTo>
                    <a:pt x="1414" y="132"/>
                    <a:pt x="1413" y="133"/>
                    <a:pt x="1409" y="132"/>
                  </a:cubicBezTo>
                  <a:cubicBezTo>
                    <a:pt x="1407" y="128"/>
                    <a:pt x="1397" y="105"/>
                    <a:pt x="1398" y="102"/>
                  </a:cubicBezTo>
                  <a:cubicBezTo>
                    <a:pt x="1399" y="99"/>
                    <a:pt x="1405" y="97"/>
                    <a:pt x="1408" y="96"/>
                  </a:cubicBezTo>
                  <a:cubicBezTo>
                    <a:pt x="1414" y="93"/>
                    <a:pt x="1418" y="86"/>
                    <a:pt x="1423" y="82"/>
                  </a:cubicBezTo>
                  <a:cubicBezTo>
                    <a:pt x="1426" y="80"/>
                    <a:pt x="1430" y="80"/>
                    <a:pt x="1433" y="79"/>
                  </a:cubicBezTo>
                  <a:cubicBezTo>
                    <a:pt x="1441" y="75"/>
                    <a:pt x="1447" y="65"/>
                    <a:pt x="1454" y="59"/>
                  </a:cubicBezTo>
                  <a:cubicBezTo>
                    <a:pt x="1462" y="51"/>
                    <a:pt x="1472" y="50"/>
                    <a:pt x="1478" y="41"/>
                  </a:cubicBezTo>
                  <a:cubicBezTo>
                    <a:pt x="1478" y="41"/>
                    <a:pt x="1478" y="41"/>
                    <a:pt x="1478" y="40"/>
                  </a:cubicBezTo>
                  <a:cubicBezTo>
                    <a:pt x="1477" y="40"/>
                    <a:pt x="1477" y="40"/>
                    <a:pt x="1477" y="40"/>
                  </a:cubicBezTo>
                  <a:cubicBezTo>
                    <a:pt x="1472" y="45"/>
                    <a:pt x="1459" y="54"/>
                    <a:pt x="1450" y="47"/>
                  </a:cubicBezTo>
                  <a:cubicBezTo>
                    <a:pt x="1446" y="45"/>
                    <a:pt x="1447" y="40"/>
                    <a:pt x="1444" y="37"/>
                  </a:cubicBezTo>
                  <a:cubicBezTo>
                    <a:pt x="1443" y="35"/>
                    <a:pt x="1440" y="34"/>
                    <a:pt x="1440" y="31"/>
                  </a:cubicBezTo>
                  <a:cubicBezTo>
                    <a:pt x="1440" y="29"/>
                    <a:pt x="1441" y="28"/>
                    <a:pt x="1441" y="27"/>
                  </a:cubicBezTo>
                  <a:cubicBezTo>
                    <a:pt x="1447" y="27"/>
                    <a:pt x="1459" y="35"/>
                    <a:pt x="1462" y="38"/>
                  </a:cubicBezTo>
                  <a:cubicBezTo>
                    <a:pt x="1471" y="35"/>
                    <a:pt x="1480" y="33"/>
                    <a:pt x="1488" y="28"/>
                  </a:cubicBezTo>
                  <a:cubicBezTo>
                    <a:pt x="1491" y="26"/>
                    <a:pt x="1496" y="30"/>
                    <a:pt x="1498" y="29"/>
                  </a:cubicBezTo>
                  <a:cubicBezTo>
                    <a:pt x="1502" y="32"/>
                    <a:pt x="1508" y="48"/>
                    <a:pt x="1500" y="52"/>
                  </a:cubicBezTo>
                  <a:cubicBezTo>
                    <a:pt x="1496" y="53"/>
                    <a:pt x="1490" y="53"/>
                    <a:pt x="1486" y="54"/>
                  </a:cubicBezTo>
                  <a:cubicBezTo>
                    <a:pt x="1476" y="56"/>
                    <a:pt x="1464" y="63"/>
                    <a:pt x="1457" y="69"/>
                  </a:cubicBezTo>
                  <a:cubicBezTo>
                    <a:pt x="1457" y="69"/>
                    <a:pt x="1458" y="69"/>
                    <a:pt x="1458" y="70"/>
                  </a:cubicBezTo>
                  <a:cubicBezTo>
                    <a:pt x="1458" y="70"/>
                    <a:pt x="1458" y="70"/>
                    <a:pt x="1458" y="70"/>
                  </a:cubicBezTo>
                  <a:cubicBezTo>
                    <a:pt x="1462" y="71"/>
                    <a:pt x="1469" y="68"/>
                    <a:pt x="1474" y="71"/>
                  </a:cubicBezTo>
                  <a:cubicBezTo>
                    <a:pt x="1485" y="76"/>
                    <a:pt x="1500" y="81"/>
                    <a:pt x="1500" y="99"/>
                  </a:cubicBezTo>
                  <a:cubicBezTo>
                    <a:pt x="1497" y="100"/>
                    <a:pt x="1496" y="102"/>
                    <a:pt x="1494" y="103"/>
                  </a:cubicBezTo>
                  <a:cubicBezTo>
                    <a:pt x="1488" y="105"/>
                    <a:pt x="1482" y="105"/>
                    <a:pt x="1477" y="108"/>
                  </a:cubicBezTo>
                  <a:cubicBezTo>
                    <a:pt x="1477" y="109"/>
                    <a:pt x="1477" y="109"/>
                    <a:pt x="1477" y="110"/>
                  </a:cubicBezTo>
                  <a:cubicBezTo>
                    <a:pt x="1478" y="112"/>
                    <a:pt x="1479" y="113"/>
                    <a:pt x="1479" y="118"/>
                  </a:cubicBezTo>
                  <a:cubicBezTo>
                    <a:pt x="1477" y="119"/>
                    <a:pt x="1478" y="122"/>
                    <a:pt x="1476" y="123"/>
                  </a:cubicBezTo>
                  <a:cubicBezTo>
                    <a:pt x="1472" y="130"/>
                    <a:pt x="1465" y="135"/>
                    <a:pt x="1463" y="142"/>
                  </a:cubicBezTo>
                  <a:cubicBezTo>
                    <a:pt x="1464" y="143"/>
                    <a:pt x="1466" y="145"/>
                    <a:pt x="1467" y="146"/>
                  </a:cubicBezTo>
                  <a:cubicBezTo>
                    <a:pt x="1476" y="149"/>
                    <a:pt x="1513" y="129"/>
                    <a:pt x="1508" y="151"/>
                  </a:cubicBezTo>
                  <a:cubicBezTo>
                    <a:pt x="1507" y="154"/>
                    <a:pt x="1505" y="156"/>
                    <a:pt x="1504" y="158"/>
                  </a:cubicBezTo>
                  <a:cubicBezTo>
                    <a:pt x="1500" y="158"/>
                    <a:pt x="1498" y="157"/>
                    <a:pt x="1495" y="157"/>
                  </a:cubicBezTo>
                  <a:cubicBezTo>
                    <a:pt x="1490" y="155"/>
                    <a:pt x="1472" y="161"/>
                    <a:pt x="1469" y="163"/>
                  </a:cubicBezTo>
                  <a:cubicBezTo>
                    <a:pt x="1470" y="169"/>
                    <a:pt x="1471" y="175"/>
                    <a:pt x="1471" y="182"/>
                  </a:cubicBezTo>
                  <a:cubicBezTo>
                    <a:pt x="1469" y="183"/>
                    <a:pt x="1469" y="185"/>
                    <a:pt x="1468" y="186"/>
                  </a:cubicBezTo>
                  <a:cubicBezTo>
                    <a:pt x="1465" y="188"/>
                    <a:pt x="1462" y="187"/>
                    <a:pt x="1458" y="189"/>
                  </a:cubicBezTo>
                  <a:cubicBezTo>
                    <a:pt x="1456" y="190"/>
                    <a:pt x="1453" y="193"/>
                    <a:pt x="1450" y="193"/>
                  </a:cubicBezTo>
                  <a:cubicBezTo>
                    <a:pt x="1432" y="200"/>
                    <a:pt x="1414" y="183"/>
                    <a:pt x="1410" y="171"/>
                  </a:cubicBezTo>
                  <a:cubicBezTo>
                    <a:pt x="1410" y="171"/>
                    <a:pt x="1410" y="171"/>
                    <a:pt x="1410" y="171"/>
                  </a:cubicBezTo>
                  <a:cubicBezTo>
                    <a:pt x="1416" y="171"/>
                    <a:pt x="1423" y="177"/>
                    <a:pt x="1428" y="179"/>
                  </a:cubicBezTo>
                  <a:cubicBezTo>
                    <a:pt x="1430" y="179"/>
                    <a:pt x="1433" y="179"/>
                    <a:pt x="1435" y="179"/>
                  </a:cubicBezTo>
                  <a:cubicBezTo>
                    <a:pt x="1449" y="179"/>
                    <a:pt x="1457" y="174"/>
                    <a:pt x="1463" y="165"/>
                  </a:cubicBezTo>
                  <a:cubicBezTo>
                    <a:pt x="1463" y="164"/>
                    <a:pt x="1463" y="163"/>
                    <a:pt x="1463" y="162"/>
                  </a:cubicBezTo>
                  <a:cubicBezTo>
                    <a:pt x="1462" y="162"/>
                    <a:pt x="1461" y="161"/>
                    <a:pt x="1460" y="161"/>
                  </a:cubicBezTo>
                  <a:cubicBezTo>
                    <a:pt x="1453" y="158"/>
                    <a:pt x="1440" y="165"/>
                    <a:pt x="1434" y="166"/>
                  </a:cubicBezTo>
                  <a:cubicBezTo>
                    <a:pt x="1428" y="167"/>
                    <a:pt x="1413" y="167"/>
                    <a:pt x="1408" y="164"/>
                  </a:cubicBezTo>
                  <a:cubicBezTo>
                    <a:pt x="1406" y="163"/>
                    <a:pt x="1405" y="161"/>
                    <a:pt x="1404" y="160"/>
                  </a:cubicBezTo>
                  <a:cubicBezTo>
                    <a:pt x="1404" y="159"/>
                    <a:pt x="1404" y="157"/>
                    <a:pt x="1404" y="156"/>
                  </a:cubicBezTo>
                  <a:cubicBezTo>
                    <a:pt x="1406" y="155"/>
                    <a:pt x="1407" y="154"/>
                    <a:pt x="1408" y="153"/>
                  </a:cubicBezTo>
                  <a:cubicBezTo>
                    <a:pt x="1418" y="153"/>
                    <a:pt x="1426" y="153"/>
                    <a:pt x="1436" y="153"/>
                  </a:cubicBezTo>
                  <a:cubicBezTo>
                    <a:pt x="1438" y="152"/>
                    <a:pt x="1442" y="149"/>
                    <a:pt x="1444" y="149"/>
                  </a:cubicBezTo>
                  <a:cubicBezTo>
                    <a:pt x="1448" y="147"/>
                    <a:pt x="1452" y="148"/>
                    <a:pt x="1455" y="147"/>
                  </a:cubicBezTo>
                  <a:cubicBezTo>
                    <a:pt x="1456" y="146"/>
                    <a:pt x="1456" y="146"/>
                    <a:pt x="1457" y="145"/>
                  </a:cubicBezTo>
                  <a:cubicBezTo>
                    <a:pt x="1456" y="143"/>
                    <a:pt x="1454" y="139"/>
                    <a:pt x="1456" y="136"/>
                  </a:cubicBezTo>
                  <a:cubicBezTo>
                    <a:pt x="1458" y="129"/>
                    <a:pt x="1460" y="125"/>
                    <a:pt x="1464" y="118"/>
                  </a:cubicBezTo>
                  <a:cubicBezTo>
                    <a:pt x="1463" y="117"/>
                    <a:pt x="1462" y="117"/>
                    <a:pt x="1461" y="117"/>
                  </a:cubicBezTo>
                  <a:cubicBezTo>
                    <a:pt x="1455" y="118"/>
                    <a:pt x="1451" y="121"/>
                    <a:pt x="1442" y="122"/>
                  </a:cubicBezTo>
                  <a:close/>
                  <a:moveTo>
                    <a:pt x="1272" y="127"/>
                  </a:moveTo>
                  <a:cubicBezTo>
                    <a:pt x="1272" y="125"/>
                    <a:pt x="1271" y="126"/>
                    <a:pt x="1272" y="125"/>
                  </a:cubicBezTo>
                  <a:cubicBezTo>
                    <a:pt x="1274" y="119"/>
                    <a:pt x="1285" y="115"/>
                    <a:pt x="1292" y="119"/>
                  </a:cubicBezTo>
                  <a:cubicBezTo>
                    <a:pt x="1301" y="125"/>
                    <a:pt x="1318" y="137"/>
                    <a:pt x="1316" y="154"/>
                  </a:cubicBezTo>
                  <a:cubicBezTo>
                    <a:pt x="1310" y="157"/>
                    <a:pt x="1309" y="164"/>
                    <a:pt x="1298" y="164"/>
                  </a:cubicBezTo>
                  <a:cubicBezTo>
                    <a:pt x="1298" y="161"/>
                    <a:pt x="1294" y="159"/>
                    <a:pt x="1293" y="157"/>
                  </a:cubicBezTo>
                  <a:cubicBezTo>
                    <a:pt x="1292" y="155"/>
                    <a:pt x="1292" y="152"/>
                    <a:pt x="1291" y="149"/>
                  </a:cubicBezTo>
                  <a:cubicBezTo>
                    <a:pt x="1288" y="143"/>
                    <a:pt x="1279" y="128"/>
                    <a:pt x="1272" y="127"/>
                  </a:cubicBezTo>
                  <a:close/>
                  <a:moveTo>
                    <a:pt x="1216" y="87"/>
                  </a:moveTo>
                  <a:cubicBezTo>
                    <a:pt x="1216" y="86"/>
                    <a:pt x="1217" y="85"/>
                    <a:pt x="1217" y="84"/>
                  </a:cubicBezTo>
                  <a:cubicBezTo>
                    <a:pt x="1222" y="85"/>
                    <a:pt x="1227" y="86"/>
                    <a:pt x="1232" y="87"/>
                  </a:cubicBezTo>
                  <a:cubicBezTo>
                    <a:pt x="1237" y="89"/>
                    <a:pt x="1256" y="82"/>
                    <a:pt x="1257" y="79"/>
                  </a:cubicBezTo>
                  <a:cubicBezTo>
                    <a:pt x="1260" y="74"/>
                    <a:pt x="1260" y="41"/>
                    <a:pt x="1257" y="36"/>
                  </a:cubicBezTo>
                  <a:cubicBezTo>
                    <a:pt x="1255" y="31"/>
                    <a:pt x="1252" y="30"/>
                    <a:pt x="1252" y="23"/>
                  </a:cubicBezTo>
                  <a:cubicBezTo>
                    <a:pt x="1256" y="21"/>
                    <a:pt x="1256" y="20"/>
                    <a:pt x="1264" y="20"/>
                  </a:cubicBezTo>
                  <a:cubicBezTo>
                    <a:pt x="1272" y="26"/>
                    <a:pt x="1273" y="39"/>
                    <a:pt x="1273" y="54"/>
                  </a:cubicBezTo>
                  <a:cubicBezTo>
                    <a:pt x="1273" y="59"/>
                    <a:pt x="1271" y="74"/>
                    <a:pt x="1272" y="74"/>
                  </a:cubicBezTo>
                  <a:cubicBezTo>
                    <a:pt x="1276" y="75"/>
                    <a:pt x="1290" y="70"/>
                    <a:pt x="1293" y="68"/>
                  </a:cubicBezTo>
                  <a:cubicBezTo>
                    <a:pt x="1293" y="63"/>
                    <a:pt x="1292" y="61"/>
                    <a:pt x="1288" y="58"/>
                  </a:cubicBezTo>
                  <a:cubicBezTo>
                    <a:pt x="1288" y="57"/>
                    <a:pt x="1288" y="55"/>
                    <a:pt x="1288" y="53"/>
                  </a:cubicBezTo>
                  <a:cubicBezTo>
                    <a:pt x="1289" y="53"/>
                    <a:pt x="1290" y="54"/>
                    <a:pt x="1290" y="54"/>
                  </a:cubicBezTo>
                  <a:cubicBezTo>
                    <a:pt x="1293" y="55"/>
                    <a:pt x="1295" y="59"/>
                    <a:pt x="1298" y="59"/>
                  </a:cubicBezTo>
                  <a:cubicBezTo>
                    <a:pt x="1306" y="62"/>
                    <a:pt x="1314" y="60"/>
                    <a:pt x="1321" y="63"/>
                  </a:cubicBezTo>
                  <a:cubicBezTo>
                    <a:pt x="1322" y="64"/>
                    <a:pt x="1322" y="63"/>
                    <a:pt x="1322" y="65"/>
                  </a:cubicBezTo>
                  <a:cubicBezTo>
                    <a:pt x="1322" y="67"/>
                    <a:pt x="1322" y="69"/>
                    <a:pt x="1322" y="71"/>
                  </a:cubicBezTo>
                  <a:cubicBezTo>
                    <a:pt x="1321" y="71"/>
                    <a:pt x="1320" y="74"/>
                    <a:pt x="1319" y="75"/>
                  </a:cubicBezTo>
                  <a:cubicBezTo>
                    <a:pt x="1317" y="76"/>
                    <a:pt x="1310" y="75"/>
                    <a:pt x="1308" y="76"/>
                  </a:cubicBezTo>
                  <a:cubicBezTo>
                    <a:pt x="1301" y="79"/>
                    <a:pt x="1273" y="90"/>
                    <a:pt x="1268" y="95"/>
                  </a:cubicBezTo>
                  <a:cubicBezTo>
                    <a:pt x="1264" y="99"/>
                    <a:pt x="1266" y="105"/>
                    <a:pt x="1264" y="110"/>
                  </a:cubicBezTo>
                  <a:cubicBezTo>
                    <a:pt x="1260" y="123"/>
                    <a:pt x="1250" y="153"/>
                    <a:pt x="1232" y="145"/>
                  </a:cubicBezTo>
                  <a:cubicBezTo>
                    <a:pt x="1230" y="145"/>
                    <a:pt x="1229" y="145"/>
                    <a:pt x="1228" y="145"/>
                  </a:cubicBezTo>
                  <a:cubicBezTo>
                    <a:pt x="1225" y="143"/>
                    <a:pt x="1223" y="141"/>
                    <a:pt x="1220" y="139"/>
                  </a:cubicBezTo>
                  <a:cubicBezTo>
                    <a:pt x="1220" y="138"/>
                    <a:pt x="1220" y="137"/>
                    <a:pt x="1220" y="135"/>
                  </a:cubicBezTo>
                  <a:cubicBezTo>
                    <a:pt x="1222" y="135"/>
                    <a:pt x="1225" y="131"/>
                    <a:pt x="1227" y="130"/>
                  </a:cubicBezTo>
                  <a:cubicBezTo>
                    <a:pt x="1232" y="128"/>
                    <a:pt x="1236" y="129"/>
                    <a:pt x="1240" y="127"/>
                  </a:cubicBezTo>
                  <a:cubicBezTo>
                    <a:pt x="1246" y="125"/>
                    <a:pt x="1256" y="107"/>
                    <a:pt x="1254" y="101"/>
                  </a:cubicBezTo>
                  <a:cubicBezTo>
                    <a:pt x="1246" y="100"/>
                    <a:pt x="1236" y="101"/>
                    <a:pt x="1228" y="101"/>
                  </a:cubicBezTo>
                  <a:cubicBezTo>
                    <a:pt x="1225" y="98"/>
                    <a:pt x="1222" y="96"/>
                    <a:pt x="1219" y="93"/>
                  </a:cubicBezTo>
                  <a:cubicBezTo>
                    <a:pt x="1217" y="91"/>
                    <a:pt x="1217" y="88"/>
                    <a:pt x="1216" y="87"/>
                  </a:cubicBezTo>
                  <a:close/>
                  <a:moveTo>
                    <a:pt x="1110" y="21"/>
                  </a:moveTo>
                  <a:cubicBezTo>
                    <a:pt x="1110" y="20"/>
                    <a:pt x="1110" y="19"/>
                    <a:pt x="1110" y="17"/>
                  </a:cubicBezTo>
                  <a:cubicBezTo>
                    <a:pt x="1110" y="17"/>
                    <a:pt x="1111" y="16"/>
                    <a:pt x="1112" y="16"/>
                  </a:cubicBezTo>
                  <a:cubicBezTo>
                    <a:pt x="1124" y="17"/>
                    <a:pt x="1148" y="19"/>
                    <a:pt x="1147" y="35"/>
                  </a:cubicBezTo>
                  <a:cubicBezTo>
                    <a:pt x="1142" y="43"/>
                    <a:pt x="1140" y="49"/>
                    <a:pt x="1128" y="45"/>
                  </a:cubicBezTo>
                  <a:cubicBezTo>
                    <a:pt x="1127" y="43"/>
                    <a:pt x="1126" y="41"/>
                    <a:pt x="1124" y="39"/>
                  </a:cubicBezTo>
                  <a:cubicBezTo>
                    <a:pt x="1123" y="38"/>
                    <a:pt x="1121" y="38"/>
                    <a:pt x="1119" y="37"/>
                  </a:cubicBezTo>
                  <a:cubicBezTo>
                    <a:pt x="1119" y="31"/>
                    <a:pt x="1113" y="23"/>
                    <a:pt x="1110" y="21"/>
                  </a:cubicBezTo>
                  <a:close/>
                  <a:moveTo>
                    <a:pt x="1055" y="126"/>
                  </a:moveTo>
                  <a:cubicBezTo>
                    <a:pt x="1058" y="127"/>
                    <a:pt x="1062" y="127"/>
                    <a:pt x="1064" y="125"/>
                  </a:cubicBezTo>
                  <a:cubicBezTo>
                    <a:pt x="1066" y="124"/>
                    <a:pt x="1068" y="125"/>
                    <a:pt x="1070" y="123"/>
                  </a:cubicBezTo>
                  <a:cubicBezTo>
                    <a:pt x="1074" y="119"/>
                    <a:pt x="1070" y="109"/>
                    <a:pt x="1066" y="107"/>
                  </a:cubicBezTo>
                  <a:cubicBezTo>
                    <a:pt x="1066" y="107"/>
                    <a:pt x="1064" y="107"/>
                    <a:pt x="1064" y="107"/>
                  </a:cubicBezTo>
                  <a:cubicBezTo>
                    <a:pt x="1056" y="125"/>
                    <a:pt x="1056" y="125"/>
                    <a:pt x="1056" y="125"/>
                  </a:cubicBezTo>
                  <a:cubicBezTo>
                    <a:pt x="1056" y="125"/>
                    <a:pt x="1056" y="126"/>
                    <a:pt x="1055" y="126"/>
                  </a:cubicBezTo>
                  <a:close/>
                  <a:moveTo>
                    <a:pt x="1021" y="158"/>
                  </a:moveTo>
                  <a:cubicBezTo>
                    <a:pt x="1021" y="153"/>
                    <a:pt x="1024" y="148"/>
                    <a:pt x="1024" y="143"/>
                  </a:cubicBezTo>
                  <a:cubicBezTo>
                    <a:pt x="1025" y="140"/>
                    <a:pt x="1023" y="136"/>
                    <a:pt x="1024" y="133"/>
                  </a:cubicBezTo>
                  <a:cubicBezTo>
                    <a:pt x="1031" y="132"/>
                    <a:pt x="1042" y="114"/>
                    <a:pt x="1048" y="108"/>
                  </a:cubicBezTo>
                  <a:cubicBezTo>
                    <a:pt x="1051" y="106"/>
                    <a:pt x="1056" y="103"/>
                    <a:pt x="1059" y="102"/>
                  </a:cubicBezTo>
                  <a:cubicBezTo>
                    <a:pt x="1060" y="102"/>
                    <a:pt x="1062" y="102"/>
                    <a:pt x="1063" y="103"/>
                  </a:cubicBezTo>
                  <a:cubicBezTo>
                    <a:pt x="1068" y="104"/>
                    <a:pt x="1072" y="102"/>
                    <a:pt x="1075" y="101"/>
                  </a:cubicBezTo>
                  <a:cubicBezTo>
                    <a:pt x="1075" y="99"/>
                    <a:pt x="1075" y="97"/>
                    <a:pt x="1074" y="95"/>
                  </a:cubicBezTo>
                  <a:cubicBezTo>
                    <a:pt x="1074" y="95"/>
                    <a:pt x="1072" y="92"/>
                    <a:pt x="1072" y="93"/>
                  </a:cubicBezTo>
                  <a:cubicBezTo>
                    <a:pt x="1069" y="93"/>
                    <a:pt x="1067" y="96"/>
                    <a:pt x="1065" y="97"/>
                  </a:cubicBezTo>
                  <a:cubicBezTo>
                    <a:pt x="1064" y="97"/>
                    <a:pt x="1062" y="97"/>
                    <a:pt x="1060" y="97"/>
                  </a:cubicBezTo>
                  <a:cubicBezTo>
                    <a:pt x="1051" y="97"/>
                    <a:pt x="1045" y="88"/>
                    <a:pt x="1047" y="79"/>
                  </a:cubicBezTo>
                  <a:cubicBezTo>
                    <a:pt x="1056" y="81"/>
                    <a:pt x="1069" y="81"/>
                    <a:pt x="1076" y="76"/>
                  </a:cubicBezTo>
                  <a:cubicBezTo>
                    <a:pt x="1078" y="64"/>
                    <a:pt x="1079" y="47"/>
                    <a:pt x="1083" y="37"/>
                  </a:cubicBezTo>
                  <a:cubicBezTo>
                    <a:pt x="1085" y="34"/>
                    <a:pt x="1081" y="25"/>
                    <a:pt x="1084" y="18"/>
                  </a:cubicBezTo>
                  <a:cubicBezTo>
                    <a:pt x="1085" y="18"/>
                    <a:pt x="1087" y="18"/>
                    <a:pt x="1089" y="18"/>
                  </a:cubicBezTo>
                  <a:cubicBezTo>
                    <a:pt x="1090" y="19"/>
                    <a:pt x="1091" y="21"/>
                    <a:pt x="1092" y="22"/>
                  </a:cubicBezTo>
                  <a:cubicBezTo>
                    <a:pt x="1092" y="24"/>
                    <a:pt x="1097" y="47"/>
                    <a:pt x="1096" y="49"/>
                  </a:cubicBezTo>
                  <a:cubicBezTo>
                    <a:pt x="1095" y="53"/>
                    <a:pt x="1090" y="67"/>
                    <a:pt x="1092" y="70"/>
                  </a:cubicBezTo>
                  <a:cubicBezTo>
                    <a:pt x="1092" y="71"/>
                    <a:pt x="1092" y="71"/>
                    <a:pt x="1093" y="71"/>
                  </a:cubicBezTo>
                  <a:cubicBezTo>
                    <a:pt x="1099" y="71"/>
                    <a:pt x="1107" y="67"/>
                    <a:pt x="1109" y="62"/>
                  </a:cubicBezTo>
                  <a:cubicBezTo>
                    <a:pt x="1110" y="58"/>
                    <a:pt x="1107" y="56"/>
                    <a:pt x="1108" y="54"/>
                  </a:cubicBezTo>
                  <a:cubicBezTo>
                    <a:pt x="1108" y="54"/>
                    <a:pt x="1109" y="54"/>
                    <a:pt x="1109" y="54"/>
                  </a:cubicBezTo>
                  <a:cubicBezTo>
                    <a:pt x="1113" y="56"/>
                    <a:pt x="1126" y="58"/>
                    <a:pt x="1132" y="59"/>
                  </a:cubicBezTo>
                  <a:cubicBezTo>
                    <a:pt x="1132" y="61"/>
                    <a:pt x="1132" y="63"/>
                    <a:pt x="1132" y="65"/>
                  </a:cubicBezTo>
                  <a:cubicBezTo>
                    <a:pt x="1131" y="65"/>
                    <a:pt x="1130" y="66"/>
                    <a:pt x="1130" y="66"/>
                  </a:cubicBezTo>
                  <a:cubicBezTo>
                    <a:pt x="1129" y="66"/>
                    <a:pt x="1129" y="65"/>
                    <a:pt x="1129" y="65"/>
                  </a:cubicBezTo>
                  <a:cubicBezTo>
                    <a:pt x="1120" y="68"/>
                    <a:pt x="1100" y="77"/>
                    <a:pt x="1098" y="84"/>
                  </a:cubicBezTo>
                  <a:cubicBezTo>
                    <a:pt x="1096" y="84"/>
                    <a:pt x="1093" y="83"/>
                    <a:pt x="1092" y="85"/>
                  </a:cubicBezTo>
                  <a:cubicBezTo>
                    <a:pt x="1085" y="89"/>
                    <a:pt x="1090" y="98"/>
                    <a:pt x="1088" y="106"/>
                  </a:cubicBezTo>
                  <a:cubicBezTo>
                    <a:pt x="1087" y="109"/>
                    <a:pt x="1086" y="112"/>
                    <a:pt x="1087" y="115"/>
                  </a:cubicBezTo>
                  <a:cubicBezTo>
                    <a:pt x="1088" y="115"/>
                    <a:pt x="1089" y="116"/>
                    <a:pt x="1090" y="116"/>
                  </a:cubicBezTo>
                  <a:cubicBezTo>
                    <a:pt x="1095" y="108"/>
                    <a:pt x="1106" y="105"/>
                    <a:pt x="1114" y="111"/>
                  </a:cubicBezTo>
                  <a:cubicBezTo>
                    <a:pt x="1122" y="117"/>
                    <a:pt x="1116" y="123"/>
                    <a:pt x="1119" y="131"/>
                  </a:cubicBezTo>
                  <a:cubicBezTo>
                    <a:pt x="1120" y="136"/>
                    <a:pt x="1126" y="139"/>
                    <a:pt x="1128" y="145"/>
                  </a:cubicBezTo>
                  <a:cubicBezTo>
                    <a:pt x="1128" y="145"/>
                    <a:pt x="1128" y="147"/>
                    <a:pt x="1129" y="146"/>
                  </a:cubicBezTo>
                  <a:cubicBezTo>
                    <a:pt x="1134" y="161"/>
                    <a:pt x="1113" y="161"/>
                    <a:pt x="1105" y="160"/>
                  </a:cubicBezTo>
                  <a:cubicBezTo>
                    <a:pt x="1104" y="158"/>
                    <a:pt x="1102" y="156"/>
                    <a:pt x="1101" y="154"/>
                  </a:cubicBezTo>
                  <a:cubicBezTo>
                    <a:pt x="1098" y="145"/>
                    <a:pt x="1098" y="133"/>
                    <a:pt x="1090" y="130"/>
                  </a:cubicBezTo>
                  <a:cubicBezTo>
                    <a:pt x="1076" y="139"/>
                    <a:pt x="1092" y="160"/>
                    <a:pt x="1085" y="177"/>
                  </a:cubicBezTo>
                  <a:cubicBezTo>
                    <a:pt x="1085" y="177"/>
                    <a:pt x="1085" y="177"/>
                    <a:pt x="1085" y="177"/>
                  </a:cubicBezTo>
                  <a:cubicBezTo>
                    <a:pt x="1083" y="175"/>
                    <a:pt x="1080" y="175"/>
                    <a:pt x="1079" y="173"/>
                  </a:cubicBezTo>
                  <a:cubicBezTo>
                    <a:pt x="1075" y="170"/>
                    <a:pt x="1072" y="163"/>
                    <a:pt x="1070" y="156"/>
                  </a:cubicBezTo>
                  <a:cubicBezTo>
                    <a:pt x="1068" y="149"/>
                    <a:pt x="1074" y="143"/>
                    <a:pt x="1072" y="139"/>
                  </a:cubicBezTo>
                  <a:cubicBezTo>
                    <a:pt x="1071" y="139"/>
                    <a:pt x="1071" y="138"/>
                    <a:pt x="1070" y="137"/>
                  </a:cubicBezTo>
                  <a:cubicBezTo>
                    <a:pt x="1065" y="137"/>
                    <a:pt x="1056" y="139"/>
                    <a:pt x="1054" y="144"/>
                  </a:cubicBezTo>
                  <a:cubicBezTo>
                    <a:pt x="1053" y="147"/>
                    <a:pt x="1054" y="149"/>
                    <a:pt x="1053" y="151"/>
                  </a:cubicBezTo>
                  <a:cubicBezTo>
                    <a:pt x="1050" y="156"/>
                    <a:pt x="1042" y="170"/>
                    <a:pt x="1038" y="172"/>
                  </a:cubicBezTo>
                  <a:cubicBezTo>
                    <a:pt x="1034" y="173"/>
                    <a:pt x="1030" y="171"/>
                    <a:pt x="1027" y="169"/>
                  </a:cubicBezTo>
                  <a:cubicBezTo>
                    <a:pt x="1028" y="163"/>
                    <a:pt x="1024" y="158"/>
                    <a:pt x="1021" y="158"/>
                  </a:cubicBezTo>
                  <a:close/>
                  <a:moveTo>
                    <a:pt x="913" y="65"/>
                  </a:moveTo>
                  <a:cubicBezTo>
                    <a:pt x="914" y="65"/>
                    <a:pt x="913" y="65"/>
                    <a:pt x="915" y="65"/>
                  </a:cubicBezTo>
                  <a:cubicBezTo>
                    <a:pt x="919" y="64"/>
                    <a:pt x="929" y="61"/>
                    <a:pt x="931" y="58"/>
                  </a:cubicBezTo>
                  <a:cubicBezTo>
                    <a:pt x="931" y="57"/>
                    <a:pt x="931" y="55"/>
                    <a:pt x="931" y="54"/>
                  </a:cubicBezTo>
                  <a:cubicBezTo>
                    <a:pt x="929" y="49"/>
                    <a:pt x="924" y="45"/>
                    <a:pt x="920" y="43"/>
                  </a:cubicBezTo>
                  <a:cubicBezTo>
                    <a:pt x="920" y="43"/>
                    <a:pt x="920" y="43"/>
                    <a:pt x="919" y="43"/>
                  </a:cubicBezTo>
                  <a:cubicBezTo>
                    <a:pt x="917" y="47"/>
                    <a:pt x="913" y="58"/>
                    <a:pt x="913" y="65"/>
                  </a:cubicBezTo>
                  <a:close/>
                  <a:moveTo>
                    <a:pt x="862" y="136"/>
                  </a:moveTo>
                  <a:cubicBezTo>
                    <a:pt x="863" y="139"/>
                    <a:pt x="864" y="143"/>
                    <a:pt x="865" y="147"/>
                  </a:cubicBezTo>
                  <a:cubicBezTo>
                    <a:pt x="870" y="155"/>
                    <a:pt x="887" y="161"/>
                    <a:pt x="898" y="154"/>
                  </a:cubicBezTo>
                  <a:cubicBezTo>
                    <a:pt x="900" y="149"/>
                    <a:pt x="886" y="129"/>
                    <a:pt x="882" y="126"/>
                  </a:cubicBezTo>
                  <a:cubicBezTo>
                    <a:pt x="886" y="126"/>
                    <a:pt x="890" y="126"/>
                    <a:pt x="894" y="126"/>
                  </a:cubicBezTo>
                  <a:cubicBezTo>
                    <a:pt x="896" y="127"/>
                    <a:pt x="913" y="133"/>
                    <a:pt x="914" y="132"/>
                  </a:cubicBezTo>
                  <a:cubicBezTo>
                    <a:pt x="918" y="129"/>
                    <a:pt x="918" y="106"/>
                    <a:pt x="916" y="105"/>
                  </a:cubicBezTo>
                  <a:cubicBezTo>
                    <a:pt x="914" y="104"/>
                    <a:pt x="913" y="104"/>
                    <a:pt x="912" y="104"/>
                  </a:cubicBezTo>
                  <a:cubicBezTo>
                    <a:pt x="910" y="107"/>
                    <a:pt x="907" y="113"/>
                    <a:pt x="904" y="116"/>
                  </a:cubicBezTo>
                  <a:cubicBezTo>
                    <a:pt x="903" y="116"/>
                    <a:pt x="902" y="116"/>
                    <a:pt x="902" y="116"/>
                  </a:cubicBezTo>
                  <a:cubicBezTo>
                    <a:pt x="900" y="112"/>
                    <a:pt x="897" y="108"/>
                    <a:pt x="895" y="103"/>
                  </a:cubicBezTo>
                  <a:cubicBezTo>
                    <a:pt x="893" y="99"/>
                    <a:pt x="896" y="91"/>
                    <a:pt x="894" y="87"/>
                  </a:cubicBezTo>
                  <a:cubicBezTo>
                    <a:pt x="881" y="85"/>
                    <a:pt x="881" y="95"/>
                    <a:pt x="876" y="101"/>
                  </a:cubicBezTo>
                  <a:cubicBezTo>
                    <a:pt x="869" y="111"/>
                    <a:pt x="862" y="119"/>
                    <a:pt x="862" y="136"/>
                  </a:cubicBezTo>
                  <a:close/>
                  <a:moveTo>
                    <a:pt x="801" y="141"/>
                  </a:moveTo>
                  <a:cubicBezTo>
                    <a:pt x="801" y="139"/>
                    <a:pt x="801" y="137"/>
                    <a:pt x="801" y="134"/>
                  </a:cubicBezTo>
                  <a:cubicBezTo>
                    <a:pt x="804" y="132"/>
                    <a:pt x="806" y="128"/>
                    <a:pt x="810" y="126"/>
                  </a:cubicBezTo>
                  <a:cubicBezTo>
                    <a:pt x="808" y="123"/>
                    <a:pt x="808" y="120"/>
                    <a:pt x="808" y="116"/>
                  </a:cubicBezTo>
                  <a:cubicBezTo>
                    <a:pt x="811" y="116"/>
                    <a:pt x="820" y="118"/>
                    <a:pt x="825" y="116"/>
                  </a:cubicBezTo>
                  <a:cubicBezTo>
                    <a:pt x="830" y="115"/>
                    <a:pt x="851" y="107"/>
                    <a:pt x="854" y="104"/>
                  </a:cubicBezTo>
                  <a:cubicBezTo>
                    <a:pt x="856" y="100"/>
                    <a:pt x="854" y="87"/>
                    <a:pt x="856" y="83"/>
                  </a:cubicBezTo>
                  <a:cubicBezTo>
                    <a:pt x="857" y="81"/>
                    <a:pt x="863" y="72"/>
                    <a:pt x="861" y="69"/>
                  </a:cubicBezTo>
                  <a:cubicBezTo>
                    <a:pt x="856" y="62"/>
                    <a:pt x="835" y="75"/>
                    <a:pt x="835" y="59"/>
                  </a:cubicBezTo>
                  <a:cubicBezTo>
                    <a:pt x="836" y="59"/>
                    <a:pt x="836" y="59"/>
                    <a:pt x="837" y="58"/>
                  </a:cubicBezTo>
                  <a:cubicBezTo>
                    <a:pt x="840" y="58"/>
                    <a:pt x="843" y="59"/>
                    <a:pt x="845" y="60"/>
                  </a:cubicBezTo>
                  <a:cubicBezTo>
                    <a:pt x="850" y="57"/>
                    <a:pt x="865" y="52"/>
                    <a:pt x="868" y="47"/>
                  </a:cubicBezTo>
                  <a:cubicBezTo>
                    <a:pt x="873" y="39"/>
                    <a:pt x="871" y="30"/>
                    <a:pt x="878" y="23"/>
                  </a:cubicBezTo>
                  <a:cubicBezTo>
                    <a:pt x="884" y="23"/>
                    <a:pt x="888" y="24"/>
                    <a:pt x="893" y="26"/>
                  </a:cubicBezTo>
                  <a:cubicBezTo>
                    <a:pt x="890" y="36"/>
                    <a:pt x="882" y="41"/>
                    <a:pt x="878" y="49"/>
                  </a:cubicBezTo>
                  <a:cubicBezTo>
                    <a:pt x="875" y="56"/>
                    <a:pt x="874" y="68"/>
                    <a:pt x="873" y="74"/>
                  </a:cubicBezTo>
                  <a:cubicBezTo>
                    <a:pt x="873" y="76"/>
                    <a:pt x="873" y="78"/>
                    <a:pt x="873" y="80"/>
                  </a:cubicBezTo>
                  <a:cubicBezTo>
                    <a:pt x="872" y="80"/>
                    <a:pt x="870" y="88"/>
                    <a:pt x="870" y="90"/>
                  </a:cubicBezTo>
                  <a:cubicBezTo>
                    <a:pt x="871" y="90"/>
                    <a:pt x="871" y="91"/>
                    <a:pt x="871" y="91"/>
                  </a:cubicBezTo>
                  <a:cubicBezTo>
                    <a:pt x="872" y="91"/>
                    <a:pt x="872" y="90"/>
                    <a:pt x="873" y="90"/>
                  </a:cubicBezTo>
                  <a:cubicBezTo>
                    <a:pt x="873" y="90"/>
                    <a:pt x="873" y="90"/>
                    <a:pt x="874" y="90"/>
                  </a:cubicBezTo>
                  <a:cubicBezTo>
                    <a:pt x="875" y="89"/>
                    <a:pt x="877" y="87"/>
                    <a:pt x="877" y="85"/>
                  </a:cubicBezTo>
                  <a:cubicBezTo>
                    <a:pt x="877" y="84"/>
                    <a:pt x="877" y="83"/>
                    <a:pt x="877" y="82"/>
                  </a:cubicBezTo>
                  <a:cubicBezTo>
                    <a:pt x="878" y="80"/>
                    <a:pt x="880" y="79"/>
                    <a:pt x="881" y="77"/>
                  </a:cubicBezTo>
                  <a:cubicBezTo>
                    <a:pt x="887" y="77"/>
                    <a:pt x="895" y="75"/>
                    <a:pt x="897" y="72"/>
                  </a:cubicBezTo>
                  <a:cubicBezTo>
                    <a:pt x="899" y="67"/>
                    <a:pt x="897" y="58"/>
                    <a:pt x="899" y="55"/>
                  </a:cubicBezTo>
                  <a:cubicBezTo>
                    <a:pt x="901" y="51"/>
                    <a:pt x="904" y="42"/>
                    <a:pt x="905" y="38"/>
                  </a:cubicBezTo>
                  <a:cubicBezTo>
                    <a:pt x="907" y="29"/>
                    <a:pt x="898" y="22"/>
                    <a:pt x="903" y="17"/>
                  </a:cubicBezTo>
                  <a:cubicBezTo>
                    <a:pt x="907" y="13"/>
                    <a:pt x="915" y="19"/>
                    <a:pt x="917" y="21"/>
                  </a:cubicBezTo>
                  <a:cubicBezTo>
                    <a:pt x="921" y="25"/>
                    <a:pt x="916" y="31"/>
                    <a:pt x="918" y="36"/>
                  </a:cubicBezTo>
                  <a:cubicBezTo>
                    <a:pt x="920" y="41"/>
                    <a:pt x="930" y="45"/>
                    <a:pt x="934" y="47"/>
                  </a:cubicBezTo>
                  <a:cubicBezTo>
                    <a:pt x="938" y="48"/>
                    <a:pt x="943" y="48"/>
                    <a:pt x="948" y="49"/>
                  </a:cubicBezTo>
                  <a:cubicBezTo>
                    <a:pt x="948" y="49"/>
                    <a:pt x="949" y="50"/>
                    <a:pt x="949" y="50"/>
                  </a:cubicBezTo>
                  <a:cubicBezTo>
                    <a:pt x="949" y="51"/>
                    <a:pt x="948" y="53"/>
                    <a:pt x="948" y="54"/>
                  </a:cubicBezTo>
                  <a:cubicBezTo>
                    <a:pt x="945" y="60"/>
                    <a:pt x="935" y="64"/>
                    <a:pt x="930" y="67"/>
                  </a:cubicBezTo>
                  <a:cubicBezTo>
                    <a:pt x="926" y="70"/>
                    <a:pt x="924" y="75"/>
                    <a:pt x="921" y="77"/>
                  </a:cubicBezTo>
                  <a:cubicBezTo>
                    <a:pt x="916" y="80"/>
                    <a:pt x="910" y="79"/>
                    <a:pt x="908" y="83"/>
                  </a:cubicBezTo>
                  <a:cubicBezTo>
                    <a:pt x="908" y="85"/>
                    <a:pt x="907" y="85"/>
                    <a:pt x="907" y="87"/>
                  </a:cubicBezTo>
                  <a:cubicBezTo>
                    <a:pt x="905" y="86"/>
                    <a:pt x="906" y="90"/>
                    <a:pt x="906" y="91"/>
                  </a:cubicBezTo>
                  <a:cubicBezTo>
                    <a:pt x="910" y="93"/>
                    <a:pt x="924" y="95"/>
                    <a:pt x="926" y="99"/>
                  </a:cubicBezTo>
                  <a:cubicBezTo>
                    <a:pt x="930" y="105"/>
                    <a:pt x="930" y="119"/>
                    <a:pt x="928" y="129"/>
                  </a:cubicBezTo>
                  <a:cubicBezTo>
                    <a:pt x="927" y="131"/>
                    <a:pt x="926" y="134"/>
                    <a:pt x="927" y="138"/>
                  </a:cubicBezTo>
                  <a:cubicBezTo>
                    <a:pt x="944" y="144"/>
                    <a:pt x="968" y="157"/>
                    <a:pt x="946" y="175"/>
                  </a:cubicBezTo>
                  <a:cubicBezTo>
                    <a:pt x="930" y="175"/>
                    <a:pt x="930" y="166"/>
                    <a:pt x="917" y="161"/>
                  </a:cubicBezTo>
                  <a:cubicBezTo>
                    <a:pt x="915" y="161"/>
                    <a:pt x="906" y="165"/>
                    <a:pt x="905" y="165"/>
                  </a:cubicBezTo>
                  <a:cubicBezTo>
                    <a:pt x="903" y="165"/>
                    <a:pt x="901" y="165"/>
                    <a:pt x="899" y="165"/>
                  </a:cubicBezTo>
                  <a:cubicBezTo>
                    <a:pt x="892" y="168"/>
                    <a:pt x="882" y="170"/>
                    <a:pt x="874" y="168"/>
                  </a:cubicBezTo>
                  <a:cubicBezTo>
                    <a:pt x="872" y="163"/>
                    <a:pt x="867" y="157"/>
                    <a:pt x="863" y="153"/>
                  </a:cubicBezTo>
                  <a:cubicBezTo>
                    <a:pt x="863" y="153"/>
                    <a:pt x="863" y="153"/>
                    <a:pt x="863" y="153"/>
                  </a:cubicBezTo>
                  <a:cubicBezTo>
                    <a:pt x="862" y="154"/>
                    <a:pt x="862" y="154"/>
                    <a:pt x="862" y="154"/>
                  </a:cubicBezTo>
                  <a:cubicBezTo>
                    <a:pt x="862" y="162"/>
                    <a:pt x="869" y="172"/>
                    <a:pt x="864" y="179"/>
                  </a:cubicBezTo>
                  <a:cubicBezTo>
                    <a:pt x="863" y="179"/>
                    <a:pt x="861" y="179"/>
                    <a:pt x="859" y="178"/>
                  </a:cubicBezTo>
                  <a:cubicBezTo>
                    <a:pt x="855" y="176"/>
                    <a:pt x="854" y="171"/>
                    <a:pt x="851" y="167"/>
                  </a:cubicBezTo>
                  <a:cubicBezTo>
                    <a:pt x="850" y="165"/>
                    <a:pt x="850" y="163"/>
                    <a:pt x="849" y="161"/>
                  </a:cubicBezTo>
                  <a:cubicBezTo>
                    <a:pt x="846" y="159"/>
                    <a:pt x="844" y="156"/>
                    <a:pt x="841" y="153"/>
                  </a:cubicBezTo>
                  <a:cubicBezTo>
                    <a:pt x="839" y="151"/>
                    <a:pt x="840" y="146"/>
                    <a:pt x="837" y="144"/>
                  </a:cubicBezTo>
                  <a:cubicBezTo>
                    <a:pt x="834" y="141"/>
                    <a:pt x="817" y="153"/>
                    <a:pt x="809" y="149"/>
                  </a:cubicBezTo>
                  <a:cubicBezTo>
                    <a:pt x="806" y="147"/>
                    <a:pt x="803" y="144"/>
                    <a:pt x="801" y="141"/>
                  </a:cubicBezTo>
                  <a:close/>
                  <a:moveTo>
                    <a:pt x="704" y="44"/>
                  </a:moveTo>
                  <a:cubicBezTo>
                    <a:pt x="705" y="43"/>
                    <a:pt x="706" y="43"/>
                    <a:pt x="707" y="42"/>
                  </a:cubicBezTo>
                  <a:cubicBezTo>
                    <a:pt x="707" y="41"/>
                    <a:pt x="707" y="41"/>
                    <a:pt x="706" y="40"/>
                  </a:cubicBezTo>
                  <a:cubicBezTo>
                    <a:pt x="706" y="40"/>
                    <a:pt x="706" y="40"/>
                    <a:pt x="706" y="40"/>
                  </a:cubicBezTo>
                  <a:cubicBezTo>
                    <a:pt x="706" y="40"/>
                    <a:pt x="706" y="40"/>
                    <a:pt x="705" y="40"/>
                  </a:cubicBezTo>
                  <a:cubicBezTo>
                    <a:pt x="705" y="41"/>
                    <a:pt x="705" y="43"/>
                    <a:pt x="704" y="44"/>
                  </a:cubicBezTo>
                  <a:close/>
                  <a:moveTo>
                    <a:pt x="702" y="45"/>
                  </a:moveTo>
                  <a:cubicBezTo>
                    <a:pt x="702" y="46"/>
                    <a:pt x="703" y="46"/>
                    <a:pt x="703" y="46"/>
                  </a:cubicBezTo>
                  <a:cubicBezTo>
                    <a:pt x="704" y="46"/>
                    <a:pt x="704" y="46"/>
                    <a:pt x="704" y="45"/>
                  </a:cubicBezTo>
                  <a:cubicBezTo>
                    <a:pt x="704" y="45"/>
                    <a:pt x="704" y="45"/>
                    <a:pt x="704" y="45"/>
                  </a:cubicBezTo>
                  <a:cubicBezTo>
                    <a:pt x="704" y="45"/>
                    <a:pt x="704" y="44"/>
                    <a:pt x="704" y="44"/>
                  </a:cubicBezTo>
                  <a:cubicBezTo>
                    <a:pt x="704" y="44"/>
                    <a:pt x="703" y="43"/>
                    <a:pt x="703" y="43"/>
                  </a:cubicBezTo>
                  <a:cubicBezTo>
                    <a:pt x="703" y="43"/>
                    <a:pt x="703" y="44"/>
                    <a:pt x="702" y="44"/>
                  </a:cubicBezTo>
                  <a:cubicBezTo>
                    <a:pt x="702" y="45"/>
                    <a:pt x="702" y="45"/>
                    <a:pt x="702" y="45"/>
                  </a:cubicBezTo>
                  <a:close/>
                  <a:moveTo>
                    <a:pt x="637" y="47"/>
                  </a:moveTo>
                  <a:cubicBezTo>
                    <a:pt x="637" y="41"/>
                    <a:pt x="637" y="35"/>
                    <a:pt x="639" y="30"/>
                  </a:cubicBezTo>
                  <a:cubicBezTo>
                    <a:pt x="639" y="27"/>
                    <a:pt x="639" y="25"/>
                    <a:pt x="638" y="23"/>
                  </a:cubicBezTo>
                  <a:cubicBezTo>
                    <a:pt x="640" y="23"/>
                    <a:pt x="647" y="21"/>
                    <a:pt x="647" y="21"/>
                  </a:cubicBezTo>
                  <a:cubicBezTo>
                    <a:pt x="652" y="29"/>
                    <a:pt x="651" y="39"/>
                    <a:pt x="658" y="45"/>
                  </a:cubicBezTo>
                  <a:cubicBezTo>
                    <a:pt x="658" y="48"/>
                    <a:pt x="658" y="51"/>
                    <a:pt x="658" y="55"/>
                  </a:cubicBezTo>
                  <a:cubicBezTo>
                    <a:pt x="656" y="55"/>
                    <a:pt x="654" y="58"/>
                    <a:pt x="653" y="59"/>
                  </a:cubicBezTo>
                  <a:cubicBezTo>
                    <a:pt x="643" y="59"/>
                    <a:pt x="640" y="53"/>
                    <a:pt x="637" y="47"/>
                  </a:cubicBezTo>
                  <a:close/>
                  <a:moveTo>
                    <a:pt x="621" y="118"/>
                  </a:moveTo>
                  <a:cubicBezTo>
                    <a:pt x="621" y="113"/>
                    <a:pt x="621" y="109"/>
                    <a:pt x="621" y="105"/>
                  </a:cubicBezTo>
                  <a:cubicBezTo>
                    <a:pt x="628" y="104"/>
                    <a:pt x="632" y="97"/>
                    <a:pt x="636" y="92"/>
                  </a:cubicBezTo>
                  <a:cubicBezTo>
                    <a:pt x="640" y="85"/>
                    <a:pt x="652" y="76"/>
                    <a:pt x="660" y="71"/>
                  </a:cubicBezTo>
                  <a:cubicBezTo>
                    <a:pt x="663" y="70"/>
                    <a:pt x="678" y="62"/>
                    <a:pt x="677" y="61"/>
                  </a:cubicBezTo>
                  <a:cubicBezTo>
                    <a:pt x="680" y="60"/>
                    <a:pt x="693" y="54"/>
                    <a:pt x="694" y="51"/>
                  </a:cubicBezTo>
                  <a:cubicBezTo>
                    <a:pt x="694" y="50"/>
                    <a:pt x="694" y="50"/>
                    <a:pt x="694" y="50"/>
                  </a:cubicBezTo>
                  <a:cubicBezTo>
                    <a:pt x="692" y="49"/>
                    <a:pt x="681" y="45"/>
                    <a:pt x="680" y="44"/>
                  </a:cubicBezTo>
                  <a:cubicBezTo>
                    <a:pt x="678" y="43"/>
                    <a:pt x="676" y="39"/>
                    <a:pt x="675" y="39"/>
                  </a:cubicBezTo>
                  <a:cubicBezTo>
                    <a:pt x="675" y="38"/>
                    <a:pt x="675" y="37"/>
                    <a:pt x="675" y="37"/>
                  </a:cubicBezTo>
                  <a:cubicBezTo>
                    <a:pt x="684" y="39"/>
                    <a:pt x="702" y="36"/>
                    <a:pt x="707" y="33"/>
                  </a:cubicBezTo>
                  <a:cubicBezTo>
                    <a:pt x="709" y="31"/>
                    <a:pt x="712" y="28"/>
                    <a:pt x="716" y="27"/>
                  </a:cubicBezTo>
                  <a:cubicBezTo>
                    <a:pt x="721" y="26"/>
                    <a:pt x="736" y="34"/>
                    <a:pt x="739" y="36"/>
                  </a:cubicBezTo>
                  <a:cubicBezTo>
                    <a:pt x="739" y="38"/>
                    <a:pt x="738" y="39"/>
                    <a:pt x="738" y="41"/>
                  </a:cubicBezTo>
                  <a:cubicBezTo>
                    <a:pt x="736" y="42"/>
                    <a:pt x="734" y="44"/>
                    <a:pt x="732" y="45"/>
                  </a:cubicBezTo>
                  <a:cubicBezTo>
                    <a:pt x="731" y="45"/>
                    <a:pt x="730" y="45"/>
                    <a:pt x="730" y="45"/>
                  </a:cubicBezTo>
                  <a:cubicBezTo>
                    <a:pt x="724" y="47"/>
                    <a:pt x="709" y="51"/>
                    <a:pt x="705" y="55"/>
                  </a:cubicBezTo>
                  <a:cubicBezTo>
                    <a:pt x="706" y="56"/>
                    <a:pt x="706" y="57"/>
                    <a:pt x="706" y="58"/>
                  </a:cubicBezTo>
                  <a:cubicBezTo>
                    <a:pt x="708" y="59"/>
                    <a:pt x="710" y="60"/>
                    <a:pt x="712" y="61"/>
                  </a:cubicBezTo>
                  <a:cubicBezTo>
                    <a:pt x="713" y="61"/>
                    <a:pt x="715" y="61"/>
                    <a:pt x="717" y="61"/>
                  </a:cubicBezTo>
                  <a:cubicBezTo>
                    <a:pt x="724" y="65"/>
                    <a:pt x="744" y="92"/>
                    <a:pt x="730" y="103"/>
                  </a:cubicBezTo>
                  <a:cubicBezTo>
                    <a:pt x="728" y="104"/>
                    <a:pt x="716" y="108"/>
                    <a:pt x="717" y="108"/>
                  </a:cubicBezTo>
                  <a:cubicBezTo>
                    <a:pt x="711" y="111"/>
                    <a:pt x="705" y="106"/>
                    <a:pt x="702" y="111"/>
                  </a:cubicBezTo>
                  <a:cubicBezTo>
                    <a:pt x="702" y="114"/>
                    <a:pt x="702" y="117"/>
                    <a:pt x="702" y="120"/>
                  </a:cubicBezTo>
                  <a:cubicBezTo>
                    <a:pt x="699" y="125"/>
                    <a:pt x="694" y="130"/>
                    <a:pt x="690" y="134"/>
                  </a:cubicBezTo>
                  <a:cubicBezTo>
                    <a:pt x="690" y="136"/>
                    <a:pt x="690" y="137"/>
                    <a:pt x="691" y="137"/>
                  </a:cubicBezTo>
                  <a:cubicBezTo>
                    <a:pt x="692" y="139"/>
                    <a:pt x="695" y="139"/>
                    <a:pt x="697" y="139"/>
                  </a:cubicBezTo>
                  <a:cubicBezTo>
                    <a:pt x="698" y="138"/>
                    <a:pt x="699" y="137"/>
                    <a:pt x="700" y="134"/>
                  </a:cubicBezTo>
                  <a:cubicBezTo>
                    <a:pt x="711" y="134"/>
                    <a:pt x="716" y="138"/>
                    <a:pt x="726" y="140"/>
                  </a:cubicBezTo>
                  <a:cubicBezTo>
                    <a:pt x="727" y="143"/>
                    <a:pt x="730" y="149"/>
                    <a:pt x="729" y="151"/>
                  </a:cubicBezTo>
                  <a:cubicBezTo>
                    <a:pt x="728" y="152"/>
                    <a:pt x="727" y="154"/>
                    <a:pt x="725" y="155"/>
                  </a:cubicBezTo>
                  <a:cubicBezTo>
                    <a:pt x="716" y="158"/>
                    <a:pt x="712" y="149"/>
                    <a:pt x="705" y="150"/>
                  </a:cubicBezTo>
                  <a:cubicBezTo>
                    <a:pt x="704" y="149"/>
                    <a:pt x="700" y="153"/>
                    <a:pt x="699" y="155"/>
                  </a:cubicBezTo>
                  <a:cubicBezTo>
                    <a:pt x="698" y="157"/>
                    <a:pt x="700" y="159"/>
                    <a:pt x="700" y="160"/>
                  </a:cubicBezTo>
                  <a:cubicBezTo>
                    <a:pt x="700" y="162"/>
                    <a:pt x="700" y="164"/>
                    <a:pt x="700" y="166"/>
                  </a:cubicBezTo>
                  <a:cubicBezTo>
                    <a:pt x="702" y="174"/>
                    <a:pt x="698" y="180"/>
                    <a:pt x="692" y="183"/>
                  </a:cubicBezTo>
                  <a:cubicBezTo>
                    <a:pt x="685" y="187"/>
                    <a:pt x="666" y="181"/>
                    <a:pt x="662" y="179"/>
                  </a:cubicBezTo>
                  <a:cubicBezTo>
                    <a:pt x="662" y="177"/>
                    <a:pt x="653" y="173"/>
                    <a:pt x="651" y="173"/>
                  </a:cubicBezTo>
                  <a:cubicBezTo>
                    <a:pt x="651" y="172"/>
                    <a:pt x="652" y="172"/>
                    <a:pt x="652" y="172"/>
                  </a:cubicBezTo>
                  <a:cubicBezTo>
                    <a:pt x="660" y="170"/>
                    <a:pt x="676" y="168"/>
                    <a:pt x="683" y="163"/>
                  </a:cubicBezTo>
                  <a:cubicBezTo>
                    <a:pt x="685" y="162"/>
                    <a:pt x="692" y="157"/>
                    <a:pt x="689" y="155"/>
                  </a:cubicBezTo>
                  <a:cubicBezTo>
                    <a:pt x="685" y="154"/>
                    <a:pt x="675" y="155"/>
                    <a:pt x="672" y="157"/>
                  </a:cubicBezTo>
                  <a:cubicBezTo>
                    <a:pt x="668" y="159"/>
                    <a:pt x="653" y="154"/>
                    <a:pt x="652" y="153"/>
                  </a:cubicBezTo>
                  <a:cubicBezTo>
                    <a:pt x="650" y="152"/>
                    <a:pt x="650" y="151"/>
                    <a:pt x="649" y="149"/>
                  </a:cubicBezTo>
                  <a:cubicBezTo>
                    <a:pt x="649" y="148"/>
                    <a:pt x="649" y="148"/>
                    <a:pt x="650" y="147"/>
                  </a:cubicBezTo>
                  <a:cubicBezTo>
                    <a:pt x="660" y="147"/>
                    <a:pt x="674" y="146"/>
                    <a:pt x="684" y="144"/>
                  </a:cubicBezTo>
                  <a:cubicBezTo>
                    <a:pt x="685" y="143"/>
                    <a:pt x="685" y="142"/>
                    <a:pt x="686" y="141"/>
                  </a:cubicBezTo>
                  <a:cubicBezTo>
                    <a:pt x="686" y="141"/>
                    <a:pt x="686" y="141"/>
                    <a:pt x="686" y="140"/>
                  </a:cubicBezTo>
                  <a:cubicBezTo>
                    <a:pt x="684" y="139"/>
                    <a:pt x="684" y="138"/>
                    <a:pt x="682" y="137"/>
                  </a:cubicBezTo>
                  <a:cubicBezTo>
                    <a:pt x="682" y="133"/>
                    <a:pt x="681" y="129"/>
                    <a:pt x="683" y="125"/>
                  </a:cubicBezTo>
                  <a:cubicBezTo>
                    <a:pt x="685" y="122"/>
                    <a:pt x="691" y="115"/>
                    <a:pt x="690" y="111"/>
                  </a:cubicBezTo>
                  <a:cubicBezTo>
                    <a:pt x="690" y="109"/>
                    <a:pt x="689" y="109"/>
                    <a:pt x="688" y="109"/>
                  </a:cubicBezTo>
                  <a:cubicBezTo>
                    <a:pt x="680" y="105"/>
                    <a:pt x="670" y="123"/>
                    <a:pt x="665" y="118"/>
                  </a:cubicBezTo>
                  <a:cubicBezTo>
                    <a:pt x="666" y="112"/>
                    <a:pt x="667" y="106"/>
                    <a:pt x="670" y="102"/>
                  </a:cubicBezTo>
                  <a:cubicBezTo>
                    <a:pt x="675" y="96"/>
                    <a:pt x="690" y="97"/>
                    <a:pt x="695" y="102"/>
                  </a:cubicBezTo>
                  <a:cubicBezTo>
                    <a:pt x="701" y="102"/>
                    <a:pt x="703" y="100"/>
                    <a:pt x="707" y="98"/>
                  </a:cubicBezTo>
                  <a:cubicBezTo>
                    <a:pt x="711" y="95"/>
                    <a:pt x="717" y="94"/>
                    <a:pt x="720" y="90"/>
                  </a:cubicBezTo>
                  <a:cubicBezTo>
                    <a:pt x="720" y="89"/>
                    <a:pt x="720" y="88"/>
                    <a:pt x="720" y="89"/>
                  </a:cubicBezTo>
                  <a:cubicBezTo>
                    <a:pt x="726" y="78"/>
                    <a:pt x="710" y="68"/>
                    <a:pt x="705" y="66"/>
                  </a:cubicBezTo>
                  <a:cubicBezTo>
                    <a:pt x="694" y="63"/>
                    <a:pt x="681" y="76"/>
                    <a:pt x="678" y="81"/>
                  </a:cubicBezTo>
                  <a:cubicBezTo>
                    <a:pt x="670" y="91"/>
                    <a:pt x="657" y="97"/>
                    <a:pt x="649" y="107"/>
                  </a:cubicBezTo>
                  <a:cubicBezTo>
                    <a:pt x="645" y="112"/>
                    <a:pt x="646" y="118"/>
                    <a:pt x="644" y="123"/>
                  </a:cubicBezTo>
                  <a:cubicBezTo>
                    <a:pt x="643" y="127"/>
                    <a:pt x="640" y="131"/>
                    <a:pt x="639" y="133"/>
                  </a:cubicBezTo>
                  <a:cubicBezTo>
                    <a:pt x="632" y="134"/>
                    <a:pt x="625" y="130"/>
                    <a:pt x="623" y="125"/>
                  </a:cubicBezTo>
                  <a:cubicBezTo>
                    <a:pt x="621" y="123"/>
                    <a:pt x="623" y="120"/>
                    <a:pt x="621" y="118"/>
                  </a:cubicBezTo>
                  <a:close/>
                  <a:moveTo>
                    <a:pt x="537" y="94"/>
                  </a:moveTo>
                  <a:cubicBezTo>
                    <a:pt x="538" y="94"/>
                    <a:pt x="540" y="93"/>
                    <a:pt x="540" y="92"/>
                  </a:cubicBezTo>
                  <a:cubicBezTo>
                    <a:pt x="541" y="91"/>
                    <a:pt x="540" y="90"/>
                    <a:pt x="540" y="89"/>
                  </a:cubicBezTo>
                  <a:cubicBezTo>
                    <a:pt x="539" y="90"/>
                    <a:pt x="539" y="90"/>
                    <a:pt x="539" y="90"/>
                  </a:cubicBezTo>
                  <a:cubicBezTo>
                    <a:pt x="538" y="91"/>
                    <a:pt x="538" y="93"/>
                    <a:pt x="537" y="94"/>
                  </a:cubicBezTo>
                  <a:close/>
                  <a:moveTo>
                    <a:pt x="503" y="79"/>
                  </a:moveTo>
                  <a:cubicBezTo>
                    <a:pt x="504" y="80"/>
                    <a:pt x="505" y="81"/>
                    <a:pt x="507" y="79"/>
                  </a:cubicBezTo>
                  <a:cubicBezTo>
                    <a:pt x="507" y="77"/>
                    <a:pt x="508" y="77"/>
                    <a:pt x="508" y="75"/>
                  </a:cubicBezTo>
                  <a:cubicBezTo>
                    <a:pt x="508" y="75"/>
                    <a:pt x="507" y="75"/>
                    <a:pt x="507" y="74"/>
                  </a:cubicBezTo>
                  <a:cubicBezTo>
                    <a:pt x="506" y="75"/>
                    <a:pt x="505" y="75"/>
                    <a:pt x="504" y="75"/>
                  </a:cubicBezTo>
                  <a:cubicBezTo>
                    <a:pt x="504" y="77"/>
                    <a:pt x="504" y="77"/>
                    <a:pt x="503" y="79"/>
                  </a:cubicBezTo>
                  <a:close/>
                  <a:moveTo>
                    <a:pt x="491" y="115"/>
                  </a:moveTo>
                  <a:cubicBezTo>
                    <a:pt x="496" y="117"/>
                    <a:pt x="504" y="111"/>
                    <a:pt x="507" y="108"/>
                  </a:cubicBezTo>
                  <a:cubicBezTo>
                    <a:pt x="506" y="107"/>
                    <a:pt x="506" y="105"/>
                    <a:pt x="506" y="104"/>
                  </a:cubicBezTo>
                  <a:cubicBezTo>
                    <a:pt x="505" y="104"/>
                    <a:pt x="505" y="103"/>
                    <a:pt x="504" y="103"/>
                  </a:cubicBezTo>
                  <a:cubicBezTo>
                    <a:pt x="501" y="105"/>
                    <a:pt x="494" y="109"/>
                    <a:pt x="491" y="113"/>
                  </a:cubicBezTo>
                  <a:cubicBezTo>
                    <a:pt x="491" y="113"/>
                    <a:pt x="491" y="114"/>
                    <a:pt x="491" y="115"/>
                  </a:cubicBezTo>
                  <a:close/>
                  <a:moveTo>
                    <a:pt x="460" y="78"/>
                  </a:moveTo>
                  <a:cubicBezTo>
                    <a:pt x="461" y="79"/>
                    <a:pt x="462" y="79"/>
                    <a:pt x="463" y="79"/>
                  </a:cubicBezTo>
                  <a:cubicBezTo>
                    <a:pt x="466" y="77"/>
                    <a:pt x="468" y="75"/>
                    <a:pt x="470" y="73"/>
                  </a:cubicBezTo>
                  <a:cubicBezTo>
                    <a:pt x="470" y="71"/>
                    <a:pt x="470" y="71"/>
                    <a:pt x="470" y="69"/>
                  </a:cubicBezTo>
                  <a:cubicBezTo>
                    <a:pt x="468" y="69"/>
                    <a:pt x="467" y="70"/>
                    <a:pt x="466" y="70"/>
                  </a:cubicBezTo>
                  <a:cubicBezTo>
                    <a:pt x="464" y="71"/>
                    <a:pt x="461" y="74"/>
                    <a:pt x="460" y="78"/>
                  </a:cubicBezTo>
                  <a:close/>
                  <a:moveTo>
                    <a:pt x="453" y="106"/>
                  </a:moveTo>
                  <a:cubicBezTo>
                    <a:pt x="454" y="106"/>
                    <a:pt x="454" y="106"/>
                    <a:pt x="455" y="106"/>
                  </a:cubicBezTo>
                  <a:cubicBezTo>
                    <a:pt x="457" y="103"/>
                    <a:pt x="473" y="90"/>
                    <a:pt x="469" y="87"/>
                  </a:cubicBezTo>
                  <a:cubicBezTo>
                    <a:pt x="458" y="82"/>
                    <a:pt x="453" y="96"/>
                    <a:pt x="453" y="106"/>
                  </a:cubicBezTo>
                  <a:close/>
                  <a:moveTo>
                    <a:pt x="438" y="93"/>
                  </a:moveTo>
                  <a:cubicBezTo>
                    <a:pt x="439" y="93"/>
                    <a:pt x="440" y="94"/>
                    <a:pt x="440" y="95"/>
                  </a:cubicBezTo>
                  <a:cubicBezTo>
                    <a:pt x="442" y="95"/>
                    <a:pt x="443" y="95"/>
                    <a:pt x="444" y="95"/>
                  </a:cubicBezTo>
                  <a:cubicBezTo>
                    <a:pt x="445" y="94"/>
                    <a:pt x="446" y="93"/>
                    <a:pt x="446" y="92"/>
                  </a:cubicBezTo>
                  <a:cubicBezTo>
                    <a:pt x="445" y="91"/>
                    <a:pt x="444" y="91"/>
                    <a:pt x="444" y="90"/>
                  </a:cubicBezTo>
                  <a:cubicBezTo>
                    <a:pt x="444" y="91"/>
                    <a:pt x="439" y="91"/>
                    <a:pt x="438" y="92"/>
                  </a:cubicBezTo>
                  <a:cubicBezTo>
                    <a:pt x="438" y="92"/>
                    <a:pt x="438" y="92"/>
                    <a:pt x="438" y="93"/>
                  </a:cubicBezTo>
                  <a:close/>
                  <a:moveTo>
                    <a:pt x="425" y="130"/>
                  </a:moveTo>
                  <a:cubicBezTo>
                    <a:pt x="429" y="129"/>
                    <a:pt x="448" y="117"/>
                    <a:pt x="439" y="112"/>
                  </a:cubicBezTo>
                  <a:cubicBezTo>
                    <a:pt x="438" y="112"/>
                    <a:pt x="438" y="112"/>
                    <a:pt x="437" y="112"/>
                  </a:cubicBezTo>
                  <a:cubicBezTo>
                    <a:pt x="435" y="119"/>
                    <a:pt x="428" y="123"/>
                    <a:pt x="425" y="130"/>
                  </a:cubicBezTo>
                  <a:close/>
                  <a:moveTo>
                    <a:pt x="398" y="150"/>
                  </a:moveTo>
                  <a:cubicBezTo>
                    <a:pt x="398" y="144"/>
                    <a:pt x="399" y="138"/>
                    <a:pt x="399" y="133"/>
                  </a:cubicBezTo>
                  <a:cubicBezTo>
                    <a:pt x="403" y="131"/>
                    <a:pt x="426" y="102"/>
                    <a:pt x="429" y="97"/>
                  </a:cubicBezTo>
                  <a:cubicBezTo>
                    <a:pt x="428" y="96"/>
                    <a:pt x="428" y="96"/>
                    <a:pt x="426" y="96"/>
                  </a:cubicBezTo>
                  <a:cubicBezTo>
                    <a:pt x="424" y="97"/>
                    <a:pt x="405" y="104"/>
                    <a:pt x="401" y="101"/>
                  </a:cubicBezTo>
                  <a:cubicBezTo>
                    <a:pt x="400" y="100"/>
                    <a:pt x="400" y="100"/>
                    <a:pt x="400" y="100"/>
                  </a:cubicBezTo>
                  <a:cubicBezTo>
                    <a:pt x="400" y="86"/>
                    <a:pt x="411" y="79"/>
                    <a:pt x="418" y="74"/>
                  </a:cubicBezTo>
                  <a:cubicBezTo>
                    <a:pt x="424" y="70"/>
                    <a:pt x="428" y="65"/>
                    <a:pt x="432" y="60"/>
                  </a:cubicBezTo>
                  <a:cubicBezTo>
                    <a:pt x="437" y="54"/>
                    <a:pt x="450" y="45"/>
                    <a:pt x="453" y="38"/>
                  </a:cubicBezTo>
                  <a:cubicBezTo>
                    <a:pt x="454" y="34"/>
                    <a:pt x="454" y="29"/>
                    <a:pt x="454" y="25"/>
                  </a:cubicBezTo>
                  <a:cubicBezTo>
                    <a:pt x="462" y="22"/>
                    <a:pt x="468" y="24"/>
                    <a:pt x="473" y="28"/>
                  </a:cubicBezTo>
                  <a:cubicBezTo>
                    <a:pt x="468" y="46"/>
                    <a:pt x="437" y="68"/>
                    <a:pt x="423" y="81"/>
                  </a:cubicBezTo>
                  <a:cubicBezTo>
                    <a:pt x="420" y="84"/>
                    <a:pt x="416" y="86"/>
                    <a:pt x="413" y="89"/>
                  </a:cubicBezTo>
                  <a:cubicBezTo>
                    <a:pt x="413" y="90"/>
                    <a:pt x="413" y="90"/>
                    <a:pt x="414" y="90"/>
                  </a:cubicBezTo>
                  <a:cubicBezTo>
                    <a:pt x="419" y="90"/>
                    <a:pt x="426" y="88"/>
                    <a:pt x="430" y="86"/>
                  </a:cubicBezTo>
                  <a:cubicBezTo>
                    <a:pt x="436" y="85"/>
                    <a:pt x="441" y="85"/>
                    <a:pt x="447" y="84"/>
                  </a:cubicBezTo>
                  <a:cubicBezTo>
                    <a:pt x="451" y="81"/>
                    <a:pt x="451" y="77"/>
                    <a:pt x="453" y="73"/>
                  </a:cubicBezTo>
                  <a:cubicBezTo>
                    <a:pt x="457" y="67"/>
                    <a:pt x="460" y="60"/>
                    <a:pt x="466" y="55"/>
                  </a:cubicBezTo>
                  <a:cubicBezTo>
                    <a:pt x="469" y="55"/>
                    <a:pt x="472" y="55"/>
                    <a:pt x="474" y="55"/>
                  </a:cubicBezTo>
                  <a:cubicBezTo>
                    <a:pt x="475" y="57"/>
                    <a:pt x="477" y="58"/>
                    <a:pt x="478" y="59"/>
                  </a:cubicBezTo>
                  <a:cubicBezTo>
                    <a:pt x="481" y="63"/>
                    <a:pt x="483" y="67"/>
                    <a:pt x="485" y="71"/>
                  </a:cubicBezTo>
                  <a:cubicBezTo>
                    <a:pt x="488" y="69"/>
                    <a:pt x="495" y="62"/>
                    <a:pt x="492" y="57"/>
                  </a:cubicBezTo>
                  <a:cubicBezTo>
                    <a:pt x="491" y="54"/>
                    <a:pt x="488" y="53"/>
                    <a:pt x="490" y="49"/>
                  </a:cubicBezTo>
                  <a:cubicBezTo>
                    <a:pt x="490" y="46"/>
                    <a:pt x="498" y="42"/>
                    <a:pt x="502" y="43"/>
                  </a:cubicBezTo>
                  <a:cubicBezTo>
                    <a:pt x="502" y="47"/>
                    <a:pt x="506" y="51"/>
                    <a:pt x="508" y="53"/>
                  </a:cubicBezTo>
                  <a:cubicBezTo>
                    <a:pt x="515" y="55"/>
                    <a:pt x="513" y="47"/>
                    <a:pt x="514" y="43"/>
                  </a:cubicBezTo>
                  <a:cubicBezTo>
                    <a:pt x="517" y="34"/>
                    <a:pt x="512" y="13"/>
                    <a:pt x="524" y="13"/>
                  </a:cubicBezTo>
                  <a:cubicBezTo>
                    <a:pt x="525" y="15"/>
                    <a:pt x="530" y="19"/>
                    <a:pt x="532" y="21"/>
                  </a:cubicBezTo>
                  <a:cubicBezTo>
                    <a:pt x="532" y="21"/>
                    <a:pt x="532" y="21"/>
                    <a:pt x="533" y="21"/>
                  </a:cubicBezTo>
                  <a:cubicBezTo>
                    <a:pt x="535" y="25"/>
                    <a:pt x="536" y="27"/>
                    <a:pt x="539" y="30"/>
                  </a:cubicBezTo>
                  <a:cubicBezTo>
                    <a:pt x="541" y="34"/>
                    <a:pt x="544" y="42"/>
                    <a:pt x="545" y="47"/>
                  </a:cubicBezTo>
                  <a:cubicBezTo>
                    <a:pt x="546" y="51"/>
                    <a:pt x="542" y="54"/>
                    <a:pt x="543" y="59"/>
                  </a:cubicBezTo>
                  <a:cubicBezTo>
                    <a:pt x="546" y="65"/>
                    <a:pt x="553" y="69"/>
                    <a:pt x="556" y="75"/>
                  </a:cubicBezTo>
                  <a:cubicBezTo>
                    <a:pt x="558" y="79"/>
                    <a:pt x="558" y="83"/>
                    <a:pt x="560" y="85"/>
                  </a:cubicBezTo>
                  <a:cubicBezTo>
                    <a:pt x="564" y="89"/>
                    <a:pt x="570" y="91"/>
                    <a:pt x="574" y="95"/>
                  </a:cubicBezTo>
                  <a:cubicBezTo>
                    <a:pt x="574" y="97"/>
                    <a:pt x="574" y="98"/>
                    <a:pt x="574" y="99"/>
                  </a:cubicBezTo>
                  <a:cubicBezTo>
                    <a:pt x="572" y="100"/>
                    <a:pt x="570" y="102"/>
                    <a:pt x="568" y="103"/>
                  </a:cubicBezTo>
                  <a:cubicBezTo>
                    <a:pt x="565" y="105"/>
                    <a:pt x="561" y="104"/>
                    <a:pt x="559" y="105"/>
                  </a:cubicBezTo>
                  <a:cubicBezTo>
                    <a:pt x="552" y="106"/>
                    <a:pt x="543" y="109"/>
                    <a:pt x="539" y="114"/>
                  </a:cubicBezTo>
                  <a:cubicBezTo>
                    <a:pt x="536" y="117"/>
                    <a:pt x="536" y="135"/>
                    <a:pt x="535" y="141"/>
                  </a:cubicBezTo>
                  <a:cubicBezTo>
                    <a:pt x="535" y="143"/>
                    <a:pt x="534" y="145"/>
                    <a:pt x="534" y="148"/>
                  </a:cubicBezTo>
                  <a:cubicBezTo>
                    <a:pt x="532" y="152"/>
                    <a:pt x="531" y="158"/>
                    <a:pt x="530" y="163"/>
                  </a:cubicBezTo>
                  <a:cubicBezTo>
                    <a:pt x="530" y="164"/>
                    <a:pt x="530" y="165"/>
                    <a:pt x="530" y="166"/>
                  </a:cubicBezTo>
                  <a:cubicBezTo>
                    <a:pt x="526" y="174"/>
                    <a:pt x="524" y="181"/>
                    <a:pt x="520" y="187"/>
                  </a:cubicBezTo>
                  <a:cubicBezTo>
                    <a:pt x="520" y="190"/>
                    <a:pt x="520" y="193"/>
                    <a:pt x="520" y="195"/>
                  </a:cubicBezTo>
                  <a:cubicBezTo>
                    <a:pt x="519" y="195"/>
                    <a:pt x="519" y="195"/>
                    <a:pt x="519" y="195"/>
                  </a:cubicBezTo>
                  <a:cubicBezTo>
                    <a:pt x="518" y="193"/>
                    <a:pt x="515" y="191"/>
                    <a:pt x="514" y="189"/>
                  </a:cubicBezTo>
                  <a:cubicBezTo>
                    <a:pt x="511" y="185"/>
                    <a:pt x="511" y="181"/>
                    <a:pt x="509" y="177"/>
                  </a:cubicBezTo>
                  <a:cubicBezTo>
                    <a:pt x="509" y="175"/>
                    <a:pt x="509" y="173"/>
                    <a:pt x="509" y="171"/>
                  </a:cubicBezTo>
                  <a:cubicBezTo>
                    <a:pt x="507" y="163"/>
                    <a:pt x="509" y="147"/>
                    <a:pt x="508" y="135"/>
                  </a:cubicBezTo>
                  <a:cubicBezTo>
                    <a:pt x="507" y="135"/>
                    <a:pt x="506" y="135"/>
                    <a:pt x="507" y="134"/>
                  </a:cubicBezTo>
                  <a:cubicBezTo>
                    <a:pt x="497" y="136"/>
                    <a:pt x="489" y="139"/>
                    <a:pt x="481" y="142"/>
                  </a:cubicBezTo>
                  <a:cubicBezTo>
                    <a:pt x="476" y="142"/>
                    <a:pt x="472" y="143"/>
                    <a:pt x="467" y="143"/>
                  </a:cubicBezTo>
                  <a:cubicBezTo>
                    <a:pt x="462" y="138"/>
                    <a:pt x="463" y="125"/>
                    <a:pt x="465" y="119"/>
                  </a:cubicBezTo>
                  <a:cubicBezTo>
                    <a:pt x="470" y="117"/>
                    <a:pt x="476" y="112"/>
                    <a:pt x="478" y="108"/>
                  </a:cubicBezTo>
                  <a:cubicBezTo>
                    <a:pt x="478" y="107"/>
                    <a:pt x="478" y="105"/>
                    <a:pt x="478" y="104"/>
                  </a:cubicBezTo>
                  <a:cubicBezTo>
                    <a:pt x="484" y="97"/>
                    <a:pt x="492" y="90"/>
                    <a:pt x="488" y="77"/>
                  </a:cubicBezTo>
                  <a:cubicBezTo>
                    <a:pt x="488" y="77"/>
                    <a:pt x="488" y="77"/>
                    <a:pt x="487" y="77"/>
                  </a:cubicBezTo>
                  <a:cubicBezTo>
                    <a:pt x="473" y="87"/>
                    <a:pt x="476" y="96"/>
                    <a:pt x="467" y="109"/>
                  </a:cubicBezTo>
                  <a:cubicBezTo>
                    <a:pt x="461" y="117"/>
                    <a:pt x="456" y="117"/>
                    <a:pt x="452" y="129"/>
                  </a:cubicBezTo>
                  <a:cubicBezTo>
                    <a:pt x="448" y="140"/>
                    <a:pt x="457" y="156"/>
                    <a:pt x="457" y="165"/>
                  </a:cubicBezTo>
                  <a:cubicBezTo>
                    <a:pt x="455" y="165"/>
                    <a:pt x="455" y="167"/>
                    <a:pt x="454" y="167"/>
                  </a:cubicBezTo>
                  <a:cubicBezTo>
                    <a:pt x="452" y="167"/>
                    <a:pt x="452" y="167"/>
                    <a:pt x="450" y="167"/>
                  </a:cubicBezTo>
                  <a:cubicBezTo>
                    <a:pt x="447" y="163"/>
                    <a:pt x="444" y="159"/>
                    <a:pt x="442" y="153"/>
                  </a:cubicBezTo>
                  <a:cubicBezTo>
                    <a:pt x="440" y="149"/>
                    <a:pt x="441" y="145"/>
                    <a:pt x="439" y="141"/>
                  </a:cubicBezTo>
                  <a:cubicBezTo>
                    <a:pt x="438" y="141"/>
                    <a:pt x="438" y="141"/>
                    <a:pt x="437" y="141"/>
                  </a:cubicBezTo>
                  <a:cubicBezTo>
                    <a:pt x="431" y="151"/>
                    <a:pt x="418" y="157"/>
                    <a:pt x="402" y="157"/>
                  </a:cubicBezTo>
                  <a:cubicBezTo>
                    <a:pt x="402" y="156"/>
                    <a:pt x="400" y="155"/>
                    <a:pt x="400" y="155"/>
                  </a:cubicBezTo>
                  <a:cubicBezTo>
                    <a:pt x="398" y="153"/>
                    <a:pt x="398" y="151"/>
                    <a:pt x="398" y="150"/>
                  </a:cubicBezTo>
                  <a:close/>
                  <a:moveTo>
                    <a:pt x="278" y="104"/>
                  </a:moveTo>
                  <a:cubicBezTo>
                    <a:pt x="279" y="106"/>
                    <a:pt x="280" y="109"/>
                    <a:pt x="281" y="111"/>
                  </a:cubicBezTo>
                  <a:cubicBezTo>
                    <a:pt x="282" y="111"/>
                    <a:pt x="282" y="111"/>
                    <a:pt x="282" y="111"/>
                  </a:cubicBezTo>
                  <a:cubicBezTo>
                    <a:pt x="283" y="108"/>
                    <a:pt x="286" y="101"/>
                    <a:pt x="283" y="99"/>
                  </a:cubicBezTo>
                  <a:cubicBezTo>
                    <a:pt x="283" y="99"/>
                    <a:pt x="282" y="99"/>
                    <a:pt x="282" y="98"/>
                  </a:cubicBezTo>
                  <a:cubicBezTo>
                    <a:pt x="281" y="98"/>
                    <a:pt x="280" y="98"/>
                    <a:pt x="279" y="99"/>
                  </a:cubicBezTo>
                  <a:cubicBezTo>
                    <a:pt x="279" y="102"/>
                    <a:pt x="278" y="101"/>
                    <a:pt x="278" y="104"/>
                  </a:cubicBezTo>
                  <a:close/>
                  <a:moveTo>
                    <a:pt x="257" y="97"/>
                  </a:moveTo>
                  <a:cubicBezTo>
                    <a:pt x="257" y="97"/>
                    <a:pt x="257" y="98"/>
                    <a:pt x="257" y="99"/>
                  </a:cubicBezTo>
                  <a:cubicBezTo>
                    <a:pt x="258" y="99"/>
                    <a:pt x="258" y="99"/>
                    <a:pt x="258" y="99"/>
                  </a:cubicBezTo>
                  <a:cubicBezTo>
                    <a:pt x="258" y="99"/>
                    <a:pt x="259" y="99"/>
                    <a:pt x="259" y="99"/>
                  </a:cubicBezTo>
                  <a:cubicBezTo>
                    <a:pt x="260" y="98"/>
                    <a:pt x="260" y="97"/>
                    <a:pt x="261" y="97"/>
                  </a:cubicBezTo>
                  <a:cubicBezTo>
                    <a:pt x="261" y="95"/>
                    <a:pt x="261" y="95"/>
                    <a:pt x="260" y="93"/>
                  </a:cubicBezTo>
                  <a:cubicBezTo>
                    <a:pt x="260" y="93"/>
                    <a:pt x="260" y="93"/>
                    <a:pt x="260" y="93"/>
                  </a:cubicBezTo>
                  <a:cubicBezTo>
                    <a:pt x="259" y="93"/>
                    <a:pt x="259" y="93"/>
                    <a:pt x="259" y="93"/>
                  </a:cubicBezTo>
                  <a:cubicBezTo>
                    <a:pt x="258" y="94"/>
                    <a:pt x="258" y="95"/>
                    <a:pt x="257" y="97"/>
                  </a:cubicBezTo>
                  <a:close/>
                  <a:moveTo>
                    <a:pt x="236" y="104"/>
                  </a:moveTo>
                  <a:cubicBezTo>
                    <a:pt x="236" y="105"/>
                    <a:pt x="237" y="105"/>
                    <a:pt x="238" y="105"/>
                  </a:cubicBezTo>
                  <a:cubicBezTo>
                    <a:pt x="241" y="104"/>
                    <a:pt x="242" y="102"/>
                    <a:pt x="245" y="100"/>
                  </a:cubicBezTo>
                  <a:cubicBezTo>
                    <a:pt x="245" y="99"/>
                    <a:pt x="245" y="98"/>
                    <a:pt x="245" y="97"/>
                  </a:cubicBezTo>
                  <a:cubicBezTo>
                    <a:pt x="244" y="97"/>
                    <a:pt x="244" y="97"/>
                    <a:pt x="244" y="97"/>
                  </a:cubicBezTo>
                  <a:cubicBezTo>
                    <a:pt x="244" y="97"/>
                    <a:pt x="243" y="97"/>
                    <a:pt x="242" y="97"/>
                  </a:cubicBezTo>
                  <a:cubicBezTo>
                    <a:pt x="240" y="99"/>
                    <a:pt x="238" y="101"/>
                    <a:pt x="236" y="104"/>
                  </a:cubicBezTo>
                  <a:close/>
                  <a:moveTo>
                    <a:pt x="216" y="151"/>
                  </a:moveTo>
                  <a:cubicBezTo>
                    <a:pt x="217" y="152"/>
                    <a:pt x="225" y="157"/>
                    <a:pt x="226" y="158"/>
                  </a:cubicBezTo>
                  <a:cubicBezTo>
                    <a:pt x="230" y="159"/>
                    <a:pt x="253" y="155"/>
                    <a:pt x="254" y="154"/>
                  </a:cubicBezTo>
                  <a:cubicBezTo>
                    <a:pt x="254" y="153"/>
                    <a:pt x="253" y="151"/>
                    <a:pt x="252" y="149"/>
                  </a:cubicBezTo>
                  <a:cubicBezTo>
                    <a:pt x="253" y="149"/>
                    <a:pt x="253" y="149"/>
                    <a:pt x="253" y="149"/>
                  </a:cubicBezTo>
                  <a:cubicBezTo>
                    <a:pt x="259" y="147"/>
                    <a:pt x="266" y="162"/>
                    <a:pt x="274" y="147"/>
                  </a:cubicBezTo>
                  <a:cubicBezTo>
                    <a:pt x="280" y="149"/>
                    <a:pt x="289" y="157"/>
                    <a:pt x="296" y="153"/>
                  </a:cubicBezTo>
                  <a:cubicBezTo>
                    <a:pt x="309" y="147"/>
                    <a:pt x="312" y="126"/>
                    <a:pt x="312" y="104"/>
                  </a:cubicBezTo>
                  <a:cubicBezTo>
                    <a:pt x="312" y="97"/>
                    <a:pt x="313" y="86"/>
                    <a:pt x="310" y="81"/>
                  </a:cubicBezTo>
                  <a:cubicBezTo>
                    <a:pt x="310" y="78"/>
                    <a:pt x="310" y="75"/>
                    <a:pt x="310" y="73"/>
                  </a:cubicBezTo>
                  <a:cubicBezTo>
                    <a:pt x="310" y="67"/>
                    <a:pt x="310" y="56"/>
                    <a:pt x="308" y="51"/>
                  </a:cubicBezTo>
                  <a:cubicBezTo>
                    <a:pt x="308" y="49"/>
                    <a:pt x="307" y="45"/>
                    <a:pt x="307" y="43"/>
                  </a:cubicBezTo>
                  <a:cubicBezTo>
                    <a:pt x="305" y="35"/>
                    <a:pt x="304" y="27"/>
                    <a:pt x="301" y="21"/>
                  </a:cubicBezTo>
                  <a:cubicBezTo>
                    <a:pt x="270" y="17"/>
                    <a:pt x="248" y="27"/>
                    <a:pt x="235" y="46"/>
                  </a:cubicBezTo>
                  <a:cubicBezTo>
                    <a:pt x="232" y="50"/>
                    <a:pt x="222" y="63"/>
                    <a:pt x="225" y="70"/>
                  </a:cubicBezTo>
                  <a:cubicBezTo>
                    <a:pt x="233" y="70"/>
                    <a:pt x="243" y="58"/>
                    <a:pt x="249" y="54"/>
                  </a:cubicBezTo>
                  <a:cubicBezTo>
                    <a:pt x="250" y="54"/>
                    <a:pt x="254" y="53"/>
                    <a:pt x="254" y="53"/>
                  </a:cubicBezTo>
                  <a:cubicBezTo>
                    <a:pt x="280" y="51"/>
                    <a:pt x="264" y="71"/>
                    <a:pt x="264" y="83"/>
                  </a:cubicBezTo>
                  <a:cubicBezTo>
                    <a:pt x="268" y="85"/>
                    <a:pt x="278" y="95"/>
                    <a:pt x="284" y="92"/>
                  </a:cubicBezTo>
                  <a:cubicBezTo>
                    <a:pt x="284" y="91"/>
                    <a:pt x="285" y="90"/>
                    <a:pt x="286" y="90"/>
                  </a:cubicBezTo>
                  <a:cubicBezTo>
                    <a:pt x="293" y="90"/>
                    <a:pt x="311" y="103"/>
                    <a:pt x="302" y="112"/>
                  </a:cubicBezTo>
                  <a:cubicBezTo>
                    <a:pt x="299" y="115"/>
                    <a:pt x="294" y="117"/>
                    <a:pt x="290" y="120"/>
                  </a:cubicBezTo>
                  <a:cubicBezTo>
                    <a:pt x="285" y="123"/>
                    <a:pt x="280" y="129"/>
                    <a:pt x="274" y="133"/>
                  </a:cubicBezTo>
                  <a:cubicBezTo>
                    <a:pt x="274" y="133"/>
                    <a:pt x="272" y="133"/>
                    <a:pt x="273" y="134"/>
                  </a:cubicBezTo>
                  <a:cubicBezTo>
                    <a:pt x="268" y="137"/>
                    <a:pt x="260" y="139"/>
                    <a:pt x="254" y="143"/>
                  </a:cubicBezTo>
                  <a:cubicBezTo>
                    <a:pt x="251" y="145"/>
                    <a:pt x="243" y="143"/>
                    <a:pt x="240" y="143"/>
                  </a:cubicBezTo>
                  <a:cubicBezTo>
                    <a:pt x="238" y="140"/>
                    <a:pt x="232" y="133"/>
                    <a:pt x="236" y="127"/>
                  </a:cubicBezTo>
                  <a:cubicBezTo>
                    <a:pt x="237" y="124"/>
                    <a:pt x="242" y="120"/>
                    <a:pt x="244" y="119"/>
                  </a:cubicBezTo>
                  <a:cubicBezTo>
                    <a:pt x="244" y="116"/>
                    <a:pt x="243" y="116"/>
                    <a:pt x="241" y="116"/>
                  </a:cubicBezTo>
                  <a:cubicBezTo>
                    <a:pt x="238" y="121"/>
                    <a:pt x="227" y="110"/>
                    <a:pt x="226" y="108"/>
                  </a:cubicBezTo>
                  <a:cubicBezTo>
                    <a:pt x="226" y="105"/>
                    <a:pt x="226" y="102"/>
                    <a:pt x="226" y="99"/>
                  </a:cubicBezTo>
                  <a:cubicBezTo>
                    <a:pt x="229" y="98"/>
                    <a:pt x="231" y="95"/>
                    <a:pt x="234" y="93"/>
                  </a:cubicBezTo>
                  <a:cubicBezTo>
                    <a:pt x="242" y="89"/>
                    <a:pt x="256" y="87"/>
                    <a:pt x="252" y="74"/>
                  </a:cubicBezTo>
                  <a:cubicBezTo>
                    <a:pt x="252" y="74"/>
                    <a:pt x="251" y="74"/>
                    <a:pt x="250" y="74"/>
                  </a:cubicBezTo>
                  <a:cubicBezTo>
                    <a:pt x="246" y="78"/>
                    <a:pt x="227" y="77"/>
                    <a:pt x="223" y="83"/>
                  </a:cubicBezTo>
                  <a:cubicBezTo>
                    <a:pt x="220" y="86"/>
                    <a:pt x="223" y="93"/>
                    <a:pt x="221" y="97"/>
                  </a:cubicBezTo>
                  <a:cubicBezTo>
                    <a:pt x="219" y="97"/>
                    <a:pt x="220" y="103"/>
                    <a:pt x="218" y="105"/>
                  </a:cubicBezTo>
                  <a:cubicBezTo>
                    <a:pt x="214" y="114"/>
                    <a:pt x="219" y="132"/>
                    <a:pt x="217" y="141"/>
                  </a:cubicBezTo>
                  <a:cubicBezTo>
                    <a:pt x="217" y="144"/>
                    <a:pt x="216" y="149"/>
                    <a:pt x="216" y="151"/>
                  </a:cubicBezTo>
                  <a:close/>
                  <a:moveTo>
                    <a:pt x="197" y="154"/>
                  </a:moveTo>
                  <a:cubicBezTo>
                    <a:pt x="197" y="141"/>
                    <a:pt x="202" y="127"/>
                    <a:pt x="205" y="115"/>
                  </a:cubicBezTo>
                  <a:cubicBezTo>
                    <a:pt x="205" y="113"/>
                    <a:pt x="205" y="110"/>
                    <a:pt x="205" y="107"/>
                  </a:cubicBezTo>
                  <a:cubicBezTo>
                    <a:pt x="205" y="93"/>
                    <a:pt x="199" y="79"/>
                    <a:pt x="201" y="66"/>
                  </a:cubicBezTo>
                  <a:cubicBezTo>
                    <a:pt x="205" y="39"/>
                    <a:pt x="229" y="25"/>
                    <a:pt x="252" y="17"/>
                  </a:cubicBezTo>
                  <a:cubicBezTo>
                    <a:pt x="261" y="15"/>
                    <a:pt x="289" y="6"/>
                    <a:pt x="300" y="13"/>
                  </a:cubicBezTo>
                  <a:cubicBezTo>
                    <a:pt x="302" y="13"/>
                    <a:pt x="306" y="13"/>
                    <a:pt x="308" y="15"/>
                  </a:cubicBezTo>
                  <a:cubicBezTo>
                    <a:pt x="330" y="29"/>
                    <a:pt x="324" y="79"/>
                    <a:pt x="325" y="113"/>
                  </a:cubicBezTo>
                  <a:cubicBezTo>
                    <a:pt x="325" y="129"/>
                    <a:pt x="328" y="154"/>
                    <a:pt x="320" y="163"/>
                  </a:cubicBezTo>
                  <a:cubicBezTo>
                    <a:pt x="318" y="166"/>
                    <a:pt x="294" y="183"/>
                    <a:pt x="287" y="179"/>
                  </a:cubicBezTo>
                  <a:cubicBezTo>
                    <a:pt x="280" y="175"/>
                    <a:pt x="274" y="165"/>
                    <a:pt x="264" y="164"/>
                  </a:cubicBezTo>
                  <a:cubicBezTo>
                    <a:pt x="261" y="163"/>
                    <a:pt x="257" y="167"/>
                    <a:pt x="254" y="168"/>
                  </a:cubicBezTo>
                  <a:cubicBezTo>
                    <a:pt x="252" y="169"/>
                    <a:pt x="230" y="173"/>
                    <a:pt x="226" y="171"/>
                  </a:cubicBezTo>
                  <a:cubicBezTo>
                    <a:pt x="221" y="170"/>
                    <a:pt x="220" y="167"/>
                    <a:pt x="216" y="164"/>
                  </a:cubicBezTo>
                  <a:cubicBezTo>
                    <a:pt x="216" y="164"/>
                    <a:pt x="216" y="164"/>
                    <a:pt x="216" y="164"/>
                  </a:cubicBezTo>
                  <a:cubicBezTo>
                    <a:pt x="213" y="166"/>
                    <a:pt x="211" y="170"/>
                    <a:pt x="206" y="170"/>
                  </a:cubicBezTo>
                  <a:cubicBezTo>
                    <a:pt x="204" y="168"/>
                    <a:pt x="202" y="166"/>
                    <a:pt x="201" y="164"/>
                  </a:cubicBezTo>
                  <a:cubicBezTo>
                    <a:pt x="199" y="161"/>
                    <a:pt x="199" y="158"/>
                    <a:pt x="197" y="154"/>
                  </a:cubicBezTo>
                  <a:close/>
                  <a:moveTo>
                    <a:pt x="83" y="79"/>
                  </a:moveTo>
                  <a:cubicBezTo>
                    <a:pt x="84" y="83"/>
                    <a:pt x="84" y="85"/>
                    <a:pt x="85" y="87"/>
                  </a:cubicBezTo>
                  <a:cubicBezTo>
                    <a:pt x="92" y="84"/>
                    <a:pt x="115" y="69"/>
                    <a:pt x="116" y="62"/>
                  </a:cubicBezTo>
                  <a:cubicBezTo>
                    <a:pt x="116" y="62"/>
                    <a:pt x="116" y="62"/>
                    <a:pt x="115" y="62"/>
                  </a:cubicBezTo>
                  <a:cubicBezTo>
                    <a:pt x="111" y="60"/>
                    <a:pt x="105" y="62"/>
                    <a:pt x="101" y="63"/>
                  </a:cubicBezTo>
                  <a:cubicBezTo>
                    <a:pt x="98" y="63"/>
                    <a:pt x="96" y="63"/>
                    <a:pt x="93" y="63"/>
                  </a:cubicBezTo>
                  <a:cubicBezTo>
                    <a:pt x="84" y="65"/>
                    <a:pt x="82" y="70"/>
                    <a:pt x="83" y="79"/>
                  </a:cubicBezTo>
                  <a:close/>
                  <a:moveTo>
                    <a:pt x="32" y="97"/>
                  </a:moveTo>
                  <a:cubicBezTo>
                    <a:pt x="36" y="101"/>
                    <a:pt x="36" y="104"/>
                    <a:pt x="36" y="112"/>
                  </a:cubicBezTo>
                  <a:cubicBezTo>
                    <a:pt x="38" y="113"/>
                    <a:pt x="38" y="113"/>
                    <a:pt x="38" y="114"/>
                  </a:cubicBezTo>
                  <a:cubicBezTo>
                    <a:pt x="41" y="114"/>
                    <a:pt x="44" y="114"/>
                    <a:pt x="46" y="113"/>
                  </a:cubicBezTo>
                  <a:cubicBezTo>
                    <a:pt x="47" y="111"/>
                    <a:pt x="50" y="108"/>
                    <a:pt x="50" y="106"/>
                  </a:cubicBezTo>
                  <a:cubicBezTo>
                    <a:pt x="52" y="100"/>
                    <a:pt x="53" y="86"/>
                    <a:pt x="49" y="83"/>
                  </a:cubicBezTo>
                  <a:cubicBezTo>
                    <a:pt x="49" y="83"/>
                    <a:pt x="49" y="82"/>
                    <a:pt x="48" y="82"/>
                  </a:cubicBezTo>
                  <a:cubicBezTo>
                    <a:pt x="42" y="82"/>
                    <a:pt x="34" y="89"/>
                    <a:pt x="32" y="94"/>
                  </a:cubicBezTo>
                  <a:cubicBezTo>
                    <a:pt x="32" y="95"/>
                    <a:pt x="32" y="96"/>
                    <a:pt x="32" y="97"/>
                  </a:cubicBezTo>
                  <a:close/>
                  <a:moveTo>
                    <a:pt x="3" y="66"/>
                  </a:moveTo>
                  <a:cubicBezTo>
                    <a:pt x="9" y="66"/>
                    <a:pt x="12" y="70"/>
                    <a:pt x="14" y="73"/>
                  </a:cubicBezTo>
                  <a:cubicBezTo>
                    <a:pt x="16" y="73"/>
                    <a:pt x="18" y="73"/>
                    <a:pt x="19" y="73"/>
                  </a:cubicBezTo>
                  <a:cubicBezTo>
                    <a:pt x="22" y="71"/>
                    <a:pt x="24" y="69"/>
                    <a:pt x="26" y="67"/>
                  </a:cubicBezTo>
                  <a:cubicBezTo>
                    <a:pt x="31" y="64"/>
                    <a:pt x="38" y="63"/>
                    <a:pt x="44" y="60"/>
                  </a:cubicBezTo>
                  <a:cubicBezTo>
                    <a:pt x="48" y="57"/>
                    <a:pt x="51" y="59"/>
                    <a:pt x="54" y="55"/>
                  </a:cubicBezTo>
                  <a:cubicBezTo>
                    <a:pt x="57" y="47"/>
                    <a:pt x="51" y="40"/>
                    <a:pt x="54" y="31"/>
                  </a:cubicBezTo>
                  <a:cubicBezTo>
                    <a:pt x="55" y="26"/>
                    <a:pt x="56" y="23"/>
                    <a:pt x="57" y="17"/>
                  </a:cubicBezTo>
                  <a:cubicBezTo>
                    <a:pt x="57" y="17"/>
                    <a:pt x="56" y="5"/>
                    <a:pt x="58" y="7"/>
                  </a:cubicBezTo>
                  <a:cubicBezTo>
                    <a:pt x="58" y="6"/>
                    <a:pt x="58" y="6"/>
                    <a:pt x="59" y="6"/>
                  </a:cubicBezTo>
                  <a:cubicBezTo>
                    <a:pt x="69" y="5"/>
                    <a:pt x="83" y="21"/>
                    <a:pt x="92" y="27"/>
                  </a:cubicBezTo>
                  <a:cubicBezTo>
                    <a:pt x="92" y="35"/>
                    <a:pt x="89" y="43"/>
                    <a:pt x="90" y="51"/>
                  </a:cubicBezTo>
                  <a:cubicBezTo>
                    <a:pt x="100" y="55"/>
                    <a:pt x="115" y="50"/>
                    <a:pt x="126" y="48"/>
                  </a:cubicBezTo>
                  <a:cubicBezTo>
                    <a:pt x="130" y="48"/>
                    <a:pt x="134" y="48"/>
                    <a:pt x="138" y="49"/>
                  </a:cubicBezTo>
                  <a:cubicBezTo>
                    <a:pt x="140" y="50"/>
                    <a:pt x="142" y="53"/>
                    <a:pt x="144" y="53"/>
                  </a:cubicBezTo>
                  <a:cubicBezTo>
                    <a:pt x="144" y="53"/>
                    <a:pt x="144" y="55"/>
                    <a:pt x="144" y="55"/>
                  </a:cubicBezTo>
                  <a:cubicBezTo>
                    <a:pt x="140" y="59"/>
                    <a:pt x="136" y="64"/>
                    <a:pt x="133" y="68"/>
                  </a:cubicBezTo>
                  <a:cubicBezTo>
                    <a:pt x="130" y="71"/>
                    <a:pt x="120" y="76"/>
                    <a:pt x="114" y="79"/>
                  </a:cubicBezTo>
                  <a:cubicBezTo>
                    <a:pt x="110" y="82"/>
                    <a:pt x="104" y="83"/>
                    <a:pt x="104" y="90"/>
                  </a:cubicBezTo>
                  <a:cubicBezTo>
                    <a:pt x="105" y="91"/>
                    <a:pt x="106" y="91"/>
                    <a:pt x="106" y="92"/>
                  </a:cubicBezTo>
                  <a:cubicBezTo>
                    <a:pt x="114" y="95"/>
                    <a:pt x="125" y="91"/>
                    <a:pt x="128" y="99"/>
                  </a:cubicBezTo>
                  <a:cubicBezTo>
                    <a:pt x="129" y="101"/>
                    <a:pt x="130" y="103"/>
                    <a:pt x="129" y="105"/>
                  </a:cubicBezTo>
                  <a:cubicBezTo>
                    <a:pt x="124" y="112"/>
                    <a:pt x="112" y="106"/>
                    <a:pt x="105" y="111"/>
                  </a:cubicBezTo>
                  <a:cubicBezTo>
                    <a:pt x="99" y="115"/>
                    <a:pt x="94" y="120"/>
                    <a:pt x="89" y="124"/>
                  </a:cubicBezTo>
                  <a:cubicBezTo>
                    <a:pt x="84" y="127"/>
                    <a:pt x="79" y="125"/>
                    <a:pt x="76" y="130"/>
                  </a:cubicBezTo>
                  <a:cubicBezTo>
                    <a:pt x="72" y="136"/>
                    <a:pt x="76" y="147"/>
                    <a:pt x="74" y="153"/>
                  </a:cubicBezTo>
                  <a:cubicBezTo>
                    <a:pt x="74" y="155"/>
                    <a:pt x="73" y="156"/>
                    <a:pt x="73" y="157"/>
                  </a:cubicBezTo>
                  <a:cubicBezTo>
                    <a:pt x="64" y="159"/>
                    <a:pt x="66" y="177"/>
                    <a:pt x="59" y="183"/>
                  </a:cubicBezTo>
                  <a:cubicBezTo>
                    <a:pt x="57" y="172"/>
                    <a:pt x="50" y="162"/>
                    <a:pt x="48" y="152"/>
                  </a:cubicBezTo>
                  <a:cubicBezTo>
                    <a:pt x="48" y="147"/>
                    <a:pt x="50" y="142"/>
                    <a:pt x="46" y="139"/>
                  </a:cubicBezTo>
                  <a:cubicBezTo>
                    <a:pt x="44" y="138"/>
                    <a:pt x="40" y="139"/>
                    <a:pt x="38" y="138"/>
                  </a:cubicBezTo>
                  <a:cubicBezTo>
                    <a:pt x="36" y="132"/>
                    <a:pt x="34" y="123"/>
                    <a:pt x="26" y="121"/>
                  </a:cubicBezTo>
                  <a:cubicBezTo>
                    <a:pt x="23" y="120"/>
                    <a:pt x="22" y="122"/>
                    <a:pt x="17" y="122"/>
                  </a:cubicBezTo>
                  <a:cubicBezTo>
                    <a:pt x="16" y="120"/>
                    <a:pt x="15" y="116"/>
                    <a:pt x="14" y="114"/>
                  </a:cubicBezTo>
                  <a:cubicBezTo>
                    <a:pt x="12" y="111"/>
                    <a:pt x="7" y="110"/>
                    <a:pt x="5" y="107"/>
                  </a:cubicBezTo>
                  <a:cubicBezTo>
                    <a:pt x="5" y="107"/>
                    <a:pt x="5" y="107"/>
                    <a:pt x="5" y="107"/>
                  </a:cubicBezTo>
                  <a:cubicBezTo>
                    <a:pt x="3" y="102"/>
                    <a:pt x="5" y="99"/>
                    <a:pt x="4" y="96"/>
                  </a:cubicBezTo>
                  <a:cubicBezTo>
                    <a:pt x="4" y="94"/>
                    <a:pt x="1" y="93"/>
                    <a:pt x="0" y="90"/>
                  </a:cubicBezTo>
                  <a:cubicBezTo>
                    <a:pt x="4" y="85"/>
                    <a:pt x="3" y="76"/>
                    <a:pt x="3" y="6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2" name="Freeform 37"/>
            <p:cNvSpPr>
              <a:spLocks noEditPoints="1"/>
            </p:cNvSpPr>
            <p:nvPr/>
          </p:nvSpPr>
          <p:spPr bwMode="auto">
            <a:xfrm>
              <a:off x="8797988" y="4643741"/>
              <a:ext cx="334963" cy="325438"/>
            </a:xfrm>
            <a:custGeom>
              <a:avLst/>
              <a:gdLst>
                <a:gd name="T0" fmla="*/ 218 w 225"/>
                <a:gd name="T1" fmla="*/ 76 h 216"/>
                <a:gd name="T2" fmla="*/ 170 w 225"/>
                <a:gd name="T3" fmla="*/ 32 h 216"/>
                <a:gd name="T4" fmla="*/ 113 w 225"/>
                <a:gd name="T5" fmla="*/ 0 h 216"/>
                <a:gd name="T6" fmla="*/ 56 w 225"/>
                <a:gd name="T7" fmla="*/ 32 h 216"/>
                <a:gd name="T8" fmla="*/ 8 w 225"/>
                <a:gd name="T9" fmla="*/ 76 h 216"/>
                <a:gd name="T10" fmla="*/ 21 w 225"/>
                <a:gd name="T11" fmla="*/ 140 h 216"/>
                <a:gd name="T12" fmla="*/ 48 w 225"/>
                <a:gd name="T13" fmla="*/ 200 h 216"/>
                <a:gd name="T14" fmla="*/ 112 w 225"/>
                <a:gd name="T15" fmla="*/ 207 h 216"/>
                <a:gd name="T16" fmla="*/ 177 w 225"/>
                <a:gd name="T17" fmla="*/ 200 h 216"/>
                <a:gd name="T18" fmla="*/ 204 w 225"/>
                <a:gd name="T19" fmla="*/ 140 h 216"/>
                <a:gd name="T20" fmla="*/ 218 w 225"/>
                <a:gd name="T21" fmla="*/ 76 h 216"/>
                <a:gd name="T22" fmla="*/ 113 w 225"/>
                <a:gd name="T23" fmla="*/ 201 h 216"/>
                <a:gd name="T24" fmla="*/ 22 w 225"/>
                <a:gd name="T25" fmla="*/ 110 h 216"/>
                <a:gd name="T26" fmla="*/ 113 w 225"/>
                <a:gd name="T27" fmla="*/ 20 h 216"/>
                <a:gd name="T28" fmla="*/ 204 w 225"/>
                <a:gd name="T29" fmla="*/ 111 h 216"/>
                <a:gd name="T30" fmla="*/ 113 w 225"/>
                <a:gd name="T31" fmla="*/ 201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5" h="216">
                  <a:moveTo>
                    <a:pt x="218" y="76"/>
                  </a:moveTo>
                  <a:cubicBezTo>
                    <a:pt x="210" y="53"/>
                    <a:pt x="191" y="37"/>
                    <a:pt x="170" y="32"/>
                  </a:cubicBezTo>
                  <a:cubicBezTo>
                    <a:pt x="158" y="13"/>
                    <a:pt x="137" y="0"/>
                    <a:pt x="113" y="0"/>
                  </a:cubicBezTo>
                  <a:cubicBezTo>
                    <a:pt x="89" y="0"/>
                    <a:pt x="68" y="13"/>
                    <a:pt x="56" y="32"/>
                  </a:cubicBezTo>
                  <a:cubicBezTo>
                    <a:pt x="34" y="37"/>
                    <a:pt x="15" y="53"/>
                    <a:pt x="8" y="76"/>
                  </a:cubicBezTo>
                  <a:cubicBezTo>
                    <a:pt x="0" y="99"/>
                    <a:pt x="6" y="123"/>
                    <a:pt x="21" y="140"/>
                  </a:cubicBezTo>
                  <a:cubicBezTo>
                    <a:pt x="18" y="163"/>
                    <a:pt x="28" y="185"/>
                    <a:pt x="48" y="200"/>
                  </a:cubicBezTo>
                  <a:cubicBezTo>
                    <a:pt x="67" y="214"/>
                    <a:pt x="92" y="216"/>
                    <a:pt x="112" y="207"/>
                  </a:cubicBezTo>
                  <a:cubicBezTo>
                    <a:pt x="133" y="216"/>
                    <a:pt x="158" y="214"/>
                    <a:pt x="177" y="200"/>
                  </a:cubicBezTo>
                  <a:cubicBezTo>
                    <a:pt x="197" y="186"/>
                    <a:pt x="206" y="163"/>
                    <a:pt x="204" y="140"/>
                  </a:cubicBezTo>
                  <a:cubicBezTo>
                    <a:pt x="220" y="123"/>
                    <a:pt x="225" y="99"/>
                    <a:pt x="218" y="76"/>
                  </a:cubicBezTo>
                  <a:close/>
                  <a:moveTo>
                    <a:pt x="113" y="201"/>
                  </a:moveTo>
                  <a:cubicBezTo>
                    <a:pt x="63" y="201"/>
                    <a:pt x="22" y="160"/>
                    <a:pt x="22" y="110"/>
                  </a:cubicBezTo>
                  <a:cubicBezTo>
                    <a:pt x="22" y="60"/>
                    <a:pt x="62" y="20"/>
                    <a:pt x="113" y="20"/>
                  </a:cubicBezTo>
                  <a:cubicBezTo>
                    <a:pt x="163" y="20"/>
                    <a:pt x="204" y="61"/>
                    <a:pt x="204" y="111"/>
                  </a:cubicBezTo>
                  <a:cubicBezTo>
                    <a:pt x="204" y="161"/>
                    <a:pt x="163" y="201"/>
                    <a:pt x="113" y="20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3" name="Freeform 38"/>
            <p:cNvSpPr>
              <a:spLocks noEditPoints="1"/>
            </p:cNvSpPr>
            <p:nvPr/>
          </p:nvSpPr>
          <p:spPr bwMode="auto">
            <a:xfrm>
              <a:off x="8872600" y="4775504"/>
              <a:ext cx="84138" cy="26988"/>
            </a:xfrm>
            <a:custGeom>
              <a:avLst/>
              <a:gdLst>
                <a:gd name="T0" fmla="*/ 4 w 56"/>
                <a:gd name="T1" fmla="*/ 17 h 18"/>
                <a:gd name="T2" fmla="*/ 0 w 56"/>
                <a:gd name="T3" fmla="*/ 7 h 18"/>
                <a:gd name="T4" fmla="*/ 3 w 56"/>
                <a:gd name="T5" fmla="*/ 2 h 18"/>
                <a:gd name="T6" fmla="*/ 8 w 56"/>
                <a:gd name="T7" fmla="*/ 0 h 18"/>
                <a:gd name="T8" fmla="*/ 15 w 56"/>
                <a:gd name="T9" fmla="*/ 13 h 18"/>
                <a:gd name="T10" fmla="*/ 19 w 56"/>
                <a:gd name="T11" fmla="*/ 14 h 18"/>
                <a:gd name="T12" fmla="*/ 22 w 56"/>
                <a:gd name="T13" fmla="*/ 14 h 18"/>
                <a:gd name="T14" fmla="*/ 20 w 56"/>
                <a:gd name="T15" fmla="*/ 12 h 18"/>
                <a:gd name="T16" fmla="*/ 14 w 56"/>
                <a:gd name="T17" fmla="*/ 6 h 18"/>
                <a:gd name="T18" fmla="*/ 20 w 56"/>
                <a:gd name="T19" fmla="*/ 0 h 18"/>
                <a:gd name="T20" fmla="*/ 26 w 56"/>
                <a:gd name="T21" fmla="*/ 8 h 18"/>
                <a:gd name="T22" fmla="*/ 19 w 56"/>
                <a:gd name="T23" fmla="*/ 18 h 18"/>
                <a:gd name="T24" fmla="*/ 15 w 56"/>
                <a:gd name="T25" fmla="*/ 13 h 18"/>
                <a:gd name="T26" fmla="*/ 22 w 56"/>
                <a:gd name="T27" fmla="*/ 3 h 18"/>
                <a:gd name="T28" fmla="*/ 18 w 56"/>
                <a:gd name="T29" fmla="*/ 3 h 18"/>
                <a:gd name="T30" fmla="*/ 18 w 56"/>
                <a:gd name="T31" fmla="*/ 8 h 18"/>
                <a:gd name="T32" fmla="*/ 22 w 56"/>
                <a:gd name="T33" fmla="*/ 8 h 18"/>
                <a:gd name="T34" fmla="*/ 30 w 56"/>
                <a:gd name="T35" fmla="*/ 13 h 18"/>
                <a:gd name="T36" fmla="*/ 34 w 56"/>
                <a:gd name="T37" fmla="*/ 14 h 18"/>
                <a:gd name="T38" fmla="*/ 38 w 56"/>
                <a:gd name="T39" fmla="*/ 14 h 18"/>
                <a:gd name="T40" fmla="*/ 38 w 56"/>
                <a:gd name="T41" fmla="*/ 9 h 18"/>
                <a:gd name="T42" fmla="*/ 33 w 56"/>
                <a:gd name="T43" fmla="*/ 10 h 18"/>
                <a:gd name="T44" fmla="*/ 32 w 56"/>
                <a:gd name="T45" fmla="*/ 0 h 18"/>
                <a:gd name="T46" fmla="*/ 41 w 56"/>
                <a:gd name="T47" fmla="*/ 3 h 18"/>
                <a:gd name="T48" fmla="*/ 34 w 56"/>
                <a:gd name="T49" fmla="*/ 6 h 18"/>
                <a:gd name="T50" fmla="*/ 41 w 56"/>
                <a:gd name="T51" fmla="*/ 8 h 18"/>
                <a:gd name="T52" fmla="*/ 41 w 56"/>
                <a:gd name="T53" fmla="*/ 16 h 18"/>
                <a:gd name="T54" fmla="*/ 32 w 56"/>
                <a:gd name="T55" fmla="*/ 17 h 18"/>
                <a:gd name="T56" fmla="*/ 48 w 56"/>
                <a:gd name="T57" fmla="*/ 8 h 18"/>
                <a:gd name="T58" fmla="*/ 45 w 56"/>
                <a:gd name="T59" fmla="*/ 4 h 18"/>
                <a:gd name="T60" fmla="*/ 50 w 56"/>
                <a:gd name="T61" fmla="*/ 0 h 18"/>
                <a:gd name="T62" fmla="*/ 56 w 56"/>
                <a:gd name="T63" fmla="*/ 4 h 18"/>
                <a:gd name="T64" fmla="*/ 53 w 56"/>
                <a:gd name="T65" fmla="*/ 8 h 18"/>
                <a:gd name="T66" fmla="*/ 56 w 56"/>
                <a:gd name="T67" fmla="*/ 12 h 18"/>
                <a:gd name="T68" fmla="*/ 50 w 56"/>
                <a:gd name="T69" fmla="*/ 18 h 18"/>
                <a:gd name="T70" fmla="*/ 44 w 56"/>
                <a:gd name="T71" fmla="*/ 13 h 18"/>
                <a:gd name="T72" fmla="*/ 48 w 56"/>
                <a:gd name="T73" fmla="*/ 8 h 18"/>
                <a:gd name="T74" fmla="*/ 49 w 56"/>
                <a:gd name="T75" fmla="*/ 6 h 18"/>
                <a:gd name="T76" fmla="*/ 52 w 56"/>
                <a:gd name="T77" fmla="*/ 6 h 18"/>
                <a:gd name="T78" fmla="*/ 52 w 56"/>
                <a:gd name="T79" fmla="*/ 3 h 18"/>
                <a:gd name="T80" fmla="*/ 49 w 56"/>
                <a:gd name="T81" fmla="*/ 3 h 18"/>
                <a:gd name="T82" fmla="*/ 48 w 56"/>
                <a:gd name="T83" fmla="*/ 12 h 18"/>
                <a:gd name="T84" fmla="*/ 51 w 56"/>
                <a:gd name="T85" fmla="*/ 15 h 18"/>
                <a:gd name="T86" fmla="*/ 54 w 56"/>
                <a:gd name="T87" fmla="*/ 12 h 18"/>
                <a:gd name="T88" fmla="*/ 51 w 56"/>
                <a:gd name="T89" fmla="*/ 9 h 18"/>
                <a:gd name="T90" fmla="*/ 48 w 56"/>
                <a:gd name="T91" fmla="*/ 12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6" h="18">
                  <a:moveTo>
                    <a:pt x="8" y="17"/>
                  </a:moveTo>
                  <a:cubicBezTo>
                    <a:pt x="4" y="17"/>
                    <a:pt x="4" y="17"/>
                    <a:pt x="4" y="17"/>
                  </a:cubicBezTo>
                  <a:cubicBezTo>
                    <a:pt x="4" y="4"/>
                    <a:pt x="4" y="4"/>
                    <a:pt x="4" y="4"/>
                  </a:cubicBezTo>
                  <a:cubicBezTo>
                    <a:pt x="3" y="6"/>
                    <a:pt x="2" y="6"/>
                    <a:pt x="0" y="7"/>
                  </a:cubicBezTo>
                  <a:cubicBezTo>
                    <a:pt x="0" y="4"/>
                    <a:pt x="0" y="4"/>
                    <a:pt x="0" y="4"/>
                  </a:cubicBezTo>
                  <a:cubicBezTo>
                    <a:pt x="1" y="4"/>
                    <a:pt x="2" y="3"/>
                    <a:pt x="3" y="2"/>
                  </a:cubicBezTo>
                  <a:cubicBezTo>
                    <a:pt x="4" y="2"/>
                    <a:pt x="4" y="1"/>
                    <a:pt x="5" y="0"/>
                  </a:cubicBezTo>
                  <a:cubicBezTo>
                    <a:pt x="8" y="0"/>
                    <a:pt x="8" y="0"/>
                    <a:pt x="8" y="0"/>
                  </a:cubicBezTo>
                  <a:cubicBezTo>
                    <a:pt x="8" y="17"/>
                    <a:pt x="8" y="17"/>
                    <a:pt x="8" y="17"/>
                  </a:cubicBezTo>
                  <a:close/>
                  <a:moveTo>
                    <a:pt x="15" y="13"/>
                  </a:moveTo>
                  <a:cubicBezTo>
                    <a:pt x="18" y="13"/>
                    <a:pt x="18" y="13"/>
                    <a:pt x="18" y="13"/>
                  </a:cubicBezTo>
                  <a:cubicBezTo>
                    <a:pt x="18" y="14"/>
                    <a:pt x="18" y="14"/>
                    <a:pt x="19" y="14"/>
                  </a:cubicBezTo>
                  <a:cubicBezTo>
                    <a:pt x="19" y="15"/>
                    <a:pt x="20" y="15"/>
                    <a:pt x="20" y="15"/>
                  </a:cubicBezTo>
                  <a:cubicBezTo>
                    <a:pt x="21" y="15"/>
                    <a:pt x="21" y="14"/>
                    <a:pt x="22" y="14"/>
                  </a:cubicBezTo>
                  <a:cubicBezTo>
                    <a:pt x="22" y="13"/>
                    <a:pt x="23" y="12"/>
                    <a:pt x="23" y="10"/>
                  </a:cubicBezTo>
                  <a:cubicBezTo>
                    <a:pt x="22" y="11"/>
                    <a:pt x="21" y="12"/>
                    <a:pt x="20" y="12"/>
                  </a:cubicBezTo>
                  <a:cubicBezTo>
                    <a:pt x="18" y="12"/>
                    <a:pt x="17" y="11"/>
                    <a:pt x="16" y="10"/>
                  </a:cubicBezTo>
                  <a:cubicBezTo>
                    <a:pt x="15" y="9"/>
                    <a:pt x="14" y="8"/>
                    <a:pt x="14" y="6"/>
                  </a:cubicBezTo>
                  <a:cubicBezTo>
                    <a:pt x="14" y="4"/>
                    <a:pt x="15" y="2"/>
                    <a:pt x="16" y="1"/>
                  </a:cubicBezTo>
                  <a:cubicBezTo>
                    <a:pt x="17" y="0"/>
                    <a:pt x="18" y="0"/>
                    <a:pt x="20" y="0"/>
                  </a:cubicBezTo>
                  <a:cubicBezTo>
                    <a:pt x="22" y="0"/>
                    <a:pt x="23" y="0"/>
                    <a:pt x="24" y="2"/>
                  </a:cubicBezTo>
                  <a:cubicBezTo>
                    <a:pt x="26" y="3"/>
                    <a:pt x="26" y="5"/>
                    <a:pt x="26" y="8"/>
                  </a:cubicBezTo>
                  <a:cubicBezTo>
                    <a:pt x="26" y="12"/>
                    <a:pt x="25" y="14"/>
                    <a:pt x="24" y="16"/>
                  </a:cubicBezTo>
                  <a:cubicBezTo>
                    <a:pt x="23" y="17"/>
                    <a:pt x="21" y="18"/>
                    <a:pt x="19" y="18"/>
                  </a:cubicBezTo>
                  <a:cubicBezTo>
                    <a:pt x="18" y="18"/>
                    <a:pt x="17" y="17"/>
                    <a:pt x="16" y="16"/>
                  </a:cubicBezTo>
                  <a:cubicBezTo>
                    <a:pt x="16" y="16"/>
                    <a:pt x="15" y="15"/>
                    <a:pt x="15" y="13"/>
                  </a:cubicBezTo>
                  <a:close/>
                  <a:moveTo>
                    <a:pt x="22" y="6"/>
                  </a:moveTo>
                  <a:cubicBezTo>
                    <a:pt x="22" y="4"/>
                    <a:pt x="22" y="4"/>
                    <a:pt x="22" y="3"/>
                  </a:cubicBezTo>
                  <a:cubicBezTo>
                    <a:pt x="21" y="2"/>
                    <a:pt x="21" y="2"/>
                    <a:pt x="20" y="2"/>
                  </a:cubicBezTo>
                  <a:cubicBezTo>
                    <a:pt x="19" y="2"/>
                    <a:pt x="19" y="3"/>
                    <a:pt x="18" y="3"/>
                  </a:cubicBezTo>
                  <a:cubicBezTo>
                    <a:pt x="18" y="4"/>
                    <a:pt x="18" y="4"/>
                    <a:pt x="18" y="6"/>
                  </a:cubicBezTo>
                  <a:cubicBezTo>
                    <a:pt x="18" y="7"/>
                    <a:pt x="18" y="8"/>
                    <a:pt x="18" y="8"/>
                  </a:cubicBezTo>
                  <a:cubicBezTo>
                    <a:pt x="19" y="8"/>
                    <a:pt x="20" y="9"/>
                    <a:pt x="20" y="9"/>
                  </a:cubicBezTo>
                  <a:cubicBezTo>
                    <a:pt x="21" y="9"/>
                    <a:pt x="21" y="8"/>
                    <a:pt x="22" y="8"/>
                  </a:cubicBezTo>
                  <a:cubicBezTo>
                    <a:pt x="22" y="8"/>
                    <a:pt x="22" y="7"/>
                    <a:pt x="22" y="6"/>
                  </a:cubicBezTo>
                  <a:close/>
                  <a:moveTo>
                    <a:pt x="30" y="13"/>
                  </a:moveTo>
                  <a:cubicBezTo>
                    <a:pt x="34" y="12"/>
                    <a:pt x="34" y="12"/>
                    <a:pt x="34" y="12"/>
                  </a:cubicBezTo>
                  <a:cubicBezTo>
                    <a:pt x="34" y="13"/>
                    <a:pt x="34" y="14"/>
                    <a:pt x="34" y="14"/>
                  </a:cubicBezTo>
                  <a:cubicBezTo>
                    <a:pt x="35" y="15"/>
                    <a:pt x="36" y="15"/>
                    <a:pt x="36" y="15"/>
                  </a:cubicBezTo>
                  <a:cubicBezTo>
                    <a:pt x="37" y="15"/>
                    <a:pt x="37" y="15"/>
                    <a:pt x="38" y="14"/>
                  </a:cubicBezTo>
                  <a:cubicBezTo>
                    <a:pt x="38" y="14"/>
                    <a:pt x="39" y="13"/>
                    <a:pt x="39" y="12"/>
                  </a:cubicBezTo>
                  <a:cubicBezTo>
                    <a:pt x="39" y="10"/>
                    <a:pt x="38" y="10"/>
                    <a:pt x="38" y="9"/>
                  </a:cubicBezTo>
                  <a:cubicBezTo>
                    <a:pt x="38" y="9"/>
                    <a:pt x="37" y="8"/>
                    <a:pt x="36" y="8"/>
                  </a:cubicBezTo>
                  <a:cubicBezTo>
                    <a:pt x="35" y="8"/>
                    <a:pt x="34" y="9"/>
                    <a:pt x="33" y="10"/>
                  </a:cubicBezTo>
                  <a:cubicBezTo>
                    <a:pt x="30" y="9"/>
                    <a:pt x="30" y="9"/>
                    <a:pt x="30" y="9"/>
                  </a:cubicBezTo>
                  <a:cubicBezTo>
                    <a:pt x="32" y="0"/>
                    <a:pt x="32" y="0"/>
                    <a:pt x="32" y="0"/>
                  </a:cubicBezTo>
                  <a:cubicBezTo>
                    <a:pt x="41" y="0"/>
                    <a:pt x="41" y="0"/>
                    <a:pt x="41" y="0"/>
                  </a:cubicBezTo>
                  <a:cubicBezTo>
                    <a:pt x="41" y="3"/>
                    <a:pt x="41" y="3"/>
                    <a:pt x="41" y="3"/>
                  </a:cubicBezTo>
                  <a:cubicBezTo>
                    <a:pt x="35" y="3"/>
                    <a:pt x="35" y="3"/>
                    <a:pt x="35" y="3"/>
                  </a:cubicBezTo>
                  <a:cubicBezTo>
                    <a:pt x="34" y="6"/>
                    <a:pt x="34" y="6"/>
                    <a:pt x="34" y="6"/>
                  </a:cubicBezTo>
                  <a:cubicBezTo>
                    <a:pt x="35" y="6"/>
                    <a:pt x="36" y="6"/>
                    <a:pt x="37" y="6"/>
                  </a:cubicBezTo>
                  <a:cubicBezTo>
                    <a:pt x="38" y="6"/>
                    <a:pt x="40" y="6"/>
                    <a:pt x="41" y="8"/>
                  </a:cubicBezTo>
                  <a:cubicBezTo>
                    <a:pt x="42" y="9"/>
                    <a:pt x="42" y="10"/>
                    <a:pt x="42" y="12"/>
                  </a:cubicBezTo>
                  <a:cubicBezTo>
                    <a:pt x="42" y="14"/>
                    <a:pt x="42" y="15"/>
                    <a:pt x="41" y="16"/>
                  </a:cubicBezTo>
                  <a:cubicBezTo>
                    <a:pt x="40" y="18"/>
                    <a:pt x="38" y="18"/>
                    <a:pt x="36" y="18"/>
                  </a:cubicBezTo>
                  <a:cubicBezTo>
                    <a:pt x="35" y="18"/>
                    <a:pt x="33" y="18"/>
                    <a:pt x="32" y="17"/>
                  </a:cubicBezTo>
                  <a:cubicBezTo>
                    <a:pt x="31" y="16"/>
                    <a:pt x="30" y="14"/>
                    <a:pt x="30" y="13"/>
                  </a:cubicBezTo>
                  <a:close/>
                  <a:moveTo>
                    <a:pt x="48" y="8"/>
                  </a:moveTo>
                  <a:cubicBezTo>
                    <a:pt x="47" y="7"/>
                    <a:pt x="46" y="7"/>
                    <a:pt x="46" y="6"/>
                  </a:cubicBezTo>
                  <a:cubicBezTo>
                    <a:pt x="46" y="5"/>
                    <a:pt x="45" y="5"/>
                    <a:pt x="45" y="4"/>
                  </a:cubicBezTo>
                  <a:cubicBezTo>
                    <a:pt x="45" y="3"/>
                    <a:pt x="46" y="2"/>
                    <a:pt x="46" y="1"/>
                  </a:cubicBezTo>
                  <a:cubicBezTo>
                    <a:pt x="47" y="0"/>
                    <a:pt x="49" y="0"/>
                    <a:pt x="50" y="0"/>
                  </a:cubicBezTo>
                  <a:cubicBezTo>
                    <a:pt x="52" y="0"/>
                    <a:pt x="54" y="0"/>
                    <a:pt x="54" y="1"/>
                  </a:cubicBezTo>
                  <a:cubicBezTo>
                    <a:pt x="55" y="2"/>
                    <a:pt x="56" y="3"/>
                    <a:pt x="56" y="4"/>
                  </a:cubicBezTo>
                  <a:cubicBezTo>
                    <a:pt x="56" y="5"/>
                    <a:pt x="56" y="6"/>
                    <a:pt x="55" y="6"/>
                  </a:cubicBezTo>
                  <a:cubicBezTo>
                    <a:pt x="55" y="7"/>
                    <a:pt x="54" y="8"/>
                    <a:pt x="53" y="8"/>
                  </a:cubicBezTo>
                  <a:cubicBezTo>
                    <a:pt x="54" y="8"/>
                    <a:pt x="55" y="9"/>
                    <a:pt x="56" y="10"/>
                  </a:cubicBezTo>
                  <a:cubicBezTo>
                    <a:pt x="56" y="10"/>
                    <a:pt x="56" y="11"/>
                    <a:pt x="56" y="12"/>
                  </a:cubicBezTo>
                  <a:cubicBezTo>
                    <a:pt x="56" y="14"/>
                    <a:pt x="56" y="15"/>
                    <a:pt x="55" y="16"/>
                  </a:cubicBezTo>
                  <a:cubicBezTo>
                    <a:pt x="54" y="18"/>
                    <a:pt x="52" y="18"/>
                    <a:pt x="50" y="18"/>
                  </a:cubicBezTo>
                  <a:cubicBezTo>
                    <a:pt x="49" y="18"/>
                    <a:pt x="48" y="18"/>
                    <a:pt x="46" y="17"/>
                  </a:cubicBezTo>
                  <a:cubicBezTo>
                    <a:pt x="45" y="16"/>
                    <a:pt x="44" y="14"/>
                    <a:pt x="44" y="13"/>
                  </a:cubicBezTo>
                  <a:cubicBezTo>
                    <a:pt x="44" y="12"/>
                    <a:pt x="45" y="11"/>
                    <a:pt x="45" y="10"/>
                  </a:cubicBezTo>
                  <a:cubicBezTo>
                    <a:pt x="46" y="9"/>
                    <a:pt x="47" y="8"/>
                    <a:pt x="48" y="8"/>
                  </a:cubicBezTo>
                  <a:close/>
                  <a:moveTo>
                    <a:pt x="49" y="4"/>
                  </a:moveTo>
                  <a:cubicBezTo>
                    <a:pt x="49" y="5"/>
                    <a:pt x="49" y="6"/>
                    <a:pt x="49" y="6"/>
                  </a:cubicBezTo>
                  <a:cubicBezTo>
                    <a:pt x="50" y="6"/>
                    <a:pt x="50" y="6"/>
                    <a:pt x="51" y="6"/>
                  </a:cubicBezTo>
                  <a:cubicBezTo>
                    <a:pt x="52" y="6"/>
                    <a:pt x="52" y="6"/>
                    <a:pt x="52" y="6"/>
                  </a:cubicBezTo>
                  <a:cubicBezTo>
                    <a:pt x="53" y="6"/>
                    <a:pt x="53" y="5"/>
                    <a:pt x="53" y="4"/>
                  </a:cubicBezTo>
                  <a:cubicBezTo>
                    <a:pt x="53" y="4"/>
                    <a:pt x="53" y="3"/>
                    <a:pt x="52" y="3"/>
                  </a:cubicBezTo>
                  <a:cubicBezTo>
                    <a:pt x="52" y="2"/>
                    <a:pt x="52" y="2"/>
                    <a:pt x="51" y="2"/>
                  </a:cubicBezTo>
                  <a:cubicBezTo>
                    <a:pt x="50" y="2"/>
                    <a:pt x="50" y="2"/>
                    <a:pt x="49" y="3"/>
                  </a:cubicBezTo>
                  <a:cubicBezTo>
                    <a:pt x="49" y="3"/>
                    <a:pt x="49" y="4"/>
                    <a:pt x="49" y="4"/>
                  </a:cubicBezTo>
                  <a:close/>
                  <a:moveTo>
                    <a:pt x="48" y="12"/>
                  </a:moveTo>
                  <a:cubicBezTo>
                    <a:pt x="48" y="13"/>
                    <a:pt x="49" y="14"/>
                    <a:pt x="49" y="14"/>
                  </a:cubicBezTo>
                  <a:cubicBezTo>
                    <a:pt x="50" y="15"/>
                    <a:pt x="50" y="15"/>
                    <a:pt x="51" y="15"/>
                  </a:cubicBezTo>
                  <a:cubicBezTo>
                    <a:pt x="52" y="15"/>
                    <a:pt x="52" y="15"/>
                    <a:pt x="53" y="14"/>
                  </a:cubicBezTo>
                  <a:cubicBezTo>
                    <a:pt x="53" y="14"/>
                    <a:pt x="54" y="13"/>
                    <a:pt x="54" y="12"/>
                  </a:cubicBezTo>
                  <a:cubicBezTo>
                    <a:pt x="54" y="11"/>
                    <a:pt x="53" y="10"/>
                    <a:pt x="53" y="10"/>
                  </a:cubicBezTo>
                  <a:cubicBezTo>
                    <a:pt x="52" y="10"/>
                    <a:pt x="52" y="9"/>
                    <a:pt x="51" y="9"/>
                  </a:cubicBezTo>
                  <a:cubicBezTo>
                    <a:pt x="50" y="9"/>
                    <a:pt x="50" y="10"/>
                    <a:pt x="49" y="10"/>
                  </a:cubicBezTo>
                  <a:cubicBezTo>
                    <a:pt x="49" y="11"/>
                    <a:pt x="48" y="11"/>
                    <a:pt x="48"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4" name="Freeform 39"/>
            <p:cNvSpPr>
              <a:spLocks noEditPoints="1"/>
            </p:cNvSpPr>
            <p:nvPr/>
          </p:nvSpPr>
          <p:spPr bwMode="auto">
            <a:xfrm>
              <a:off x="8729725" y="4570716"/>
              <a:ext cx="474663" cy="477838"/>
            </a:xfrm>
            <a:custGeom>
              <a:avLst/>
              <a:gdLst>
                <a:gd name="T0" fmla="*/ 159 w 318"/>
                <a:gd name="T1" fmla="*/ 0 h 318"/>
                <a:gd name="T2" fmla="*/ 0 w 318"/>
                <a:gd name="T3" fmla="*/ 159 h 318"/>
                <a:gd name="T4" fmla="*/ 159 w 318"/>
                <a:gd name="T5" fmla="*/ 318 h 318"/>
                <a:gd name="T6" fmla="*/ 318 w 318"/>
                <a:gd name="T7" fmla="*/ 159 h 318"/>
                <a:gd name="T8" fmla="*/ 159 w 318"/>
                <a:gd name="T9" fmla="*/ 0 h 318"/>
                <a:gd name="T10" fmla="*/ 159 w 318"/>
                <a:gd name="T11" fmla="*/ 312 h 318"/>
                <a:gd name="T12" fmla="*/ 6 w 318"/>
                <a:gd name="T13" fmla="*/ 159 h 318"/>
                <a:gd name="T14" fmla="*/ 159 w 318"/>
                <a:gd name="T15" fmla="*/ 6 h 318"/>
                <a:gd name="T16" fmla="*/ 312 w 318"/>
                <a:gd name="T17" fmla="*/ 160 h 318"/>
                <a:gd name="T18" fmla="*/ 159 w 318"/>
                <a:gd name="T19" fmla="*/ 31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18" h="318">
                  <a:moveTo>
                    <a:pt x="159" y="0"/>
                  </a:moveTo>
                  <a:cubicBezTo>
                    <a:pt x="71" y="0"/>
                    <a:pt x="0" y="72"/>
                    <a:pt x="0" y="159"/>
                  </a:cubicBezTo>
                  <a:cubicBezTo>
                    <a:pt x="0" y="247"/>
                    <a:pt x="71" y="318"/>
                    <a:pt x="159" y="318"/>
                  </a:cubicBezTo>
                  <a:cubicBezTo>
                    <a:pt x="246" y="318"/>
                    <a:pt x="318" y="247"/>
                    <a:pt x="318" y="159"/>
                  </a:cubicBezTo>
                  <a:cubicBezTo>
                    <a:pt x="317" y="72"/>
                    <a:pt x="246" y="0"/>
                    <a:pt x="159" y="0"/>
                  </a:cubicBezTo>
                  <a:close/>
                  <a:moveTo>
                    <a:pt x="159" y="312"/>
                  </a:moveTo>
                  <a:cubicBezTo>
                    <a:pt x="74" y="312"/>
                    <a:pt x="6" y="244"/>
                    <a:pt x="6" y="159"/>
                  </a:cubicBezTo>
                  <a:cubicBezTo>
                    <a:pt x="6" y="75"/>
                    <a:pt x="74" y="6"/>
                    <a:pt x="159" y="6"/>
                  </a:cubicBezTo>
                  <a:cubicBezTo>
                    <a:pt x="243" y="6"/>
                    <a:pt x="312" y="75"/>
                    <a:pt x="312" y="160"/>
                  </a:cubicBezTo>
                  <a:cubicBezTo>
                    <a:pt x="312" y="244"/>
                    <a:pt x="243" y="312"/>
                    <a:pt x="159" y="3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5" name="Freeform 40"/>
            <p:cNvSpPr>
              <a:spLocks noEditPoints="1"/>
            </p:cNvSpPr>
            <p:nvPr/>
          </p:nvSpPr>
          <p:spPr bwMode="auto">
            <a:xfrm>
              <a:off x="8763063" y="4810429"/>
              <a:ext cx="407988" cy="204788"/>
            </a:xfrm>
            <a:custGeom>
              <a:avLst/>
              <a:gdLst>
                <a:gd name="T0" fmla="*/ 258 w 274"/>
                <a:gd name="T1" fmla="*/ 63 h 137"/>
                <a:gd name="T2" fmla="*/ 1 w 274"/>
                <a:gd name="T3" fmla="*/ 12 h 137"/>
                <a:gd name="T4" fmla="*/ 14 w 274"/>
                <a:gd name="T5" fmla="*/ 9 h 137"/>
                <a:gd name="T6" fmla="*/ 1 w 274"/>
                <a:gd name="T7" fmla="*/ 17 h 137"/>
                <a:gd name="T8" fmla="*/ 16 w 274"/>
                <a:gd name="T9" fmla="*/ 29 h 137"/>
                <a:gd name="T10" fmla="*/ 11 w 274"/>
                <a:gd name="T11" fmla="*/ 27 h 137"/>
                <a:gd name="T12" fmla="*/ 14 w 274"/>
                <a:gd name="T13" fmla="*/ 36 h 137"/>
                <a:gd name="T14" fmla="*/ 18 w 274"/>
                <a:gd name="T15" fmla="*/ 47 h 137"/>
                <a:gd name="T16" fmla="*/ 21 w 274"/>
                <a:gd name="T17" fmla="*/ 57 h 137"/>
                <a:gd name="T18" fmla="*/ 21 w 274"/>
                <a:gd name="T19" fmla="*/ 55 h 137"/>
                <a:gd name="T20" fmla="*/ 19 w 274"/>
                <a:gd name="T21" fmla="*/ 66 h 137"/>
                <a:gd name="T22" fmla="*/ 22 w 274"/>
                <a:gd name="T23" fmla="*/ 62 h 137"/>
                <a:gd name="T24" fmla="*/ 22 w 274"/>
                <a:gd name="T25" fmla="*/ 71 h 137"/>
                <a:gd name="T26" fmla="*/ 30 w 274"/>
                <a:gd name="T27" fmla="*/ 71 h 137"/>
                <a:gd name="T28" fmla="*/ 30 w 274"/>
                <a:gd name="T29" fmla="*/ 86 h 137"/>
                <a:gd name="T30" fmla="*/ 36 w 274"/>
                <a:gd name="T31" fmla="*/ 79 h 137"/>
                <a:gd name="T32" fmla="*/ 47 w 274"/>
                <a:gd name="T33" fmla="*/ 90 h 137"/>
                <a:gd name="T34" fmla="*/ 58 w 274"/>
                <a:gd name="T35" fmla="*/ 96 h 137"/>
                <a:gd name="T36" fmla="*/ 51 w 274"/>
                <a:gd name="T37" fmla="*/ 95 h 137"/>
                <a:gd name="T38" fmla="*/ 58 w 274"/>
                <a:gd name="T39" fmla="*/ 105 h 137"/>
                <a:gd name="T40" fmla="*/ 67 w 274"/>
                <a:gd name="T41" fmla="*/ 106 h 137"/>
                <a:gd name="T42" fmla="*/ 76 w 274"/>
                <a:gd name="T43" fmla="*/ 112 h 137"/>
                <a:gd name="T44" fmla="*/ 82 w 274"/>
                <a:gd name="T45" fmla="*/ 111 h 137"/>
                <a:gd name="T46" fmla="*/ 78 w 274"/>
                <a:gd name="T47" fmla="*/ 113 h 137"/>
                <a:gd name="T48" fmla="*/ 83 w 274"/>
                <a:gd name="T49" fmla="*/ 123 h 137"/>
                <a:gd name="T50" fmla="*/ 97 w 274"/>
                <a:gd name="T51" fmla="*/ 121 h 137"/>
                <a:gd name="T52" fmla="*/ 100 w 274"/>
                <a:gd name="T53" fmla="*/ 125 h 137"/>
                <a:gd name="T54" fmla="*/ 108 w 274"/>
                <a:gd name="T55" fmla="*/ 126 h 137"/>
                <a:gd name="T56" fmla="*/ 113 w 274"/>
                <a:gd name="T57" fmla="*/ 126 h 137"/>
                <a:gd name="T58" fmla="*/ 132 w 274"/>
                <a:gd name="T59" fmla="*/ 136 h 137"/>
                <a:gd name="T60" fmla="*/ 126 w 274"/>
                <a:gd name="T61" fmla="*/ 130 h 137"/>
                <a:gd name="T62" fmla="*/ 128 w 274"/>
                <a:gd name="T63" fmla="*/ 135 h 137"/>
                <a:gd name="T64" fmla="*/ 135 w 274"/>
                <a:gd name="T65" fmla="*/ 135 h 137"/>
                <a:gd name="T66" fmla="*/ 149 w 274"/>
                <a:gd name="T67" fmla="*/ 136 h 137"/>
                <a:gd name="T68" fmla="*/ 152 w 274"/>
                <a:gd name="T69" fmla="*/ 133 h 137"/>
                <a:gd name="T70" fmla="*/ 167 w 274"/>
                <a:gd name="T71" fmla="*/ 131 h 137"/>
                <a:gd name="T72" fmla="*/ 180 w 274"/>
                <a:gd name="T73" fmla="*/ 128 h 137"/>
                <a:gd name="T74" fmla="*/ 175 w 274"/>
                <a:gd name="T75" fmla="*/ 122 h 137"/>
                <a:gd name="T76" fmla="*/ 187 w 274"/>
                <a:gd name="T77" fmla="*/ 119 h 137"/>
                <a:gd name="T78" fmla="*/ 192 w 274"/>
                <a:gd name="T79" fmla="*/ 117 h 137"/>
                <a:gd name="T80" fmla="*/ 199 w 274"/>
                <a:gd name="T81" fmla="*/ 119 h 137"/>
                <a:gd name="T82" fmla="*/ 203 w 274"/>
                <a:gd name="T83" fmla="*/ 119 h 137"/>
                <a:gd name="T84" fmla="*/ 217 w 274"/>
                <a:gd name="T85" fmla="*/ 111 h 137"/>
                <a:gd name="T86" fmla="*/ 217 w 274"/>
                <a:gd name="T87" fmla="*/ 106 h 137"/>
                <a:gd name="T88" fmla="*/ 232 w 274"/>
                <a:gd name="T89" fmla="*/ 96 h 137"/>
                <a:gd name="T90" fmla="*/ 231 w 274"/>
                <a:gd name="T91" fmla="*/ 97 h 137"/>
                <a:gd name="T92" fmla="*/ 238 w 274"/>
                <a:gd name="T93" fmla="*/ 95 h 137"/>
                <a:gd name="T94" fmla="*/ 234 w 274"/>
                <a:gd name="T95" fmla="*/ 85 h 137"/>
                <a:gd name="T96" fmla="*/ 242 w 274"/>
                <a:gd name="T97" fmla="*/ 73 h 137"/>
                <a:gd name="T98" fmla="*/ 238 w 274"/>
                <a:gd name="T99" fmla="*/ 77 h 137"/>
                <a:gd name="T100" fmla="*/ 252 w 274"/>
                <a:gd name="T101" fmla="*/ 71 h 137"/>
                <a:gd name="T102" fmla="*/ 266 w 274"/>
                <a:gd name="T103" fmla="*/ 40 h 137"/>
                <a:gd name="T104" fmla="*/ 258 w 274"/>
                <a:gd name="T105" fmla="*/ 48 h 137"/>
                <a:gd name="T106" fmla="*/ 268 w 274"/>
                <a:gd name="T107" fmla="*/ 35 h 137"/>
                <a:gd name="T108" fmla="*/ 259 w 274"/>
                <a:gd name="T109" fmla="*/ 22 h 137"/>
                <a:gd name="T110" fmla="*/ 262 w 274"/>
                <a:gd name="T111" fmla="*/ 27 h 137"/>
                <a:gd name="T112" fmla="*/ 273 w 274"/>
                <a:gd name="T113" fmla="*/ 17 h 137"/>
                <a:gd name="T114" fmla="*/ 273 w 274"/>
                <a:gd name="T115" fmla="*/ 12 h 137"/>
                <a:gd name="T116" fmla="*/ 266 w 274"/>
                <a:gd name="T117" fmla="*/ 7 h 137"/>
                <a:gd name="T118" fmla="*/ 269 w 274"/>
                <a:gd name="T119" fmla="*/ 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74" h="137">
                  <a:moveTo>
                    <a:pt x="250" y="51"/>
                  </a:moveTo>
                  <a:cubicBezTo>
                    <a:pt x="250" y="51"/>
                    <a:pt x="250" y="51"/>
                    <a:pt x="250" y="51"/>
                  </a:cubicBezTo>
                  <a:cubicBezTo>
                    <a:pt x="250" y="52"/>
                    <a:pt x="250" y="52"/>
                    <a:pt x="250" y="52"/>
                  </a:cubicBezTo>
                  <a:cubicBezTo>
                    <a:pt x="250" y="53"/>
                    <a:pt x="250" y="53"/>
                    <a:pt x="249" y="53"/>
                  </a:cubicBezTo>
                  <a:cubicBezTo>
                    <a:pt x="249" y="53"/>
                    <a:pt x="248" y="53"/>
                    <a:pt x="248" y="53"/>
                  </a:cubicBezTo>
                  <a:cubicBezTo>
                    <a:pt x="248" y="53"/>
                    <a:pt x="248" y="53"/>
                    <a:pt x="248" y="53"/>
                  </a:cubicBezTo>
                  <a:cubicBezTo>
                    <a:pt x="248" y="54"/>
                    <a:pt x="248" y="54"/>
                    <a:pt x="249" y="55"/>
                  </a:cubicBezTo>
                  <a:cubicBezTo>
                    <a:pt x="251" y="56"/>
                    <a:pt x="251" y="56"/>
                    <a:pt x="251" y="56"/>
                  </a:cubicBezTo>
                  <a:cubicBezTo>
                    <a:pt x="252" y="53"/>
                    <a:pt x="252" y="53"/>
                    <a:pt x="252" y="53"/>
                  </a:cubicBezTo>
                  <a:cubicBezTo>
                    <a:pt x="253" y="54"/>
                    <a:pt x="253" y="54"/>
                    <a:pt x="253" y="54"/>
                  </a:cubicBezTo>
                  <a:cubicBezTo>
                    <a:pt x="252" y="56"/>
                    <a:pt x="252" y="56"/>
                    <a:pt x="252" y="56"/>
                  </a:cubicBezTo>
                  <a:cubicBezTo>
                    <a:pt x="258" y="59"/>
                    <a:pt x="258" y="59"/>
                    <a:pt x="258" y="59"/>
                  </a:cubicBezTo>
                  <a:cubicBezTo>
                    <a:pt x="258" y="60"/>
                    <a:pt x="259" y="59"/>
                    <a:pt x="260" y="58"/>
                  </a:cubicBezTo>
                  <a:cubicBezTo>
                    <a:pt x="260" y="58"/>
                    <a:pt x="260" y="58"/>
                    <a:pt x="260" y="58"/>
                  </a:cubicBezTo>
                  <a:cubicBezTo>
                    <a:pt x="258" y="63"/>
                    <a:pt x="258" y="63"/>
                    <a:pt x="258" y="63"/>
                  </a:cubicBezTo>
                  <a:cubicBezTo>
                    <a:pt x="257" y="63"/>
                    <a:pt x="257" y="63"/>
                    <a:pt x="257" y="63"/>
                  </a:cubicBezTo>
                  <a:cubicBezTo>
                    <a:pt x="258" y="62"/>
                    <a:pt x="258" y="62"/>
                    <a:pt x="257" y="61"/>
                  </a:cubicBezTo>
                  <a:cubicBezTo>
                    <a:pt x="251" y="58"/>
                    <a:pt x="251" y="58"/>
                    <a:pt x="251" y="58"/>
                  </a:cubicBezTo>
                  <a:cubicBezTo>
                    <a:pt x="250" y="60"/>
                    <a:pt x="250" y="60"/>
                    <a:pt x="250" y="60"/>
                  </a:cubicBezTo>
                  <a:cubicBezTo>
                    <a:pt x="250" y="59"/>
                    <a:pt x="250" y="59"/>
                    <a:pt x="250" y="59"/>
                  </a:cubicBezTo>
                  <a:cubicBezTo>
                    <a:pt x="250" y="58"/>
                    <a:pt x="250" y="58"/>
                    <a:pt x="250" y="58"/>
                  </a:cubicBezTo>
                  <a:cubicBezTo>
                    <a:pt x="250" y="57"/>
                    <a:pt x="250" y="57"/>
                    <a:pt x="250" y="57"/>
                  </a:cubicBezTo>
                  <a:cubicBezTo>
                    <a:pt x="249" y="57"/>
                    <a:pt x="248" y="56"/>
                    <a:pt x="248" y="55"/>
                  </a:cubicBezTo>
                  <a:cubicBezTo>
                    <a:pt x="247" y="54"/>
                    <a:pt x="247" y="53"/>
                    <a:pt x="248" y="52"/>
                  </a:cubicBezTo>
                  <a:cubicBezTo>
                    <a:pt x="248" y="52"/>
                    <a:pt x="249" y="51"/>
                    <a:pt x="250" y="51"/>
                  </a:cubicBezTo>
                  <a:cubicBezTo>
                    <a:pt x="250" y="51"/>
                    <a:pt x="250" y="51"/>
                    <a:pt x="250" y="51"/>
                  </a:cubicBezTo>
                  <a:close/>
                  <a:moveTo>
                    <a:pt x="14" y="15"/>
                  </a:moveTo>
                  <a:cubicBezTo>
                    <a:pt x="14" y="14"/>
                    <a:pt x="14" y="13"/>
                    <a:pt x="12" y="13"/>
                  </a:cubicBezTo>
                  <a:cubicBezTo>
                    <a:pt x="5" y="13"/>
                    <a:pt x="5" y="13"/>
                    <a:pt x="5" y="13"/>
                  </a:cubicBezTo>
                  <a:cubicBezTo>
                    <a:pt x="4" y="13"/>
                    <a:pt x="2" y="13"/>
                    <a:pt x="1" y="12"/>
                  </a:cubicBezTo>
                  <a:cubicBezTo>
                    <a:pt x="0" y="11"/>
                    <a:pt x="0" y="10"/>
                    <a:pt x="0" y="8"/>
                  </a:cubicBezTo>
                  <a:cubicBezTo>
                    <a:pt x="0" y="7"/>
                    <a:pt x="0" y="5"/>
                    <a:pt x="1" y="5"/>
                  </a:cubicBezTo>
                  <a:cubicBezTo>
                    <a:pt x="2" y="3"/>
                    <a:pt x="3" y="3"/>
                    <a:pt x="5" y="3"/>
                  </a:cubicBezTo>
                  <a:cubicBezTo>
                    <a:pt x="12" y="2"/>
                    <a:pt x="12" y="2"/>
                    <a:pt x="12" y="2"/>
                  </a:cubicBezTo>
                  <a:cubicBezTo>
                    <a:pt x="13" y="2"/>
                    <a:pt x="13" y="1"/>
                    <a:pt x="13" y="0"/>
                  </a:cubicBezTo>
                  <a:cubicBezTo>
                    <a:pt x="14" y="0"/>
                    <a:pt x="14" y="0"/>
                    <a:pt x="14" y="0"/>
                  </a:cubicBezTo>
                  <a:cubicBezTo>
                    <a:pt x="14" y="6"/>
                    <a:pt x="14" y="6"/>
                    <a:pt x="14" y="6"/>
                  </a:cubicBezTo>
                  <a:cubicBezTo>
                    <a:pt x="14" y="6"/>
                    <a:pt x="14" y="6"/>
                    <a:pt x="14" y="6"/>
                  </a:cubicBezTo>
                  <a:cubicBezTo>
                    <a:pt x="14" y="5"/>
                    <a:pt x="13" y="4"/>
                    <a:pt x="12" y="4"/>
                  </a:cubicBezTo>
                  <a:cubicBezTo>
                    <a:pt x="5" y="5"/>
                    <a:pt x="5" y="5"/>
                    <a:pt x="5" y="5"/>
                  </a:cubicBezTo>
                  <a:cubicBezTo>
                    <a:pt x="4" y="5"/>
                    <a:pt x="3" y="5"/>
                    <a:pt x="2" y="5"/>
                  </a:cubicBezTo>
                  <a:cubicBezTo>
                    <a:pt x="1" y="6"/>
                    <a:pt x="1" y="7"/>
                    <a:pt x="1" y="8"/>
                  </a:cubicBezTo>
                  <a:cubicBezTo>
                    <a:pt x="1" y="11"/>
                    <a:pt x="3" y="12"/>
                    <a:pt x="6" y="12"/>
                  </a:cubicBezTo>
                  <a:cubicBezTo>
                    <a:pt x="13" y="11"/>
                    <a:pt x="13" y="11"/>
                    <a:pt x="13" y="11"/>
                  </a:cubicBezTo>
                  <a:cubicBezTo>
                    <a:pt x="14" y="11"/>
                    <a:pt x="14" y="11"/>
                    <a:pt x="14" y="9"/>
                  </a:cubicBezTo>
                  <a:cubicBezTo>
                    <a:pt x="14" y="9"/>
                    <a:pt x="14" y="9"/>
                    <a:pt x="14" y="9"/>
                  </a:cubicBezTo>
                  <a:cubicBezTo>
                    <a:pt x="14" y="15"/>
                    <a:pt x="14" y="15"/>
                    <a:pt x="14" y="15"/>
                  </a:cubicBezTo>
                  <a:cubicBezTo>
                    <a:pt x="14" y="15"/>
                    <a:pt x="14" y="15"/>
                    <a:pt x="14" y="15"/>
                  </a:cubicBezTo>
                  <a:close/>
                  <a:moveTo>
                    <a:pt x="3" y="27"/>
                  </a:moveTo>
                  <a:cubicBezTo>
                    <a:pt x="2" y="23"/>
                    <a:pt x="2" y="23"/>
                    <a:pt x="2" y="23"/>
                  </a:cubicBezTo>
                  <a:cubicBezTo>
                    <a:pt x="2" y="23"/>
                    <a:pt x="2" y="23"/>
                    <a:pt x="2" y="23"/>
                  </a:cubicBezTo>
                  <a:cubicBezTo>
                    <a:pt x="2" y="23"/>
                    <a:pt x="3" y="24"/>
                    <a:pt x="4" y="24"/>
                  </a:cubicBezTo>
                  <a:cubicBezTo>
                    <a:pt x="9" y="23"/>
                    <a:pt x="9" y="23"/>
                    <a:pt x="9" y="23"/>
                  </a:cubicBezTo>
                  <a:cubicBezTo>
                    <a:pt x="10" y="23"/>
                    <a:pt x="10" y="23"/>
                    <a:pt x="10" y="22"/>
                  </a:cubicBezTo>
                  <a:cubicBezTo>
                    <a:pt x="11" y="22"/>
                    <a:pt x="11" y="21"/>
                    <a:pt x="10" y="21"/>
                  </a:cubicBezTo>
                  <a:cubicBezTo>
                    <a:pt x="10" y="20"/>
                    <a:pt x="10" y="19"/>
                    <a:pt x="9" y="19"/>
                  </a:cubicBezTo>
                  <a:cubicBezTo>
                    <a:pt x="3" y="20"/>
                    <a:pt x="3" y="20"/>
                    <a:pt x="3" y="20"/>
                  </a:cubicBezTo>
                  <a:cubicBezTo>
                    <a:pt x="2" y="20"/>
                    <a:pt x="2" y="21"/>
                    <a:pt x="2" y="21"/>
                  </a:cubicBezTo>
                  <a:cubicBezTo>
                    <a:pt x="2" y="21"/>
                    <a:pt x="2" y="21"/>
                    <a:pt x="2" y="21"/>
                  </a:cubicBezTo>
                  <a:cubicBezTo>
                    <a:pt x="1" y="17"/>
                    <a:pt x="1" y="17"/>
                    <a:pt x="1" y="17"/>
                  </a:cubicBezTo>
                  <a:cubicBezTo>
                    <a:pt x="1" y="17"/>
                    <a:pt x="1" y="17"/>
                    <a:pt x="1" y="17"/>
                  </a:cubicBezTo>
                  <a:cubicBezTo>
                    <a:pt x="1" y="18"/>
                    <a:pt x="2" y="18"/>
                    <a:pt x="3" y="18"/>
                  </a:cubicBezTo>
                  <a:cubicBezTo>
                    <a:pt x="8" y="17"/>
                    <a:pt x="8" y="17"/>
                    <a:pt x="8" y="17"/>
                  </a:cubicBezTo>
                  <a:cubicBezTo>
                    <a:pt x="9" y="17"/>
                    <a:pt x="9" y="17"/>
                    <a:pt x="9" y="17"/>
                  </a:cubicBezTo>
                  <a:cubicBezTo>
                    <a:pt x="9" y="17"/>
                    <a:pt x="9" y="17"/>
                    <a:pt x="9" y="16"/>
                  </a:cubicBezTo>
                  <a:cubicBezTo>
                    <a:pt x="10" y="16"/>
                    <a:pt x="10" y="16"/>
                    <a:pt x="10" y="16"/>
                  </a:cubicBezTo>
                  <a:cubicBezTo>
                    <a:pt x="11" y="19"/>
                    <a:pt x="11" y="19"/>
                    <a:pt x="11" y="19"/>
                  </a:cubicBezTo>
                  <a:cubicBezTo>
                    <a:pt x="10" y="19"/>
                    <a:pt x="10" y="19"/>
                    <a:pt x="10" y="19"/>
                  </a:cubicBezTo>
                  <a:cubicBezTo>
                    <a:pt x="11" y="20"/>
                    <a:pt x="12" y="21"/>
                    <a:pt x="12" y="22"/>
                  </a:cubicBezTo>
                  <a:cubicBezTo>
                    <a:pt x="12" y="23"/>
                    <a:pt x="11" y="24"/>
                    <a:pt x="9" y="25"/>
                  </a:cubicBezTo>
                  <a:cubicBezTo>
                    <a:pt x="4" y="25"/>
                    <a:pt x="4" y="25"/>
                    <a:pt x="4" y="25"/>
                  </a:cubicBezTo>
                  <a:cubicBezTo>
                    <a:pt x="3" y="26"/>
                    <a:pt x="3" y="26"/>
                    <a:pt x="3" y="27"/>
                  </a:cubicBezTo>
                  <a:cubicBezTo>
                    <a:pt x="3" y="27"/>
                    <a:pt x="3" y="27"/>
                    <a:pt x="3" y="27"/>
                  </a:cubicBezTo>
                  <a:close/>
                  <a:moveTo>
                    <a:pt x="16" y="29"/>
                  </a:moveTo>
                  <a:cubicBezTo>
                    <a:pt x="16" y="29"/>
                    <a:pt x="16" y="29"/>
                    <a:pt x="16" y="29"/>
                  </a:cubicBezTo>
                  <a:cubicBezTo>
                    <a:pt x="15" y="29"/>
                    <a:pt x="15" y="29"/>
                    <a:pt x="15" y="29"/>
                  </a:cubicBezTo>
                  <a:cubicBezTo>
                    <a:pt x="15" y="28"/>
                    <a:pt x="15" y="28"/>
                    <a:pt x="15" y="28"/>
                  </a:cubicBezTo>
                  <a:cubicBezTo>
                    <a:pt x="15" y="27"/>
                    <a:pt x="16" y="27"/>
                    <a:pt x="16" y="27"/>
                  </a:cubicBezTo>
                  <a:cubicBezTo>
                    <a:pt x="16" y="27"/>
                    <a:pt x="16" y="27"/>
                    <a:pt x="17" y="27"/>
                  </a:cubicBezTo>
                  <a:cubicBezTo>
                    <a:pt x="17" y="27"/>
                    <a:pt x="17" y="28"/>
                    <a:pt x="17" y="28"/>
                  </a:cubicBezTo>
                  <a:cubicBezTo>
                    <a:pt x="17" y="29"/>
                    <a:pt x="17" y="29"/>
                    <a:pt x="17" y="29"/>
                  </a:cubicBezTo>
                  <a:cubicBezTo>
                    <a:pt x="17" y="29"/>
                    <a:pt x="17" y="29"/>
                    <a:pt x="16" y="29"/>
                  </a:cubicBezTo>
                  <a:close/>
                  <a:moveTo>
                    <a:pt x="4" y="33"/>
                  </a:moveTo>
                  <a:cubicBezTo>
                    <a:pt x="3" y="29"/>
                    <a:pt x="3" y="29"/>
                    <a:pt x="3" y="29"/>
                  </a:cubicBezTo>
                  <a:cubicBezTo>
                    <a:pt x="4" y="29"/>
                    <a:pt x="4" y="29"/>
                    <a:pt x="4" y="29"/>
                  </a:cubicBezTo>
                  <a:cubicBezTo>
                    <a:pt x="4" y="30"/>
                    <a:pt x="4" y="30"/>
                    <a:pt x="5" y="30"/>
                  </a:cubicBezTo>
                  <a:cubicBezTo>
                    <a:pt x="10" y="29"/>
                    <a:pt x="10" y="29"/>
                    <a:pt x="10" y="29"/>
                  </a:cubicBezTo>
                  <a:cubicBezTo>
                    <a:pt x="11" y="29"/>
                    <a:pt x="11" y="28"/>
                    <a:pt x="11" y="28"/>
                  </a:cubicBezTo>
                  <a:cubicBezTo>
                    <a:pt x="11" y="27"/>
                    <a:pt x="11" y="27"/>
                    <a:pt x="11" y="27"/>
                  </a:cubicBezTo>
                  <a:cubicBezTo>
                    <a:pt x="11" y="27"/>
                    <a:pt x="11" y="27"/>
                    <a:pt x="11" y="27"/>
                  </a:cubicBezTo>
                  <a:cubicBezTo>
                    <a:pt x="13" y="30"/>
                    <a:pt x="13" y="30"/>
                    <a:pt x="13" y="30"/>
                  </a:cubicBezTo>
                  <a:cubicBezTo>
                    <a:pt x="5" y="32"/>
                    <a:pt x="5" y="32"/>
                    <a:pt x="5" y="32"/>
                  </a:cubicBezTo>
                  <a:cubicBezTo>
                    <a:pt x="5" y="32"/>
                    <a:pt x="4" y="33"/>
                    <a:pt x="4" y="33"/>
                  </a:cubicBezTo>
                  <a:cubicBezTo>
                    <a:pt x="4" y="33"/>
                    <a:pt x="4" y="33"/>
                    <a:pt x="4" y="33"/>
                  </a:cubicBezTo>
                  <a:close/>
                  <a:moveTo>
                    <a:pt x="16" y="42"/>
                  </a:moveTo>
                  <a:cubicBezTo>
                    <a:pt x="16" y="41"/>
                    <a:pt x="15" y="41"/>
                    <a:pt x="14" y="41"/>
                  </a:cubicBezTo>
                  <a:cubicBezTo>
                    <a:pt x="6" y="40"/>
                    <a:pt x="6" y="40"/>
                    <a:pt x="6" y="40"/>
                  </a:cubicBezTo>
                  <a:cubicBezTo>
                    <a:pt x="6" y="40"/>
                    <a:pt x="6" y="40"/>
                    <a:pt x="6" y="40"/>
                  </a:cubicBezTo>
                  <a:cubicBezTo>
                    <a:pt x="6" y="40"/>
                    <a:pt x="6" y="40"/>
                    <a:pt x="6" y="40"/>
                  </a:cubicBezTo>
                  <a:cubicBezTo>
                    <a:pt x="13" y="35"/>
                    <a:pt x="13" y="35"/>
                    <a:pt x="13" y="35"/>
                  </a:cubicBezTo>
                  <a:cubicBezTo>
                    <a:pt x="14" y="34"/>
                    <a:pt x="14" y="33"/>
                    <a:pt x="14" y="33"/>
                  </a:cubicBezTo>
                  <a:cubicBezTo>
                    <a:pt x="14" y="33"/>
                    <a:pt x="14" y="33"/>
                    <a:pt x="14" y="33"/>
                  </a:cubicBezTo>
                  <a:cubicBezTo>
                    <a:pt x="15" y="37"/>
                    <a:pt x="15" y="37"/>
                    <a:pt x="15" y="37"/>
                  </a:cubicBezTo>
                  <a:cubicBezTo>
                    <a:pt x="15" y="37"/>
                    <a:pt x="15" y="37"/>
                    <a:pt x="15" y="37"/>
                  </a:cubicBezTo>
                  <a:cubicBezTo>
                    <a:pt x="15" y="37"/>
                    <a:pt x="14" y="36"/>
                    <a:pt x="14" y="36"/>
                  </a:cubicBezTo>
                  <a:cubicBezTo>
                    <a:pt x="14" y="36"/>
                    <a:pt x="14" y="36"/>
                    <a:pt x="13" y="37"/>
                  </a:cubicBezTo>
                  <a:cubicBezTo>
                    <a:pt x="9" y="40"/>
                    <a:pt x="9" y="40"/>
                    <a:pt x="9" y="40"/>
                  </a:cubicBezTo>
                  <a:cubicBezTo>
                    <a:pt x="14" y="40"/>
                    <a:pt x="14" y="40"/>
                    <a:pt x="14" y="40"/>
                  </a:cubicBezTo>
                  <a:cubicBezTo>
                    <a:pt x="14" y="40"/>
                    <a:pt x="15" y="40"/>
                    <a:pt x="15" y="40"/>
                  </a:cubicBezTo>
                  <a:cubicBezTo>
                    <a:pt x="16" y="40"/>
                    <a:pt x="16" y="40"/>
                    <a:pt x="16" y="39"/>
                  </a:cubicBezTo>
                  <a:cubicBezTo>
                    <a:pt x="16" y="39"/>
                    <a:pt x="16" y="39"/>
                    <a:pt x="16" y="39"/>
                  </a:cubicBezTo>
                  <a:cubicBezTo>
                    <a:pt x="16" y="42"/>
                    <a:pt x="16" y="42"/>
                    <a:pt x="16" y="42"/>
                  </a:cubicBezTo>
                  <a:cubicBezTo>
                    <a:pt x="16" y="42"/>
                    <a:pt x="16" y="42"/>
                    <a:pt x="16" y="42"/>
                  </a:cubicBezTo>
                  <a:close/>
                  <a:moveTo>
                    <a:pt x="14" y="53"/>
                  </a:moveTo>
                  <a:cubicBezTo>
                    <a:pt x="13" y="53"/>
                    <a:pt x="12" y="53"/>
                    <a:pt x="11" y="52"/>
                  </a:cubicBezTo>
                  <a:cubicBezTo>
                    <a:pt x="10" y="51"/>
                    <a:pt x="10" y="51"/>
                    <a:pt x="9" y="50"/>
                  </a:cubicBezTo>
                  <a:cubicBezTo>
                    <a:pt x="9" y="49"/>
                    <a:pt x="9" y="48"/>
                    <a:pt x="9" y="47"/>
                  </a:cubicBezTo>
                  <a:cubicBezTo>
                    <a:pt x="10" y="46"/>
                    <a:pt x="11" y="45"/>
                    <a:pt x="12" y="45"/>
                  </a:cubicBezTo>
                  <a:cubicBezTo>
                    <a:pt x="13" y="44"/>
                    <a:pt x="14" y="44"/>
                    <a:pt x="16" y="45"/>
                  </a:cubicBezTo>
                  <a:cubicBezTo>
                    <a:pt x="17" y="45"/>
                    <a:pt x="18" y="46"/>
                    <a:pt x="18" y="47"/>
                  </a:cubicBezTo>
                  <a:cubicBezTo>
                    <a:pt x="18" y="48"/>
                    <a:pt x="18" y="49"/>
                    <a:pt x="18" y="50"/>
                  </a:cubicBezTo>
                  <a:cubicBezTo>
                    <a:pt x="18" y="51"/>
                    <a:pt x="17" y="51"/>
                    <a:pt x="16" y="52"/>
                  </a:cubicBezTo>
                  <a:cubicBezTo>
                    <a:pt x="14" y="46"/>
                    <a:pt x="14" y="46"/>
                    <a:pt x="14" y="46"/>
                  </a:cubicBezTo>
                  <a:cubicBezTo>
                    <a:pt x="12" y="46"/>
                    <a:pt x="12" y="47"/>
                    <a:pt x="11" y="48"/>
                  </a:cubicBezTo>
                  <a:cubicBezTo>
                    <a:pt x="10" y="49"/>
                    <a:pt x="10" y="49"/>
                    <a:pt x="10" y="51"/>
                  </a:cubicBezTo>
                  <a:cubicBezTo>
                    <a:pt x="11" y="51"/>
                    <a:pt x="11" y="52"/>
                    <a:pt x="12" y="52"/>
                  </a:cubicBezTo>
                  <a:cubicBezTo>
                    <a:pt x="13" y="52"/>
                    <a:pt x="14" y="52"/>
                    <a:pt x="14" y="53"/>
                  </a:cubicBezTo>
                  <a:cubicBezTo>
                    <a:pt x="14" y="53"/>
                    <a:pt x="14" y="53"/>
                    <a:pt x="14" y="53"/>
                  </a:cubicBezTo>
                  <a:close/>
                  <a:moveTo>
                    <a:pt x="16" y="49"/>
                  </a:moveTo>
                  <a:cubicBezTo>
                    <a:pt x="18" y="49"/>
                    <a:pt x="18" y="48"/>
                    <a:pt x="18" y="47"/>
                  </a:cubicBezTo>
                  <a:cubicBezTo>
                    <a:pt x="17" y="45"/>
                    <a:pt x="16" y="45"/>
                    <a:pt x="14" y="45"/>
                  </a:cubicBezTo>
                  <a:cubicBezTo>
                    <a:pt x="16" y="49"/>
                    <a:pt x="16" y="49"/>
                    <a:pt x="16" y="49"/>
                  </a:cubicBezTo>
                  <a:close/>
                  <a:moveTo>
                    <a:pt x="22" y="58"/>
                  </a:moveTo>
                  <a:cubicBezTo>
                    <a:pt x="22" y="58"/>
                    <a:pt x="21" y="58"/>
                    <a:pt x="21" y="57"/>
                  </a:cubicBezTo>
                  <a:cubicBezTo>
                    <a:pt x="21" y="57"/>
                    <a:pt x="21" y="57"/>
                    <a:pt x="21" y="57"/>
                  </a:cubicBezTo>
                  <a:cubicBezTo>
                    <a:pt x="21" y="56"/>
                    <a:pt x="21" y="56"/>
                    <a:pt x="21" y="56"/>
                  </a:cubicBezTo>
                  <a:cubicBezTo>
                    <a:pt x="21" y="55"/>
                    <a:pt x="21" y="55"/>
                    <a:pt x="20" y="55"/>
                  </a:cubicBezTo>
                  <a:cubicBezTo>
                    <a:pt x="20" y="55"/>
                    <a:pt x="20" y="55"/>
                    <a:pt x="19" y="55"/>
                  </a:cubicBezTo>
                  <a:cubicBezTo>
                    <a:pt x="15" y="57"/>
                    <a:pt x="15" y="57"/>
                    <a:pt x="15" y="57"/>
                  </a:cubicBezTo>
                  <a:cubicBezTo>
                    <a:pt x="14" y="58"/>
                    <a:pt x="14" y="59"/>
                    <a:pt x="14" y="59"/>
                  </a:cubicBezTo>
                  <a:cubicBezTo>
                    <a:pt x="14" y="59"/>
                    <a:pt x="14" y="59"/>
                    <a:pt x="14" y="59"/>
                  </a:cubicBezTo>
                  <a:cubicBezTo>
                    <a:pt x="12" y="55"/>
                    <a:pt x="12" y="55"/>
                    <a:pt x="12" y="55"/>
                  </a:cubicBezTo>
                  <a:cubicBezTo>
                    <a:pt x="12" y="55"/>
                    <a:pt x="12" y="55"/>
                    <a:pt x="12" y="55"/>
                  </a:cubicBezTo>
                  <a:cubicBezTo>
                    <a:pt x="13" y="56"/>
                    <a:pt x="14" y="56"/>
                    <a:pt x="14" y="56"/>
                  </a:cubicBezTo>
                  <a:cubicBezTo>
                    <a:pt x="19" y="54"/>
                    <a:pt x="19" y="54"/>
                    <a:pt x="19" y="54"/>
                  </a:cubicBezTo>
                  <a:cubicBezTo>
                    <a:pt x="20" y="53"/>
                    <a:pt x="20" y="53"/>
                    <a:pt x="20" y="53"/>
                  </a:cubicBezTo>
                  <a:cubicBezTo>
                    <a:pt x="20" y="53"/>
                    <a:pt x="20" y="52"/>
                    <a:pt x="20" y="52"/>
                  </a:cubicBezTo>
                  <a:cubicBezTo>
                    <a:pt x="20" y="52"/>
                    <a:pt x="20" y="52"/>
                    <a:pt x="20" y="52"/>
                  </a:cubicBezTo>
                  <a:cubicBezTo>
                    <a:pt x="22" y="54"/>
                    <a:pt x="22" y="54"/>
                    <a:pt x="22" y="54"/>
                  </a:cubicBezTo>
                  <a:cubicBezTo>
                    <a:pt x="21" y="55"/>
                    <a:pt x="21" y="55"/>
                    <a:pt x="21" y="55"/>
                  </a:cubicBezTo>
                  <a:cubicBezTo>
                    <a:pt x="22" y="55"/>
                    <a:pt x="23" y="56"/>
                    <a:pt x="24" y="57"/>
                  </a:cubicBezTo>
                  <a:cubicBezTo>
                    <a:pt x="24" y="57"/>
                    <a:pt x="24" y="57"/>
                    <a:pt x="24" y="57"/>
                  </a:cubicBezTo>
                  <a:cubicBezTo>
                    <a:pt x="23" y="58"/>
                    <a:pt x="22" y="58"/>
                    <a:pt x="22" y="58"/>
                  </a:cubicBezTo>
                  <a:close/>
                  <a:moveTo>
                    <a:pt x="21" y="67"/>
                  </a:moveTo>
                  <a:cubicBezTo>
                    <a:pt x="20" y="68"/>
                    <a:pt x="19" y="68"/>
                    <a:pt x="18" y="67"/>
                  </a:cubicBezTo>
                  <a:cubicBezTo>
                    <a:pt x="18" y="67"/>
                    <a:pt x="17" y="67"/>
                    <a:pt x="17" y="66"/>
                  </a:cubicBezTo>
                  <a:cubicBezTo>
                    <a:pt x="17" y="65"/>
                    <a:pt x="16" y="65"/>
                    <a:pt x="16" y="65"/>
                  </a:cubicBezTo>
                  <a:cubicBezTo>
                    <a:pt x="16" y="64"/>
                    <a:pt x="16" y="64"/>
                    <a:pt x="16" y="63"/>
                  </a:cubicBezTo>
                  <a:cubicBezTo>
                    <a:pt x="16" y="63"/>
                    <a:pt x="16" y="63"/>
                    <a:pt x="16" y="63"/>
                  </a:cubicBezTo>
                  <a:cubicBezTo>
                    <a:pt x="16" y="63"/>
                    <a:pt x="16" y="63"/>
                    <a:pt x="16" y="63"/>
                  </a:cubicBezTo>
                  <a:cubicBezTo>
                    <a:pt x="18" y="61"/>
                    <a:pt x="18" y="61"/>
                    <a:pt x="18" y="61"/>
                  </a:cubicBezTo>
                  <a:cubicBezTo>
                    <a:pt x="18" y="61"/>
                    <a:pt x="18" y="61"/>
                    <a:pt x="18" y="61"/>
                  </a:cubicBezTo>
                  <a:cubicBezTo>
                    <a:pt x="17" y="63"/>
                    <a:pt x="16" y="64"/>
                    <a:pt x="17" y="65"/>
                  </a:cubicBezTo>
                  <a:cubicBezTo>
                    <a:pt x="18" y="65"/>
                    <a:pt x="18" y="66"/>
                    <a:pt x="18" y="66"/>
                  </a:cubicBezTo>
                  <a:cubicBezTo>
                    <a:pt x="18" y="66"/>
                    <a:pt x="19" y="66"/>
                    <a:pt x="19" y="66"/>
                  </a:cubicBezTo>
                  <a:cubicBezTo>
                    <a:pt x="20" y="65"/>
                    <a:pt x="20" y="65"/>
                    <a:pt x="20" y="63"/>
                  </a:cubicBezTo>
                  <a:cubicBezTo>
                    <a:pt x="20" y="62"/>
                    <a:pt x="20" y="62"/>
                    <a:pt x="20" y="62"/>
                  </a:cubicBezTo>
                  <a:cubicBezTo>
                    <a:pt x="20" y="61"/>
                    <a:pt x="20" y="60"/>
                    <a:pt x="21" y="59"/>
                  </a:cubicBezTo>
                  <a:cubicBezTo>
                    <a:pt x="22" y="59"/>
                    <a:pt x="22" y="59"/>
                    <a:pt x="23" y="59"/>
                  </a:cubicBezTo>
                  <a:cubicBezTo>
                    <a:pt x="24" y="59"/>
                    <a:pt x="24" y="60"/>
                    <a:pt x="25" y="61"/>
                  </a:cubicBezTo>
                  <a:cubicBezTo>
                    <a:pt x="25" y="61"/>
                    <a:pt x="25" y="61"/>
                    <a:pt x="25" y="62"/>
                  </a:cubicBezTo>
                  <a:cubicBezTo>
                    <a:pt x="25" y="62"/>
                    <a:pt x="25" y="63"/>
                    <a:pt x="26" y="63"/>
                  </a:cubicBezTo>
                  <a:cubicBezTo>
                    <a:pt x="26" y="63"/>
                    <a:pt x="26" y="63"/>
                    <a:pt x="26" y="63"/>
                  </a:cubicBezTo>
                  <a:cubicBezTo>
                    <a:pt x="26" y="63"/>
                    <a:pt x="26" y="63"/>
                    <a:pt x="26" y="63"/>
                  </a:cubicBezTo>
                  <a:cubicBezTo>
                    <a:pt x="24" y="64"/>
                    <a:pt x="24" y="64"/>
                    <a:pt x="24" y="64"/>
                  </a:cubicBezTo>
                  <a:cubicBezTo>
                    <a:pt x="24" y="64"/>
                    <a:pt x="24" y="64"/>
                    <a:pt x="24" y="64"/>
                  </a:cubicBezTo>
                  <a:cubicBezTo>
                    <a:pt x="25" y="63"/>
                    <a:pt x="25" y="61"/>
                    <a:pt x="25" y="61"/>
                  </a:cubicBezTo>
                  <a:cubicBezTo>
                    <a:pt x="25" y="60"/>
                    <a:pt x="24" y="60"/>
                    <a:pt x="24" y="60"/>
                  </a:cubicBezTo>
                  <a:cubicBezTo>
                    <a:pt x="24" y="60"/>
                    <a:pt x="23" y="60"/>
                    <a:pt x="23" y="60"/>
                  </a:cubicBezTo>
                  <a:cubicBezTo>
                    <a:pt x="22" y="60"/>
                    <a:pt x="22" y="61"/>
                    <a:pt x="22" y="62"/>
                  </a:cubicBezTo>
                  <a:cubicBezTo>
                    <a:pt x="22" y="64"/>
                    <a:pt x="22" y="64"/>
                    <a:pt x="22" y="64"/>
                  </a:cubicBezTo>
                  <a:cubicBezTo>
                    <a:pt x="22" y="66"/>
                    <a:pt x="22" y="67"/>
                    <a:pt x="21" y="67"/>
                  </a:cubicBezTo>
                  <a:close/>
                  <a:moveTo>
                    <a:pt x="33" y="67"/>
                  </a:moveTo>
                  <a:cubicBezTo>
                    <a:pt x="32" y="67"/>
                    <a:pt x="32" y="67"/>
                    <a:pt x="32" y="67"/>
                  </a:cubicBezTo>
                  <a:cubicBezTo>
                    <a:pt x="32" y="67"/>
                    <a:pt x="32" y="66"/>
                    <a:pt x="31" y="66"/>
                  </a:cubicBezTo>
                  <a:cubicBezTo>
                    <a:pt x="31" y="66"/>
                    <a:pt x="31" y="66"/>
                    <a:pt x="31" y="65"/>
                  </a:cubicBezTo>
                  <a:cubicBezTo>
                    <a:pt x="31" y="65"/>
                    <a:pt x="32" y="65"/>
                    <a:pt x="32" y="65"/>
                  </a:cubicBezTo>
                  <a:cubicBezTo>
                    <a:pt x="32" y="65"/>
                    <a:pt x="32" y="64"/>
                    <a:pt x="32" y="65"/>
                  </a:cubicBezTo>
                  <a:cubicBezTo>
                    <a:pt x="33" y="65"/>
                    <a:pt x="33" y="65"/>
                    <a:pt x="33" y="65"/>
                  </a:cubicBezTo>
                  <a:cubicBezTo>
                    <a:pt x="33" y="65"/>
                    <a:pt x="34" y="65"/>
                    <a:pt x="33" y="66"/>
                  </a:cubicBezTo>
                  <a:cubicBezTo>
                    <a:pt x="33" y="66"/>
                    <a:pt x="33" y="66"/>
                    <a:pt x="33" y="67"/>
                  </a:cubicBezTo>
                  <a:close/>
                  <a:moveTo>
                    <a:pt x="22" y="75"/>
                  </a:moveTo>
                  <a:cubicBezTo>
                    <a:pt x="20" y="71"/>
                    <a:pt x="20" y="71"/>
                    <a:pt x="20" y="71"/>
                  </a:cubicBezTo>
                  <a:cubicBezTo>
                    <a:pt x="20" y="71"/>
                    <a:pt x="20" y="71"/>
                    <a:pt x="20" y="71"/>
                  </a:cubicBezTo>
                  <a:cubicBezTo>
                    <a:pt x="21" y="71"/>
                    <a:pt x="22" y="72"/>
                    <a:pt x="22" y="71"/>
                  </a:cubicBezTo>
                  <a:cubicBezTo>
                    <a:pt x="27" y="69"/>
                    <a:pt x="27" y="69"/>
                    <a:pt x="27" y="69"/>
                  </a:cubicBezTo>
                  <a:cubicBezTo>
                    <a:pt x="28" y="68"/>
                    <a:pt x="28" y="68"/>
                    <a:pt x="28" y="67"/>
                  </a:cubicBezTo>
                  <a:cubicBezTo>
                    <a:pt x="27" y="67"/>
                    <a:pt x="27" y="67"/>
                    <a:pt x="27" y="67"/>
                  </a:cubicBezTo>
                  <a:cubicBezTo>
                    <a:pt x="28" y="67"/>
                    <a:pt x="28" y="67"/>
                    <a:pt x="28" y="67"/>
                  </a:cubicBezTo>
                  <a:cubicBezTo>
                    <a:pt x="30" y="69"/>
                    <a:pt x="30" y="69"/>
                    <a:pt x="30" y="69"/>
                  </a:cubicBezTo>
                  <a:cubicBezTo>
                    <a:pt x="24" y="73"/>
                    <a:pt x="24" y="73"/>
                    <a:pt x="24" y="73"/>
                  </a:cubicBezTo>
                  <a:cubicBezTo>
                    <a:pt x="22" y="73"/>
                    <a:pt x="22" y="73"/>
                    <a:pt x="22" y="75"/>
                  </a:cubicBezTo>
                  <a:cubicBezTo>
                    <a:pt x="22" y="75"/>
                    <a:pt x="22" y="75"/>
                    <a:pt x="22" y="75"/>
                  </a:cubicBezTo>
                  <a:close/>
                  <a:moveTo>
                    <a:pt x="28" y="80"/>
                  </a:moveTo>
                  <a:cubicBezTo>
                    <a:pt x="27" y="80"/>
                    <a:pt x="26" y="80"/>
                    <a:pt x="26" y="79"/>
                  </a:cubicBezTo>
                  <a:cubicBezTo>
                    <a:pt x="26" y="79"/>
                    <a:pt x="25" y="79"/>
                    <a:pt x="25" y="79"/>
                  </a:cubicBezTo>
                  <a:cubicBezTo>
                    <a:pt x="24" y="78"/>
                    <a:pt x="24" y="77"/>
                    <a:pt x="26" y="76"/>
                  </a:cubicBezTo>
                  <a:cubicBezTo>
                    <a:pt x="31" y="73"/>
                    <a:pt x="31" y="73"/>
                    <a:pt x="31" y="73"/>
                  </a:cubicBezTo>
                  <a:cubicBezTo>
                    <a:pt x="30" y="71"/>
                    <a:pt x="30" y="71"/>
                    <a:pt x="30" y="71"/>
                  </a:cubicBezTo>
                  <a:cubicBezTo>
                    <a:pt x="30" y="71"/>
                    <a:pt x="30" y="71"/>
                    <a:pt x="30" y="71"/>
                  </a:cubicBezTo>
                  <a:cubicBezTo>
                    <a:pt x="30" y="71"/>
                    <a:pt x="30" y="71"/>
                    <a:pt x="30" y="71"/>
                  </a:cubicBezTo>
                  <a:cubicBezTo>
                    <a:pt x="31" y="72"/>
                    <a:pt x="32" y="72"/>
                    <a:pt x="34" y="72"/>
                  </a:cubicBezTo>
                  <a:cubicBezTo>
                    <a:pt x="34" y="72"/>
                    <a:pt x="34" y="72"/>
                    <a:pt x="34" y="72"/>
                  </a:cubicBezTo>
                  <a:cubicBezTo>
                    <a:pt x="32" y="73"/>
                    <a:pt x="32" y="73"/>
                    <a:pt x="32" y="73"/>
                  </a:cubicBezTo>
                  <a:cubicBezTo>
                    <a:pt x="33" y="75"/>
                    <a:pt x="33" y="75"/>
                    <a:pt x="33" y="75"/>
                  </a:cubicBezTo>
                  <a:cubicBezTo>
                    <a:pt x="33" y="75"/>
                    <a:pt x="33" y="75"/>
                    <a:pt x="33" y="75"/>
                  </a:cubicBezTo>
                  <a:cubicBezTo>
                    <a:pt x="32" y="74"/>
                    <a:pt x="32" y="74"/>
                    <a:pt x="32" y="74"/>
                  </a:cubicBezTo>
                  <a:cubicBezTo>
                    <a:pt x="27" y="77"/>
                    <a:pt x="27" y="77"/>
                    <a:pt x="27" y="77"/>
                  </a:cubicBezTo>
                  <a:cubicBezTo>
                    <a:pt x="26" y="78"/>
                    <a:pt x="26" y="79"/>
                    <a:pt x="26" y="79"/>
                  </a:cubicBezTo>
                  <a:cubicBezTo>
                    <a:pt x="27" y="79"/>
                    <a:pt x="27" y="79"/>
                    <a:pt x="28" y="80"/>
                  </a:cubicBezTo>
                  <a:cubicBezTo>
                    <a:pt x="28" y="80"/>
                    <a:pt x="28" y="80"/>
                    <a:pt x="28" y="80"/>
                  </a:cubicBezTo>
                  <a:close/>
                  <a:moveTo>
                    <a:pt x="40" y="84"/>
                  </a:moveTo>
                  <a:cubicBezTo>
                    <a:pt x="40" y="84"/>
                    <a:pt x="40" y="83"/>
                    <a:pt x="40" y="83"/>
                  </a:cubicBezTo>
                  <a:cubicBezTo>
                    <a:pt x="39" y="83"/>
                    <a:pt x="39" y="83"/>
                    <a:pt x="39" y="83"/>
                  </a:cubicBezTo>
                  <a:cubicBezTo>
                    <a:pt x="30" y="86"/>
                    <a:pt x="30" y="86"/>
                    <a:pt x="30" y="86"/>
                  </a:cubicBezTo>
                  <a:cubicBezTo>
                    <a:pt x="28" y="87"/>
                    <a:pt x="26" y="87"/>
                    <a:pt x="25" y="86"/>
                  </a:cubicBezTo>
                  <a:cubicBezTo>
                    <a:pt x="24" y="85"/>
                    <a:pt x="25" y="84"/>
                    <a:pt x="25" y="84"/>
                  </a:cubicBezTo>
                  <a:cubicBezTo>
                    <a:pt x="25" y="84"/>
                    <a:pt x="26" y="84"/>
                    <a:pt x="26" y="84"/>
                  </a:cubicBezTo>
                  <a:cubicBezTo>
                    <a:pt x="26" y="84"/>
                    <a:pt x="26" y="84"/>
                    <a:pt x="26" y="84"/>
                  </a:cubicBezTo>
                  <a:cubicBezTo>
                    <a:pt x="26" y="84"/>
                    <a:pt x="27" y="85"/>
                    <a:pt x="27" y="85"/>
                  </a:cubicBezTo>
                  <a:cubicBezTo>
                    <a:pt x="27" y="85"/>
                    <a:pt x="27" y="85"/>
                    <a:pt x="27" y="85"/>
                  </a:cubicBezTo>
                  <a:cubicBezTo>
                    <a:pt x="28" y="86"/>
                    <a:pt x="29" y="86"/>
                    <a:pt x="31" y="85"/>
                  </a:cubicBezTo>
                  <a:cubicBezTo>
                    <a:pt x="34" y="78"/>
                    <a:pt x="34" y="78"/>
                    <a:pt x="34" y="78"/>
                  </a:cubicBezTo>
                  <a:cubicBezTo>
                    <a:pt x="35" y="77"/>
                    <a:pt x="35" y="77"/>
                    <a:pt x="35" y="77"/>
                  </a:cubicBezTo>
                  <a:cubicBezTo>
                    <a:pt x="35" y="77"/>
                    <a:pt x="35" y="77"/>
                    <a:pt x="34" y="76"/>
                  </a:cubicBezTo>
                  <a:cubicBezTo>
                    <a:pt x="35" y="76"/>
                    <a:pt x="35" y="76"/>
                    <a:pt x="35" y="76"/>
                  </a:cubicBezTo>
                  <a:cubicBezTo>
                    <a:pt x="38" y="79"/>
                    <a:pt x="38" y="79"/>
                    <a:pt x="38" y="79"/>
                  </a:cubicBezTo>
                  <a:cubicBezTo>
                    <a:pt x="37" y="79"/>
                    <a:pt x="37" y="79"/>
                    <a:pt x="37" y="79"/>
                  </a:cubicBezTo>
                  <a:cubicBezTo>
                    <a:pt x="37" y="79"/>
                    <a:pt x="36" y="79"/>
                    <a:pt x="36" y="79"/>
                  </a:cubicBezTo>
                  <a:cubicBezTo>
                    <a:pt x="36" y="79"/>
                    <a:pt x="36" y="79"/>
                    <a:pt x="36" y="79"/>
                  </a:cubicBezTo>
                  <a:cubicBezTo>
                    <a:pt x="33" y="84"/>
                    <a:pt x="33" y="84"/>
                    <a:pt x="33" y="84"/>
                  </a:cubicBezTo>
                  <a:cubicBezTo>
                    <a:pt x="38" y="83"/>
                    <a:pt x="38" y="83"/>
                    <a:pt x="38" y="83"/>
                  </a:cubicBezTo>
                  <a:cubicBezTo>
                    <a:pt x="38" y="83"/>
                    <a:pt x="39" y="82"/>
                    <a:pt x="39" y="82"/>
                  </a:cubicBezTo>
                  <a:cubicBezTo>
                    <a:pt x="39" y="82"/>
                    <a:pt x="39" y="82"/>
                    <a:pt x="39" y="82"/>
                  </a:cubicBezTo>
                  <a:cubicBezTo>
                    <a:pt x="39" y="81"/>
                    <a:pt x="39" y="81"/>
                    <a:pt x="38" y="81"/>
                  </a:cubicBezTo>
                  <a:cubicBezTo>
                    <a:pt x="39" y="81"/>
                    <a:pt x="39" y="81"/>
                    <a:pt x="39" y="81"/>
                  </a:cubicBezTo>
                  <a:cubicBezTo>
                    <a:pt x="40" y="84"/>
                    <a:pt x="40" y="84"/>
                    <a:pt x="40" y="84"/>
                  </a:cubicBezTo>
                  <a:cubicBezTo>
                    <a:pt x="40" y="84"/>
                    <a:pt x="40" y="84"/>
                    <a:pt x="40" y="84"/>
                  </a:cubicBezTo>
                  <a:close/>
                  <a:moveTo>
                    <a:pt x="47" y="97"/>
                  </a:moveTo>
                  <a:cubicBezTo>
                    <a:pt x="46" y="97"/>
                    <a:pt x="45" y="98"/>
                    <a:pt x="44" y="98"/>
                  </a:cubicBezTo>
                  <a:cubicBezTo>
                    <a:pt x="42" y="98"/>
                    <a:pt x="41" y="98"/>
                    <a:pt x="40" y="97"/>
                  </a:cubicBezTo>
                  <a:cubicBezTo>
                    <a:pt x="40" y="96"/>
                    <a:pt x="39" y="95"/>
                    <a:pt x="39" y="94"/>
                  </a:cubicBezTo>
                  <a:cubicBezTo>
                    <a:pt x="39" y="93"/>
                    <a:pt x="40" y="91"/>
                    <a:pt x="41" y="91"/>
                  </a:cubicBezTo>
                  <a:cubicBezTo>
                    <a:pt x="42" y="90"/>
                    <a:pt x="43" y="89"/>
                    <a:pt x="44" y="89"/>
                  </a:cubicBezTo>
                  <a:cubicBezTo>
                    <a:pt x="45" y="89"/>
                    <a:pt x="46" y="89"/>
                    <a:pt x="47" y="90"/>
                  </a:cubicBezTo>
                  <a:cubicBezTo>
                    <a:pt x="48" y="91"/>
                    <a:pt x="49" y="92"/>
                    <a:pt x="49" y="93"/>
                  </a:cubicBezTo>
                  <a:cubicBezTo>
                    <a:pt x="49" y="95"/>
                    <a:pt x="48" y="95"/>
                    <a:pt x="47" y="97"/>
                  </a:cubicBezTo>
                  <a:close/>
                  <a:moveTo>
                    <a:pt x="45" y="96"/>
                  </a:moveTo>
                  <a:cubicBezTo>
                    <a:pt x="46" y="95"/>
                    <a:pt x="47" y="94"/>
                    <a:pt x="47" y="93"/>
                  </a:cubicBezTo>
                  <a:cubicBezTo>
                    <a:pt x="48" y="92"/>
                    <a:pt x="47" y="91"/>
                    <a:pt x="47" y="90"/>
                  </a:cubicBezTo>
                  <a:cubicBezTo>
                    <a:pt x="46" y="90"/>
                    <a:pt x="46" y="89"/>
                    <a:pt x="45" y="90"/>
                  </a:cubicBezTo>
                  <a:cubicBezTo>
                    <a:pt x="44" y="90"/>
                    <a:pt x="44" y="91"/>
                    <a:pt x="43" y="91"/>
                  </a:cubicBezTo>
                  <a:cubicBezTo>
                    <a:pt x="42" y="92"/>
                    <a:pt x="41" y="93"/>
                    <a:pt x="41" y="94"/>
                  </a:cubicBezTo>
                  <a:cubicBezTo>
                    <a:pt x="40" y="95"/>
                    <a:pt x="40" y="96"/>
                    <a:pt x="41" y="97"/>
                  </a:cubicBezTo>
                  <a:cubicBezTo>
                    <a:pt x="42" y="97"/>
                    <a:pt x="42" y="97"/>
                    <a:pt x="43" y="97"/>
                  </a:cubicBezTo>
                  <a:cubicBezTo>
                    <a:pt x="44" y="97"/>
                    <a:pt x="44" y="97"/>
                    <a:pt x="45" y="96"/>
                  </a:cubicBezTo>
                  <a:close/>
                  <a:moveTo>
                    <a:pt x="60" y="97"/>
                  </a:moveTo>
                  <a:cubicBezTo>
                    <a:pt x="59" y="97"/>
                    <a:pt x="59" y="97"/>
                    <a:pt x="59" y="97"/>
                  </a:cubicBezTo>
                  <a:cubicBezTo>
                    <a:pt x="59" y="97"/>
                    <a:pt x="59" y="97"/>
                    <a:pt x="59" y="97"/>
                  </a:cubicBezTo>
                  <a:cubicBezTo>
                    <a:pt x="58" y="97"/>
                    <a:pt x="58" y="97"/>
                    <a:pt x="58" y="96"/>
                  </a:cubicBezTo>
                  <a:cubicBezTo>
                    <a:pt x="58" y="96"/>
                    <a:pt x="58" y="95"/>
                    <a:pt x="58" y="95"/>
                  </a:cubicBezTo>
                  <a:cubicBezTo>
                    <a:pt x="58" y="95"/>
                    <a:pt x="58" y="95"/>
                    <a:pt x="58" y="95"/>
                  </a:cubicBezTo>
                  <a:cubicBezTo>
                    <a:pt x="58" y="94"/>
                    <a:pt x="57" y="94"/>
                    <a:pt x="56" y="95"/>
                  </a:cubicBezTo>
                  <a:cubicBezTo>
                    <a:pt x="54" y="97"/>
                    <a:pt x="54" y="97"/>
                    <a:pt x="54" y="97"/>
                  </a:cubicBezTo>
                  <a:cubicBezTo>
                    <a:pt x="56" y="99"/>
                    <a:pt x="56" y="99"/>
                    <a:pt x="56" y="99"/>
                  </a:cubicBezTo>
                  <a:cubicBezTo>
                    <a:pt x="56" y="99"/>
                    <a:pt x="56" y="99"/>
                    <a:pt x="56" y="99"/>
                  </a:cubicBezTo>
                  <a:cubicBezTo>
                    <a:pt x="54" y="97"/>
                    <a:pt x="54" y="97"/>
                    <a:pt x="54" y="97"/>
                  </a:cubicBezTo>
                  <a:cubicBezTo>
                    <a:pt x="50" y="103"/>
                    <a:pt x="50" y="103"/>
                    <a:pt x="50" y="103"/>
                  </a:cubicBezTo>
                  <a:cubicBezTo>
                    <a:pt x="49" y="103"/>
                    <a:pt x="49" y="104"/>
                    <a:pt x="50" y="105"/>
                  </a:cubicBezTo>
                  <a:cubicBezTo>
                    <a:pt x="50" y="105"/>
                    <a:pt x="50" y="105"/>
                    <a:pt x="50" y="105"/>
                  </a:cubicBezTo>
                  <a:cubicBezTo>
                    <a:pt x="46" y="102"/>
                    <a:pt x="46" y="102"/>
                    <a:pt x="46" y="102"/>
                  </a:cubicBezTo>
                  <a:cubicBezTo>
                    <a:pt x="46" y="101"/>
                    <a:pt x="46" y="101"/>
                    <a:pt x="46" y="101"/>
                  </a:cubicBezTo>
                  <a:cubicBezTo>
                    <a:pt x="47" y="102"/>
                    <a:pt x="48" y="102"/>
                    <a:pt x="48" y="101"/>
                  </a:cubicBezTo>
                  <a:cubicBezTo>
                    <a:pt x="52" y="96"/>
                    <a:pt x="52" y="96"/>
                    <a:pt x="52" y="96"/>
                  </a:cubicBezTo>
                  <a:cubicBezTo>
                    <a:pt x="51" y="95"/>
                    <a:pt x="51" y="95"/>
                    <a:pt x="51" y="95"/>
                  </a:cubicBezTo>
                  <a:cubicBezTo>
                    <a:pt x="52" y="95"/>
                    <a:pt x="52" y="95"/>
                    <a:pt x="52" y="95"/>
                  </a:cubicBezTo>
                  <a:cubicBezTo>
                    <a:pt x="53" y="96"/>
                    <a:pt x="53" y="96"/>
                    <a:pt x="53" y="96"/>
                  </a:cubicBezTo>
                  <a:cubicBezTo>
                    <a:pt x="53" y="95"/>
                    <a:pt x="53" y="95"/>
                    <a:pt x="53" y="95"/>
                  </a:cubicBezTo>
                  <a:cubicBezTo>
                    <a:pt x="54" y="95"/>
                    <a:pt x="55" y="94"/>
                    <a:pt x="56" y="94"/>
                  </a:cubicBezTo>
                  <a:cubicBezTo>
                    <a:pt x="57" y="94"/>
                    <a:pt x="58" y="94"/>
                    <a:pt x="59" y="95"/>
                  </a:cubicBezTo>
                  <a:cubicBezTo>
                    <a:pt x="59" y="95"/>
                    <a:pt x="60" y="95"/>
                    <a:pt x="60" y="96"/>
                  </a:cubicBezTo>
                  <a:cubicBezTo>
                    <a:pt x="60" y="96"/>
                    <a:pt x="60" y="96"/>
                    <a:pt x="60" y="97"/>
                  </a:cubicBezTo>
                  <a:close/>
                  <a:moveTo>
                    <a:pt x="65" y="111"/>
                  </a:moveTo>
                  <a:cubicBezTo>
                    <a:pt x="64" y="113"/>
                    <a:pt x="63" y="113"/>
                    <a:pt x="62" y="113"/>
                  </a:cubicBezTo>
                  <a:cubicBezTo>
                    <a:pt x="61" y="113"/>
                    <a:pt x="60" y="113"/>
                    <a:pt x="59" y="112"/>
                  </a:cubicBezTo>
                  <a:cubicBezTo>
                    <a:pt x="58" y="112"/>
                    <a:pt x="58" y="111"/>
                    <a:pt x="58" y="111"/>
                  </a:cubicBezTo>
                  <a:cubicBezTo>
                    <a:pt x="57" y="111"/>
                    <a:pt x="57" y="110"/>
                    <a:pt x="57" y="110"/>
                  </a:cubicBezTo>
                  <a:cubicBezTo>
                    <a:pt x="56" y="109"/>
                    <a:pt x="56" y="110"/>
                    <a:pt x="56" y="110"/>
                  </a:cubicBezTo>
                  <a:cubicBezTo>
                    <a:pt x="56" y="109"/>
                    <a:pt x="56" y="109"/>
                    <a:pt x="56" y="109"/>
                  </a:cubicBezTo>
                  <a:cubicBezTo>
                    <a:pt x="58" y="105"/>
                    <a:pt x="58" y="105"/>
                    <a:pt x="58" y="105"/>
                  </a:cubicBezTo>
                  <a:cubicBezTo>
                    <a:pt x="58" y="106"/>
                    <a:pt x="58" y="106"/>
                    <a:pt x="58" y="106"/>
                  </a:cubicBezTo>
                  <a:cubicBezTo>
                    <a:pt x="57" y="108"/>
                    <a:pt x="58" y="110"/>
                    <a:pt x="59" y="111"/>
                  </a:cubicBezTo>
                  <a:cubicBezTo>
                    <a:pt x="60" y="112"/>
                    <a:pt x="60" y="112"/>
                    <a:pt x="61" y="112"/>
                  </a:cubicBezTo>
                  <a:cubicBezTo>
                    <a:pt x="62" y="112"/>
                    <a:pt x="62" y="111"/>
                    <a:pt x="62" y="111"/>
                  </a:cubicBezTo>
                  <a:cubicBezTo>
                    <a:pt x="63" y="110"/>
                    <a:pt x="63" y="109"/>
                    <a:pt x="62" y="107"/>
                  </a:cubicBezTo>
                  <a:cubicBezTo>
                    <a:pt x="62" y="105"/>
                    <a:pt x="62" y="105"/>
                    <a:pt x="62" y="105"/>
                  </a:cubicBezTo>
                  <a:cubicBezTo>
                    <a:pt x="61" y="104"/>
                    <a:pt x="61" y="102"/>
                    <a:pt x="62" y="101"/>
                  </a:cubicBezTo>
                  <a:cubicBezTo>
                    <a:pt x="62" y="100"/>
                    <a:pt x="63" y="100"/>
                    <a:pt x="64" y="99"/>
                  </a:cubicBezTo>
                  <a:cubicBezTo>
                    <a:pt x="65" y="99"/>
                    <a:pt x="66" y="99"/>
                    <a:pt x="67" y="100"/>
                  </a:cubicBezTo>
                  <a:cubicBezTo>
                    <a:pt x="67" y="101"/>
                    <a:pt x="68" y="101"/>
                    <a:pt x="68" y="101"/>
                  </a:cubicBezTo>
                  <a:cubicBezTo>
                    <a:pt x="68" y="102"/>
                    <a:pt x="68" y="102"/>
                    <a:pt x="69" y="102"/>
                  </a:cubicBezTo>
                  <a:cubicBezTo>
                    <a:pt x="69" y="102"/>
                    <a:pt x="69" y="102"/>
                    <a:pt x="70" y="102"/>
                  </a:cubicBezTo>
                  <a:cubicBezTo>
                    <a:pt x="70" y="103"/>
                    <a:pt x="70" y="103"/>
                    <a:pt x="70" y="103"/>
                  </a:cubicBezTo>
                  <a:cubicBezTo>
                    <a:pt x="68" y="107"/>
                    <a:pt x="68" y="107"/>
                    <a:pt x="68" y="107"/>
                  </a:cubicBezTo>
                  <a:cubicBezTo>
                    <a:pt x="67" y="106"/>
                    <a:pt x="67" y="106"/>
                    <a:pt x="67" y="106"/>
                  </a:cubicBezTo>
                  <a:cubicBezTo>
                    <a:pt x="68" y="104"/>
                    <a:pt x="68" y="102"/>
                    <a:pt x="66" y="101"/>
                  </a:cubicBezTo>
                  <a:cubicBezTo>
                    <a:pt x="66" y="101"/>
                    <a:pt x="65" y="101"/>
                    <a:pt x="64" y="101"/>
                  </a:cubicBezTo>
                  <a:cubicBezTo>
                    <a:pt x="64" y="101"/>
                    <a:pt x="64" y="101"/>
                    <a:pt x="63" y="101"/>
                  </a:cubicBezTo>
                  <a:cubicBezTo>
                    <a:pt x="63" y="102"/>
                    <a:pt x="63" y="102"/>
                    <a:pt x="63" y="103"/>
                  </a:cubicBezTo>
                  <a:cubicBezTo>
                    <a:pt x="63" y="103"/>
                    <a:pt x="63" y="104"/>
                    <a:pt x="64" y="105"/>
                  </a:cubicBezTo>
                  <a:cubicBezTo>
                    <a:pt x="64" y="107"/>
                    <a:pt x="64" y="107"/>
                    <a:pt x="64" y="107"/>
                  </a:cubicBezTo>
                  <a:cubicBezTo>
                    <a:pt x="66" y="109"/>
                    <a:pt x="66" y="111"/>
                    <a:pt x="65" y="111"/>
                  </a:cubicBezTo>
                  <a:close/>
                  <a:moveTo>
                    <a:pt x="74" y="117"/>
                  </a:moveTo>
                  <a:cubicBezTo>
                    <a:pt x="73" y="118"/>
                    <a:pt x="72" y="119"/>
                    <a:pt x="71" y="119"/>
                  </a:cubicBezTo>
                  <a:cubicBezTo>
                    <a:pt x="70" y="119"/>
                    <a:pt x="69" y="119"/>
                    <a:pt x="68" y="118"/>
                  </a:cubicBezTo>
                  <a:cubicBezTo>
                    <a:pt x="68" y="118"/>
                    <a:pt x="67" y="117"/>
                    <a:pt x="67" y="116"/>
                  </a:cubicBezTo>
                  <a:cubicBezTo>
                    <a:pt x="66" y="115"/>
                    <a:pt x="67" y="113"/>
                    <a:pt x="68" y="112"/>
                  </a:cubicBezTo>
                  <a:cubicBezTo>
                    <a:pt x="68" y="111"/>
                    <a:pt x="69" y="110"/>
                    <a:pt x="70" y="110"/>
                  </a:cubicBezTo>
                  <a:cubicBezTo>
                    <a:pt x="72" y="109"/>
                    <a:pt x="73" y="109"/>
                    <a:pt x="74" y="110"/>
                  </a:cubicBezTo>
                  <a:cubicBezTo>
                    <a:pt x="75" y="111"/>
                    <a:pt x="75" y="111"/>
                    <a:pt x="76" y="112"/>
                  </a:cubicBezTo>
                  <a:cubicBezTo>
                    <a:pt x="76" y="113"/>
                    <a:pt x="76" y="113"/>
                    <a:pt x="76" y="113"/>
                  </a:cubicBezTo>
                  <a:cubicBezTo>
                    <a:pt x="76" y="114"/>
                    <a:pt x="75" y="114"/>
                    <a:pt x="75" y="114"/>
                  </a:cubicBezTo>
                  <a:cubicBezTo>
                    <a:pt x="75" y="114"/>
                    <a:pt x="75" y="114"/>
                    <a:pt x="74" y="114"/>
                  </a:cubicBezTo>
                  <a:cubicBezTo>
                    <a:pt x="74" y="114"/>
                    <a:pt x="74" y="113"/>
                    <a:pt x="74" y="113"/>
                  </a:cubicBezTo>
                  <a:cubicBezTo>
                    <a:pt x="74" y="113"/>
                    <a:pt x="74" y="113"/>
                    <a:pt x="74" y="113"/>
                  </a:cubicBezTo>
                  <a:cubicBezTo>
                    <a:pt x="74" y="112"/>
                    <a:pt x="74" y="112"/>
                    <a:pt x="74" y="111"/>
                  </a:cubicBezTo>
                  <a:cubicBezTo>
                    <a:pt x="74" y="111"/>
                    <a:pt x="74" y="111"/>
                    <a:pt x="73" y="111"/>
                  </a:cubicBezTo>
                  <a:cubicBezTo>
                    <a:pt x="72" y="110"/>
                    <a:pt x="72" y="110"/>
                    <a:pt x="70" y="111"/>
                  </a:cubicBezTo>
                  <a:cubicBezTo>
                    <a:pt x="70" y="111"/>
                    <a:pt x="69" y="111"/>
                    <a:pt x="69" y="112"/>
                  </a:cubicBezTo>
                  <a:cubicBezTo>
                    <a:pt x="68" y="113"/>
                    <a:pt x="68" y="114"/>
                    <a:pt x="68" y="115"/>
                  </a:cubicBezTo>
                  <a:cubicBezTo>
                    <a:pt x="68" y="116"/>
                    <a:pt x="68" y="117"/>
                    <a:pt x="69" y="117"/>
                  </a:cubicBezTo>
                  <a:cubicBezTo>
                    <a:pt x="71" y="118"/>
                    <a:pt x="72" y="118"/>
                    <a:pt x="74" y="117"/>
                  </a:cubicBezTo>
                  <a:cubicBezTo>
                    <a:pt x="74" y="117"/>
                    <a:pt x="74" y="117"/>
                    <a:pt x="74" y="117"/>
                  </a:cubicBezTo>
                  <a:close/>
                  <a:moveTo>
                    <a:pt x="83" y="111"/>
                  </a:moveTo>
                  <a:cubicBezTo>
                    <a:pt x="83" y="111"/>
                    <a:pt x="82" y="111"/>
                    <a:pt x="82" y="111"/>
                  </a:cubicBezTo>
                  <a:cubicBezTo>
                    <a:pt x="82" y="111"/>
                    <a:pt x="82" y="111"/>
                    <a:pt x="81" y="111"/>
                  </a:cubicBezTo>
                  <a:cubicBezTo>
                    <a:pt x="81" y="111"/>
                    <a:pt x="81" y="111"/>
                    <a:pt x="81" y="111"/>
                  </a:cubicBezTo>
                  <a:cubicBezTo>
                    <a:pt x="81" y="110"/>
                    <a:pt x="81" y="110"/>
                    <a:pt x="81" y="110"/>
                  </a:cubicBezTo>
                  <a:cubicBezTo>
                    <a:pt x="81" y="109"/>
                    <a:pt x="81" y="109"/>
                    <a:pt x="82" y="109"/>
                  </a:cubicBezTo>
                  <a:cubicBezTo>
                    <a:pt x="82" y="109"/>
                    <a:pt x="82" y="109"/>
                    <a:pt x="82" y="109"/>
                  </a:cubicBezTo>
                  <a:cubicBezTo>
                    <a:pt x="83" y="109"/>
                    <a:pt x="83" y="110"/>
                    <a:pt x="83" y="110"/>
                  </a:cubicBezTo>
                  <a:cubicBezTo>
                    <a:pt x="83" y="111"/>
                    <a:pt x="83" y="111"/>
                    <a:pt x="83" y="111"/>
                  </a:cubicBezTo>
                  <a:close/>
                  <a:moveTo>
                    <a:pt x="78" y="123"/>
                  </a:moveTo>
                  <a:cubicBezTo>
                    <a:pt x="74" y="121"/>
                    <a:pt x="74" y="121"/>
                    <a:pt x="74" y="121"/>
                  </a:cubicBezTo>
                  <a:cubicBezTo>
                    <a:pt x="74" y="121"/>
                    <a:pt x="74" y="121"/>
                    <a:pt x="74" y="121"/>
                  </a:cubicBezTo>
                  <a:cubicBezTo>
                    <a:pt x="75" y="121"/>
                    <a:pt x="76" y="121"/>
                    <a:pt x="76" y="120"/>
                  </a:cubicBezTo>
                  <a:cubicBezTo>
                    <a:pt x="78" y="115"/>
                    <a:pt x="78" y="115"/>
                    <a:pt x="78" y="115"/>
                  </a:cubicBezTo>
                  <a:cubicBezTo>
                    <a:pt x="79" y="115"/>
                    <a:pt x="79" y="114"/>
                    <a:pt x="78" y="114"/>
                  </a:cubicBezTo>
                  <a:cubicBezTo>
                    <a:pt x="78" y="114"/>
                    <a:pt x="78" y="114"/>
                    <a:pt x="78" y="114"/>
                  </a:cubicBezTo>
                  <a:cubicBezTo>
                    <a:pt x="78" y="113"/>
                    <a:pt x="78" y="113"/>
                    <a:pt x="78" y="113"/>
                  </a:cubicBezTo>
                  <a:cubicBezTo>
                    <a:pt x="81" y="114"/>
                    <a:pt x="81" y="114"/>
                    <a:pt x="81" y="114"/>
                  </a:cubicBezTo>
                  <a:cubicBezTo>
                    <a:pt x="78" y="121"/>
                    <a:pt x="78" y="121"/>
                    <a:pt x="78" y="121"/>
                  </a:cubicBezTo>
                  <a:cubicBezTo>
                    <a:pt x="77" y="122"/>
                    <a:pt x="78" y="123"/>
                    <a:pt x="78" y="123"/>
                  </a:cubicBezTo>
                  <a:cubicBezTo>
                    <a:pt x="78" y="123"/>
                    <a:pt x="78" y="123"/>
                    <a:pt x="78" y="123"/>
                  </a:cubicBezTo>
                  <a:close/>
                  <a:moveTo>
                    <a:pt x="89" y="124"/>
                  </a:moveTo>
                  <a:cubicBezTo>
                    <a:pt x="88" y="125"/>
                    <a:pt x="87" y="125"/>
                    <a:pt x="86" y="126"/>
                  </a:cubicBezTo>
                  <a:cubicBezTo>
                    <a:pt x="85" y="126"/>
                    <a:pt x="84" y="126"/>
                    <a:pt x="84" y="126"/>
                  </a:cubicBezTo>
                  <a:cubicBezTo>
                    <a:pt x="82" y="125"/>
                    <a:pt x="82" y="125"/>
                    <a:pt x="82" y="124"/>
                  </a:cubicBezTo>
                  <a:cubicBezTo>
                    <a:pt x="81" y="123"/>
                    <a:pt x="81" y="121"/>
                    <a:pt x="82" y="120"/>
                  </a:cubicBezTo>
                  <a:cubicBezTo>
                    <a:pt x="82" y="119"/>
                    <a:pt x="83" y="118"/>
                    <a:pt x="84" y="117"/>
                  </a:cubicBezTo>
                  <a:cubicBezTo>
                    <a:pt x="85" y="117"/>
                    <a:pt x="86" y="117"/>
                    <a:pt x="87" y="117"/>
                  </a:cubicBezTo>
                  <a:cubicBezTo>
                    <a:pt x="88" y="118"/>
                    <a:pt x="89" y="119"/>
                    <a:pt x="89" y="119"/>
                  </a:cubicBezTo>
                  <a:cubicBezTo>
                    <a:pt x="90" y="120"/>
                    <a:pt x="90" y="121"/>
                    <a:pt x="89" y="122"/>
                  </a:cubicBezTo>
                  <a:cubicBezTo>
                    <a:pt x="83" y="119"/>
                    <a:pt x="83" y="119"/>
                    <a:pt x="83" y="119"/>
                  </a:cubicBezTo>
                  <a:cubicBezTo>
                    <a:pt x="83" y="121"/>
                    <a:pt x="83" y="122"/>
                    <a:pt x="83" y="123"/>
                  </a:cubicBezTo>
                  <a:cubicBezTo>
                    <a:pt x="83" y="124"/>
                    <a:pt x="84" y="124"/>
                    <a:pt x="84" y="125"/>
                  </a:cubicBezTo>
                  <a:cubicBezTo>
                    <a:pt x="85" y="125"/>
                    <a:pt x="86" y="125"/>
                    <a:pt x="86" y="125"/>
                  </a:cubicBezTo>
                  <a:cubicBezTo>
                    <a:pt x="88" y="125"/>
                    <a:pt x="88" y="124"/>
                    <a:pt x="89" y="124"/>
                  </a:cubicBezTo>
                  <a:cubicBezTo>
                    <a:pt x="89" y="124"/>
                    <a:pt x="89" y="124"/>
                    <a:pt x="89" y="124"/>
                  </a:cubicBezTo>
                  <a:close/>
                  <a:moveTo>
                    <a:pt x="88" y="120"/>
                  </a:moveTo>
                  <a:cubicBezTo>
                    <a:pt x="88" y="119"/>
                    <a:pt x="88" y="118"/>
                    <a:pt x="87" y="117"/>
                  </a:cubicBezTo>
                  <a:cubicBezTo>
                    <a:pt x="86" y="117"/>
                    <a:pt x="84" y="117"/>
                    <a:pt x="84" y="119"/>
                  </a:cubicBezTo>
                  <a:cubicBezTo>
                    <a:pt x="88" y="120"/>
                    <a:pt x="88" y="120"/>
                    <a:pt x="88" y="120"/>
                  </a:cubicBezTo>
                  <a:close/>
                  <a:moveTo>
                    <a:pt x="98" y="131"/>
                  </a:moveTo>
                  <a:cubicBezTo>
                    <a:pt x="94" y="129"/>
                    <a:pt x="94" y="129"/>
                    <a:pt x="94" y="129"/>
                  </a:cubicBezTo>
                  <a:cubicBezTo>
                    <a:pt x="94" y="129"/>
                    <a:pt x="94" y="129"/>
                    <a:pt x="94" y="129"/>
                  </a:cubicBezTo>
                  <a:cubicBezTo>
                    <a:pt x="95" y="129"/>
                    <a:pt x="96" y="129"/>
                    <a:pt x="96" y="128"/>
                  </a:cubicBezTo>
                  <a:cubicBezTo>
                    <a:pt x="98" y="123"/>
                    <a:pt x="98" y="123"/>
                    <a:pt x="98" y="123"/>
                  </a:cubicBezTo>
                  <a:cubicBezTo>
                    <a:pt x="98" y="123"/>
                    <a:pt x="98" y="123"/>
                    <a:pt x="98" y="122"/>
                  </a:cubicBezTo>
                  <a:cubicBezTo>
                    <a:pt x="98" y="122"/>
                    <a:pt x="97" y="122"/>
                    <a:pt x="97" y="121"/>
                  </a:cubicBezTo>
                  <a:cubicBezTo>
                    <a:pt x="96" y="121"/>
                    <a:pt x="95" y="121"/>
                    <a:pt x="94" y="122"/>
                  </a:cubicBezTo>
                  <a:cubicBezTo>
                    <a:pt x="93" y="127"/>
                    <a:pt x="93" y="127"/>
                    <a:pt x="93" y="127"/>
                  </a:cubicBezTo>
                  <a:cubicBezTo>
                    <a:pt x="92" y="128"/>
                    <a:pt x="93" y="129"/>
                    <a:pt x="94" y="129"/>
                  </a:cubicBezTo>
                  <a:cubicBezTo>
                    <a:pt x="94" y="129"/>
                    <a:pt x="94" y="129"/>
                    <a:pt x="94" y="129"/>
                  </a:cubicBezTo>
                  <a:cubicBezTo>
                    <a:pt x="90" y="128"/>
                    <a:pt x="90" y="128"/>
                    <a:pt x="90" y="128"/>
                  </a:cubicBezTo>
                  <a:cubicBezTo>
                    <a:pt x="90" y="127"/>
                    <a:pt x="90" y="127"/>
                    <a:pt x="90" y="127"/>
                  </a:cubicBezTo>
                  <a:cubicBezTo>
                    <a:pt x="90" y="128"/>
                    <a:pt x="91" y="127"/>
                    <a:pt x="91" y="127"/>
                  </a:cubicBezTo>
                  <a:cubicBezTo>
                    <a:pt x="93" y="121"/>
                    <a:pt x="93" y="121"/>
                    <a:pt x="93" y="121"/>
                  </a:cubicBezTo>
                  <a:cubicBezTo>
                    <a:pt x="93" y="121"/>
                    <a:pt x="93" y="121"/>
                    <a:pt x="93" y="121"/>
                  </a:cubicBezTo>
                  <a:cubicBezTo>
                    <a:pt x="93" y="121"/>
                    <a:pt x="93" y="120"/>
                    <a:pt x="92" y="120"/>
                  </a:cubicBezTo>
                  <a:cubicBezTo>
                    <a:pt x="92" y="120"/>
                    <a:pt x="92" y="120"/>
                    <a:pt x="92" y="120"/>
                  </a:cubicBezTo>
                  <a:cubicBezTo>
                    <a:pt x="96" y="120"/>
                    <a:pt x="96" y="120"/>
                    <a:pt x="96" y="120"/>
                  </a:cubicBezTo>
                  <a:cubicBezTo>
                    <a:pt x="95" y="121"/>
                    <a:pt x="95" y="121"/>
                    <a:pt x="95" y="121"/>
                  </a:cubicBezTo>
                  <a:cubicBezTo>
                    <a:pt x="96" y="121"/>
                    <a:pt x="98" y="121"/>
                    <a:pt x="99" y="121"/>
                  </a:cubicBezTo>
                  <a:cubicBezTo>
                    <a:pt x="100" y="121"/>
                    <a:pt x="101" y="123"/>
                    <a:pt x="100" y="125"/>
                  </a:cubicBezTo>
                  <a:cubicBezTo>
                    <a:pt x="98" y="129"/>
                    <a:pt x="98" y="129"/>
                    <a:pt x="98" y="129"/>
                  </a:cubicBezTo>
                  <a:cubicBezTo>
                    <a:pt x="98" y="130"/>
                    <a:pt x="98" y="131"/>
                    <a:pt x="98" y="131"/>
                  </a:cubicBezTo>
                  <a:cubicBezTo>
                    <a:pt x="98" y="131"/>
                    <a:pt x="98" y="131"/>
                    <a:pt x="98" y="131"/>
                  </a:cubicBezTo>
                  <a:close/>
                  <a:moveTo>
                    <a:pt x="109" y="130"/>
                  </a:moveTo>
                  <a:cubicBezTo>
                    <a:pt x="108" y="131"/>
                    <a:pt x="107" y="132"/>
                    <a:pt x="107" y="132"/>
                  </a:cubicBezTo>
                  <a:cubicBezTo>
                    <a:pt x="106" y="133"/>
                    <a:pt x="105" y="133"/>
                    <a:pt x="104" y="133"/>
                  </a:cubicBezTo>
                  <a:cubicBezTo>
                    <a:pt x="103" y="132"/>
                    <a:pt x="102" y="132"/>
                    <a:pt x="102" y="131"/>
                  </a:cubicBezTo>
                  <a:cubicBezTo>
                    <a:pt x="101" y="129"/>
                    <a:pt x="101" y="128"/>
                    <a:pt x="101" y="127"/>
                  </a:cubicBezTo>
                  <a:cubicBezTo>
                    <a:pt x="102" y="126"/>
                    <a:pt x="102" y="125"/>
                    <a:pt x="103" y="124"/>
                  </a:cubicBezTo>
                  <a:cubicBezTo>
                    <a:pt x="104" y="123"/>
                    <a:pt x="106" y="123"/>
                    <a:pt x="107" y="123"/>
                  </a:cubicBezTo>
                  <a:cubicBezTo>
                    <a:pt x="108" y="123"/>
                    <a:pt x="108" y="123"/>
                    <a:pt x="109" y="124"/>
                  </a:cubicBezTo>
                  <a:cubicBezTo>
                    <a:pt x="109" y="125"/>
                    <a:pt x="110" y="125"/>
                    <a:pt x="109" y="126"/>
                  </a:cubicBezTo>
                  <a:cubicBezTo>
                    <a:pt x="109" y="126"/>
                    <a:pt x="109" y="126"/>
                    <a:pt x="109" y="126"/>
                  </a:cubicBezTo>
                  <a:cubicBezTo>
                    <a:pt x="108" y="126"/>
                    <a:pt x="108" y="126"/>
                    <a:pt x="108" y="126"/>
                  </a:cubicBezTo>
                  <a:cubicBezTo>
                    <a:pt x="108" y="126"/>
                    <a:pt x="108" y="126"/>
                    <a:pt x="108" y="126"/>
                  </a:cubicBezTo>
                  <a:cubicBezTo>
                    <a:pt x="108" y="125"/>
                    <a:pt x="108" y="125"/>
                    <a:pt x="108" y="125"/>
                  </a:cubicBezTo>
                  <a:cubicBezTo>
                    <a:pt x="108" y="125"/>
                    <a:pt x="108" y="124"/>
                    <a:pt x="108" y="124"/>
                  </a:cubicBezTo>
                  <a:cubicBezTo>
                    <a:pt x="107" y="123"/>
                    <a:pt x="107" y="123"/>
                    <a:pt x="107" y="123"/>
                  </a:cubicBezTo>
                  <a:cubicBezTo>
                    <a:pt x="106" y="123"/>
                    <a:pt x="105" y="123"/>
                    <a:pt x="104" y="124"/>
                  </a:cubicBezTo>
                  <a:cubicBezTo>
                    <a:pt x="104" y="124"/>
                    <a:pt x="104" y="125"/>
                    <a:pt x="103" y="126"/>
                  </a:cubicBezTo>
                  <a:cubicBezTo>
                    <a:pt x="103" y="127"/>
                    <a:pt x="103" y="128"/>
                    <a:pt x="104" y="129"/>
                  </a:cubicBezTo>
                  <a:cubicBezTo>
                    <a:pt x="104" y="129"/>
                    <a:pt x="105" y="130"/>
                    <a:pt x="106" y="130"/>
                  </a:cubicBezTo>
                  <a:cubicBezTo>
                    <a:pt x="106" y="131"/>
                    <a:pt x="107" y="131"/>
                    <a:pt x="109" y="130"/>
                  </a:cubicBezTo>
                  <a:cubicBezTo>
                    <a:pt x="109" y="130"/>
                    <a:pt x="109" y="130"/>
                    <a:pt x="109" y="130"/>
                  </a:cubicBezTo>
                  <a:close/>
                  <a:moveTo>
                    <a:pt x="119" y="132"/>
                  </a:moveTo>
                  <a:cubicBezTo>
                    <a:pt x="118" y="133"/>
                    <a:pt x="118" y="133"/>
                    <a:pt x="117" y="134"/>
                  </a:cubicBezTo>
                  <a:cubicBezTo>
                    <a:pt x="116" y="134"/>
                    <a:pt x="115" y="135"/>
                    <a:pt x="114" y="134"/>
                  </a:cubicBezTo>
                  <a:cubicBezTo>
                    <a:pt x="113" y="134"/>
                    <a:pt x="112" y="133"/>
                    <a:pt x="112" y="133"/>
                  </a:cubicBezTo>
                  <a:cubicBezTo>
                    <a:pt x="111" y="131"/>
                    <a:pt x="111" y="130"/>
                    <a:pt x="111" y="129"/>
                  </a:cubicBezTo>
                  <a:cubicBezTo>
                    <a:pt x="112" y="128"/>
                    <a:pt x="112" y="127"/>
                    <a:pt x="113" y="126"/>
                  </a:cubicBezTo>
                  <a:cubicBezTo>
                    <a:pt x="114" y="125"/>
                    <a:pt x="115" y="125"/>
                    <a:pt x="116" y="125"/>
                  </a:cubicBezTo>
                  <a:cubicBezTo>
                    <a:pt x="118" y="125"/>
                    <a:pt x="118" y="126"/>
                    <a:pt x="119" y="127"/>
                  </a:cubicBezTo>
                  <a:cubicBezTo>
                    <a:pt x="119" y="127"/>
                    <a:pt x="120" y="128"/>
                    <a:pt x="119" y="129"/>
                  </a:cubicBezTo>
                  <a:cubicBezTo>
                    <a:pt x="113" y="128"/>
                    <a:pt x="113" y="128"/>
                    <a:pt x="113" y="128"/>
                  </a:cubicBezTo>
                  <a:cubicBezTo>
                    <a:pt x="112" y="129"/>
                    <a:pt x="113" y="131"/>
                    <a:pt x="113" y="131"/>
                  </a:cubicBezTo>
                  <a:cubicBezTo>
                    <a:pt x="114" y="132"/>
                    <a:pt x="114" y="133"/>
                    <a:pt x="115" y="133"/>
                  </a:cubicBezTo>
                  <a:cubicBezTo>
                    <a:pt x="116" y="133"/>
                    <a:pt x="116" y="133"/>
                    <a:pt x="117" y="133"/>
                  </a:cubicBezTo>
                  <a:cubicBezTo>
                    <a:pt x="118" y="133"/>
                    <a:pt x="118" y="132"/>
                    <a:pt x="119" y="132"/>
                  </a:cubicBezTo>
                  <a:cubicBezTo>
                    <a:pt x="119" y="132"/>
                    <a:pt x="119" y="132"/>
                    <a:pt x="119" y="132"/>
                  </a:cubicBezTo>
                  <a:close/>
                  <a:moveTo>
                    <a:pt x="117" y="129"/>
                  </a:moveTo>
                  <a:cubicBezTo>
                    <a:pt x="117" y="127"/>
                    <a:pt x="116" y="126"/>
                    <a:pt x="115" y="126"/>
                  </a:cubicBezTo>
                  <a:cubicBezTo>
                    <a:pt x="114" y="125"/>
                    <a:pt x="113" y="126"/>
                    <a:pt x="112" y="128"/>
                  </a:cubicBezTo>
                  <a:cubicBezTo>
                    <a:pt x="117" y="129"/>
                    <a:pt x="117" y="129"/>
                    <a:pt x="117" y="129"/>
                  </a:cubicBezTo>
                  <a:close/>
                  <a:moveTo>
                    <a:pt x="133" y="135"/>
                  </a:moveTo>
                  <a:cubicBezTo>
                    <a:pt x="132" y="136"/>
                    <a:pt x="132" y="136"/>
                    <a:pt x="132" y="136"/>
                  </a:cubicBezTo>
                  <a:cubicBezTo>
                    <a:pt x="132" y="137"/>
                    <a:pt x="131" y="137"/>
                    <a:pt x="131" y="137"/>
                  </a:cubicBezTo>
                  <a:cubicBezTo>
                    <a:pt x="130" y="137"/>
                    <a:pt x="130" y="136"/>
                    <a:pt x="130" y="135"/>
                  </a:cubicBezTo>
                  <a:cubicBezTo>
                    <a:pt x="130" y="135"/>
                    <a:pt x="129" y="136"/>
                    <a:pt x="128" y="136"/>
                  </a:cubicBezTo>
                  <a:cubicBezTo>
                    <a:pt x="128" y="136"/>
                    <a:pt x="127" y="136"/>
                    <a:pt x="127" y="136"/>
                  </a:cubicBezTo>
                  <a:cubicBezTo>
                    <a:pt x="126" y="136"/>
                    <a:pt x="126" y="136"/>
                    <a:pt x="125" y="135"/>
                  </a:cubicBezTo>
                  <a:cubicBezTo>
                    <a:pt x="125" y="135"/>
                    <a:pt x="125" y="135"/>
                    <a:pt x="125" y="134"/>
                  </a:cubicBezTo>
                  <a:cubicBezTo>
                    <a:pt x="125" y="133"/>
                    <a:pt x="126" y="132"/>
                    <a:pt x="127" y="131"/>
                  </a:cubicBezTo>
                  <a:cubicBezTo>
                    <a:pt x="128" y="131"/>
                    <a:pt x="129" y="130"/>
                    <a:pt x="130" y="130"/>
                  </a:cubicBezTo>
                  <a:cubicBezTo>
                    <a:pt x="130" y="129"/>
                    <a:pt x="130" y="129"/>
                    <a:pt x="130" y="129"/>
                  </a:cubicBezTo>
                  <a:cubicBezTo>
                    <a:pt x="130" y="128"/>
                    <a:pt x="130" y="127"/>
                    <a:pt x="129" y="127"/>
                  </a:cubicBezTo>
                  <a:cubicBezTo>
                    <a:pt x="128" y="127"/>
                    <a:pt x="128" y="127"/>
                    <a:pt x="128" y="128"/>
                  </a:cubicBezTo>
                  <a:cubicBezTo>
                    <a:pt x="128" y="128"/>
                    <a:pt x="128" y="128"/>
                    <a:pt x="128" y="128"/>
                  </a:cubicBezTo>
                  <a:cubicBezTo>
                    <a:pt x="128" y="129"/>
                    <a:pt x="128" y="129"/>
                    <a:pt x="128" y="129"/>
                  </a:cubicBezTo>
                  <a:cubicBezTo>
                    <a:pt x="128" y="129"/>
                    <a:pt x="128" y="129"/>
                    <a:pt x="127" y="129"/>
                  </a:cubicBezTo>
                  <a:cubicBezTo>
                    <a:pt x="127" y="130"/>
                    <a:pt x="127" y="130"/>
                    <a:pt x="126" y="130"/>
                  </a:cubicBezTo>
                  <a:cubicBezTo>
                    <a:pt x="126" y="130"/>
                    <a:pt x="126" y="130"/>
                    <a:pt x="126" y="129"/>
                  </a:cubicBezTo>
                  <a:cubicBezTo>
                    <a:pt x="125" y="129"/>
                    <a:pt x="125" y="129"/>
                    <a:pt x="126" y="129"/>
                  </a:cubicBezTo>
                  <a:cubicBezTo>
                    <a:pt x="126" y="128"/>
                    <a:pt x="126" y="128"/>
                    <a:pt x="127" y="127"/>
                  </a:cubicBezTo>
                  <a:cubicBezTo>
                    <a:pt x="128" y="127"/>
                    <a:pt x="128" y="127"/>
                    <a:pt x="129" y="127"/>
                  </a:cubicBezTo>
                  <a:cubicBezTo>
                    <a:pt x="130" y="127"/>
                    <a:pt x="131" y="127"/>
                    <a:pt x="132" y="128"/>
                  </a:cubicBezTo>
                  <a:cubicBezTo>
                    <a:pt x="132" y="128"/>
                    <a:pt x="132" y="129"/>
                    <a:pt x="132" y="130"/>
                  </a:cubicBezTo>
                  <a:cubicBezTo>
                    <a:pt x="132" y="135"/>
                    <a:pt x="132" y="135"/>
                    <a:pt x="132" y="135"/>
                  </a:cubicBezTo>
                  <a:cubicBezTo>
                    <a:pt x="132" y="135"/>
                    <a:pt x="132" y="135"/>
                    <a:pt x="132" y="135"/>
                  </a:cubicBezTo>
                  <a:cubicBezTo>
                    <a:pt x="132" y="135"/>
                    <a:pt x="132" y="135"/>
                    <a:pt x="133" y="135"/>
                  </a:cubicBezTo>
                  <a:cubicBezTo>
                    <a:pt x="133" y="135"/>
                    <a:pt x="133" y="135"/>
                    <a:pt x="133" y="135"/>
                  </a:cubicBezTo>
                  <a:close/>
                  <a:moveTo>
                    <a:pt x="130" y="134"/>
                  </a:moveTo>
                  <a:cubicBezTo>
                    <a:pt x="130" y="131"/>
                    <a:pt x="130" y="131"/>
                    <a:pt x="130" y="131"/>
                  </a:cubicBezTo>
                  <a:cubicBezTo>
                    <a:pt x="129" y="131"/>
                    <a:pt x="128" y="131"/>
                    <a:pt x="128" y="131"/>
                  </a:cubicBezTo>
                  <a:cubicBezTo>
                    <a:pt x="127" y="132"/>
                    <a:pt x="126" y="132"/>
                    <a:pt x="126" y="133"/>
                  </a:cubicBezTo>
                  <a:cubicBezTo>
                    <a:pt x="126" y="134"/>
                    <a:pt x="127" y="135"/>
                    <a:pt x="128" y="135"/>
                  </a:cubicBezTo>
                  <a:cubicBezTo>
                    <a:pt x="128" y="135"/>
                    <a:pt x="129" y="135"/>
                    <a:pt x="130" y="134"/>
                  </a:cubicBezTo>
                  <a:close/>
                  <a:moveTo>
                    <a:pt x="144" y="136"/>
                  </a:moveTo>
                  <a:cubicBezTo>
                    <a:pt x="140" y="136"/>
                    <a:pt x="140" y="136"/>
                    <a:pt x="140" y="136"/>
                  </a:cubicBezTo>
                  <a:cubicBezTo>
                    <a:pt x="140" y="136"/>
                    <a:pt x="140" y="136"/>
                    <a:pt x="140" y="136"/>
                  </a:cubicBezTo>
                  <a:cubicBezTo>
                    <a:pt x="140" y="136"/>
                    <a:pt x="141" y="135"/>
                    <a:pt x="141" y="135"/>
                  </a:cubicBezTo>
                  <a:cubicBezTo>
                    <a:pt x="141" y="129"/>
                    <a:pt x="141" y="129"/>
                    <a:pt x="141" y="129"/>
                  </a:cubicBezTo>
                  <a:cubicBezTo>
                    <a:pt x="141" y="129"/>
                    <a:pt x="141" y="129"/>
                    <a:pt x="140" y="128"/>
                  </a:cubicBezTo>
                  <a:cubicBezTo>
                    <a:pt x="140" y="128"/>
                    <a:pt x="140" y="128"/>
                    <a:pt x="139" y="128"/>
                  </a:cubicBezTo>
                  <a:cubicBezTo>
                    <a:pt x="138" y="128"/>
                    <a:pt x="138" y="128"/>
                    <a:pt x="137" y="129"/>
                  </a:cubicBezTo>
                  <a:cubicBezTo>
                    <a:pt x="137" y="135"/>
                    <a:pt x="137" y="135"/>
                    <a:pt x="137" y="135"/>
                  </a:cubicBezTo>
                  <a:cubicBezTo>
                    <a:pt x="137" y="135"/>
                    <a:pt x="137" y="136"/>
                    <a:pt x="138" y="136"/>
                  </a:cubicBezTo>
                  <a:cubicBezTo>
                    <a:pt x="138" y="136"/>
                    <a:pt x="138" y="136"/>
                    <a:pt x="138" y="136"/>
                  </a:cubicBezTo>
                  <a:cubicBezTo>
                    <a:pt x="134" y="136"/>
                    <a:pt x="134" y="136"/>
                    <a:pt x="134" y="136"/>
                  </a:cubicBezTo>
                  <a:cubicBezTo>
                    <a:pt x="134" y="136"/>
                    <a:pt x="134" y="136"/>
                    <a:pt x="134" y="136"/>
                  </a:cubicBezTo>
                  <a:cubicBezTo>
                    <a:pt x="134" y="136"/>
                    <a:pt x="135" y="135"/>
                    <a:pt x="135" y="135"/>
                  </a:cubicBezTo>
                  <a:cubicBezTo>
                    <a:pt x="135" y="129"/>
                    <a:pt x="135" y="129"/>
                    <a:pt x="135" y="129"/>
                  </a:cubicBezTo>
                  <a:cubicBezTo>
                    <a:pt x="135" y="129"/>
                    <a:pt x="135" y="128"/>
                    <a:pt x="134" y="128"/>
                  </a:cubicBezTo>
                  <a:cubicBezTo>
                    <a:pt x="134" y="128"/>
                    <a:pt x="134" y="128"/>
                    <a:pt x="133" y="128"/>
                  </a:cubicBezTo>
                  <a:cubicBezTo>
                    <a:pt x="133" y="128"/>
                    <a:pt x="133" y="128"/>
                    <a:pt x="133" y="128"/>
                  </a:cubicBezTo>
                  <a:cubicBezTo>
                    <a:pt x="136" y="127"/>
                    <a:pt x="136" y="127"/>
                    <a:pt x="136" y="127"/>
                  </a:cubicBezTo>
                  <a:cubicBezTo>
                    <a:pt x="136" y="128"/>
                    <a:pt x="136" y="128"/>
                    <a:pt x="136" y="128"/>
                  </a:cubicBezTo>
                  <a:cubicBezTo>
                    <a:pt x="137" y="127"/>
                    <a:pt x="138" y="127"/>
                    <a:pt x="140" y="127"/>
                  </a:cubicBezTo>
                  <a:cubicBezTo>
                    <a:pt x="141" y="127"/>
                    <a:pt x="142" y="127"/>
                    <a:pt x="142" y="130"/>
                  </a:cubicBezTo>
                  <a:cubicBezTo>
                    <a:pt x="142" y="135"/>
                    <a:pt x="142" y="135"/>
                    <a:pt x="142" y="135"/>
                  </a:cubicBezTo>
                  <a:cubicBezTo>
                    <a:pt x="143" y="135"/>
                    <a:pt x="143" y="136"/>
                    <a:pt x="144" y="136"/>
                  </a:cubicBezTo>
                  <a:cubicBezTo>
                    <a:pt x="144" y="136"/>
                    <a:pt x="144" y="136"/>
                    <a:pt x="144" y="136"/>
                  </a:cubicBezTo>
                  <a:close/>
                  <a:moveTo>
                    <a:pt x="155" y="134"/>
                  </a:moveTo>
                  <a:cubicBezTo>
                    <a:pt x="154" y="135"/>
                    <a:pt x="153" y="135"/>
                    <a:pt x="152" y="136"/>
                  </a:cubicBezTo>
                  <a:cubicBezTo>
                    <a:pt x="152" y="134"/>
                    <a:pt x="152" y="134"/>
                    <a:pt x="152" y="134"/>
                  </a:cubicBezTo>
                  <a:cubicBezTo>
                    <a:pt x="151" y="135"/>
                    <a:pt x="150" y="136"/>
                    <a:pt x="149" y="136"/>
                  </a:cubicBezTo>
                  <a:cubicBezTo>
                    <a:pt x="148" y="136"/>
                    <a:pt x="148" y="136"/>
                    <a:pt x="147" y="135"/>
                  </a:cubicBezTo>
                  <a:cubicBezTo>
                    <a:pt x="146" y="134"/>
                    <a:pt x="145" y="133"/>
                    <a:pt x="145" y="131"/>
                  </a:cubicBezTo>
                  <a:cubicBezTo>
                    <a:pt x="145" y="130"/>
                    <a:pt x="146" y="129"/>
                    <a:pt x="146" y="128"/>
                  </a:cubicBezTo>
                  <a:cubicBezTo>
                    <a:pt x="146" y="127"/>
                    <a:pt x="148" y="126"/>
                    <a:pt x="149" y="126"/>
                  </a:cubicBezTo>
                  <a:cubicBezTo>
                    <a:pt x="150" y="126"/>
                    <a:pt x="150" y="126"/>
                    <a:pt x="151" y="127"/>
                  </a:cubicBezTo>
                  <a:cubicBezTo>
                    <a:pt x="150" y="124"/>
                    <a:pt x="150" y="124"/>
                    <a:pt x="150" y="124"/>
                  </a:cubicBezTo>
                  <a:cubicBezTo>
                    <a:pt x="150" y="123"/>
                    <a:pt x="150" y="123"/>
                    <a:pt x="150" y="123"/>
                  </a:cubicBezTo>
                  <a:cubicBezTo>
                    <a:pt x="150" y="123"/>
                    <a:pt x="150" y="123"/>
                    <a:pt x="149" y="123"/>
                  </a:cubicBezTo>
                  <a:cubicBezTo>
                    <a:pt x="149" y="123"/>
                    <a:pt x="149" y="123"/>
                    <a:pt x="149" y="123"/>
                  </a:cubicBezTo>
                  <a:cubicBezTo>
                    <a:pt x="150" y="123"/>
                    <a:pt x="150" y="122"/>
                    <a:pt x="152" y="121"/>
                  </a:cubicBezTo>
                  <a:cubicBezTo>
                    <a:pt x="153" y="133"/>
                    <a:pt x="153" y="133"/>
                    <a:pt x="153" y="133"/>
                  </a:cubicBezTo>
                  <a:cubicBezTo>
                    <a:pt x="153" y="134"/>
                    <a:pt x="153" y="134"/>
                    <a:pt x="153" y="134"/>
                  </a:cubicBezTo>
                  <a:cubicBezTo>
                    <a:pt x="154" y="134"/>
                    <a:pt x="155" y="134"/>
                    <a:pt x="155" y="134"/>
                  </a:cubicBezTo>
                  <a:cubicBezTo>
                    <a:pt x="155" y="134"/>
                    <a:pt x="155" y="134"/>
                    <a:pt x="155" y="134"/>
                  </a:cubicBezTo>
                  <a:close/>
                  <a:moveTo>
                    <a:pt x="152" y="133"/>
                  </a:moveTo>
                  <a:cubicBezTo>
                    <a:pt x="152" y="129"/>
                    <a:pt x="152" y="129"/>
                    <a:pt x="152" y="129"/>
                  </a:cubicBezTo>
                  <a:cubicBezTo>
                    <a:pt x="152" y="128"/>
                    <a:pt x="151" y="128"/>
                    <a:pt x="151" y="127"/>
                  </a:cubicBezTo>
                  <a:cubicBezTo>
                    <a:pt x="150" y="127"/>
                    <a:pt x="150" y="127"/>
                    <a:pt x="149" y="127"/>
                  </a:cubicBezTo>
                  <a:cubicBezTo>
                    <a:pt x="148" y="127"/>
                    <a:pt x="148" y="127"/>
                    <a:pt x="147" y="128"/>
                  </a:cubicBezTo>
                  <a:cubicBezTo>
                    <a:pt x="147" y="129"/>
                    <a:pt x="147" y="130"/>
                    <a:pt x="147" y="131"/>
                  </a:cubicBezTo>
                  <a:cubicBezTo>
                    <a:pt x="147" y="132"/>
                    <a:pt x="147" y="133"/>
                    <a:pt x="148" y="134"/>
                  </a:cubicBezTo>
                  <a:cubicBezTo>
                    <a:pt x="148" y="135"/>
                    <a:pt x="149" y="135"/>
                    <a:pt x="150" y="135"/>
                  </a:cubicBezTo>
                  <a:cubicBezTo>
                    <a:pt x="150" y="135"/>
                    <a:pt x="150" y="135"/>
                    <a:pt x="151" y="135"/>
                  </a:cubicBezTo>
                  <a:cubicBezTo>
                    <a:pt x="152" y="134"/>
                    <a:pt x="152" y="134"/>
                    <a:pt x="152" y="133"/>
                  </a:cubicBezTo>
                  <a:close/>
                  <a:moveTo>
                    <a:pt x="170" y="122"/>
                  </a:moveTo>
                  <a:cubicBezTo>
                    <a:pt x="170" y="122"/>
                    <a:pt x="170" y="122"/>
                    <a:pt x="170" y="122"/>
                  </a:cubicBezTo>
                  <a:cubicBezTo>
                    <a:pt x="169" y="121"/>
                    <a:pt x="169" y="120"/>
                    <a:pt x="169" y="120"/>
                  </a:cubicBezTo>
                  <a:cubicBezTo>
                    <a:pt x="168" y="120"/>
                    <a:pt x="168" y="120"/>
                    <a:pt x="167" y="120"/>
                  </a:cubicBezTo>
                  <a:cubicBezTo>
                    <a:pt x="165" y="120"/>
                    <a:pt x="165" y="120"/>
                    <a:pt x="165" y="120"/>
                  </a:cubicBezTo>
                  <a:cubicBezTo>
                    <a:pt x="167" y="131"/>
                    <a:pt x="167" y="131"/>
                    <a:pt x="167" y="131"/>
                  </a:cubicBezTo>
                  <a:cubicBezTo>
                    <a:pt x="168" y="132"/>
                    <a:pt x="168" y="132"/>
                    <a:pt x="170" y="132"/>
                  </a:cubicBezTo>
                  <a:cubicBezTo>
                    <a:pt x="170" y="132"/>
                    <a:pt x="170" y="132"/>
                    <a:pt x="170" y="132"/>
                  </a:cubicBezTo>
                  <a:cubicBezTo>
                    <a:pt x="164" y="133"/>
                    <a:pt x="164" y="133"/>
                    <a:pt x="164" y="133"/>
                  </a:cubicBezTo>
                  <a:cubicBezTo>
                    <a:pt x="164" y="133"/>
                    <a:pt x="164" y="133"/>
                    <a:pt x="164" y="133"/>
                  </a:cubicBezTo>
                  <a:cubicBezTo>
                    <a:pt x="165" y="133"/>
                    <a:pt x="166" y="132"/>
                    <a:pt x="165" y="131"/>
                  </a:cubicBezTo>
                  <a:cubicBezTo>
                    <a:pt x="163" y="121"/>
                    <a:pt x="163" y="121"/>
                    <a:pt x="163" y="121"/>
                  </a:cubicBezTo>
                  <a:cubicBezTo>
                    <a:pt x="161" y="121"/>
                    <a:pt x="161" y="121"/>
                    <a:pt x="161" y="121"/>
                  </a:cubicBezTo>
                  <a:cubicBezTo>
                    <a:pt x="160" y="121"/>
                    <a:pt x="160" y="122"/>
                    <a:pt x="159" y="122"/>
                  </a:cubicBezTo>
                  <a:cubicBezTo>
                    <a:pt x="159" y="123"/>
                    <a:pt x="159" y="123"/>
                    <a:pt x="159" y="124"/>
                  </a:cubicBezTo>
                  <a:cubicBezTo>
                    <a:pt x="159" y="124"/>
                    <a:pt x="159" y="124"/>
                    <a:pt x="159" y="124"/>
                  </a:cubicBezTo>
                  <a:cubicBezTo>
                    <a:pt x="158" y="121"/>
                    <a:pt x="158" y="121"/>
                    <a:pt x="158" y="121"/>
                  </a:cubicBezTo>
                  <a:cubicBezTo>
                    <a:pt x="169" y="118"/>
                    <a:pt x="169" y="118"/>
                    <a:pt x="169" y="118"/>
                  </a:cubicBezTo>
                  <a:cubicBezTo>
                    <a:pt x="170" y="122"/>
                    <a:pt x="170" y="122"/>
                    <a:pt x="170" y="122"/>
                  </a:cubicBezTo>
                  <a:close/>
                  <a:moveTo>
                    <a:pt x="181" y="125"/>
                  </a:moveTo>
                  <a:cubicBezTo>
                    <a:pt x="181" y="126"/>
                    <a:pt x="181" y="127"/>
                    <a:pt x="180" y="128"/>
                  </a:cubicBezTo>
                  <a:cubicBezTo>
                    <a:pt x="180" y="129"/>
                    <a:pt x="179" y="130"/>
                    <a:pt x="178" y="130"/>
                  </a:cubicBezTo>
                  <a:cubicBezTo>
                    <a:pt x="177" y="131"/>
                    <a:pt x="176" y="131"/>
                    <a:pt x="176" y="130"/>
                  </a:cubicBezTo>
                  <a:cubicBezTo>
                    <a:pt x="174" y="129"/>
                    <a:pt x="174" y="128"/>
                    <a:pt x="173" y="127"/>
                  </a:cubicBezTo>
                  <a:cubicBezTo>
                    <a:pt x="173" y="126"/>
                    <a:pt x="173" y="125"/>
                    <a:pt x="173" y="123"/>
                  </a:cubicBezTo>
                  <a:cubicBezTo>
                    <a:pt x="174" y="122"/>
                    <a:pt x="174" y="121"/>
                    <a:pt x="176" y="121"/>
                  </a:cubicBezTo>
                  <a:cubicBezTo>
                    <a:pt x="177" y="121"/>
                    <a:pt x="178" y="121"/>
                    <a:pt x="178" y="121"/>
                  </a:cubicBezTo>
                  <a:cubicBezTo>
                    <a:pt x="179" y="121"/>
                    <a:pt x="180" y="122"/>
                    <a:pt x="180" y="123"/>
                  </a:cubicBezTo>
                  <a:cubicBezTo>
                    <a:pt x="174" y="125"/>
                    <a:pt x="174" y="125"/>
                    <a:pt x="174" y="125"/>
                  </a:cubicBezTo>
                  <a:cubicBezTo>
                    <a:pt x="175" y="126"/>
                    <a:pt x="176" y="127"/>
                    <a:pt x="176" y="128"/>
                  </a:cubicBezTo>
                  <a:cubicBezTo>
                    <a:pt x="177" y="129"/>
                    <a:pt x="178" y="129"/>
                    <a:pt x="179" y="128"/>
                  </a:cubicBezTo>
                  <a:cubicBezTo>
                    <a:pt x="180" y="128"/>
                    <a:pt x="180" y="127"/>
                    <a:pt x="181" y="127"/>
                  </a:cubicBezTo>
                  <a:cubicBezTo>
                    <a:pt x="180" y="127"/>
                    <a:pt x="181" y="126"/>
                    <a:pt x="181" y="125"/>
                  </a:cubicBezTo>
                  <a:cubicBezTo>
                    <a:pt x="181" y="125"/>
                    <a:pt x="181" y="125"/>
                    <a:pt x="181" y="125"/>
                  </a:cubicBezTo>
                  <a:close/>
                  <a:moveTo>
                    <a:pt x="178" y="123"/>
                  </a:moveTo>
                  <a:cubicBezTo>
                    <a:pt x="177" y="122"/>
                    <a:pt x="176" y="121"/>
                    <a:pt x="175" y="122"/>
                  </a:cubicBezTo>
                  <a:cubicBezTo>
                    <a:pt x="174" y="122"/>
                    <a:pt x="173" y="123"/>
                    <a:pt x="173" y="125"/>
                  </a:cubicBezTo>
                  <a:cubicBezTo>
                    <a:pt x="178" y="123"/>
                    <a:pt x="178" y="123"/>
                    <a:pt x="178" y="123"/>
                  </a:cubicBezTo>
                  <a:close/>
                  <a:moveTo>
                    <a:pt x="190" y="122"/>
                  </a:moveTo>
                  <a:cubicBezTo>
                    <a:pt x="190" y="123"/>
                    <a:pt x="190" y="124"/>
                    <a:pt x="190" y="125"/>
                  </a:cubicBezTo>
                  <a:cubicBezTo>
                    <a:pt x="189" y="126"/>
                    <a:pt x="188" y="127"/>
                    <a:pt x="188" y="127"/>
                  </a:cubicBezTo>
                  <a:cubicBezTo>
                    <a:pt x="186" y="127"/>
                    <a:pt x="186" y="127"/>
                    <a:pt x="184" y="127"/>
                  </a:cubicBezTo>
                  <a:cubicBezTo>
                    <a:pt x="183" y="127"/>
                    <a:pt x="182" y="125"/>
                    <a:pt x="182" y="124"/>
                  </a:cubicBezTo>
                  <a:cubicBezTo>
                    <a:pt x="182" y="123"/>
                    <a:pt x="182" y="122"/>
                    <a:pt x="182" y="121"/>
                  </a:cubicBezTo>
                  <a:cubicBezTo>
                    <a:pt x="182" y="119"/>
                    <a:pt x="183" y="119"/>
                    <a:pt x="185" y="118"/>
                  </a:cubicBezTo>
                  <a:cubicBezTo>
                    <a:pt x="186" y="118"/>
                    <a:pt x="186" y="118"/>
                    <a:pt x="187" y="118"/>
                  </a:cubicBezTo>
                  <a:cubicBezTo>
                    <a:pt x="188" y="118"/>
                    <a:pt x="188" y="118"/>
                    <a:pt x="188" y="119"/>
                  </a:cubicBezTo>
                  <a:cubicBezTo>
                    <a:pt x="188" y="119"/>
                    <a:pt x="188" y="119"/>
                    <a:pt x="188" y="119"/>
                  </a:cubicBezTo>
                  <a:cubicBezTo>
                    <a:pt x="188" y="120"/>
                    <a:pt x="188" y="120"/>
                    <a:pt x="188" y="120"/>
                  </a:cubicBezTo>
                  <a:cubicBezTo>
                    <a:pt x="188" y="120"/>
                    <a:pt x="188" y="120"/>
                    <a:pt x="187" y="120"/>
                  </a:cubicBezTo>
                  <a:cubicBezTo>
                    <a:pt x="187" y="120"/>
                    <a:pt x="187" y="119"/>
                    <a:pt x="187" y="119"/>
                  </a:cubicBezTo>
                  <a:cubicBezTo>
                    <a:pt x="187" y="119"/>
                    <a:pt x="186" y="119"/>
                    <a:pt x="186" y="119"/>
                  </a:cubicBezTo>
                  <a:cubicBezTo>
                    <a:pt x="186" y="119"/>
                    <a:pt x="185" y="119"/>
                    <a:pt x="185" y="119"/>
                  </a:cubicBezTo>
                  <a:cubicBezTo>
                    <a:pt x="184" y="119"/>
                    <a:pt x="183" y="120"/>
                    <a:pt x="183" y="121"/>
                  </a:cubicBezTo>
                  <a:cubicBezTo>
                    <a:pt x="183" y="121"/>
                    <a:pt x="183" y="122"/>
                    <a:pt x="184" y="123"/>
                  </a:cubicBezTo>
                  <a:cubicBezTo>
                    <a:pt x="184" y="124"/>
                    <a:pt x="185" y="125"/>
                    <a:pt x="186" y="125"/>
                  </a:cubicBezTo>
                  <a:cubicBezTo>
                    <a:pt x="186" y="126"/>
                    <a:pt x="187" y="126"/>
                    <a:pt x="188" y="126"/>
                  </a:cubicBezTo>
                  <a:cubicBezTo>
                    <a:pt x="189" y="125"/>
                    <a:pt x="190" y="124"/>
                    <a:pt x="190" y="122"/>
                  </a:cubicBezTo>
                  <a:cubicBezTo>
                    <a:pt x="190" y="122"/>
                    <a:pt x="190" y="122"/>
                    <a:pt x="190" y="122"/>
                  </a:cubicBezTo>
                  <a:close/>
                  <a:moveTo>
                    <a:pt x="202" y="120"/>
                  </a:moveTo>
                  <a:cubicBezTo>
                    <a:pt x="198" y="122"/>
                    <a:pt x="198" y="122"/>
                    <a:pt x="198" y="122"/>
                  </a:cubicBezTo>
                  <a:cubicBezTo>
                    <a:pt x="198" y="121"/>
                    <a:pt x="198" y="121"/>
                    <a:pt x="198" y="121"/>
                  </a:cubicBezTo>
                  <a:cubicBezTo>
                    <a:pt x="199" y="121"/>
                    <a:pt x="199" y="121"/>
                    <a:pt x="198" y="120"/>
                  </a:cubicBezTo>
                  <a:cubicBezTo>
                    <a:pt x="196" y="115"/>
                    <a:pt x="196" y="115"/>
                    <a:pt x="196" y="115"/>
                  </a:cubicBezTo>
                  <a:cubicBezTo>
                    <a:pt x="195" y="114"/>
                    <a:pt x="195" y="114"/>
                    <a:pt x="194" y="115"/>
                  </a:cubicBezTo>
                  <a:cubicBezTo>
                    <a:pt x="193" y="115"/>
                    <a:pt x="192" y="116"/>
                    <a:pt x="192" y="117"/>
                  </a:cubicBezTo>
                  <a:cubicBezTo>
                    <a:pt x="194" y="121"/>
                    <a:pt x="194" y="121"/>
                    <a:pt x="194" y="121"/>
                  </a:cubicBezTo>
                  <a:cubicBezTo>
                    <a:pt x="195" y="122"/>
                    <a:pt x="196" y="122"/>
                    <a:pt x="196" y="122"/>
                  </a:cubicBezTo>
                  <a:cubicBezTo>
                    <a:pt x="196" y="122"/>
                    <a:pt x="196" y="122"/>
                    <a:pt x="196" y="122"/>
                  </a:cubicBezTo>
                  <a:cubicBezTo>
                    <a:pt x="192" y="124"/>
                    <a:pt x="192" y="124"/>
                    <a:pt x="192" y="124"/>
                  </a:cubicBezTo>
                  <a:cubicBezTo>
                    <a:pt x="192" y="124"/>
                    <a:pt x="192" y="124"/>
                    <a:pt x="192" y="124"/>
                  </a:cubicBezTo>
                  <a:cubicBezTo>
                    <a:pt x="193" y="123"/>
                    <a:pt x="193" y="123"/>
                    <a:pt x="192" y="122"/>
                  </a:cubicBezTo>
                  <a:cubicBezTo>
                    <a:pt x="188" y="113"/>
                    <a:pt x="188" y="113"/>
                    <a:pt x="188" y="113"/>
                  </a:cubicBezTo>
                  <a:cubicBezTo>
                    <a:pt x="187" y="113"/>
                    <a:pt x="187" y="113"/>
                    <a:pt x="187" y="113"/>
                  </a:cubicBezTo>
                  <a:cubicBezTo>
                    <a:pt x="187" y="113"/>
                    <a:pt x="186" y="113"/>
                    <a:pt x="186" y="113"/>
                  </a:cubicBezTo>
                  <a:cubicBezTo>
                    <a:pt x="186" y="113"/>
                    <a:pt x="186" y="113"/>
                    <a:pt x="186" y="113"/>
                  </a:cubicBezTo>
                  <a:cubicBezTo>
                    <a:pt x="186" y="112"/>
                    <a:pt x="187" y="111"/>
                    <a:pt x="188" y="110"/>
                  </a:cubicBezTo>
                  <a:cubicBezTo>
                    <a:pt x="191" y="116"/>
                    <a:pt x="191" y="116"/>
                    <a:pt x="191" y="116"/>
                  </a:cubicBezTo>
                  <a:cubicBezTo>
                    <a:pt x="192" y="114"/>
                    <a:pt x="192" y="113"/>
                    <a:pt x="193" y="113"/>
                  </a:cubicBezTo>
                  <a:cubicBezTo>
                    <a:pt x="195" y="112"/>
                    <a:pt x="196" y="113"/>
                    <a:pt x="197" y="115"/>
                  </a:cubicBezTo>
                  <a:cubicBezTo>
                    <a:pt x="199" y="119"/>
                    <a:pt x="199" y="119"/>
                    <a:pt x="199" y="119"/>
                  </a:cubicBezTo>
                  <a:cubicBezTo>
                    <a:pt x="200" y="120"/>
                    <a:pt x="201" y="120"/>
                    <a:pt x="202" y="120"/>
                  </a:cubicBezTo>
                  <a:cubicBezTo>
                    <a:pt x="202" y="120"/>
                    <a:pt x="202" y="120"/>
                    <a:pt x="202" y="120"/>
                  </a:cubicBezTo>
                  <a:close/>
                  <a:moveTo>
                    <a:pt x="212" y="114"/>
                  </a:moveTo>
                  <a:cubicBezTo>
                    <a:pt x="208" y="116"/>
                    <a:pt x="208" y="116"/>
                    <a:pt x="208" y="116"/>
                  </a:cubicBezTo>
                  <a:cubicBezTo>
                    <a:pt x="208" y="116"/>
                    <a:pt x="208" y="116"/>
                    <a:pt x="208" y="116"/>
                  </a:cubicBezTo>
                  <a:cubicBezTo>
                    <a:pt x="209" y="115"/>
                    <a:pt x="209" y="115"/>
                    <a:pt x="209" y="114"/>
                  </a:cubicBezTo>
                  <a:cubicBezTo>
                    <a:pt x="206" y="110"/>
                    <a:pt x="206" y="110"/>
                    <a:pt x="206" y="110"/>
                  </a:cubicBezTo>
                  <a:cubicBezTo>
                    <a:pt x="206" y="109"/>
                    <a:pt x="206" y="109"/>
                    <a:pt x="206" y="109"/>
                  </a:cubicBezTo>
                  <a:cubicBezTo>
                    <a:pt x="205" y="109"/>
                    <a:pt x="205" y="109"/>
                    <a:pt x="204" y="109"/>
                  </a:cubicBezTo>
                  <a:cubicBezTo>
                    <a:pt x="203" y="110"/>
                    <a:pt x="202" y="111"/>
                    <a:pt x="202" y="111"/>
                  </a:cubicBezTo>
                  <a:cubicBezTo>
                    <a:pt x="205" y="116"/>
                    <a:pt x="205" y="116"/>
                    <a:pt x="205" y="116"/>
                  </a:cubicBezTo>
                  <a:cubicBezTo>
                    <a:pt x="206" y="117"/>
                    <a:pt x="206" y="117"/>
                    <a:pt x="207" y="117"/>
                  </a:cubicBezTo>
                  <a:cubicBezTo>
                    <a:pt x="207" y="117"/>
                    <a:pt x="207" y="117"/>
                    <a:pt x="207" y="117"/>
                  </a:cubicBezTo>
                  <a:cubicBezTo>
                    <a:pt x="203" y="119"/>
                    <a:pt x="203" y="119"/>
                    <a:pt x="203" y="119"/>
                  </a:cubicBezTo>
                  <a:cubicBezTo>
                    <a:pt x="203" y="119"/>
                    <a:pt x="203" y="119"/>
                    <a:pt x="203" y="119"/>
                  </a:cubicBezTo>
                  <a:cubicBezTo>
                    <a:pt x="204" y="119"/>
                    <a:pt x="204" y="118"/>
                    <a:pt x="204" y="117"/>
                  </a:cubicBezTo>
                  <a:cubicBezTo>
                    <a:pt x="201" y="113"/>
                    <a:pt x="201" y="113"/>
                    <a:pt x="201" y="113"/>
                  </a:cubicBezTo>
                  <a:cubicBezTo>
                    <a:pt x="200" y="112"/>
                    <a:pt x="200" y="112"/>
                    <a:pt x="200" y="112"/>
                  </a:cubicBezTo>
                  <a:cubicBezTo>
                    <a:pt x="200" y="112"/>
                    <a:pt x="200" y="112"/>
                    <a:pt x="199" y="113"/>
                  </a:cubicBezTo>
                  <a:cubicBezTo>
                    <a:pt x="199" y="112"/>
                    <a:pt x="199" y="112"/>
                    <a:pt x="199" y="112"/>
                  </a:cubicBezTo>
                  <a:cubicBezTo>
                    <a:pt x="201" y="110"/>
                    <a:pt x="201" y="110"/>
                    <a:pt x="201" y="110"/>
                  </a:cubicBezTo>
                  <a:cubicBezTo>
                    <a:pt x="202" y="111"/>
                    <a:pt x="202" y="111"/>
                    <a:pt x="202" y="111"/>
                  </a:cubicBezTo>
                  <a:cubicBezTo>
                    <a:pt x="202" y="110"/>
                    <a:pt x="203" y="109"/>
                    <a:pt x="204" y="108"/>
                  </a:cubicBezTo>
                  <a:cubicBezTo>
                    <a:pt x="205" y="107"/>
                    <a:pt x="206" y="108"/>
                    <a:pt x="208" y="110"/>
                  </a:cubicBezTo>
                  <a:cubicBezTo>
                    <a:pt x="210" y="114"/>
                    <a:pt x="210" y="114"/>
                    <a:pt x="210" y="114"/>
                  </a:cubicBezTo>
                  <a:cubicBezTo>
                    <a:pt x="210" y="114"/>
                    <a:pt x="211" y="115"/>
                    <a:pt x="212" y="114"/>
                  </a:cubicBezTo>
                  <a:cubicBezTo>
                    <a:pt x="212" y="114"/>
                    <a:pt x="212" y="114"/>
                    <a:pt x="212" y="114"/>
                  </a:cubicBezTo>
                  <a:close/>
                  <a:moveTo>
                    <a:pt x="218" y="104"/>
                  </a:moveTo>
                  <a:cubicBezTo>
                    <a:pt x="219" y="105"/>
                    <a:pt x="219" y="107"/>
                    <a:pt x="219" y="108"/>
                  </a:cubicBezTo>
                  <a:cubicBezTo>
                    <a:pt x="219" y="109"/>
                    <a:pt x="218" y="110"/>
                    <a:pt x="217" y="111"/>
                  </a:cubicBezTo>
                  <a:cubicBezTo>
                    <a:pt x="216" y="112"/>
                    <a:pt x="215" y="112"/>
                    <a:pt x="214" y="112"/>
                  </a:cubicBezTo>
                  <a:cubicBezTo>
                    <a:pt x="212" y="111"/>
                    <a:pt x="211" y="111"/>
                    <a:pt x="210" y="110"/>
                  </a:cubicBezTo>
                  <a:cubicBezTo>
                    <a:pt x="210" y="109"/>
                    <a:pt x="209" y="107"/>
                    <a:pt x="209" y="106"/>
                  </a:cubicBezTo>
                  <a:cubicBezTo>
                    <a:pt x="209" y="105"/>
                    <a:pt x="210" y="104"/>
                    <a:pt x="211" y="103"/>
                  </a:cubicBezTo>
                  <a:cubicBezTo>
                    <a:pt x="212" y="102"/>
                    <a:pt x="214" y="102"/>
                    <a:pt x="215" y="102"/>
                  </a:cubicBezTo>
                  <a:cubicBezTo>
                    <a:pt x="216" y="102"/>
                    <a:pt x="217" y="103"/>
                    <a:pt x="218" y="104"/>
                  </a:cubicBezTo>
                  <a:close/>
                  <a:moveTo>
                    <a:pt x="217" y="106"/>
                  </a:moveTo>
                  <a:cubicBezTo>
                    <a:pt x="216" y="105"/>
                    <a:pt x="215" y="104"/>
                    <a:pt x="214" y="103"/>
                  </a:cubicBezTo>
                  <a:cubicBezTo>
                    <a:pt x="213" y="103"/>
                    <a:pt x="212" y="103"/>
                    <a:pt x="212" y="103"/>
                  </a:cubicBezTo>
                  <a:cubicBezTo>
                    <a:pt x="211" y="104"/>
                    <a:pt x="211" y="105"/>
                    <a:pt x="211" y="105"/>
                  </a:cubicBezTo>
                  <a:cubicBezTo>
                    <a:pt x="211" y="106"/>
                    <a:pt x="211" y="107"/>
                    <a:pt x="212" y="108"/>
                  </a:cubicBezTo>
                  <a:cubicBezTo>
                    <a:pt x="212" y="109"/>
                    <a:pt x="213" y="110"/>
                    <a:pt x="214" y="110"/>
                  </a:cubicBezTo>
                  <a:cubicBezTo>
                    <a:pt x="215" y="111"/>
                    <a:pt x="216" y="111"/>
                    <a:pt x="217" y="110"/>
                  </a:cubicBezTo>
                  <a:cubicBezTo>
                    <a:pt x="218" y="110"/>
                    <a:pt x="218" y="109"/>
                    <a:pt x="218" y="108"/>
                  </a:cubicBezTo>
                  <a:cubicBezTo>
                    <a:pt x="218" y="107"/>
                    <a:pt x="217" y="107"/>
                    <a:pt x="217" y="106"/>
                  </a:cubicBezTo>
                  <a:close/>
                  <a:moveTo>
                    <a:pt x="226" y="103"/>
                  </a:moveTo>
                  <a:cubicBezTo>
                    <a:pt x="222" y="107"/>
                    <a:pt x="222" y="107"/>
                    <a:pt x="222" y="107"/>
                  </a:cubicBezTo>
                  <a:cubicBezTo>
                    <a:pt x="222" y="106"/>
                    <a:pt x="222" y="106"/>
                    <a:pt x="222" y="106"/>
                  </a:cubicBezTo>
                  <a:cubicBezTo>
                    <a:pt x="223" y="105"/>
                    <a:pt x="223" y="105"/>
                    <a:pt x="223" y="104"/>
                  </a:cubicBezTo>
                  <a:cubicBezTo>
                    <a:pt x="216" y="97"/>
                    <a:pt x="216" y="97"/>
                    <a:pt x="216" y="97"/>
                  </a:cubicBezTo>
                  <a:cubicBezTo>
                    <a:pt x="216" y="96"/>
                    <a:pt x="216" y="96"/>
                    <a:pt x="215" y="96"/>
                  </a:cubicBezTo>
                  <a:cubicBezTo>
                    <a:pt x="215" y="96"/>
                    <a:pt x="215" y="96"/>
                    <a:pt x="214" y="97"/>
                  </a:cubicBezTo>
                  <a:cubicBezTo>
                    <a:pt x="214" y="97"/>
                    <a:pt x="214" y="97"/>
                    <a:pt x="214" y="97"/>
                  </a:cubicBezTo>
                  <a:cubicBezTo>
                    <a:pt x="214" y="97"/>
                    <a:pt x="214" y="97"/>
                    <a:pt x="214" y="97"/>
                  </a:cubicBezTo>
                  <a:cubicBezTo>
                    <a:pt x="214" y="96"/>
                    <a:pt x="215" y="95"/>
                    <a:pt x="216" y="94"/>
                  </a:cubicBezTo>
                  <a:cubicBezTo>
                    <a:pt x="224" y="103"/>
                    <a:pt x="224" y="103"/>
                    <a:pt x="224" y="103"/>
                  </a:cubicBezTo>
                  <a:cubicBezTo>
                    <a:pt x="224" y="104"/>
                    <a:pt x="225" y="104"/>
                    <a:pt x="226" y="103"/>
                  </a:cubicBezTo>
                  <a:cubicBezTo>
                    <a:pt x="226" y="103"/>
                    <a:pt x="226" y="103"/>
                    <a:pt x="226" y="103"/>
                  </a:cubicBezTo>
                  <a:close/>
                  <a:moveTo>
                    <a:pt x="231" y="93"/>
                  </a:moveTo>
                  <a:cubicBezTo>
                    <a:pt x="232" y="94"/>
                    <a:pt x="232" y="95"/>
                    <a:pt x="232" y="96"/>
                  </a:cubicBezTo>
                  <a:cubicBezTo>
                    <a:pt x="232" y="97"/>
                    <a:pt x="232" y="99"/>
                    <a:pt x="230" y="99"/>
                  </a:cubicBezTo>
                  <a:cubicBezTo>
                    <a:pt x="230" y="100"/>
                    <a:pt x="228" y="101"/>
                    <a:pt x="227" y="101"/>
                  </a:cubicBezTo>
                  <a:cubicBezTo>
                    <a:pt x="226" y="101"/>
                    <a:pt x="225" y="100"/>
                    <a:pt x="224" y="99"/>
                  </a:cubicBezTo>
                  <a:cubicBezTo>
                    <a:pt x="223" y="98"/>
                    <a:pt x="222" y="97"/>
                    <a:pt x="222" y="96"/>
                  </a:cubicBezTo>
                  <a:cubicBezTo>
                    <a:pt x="222" y="95"/>
                    <a:pt x="223" y="93"/>
                    <a:pt x="224" y="93"/>
                  </a:cubicBezTo>
                  <a:cubicBezTo>
                    <a:pt x="225" y="92"/>
                    <a:pt x="226" y="91"/>
                    <a:pt x="227" y="91"/>
                  </a:cubicBezTo>
                  <a:cubicBezTo>
                    <a:pt x="229" y="91"/>
                    <a:pt x="230" y="91"/>
                    <a:pt x="231" y="93"/>
                  </a:cubicBezTo>
                  <a:close/>
                  <a:moveTo>
                    <a:pt x="230" y="95"/>
                  </a:moveTo>
                  <a:cubicBezTo>
                    <a:pt x="229" y="94"/>
                    <a:pt x="228" y="93"/>
                    <a:pt x="227" y="93"/>
                  </a:cubicBezTo>
                  <a:cubicBezTo>
                    <a:pt x="226" y="92"/>
                    <a:pt x="225" y="92"/>
                    <a:pt x="224" y="93"/>
                  </a:cubicBezTo>
                  <a:cubicBezTo>
                    <a:pt x="224" y="93"/>
                    <a:pt x="224" y="94"/>
                    <a:pt x="224" y="95"/>
                  </a:cubicBezTo>
                  <a:cubicBezTo>
                    <a:pt x="224" y="96"/>
                    <a:pt x="224" y="96"/>
                    <a:pt x="225" y="97"/>
                  </a:cubicBezTo>
                  <a:cubicBezTo>
                    <a:pt x="226" y="98"/>
                    <a:pt x="227" y="99"/>
                    <a:pt x="228" y="99"/>
                  </a:cubicBezTo>
                  <a:cubicBezTo>
                    <a:pt x="229" y="99"/>
                    <a:pt x="230" y="99"/>
                    <a:pt x="231" y="99"/>
                  </a:cubicBezTo>
                  <a:cubicBezTo>
                    <a:pt x="232" y="98"/>
                    <a:pt x="232" y="97"/>
                    <a:pt x="231" y="97"/>
                  </a:cubicBezTo>
                  <a:cubicBezTo>
                    <a:pt x="231" y="96"/>
                    <a:pt x="231" y="95"/>
                    <a:pt x="230" y="95"/>
                  </a:cubicBezTo>
                  <a:close/>
                  <a:moveTo>
                    <a:pt x="236" y="82"/>
                  </a:moveTo>
                  <a:cubicBezTo>
                    <a:pt x="234" y="83"/>
                    <a:pt x="234" y="83"/>
                    <a:pt x="234" y="83"/>
                  </a:cubicBezTo>
                  <a:cubicBezTo>
                    <a:pt x="235" y="83"/>
                    <a:pt x="236" y="84"/>
                    <a:pt x="236" y="84"/>
                  </a:cubicBezTo>
                  <a:cubicBezTo>
                    <a:pt x="237" y="85"/>
                    <a:pt x="237" y="85"/>
                    <a:pt x="237" y="87"/>
                  </a:cubicBezTo>
                  <a:cubicBezTo>
                    <a:pt x="237" y="87"/>
                    <a:pt x="237" y="88"/>
                    <a:pt x="236" y="89"/>
                  </a:cubicBezTo>
                  <a:cubicBezTo>
                    <a:pt x="236" y="89"/>
                    <a:pt x="236" y="89"/>
                    <a:pt x="236" y="90"/>
                  </a:cubicBezTo>
                  <a:cubicBezTo>
                    <a:pt x="236" y="91"/>
                    <a:pt x="236" y="91"/>
                    <a:pt x="236" y="91"/>
                  </a:cubicBezTo>
                  <a:cubicBezTo>
                    <a:pt x="236" y="92"/>
                    <a:pt x="237" y="91"/>
                    <a:pt x="238" y="90"/>
                  </a:cubicBezTo>
                  <a:cubicBezTo>
                    <a:pt x="239" y="89"/>
                    <a:pt x="240" y="88"/>
                    <a:pt x="240" y="87"/>
                  </a:cubicBezTo>
                  <a:cubicBezTo>
                    <a:pt x="241" y="87"/>
                    <a:pt x="242" y="87"/>
                    <a:pt x="242" y="88"/>
                  </a:cubicBezTo>
                  <a:cubicBezTo>
                    <a:pt x="243" y="88"/>
                    <a:pt x="243" y="89"/>
                    <a:pt x="243" y="91"/>
                  </a:cubicBezTo>
                  <a:cubicBezTo>
                    <a:pt x="243" y="92"/>
                    <a:pt x="242" y="93"/>
                    <a:pt x="242" y="94"/>
                  </a:cubicBezTo>
                  <a:cubicBezTo>
                    <a:pt x="241" y="95"/>
                    <a:pt x="240" y="95"/>
                    <a:pt x="239" y="96"/>
                  </a:cubicBezTo>
                  <a:cubicBezTo>
                    <a:pt x="238" y="96"/>
                    <a:pt x="238" y="96"/>
                    <a:pt x="238" y="95"/>
                  </a:cubicBezTo>
                  <a:cubicBezTo>
                    <a:pt x="237" y="95"/>
                    <a:pt x="237" y="95"/>
                    <a:pt x="237" y="94"/>
                  </a:cubicBezTo>
                  <a:cubicBezTo>
                    <a:pt x="237" y="94"/>
                    <a:pt x="237" y="93"/>
                    <a:pt x="237" y="93"/>
                  </a:cubicBezTo>
                  <a:cubicBezTo>
                    <a:pt x="237" y="93"/>
                    <a:pt x="237" y="93"/>
                    <a:pt x="236" y="93"/>
                  </a:cubicBezTo>
                  <a:cubicBezTo>
                    <a:pt x="236" y="93"/>
                    <a:pt x="236" y="93"/>
                    <a:pt x="236" y="93"/>
                  </a:cubicBezTo>
                  <a:cubicBezTo>
                    <a:pt x="235" y="93"/>
                    <a:pt x="235" y="92"/>
                    <a:pt x="235" y="92"/>
                  </a:cubicBezTo>
                  <a:cubicBezTo>
                    <a:pt x="235" y="91"/>
                    <a:pt x="235" y="91"/>
                    <a:pt x="235" y="90"/>
                  </a:cubicBezTo>
                  <a:cubicBezTo>
                    <a:pt x="234" y="91"/>
                    <a:pt x="233" y="91"/>
                    <a:pt x="232" y="90"/>
                  </a:cubicBezTo>
                  <a:cubicBezTo>
                    <a:pt x="231" y="89"/>
                    <a:pt x="230" y="89"/>
                    <a:pt x="230" y="87"/>
                  </a:cubicBezTo>
                  <a:cubicBezTo>
                    <a:pt x="230" y="87"/>
                    <a:pt x="231" y="85"/>
                    <a:pt x="232" y="85"/>
                  </a:cubicBezTo>
                  <a:cubicBezTo>
                    <a:pt x="232" y="84"/>
                    <a:pt x="232" y="84"/>
                    <a:pt x="233" y="83"/>
                  </a:cubicBezTo>
                  <a:cubicBezTo>
                    <a:pt x="234" y="83"/>
                    <a:pt x="234" y="83"/>
                    <a:pt x="234" y="83"/>
                  </a:cubicBezTo>
                  <a:cubicBezTo>
                    <a:pt x="235" y="81"/>
                    <a:pt x="235" y="81"/>
                    <a:pt x="235" y="81"/>
                  </a:cubicBezTo>
                  <a:cubicBezTo>
                    <a:pt x="236" y="82"/>
                    <a:pt x="236" y="82"/>
                    <a:pt x="236" y="82"/>
                  </a:cubicBezTo>
                  <a:close/>
                  <a:moveTo>
                    <a:pt x="236" y="86"/>
                  </a:moveTo>
                  <a:cubicBezTo>
                    <a:pt x="235" y="86"/>
                    <a:pt x="234" y="85"/>
                    <a:pt x="234" y="85"/>
                  </a:cubicBezTo>
                  <a:cubicBezTo>
                    <a:pt x="233" y="85"/>
                    <a:pt x="232" y="85"/>
                    <a:pt x="232" y="85"/>
                  </a:cubicBezTo>
                  <a:cubicBezTo>
                    <a:pt x="231" y="86"/>
                    <a:pt x="231" y="86"/>
                    <a:pt x="231" y="87"/>
                  </a:cubicBezTo>
                  <a:cubicBezTo>
                    <a:pt x="231" y="87"/>
                    <a:pt x="232" y="87"/>
                    <a:pt x="232" y="88"/>
                  </a:cubicBezTo>
                  <a:cubicBezTo>
                    <a:pt x="233" y="88"/>
                    <a:pt x="233" y="89"/>
                    <a:pt x="234" y="89"/>
                  </a:cubicBezTo>
                  <a:cubicBezTo>
                    <a:pt x="235" y="89"/>
                    <a:pt x="235" y="89"/>
                    <a:pt x="236" y="89"/>
                  </a:cubicBezTo>
                  <a:cubicBezTo>
                    <a:pt x="237" y="88"/>
                    <a:pt x="236" y="87"/>
                    <a:pt x="236" y="86"/>
                  </a:cubicBezTo>
                  <a:close/>
                  <a:moveTo>
                    <a:pt x="242" y="89"/>
                  </a:moveTo>
                  <a:cubicBezTo>
                    <a:pt x="242" y="89"/>
                    <a:pt x="241" y="89"/>
                    <a:pt x="240" y="89"/>
                  </a:cubicBezTo>
                  <a:cubicBezTo>
                    <a:pt x="240" y="90"/>
                    <a:pt x="240" y="90"/>
                    <a:pt x="239" y="91"/>
                  </a:cubicBezTo>
                  <a:cubicBezTo>
                    <a:pt x="238" y="92"/>
                    <a:pt x="238" y="92"/>
                    <a:pt x="237" y="93"/>
                  </a:cubicBezTo>
                  <a:cubicBezTo>
                    <a:pt x="237" y="93"/>
                    <a:pt x="238" y="94"/>
                    <a:pt x="238" y="95"/>
                  </a:cubicBezTo>
                  <a:cubicBezTo>
                    <a:pt x="239" y="95"/>
                    <a:pt x="240" y="95"/>
                    <a:pt x="241" y="93"/>
                  </a:cubicBezTo>
                  <a:cubicBezTo>
                    <a:pt x="242" y="93"/>
                    <a:pt x="242" y="91"/>
                    <a:pt x="243" y="91"/>
                  </a:cubicBezTo>
                  <a:cubicBezTo>
                    <a:pt x="243" y="90"/>
                    <a:pt x="242" y="89"/>
                    <a:pt x="242" y="89"/>
                  </a:cubicBezTo>
                  <a:close/>
                  <a:moveTo>
                    <a:pt x="242" y="73"/>
                  </a:moveTo>
                  <a:cubicBezTo>
                    <a:pt x="242" y="73"/>
                    <a:pt x="242" y="73"/>
                    <a:pt x="242" y="74"/>
                  </a:cubicBezTo>
                  <a:cubicBezTo>
                    <a:pt x="242" y="74"/>
                    <a:pt x="242" y="74"/>
                    <a:pt x="242" y="75"/>
                  </a:cubicBezTo>
                  <a:cubicBezTo>
                    <a:pt x="247" y="83"/>
                    <a:pt x="247" y="83"/>
                    <a:pt x="247" y="83"/>
                  </a:cubicBezTo>
                  <a:cubicBezTo>
                    <a:pt x="248" y="85"/>
                    <a:pt x="248" y="86"/>
                    <a:pt x="247" y="87"/>
                  </a:cubicBezTo>
                  <a:cubicBezTo>
                    <a:pt x="246" y="88"/>
                    <a:pt x="246" y="88"/>
                    <a:pt x="245" y="87"/>
                  </a:cubicBezTo>
                  <a:cubicBezTo>
                    <a:pt x="245" y="87"/>
                    <a:pt x="245" y="87"/>
                    <a:pt x="245" y="87"/>
                  </a:cubicBezTo>
                  <a:cubicBezTo>
                    <a:pt x="245" y="86"/>
                    <a:pt x="245" y="86"/>
                    <a:pt x="245" y="86"/>
                  </a:cubicBezTo>
                  <a:cubicBezTo>
                    <a:pt x="245" y="86"/>
                    <a:pt x="246" y="85"/>
                    <a:pt x="246" y="85"/>
                  </a:cubicBezTo>
                  <a:cubicBezTo>
                    <a:pt x="246" y="85"/>
                    <a:pt x="246" y="85"/>
                    <a:pt x="246" y="85"/>
                  </a:cubicBezTo>
                  <a:cubicBezTo>
                    <a:pt x="247" y="85"/>
                    <a:pt x="246" y="83"/>
                    <a:pt x="245" y="81"/>
                  </a:cubicBezTo>
                  <a:cubicBezTo>
                    <a:pt x="238" y="80"/>
                    <a:pt x="238" y="80"/>
                    <a:pt x="238" y="80"/>
                  </a:cubicBezTo>
                  <a:cubicBezTo>
                    <a:pt x="237" y="80"/>
                    <a:pt x="237" y="80"/>
                    <a:pt x="236" y="80"/>
                  </a:cubicBezTo>
                  <a:cubicBezTo>
                    <a:pt x="236" y="80"/>
                    <a:pt x="236" y="80"/>
                    <a:pt x="236" y="80"/>
                  </a:cubicBezTo>
                  <a:cubicBezTo>
                    <a:pt x="235" y="80"/>
                    <a:pt x="235" y="80"/>
                    <a:pt x="235" y="80"/>
                  </a:cubicBezTo>
                  <a:cubicBezTo>
                    <a:pt x="238" y="77"/>
                    <a:pt x="238" y="77"/>
                    <a:pt x="238" y="77"/>
                  </a:cubicBezTo>
                  <a:cubicBezTo>
                    <a:pt x="238" y="77"/>
                    <a:pt x="238" y="77"/>
                    <a:pt x="238" y="77"/>
                  </a:cubicBezTo>
                  <a:cubicBezTo>
                    <a:pt x="238" y="78"/>
                    <a:pt x="238" y="78"/>
                    <a:pt x="238" y="78"/>
                  </a:cubicBezTo>
                  <a:cubicBezTo>
                    <a:pt x="238" y="78"/>
                    <a:pt x="238" y="79"/>
                    <a:pt x="239" y="79"/>
                  </a:cubicBezTo>
                  <a:cubicBezTo>
                    <a:pt x="244" y="80"/>
                    <a:pt x="244" y="80"/>
                    <a:pt x="244" y="80"/>
                  </a:cubicBezTo>
                  <a:cubicBezTo>
                    <a:pt x="242" y="75"/>
                    <a:pt x="242" y="75"/>
                    <a:pt x="242" y="75"/>
                  </a:cubicBezTo>
                  <a:cubicBezTo>
                    <a:pt x="241" y="75"/>
                    <a:pt x="241" y="75"/>
                    <a:pt x="241" y="75"/>
                  </a:cubicBezTo>
                  <a:cubicBezTo>
                    <a:pt x="241" y="75"/>
                    <a:pt x="241" y="75"/>
                    <a:pt x="241" y="75"/>
                  </a:cubicBezTo>
                  <a:cubicBezTo>
                    <a:pt x="240" y="75"/>
                    <a:pt x="240" y="75"/>
                    <a:pt x="240" y="75"/>
                  </a:cubicBezTo>
                  <a:cubicBezTo>
                    <a:pt x="240" y="75"/>
                    <a:pt x="240" y="75"/>
                    <a:pt x="240" y="75"/>
                  </a:cubicBezTo>
                  <a:cubicBezTo>
                    <a:pt x="242" y="73"/>
                    <a:pt x="242" y="73"/>
                    <a:pt x="242" y="73"/>
                  </a:cubicBezTo>
                  <a:cubicBezTo>
                    <a:pt x="242" y="73"/>
                    <a:pt x="242" y="73"/>
                    <a:pt x="242" y="73"/>
                  </a:cubicBezTo>
                  <a:close/>
                  <a:moveTo>
                    <a:pt x="253" y="63"/>
                  </a:moveTo>
                  <a:cubicBezTo>
                    <a:pt x="254" y="64"/>
                    <a:pt x="255" y="65"/>
                    <a:pt x="255" y="66"/>
                  </a:cubicBezTo>
                  <a:cubicBezTo>
                    <a:pt x="256" y="67"/>
                    <a:pt x="256" y="68"/>
                    <a:pt x="255" y="69"/>
                  </a:cubicBezTo>
                  <a:cubicBezTo>
                    <a:pt x="254" y="71"/>
                    <a:pt x="253" y="71"/>
                    <a:pt x="252" y="71"/>
                  </a:cubicBezTo>
                  <a:cubicBezTo>
                    <a:pt x="251" y="72"/>
                    <a:pt x="250" y="71"/>
                    <a:pt x="248" y="71"/>
                  </a:cubicBezTo>
                  <a:cubicBezTo>
                    <a:pt x="247" y="70"/>
                    <a:pt x="246" y="69"/>
                    <a:pt x="246" y="68"/>
                  </a:cubicBezTo>
                  <a:cubicBezTo>
                    <a:pt x="246" y="67"/>
                    <a:pt x="246" y="66"/>
                    <a:pt x="246" y="65"/>
                  </a:cubicBezTo>
                  <a:cubicBezTo>
                    <a:pt x="247" y="63"/>
                    <a:pt x="248" y="63"/>
                    <a:pt x="249" y="62"/>
                  </a:cubicBezTo>
                  <a:cubicBezTo>
                    <a:pt x="250" y="62"/>
                    <a:pt x="252" y="62"/>
                    <a:pt x="253" y="63"/>
                  </a:cubicBezTo>
                  <a:close/>
                  <a:moveTo>
                    <a:pt x="252" y="65"/>
                  </a:moveTo>
                  <a:cubicBezTo>
                    <a:pt x="251" y="64"/>
                    <a:pt x="250" y="64"/>
                    <a:pt x="249" y="64"/>
                  </a:cubicBezTo>
                  <a:cubicBezTo>
                    <a:pt x="248" y="64"/>
                    <a:pt x="247" y="64"/>
                    <a:pt x="247" y="65"/>
                  </a:cubicBezTo>
                  <a:cubicBezTo>
                    <a:pt x="246" y="66"/>
                    <a:pt x="246" y="66"/>
                    <a:pt x="247" y="67"/>
                  </a:cubicBezTo>
                  <a:cubicBezTo>
                    <a:pt x="247" y="68"/>
                    <a:pt x="248" y="68"/>
                    <a:pt x="249" y="69"/>
                  </a:cubicBezTo>
                  <a:cubicBezTo>
                    <a:pt x="250" y="69"/>
                    <a:pt x="251" y="69"/>
                    <a:pt x="252" y="70"/>
                  </a:cubicBezTo>
                  <a:cubicBezTo>
                    <a:pt x="253" y="70"/>
                    <a:pt x="254" y="69"/>
                    <a:pt x="254" y="69"/>
                  </a:cubicBezTo>
                  <a:cubicBezTo>
                    <a:pt x="255" y="68"/>
                    <a:pt x="255" y="67"/>
                    <a:pt x="254" y="66"/>
                  </a:cubicBezTo>
                  <a:cubicBezTo>
                    <a:pt x="254" y="66"/>
                    <a:pt x="253" y="65"/>
                    <a:pt x="252" y="65"/>
                  </a:cubicBezTo>
                  <a:close/>
                  <a:moveTo>
                    <a:pt x="266" y="40"/>
                  </a:moveTo>
                  <a:cubicBezTo>
                    <a:pt x="267" y="42"/>
                    <a:pt x="267" y="44"/>
                    <a:pt x="266" y="46"/>
                  </a:cubicBezTo>
                  <a:cubicBezTo>
                    <a:pt x="265" y="48"/>
                    <a:pt x="264" y="49"/>
                    <a:pt x="262" y="50"/>
                  </a:cubicBezTo>
                  <a:cubicBezTo>
                    <a:pt x="261" y="51"/>
                    <a:pt x="259" y="51"/>
                    <a:pt x="257" y="50"/>
                  </a:cubicBezTo>
                  <a:cubicBezTo>
                    <a:pt x="255" y="49"/>
                    <a:pt x="254" y="48"/>
                    <a:pt x="253" y="47"/>
                  </a:cubicBezTo>
                  <a:cubicBezTo>
                    <a:pt x="252" y="45"/>
                    <a:pt x="252" y="43"/>
                    <a:pt x="253" y="41"/>
                  </a:cubicBezTo>
                  <a:cubicBezTo>
                    <a:pt x="254" y="41"/>
                    <a:pt x="254" y="40"/>
                    <a:pt x="254" y="39"/>
                  </a:cubicBezTo>
                  <a:cubicBezTo>
                    <a:pt x="255" y="39"/>
                    <a:pt x="255" y="38"/>
                    <a:pt x="255" y="38"/>
                  </a:cubicBezTo>
                  <a:cubicBezTo>
                    <a:pt x="255" y="38"/>
                    <a:pt x="255" y="37"/>
                    <a:pt x="255" y="37"/>
                  </a:cubicBezTo>
                  <a:cubicBezTo>
                    <a:pt x="255" y="37"/>
                    <a:pt x="255" y="37"/>
                    <a:pt x="255" y="37"/>
                  </a:cubicBezTo>
                  <a:cubicBezTo>
                    <a:pt x="259" y="38"/>
                    <a:pt x="259" y="38"/>
                    <a:pt x="259" y="38"/>
                  </a:cubicBezTo>
                  <a:cubicBezTo>
                    <a:pt x="259" y="39"/>
                    <a:pt x="259" y="39"/>
                    <a:pt x="259" y="39"/>
                  </a:cubicBezTo>
                  <a:cubicBezTo>
                    <a:pt x="258" y="39"/>
                    <a:pt x="257" y="39"/>
                    <a:pt x="256" y="39"/>
                  </a:cubicBezTo>
                  <a:cubicBezTo>
                    <a:pt x="255" y="39"/>
                    <a:pt x="254" y="40"/>
                    <a:pt x="254" y="41"/>
                  </a:cubicBezTo>
                  <a:cubicBezTo>
                    <a:pt x="254" y="43"/>
                    <a:pt x="254" y="44"/>
                    <a:pt x="254" y="45"/>
                  </a:cubicBezTo>
                  <a:cubicBezTo>
                    <a:pt x="255" y="47"/>
                    <a:pt x="256" y="47"/>
                    <a:pt x="258" y="48"/>
                  </a:cubicBezTo>
                  <a:cubicBezTo>
                    <a:pt x="260" y="49"/>
                    <a:pt x="261" y="49"/>
                    <a:pt x="263" y="49"/>
                  </a:cubicBezTo>
                  <a:cubicBezTo>
                    <a:pt x="264" y="48"/>
                    <a:pt x="265" y="47"/>
                    <a:pt x="266" y="46"/>
                  </a:cubicBezTo>
                  <a:cubicBezTo>
                    <a:pt x="266" y="45"/>
                    <a:pt x="266" y="43"/>
                    <a:pt x="266" y="42"/>
                  </a:cubicBezTo>
                  <a:cubicBezTo>
                    <a:pt x="266" y="42"/>
                    <a:pt x="266" y="41"/>
                    <a:pt x="266" y="40"/>
                  </a:cubicBezTo>
                  <a:cubicBezTo>
                    <a:pt x="266" y="40"/>
                    <a:pt x="266" y="40"/>
                    <a:pt x="266" y="40"/>
                  </a:cubicBezTo>
                  <a:close/>
                  <a:moveTo>
                    <a:pt x="270" y="30"/>
                  </a:moveTo>
                  <a:cubicBezTo>
                    <a:pt x="269" y="34"/>
                    <a:pt x="269" y="34"/>
                    <a:pt x="269" y="34"/>
                  </a:cubicBezTo>
                  <a:cubicBezTo>
                    <a:pt x="269" y="34"/>
                    <a:pt x="269" y="34"/>
                    <a:pt x="269" y="34"/>
                  </a:cubicBezTo>
                  <a:cubicBezTo>
                    <a:pt x="269" y="33"/>
                    <a:pt x="269" y="33"/>
                    <a:pt x="268" y="32"/>
                  </a:cubicBezTo>
                  <a:cubicBezTo>
                    <a:pt x="263" y="31"/>
                    <a:pt x="263" y="31"/>
                    <a:pt x="263" y="31"/>
                  </a:cubicBezTo>
                  <a:cubicBezTo>
                    <a:pt x="262" y="31"/>
                    <a:pt x="261" y="31"/>
                    <a:pt x="261" y="32"/>
                  </a:cubicBezTo>
                  <a:cubicBezTo>
                    <a:pt x="260" y="33"/>
                    <a:pt x="261" y="33"/>
                    <a:pt x="261" y="34"/>
                  </a:cubicBezTo>
                  <a:cubicBezTo>
                    <a:pt x="266" y="36"/>
                    <a:pt x="266" y="36"/>
                    <a:pt x="266" y="36"/>
                  </a:cubicBezTo>
                  <a:cubicBezTo>
                    <a:pt x="267" y="36"/>
                    <a:pt x="268" y="36"/>
                    <a:pt x="268" y="35"/>
                  </a:cubicBezTo>
                  <a:cubicBezTo>
                    <a:pt x="268" y="35"/>
                    <a:pt x="268" y="35"/>
                    <a:pt x="268" y="35"/>
                  </a:cubicBezTo>
                  <a:cubicBezTo>
                    <a:pt x="267" y="39"/>
                    <a:pt x="267" y="39"/>
                    <a:pt x="267" y="39"/>
                  </a:cubicBezTo>
                  <a:cubicBezTo>
                    <a:pt x="267" y="39"/>
                    <a:pt x="267" y="39"/>
                    <a:pt x="267" y="39"/>
                  </a:cubicBezTo>
                  <a:cubicBezTo>
                    <a:pt x="267" y="38"/>
                    <a:pt x="267" y="38"/>
                    <a:pt x="266" y="37"/>
                  </a:cubicBezTo>
                  <a:cubicBezTo>
                    <a:pt x="256" y="35"/>
                    <a:pt x="256" y="35"/>
                    <a:pt x="256" y="35"/>
                  </a:cubicBezTo>
                  <a:cubicBezTo>
                    <a:pt x="256" y="35"/>
                    <a:pt x="255" y="35"/>
                    <a:pt x="255" y="35"/>
                  </a:cubicBezTo>
                  <a:cubicBezTo>
                    <a:pt x="255" y="35"/>
                    <a:pt x="255" y="35"/>
                    <a:pt x="255" y="35"/>
                  </a:cubicBezTo>
                  <a:cubicBezTo>
                    <a:pt x="254" y="35"/>
                    <a:pt x="254" y="35"/>
                    <a:pt x="254" y="35"/>
                  </a:cubicBezTo>
                  <a:cubicBezTo>
                    <a:pt x="254" y="35"/>
                    <a:pt x="254" y="34"/>
                    <a:pt x="254" y="32"/>
                  </a:cubicBezTo>
                  <a:cubicBezTo>
                    <a:pt x="260" y="34"/>
                    <a:pt x="260" y="34"/>
                    <a:pt x="260" y="34"/>
                  </a:cubicBezTo>
                  <a:cubicBezTo>
                    <a:pt x="260" y="33"/>
                    <a:pt x="259" y="31"/>
                    <a:pt x="260" y="31"/>
                  </a:cubicBezTo>
                  <a:cubicBezTo>
                    <a:pt x="260" y="29"/>
                    <a:pt x="261" y="28"/>
                    <a:pt x="263" y="29"/>
                  </a:cubicBezTo>
                  <a:cubicBezTo>
                    <a:pt x="268" y="30"/>
                    <a:pt x="268" y="30"/>
                    <a:pt x="268" y="30"/>
                  </a:cubicBezTo>
                  <a:cubicBezTo>
                    <a:pt x="270" y="31"/>
                    <a:pt x="270" y="31"/>
                    <a:pt x="270" y="30"/>
                  </a:cubicBezTo>
                  <a:cubicBezTo>
                    <a:pt x="270" y="30"/>
                    <a:pt x="270" y="30"/>
                    <a:pt x="270" y="30"/>
                  </a:cubicBezTo>
                  <a:close/>
                  <a:moveTo>
                    <a:pt x="259" y="22"/>
                  </a:moveTo>
                  <a:cubicBezTo>
                    <a:pt x="259" y="22"/>
                    <a:pt x="259" y="22"/>
                    <a:pt x="260" y="23"/>
                  </a:cubicBezTo>
                  <a:cubicBezTo>
                    <a:pt x="260" y="23"/>
                    <a:pt x="260" y="23"/>
                    <a:pt x="260" y="23"/>
                  </a:cubicBezTo>
                  <a:cubicBezTo>
                    <a:pt x="259" y="24"/>
                    <a:pt x="260" y="24"/>
                    <a:pt x="259" y="24"/>
                  </a:cubicBezTo>
                  <a:cubicBezTo>
                    <a:pt x="259" y="24"/>
                    <a:pt x="259" y="25"/>
                    <a:pt x="258" y="24"/>
                  </a:cubicBezTo>
                  <a:cubicBezTo>
                    <a:pt x="258" y="24"/>
                    <a:pt x="258" y="24"/>
                    <a:pt x="258" y="24"/>
                  </a:cubicBezTo>
                  <a:cubicBezTo>
                    <a:pt x="258" y="23"/>
                    <a:pt x="257" y="23"/>
                    <a:pt x="258" y="23"/>
                  </a:cubicBezTo>
                  <a:cubicBezTo>
                    <a:pt x="258" y="23"/>
                    <a:pt x="258" y="23"/>
                    <a:pt x="258" y="22"/>
                  </a:cubicBezTo>
                  <a:cubicBezTo>
                    <a:pt x="258" y="22"/>
                    <a:pt x="258" y="22"/>
                    <a:pt x="259" y="22"/>
                  </a:cubicBezTo>
                  <a:close/>
                  <a:moveTo>
                    <a:pt x="272" y="23"/>
                  </a:moveTo>
                  <a:cubicBezTo>
                    <a:pt x="271" y="28"/>
                    <a:pt x="271" y="28"/>
                    <a:pt x="271" y="28"/>
                  </a:cubicBezTo>
                  <a:cubicBezTo>
                    <a:pt x="270" y="28"/>
                    <a:pt x="270" y="28"/>
                    <a:pt x="270" y="28"/>
                  </a:cubicBezTo>
                  <a:cubicBezTo>
                    <a:pt x="270" y="27"/>
                    <a:pt x="270" y="26"/>
                    <a:pt x="269" y="26"/>
                  </a:cubicBezTo>
                  <a:cubicBezTo>
                    <a:pt x="264" y="25"/>
                    <a:pt x="264" y="25"/>
                    <a:pt x="264" y="25"/>
                  </a:cubicBezTo>
                  <a:cubicBezTo>
                    <a:pt x="263" y="25"/>
                    <a:pt x="262" y="25"/>
                    <a:pt x="262" y="26"/>
                  </a:cubicBezTo>
                  <a:cubicBezTo>
                    <a:pt x="262" y="26"/>
                    <a:pt x="262" y="26"/>
                    <a:pt x="262" y="27"/>
                  </a:cubicBezTo>
                  <a:cubicBezTo>
                    <a:pt x="262" y="27"/>
                    <a:pt x="262" y="27"/>
                    <a:pt x="262" y="27"/>
                  </a:cubicBezTo>
                  <a:cubicBezTo>
                    <a:pt x="262" y="23"/>
                    <a:pt x="262" y="23"/>
                    <a:pt x="262" y="23"/>
                  </a:cubicBezTo>
                  <a:cubicBezTo>
                    <a:pt x="269" y="24"/>
                    <a:pt x="269" y="24"/>
                    <a:pt x="269" y="24"/>
                  </a:cubicBezTo>
                  <a:cubicBezTo>
                    <a:pt x="271" y="25"/>
                    <a:pt x="271" y="24"/>
                    <a:pt x="272" y="23"/>
                  </a:cubicBezTo>
                  <a:cubicBezTo>
                    <a:pt x="272" y="23"/>
                    <a:pt x="272" y="23"/>
                    <a:pt x="272" y="23"/>
                  </a:cubicBezTo>
                  <a:close/>
                  <a:moveTo>
                    <a:pt x="273" y="12"/>
                  </a:moveTo>
                  <a:cubicBezTo>
                    <a:pt x="273" y="16"/>
                    <a:pt x="273" y="16"/>
                    <a:pt x="273" y="16"/>
                  </a:cubicBezTo>
                  <a:cubicBezTo>
                    <a:pt x="272" y="16"/>
                    <a:pt x="272" y="16"/>
                    <a:pt x="272" y="16"/>
                  </a:cubicBezTo>
                  <a:cubicBezTo>
                    <a:pt x="272" y="15"/>
                    <a:pt x="272" y="15"/>
                    <a:pt x="271" y="15"/>
                  </a:cubicBezTo>
                  <a:cubicBezTo>
                    <a:pt x="266" y="14"/>
                    <a:pt x="266" y="14"/>
                    <a:pt x="266" y="14"/>
                  </a:cubicBezTo>
                  <a:cubicBezTo>
                    <a:pt x="266" y="14"/>
                    <a:pt x="266" y="14"/>
                    <a:pt x="265" y="14"/>
                  </a:cubicBezTo>
                  <a:cubicBezTo>
                    <a:pt x="265" y="15"/>
                    <a:pt x="265" y="15"/>
                    <a:pt x="265" y="15"/>
                  </a:cubicBezTo>
                  <a:cubicBezTo>
                    <a:pt x="265" y="16"/>
                    <a:pt x="265" y="17"/>
                    <a:pt x="266" y="18"/>
                  </a:cubicBezTo>
                  <a:cubicBezTo>
                    <a:pt x="271" y="19"/>
                    <a:pt x="271" y="19"/>
                    <a:pt x="271" y="19"/>
                  </a:cubicBezTo>
                  <a:cubicBezTo>
                    <a:pt x="272" y="19"/>
                    <a:pt x="272" y="18"/>
                    <a:pt x="273" y="17"/>
                  </a:cubicBezTo>
                  <a:cubicBezTo>
                    <a:pt x="273" y="17"/>
                    <a:pt x="273" y="17"/>
                    <a:pt x="273" y="17"/>
                  </a:cubicBezTo>
                  <a:cubicBezTo>
                    <a:pt x="273" y="22"/>
                    <a:pt x="273" y="22"/>
                    <a:pt x="273" y="22"/>
                  </a:cubicBezTo>
                  <a:cubicBezTo>
                    <a:pt x="272" y="22"/>
                    <a:pt x="272" y="22"/>
                    <a:pt x="272" y="22"/>
                  </a:cubicBezTo>
                  <a:cubicBezTo>
                    <a:pt x="272" y="21"/>
                    <a:pt x="272" y="21"/>
                    <a:pt x="271" y="20"/>
                  </a:cubicBezTo>
                  <a:cubicBezTo>
                    <a:pt x="265" y="19"/>
                    <a:pt x="265" y="19"/>
                    <a:pt x="265" y="19"/>
                  </a:cubicBezTo>
                  <a:cubicBezTo>
                    <a:pt x="265" y="19"/>
                    <a:pt x="264" y="19"/>
                    <a:pt x="264" y="19"/>
                  </a:cubicBezTo>
                  <a:cubicBezTo>
                    <a:pt x="264" y="19"/>
                    <a:pt x="264" y="20"/>
                    <a:pt x="264" y="21"/>
                  </a:cubicBezTo>
                  <a:cubicBezTo>
                    <a:pt x="264" y="21"/>
                    <a:pt x="264" y="21"/>
                    <a:pt x="264" y="21"/>
                  </a:cubicBezTo>
                  <a:cubicBezTo>
                    <a:pt x="263" y="17"/>
                    <a:pt x="263" y="17"/>
                    <a:pt x="263" y="17"/>
                  </a:cubicBezTo>
                  <a:cubicBezTo>
                    <a:pt x="265" y="18"/>
                    <a:pt x="265" y="18"/>
                    <a:pt x="265" y="18"/>
                  </a:cubicBezTo>
                  <a:cubicBezTo>
                    <a:pt x="264" y="17"/>
                    <a:pt x="263" y="16"/>
                    <a:pt x="264" y="15"/>
                  </a:cubicBezTo>
                  <a:cubicBezTo>
                    <a:pt x="264" y="13"/>
                    <a:pt x="265" y="12"/>
                    <a:pt x="267" y="13"/>
                  </a:cubicBezTo>
                  <a:cubicBezTo>
                    <a:pt x="272" y="13"/>
                    <a:pt x="272" y="13"/>
                    <a:pt x="272" y="13"/>
                  </a:cubicBezTo>
                  <a:cubicBezTo>
                    <a:pt x="272" y="13"/>
                    <a:pt x="273" y="13"/>
                    <a:pt x="273" y="12"/>
                  </a:cubicBezTo>
                  <a:cubicBezTo>
                    <a:pt x="273" y="12"/>
                    <a:pt x="273" y="12"/>
                    <a:pt x="273" y="12"/>
                  </a:cubicBezTo>
                  <a:close/>
                  <a:moveTo>
                    <a:pt x="273" y="1"/>
                  </a:moveTo>
                  <a:cubicBezTo>
                    <a:pt x="273" y="2"/>
                    <a:pt x="273" y="2"/>
                    <a:pt x="274" y="2"/>
                  </a:cubicBezTo>
                  <a:cubicBezTo>
                    <a:pt x="274" y="3"/>
                    <a:pt x="274" y="3"/>
                    <a:pt x="274" y="3"/>
                  </a:cubicBezTo>
                  <a:cubicBezTo>
                    <a:pt x="274" y="4"/>
                    <a:pt x="274" y="4"/>
                    <a:pt x="272" y="5"/>
                  </a:cubicBezTo>
                  <a:cubicBezTo>
                    <a:pt x="273" y="5"/>
                    <a:pt x="273" y="5"/>
                    <a:pt x="274" y="6"/>
                  </a:cubicBezTo>
                  <a:cubicBezTo>
                    <a:pt x="274" y="7"/>
                    <a:pt x="274" y="7"/>
                    <a:pt x="274" y="7"/>
                  </a:cubicBezTo>
                  <a:cubicBezTo>
                    <a:pt x="274" y="8"/>
                    <a:pt x="274" y="9"/>
                    <a:pt x="273" y="9"/>
                  </a:cubicBezTo>
                  <a:cubicBezTo>
                    <a:pt x="273" y="9"/>
                    <a:pt x="272" y="10"/>
                    <a:pt x="272" y="10"/>
                  </a:cubicBezTo>
                  <a:cubicBezTo>
                    <a:pt x="270" y="10"/>
                    <a:pt x="270" y="9"/>
                    <a:pt x="269" y="8"/>
                  </a:cubicBezTo>
                  <a:cubicBezTo>
                    <a:pt x="268" y="7"/>
                    <a:pt x="268" y="6"/>
                    <a:pt x="268" y="5"/>
                  </a:cubicBezTo>
                  <a:cubicBezTo>
                    <a:pt x="267" y="5"/>
                    <a:pt x="267" y="5"/>
                    <a:pt x="267" y="5"/>
                  </a:cubicBezTo>
                  <a:cubicBezTo>
                    <a:pt x="265" y="5"/>
                    <a:pt x="264" y="5"/>
                    <a:pt x="264" y="6"/>
                  </a:cubicBezTo>
                  <a:cubicBezTo>
                    <a:pt x="264" y="7"/>
                    <a:pt x="265" y="7"/>
                    <a:pt x="265" y="7"/>
                  </a:cubicBezTo>
                  <a:cubicBezTo>
                    <a:pt x="266" y="7"/>
                    <a:pt x="266" y="7"/>
                    <a:pt x="266" y="7"/>
                  </a:cubicBezTo>
                  <a:cubicBezTo>
                    <a:pt x="266" y="7"/>
                    <a:pt x="266" y="7"/>
                    <a:pt x="266" y="7"/>
                  </a:cubicBezTo>
                  <a:cubicBezTo>
                    <a:pt x="266" y="7"/>
                    <a:pt x="266" y="7"/>
                    <a:pt x="267" y="8"/>
                  </a:cubicBezTo>
                  <a:cubicBezTo>
                    <a:pt x="267" y="8"/>
                    <a:pt x="267" y="8"/>
                    <a:pt x="267" y="9"/>
                  </a:cubicBezTo>
                  <a:cubicBezTo>
                    <a:pt x="267" y="9"/>
                    <a:pt x="267" y="9"/>
                    <a:pt x="267" y="9"/>
                  </a:cubicBezTo>
                  <a:cubicBezTo>
                    <a:pt x="266" y="10"/>
                    <a:pt x="266" y="10"/>
                    <a:pt x="266" y="10"/>
                  </a:cubicBezTo>
                  <a:cubicBezTo>
                    <a:pt x="266" y="10"/>
                    <a:pt x="265" y="9"/>
                    <a:pt x="265" y="9"/>
                  </a:cubicBezTo>
                  <a:cubicBezTo>
                    <a:pt x="264" y="8"/>
                    <a:pt x="264" y="7"/>
                    <a:pt x="264" y="7"/>
                  </a:cubicBezTo>
                  <a:cubicBezTo>
                    <a:pt x="264" y="5"/>
                    <a:pt x="265" y="5"/>
                    <a:pt x="265" y="4"/>
                  </a:cubicBezTo>
                  <a:cubicBezTo>
                    <a:pt x="266" y="4"/>
                    <a:pt x="266" y="3"/>
                    <a:pt x="268" y="3"/>
                  </a:cubicBezTo>
                  <a:cubicBezTo>
                    <a:pt x="272" y="3"/>
                    <a:pt x="272" y="3"/>
                    <a:pt x="272" y="3"/>
                  </a:cubicBezTo>
                  <a:cubicBezTo>
                    <a:pt x="272" y="3"/>
                    <a:pt x="273" y="3"/>
                    <a:pt x="273" y="3"/>
                  </a:cubicBezTo>
                  <a:cubicBezTo>
                    <a:pt x="273" y="3"/>
                    <a:pt x="273" y="3"/>
                    <a:pt x="272" y="2"/>
                  </a:cubicBezTo>
                  <a:cubicBezTo>
                    <a:pt x="273" y="1"/>
                    <a:pt x="273" y="1"/>
                    <a:pt x="273" y="1"/>
                  </a:cubicBezTo>
                  <a:close/>
                  <a:moveTo>
                    <a:pt x="272" y="5"/>
                  </a:moveTo>
                  <a:cubicBezTo>
                    <a:pt x="268" y="5"/>
                    <a:pt x="268" y="5"/>
                    <a:pt x="268" y="5"/>
                  </a:cubicBezTo>
                  <a:cubicBezTo>
                    <a:pt x="269" y="6"/>
                    <a:pt x="269" y="7"/>
                    <a:pt x="269" y="7"/>
                  </a:cubicBezTo>
                  <a:cubicBezTo>
                    <a:pt x="270" y="8"/>
                    <a:pt x="270" y="8"/>
                    <a:pt x="271" y="8"/>
                  </a:cubicBezTo>
                  <a:cubicBezTo>
                    <a:pt x="272" y="8"/>
                    <a:pt x="272" y="8"/>
                    <a:pt x="272" y="7"/>
                  </a:cubicBezTo>
                  <a:cubicBezTo>
                    <a:pt x="273" y="6"/>
                    <a:pt x="272" y="5"/>
                    <a:pt x="272"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6" name="Freeform 41"/>
            <p:cNvSpPr/>
            <p:nvPr/>
          </p:nvSpPr>
          <p:spPr bwMode="auto">
            <a:xfrm>
              <a:off x="8913875" y="4712004"/>
              <a:ext cx="161925" cy="150813"/>
            </a:xfrm>
            <a:custGeom>
              <a:avLst/>
              <a:gdLst>
                <a:gd name="T0" fmla="*/ 86 w 108"/>
                <a:gd name="T1" fmla="*/ 99 h 100"/>
                <a:gd name="T2" fmla="*/ 46 w 108"/>
                <a:gd name="T3" fmla="*/ 0 h 100"/>
                <a:gd name="T4" fmla="*/ 56 w 108"/>
                <a:gd name="T5" fmla="*/ 58 h 100"/>
                <a:gd name="T6" fmla="*/ 0 w 108"/>
                <a:gd name="T7" fmla="*/ 100 h 100"/>
                <a:gd name="T8" fmla="*/ 57 w 108"/>
                <a:gd name="T9" fmla="*/ 59 h 100"/>
                <a:gd name="T10" fmla="*/ 65 w 108"/>
                <a:gd name="T11" fmla="*/ 18 h 100"/>
                <a:gd name="T12" fmla="*/ 41 w 108"/>
                <a:gd name="T13" fmla="*/ 97 h 100"/>
                <a:gd name="T14" fmla="*/ 64 w 108"/>
                <a:gd name="T15" fmla="*/ 14 h 100"/>
                <a:gd name="T16" fmla="*/ 65 w 108"/>
                <a:gd name="T17" fmla="*/ 98 h 100"/>
                <a:gd name="T18" fmla="*/ 62 w 108"/>
                <a:gd name="T19" fmla="*/ 9 h 100"/>
                <a:gd name="T20" fmla="*/ 86 w 108"/>
                <a:gd name="T21" fmla="*/ 99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8" h="100">
                  <a:moveTo>
                    <a:pt x="86" y="99"/>
                  </a:moveTo>
                  <a:cubicBezTo>
                    <a:pt x="108" y="48"/>
                    <a:pt x="88" y="16"/>
                    <a:pt x="46" y="0"/>
                  </a:cubicBezTo>
                  <a:cubicBezTo>
                    <a:pt x="71" y="10"/>
                    <a:pt x="66" y="42"/>
                    <a:pt x="56" y="58"/>
                  </a:cubicBezTo>
                  <a:cubicBezTo>
                    <a:pt x="45" y="74"/>
                    <a:pt x="28" y="87"/>
                    <a:pt x="0" y="100"/>
                  </a:cubicBezTo>
                  <a:cubicBezTo>
                    <a:pt x="30" y="88"/>
                    <a:pt x="48" y="73"/>
                    <a:pt x="57" y="59"/>
                  </a:cubicBezTo>
                  <a:cubicBezTo>
                    <a:pt x="65" y="44"/>
                    <a:pt x="67" y="32"/>
                    <a:pt x="65" y="18"/>
                  </a:cubicBezTo>
                  <a:cubicBezTo>
                    <a:pt x="78" y="47"/>
                    <a:pt x="67" y="72"/>
                    <a:pt x="41" y="97"/>
                  </a:cubicBezTo>
                  <a:cubicBezTo>
                    <a:pt x="71" y="71"/>
                    <a:pt x="81" y="43"/>
                    <a:pt x="64" y="14"/>
                  </a:cubicBezTo>
                  <a:cubicBezTo>
                    <a:pt x="89" y="42"/>
                    <a:pt x="82" y="72"/>
                    <a:pt x="65" y="98"/>
                  </a:cubicBezTo>
                  <a:cubicBezTo>
                    <a:pt x="86" y="68"/>
                    <a:pt x="90" y="36"/>
                    <a:pt x="62" y="9"/>
                  </a:cubicBezTo>
                  <a:cubicBezTo>
                    <a:pt x="96" y="30"/>
                    <a:pt x="101" y="59"/>
                    <a:pt x="86" y="9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7" name="Freeform 42"/>
            <p:cNvSpPr/>
            <p:nvPr/>
          </p:nvSpPr>
          <p:spPr bwMode="auto">
            <a:xfrm>
              <a:off x="8942450" y="4694541"/>
              <a:ext cx="49213" cy="20638"/>
            </a:xfrm>
            <a:custGeom>
              <a:avLst/>
              <a:gdLst>
                <a:gd name="T0" fmla="*/ 19 w 33"/>
                <a:gd name="T1" fmla="*/ 14 h 14"/>
                <a:gd name="T2" fmla="*/ 0 w 33"/>
                <a:gd name="T3" fmla="*/ 0 h 14"/>
                <a:gd name="T4" fmla="*/ 33 w 33"/>
                <a:gd name="T5" fmla="*/ 5 h 14"/>
                <a:gd name="T6" fmla="*/ 18 w 33"/>
                <a:gd name="T7" fmla="*/ 6 h 14"/>
                <a:gd name="T8" fmla="*/ 19 w 33"/>
                <a:gd name="T9" fmla="*/ 14 h 14"/>
              </a:gdLst>
              <a:ahLst/>
              <a:cxnLst>
                <a:cxn ang="0">
                  <a:pos x="T0" y="T1"/>
                </a:cxn>
                <a:cxn ang="0">
                  <a:pos x="T2" y="T3"/>
                </a:cxn>
                <a:cxn ang="0">
                  <a:pos x="T4" y="T5"/>
                </a:cxn>
                <a:cxn ang="0">
                  <a:pos x="T6" y="T7"/>
                </a:cxn>
                <a:cxn ang="0">
                  <a:pos x="T8" y="T9"/>
                </a:cxn>
              </a:cxnLst>
              <a:rect l="0" t="0" r="r" b="b"/>
              <a:pathLst>
                <a:path w="33" h="14">
                  <a:moveTo>
                    <a:pt x="19" y="14"/>
                  </a:moveTo>
                  <a:cubicBezTo>
                    <a:pt x="13" y="8"/>
                    <a:pt x="8" y="4"/>
                    <a:pt x="0" y="0"/>
                  </a:cubicBezTo>
                  <a:cubicBezTo>
                    <a:pt x="11" y="0"/>
                    <a:pt x="25" y="3"/>
                    <a:pt x="33" y="5"/>
                  </a:cubicBezTo>
                  <a:cubicBezTo>
                    <a:pt x="24" y="4"/>
                    <a:pt x="20" y="5"/>
                    <a:pt x="18" y="6"/>
                  </a:cubicBezTo>
                  <a:cubicBezTo>
                    <a:pt x="16" y="8"/>
                    <a:pt x="17" y="10"/>
                    <a:pt x="19"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8" name="Freeform 43"/>
            <p:cNvSpPr/>
            <p:nvPr/>
          </p:nvSpPr>
          <p:spPr bwMode="auto">
            <a:xfrm>
              <a:off x="8867838" y="4856466"/>
              <a:ext cx="195263" cy="30163"/>
            </a:xfrm>
            <a:custGeom>
              <a:avLst/>
              <a:gdLst>
                <a:gd name="T0" fmla="*/ 70 w 131"/>
                <a:gd name="T1" fmla="*/ 20 h 20"/>
                <a:gd name="T2" fmla="*/ 77 w 131"/>
                <a:gd name="T3" fmla="*/ 12 h 20"/>
                <a:gd name="T4" fmla="*/ 100 w 131"/>
                <a:gd name="T5" fmla="*/ 12 h 20"/>
                <a:gd name="T6" fmla="*/ 131 w 131"/>
                <a:gd name="T7" fmla="*/ 14 h 20"/>
                <a:gd name="T8" fmla="*/ 124 w 131"/>
                <a:gd name="T9" fmla="*/ 8 h 20"/>
                <a:gd name="T10" fmla="*/ 101 w 131"/>
                <a:gd name="T11" fmla="*/ 5 h 20"/>
                <a:gd name="T12" fmla="*/ 77 w 131"/>
                <a:gd name="T13" fmla="*/ 0 h 20"/>
                <a:gd name="T14" fmla="*/ 65 w 131"/>
                <a:gd name="T15" fmla="*/ 12 h 20"/>
                <a:gd name="T16" fmla="*/ 53 w 131"/>
                <a:gd name="T17" fmla="*/ 0 h 20"/>
                <a:gd name="T18" fmla="*/ 30 w 131"/>
                <a:gd name="T19" fmla="*/ 5 h 20"/>
                <a:gd name="T20" fmla="*/ 7 w 131"/>
                <a:gd name="T21" fmla="*/ 8 h 20"/>
                <a:gd name="T22" fmla="*/ 0 w 131"/>
                <a:gd name="T23" fmla="*/ 14 h 20"/>
                <a:gd name="T24" fmla="*/ 31 w 131"/>
                <a:gd name="T25" fmla="*/ 12 h 20"/>
                <a:gd name="T26" fmla="*/ 54 w 131"/>
                <a:gd name="T27" fmla="*/ 12 h 20"/>
                <a:gd name="T28" fmla="*/ 61 w 131"/>
                <a:gd name="T29" fmla="*/ 20 h 20"/>
                <a:gd name="T30" fmla="*/ 70 w 131"/>
                <a:gd name="T31"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31" h="20">
                  <a:moveTo>
                    <a:pt x="70" y="20"/>
                  </a:moveTo>
                  <a:cubicBezTo>
                    <a:pt x="70" y="16"/>
                    <a:pt x="71" y="14"/>
                    <a:pt x="77" y="12"/>
                  </a:cubicBezTo>
                  <a:cubicBezTo>
                    <a:pt x="83" y="10"/>
                    <a:pt x="89" y="11"/>
                    <a:pt x="100" y="12"/>
                  </a:cubicBezTo>
                  <a:cubicBezTo>
                    <a:pt x="111" y="14"/>
                    <a:pt x="120" y="15"/>
                    <a:pt x="131" y="14"/>
                  </a:cubicBezTo>
                  <a:cubicBezTo>
                    <a:pt x="127" y="12"/>
                    <a:pt x="126" y="10"/>
                    <a:pt x="124" y="8"/>
                  </a:cubicBezTo>
                  <a:cubicBezTo>
                    <a:pt x="115" y="8"/>
                    <a:pt x="109" y="7"/>
                    <a:pt x="101" y="5"/>
                  </a:cubicBezTo>
                  <a:cubicBezTo>
                    <a:pt x="93" y="2"/>
                    <a:pt x="83" y="0"/>
                    <a:pt x="77" y="0"/>
                  </a:cubicBezTo>
                  <a:cubicBezTo>
                    <a:pt x="71" y="1"/>
                    <a:pt x="67" y="4"/>
                    <a:pt x="65" y="12"/>
                  </a:cubicBezTo>
                  <a:cubicBezTo>
                    <a:pt x="63" y="4"/>
                    <a:pt x="59" y="1"/>
                    <a:pt x="53" y="0"/>
                  </a:cubicBezTo>
                  <a:cubicBezTo>
                    <a:pt x="47" y="0"/>
                    <a:pt x="38" y="2"/>
                    <a:pt x="30" y="5"/>
                  </a:cubicBezTo>
                  <a:cubicBezTo>
                    <a:pt x="22" y="7"/>
                    <a:pt x="16" y="8"/>
                    <a:pt x="7" y="8"/>
                  </a:cubicBezTo>
                  <a:cubicBezTo>
                    <a:pt x="5" y="10"/>
                    <a:pt x="4" y="12"/>
                    <a:pt x="0" y="14"/>
                  </a:cubicBezTo>
                  <a:cubicBezTo>
                    <a:pt x="11" y="15"/>
                    <a:pt x="20" y="14"/>
                    <a:pt x="31" y="12"/>
                  </a:cubicBezTo>
                  <a:cubicBezTo>
                    <a:pt x="41" y="11"/>
                    <a:pt x="48" y="10"/>
                    <a:pt x="54" y="12"/>
                  </a:cubicBezTo>
                  <a:cubicBezTo>
                    <a:pt x="60" y="14"/>
                    <a:pt x="61" y="16"/>
                    <a:pt x="61" y="20"/>
                  </a:cubicBezTo>
                  <a:cubicBezTo>
                    <a:pt x="70" y="20"/>
                    <a:pt x="70" y="20"/>
                    <a:pt x="70" y="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9" name="Freeform 44"/>
            <p:cNvSpPr>
              <a:spLocks noEditPoints="1"/>
            </p:cNvSpPr>
            <p:nvPr/>
          </p:nvSpPr>
          <p:spPr bwMode="auto">
            <a:xfrm>
              <a:off x="8840850" y="4681841"/>
              <a:ext cx="252413" cy="257175"/>
            </a:xfrm>
            <a:custGeom>
              <a:avLst/>
              <a:gdLst>
                <a:gd name="T0" fmla="*/ 85 w 170"/>
                <a:gd name="T1" fmla="*/ 0 h 171"/>
                <a:gd name="T2" fmla="*/ 0 w 170"/>
                <a:gd name="T3" fmla="*/ 86 h 171"/>
                <a:gd name="T4" fmla="*/ 85 w 170"/>
                <a:gd name="T5" fmla="*/ 171 h 171"/>
                <a:gd name="T6" fmla="*/ 170 w 170"/>
                <a:gd name="T7" fmla="*/ 86 h 171"/>
                <a:gd name="T8" fmla="*/ 85 w 170"/>
                <a:gd name="T9" fmla="*/ 0 h 171"/>
                <a:gd name="T10" fmla="*/ 85 w 170"/>
                <a:gd name="T11" fmla="*/ 168 h 171"/>
                <a:gd name="T12" fmla="*/ 2 w 170"/>
                <a:gd name="T13" fmla="*/ 85 h 171"/>
                <a:gd name="T14" fmla="*/ 85 w 170"/>
                <a:gd name="T15" fmla="*/ 3 h 171"/>
                <a:gd name="T16" fmla="*/ 167 w 170"/>
                <a:gd name="T17" fmla="*/ 85 h 171"/>
                <a:gd name="T18" fmla="*/ 85 w 170"/>
                <a:gd name="T19" fmla="*/ 168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0" h="171">
                  <a:moveTo>
                    <a:pt x="85" y="0"/>
                  </a:moveTo>
                  <a:cubicBezTo>
                    <a:pt x="38" y="0"/>
                    <a:pt x="0" y="38"/>
                    <a:pt x="0" y="86"/>
                  </a:cubicBezTo>
                  <a:cubicBezTo>
                    <a:pt x="0" y="132"/>
                    <a:pt x="38" y="171"/>
                    <a:pt x="85" y="171"/>
                  </a:cubicBezTo>
                  <a:cubicBezTo>
                    <a:pt x="132" y="171"/>
                    <a:pt x="170" y="133"/>
                    <a:pt x="170" y="86"/>
                  </a:cubicBezTo>
                  <a:cubicBezTo>
                    <a:pt x="170" y="38"/>
                    <a:pt x="132" y="0"/>
                    <a:pt x="85" y="0"/>
                  </a:cubicBezTo>
                  <a:close/>
                  <a:moveTo>
                    <a:pt x="85" y="168"/>
                  </a:moveTo>
                  <a:cubicBezTo>
                    <a:pt x="39" y="168"/>
                    <a:pt x="2" y="131"/>
                    <a:pt x="2" y="85"/>
                  </a:cubicBezTo>
                  <a:cubicBezTo>
                    <a:pt x="2" y="40"/>
                    <a:pt x="39" y="3"/>
                    <a:pt x="85" y="3"/>
                  </a:cubicBezTo>
                  <a:cubicBezTo>
                    <a:pt x="130" y="3"/>
                    <a:pt x="167" y="40"/>
                    <a:pt x="167" y="85"/>
                  </a:cubicBezTo>
                  <a:cubicBezTo>
                    <a:pt x="167" y="131"/>
                    <a:pt x="130" y="168"/>
                    <a:pt x="85" y="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0" name="Freeform 45"/>
            <p:cNvSpPr>
              <a:spLocks noEditPoints="1"/>
            </p:cNvSpPr>
            <p:nvPr/>
          </p:nvSpPr>
          <p:spPr bwMode="auto">
            <a:xfrm>
              <a:off x="9091675" y="4667554"/>
              <a:ext cx="39688" cy="36513"/>
            </a:xfrm>
            <a:custGeom>
              <a:avLst/>
              <a:gdLst>
                <a:gd name="T0" fmla="*/ 13 w 26"/>
                <a:gd name="T1" fmla="*/ 16 h 25"/>
                <a:gd name="T2" fmla="*/ 11 w 26"/>
                <a:gd name="T3" fmla="*/ 25 h 25"/>
                <a:gd name="T4" fmla="*/ 7 w 26"/>
                <a:gd name="T5" fmla="*/ 24 h 25"/>
                <a:gd name="T6" fmla="*/ 9 w 26"/>
                <a:gd name="T7" fmla="*/ 19 h 25"/>
                <a:gd name="T8" fmla="*/ 10 w 26"/>
                <a:gd name="T9" fmla="*/ 14 h 25"/>
                <a:gd name="T10" fmla="*/ 10 w 26"/>
                <a:gd name="T11" fmla="*/ 14 h 25"/>
                <a:gd name="T12" fmla="*/ 13 w 26"/>
                <a:gd name="T13" fmla="*/ 16 h 25"/>
                <a:gd name="T14" fmla="*/ 25 w 26"/>
                <a:gd name="T15" fmla="*/ 0 h 25"/>
                <a:gd name="T16" fmla="*/ 26 w 26"/>
                <a:gd name="T17" fmla="*/ 2 h 25"/>
                <a:gd name="T18" fmla="*/ 21 w 26"/>
                <a:gd name="T19" fmla="*/ 7 h 25"/>
                <a:gd name="T20" fmla="*/ 18 w 26"/>
                <a:gd name="T21" fmla="*/ 9 h 25"/>
                <a:gd name="T22" fmla="*/ 22 w 26"/>
                <a:gd name="T23" fmla="*/ 11 h 25"/>
                <a:gd name="T24" fmla="*/ 22 w 26"/>
                <a:gd name="T25" fmla="*/ 11 h 25"/>
                <a:gd name="T26" fmla="*/ 23 w 26"/>
                <a:gd name="T27" fmla="*/ 9 h 25"/>
                <a:gd name="T28" fmla="*/ 23 w 26"/>
                <a:gd name="T29" fmla="*/ 9 h 25"/>
                <a:gd name="T30" fmla="*/ 24 w 26"/>
                <a:gd name="T31" fmla="*/ 9 h 25"/>
                <a:gd name="T32" fmla="*/ 25 w 26"/>
                <a:gd name="T33" fmla="*/ 14 h 25"/>
                <a:gd name="T34" fmla="*/ 26 w 26"/>
                <a:gd name="T35" fmla="*/ 15 h 25"/>
                <a:gd name="T36" fmla="*/ 26 w 26"/>
                <a:gd name="T37" fmla="*/ 16 h 25"/>
                <a:gd name="T38" fmla="*/ 25 w 26"/>
                <a:gd name="T39" fmla="*/ 16 h 25"/>
                <a:gd name="T40" fmla="*/ 23 w 26"/>
                <a:gd name="T41" fmla="*/ 16 h 25"/>
                <a:gd name="T42" fmla="*/ 22 w 26"/>
                <a:gd name="T43" fmla="*/ 15 h 25"/>
                <a:gd name="T44" fmla="*/ 13 w 26"/>
                <a:gd name="T45" fmla="*/ 11 h 25"/>
                <a:gd name="T46" fmla="*/ 4 w 26"/>
                <a:gd name="T47" fmla="*/ 13 h 25"/>
                <a:gd name="T48" fmla="*/ 2 w 26"/>
                <a:gd name="T49" fmla="*/ 8 h 25"/>
                <a:gd name="T50" fmla="*/ 2 w 26"/>
                <a:gd name="T51" fmla="*/ 8 h 25"/>
                <a:gd name="T52" fmla="*/ 3 w 26"/>
                <a:gd name="T53" fmla="*/ 8 h 25"/>
                <a:gd name="T54" fmla="*/ 5 w 26"/>
                <a:gd name="T55" fmla="*/ 10 h 25"/>
                <a:gd name="T56" fmla="*/ 11 w 26"/>
                <a:gd name="T57" fmla="*/ 10 h 25"/>
                <a:gd name="T58" fmla="*/ 11 w 26"/>
                <a:gd name="T59" fmla="*/ 9 h 25"/>
                <a:gd name="T60" fmla="*/ 8 w 26"/>
                <a:gd name="T61" fmla="*/ 3 h 25"/>
                <a:gd name="T62" fmla="*/ 9 w 26"/>
                <a:gd name="T63" fmla="*/ 2 h 25"/>
                <a:gd name="T64" fmla="*/ 10 w 26"/>
                <a:gd name="T65" fmla="*/ 2 h 25"/>
                <a:gd name="T66" fmla="*/ 11 w 26"/>
                <a:gd name="T67" fmla="*/ 5 h 25"/>
                <a:gd name="T68" fmla="*/ 12 w 26"/>
                <a:gd name="T69" fmla="*/ 6 h 25"/>
                <a:gd name="T70" fmla="*/ 15 w 26"/>
                <a:gd name="T71" fmla="*/ 8 h 25"/>
                <a:gd name="T72" fmla="*/ 22 w 26"/>
                <a:gd name="T73" fmla="*/ 2 h 25"/>
                <a:gd name="T74" fmla="*/ 24 w 26"/>
                <a:gd name="T75" fmla="*/ 0 h 25"/>
                <a:gd name="T76" fmla="*/ 25 w 26"/>
                <a:gd name="T77"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6" h="25">
                  <a:moveTo>
                    <a:pt x="13" y="16"/>
                  </a:moveTo>
                  <a:cubicBezTo>
                    <a:pt x="14" y="18"/>
                    <a:pt x="13" y="24"/>
                    <a:pt x="11" y="25"/>
                  </a:cubicBezTo>
                  <a:cubicBezTo>
                    <a:pt x="10" y="25"/>
                    <a:pt x="7" y="25"/>
                    <a:pt x="7" y="24"/>
                  </a:cubicBezTo>
                  <a:cubicBezTo>
                    <a:pt x="7" y="22"/>
                    <a:pt x="8" y="21"/>
                    <a:pt x="9" y="19"/>
                  </a:cubicBezTo>
                  <a:cubicBezTo>
                    <a:pt x="10" y="18"/>
                    <a:pt x="9" y="16"/>
                    <a:pt x="10" y="14"/>
                  </a:cubicBezTo>
                  <a:cubicBezTo>
                    <a:pt x="10" y="14"/>
                    <a:pt x="10" y="14"/>
                    <a:pt x="10" y="14"/>
                  </a:cubicBezTo>
                  <a:cubicBezTo>
                    <a:pt x="11" y="15"/>
                    <a:pt x="12" y="15"/>
                    <a:pt x="13" y="16"/>
                  </a:cubicBezTo>
                  <a:close/>
                  <a:moveTo>
                    <a:pt x="25" y="0"/>
                  </a:moveTo>
                  <a:cubicBezTo>
                    <a:pt x="25" y="0"/>
                    <a:pt x="26" y="1"/>
                    <a:pt x="26" y="2"/>
                  </a:cubicBezTo>
                  <a:cubicBezTo>
                    <a:pt x="26" y="3"/>
                    <a:pt x="23" y="6"/>
                    <a:pt x="21" y="7"/>
                  </a:cubicBezTo>
                  <a:cubicBezTo>
                    <a:pt x="20" y="8"/>
                    <a:pt x="19" y="8"/>
                    <a:pt x="18" y="9"/>
                  </a:cubicBezTo>
                  <a:cubicBezTo>
                    <a:pt x="19" y="10"/>
                    <a:pt x="20" y="11"/>
                    <a:pt x="22" y="11"/>
                  </a:cubicBezTo>
                  <a:cubicBezTo>
                    <a:pt x="22" y="11"/>
                    <a:pt x="22" y="11"/>
                    <a:pt x="22" y="11"/>
                  </a:cubicBezTo>
                  <a:cubicBezTo>
                    <a:pt x="23" y="10"/>
                    <a:pt x="23" y="10"/>
                    <a:pt x="23" y="9"/>
                  </a:cubicBezTo>
                  <a:cubicBezTo>
                    <a:pt x="23" y="9"/>
                    <a:pt x="23" y="9"/>
                    <a:pt x="23" y="9"/>
                  </a:cubicBezTo>
                  <a:cubicBezTo>
                    <a:pt x="23" y="9"/>
                    <a:pt x="23" y="9"/>
                    <a:pt x="24" y="9"/>
                  </a:cubicBezTo>
                  <a:cubicBezTo>
                    <a:pt x="23" y="11"/>
                    <a:pt x="24" y="12"/>
                    <a:pt x="25" y="14"/>
                  </a:cubicBezTo>
                  <a:cubicBezTo>
                    <a:pt x="26" y="14"/>
                    <a:pt x="25" y="15"/>
                    <a:pt x="26" y="15"/>
                  </a:cubicBezTo>
                  <a:cubicBezTo>
                    <a:pt x="26" y="16"/>
                    <a:pt x="26" y="15"/>
                    <a:pt x="26" y="16"/>
                  </a:cubicBezTo>
                  <a:cubicBezTo>
                    <a:pt x="25" y="16"/>
                    <a:pt x="25" y="16"/>
                    <a:pt x="25" y="16"/>
                  </a:cubicBezTo>
                  <a:cubicBezTo>
                    <a:pt x="24" y="16"/>
                    <a:pt x="24" y="16"/>
                    <a:pt x="23" y="16"/>
                  </a:cubicBezTo>
                  <a:cubicBezTo>
                    <a:pt x="23" y="16"/>
                    <a:pt x="22" y="15"/>
                    <a:pt x="22" y="15"/>
                  </a:cubicBezTo>
                  <a:cubicBezTo>
                    <a:pt x="19" y="13"/>
                    <a:pt x="16" y="11"/>
                    <a:pt x="13" y="11"/>
                  </a:cubicBezTo>
                  <a:cubicBezTo>
                    <a:pt x="11" y="12"/>
                    <a:pt x="6" y="14"/>
                    <a:pt x="4" y="13"/>
                  </a:cubicBezTo>
                  <a:cubicBezTo>
                    <a:pt x="2" y="13"/>
                    <a:pt x="0" y="9"/>
                    <a:pt x="2" y="8"/>
                  </a:cubicBezTo>
                  <a:cubicBezTo>
                    <a:pt x="2" y="8"/>
                    <a:pt x="2" y="8"/>
                    <a:pt x="2" y="8"/>
                  </a:cubicBezTo>
                  <a:cubicBezTo>
                    <a:pt x="2" y="8"/>
                    <a:pt x="3" y="8"/>
                    <a:pt x="3" y="8"/>
                  </a:cubicBezTo>
                  <a:cubicBezTo>
                    <a:pt x="4" y="9"/>
                    <a:pt x="5" y="10"/>
                    <a:pt x="5" y="10"/>
                  </a:cubicBezTo>
                  <a:cubicBezTo>
                    <a:pt x="7" y="10"/>
                    <a:pt x="10" y="10"/>
                    <a:pt x="11" y="10"/>
                  </a:cubicBezTo>
                  <a:cubicBezTo>
                    <a:pt x="11" y="9"/>
                    <a:pt x="11" y="9"/>
                    <a:pt x="11" y="9"/>
                  </a:cubicBezTo>
                  <a:cubicBezTo>
                    <a:pt x="9" y="6"/>
                    <a:pt x="7" y="6"/>
                    <a:pt x="8" y="3"/>
                  </a:cubicBezTo>
                  <a:cubicBezTo>
                    <a:pt x="8" y="2"/>
                    <a:pt x="9" y="2"/>
                    <a:pt x="9" y="2"/>
                  </a:cubicBezTo>
                  <a:cubicBezTo>
                    <a:pt x="9" y="2"/>
                    <a:pt x="10" y="2"/>
                    <a:pt x="10" y="2"/>
                  </a:cubicBezTo>
                  <a:cubicBezTo>
                    <a:pt x="10" y="3"/>
                    <a:pt x="11" y="4"/>
                    <a:pt x="11" y="5"/>
                  </a:cubicBezTo>
                  <a:cubicBezTo>
                    <a:pt x="12" y="5"/>
                    <a:pt x="12" y="6"/>
                    <a:pt x="12" y="6"/>
                  </a:cubicBezTo>
                  <a:cubicBezTo>
                    <a:pt x="13" y="6"/>
                    <a:pt x="14" y="8"/>
                    <a:pt x="15" y="8"/>
                  </a:cubicBezTo>
                  <a:cubicBezTo>
                    <a:pt x="16" y="8"/>
                    <a:pt x="21" y="4"/>
                    <a:pt x="22" y="2"/>
                  </a:cubicBezTo>
                  <a:cubicBezTo>
                    <a:pt x="23" y="2"/>
                    <a:pt x="23" y="0"/>
                    <a:pt x="24" y="0"/>
                  </a:cubicBezTo>
                  <a:cubicBezTo>
                    <a:pt x="25" y="0"/>
                    <a:pt x="25" y="0"/>
                    <a:pt x="2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1" name="Freeform 46"/>
            <p:cNvSpPr>
              <a:spLocks noEditPoints="1"/>
            </p:cNvSpPr>
            <p:nvPr/>
          </p:nvSpPr>
          <p:spPr bwMode="auto">
            <a:xfrm>
              <a:off x="9120250" y="4715179"/>
              <a:ext cx="53975" cy="44450"/>
            </a:xfrm>
            <a:custGeom>
              <a:avLst/>
              <a:gdLst>
                <a:gd name="T0" fmla="*/ 32 w 36"/>
                <a:gd name="T1" fmla="*/ 11 h 30"/>
                <a:gd name="T2" fmla="*/ 36 w 36"/>
                <a:gd name="T3" fmla="*/ 16 h 30"/>
                <a:gd name="T4" fmla="*/ 30 w 36"/>
                <a:gd name="T5" fmla="*/ 16 h 30"/>
                <a:gd name="T6" fmla="*/ 26 w 36"/>
                <a:gd name="T7" fmla="*/ 13 h 30"/>
                <a:gd name="T8" fmla="*/ 27 w 36"/>
                <a:gd name="T9" fmla="*/ 16 h 30"/>
                <a:gd name="T10" fmla="*/ 23 w 36"/>
                <a:gd name="T11" fmla="*/ 22 h 30"/>
                <a:gd name="T12" fmla="*/ 14 w 36"/>
                <a:gd name="T13" fmla="*/ 21 h 30"/>
                <a:gd name="T14" fmla="*/ 14 w 36"/>
                <a:gd name="T15" fmla="*/ 24 h 30"/>
                <a:gd name="T16" fmla="*/ 14 w 36"/>
                <a:gd name="T17" fmla="*/ 30 h 30"/>
                <a:gd name="T18" fmla="*/ 10 w 36"/>
                <a:gd name="T19" fmla="*/ 24 h 30"/>
                <a:gd name="T20" fmla="*/ 1 w 36"/>
                <a:gd name="T21" fmla="*/ 18 h 30"/>
                <a:gd name="T22" fmla="*/ 3 w 36"/>
                <a:gd name="T23" fmla="*/ 19 h 30"/>
                <a:gd name="T24" fmla="*/ 9 w 36"/>
                <a:gd name="T25" fmla="*/ 24 h 30"/>
                <a:gd name="T26" fmla="*/ 9 w 36"/>
                <a:gd name="T27" fmla="*/ 23 h 30"/>
                <a:gd name="T28" fmla="*/ 6 w 36"/>
                <a:gd name="T29" fmla="*/ 20 h 30"/>
                <a:gd name="T30" fmla="*/ 4 w 36"/>
                <a:gd name="T31" fmla="*/ 12 h 30"/>
                <a:gd name="T32" fmla="*/ 8 w 36"/>
                <a:gd name="T33" fmla="*/ 18 h 30"/>
                <a:gd name="T34" fmla="*/ 12 w 36"/>
                <a:gd name="T35" fmla="*/ 20 h 30"/>
                <a:gd name="T36" fmla="*/ 17 w 36"/>
                <a:gd name="T37" fmla="*/ 19 h 30"/>
                <a:gd name="T38" fmla="*/ 14 w 36"/>
                <a:gd name="T39" fmla="*/ 16 h 30"/>
                <a:gd name="T40" fmla="*/ 21 w 36"/>
                <a:gd name="T41" fmla="*/ 20 h 30"/>
                <a:gd name="T42" fmla="*/ 24 w 36"/>
                <a:gd name="T43" fmla="*/ 18 h 30"/>
                <a:gd name="T44" fmla="*/ 14 w 36"/>
                <a:gd name="T45" fmla="*/ 12 h 30"/>
                <a:gd name="T46" fmla="*/ 10 w 36"/>
                <a:gd name="T47" fmla="*/ 14 h 30"/>
                <a:gd name="T48" fmla="*/ 10 w 36"/>
                <a:gd name="T49" fmla="*/ 12 h 30"/>
                <a:gd name="T50" fmla="*/ 14 w 36"/>
                <a:gd name="T51" fmla="*/ 6 h 30"/>
                <a:gd name="T52" fmla="*/ 21 w 36"/>
                <a:gd name="T53" fmla="*/ 10 h 30"/>
                <a:gd name="T54" fmla="*/ 32 w 36"/>
                <a:gd name="T55" fmla="*/ 14 h 30"/>
                <a:gd name="T56" fmla="*/ 32 w 36"/>
                <a:gd name="T57" fmla="*/ 14 h 30"/>
                <a:gd name="T58" fmla="*/ 29 w 36"/>
                <a:gd name="T59" fmla="*/ 6 h 30"/>
                <a:gd name="T60" fmla="*/ 32 w 36"/>
                <a:gd name="T61" fmla="*/ 6 h 30"/>
                <a:gd name="T62" fmla="*/ 34 w 36"/>
                <a:gd name="T63" fmla="*/ 0 h 30"/>
                <a:gd name="T64" fmla="*/ 29 w 36"/>
                <a:gd name="T65"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6" h="30">
                  <a:moveTo>
                    <a:pt x="32" y="6"/>
                  </a:moveTo>
                  <a:cubicBezTo>
                    <a:pt x="33" y="8"/>
                    <a:pt x="31" y="10"/>
                    <a:pt x="32" y="11"/>
                  </a:cubicBezTo>
                  <a:cubicBezTo>
                    <a:pt x="32" y="11"/>
                    <a:pt x="32" y="12"/>
                    <a:pt x="32" y="12"/>
                  </a:cubicBezTo>
                  <a:cubicBezTo>
                    <a:pt x="34" y="12"/>
                    <a:pt x="36" y="14"/>
                    <a:pt x="36" y="16"/>
                  </a:cubicBezTo>
                  <a:cubicBezTo>
                    <a:pt x="36" y="17"/>
                    <a:pt x="34" y="19"/>
                    <a:pt x="33" y="19"/>
                  </a:cubicBezTo>
                  <a:cubicBezTo>
                    <a:pt x="32" y="18"/>
                    <a:pt x="30" y="16"/>
                    <a:pt x="30" y="16"/>
                  </a:cubicBezTo>
                  <a:cubicBezTo>
                    <a:pt x="29" y="14"/>
                    <a:pt x="27" y="14"/>
                    <a:pt x="26" y="13"/>
                  </a:cubicBezTo>
                  <a:cubicBezTo>
                    <a:pt x="26" y="13"/>
                    <a:pt x="26" y="13"/>
                    <a:pt x="26" y="13"/>
                  </a:cubicBezTo>
                  <a:cubicBezTo>
                    <a:pt x="26" y="13"/>
                    <a:pt x="26" y="13"/>
                    <a:pt x="26" y="13"/>
                  </a:cubicBezTo>
                  <a:cubicBezTo>
                    <a:pt x="26" y="14"/>
                    <a:pt x="27" y="14"/>
                    <a:pt x="27" y="16"/>
                  </a:cubicBezTo>
                  <a:cubicBezTo>
                    <a:pt x="27" y="18"/>
                    <a:pt x="28" y="21"/>
                    <a:pt x="24" y="23"/>
                  </a:cubicBezTo>
                  <a:cubicBezTo>
                    <a:pt x="24" y="22"/>
                    <a:pt x="24" y="22"/>
                    <a:pt x="23" y="22"/>
                  </a:cubicBezTo>
                  <a:cubicBezTo>
                    <a:pt x="22" y="22"/>
                    <a:pt x="21" y="20"/>
                    <a:pt x="20" y="20"/>
                  </a:cubicBezTo>
                  <a:cubicBezTo>
                    <a:pt x="19" y="22"/>
                    <a:pt x="16" y="21"/>
                    <a:pt x="14" y="21"/>
                  </a:cubicBezTo>
                  <a:cubicBezTo>
                    <a:pt x="13" y="21"/>
                    <a:pt x="13" y="22"/>
                    <a:pt x="13" y="22"/>
                  </a:cubicBezTo>
                  <a:cubicBezTo>
                    <a:pt x="14" y="22"/>
                    <a:pt x="14" y="23"/>
                    <a:pt x="14" y="24"/>
                  </a:cubicBezTo>
                  <a:cubicBezTo>
                    <a:pt x="15" y="24"/>
                    <a:pt x="18" y="26"/>
                    <a:pt x="18" y="28"/>
                  </a:cubicBezTo>
                  <a:cubicBezTo>
                    <a:pt x="18" y="29"/>
                    <a:pt x="16" y="30"/>
                    <a:pt x="14" y="30"/>
                  </a:cubicBezTo>
                  <a:cubicBezTo>
                    <a:pt x="14" y="28"/>
                    <a:pt x="13" y="26"/>
                    <a:pt x="11" y="25"/>
                  </a:cubicBezTo>
                  <a:cubicBezTo>
                    <a:pt x="10" y="25"/>
                    <a:pt x="11" y="24"/>
                    <a:pt x="10" y="24"/>
                  </a:cubicBezTo>
                  <a:cubicBezTo>
                    <a:pt x="9" y="25"/>
                    <a:pt x="8" y="26"/>
                    <a:pt x="7" y="26"/>
                  </a:cubicBezTo>
                  <a:cubicBezTo>
                    <a:pt x="3" y="25"/>
                    <a:pt x="0" y="22"/>
                    <a:pt x="1" y="18"/>
                  </a:cubicBezTo>
                  <a:cubicBezTo>
                    <a:pt x="2" y="17"/>
                    <a:pt x="2" y="16"/>
                    <a:pt x="2" y="15"/>
                  </a:cubicBezTo>
                  <a:cubicBezTo>
                    <a:pt x="3" y="16"/>
                    <a:pt x="3" y="18"/>
                    <a:pt x="3" y="19"/>
                  </a:cubicBezTo>
                  <a:cubicBezTo>
                    <a:pt x="3" y="19"/>
                    <a:pt x="3" y="20"/>
                    <a:pt x="4" y="20"/>
                  </a:cubicBezTo>
                  <a:cubicBezTo>
                    <a:pt x="5" y="22"/>
                    <a:pt x="7" y="23"/>
                    <a:pt x="9" y="24"/>
                  </a:cubicBezTo>
                  <a:cubicBezTo>
                    <a:pt x="9" y="24"/>
                    <a:pt x="9" y="24"/>
                    <a:pt x="9" y="23"/>
                  </a:cubicBezTo>
                  <a:cubicBezTo>
                    <a:pt x="9" y="23"/>
                    <a:pt x="9" y="23"/>
                    <a:pt x="9" y="23"/>
                  </a:cubicBezTo>
                  <a:cubicBezTo>
                    <a:pt x="9" y="22"/>
                    <a:pt x="8" y="22"/>
                    <a:pt x="8" y="21"/>
                  </a:cubicBezTo>
                  <a:cubicBezTo>
                    <a:pt x="8" y="21"/>
                    <a:pt x="7" y="20"/>
                    <a:pt x="6" y="20"/>
                  </a:cubicBezTo>
                  <a:cubicBezTo>
                    <a:pt x="5" y="19"/>
                    <a:pt x="3" y="14"/>
                    <a:pt x="4" y="13"/>
                  </a:cubicBezTo>
                  <a:cubicBezTo>
                    <a:pt x="4" y="13"/>
                    <a:pt x="4" y="12"/>
                    <a:pt x="4" y="12"/>
                  </a:cubicBezTo>
                  <a:cubicBezTo>
                    <a:pt x="5" y="12"/>
                    <a:pt x="5" y="12"/>
                    <a:pt x="5" y="13"/>
                  </a:cubicBezTo>
                  <a:cubicBezTo>
                    <a:pt x="6" y="14"/>
                    <a:pt x="7" y="16"/>
                    <a:pt x="8" y="18"/>
                  </a:cubicBezTo>
                  <a:cubicBezTo>
                    <a:pt x="9" y="18"/>
                    <a:pt x="10" y="19"/>
                    <a:pt x="11" y="20"/>
                  </a:cubicBezTo>
                  <a:cubicBezTo>
                    <a:pt x="11" y="20"/>
                    <a:pt x="11" y="20"/>
                    <a:pt x="12" y="20"/>
                  </a:cubicBezTo>
                  <a:cubicBezTo>
                    <a:pt x="13" y="19"/>
                    <a:pt x="14" y="19"/>
                    <a:pt x="16" y="19"/>
                  </a:cubicBezTo>
                  <a:cubicBezTo>
                    <a:pt x="16" y="19"/>
                    <a:pt x="17" y="19"/>
                    <a:pt x="17" y="19"/>
                  </a:cubicBezTo>
                  <a:cubicBezTo>
                    <a:pt x="17" y="18"/>
                    <a:pt x="15" y="17"/>
                    <a:pt x="15" y="17"/>
                  </a:cubicBezTo>
                  <a:cubicBezTo>
                    <a:pt x="14" y="16"/>
                    <a:pt x="14" y="16"/>
                    <a:pt x="14" y="16"/>
                  </a:cubicBezTo>
                  <a:cubicBezTo>
                    <a:pt x="16" y="14"/>
                    <a:pt x="17" y="16"/>
                    <a:pt x="19" y="18"/>
                  </a:cubicBezTo>
                  <a:cubicBezTo>
                    <a:pt x="20" y="19"/>
                    <a:pt x="20" y="19"/>
                    <a:pt x="21" y="20"/>
                  </a:cubicBezTo>
                  <a:cubicBezTo>
                    <a:pt x="22" y="20"/>
                    <a:pt x="23" y="21"/>
                    <a:pt x="24" y="20"/>
                  </a:cubicBezTo>
                  <a:cubicBezTo>
                    <a:pt x="24" y="19"/>
                    <a:pt x="24" y="19"/>
                    <a:pt x="24" y="18"/>
                  </a:cubicBezTo>
                  <a:cubicBezTo>
                    <a:pt x="24" y="15"/>
                    <a:pt x="20" y="12"/>
                    <a:pt x="17" y="12"/>
                  </a:cubicBezTo>
                  <a:cubicBezTo>
                    <a:pt x="16" y="11"/>
                    <a:pt x="14" y="10"/>
                    <a:pt x="14" y="12"/>
                  </a:cubicBezTo>
                  <a:cubicBezTo>
                    <a:pt x="14" y="12"/>
                    <a:pt x="13" y="14"/>
                    <a:pt x="13" y="14"/>
                  </a:cubicBezTo>
                  <a:cubicBezTo>
                    <a:pt x="12" y="14"/>
                    <a:pt x="11" y="14"/>
                    <a:pt x="10" y="14"/>
                  </a:cubicBezTo>
                  <a:cubicBezTo>
                    <a:pt x="10" y="14"/>
                    <a:pt x="10" y="14"/>
                    <a:pt x="10" y="14"/>
                  </a:cubicBezTo>
                  <a:cubicBezTo>
                    <a:pt x="10" y="13"/>
                    <a:pt x="10" y="13"/>
                    <a:pt x="10" y="12"/>
                  </a:cubicBezTo>
                  <a:cubicBezTo>
                    <a:pt x="10" y="12"/>
                    <a:pt x="9" y="12"/>
                    <a:pt x="9" y="11"/>
                  </a:cubicBezTo>
                  <a:cubicBezTo>
                    <a:pt x="9" y="10"/>
                    <a:pt x="13" y="6"/>
                    <a:pt x="14" y="6"/>
                  </a:cubicBezTo>
                  <a:cubicBezTo>
                    <a:pt x="16" y="8"/>
                    <a:pt x="17" y="8"/>
                    <a:pt x="19" y="9"/>
                  </a:cubicBezTo>
                  <a:cubicBezTo>
                    <a:pt x="20" y="9"/>
                    <a:pt x="21" y="10"/>
                    <a:pt x="21" y="10"/>
                  </a:cubicBezTo>
                  <a:cubicBezTo>
                    <a:pt x="23" y="11"/>
                    <a:pt x="24" y="11"/>
                    <a:pt x="26" y="12"/>
                  </a:cubicBezTo>
                  <a:cubicBezTo>
                    <a:pt x="28" y="12"/>
                    <a:pt x="30" y="14"/>
                    <a:pt x="32" y="14"/>
                  </a:cubicBezTo>
                  <a:cubicBezTo>
                    <a:pt x="32" y="14"/>
                    <a:pt x="32" y="14"/>
                    <a:pt x="32" y="14"/>
                  </a:cubicBezTo>
                  <a:cubicBezTo>
                    <a:pt x="32" y="14"/>
                    <a:pt x="32" y="14"/>
                    <a:pt x="32" y="14"/>
                  </a:cubicBezTo>
                  <a:cubicBezTo>
                    <a:pt x="30" y="13"/>
                    <a:pt x="27" y="12"/>
                    <a:pt x="28" y="10"/>
                  </a:cubicBezTo>
                  <a:cubicBezTo>
                    <a:pt x="28" y="8"/>
                    <a:pt x="30" y="8"/>
                    <a:pt x="29" y="6"/>
                  </a:cubicBezTo>
                  <a:cubicBezTo>
                    <a:pt x="30" y="6"/>
                    <a:pt x="30" y="6"/>
                    <a:pt x="30" y="6"/>
                  </a:cubicBezTo>
                  <a:cubicBezTo>
                    <a:pt x="31" y="6"/>
                    <a:pt x="31" y="6"/>
                    <a:pt x="32" y="6"/>
                  </a:cubicBezTo>
                  <a:close/>
                  <a:moveTo>
                    <a:pt x="34" y="0"/>
                  </a:moveTo>
                  <a:cubicBezTo>
                    <a:pt x="34" y="0"/>
                    <a:pt x="34" y="0"/>
                    <a:pt x="34" y="0"/>
                  </a:cubicBezTo>
                  <a:cubicBezTo>
                    <a:pt x="33" y="2"/>
                    <a:pt x="29" y="6"/>
                    <a:pt x="26" y="6"/>
                  </a:cubicBezTo>
                  <a:cubicBezTo>
                    <a:pt x="25" y="4"/>
                    <a:pt x="27" y="2"/>
                    <a:pt x="29" y="0"/>
                  </a:cubicBezTo>
                  <a:cubicBezTo>
                    <a:pt x="30" y="1"/>
                    <a:pt x="32" y="0"/>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2" name="Freeform 47"/>
            <p:cNvSpPr>
              <a:spLocks noEditPoints="1"/>
            </p:cNvSpPr>
            <p:nvPr/>
          </p:nvSpPr>
          <p:spPr bwMode="auto">
            <a:xfrm>
              <a:off x="9037700" y="4621516"/>
              <a:ext cx="53975" cy="46038"/>
            </a:xfrm>
            <a:custGeom>
              <a:avLst/>
              <a:gdLst>
                <a:gd name="T0" fmla="*/ 13 w 36"/>
                <a:gd name="T1" fmla="*/ 14 h 30"/>
                <a:gd name="T2" fmla="*/ 10 w 36"/>
                <a:gd name="T3" fmla="*/ 17 h 30"/>
                <a:gd name="T4" fmla="*/ 10 w 36"/>
                <a:gd name="T5" fmla="*/ 17 h 30"/>
                <a:gd name="T6" fmla="*/ 13 w 36"/>
                <a:gd name="T7" fmla="*/ 14 h 30"/>
                <a:gd name="T8" fmla="*/ 13 w 36"/>
                <a:gd name="T9" fmla="*/ 14 h 30"/>
                <a:gd name="T10" fmla="*/ 26 w 36"/>
                <a:gd name="T11" fmla="*/ 1 h 30"/>
                <a:gd name="T12" fmla="*/ 27 w 36"/>
                <a:gd name="T13" fmla="*/ 1 h 30"/>
                <a:gd name="T14" fmla="*/ 25 w 36"/>
                <a:gd name="T15" fmla="*/ 7 h 30"/>
                <a:gd name="T16" fmla="*/ 22 w 36"/>
                <a:gd name="T17" fmla="*/ 10 h 30"/>
                <a:gd name="T18" fmla="*/ 22 w 36"/>
                <a:gd name="T19" fmla="*/ 11 h 30"/>
                <a:gd name="T20" fmla="*/ 25 w 36"/>
                <a:gd name="T21" fmla="*/ 11 h 30"/>
                <a:gd name="T22" fmla="*/ 26 w 36"/>
                <a:gd name="T23" fmla="*/ 10 h 30"/>
                <a:gd name="T24" fmla="*/ 29 w 36"/>
                <a:gd name="T25" fmla="*/ 13 h 30"/>
                <a:gd name="T26" fmla="*/ 28 w 36"/>
                <a:gd name="T27" fmla="*/ 14 h 30"/>
                <a:gd name="T28" fmla="*/ 21 w 36"/>
                <a:gd name="T29" fmla="*/ 14 h 30"/>
                <a:gd name="T30" fmla="*/ 19 w 36"/>
                <a:gd name="T31" fmla="*/ 13 h 30"/>
                <a:gd name="T32" fmla="*/ 16 w 36"/>
                <a:gd name="T33" fmla="*/ 18 h 30"/>
                <a:gd name="T34" fmla="*/ 16 w 36"/>
                <a:gd name="T35" fmla="*/ 18 h 30"/>
                <a:gd name="T36" fmla="*/ 21 w 36"/>
                <a:gd name="T37" fmla="*/ 20 h 30"/>
                <a:gd name="T38" fmla="*/ 20 w 36"/>
                <a:gd name="T39" fmla="*/ 24 h 30"/>
                <a:gd name="T40" fmla="*/ 20 w 36"/>
                <a:gd name="T41" fmla="*/ 27 h 30"/>
                <a:gd name="T42" fmla="*/ 14 w 36"/>
                <a:gd name="T43" fmla="*/ 27 h 30"/>
                <a:gd name="T44" fmla="*/ 15 w 36"/>
                <a:gd name="T45" fmla="*/ 21 h 30"/>
                <a:gd name="T46" fmla="*/ 14 w 36"/>
                <a:gd name="T47" fmla="*/ 21 h 30"/>
                <a:gd name="T48" fmla="*/ 9 w 36"/>
                <a:gd name="T49" fmla="*/ 28 h 30"/>
                <a:gd name="T50" fmla="*/ 9 w 36"/>
                <a:gd name="T51" fmla="*/ 28 h 30"/>
                <a:gd name="T52" fmla="*/ 9 w 36"/>
                <a:gd name="T53" fmla="*/ 22 h 30"/>
                <a:gd name="T54" fmla="*/ 11 w 36"/>
                <a:gd name="T55" fmla="*/ 20 h 30"/>
                <a:gd name="T56" fmla="*/ 8 w 36"/>
                <a:gd name="T57" fmla="*/ 20 h 30"/>
                <a:gd name="T58" fmla="*/ 6 w 36"/>
                <a:gd name="T59" fmla="*/ 21 h 30"/>
                <a:gd name="T60" fmla="*/ 1 w 36"/>
                <a:gd name="T61" fmla="*/ 23 h 30"/>
                <a:gd name="T62" fmla="*/ 0 w 36"/>
                <a:gd name="T63" fmla="*/ 22 h 30"/>
                <a:gd name="T64" fmla="*/ 1 w 36"/>
                <a:gd name="T65" fmla="*/ 19 h 30"/>
                <a:gd name="T66" fmla="*/ 3 w 36"/>
                <a:gd name="T67" fmla="*/ 15 h 30"/>
                <a:gd name="T68" fmla="*/ 13 w 36"/>
                <a:gd name="T69" fmla="*/ 13 h 30"/>
                <a:gd name="T70" fmla="*/ 16 w 36"/>
                <a:gd name="T71" fmla="*/ 14 h 30"/>
                <a:gd name="T72" fmla="*/ 16 w 36"/>
                <a:gd name="T73" fmla="*/ 14 h 30"/>
                <a:gd name="T74" fmla="*/ 16 w 36"/>
                <a:gd name="T75" fmla="*/ 13 h 30"/>
                <a:gd name="T76" fmla="*/ 15 w 36"/>
                <a:gd name="T77" fmla="*/ 13 h 30"/>
                <a:gd name="T78" fmla="*/ 13 w 36"/>
                <a:gd name="T79" fmla="*/ 8 h 30"/>
                <a:gd name="T80" fmla="*/ 13 w 36"/>
                <a:gd name="T81" fmla="*/ 8 h 30"/>
                <a:gd name="T82" fmla="*/ 18 w 36"/>
                <a:gd name="T83" fmla="*/ 11 h 30"/>
                <a:gd name="T84" fmla="*/ 20 w 36"/>
                <a:gd name="T85" fmla="*/ 9 h 30"/>
                <a:gd name="T86" fmla="*/ 21 w 36"/>
                <a:gd name="T87" fmla="*/ 7 h 30"/>
                <a:gd name="T88" fmla="*/ 24 w 36"/>
                <a:gd name="T89" fmla="*/ 4 h 30"/>
                <a:gd name="T90" fmla="*/ 26 w 36"/>
                <a:gd name="T91" fmla="*/ 1 h 30"/>
                <a:gd name="T92" fmla="*/ 26 w 36"/>
                <a:gd name="T93" fmla="*/ 1 h 30"/>
                <a:gd name="T94" fmla="*/ 31 w 36"/>
                <a:gd name="T95" fmla="*/ 3 h 30"/>
                <a:gd name="T96" fmla="*/ 35 w 36"/>
                <a:gd name="T97" fmla="*/ 7 h 30"/>
                <a:gd name="T98" fmla="*/ 36 w 36"/>
                <a:gd name="T99" fmla="*/ 9 h 30"/>
                <a:gd name="T100" fmla="*/ 31 w 36"/>
                <a:gd name="T101" fmla="*/ 10 h 30"/>
                <a:gd name="T102" fmla="*/ 31 w 36"/>
                <a:gd name="T103" fmla="*/ 8 h 30"/>
                <a:gd name="T104" fmla="*/ 30 w 36"/>
                <a:gd name="T105" fmla="*/ 8 h 30"/>
                <a:gd name="T106" fmla="*/ 31 w 36"/>
                <a:gd name="T107" fmla="*/ 3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6" h="30">
                  <a:moveTo>
                    <a:pt x="13" y="14"/>
                  </a:moveTo>
                  <a:cubicBezTo>
                    <a:pt x="13" y="14"/>
                    <a:pt x="10" y="16"/>
                    <a:pt x="10" y="17"/>
                  </a:cubicBezTo>
                  <a:cubicBezTo>
                    <a:pt x="10" y="17"/>
                    <a:pt x="10" y="17"/>
                    <a:pt x="10" y="17"/>
                  </a:cubicBezTo>
                  <a:cubicBezTo>
                    <a:pt x="13" y="19"/>
                    <a:pt x="14" y="17"/>
                    <a:pt x="13" y="14"/>
                  </a:cubicBezTo>
                  <a:cubicBezTo>
                    <a:pt x="13" y="14"/>
                    <a:pt x="13" y="14"/>
                    <a:pt x="13" y="14"/>
                  </a:cubicBezTo>
                  <a:close/>
                  <a:moveTo>
                    <a:pt x="26" y="1"/>
                  </a:moveTo>
                  <a:cubicBezTo>
                    <a:pt x="26" y="1"/>
                    <a:pt x="26" y="1"/>
                    <a:pt x="27" y="1"/>
                  </a:cubicBezTo>
                  <a:cubicBezTo>
                    <a:pt x="27" y="2"/>
                    <a:pt x="25" y="6"/>
                    <a:pt x="25" y="7"/>
                  </a:cubicBezTo>
                  <a:cubicBezTo>
                    <a:pt x="24" y="8"/>
                    <a:pt x="22" y="10"/>
                    <a:pt x="22" y="10"/>
                  </a:cubicBezTo>
                  <a:cubicBezTo>
                    <a:pt x="22" y="10"/>
                    <a:pt x="22" y="10"/>
                    <a:pt x="22" y="11"/>
                  </a:cubicBezTo>
                  <a:cubicBezTo>
                    <a:pt x="23" y="12"/>
                    <a:pt x="25" y="12"/>
                    <a:pt x="25" y="11"/>
                  </a:cubicBezTo>
                  <a:cubicBezTo>
                    <a:pt x="26" y="10"/>
                    <a:pt x="25" y="10"/>
                    <a:pt x="26" y="10"/>
                  </a:cubicBezTo>
                  <a:cubicBezTo>
                    <a:pt x="27" y="10"/>
                    <a:pt x="29" y="12"/>
                    <a:pt x="29" y="13"/>
                  </a:cubicBezTo>
                  <a:cubicBezTo>
                    <a:pt x="29" y="13"/>
                    <a:pt x="29" y="14"/>
                    <a:pt x="28" y="14"/>
                  </a:cubicBezTo>
                  <a:cubicBezTo>
                    <a:pt x="25" y="13"/>
                    <a:pt x="23" y="14"/>
                    <a:pt x="21" y="14"/>
                  </a:cubicBezTo>
                  <a:cubicBezTo>
                    <a:pt x="20" y="14"/>
                    <a:pt x="20" y="13"/>
                    <a:pt x="19" y="13"/>
                  </a:cubicBezTo>
                  <a:cubicBezTo>
                    <a:pt x="18" y="14"/>
                    <a:pt x="16" y="17"/>
                    <a:pt x="16" y="18"/>
                  </a:cubicBezTo>
                  <a:cubicBezTo>
                    <a:pt x="16" y="18"/>
                    <a:pt x="16" y="18"/>
                    <a:pt x="16" y="18"/>
                  </a:cubicBezTo>
                  <a:cubicBezTo>
                    <a:pt x="18" y="19"/>
                    <a:pt x="19" y="17"/>
                    <a:pt x="21" y="20"/>
                  </a:cubicBezTo>
                  <a:cubicBezTo>
                    <a:pt x="21" y="22"/>
                    <a:pt x="20" y="22"/>
                    <a:pt x="20" y="24"/>
                  </a:cubicBezTo>
                  <a:cubicBezTo>
                    <a:pt x="19" y="25"/>
                    <a:pt x="20" y="26"/>
                    <a:pt x="20" y="27"/>
                  </a:cubicBezTo>
                  <a:cubicBezTo>
                    <a:pt x="19" y="30"/>
                    <a:pt x="15" y="29"/>
                    <a:pt x="14" y="27"/>
                  </a:cubicBezTo>
                  <a:cubicBezTo>
                    <a:pt x="13" y="26"/>
                    <a:pt x="15" y="22"/>
                    <a:pt x="15" y="21"/>
                  </a:cubicBezTo>
                  <a:cubicBezTo>
                    <a:pt x="14" y="21"/>
                    <a:pt x="14" y="21"/>
                    <a:pt x="14" y="21"/>
                  </a:cubicBezTo>
                  <a:cubicBezTo>
                    <a:pt x="11" y="22"/>
                    <a:pt x="11" y="26"/>
                    <a:pt x="9" y="28"/>
                  </a:cubicBezTo>
                  <a:cubicBezTo>
                    <a:pt x="9" y="28"/>
                    <a:pt x="9" y="28"/>
                    <a:pt x="9" y="28"/>
                  </a:cubicBezTo>
                  <a:cubicBezTo>
                    <a:pt x="8" y="27"/>
                    <a:pt x="9" y="24"/>
                    <a:pt x="9" y="22"/>
                  </a:cubicBezTo>
                  <a:cubicBezTo>
                    <a:pt x="10" y="22"/>
                    <a:pt x="11" y="21"/>
                    <a:pt x="11" y="20"/>
                  </a:cubicBezTo>
                  <a:cubicBezTo>
                    <a:pt x="10" y="20"/>
                    <a:pt x="9" y="19"/>
                    <a:pt x="8" y="20"/>
                  </a:cubicBezTo>
                  <a:cubicBezTo>
                    <a:pt x="7" y="20"/>
                    <a:pt x="7" y="21"/>
                    <a:pt x="6" y="21"/>
                  </a:cubicBezTo>
                  <a:cubicBezTo>
                    <a:pt x="5" y="22"/>
                    <a:pt x="3" y="23"/>
                    <a:pt x="1" y="23"/>
                  </a:cubicBezTo>
                  <a:cubicBezTo>
                    <a:pt x="1" y="23"/>
                    <a:pt x="1" y="22"/>
                    <a:pt x="0" y="22"/>
                  </a:cubicBezTo>
                  <a:cubicBezTo>
                    <a:pt x="1" y="20"/>
                    <a:pt x="1" y="20"/>
                    <a:pt x="1" y="19"/>
                  </a:cubicBezTo>
                  <a:cubicBezTo>
                    <a:pt x="1" y="18"/>
                    <a:pt x="3" y="17"/>
                    <a:pt x="3" y="15"/>
                  </a:cubicBezTo>
                  <a:cubicBezTo>
                    <a:pt x="7" y="15"/>
                    <a:pt x="9" y="13"/>
                    <a:pt x="13" y="13"/>
                  </a:cubicBezTo>
                  <a:cubicBezTo>
                    <a:pt x="14" y="13"/>
                    <a:pt x="15" y="15"/>
                    <a:pt x="16" y="14"/>
                  </a:cubicBezTo>
                  <a:cubicBezTo>
                    <a:pt x="16" y="14"/>
                    <a:pt x="16" y="14"/>
                    <a:pt x="16" y="14"/>
                  </a:cubicBezTo>
                  <a:cubicBezTo>
                    <a:pt x="16" y="14"/>
                    <a:pt x="16" y="14"/>
                    <a:pt x="16" y="13"/>
                  </a:cubicBezTo>
                  <a:cubicBezTo>
                    <a:pt x="15" y="13"/>
                    <a:pt x="15" y="13"/>
                    <a:pt x="15" y="13"/>
                  </a:cubicBezTo>
                  <a:cubicBezTo>
                    <a:pt x="12" y="12"/>
                    <a:pt x="12" y="10"/>
                    <a:pt x="13" y="8"/>
                  </a:cubicBezTo>
                  <a:cubicBezTo>
                    <a:pt x="13" y="8"/>
                    <a:pt x="13" y="8"/>
                    <a:pt x="13" y="8"/>
                  </a:cubicBezTo>
                  <a:cubicBezTo>
                    <a:pt x="14" y="10"/>
                    <a:pt x="17" y="11"/>
                    <a:pt x="18" y="11"/>
                  </a:cubicBezTo>
                  <a:cubicBezTo>
                    <a:pt x="19" y="10"/>
                    <a:pt x="19" y="10"/>
                    <a:pt x="20" y="9"/>
                  </a:cubicBezTo>
                  <a:cubicBezTo>
                    <a:pt x="20" y="8"/>
                    <a:pt x="21" y="8"/>
                    <a:pt x="21" y="7"/>
                  </a:cubicBezTo>
                  <a:cubicBezTo>
                    <a:pt x="22" y="6"/>
                    <a:pt x="23" y="5"/>
                    <a:pt x="24" y="4"/>
                  </a:cubicBezTo>
                  <a:cubicBezTo>
                    <a:pt x="24" y="4"/>
                    <a:pt x="25" y="1"/>
                    <a:pt x="26" y="1"/>
                  </a:cubicBezTo>
                  <a:cubicBezTo>
                    <a:pt x="25" y="0"/>
                    <a:pt x="26" y="1"/>
                    <a:pt x="26" y="1"/>
                  </a:cubicBezTo>
                  <a:close/>
                  <a:moveTo>
                    <a:pt x="31" y="3"/>
                  </a:moveTo>
                  <a:cubicBezTo>
                    <a:pt x="32" y="4"/>
                    <a:pt x="34" y="5"/>
                    <a:pt x="35" y="7"/>
                  </a:cubicBezTo>
                  <a:cubicBezTo>
                    <a:pt x="35" y="8"/>
                    <a:pt x="36" y="9"/>
                    <a:pt x="36" y="9"/>
                  </a:cubicBezTo>
                  <a:cubicBezTo>
                    <a:pt x="35" y="12"/>
                    <a:pt x="32" y="12"/>
                    <a:pt x="31" y="10"/>
                  </a:cubicBezTo>
                  <a:cubicBezTo>
                    <a:pt x="31" y="10"/>
                    <a:pt x="31" y="9"/>
                    <a:pt x="31" y="8"/>
                  </a:cubicBezTo>
                  <a:cubicBezTo>
                    <a:pt x="30" y="8"/>
                    <a:pt x="30" y="8"/>
                    <a:pt x="30" y="8"/>
                  </a:cubicBezTo>
                  <a:cubicBezTo>
                    <a:pt x="31" y="6"/>
                    <a:pt x="29" y="4"/>
                    <a:pt x="3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3" name="Freeform 48"/>
            <p:cNvSpPr>
              <a:spLocks noEditPoints="1"/>
            </p:cNvSpPr>
            <p:nvPr/>
          </p:nvSpPr>
          <p:spPr bwMode="auto">
            <a:xfrm>
              <a:off x="8913875" y="4588179"/>
              <a:ext cx="36513" cy="52388"/>
            </a:xfrm>
            <a:custGeom>
              <a:avLst/>
              <a:gdLst>
                <a:gd name="T0" fmla="*/ 14 w 24"/>
                <a:gd name="T1" fmla="*/ 5 h 34"/>
                <a:gd name="T2" fmla="*/ 14 w 24"/>
                <a:gd name="T3" fmla="*/ 5 h 34"/>
                <a:gd name="T4" fmla="*/ 14 w 24"/>
                <a:gd name="T5" fmla="*/ 5 h 34"/>
                <a:gd name="T6" fmla="*/ 14 w 24"/>
                <a:gd name="T7" fmla="*/ 4 h 34"/>
                <a:gd name="T8" fmla="*/ 14 w 24"/>
                <a:gd name="T9" fmla="*/ 4 h 34"/>
                <a:gd name="T10" fmla="*/ 14 w 24"/>
                <a:gd name="T11" fmla="*/ 4 h 34"/>
                <a:gd name="T12" fmla="*/ 14 w 24"/>
                <a:gd name="T13" fmla="*/ 4 h 34"/>
                <a:gd name="T14" fmla="*/ 20 w 24"/>
                <a:gd name="T15" fmla="*/ 2 h 34"/>
                <a:gd name="T16" fmla="*/ 14 w 24"/>
                <a:gd name="T17" fmla="*/ 7 h 34"/>
                <a:gd name="T18" fmla="*/ 22 w 24"/>
                <a:gd name="T19" fmla="*/ 15 h 34"/>
                <a:gd name="T20" fmla="*/ 16 w 24"/>
                <a:gd name="T21" fmla="*/ 18 h 34"/>
                <a:gd name="T22" fmla="*/ 15 w 24"/>
                <a:gd name="T23" fmla="*/ 23 h 34"/>
                <a:gd name="T24" fmla="*/ 17 w 24"/>
                <a:gd name="T25" fmla="*/ 22 h 34"/>
                <a:gd name="T26" fmla="*/ 24 w 24"/>
                <a:gd name="T27" fmla="*/ 24 h 34"/>
                <a:gd name="T28" fmla="*/ 18 w 24"/>
                <a:gd name="T29" fmla="*/ 26 h 34"/>
                <a:gd name="T30" fmla="*/ 9 w 24"/>
                <a:gd name="T31" fmla="*/ 32 h 34"/>
                <a:gd name="T32" fmla="*/ 16 w 24"/>
                <a:gd name="T33" fmla="*/ 27 h 34"/>
                <a:gd name="T34" fmla="*/ 10 w 24"/>
                <a:gd name="T35" fmla="*/ 29 h 34"/>
                <a:gd name="T36" fmla="*/ 7 w 24"/>
                <a:gd name="T37" fmla="*/ 28 h 34"/>
                <a:gd name="T38" fmla="*/ 14 w 24"/>
                <a:gd name="T39" fmla="*/ 25 h 34"/>
                <a:gd name="T40" fmla="*/ 13 w 24"/>
                <a:gd name="T41" fmla="*/ 24 h 34"/>
                <a:gd name="T42" fmla="*/ 14 w 24"/>
                <a:gd name="T43" fmla="*/ 19 h 34"/>
                <a:gd name="T44" fmla="*/ 9 w 24"/>
                <a:gd name="T45" fmla="*/ 22 h 34"/>
                <a:gd name="T46" fmla="*/ 9 w 24"/>
                <a:gd name="T47" fmla="*/ 20 h 34"/>
                <a:gd name="T48" fmla="*/ 17 w 24"/>
                <a:gd name="T49" fmla="*/ 16 h 34"/>
                <a:gd name="T50" fmla="*/ 14 w 24"/>
                <a:gd name="T51" fmla="*/ 10 h 34"/>
                <a:gd name="T52" fmla="*/ 7 w 24"/>
                <a:gd name="T53" fmla="*/ 17 h 34"/>
                <a:gd name="T54" fmla="*/ 4 w 24"/>
                <a:gd name="T55" fmla="*/ 26 h 34"/>
                <a:gd name="T56" fmla="*/ 2 w 24"/>
                <a:gd name="T57" fmla="*/ 19 h 34"/>
                <a:gd name="T58" fmla="*/ 6 w 24"/>
                <a:gd name="T59" fmla="*/ 12 h 34"/>
                <a:gd name="T60" fmla="*/ 12 w 24"/>
                <a:gd name="T61" fmla="*/ 7 h 34"/>
                <a:gd name="T62" fmla="*/ 8 w 24"/>
                <a:gd name="T63" fmla="*/ 6 h 34"/>
                <a:gd name="T64" fmla="*/ 1 w 24"/>
                <a:gd name="T65" fmla="*/ 3 h 34"/>
                <a:gd name="T66" fmla="*/ 4 w 24"/>
                <a:gd name="T67" fmla="*/ 7 h 34"/>
                <a:gd name="T68" fmla="*/ 0 w 24"/>
                <a:gd name="T69" fmla="*/ 5 h 34"/>
                <a:gd name="T70" fmla="*/ 1 w 24"/>
                <a:gd name="T71" fmla="*/ 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4" h="34">
                  <a:moveTo>
                    <a:pt x="14" y="5"/>
                  </a:moveTo>
                  <a:cubicBezTo>
                    <a:pt x="14" y="5"/>
                    <a:pt x="14" y="5"/>
                    <a:pt x="14" y="5"/>
                  </a:cubicBezTo>
                  <a:cubicBezTo>
                    <a:pt x="14" y="5"/>
                    <a:pt x="14" y="5"/>
                    <a:pt x="14" y="5"/>
                  </a:cubicBezTo>
                  <a:cubicBezTo>
                    <a:pt x="14" y="5"/>
                    <a:pt x="14" y="5"/>
                    <a:pt x="14" y="5"/>
                  </a:cubicBezTo>
                  <a:cubicBezTo>
                    <a:pt x="14" y="5"/>
                    <a:pt x="14" y="5"/>
                    <a:pt x="14" y="5"/>
                  </a:cubicBezTo>
                  <a:cubicBezTo>
                    <a:pt x="14" y="5"/>
                    <a:pt x="14" y="5"/>
                    <a:pt x="14" y="5"/>
                  </a:cubicBezTo>
                  <a:cubicBezTo>
                    <a:pt x="14" y="5"/>
                    <a:pt x="14" y="5"/>
                    <a:pt x="14" y="5"/>
                  </a:cubicBezTo>
                  <a:close/>
                  <a:moveTo>
                    <a:pt x="14" y="4"/>
                  </a:moveTo>
                  <a:cubicBezTo>
                    <a:pt x="14" y="4"/>
                    <a:pt x="14" y="4"/>
                    <a:pt x="14" y="4"/>
                  </a:cubicBezTo>
                  <a:cubicBezTo>
                    <a:pt x="14" y="4"/>
                    <a:pt x="14" y="4"/>
                    <a:pt x="14" y="4"/>
                  </a:cubicBezTo>
                  <a:cubicBezTo>
                    <a:pt x="14" y="4"/>
                    <a:pt x="14" y="4"/>
                    <a:pt x="14" y="4"/>
                  </a:cubicBezTo>
                  <a:cubicBezTo>
                    <a:pt x="14" y="4"/>
                    <a:pt x="14" y="4"/>
                    <a:pt x="14" y="4"/>
                  </a:cubicBezTo>
                  <a:cubicBezTo>
                    <a:pt x="14" y="4"/>
                    <a:pt x="14" y="4"/>
                    <a:pt x="14" y="4"/>
                  </a:cubicBezTo>
                  <a:cubicBezTo>
                    <a:pt x="14" y="4"/>
                    <a:pt x="14" y="4"/>
                    <a:pt x="14" y="4"/>
                  </a:cubicBezTo>
                  <a:close/>
                  <a:moveTo>
                    <a:pt x="16" y="1"/>
                  </a:moveTo>
                  <a:cubicBezTo>
                    <a:pt x="17" y="0"/>
                    <a:pt x="19" y="1"/>
                    <a:pt x="20" y="2"/>
                  </a:cubicBezTo>
                  <a:cubicBezTo>
                    <a:pt x="20" y="2"/>
                    <a:pt x="21" y="2"/>
                    <a:pt x="20" y="2"/>
                  </a:cubicBezTo>
                  <a:cubicBezTo>
                    <a:pt x="20" y="4"/>
                    <a:pt x="16" y="5"/>
                    <a:pt x="14" y="7"/>
                  </a:cubicBezTo>
                  <a:cubicBezTo>
                    <a:pt x="15" y="8"/>
                    <a:pt x="16" y="7"/>
                    <a:pt x="18" y="8"/>
                  </a:cubicBezTo>
                  <a:cubicBezTo>
                    <a:pt x="20" y="8"/>
                    <a:pt x="24" y="12"/>
                    <a:pt x="22" y="15"/>
                  </a:cubicBezTo>
                  <a:cubicBezTo>
                    <a:pt x="21" y="16"/>
                    <a:pt x="20" y="16"/>
                    <a:pt x="19" y="16"/>
                  </a:cubicBezTo>
                  <a:cubicBezTo>
                    <a:pt x="18" y="17"/>
                    <a:pt x="17" y="16"/>
                    <a:pt x="16" y="18"/>
                  </a:cubicBezTo>
                  <a:cubicBezTo>
                    <a:pt x="16" y="18"/>
                    <a:pt x="16" y="19"/>
                    <a:pt x="17" y="20"/>
                  </a:cubicBezTo>
                  <a:cubicBezTo>
                    <a:pt x="16" y="21"/>
                    <a:pt x="16" y="22"/>
                    <a:pt x="15" y="23"/>
                  </a:cubicBezTo>
                  <a:cubicBezTo>
                    <a:pt x="16" y="24"/>
                    <a:pt x="16" y="24"/>
                    <a:pt x="17" y="24"/>
                  </a:cubicBezTo>
                  <a:cubicBezTo>
                    <a:pt x="17" y="23"/>
                    <a:pt x="17" y="23"/>
                    <a:pt x="17" y="22"/>
                  </a:cubicBezTo>
                  <a:cubicBezTo>
                    <a:pt x="18" y="22"/>
                    <a:pt x="21" y="22"/>
                    <a:pt x="22" y="22"/>
                  </a:cubicBezTo>
                  <a:cubicBezTo>
                    <a:pt x="23" y="22"/>
                    <a:pt x="23" y="24"/>
                    <a:pt x="24" y="24"/>
                  </a:cubicBezTo>
                  <a:cubicBezTo>
                    <a:pt x="23" y="25"/>
                    <a:pt x="23" y="25"/>
                    <a:pt x="23" y="26"/>
                  </a:cubicBezTo>
                  <a:cubicBezTo>
                    <a:pt x="21" y="27"/>
                    <a:pt x="20" y="24"/>
                    <a:pt x="18" y="26"/>
                  </a:cubicBezTo>
                  <a:cubicBezTo>
                    <a:pt x="17" y="27"/>
                    <a:pt x="19" y="29"/>
                    <a:pt x="19" y="31"/>
                  </a:cubicBezTo>
                  <a:cubicBezTo>
                    <a:pt x="18" y="34"/>
                    <a:pt x="11" y="34"/>
                    <a:pt x="9" y="32"/>
                  </a:cubicBezTo>
                  <a:cubicBezTo>
                    <a:pt x="9" y="32"/>
                    <a:pt x="9" y="32"/>
                    <a:pt x="9" y="32"/>
                  </a:cubicBezTo>
                  <a:cubicBezTo>
                    <a:pt x="12" y="30"/>
                    <a:pt x="16" y="30"/>
                    <a:pt x="16" y="27"/>
                  </a:cubicBezTo>
                  <a:cubicBezTo>
                    <a:pt x="16" y="27"/>
                    <a:pt x="16" y="27"/>
                    <a:pt x="16" y="27"/>
                  </a:cubicBezTo>
                  <a:cubicBezTo>
                    <a:pt x="14" y="27"/>
                    <a:pt x="12" y="29"/>
                    <a:pt x="10" y="29"/>
                  </a:cubicBezTo>
                  <a:cubicBezTo>
                    <a:pt x="10" y="29"/>
                    <a:pt x="8" y="29"/>
                    <a:pt x="8" y="29"/>
                  </a:cubicBezTo>
                  <a:cubicBezTo>
                    <a:pt x="8" y="28"/>
                    <a:pt x="7" y="28"/>
                    <a:pt x="7" y="28"/>
                  </a:cubicBezTo>
                  <a:cubicBezTo>
                    <a:pt x="7" y="28"/>
                    <a:pt x="7" y="28"/>
                    <a:pt x="7" y="28"/>
                  </a:cubicBezTo>
                  <a:cubicBezTo>
                    <a:pt x="9" y="27"/>
                    <a:pt x="14" y="26"/>
                    <a:pt x="14" y="25"/>
                  </a:cubicBezTo>
                  <a:cubicBezTo>
                    <a:pt x="14" y="24"/>
                    <a:pt x="14" y="24"/>
                    <a:pt x="14" y="24"/>
                  </a:cubicBezTo>
                  <a:cubicBezTo>
                    <a:pt x="14" y="24"/>
                    <a:pt x="13" y="24"/>
                    <a:pt x="13" y="24"/>
                  </a:cubicBezTo>
                  <a:cubicBezTo>
                    <a:pt x="13" y="23"/>
                    <a:pt x="13" y="22"/>
                    <a:pt x="13" y="22"/>
                  </a:cubicBezTo>
                  <a:cubicBezTo>
                    <a:pt x="13" y="21"/>
                    <a:pt x="14" y="20"/>
                    <a:pt x="14" y="19"/>
                  </a:cubicBezTo>
                  <a:cubicBezTo>
                    <a:pt x="14" y="19"/>
                    <a:pt x="14" y="19"/>
                    <a:pt x="13" y="19"/>
                  </a:cubicBezTo>
                  <a:cubicBezTo>
                    <a:pt x="12" y="18"/>
                    <a:pt x="10" y="21"/>
                    <a:pt x="9" y="22"/>
                  </a:cubicBezTo>
                  <a:cubicBezTo>
                    <a:pt x="9" y="22"/>
                    <a:pt x="9" y="22"/>
                    <a:pt x="9" y="22"/>
                  </a:cubicBezTo>
                  <a:cubicBezTo>
                    <a:pt x="9" y="22"/>
                    <a:pt x="9" y="21"/>
                    <a:pt x="9" y="20"/>
                  </a:cubicBezTo>
                  <a:cubicBezTo>
                    <a:pt x="9" y="18"/>
                    <a:pt x="12" y="16"/>
                    <a:pt x="14" y="17"/>
                  </a:cubicBezTo>
                  <a:cubicBezTo>
                    <a:pt x="15" y="17"/>
                    <a:pt x="16" y="16"/>
                    <a:pt x="17" y="16"/>
                  </a:cubicBezTo>
                  <a:cubicBezTo>
                    <a:pt x="17" y="15"/>
                    <a:pt x="18" y="14"/>
                    <a:pt x="18" y="14"/>
                  </a:cubicBezTo>
                  <a:cubicBezTo>
                    <a:pt x="19" y="11"/>
                    <a:pt x="16" y="10"/>
                    <a:pt x="14" y="10"/>
                  </a:cubicBezTo>
                  <a:cubicBezTo>
                    <a:pt x="12" y="10"/>
                    <a:pt x="10" y="12"/>
                    <a:pt x="10" y="13"/>
                  </a:cubicBezTo>
                  <a:cubicBezTo>
                    <a:pt x="9" y="14"/>
                    <a:pt x="8" y="16"/>
                    <a:pt x="7" y="17"/>
                  </a:cubicBezTo>
                  <a:cubicBezTo>
                    <a:pt x="6" y="18"/>
                    <a:pt x="6" y="19"/>
                    <a:pt x="5" y="20"/>
                  </a:cubicBezTo>
                  <a:cubicBezTo>
                    <a:pt x="4" y="22"/>
                    <a:pt x="5" y="24"/>
                    <a:pt x="4" y="26"/>
                  </a:cubicBezTo>
                  <a:cubicBezTo>
                    <a:pt x="1" y="26"/>
                    <a:pt x="0" y="24"/>
                    <a:pt x="0" y="21"/>
                  </a:cubicBezTo>
                  <a:cubicBezTo>
                    <a:pt x="0" y="21"/>
                    <a:pt x="1" y="20"/>
                    <a:pt x="2" y="19"/>
                  </a:cubicBezTo>
                  <a:cubicBezTo>
                    <a:pt x="2" y="18"/>
                    <a:pt x="3" y="17"/>
                    <a:pt x="3" y="16"/>
                  </a:cubicBezTo>
                  <a:cubicBezTo>
                    <a:pt x="4" y="15"/>
                    <a:pt x="5" y="14"/>
                    <a:pt x="6" y="12"/>
                  </a:cubicBezTo>
                  <a:cubicBezTo>
                    <a:pt x="8" y="11"/>
                    <a:pt x="11" y="9"/>
                    <a:pt x="12" y="7"/>
                  </a:cubicBezTo>
                  <a:cubicBezTo>
                    <a:pt x="12" y="7"/>
                    <a:pt x="12" y="7"/>
                    <a:pt x="12" y="7"/>
                  </a:cubicBezTo>
                  <a:cubicBezTo>
                    <a:pt x="10" y="7"/>
                    <a:pt x="8" y="7"/>
                    <a:pt x="8" y="6"/>
                  </a:cubicBezTo>
                  <a:cubicBezTo>
                    <a:pt x="8" y="6"/>
                    <a:pt x="8" y="6"/>
                    <a:pt x="8" y="6"/>
                  </a:cubicBezTo>
                  <a:cubicBezTo>
                    <a:pt x="12" y="4"/>
                    <a:pt x="14" y="2"/>
                    <a:pt x="16" y="1"/>
                  </a:cubicBezTo>
                  <a:close/>
                  <a:moveTo>
                    <a:pt x="1" y="3"/>
                  </a:moveTo>
                  <a:cubicBezTo>
                    <a:pt x="2" y="3"/>
                    <a:pt x="2" y="3"/>
                    <a:pt x="2" y="3"/>
                  </a:cubicBezTo>
                  <a:cubicBezTo>
                    <a:pt x="2" y="4"/>
                    <a:pt x="4" y="7"/>
                    <a:pt x="4" y="7"/>
                  </a:cubicBezTo>
                  <a:cubicBezTo>
                    <a:pt x="4" y="9"/>
                    <a:pt x="5" y="9"/>
                    <a:pt x="4" y="10"/>
                  </a:cubicBezTo>
                  <a:cubicBezTo>
                    <a:pt x="1" y="10"/>
                    <a:pt x="0" y="9"/>
                    <a:pt x="0" y="5"/>
                  </a:cubicBezTo>
                  <a:cubicBezTo>
                    <a:pt x="0" y="4"/>
                    <a:pt x="0" y="4"/>
                    <a:pt x="0" y="3"/>
                  </a:cubicBezTo>
                  <a:cubicBezTo>
                    <a:pt x="0" y="3"/>
                    <a:pt x="1" y="3"/>
                    <a:pt x="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4" name="Freeform 49"/>
            <p:cNvSpPr>
              <a:spLocks noEditPoints="1"/>
            </p:cNvSpPr>
            <p:nvPr/>
          </p:nvSpPr>
          <p:spPr bwMode="auto">
            <a:xfrm>
              <a:off x="8971025" y="4589766"/>
              <a:ext cx="50800" cy="52388"/>
            </a:xfrm>
            <a:custGeom>
              <a:avLst/>
              <a:gdLst>
                <a:gd name="T0" fmla="*/ 17 w 34"/>
                <a:gd name="T1" fmla="*/ 16 h 34"/>
                <a:gd name="T2" fmla="*/ 20 w 34"/>
                <a:gd name="T3" fmla="*/ 27 h 34"/>
                <a:gd name="T4" fmla="*/ 18 w 34"/>
                <a:gd name="T5" fmla="*/ 21 h 34"/>
                <a:gd name="T6" fmla="*/ 20 w 34"/>
                <a:gd name="T7" fmla="*/ 21 h 34"/>
                <a:gd name="T8" fmla="*/ 25 w 34"/>
                <a:gd name="T9" fmla="*/ 18 h 34"/>
                <a:gd name="T10" fmla="*/ 22 w 34"/>
                <a:gd name="T11" fmla="*/ 20 h 34"/>
                <a:gd name="T12" fmla="*/ 21 w 34"/>
                <a:gd name="T13" fmla="*/ 14 h 34"/>
                <a:gd name="T14" fmla="*/ 28 w 34"/>
                <a:gd name="T15" fmla="*/ 6 h 34"/>
                <a:gd name="T16" fmla="*/ 26 w 34"/>
                <a:gd name="T17" fmla="*/ 10 h 34"/>
                <a:gd name="T18" fmla="*/ 28 w 34"/>
                <a:gd name="T19" fmla="*/ 6 h 34"/>
                <a:gd name="T20" fmla="*/ 26 w 34"/>
                <a:gd name="T21" fmla="*/ 0 h 34"/>
                <a:gd name="T22" fmla="*/ 28 w 34"/>
                <a:gd name="T23" fmla="*/ 5 h 34"/>
                <a:gd name="T24" fmla="*/ 34 w 34"/>
                <a:gd name="T25" fmla="*/ 9 h 34"/>
                <a:gd name="T26" fmla="*/ 28 w 34"/>
                <a:gd name="T27" fmla="*/ 13 h 34"/>
                <a:gd name="T28" fmla="*/ 28 w 34"/>
                <a:gd name="T29" fmla="*/ 17 h 34"/>
                <a:gd name="T30" fmla="*/ 27 w 34"/>
                <a:gd name="T31" fmla="*/ 25 h 34"/>
                <a:gd name="T32" fmla="*/ 32 w 34"/>
                <a:gd name="T33" fmla="*/ 31 h 34"/>
                <a:gd name="T34" fmla="*/ 26 w 34"/>
                <a:gd name="T35" fmla="*/ 30 h 34"/>
                <a:gd name="T36" fmla="*/ 22 w 34"/>
                <a:gd name="T37" fmla="*/ 30 h 34"/>
                <a:gd name="T38" fmla="*/ 15 w 34"/>
                <a:gd name="T39" fmla="*/ 29 h 34"/>
                <a:gd name="T40" fmla="*/ 13 w 34"/>
                <a:gd name="T41" fmla="*/ 26 h 34"/>
                <a:gd name="T42" fmla="*/ 13 w 34"/>
                <a:gd name="T43" fmla="*/ 31 h 34"/>
                <a:gd name="T44" fmla="*/ 10 w 34"/>
                <a:gd name="T45" fmla="*/ 27 h 34"/>
                <a:gd name="T46" fmla="*/ 8 w 34"/>
                <a:gd name="T47" fmla="*/ 23 h 34"/>
                <a:gd name="T48" fmla="*/ 2 w 34"/>
                <a:gd name="T49" fmla="*/ 19 h 34"/>
                <a:gd name="T50" fmla="*/ 4 w 34"/>
                <a:gd name="T51" fmla="*/ 16 h 34"/>
                <a:gd name="T52" fmla="*/ 13 w 34"/>
                <a:gd name="T53" fmla="*/ 15 h 34"/>
                <a:gd name="T54" fmla="*/ 16 w 34"/>
                <a:gd name="T55" fmla="*/ 9 h 34"/>
                <a:gd name="T56" fmla="*/ 11 w 34"/>
                <a:gd name="T57" fmla="*/ 7 h 34"/>
                <a:gd name="T58" fmla="*/ 10 w 34"/>
                <a:gd name="T59" fmla="*/ 5 h 34"/>
                <a:gd name="T60" fmla="*/ 12 w 34"/>
                <a:gd name="T61" fmla="*/ 6 h 34"/>
                <a:gd name="T62" fmla="*/ 20 w 34"/>
                <a:gd name="T63" fmla="*/ 0 h 34"/>
                <a:gd name="T64" fmla="*/ 23 w 34"/>
                <a:gd name="T65" fmla="*/ 1 h 34"/>
                <a:gd name="T66" fmla="*/ 17 w 34"/>
                <a:gd name="T67" fmla="*/ 11 h 34"/>
                <a:gd name="T68" fmla="*/ 19 w 34"/>
                <a:gd name="T69" fmla="*/ 11 h 34"/>
                <a:gd name="T70" fmla="*/ 23 w 34"/>
                <a:gd name="T71" fmla="*/ 7 h 34"/>
                <a:gd name="T72" fmla="*/ 26 w 34"/>
                <a:gd name="T73"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4" h="34">
                  <a:moveTo>
                    <a:pt x="21" y="13"/>
                  </a:moveTo>
                  <a:cubicBezTo>
                    <a:pt x="19" y="14"/>
                    <a:pt x="18" y="15"/>
                    <a:pt x="17" y="16"/>
                  </a:cubicBezTo>
                  <a:cubicBezTo>
                    <a:pt x="16" y="18"/>
                    <a:pt x="12" y="21"/>
                    <a:pt x="14" y="24"/>
                  </a:cubicBezTo>
                  <a:cubicBezTo>
                    <a:pt x="15" y="26"/>
                    <a:pt x="17" y="28"/>
                    <a:pt x="20" y="27"/>
                  </a:cubicBezTo>
                  <a:cubicBezTo>
                    <a:pt x="20" y="27"/>
                    <a:pt x="20" y="27"/>
                    <a:pt x="21" y="27"/>
                  </a:cubicBezTo>
                  <a:cubicBezTo>
                    <a:pt x="20" y="25"/>
                    <a:pt x="19" y="22"/>
                    <a:pt x="18" y="21"/>
                  </a:cubicBezTo>
                  <a:cubicBezTo>
                    <a:pt x="18" y="21"/>
                    <a:pt x="18" y="21"/>
                    <a:pt x="18" y="21"/>
                  </a:cubicBezTo>
                  <a:cubicBezTo>
                    <a:pt x="19" y="21"/>
                    <a:pt x="20" y="21"/>
                    <a:pt x="20" y="21"/>
                  </a:cubicBezTo>
                  <a:cubicBezTo>
                    <a:pt x="21" y="22"/>
                    <a:pt x="24" y="24"/>
                    <a:pt x="24" y="23"/>
                  </a:cubicBezTo>
                  <a:cubicBezTo>
                    <a:pt x="25" y="22"/>
                    <a:pt x="26" y="19"/>
                    <a:pt x="25" y="18"/>
                  </a:cubicBezTo>
                  <a:cubicBezTo>
                    <a:pt x="25" y="18"/>
                    <a:pt x="25" y="18"/>
                    <a:pt x="24" y="18"/>
                  </a:cubicBezTo>
                  <a:cubicBezTo>
                    <a:pt x="24" y="18"/>
                    <a:pt x="23" y="19"/>
                    <a:pt x="22" y="20"/>
                  </a:cubicBezTo>
                  <a:cubicBezTo>
                    <a:pt x="22" y="20"/>
                    <a:pt x="22" y="19"/>
                    <a:pt x="21" y="19"/>
                  </a:cubicBezTo>
                  <a:cubicBezTo>
                    <a:pt x="21" y="17"/>
                    <a:pt x="21" y="16"/>
                    <a:pt x="21" y="14"/>
                  </a:cubicBezTo>
                  <a:cubicBezTo>
                    <a:pt x="22" y="13"/>
                    <a:pt x="21" y="13"/>
                    <a:pt x="21" y="13"/>
                  </a:cubicBezTo>
                  <a:close/>
                  <a:moveTo>
                    <a:pt x="28" y="6"/>
                  </a:moveTo>
                  <a:cubicBezTo>
                    <a:pt x="28" y="7"/>
                    <a:pt x="26" y="9"/>
                    <a:pt x="26" y="10"/>
                  </a:cubicBezTo>
                  <a:cubicBezTo>
                    <a:pt x="26" y="10"/>
                    <a:pt x="26" y="10"/>
                    <a:pt x="26" y="10"/>
                  </a:cubicBezTo>
                  <a:cubicBezTo>
                    <a:pt x="27" y="10"/>
                    <a:pt x="30" y="9"/>
                    <a:pt x="30" y="9"/>
                  </a:cubicBezTo>
                  <a:cubicBezTo>
                    <a:pt x="30" y="8"/>
                    <a:pt x="29" y="7"/>
                    <a:pt x="28" y="6"/>
                  </a:cubicBezTo>
                  <a:cubicBezTo>
                    <a:pt x="28" y="6"/>
                    <a:pt x="28" y="6"/>
                    <a:pt x="28" y="6"/>
                  </a:cubicBezTo>
                  <a:close/>
                  <a:moveTo>
                    <a:pt x="26" y="0"/>
                  </a:moveTo>
                  <a:cubicBezTo>
                    <a:pt x="28" y="1"/>
                    <a:pt x="29" y="1"/>
                    <a:pt x="29" y="3"/>
                  </a:cubicBezTo>
                  <a:cubicBezTo>
                    <a:pt x="29" y="3"/>
                    <a:pt x="28" y="4"/>
                    <a:pt x="28" y="5"/>
                  </a:cubicBezTo>
                  <a:cubicBezTo>
                    <a:pt x="29" y="7"/>
                    <a:pt x="32" y="7"/>
                    <a:pt x="34" y="8"/>
                  </a:cubicBezTo>
                  <a:cubicBezTo>
                    <a:pt x="34" y="9"/>
                    <a:pt x="34" y="9"/>
                    <a:pt x="34" y="9"/>
                  </a:cubicBezTo>
                  <a:cubicBezTo>
                    <a:pt x="32" y="11"/>
                    <a:pt x="30" y="11"/>
                    <a:pt x="29" y="11"/>
                  </a:cubicBezTo>
                  <a:cubicBezTo>
                    <a:pt x="28" y="12"/>
                    <a:pt x="28" y="12"/>
                    <a:pt x="28" y="13"/>
                  </a:cubicBezTo>
                  <a:cubicBezTo>
                    <a:pt x="26" y="13"/>
                    <a:pt x="25" y="13"/>
                    <a:pt x="24" y="15"/>
                  </a:cubicBezTo>
                  <a:cubicBezTo>
                    <a:pt x="25" y="16"/>
                    <a:pt x="28" y="16"/>
                    <a:pt x="28" y="17"/>
                  </a:cubicBezTo>
                  <a:cubicBezTo>
                    <a:pt x="28" y="18"/>
                    <a:pt x="28" y="21"/>
                    <a:pt x="28" y="22"/>
                  </a:cubicBezTo>
                  <a:cubicBezTo>
                    <a:pt x="27" y="23"/>
                    <a:pt x="26" y="24"/>
                    <a:pt x="27" y="25"/>
                  </a:cubicBezTo>
                  <a:cubicBezTo>
                    <a:pt x="27" y="26"/>
                    <a:pt x="29" y="26"/>
                    <a:pt x="30" y="27"/>
                  </a:cubicBezTo>
                  <a:cubicBezTo>
                    <a:pt x="31" y="28"/>
                    <a:pt x="32" y="29"/>
                    <a:pt x="32" y="31"/>
                  </a:cubicBezTo>
                  <a:cubicBezTo>
                    <a:pt x="32" y="32"/>
                    <a:pt x="30" y="34"/>
                    <a:pt x="28" y="33"/>
                  </a:cubicBezTo>
                  <a:cubicBezTo>
                    <a:pt x="27" y="33"/>
                    <a:pt x="26" y="31"/>
                    <a:pt x="26" y="30"/>
                  </a:cubicBezTo>
                  <a:cubicBezTo>
                    <a:pt x="25" y="30"/>
                    <a:pt x="25" y="30"/>
                    <a:pt x="24" y="29"/>
                  </a:cubicBezTo>
                  <a:cubicBezTo>
                    <a:pt x="24" y="29"/>
                    <a:pt x="22" y="30"/>
                    <a:pt x="22" y="30"/>
                  </a:cubicBezTo>
                  <a:cubicBezTo>
                    <a:pt x="21" y="30"/>
                    <a:pt x="21" y="30"/>
                    <a:pt x="20" y="30"/>
                  </a:cubicBezTo>
                  <a:cubicBezTo>
                    <a:pt x="19" y="30"/>
                    <a:pt x="17" y="30"/>
                    <a:pt x="15" y="29"/>
                  </a:cubicBezTo>
                  <a:cubicBezTo>
                    <a:pt x="15" y="28"/>
                    <a:pt x="14" y="27"/>
                    <a:pt x="14" y="26"/>
                  </a:cubicBezTo>
                  <a:cubicBezTo>
                    <a:pt x="14" y="26"/>
                    <a:pt x="14" y="26"/>
                    <a:pt x="13" y="26"/>
                  </a:cubicBezTo>
                  <a:cubicBezTo>
                    <a:pt x="13" y="26"/>
                    <a:pt x="13" y="26"/>
                    <a:pt x="13" y="26"/>
                  </a:cubicBezTo>
                  <a:cubicBezTo>
                    <a:pt x="13" y="27"/>
                    <a:pt x="14" y="31"/>
                    <a:pt x="13" y="31"/>
                  </a:cubicBezTo>
                  <a:cubicBezTo>
                    <a:pt x="12" y="31"/>
                    <a:pt x="12" y="30"/>
                    <a:pt x="11" y="30"/>
                  </a:cubicBezTo>
                  <a:cubicBezTo>
                    <a:pt x="10" y="29"/>
                    <a:pt x="11" y="28"/>
                    <a:pt x="10" y="27"/>
                  </a:cubicBezTo>
                  <a:cubicBezTo>
                    <a:pt x="10" y="26"/>
                    <a:pt x="9" y="25"/>
                    <a:pt x="9" y="25"/>
                  </a:cubicBezTo>
                  <a:cubicBezTo>
                    <a:pt x="8" y="24"/>
                    <a:pt x="9" y="23"/>
                    <a:pt x="8" y="23"/>
                  </a:cubicBezTo>
                  <a:cubicBezTo>
                    <a:pt x="8" y="23"/>
                    <a:pt x="4" y="24"/>
                    <a:pt x="3" y="23"/>
                  </a:cubicBezTo>
                  <a:cubicBezTo>
                    <a:pt x="2" y="23"/>
                    <a:pt x="0" y="21"/>
                    <a:pt x="2" y="19"/>
                  </a:cubicBezTo>
                  <a:cubicBezTo>
                    <a:pt x="2" y="19"/>
                    <a:pt x="3" y="19"/>
                    <a:pt x="3" y="18"/>
                  </a:cubicBezTo>
                  <a:cubicBezTo>
                    <a:pt x="4" y="18"/>
                    <a:pt x="3" y="17"/>
                    <a:pt x="4" y="16"/>
                  </a:cubicBezTo>
                  <a:cubicBezTo>
                    <a:pt x="4" y="16"/>
                    <a:pt x="6" y="17"/>
                    <a:pt x="6" y="17"/>
                  </a:cubicBezTo>
                  <a:cubicBezTo>
                    <a:pt x="8" y="17"/>
                    <a:pt x="12" y="16"/>
                    <a:pt x="13" y="15"/>
                  </a:cubicBezTo>
                  <a:cubicBezTo>
                    <a:pt x="13" y="14"/>
                    <a:pt x="14" y="12"/>
                    <a:pt x="14" y="11"/>
                  </a:cubicBezTo>
                  <a:cubicBezTo>
                    <a:pt x="14" y="10"/>
                    <a:pt x="15" y="10"/>
                    <a:pt x="16" y="9"/>
                  </a:cubicBezTo>
                  <a:cubicBezTo>
                    <a:pt x="16" y="9"/>
                    <a:pt x="16" y="9"/>
                    <a:pt x="15" y="8"/>
                  </a:cubicBezTo>
                  <a:cubicBezTo>
                    <a:pt x="14" y="8"/>
                    <a:pt x="13" y="8"/>
                    <a:pt x="11" y="7"/>
                  </a:cubicBezTo>
                  <a:cubicBezTo>
                    <a:pt x="11" y="7"/>
                    <a:pt x="11" y="7"/>
                    <a:pt x="10" y="6"/>
                  </a:cubicBezTo>
                  <a:cubicBezTo>
                    <a:pt x="10" y="6"/>
                    <a:pt x="10" y="6"/>
                    <a:pt x="10" y="5"/>
                  </a:cubicBezTo>
                  <a:cubicBezTo>
                    <a:pt x="10" y="5"/>
                    <a:pt x="10" y="5"/>
                    <a:pt x="11" y="5"/>
                  </a:cubicBezTo>
                  <a:cubicBezTo>
                    <a:pt x="12" y="5"/>
                    <a:pt x="12" y="6"/>
                    <a:pt x="12" y="6"/>
                  </a:cubicBezTo>
                  <a:cubicBezTo>
                    <a:pt x="13" y="6"/>
                    <a:pt x="17" y="5"/>
                    <a:pt x="17" y="4"/>
                  </a:cubicBezTo>
                  <a:cubicBezTo>
                    <a:pt x="18" y="3"/>
                    <a:pt x="18" y="1"/>
                    <a:pt x="20" y="0"/>
                  </a:cubicBezTo>
                  <a:cubicBezTo>
                    <a:pt x="21" y="0"/>
                    <a:pt x="22" y="0"/>
                    <a:pt x="23" y="1"/>
                  </a:cubicBezTo>
                  <a:cubicBezTo>
                    <a:pt x="23" y="1"/>
                    <a:pt x="23" y="1"/>
                    <a:pt x="23" y="1"/>
                  </a:cubicBezTo>
                  <a:cubicBezTo>
                    <a:pt x="22" y="3"/>
                    <a:pt x="21" y="3"/>
                    <a:pt x="20" y="5"/>
                  </a:cubicBezTo>
                  <a:cubicBezTo>
                    <a:pt x="18" y="6"/>
                    <a:pt x="18" y="9"/>
                    <a:pt x="17" y="11"/>
                  </a:cubicBezTo>
                  <a:cubicBezTo>
                    <a:pt x="17" y="11"/>
                    <a:pt x="16" y="12"/>
                    <a:pt x="16" y="13"/>
                  </a:cubicBezTo>
                  <a:cubicBezTo>
                    <a:pt x="18" y="13"/>
                    <a:pt x="18" y="11"/>
                    <a:pt x="19" y="11"/>
                  </a:cubicBezTo>
                  <a:cubicBezTo>
                    <a:pt x="20" y="11"/>
                    <a:pt x="22" y="11"/>
                    <a:pt x="22" y="10"/>
                  </a:cubicBezTo>
                  <a:cubicBezTo>
                    <a:pt x="23" y="9"/>
                    <a:pt x="22" y="8"/>
                    <a:pt x="23" y="7"/>
                  </a:cubicBezTo>
                  <a:cubicBezTo>
                    <a:pt x="24" y="6"/>
                    <a:pt x="24" y="4"/>
                    <a:pt x="25" y="3"/>
                  </a:cubicBezTo>
                  <a:cubicBezTo>
                    <a:pt x="26" y="2"/>
                    <a:pt x="25" y="1"/>
                    <a:pt x="2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5" name="Freeform 50"/>
            <p:cNvSpPr>
              <a:spLocks noEditPoints="1"/>
            </p:cNvSpPr>
            <p:nvPr/>
          </p:nvSpPr>
          <p:spPr bwMode="auto">
            <a:xfrm>
              <a:off x="8756713" y="4715179"/>
              <a:ext cx="52388" cy="44450"/>
            </a:xfrm>
            <a:custGeom>
              <a:avLst/>
              <a:gdLst>
                <a:gd name="T0" fmla="*/ 15 w 35"/>
                <a:gd name="T1" fmla="*/ 20 h 30"/>
                <a:gd name="T2" fmla="*/ 16 w 35"/>
                <a:gd name="T3" fmla="*/ 24 h 30"/>
                <a:gd name="T4" fmla="*/ 18 w 35"/>
                <a:gd name="T5" fmla="*/ 23 h 30"/>
                <a:gd name="T6" fmla="*/ 20 w 35"/>
                <a:gd name="T7" fmla="*/ 24 h 30"/>
                <a:gd name="T8" fmla="*/ 20 w 35"/>
                <a:gd name="T9" fmla="*/ 24 h 30"/>
                <a:gd name="T10" fmla="*/ 21 w 35"/>
                <a:gd name="T11" fmla="*/ 22 h 30"/>
                <a:gd name="T12" fmla="*/ 16 w 35"/>
                <a:gd name="T13" fmla="*/ 20 h 30"/>
                <a:gd name="T14" fmla="*/ 15 w 35"/>
                <a:gd name="T15" fmla="*/ 20 h 30"/>
                <a:gd name="T16" fmla="*/ 14 w 35"/>
                <a:gd name="T17" fmla="*/ 7 h 30"/>
                <a:gd name="T18" fmla="*/ 16 w 35"/>
                <a:gd name="T19" fmla="*/ 13 h 30"/>
                <a:gd name="T20" fmla="*/ 18 w 35"/>
                <a:gd name="T21" fmla="*/ 13 h 30"/>
                <a:gd name="T22" fmla="*/ 18 w 35"/>
                <a:gd name="T23" fmla="*/ 13 h 30"/>
                <a:gd name="T24" fmla="*/ 14 w 35"/>
                <a:gd name="T25" fmla="*/ 6 h 30"/>
                <a:gd name="T26" fmla="*/ 14 w 35"/>
                <a:gd name="T27" fmla="*/ 6 h 30"/>
                <a:gd name="T28" fmla="*/ 14 w 35"/>
                <a:gd name="T29" fmla="*/ 7 h 30"/>
                <a:gd name="T30" fmla="*/ 0 w 35"/>
                <a:gd name="T31" fmla="*/ 14 h 30"/>
                <a:gd name="T32" fmla="*/ 6 w 35"/>
                <a:gd name="T33" fmla="*/ 9 h 30"/>
                <a:gd name="T34" fmla="*/ 11 w 35"/>
                <a:gd name="T35" fmla="*/ 10 h 30"/>
                <a:gd name="T36" fmla="*/ 12 w 35"/>
                <a:gd name="T37" fmla="*/ 3 h 30"/>
                <a:gd name="T38" fmla="*/ 15 w 35"/>
                <a:gd name="T39" fmla="*/ 0 h 30"/>
                <a:gd name="T40" fmla="*/ 18 w 35"/>
                <a:gd name="T41" fmla="*/ 6 h 30"/>
                <a:gd name="T42" fmla="*/ 20 w 35"/>
                <a:gd name="T43" fmla="*/ 10 h 30"/>
                <a:gd name="T44" fmla="*/ 20 w 35"/>
                <a:gd name="T45" fmla="*/ 9 h 30"/>
                <a:gd name="T46" fmla="*/ 22 w 35"/>
                <a:gd name="T47" fmla="*/ 5 h 30"/>
                <a:gd name="T48" fmla="*/ 24 w 35"/>
                <a:gd name="T49" fmla="*/ 5 h 30"/>
                <a:gd name="T50" fmla="*/ 24 w 35"/>
                <a:gd name="T51" fmla="*/ 9 h 30"/>
                <a:gd name="T52" fmla="*/ 25 w 35"/>
                <a:gd name="T53" fmla="*/ 14 h 30"/>
                <a:gd name="T54" fmla="*/ 25 w 35"/>
                <a:gd name="T55" fmla="*/ 16 h 30"/>
                <a:gd name="T56" fmla="*/ 30 w 35"/>
                <a:gd name="T57" fmla="*/ 18 h 30"/>
                <a:gd name="T58" fmla="*/ 31 w 35"/>
                <a:gd name="T59" fmla="*/ 20 h 30"/>
                <a:gd name="T60" fmla="*/ 34 w 35"/>
                <a:gd name="T61" fmla="*/ 22 h 30"/>
                <a:gd name="T62" fmla="*/ 35 w 35"/>
                <a:gd name="T63" fmla="*/ 23 h 30"/>
                <a:gd name="T64" fmla="*/ 35 w 35"/>
                <a:gd name="T65" fmla="*/ 23 h 30"/>
                <a:gd name="T66" fmla="*/ 29 w 35"/>
                <a:gd name="T67" fmla="*/ 23 h 30"/>
                <a:gd name="T68" fmla="*/ 26 w 35"/>
                <a:gd name="T69" fmla="*/ 23 h 30"/>
                <a:gd name="T70" fmla="*/ 25 w 35"/>
                <a:gd name="T71" fmla="*/ 24 h 30"/>
                <a:gd name="T72" fmla="*/ 21 w 35"/>
                <a:gd name="T73" fmla="*/ 26 h 30"/>
                <a:gd name="T74" fmla="*/ 21 w 35"/>
                <a:gd name="T75" fmla="*/ 28 h 30"/>
                <a:gd name="T76" fmla="*/ 19 w 35"/>
                <a:gd name="T77" fmla="*/ 28 h 30"/>
                <a:gd name="T78" fmla="*/ 17 w 35"/>
                <a:gd name="T79" fmla="*/ 30 h 30"/>
                <a:gd name="T80" fmla="*/ 14 w 35"/>
                <a:gd name="T81" fmla="*/ 30 h 30"/>
                <a:gd name="T82" fmla="*/ 14 w 35"/>
                <a:gd name="T83" fmla="*/ 30 h 30"/>
                <a:gd name="T84" fmla="*/ 9 w 35"/>
                <a:gd name="T85" fmla="*/ 28 h 30"/>
                <a:gd name="T86" fmla="*/ 11 w 35"/>
                <a:gd name="T87" fmla="*/ 26 h 30"/>
                <a:gd name="T88" fmla="*/ 11 w 35"/>
                <a:gd name="T89" fmla="*/ 23 h 30"/>
                <a:gd name="T90" fmla="*/ 10 w 35"/>
                <a:gd name="T91" fmla="*/ 17 h 30"/>
                <a:gd name="T92" fmla="*/ 8 w 35"/>
                <a:gd name="T93" fmla="*/ 16 h 30"/>
                <a:gd name="T94" fmla="*/ 6 w 35"/>
                <a:gd name="T95" fmla="*/ 16 h 30"/>
                <a:gd name="T96" fmla="*/ 4 w 35"/>
                <a:gd name="T97" fmla="*/ 15 h 30"/>
                <a:gd name="T98" fmla="*/ 0 w 35"/>
                <a:gd name="T99" fmla="*/ 14 h 30"/>
                <a:gd name="T100" fmla="*/ 0 w 35"/>
                <a:gd name="T101" fmla="*/ 14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5" h="30">
                  <a:moveTo>
                    <a:pt x="15" y="20"/>
                  </a:moveTo>
                  <a:cubicBezTo>
                    <a:pt x="15" y="22"/>
                    <a:pt x="16" y="22"/>
                    <a:pt x="16" y="24"/>
                  </a:cubicBezTo>
                  <a:cubicBezTo>
                    <a:pt x="18" y="24"/>
                    <a:pt x="18" y="23"/>
                    <a:pt x="18" y="23"/>
                  </a:cubicBezTo>
                  <a:cubicBezTo>
                    <a:pt x="19" y="23"/>
                    <a:pt x="20" y="24"/>
                    <a:pt x="20" y="24"/>
                  </a:cubicBezTo>
                  <a:cubicBezTo>
                    <a:pt x="20" y="24"/>
                    <a:pt x="20" y="24"/>
                    <a:pt x="20" y="24"/>
                  </a:cubicBezTo>
                  <a:cubicBezTo>
                    <a:pt x="20" y="24"/>
                    <a:pt x="21" y="23"/>
                    <a:pt x="21" y="22"/>
                  </a:cubicBezTo>
                  <a:cubicBezTo>
                    <a:pt x="20" y="21"/>
                    <a:pt x="18" y="20"/>
                    <a:pt x="16" y="20"/>
                  </a:cubicBezTo>
                  <a:cubicBezTo>
                    <a:pt x="15" y="20"/>
                    <a:pt x="15" y="20"/>
                    <a:pt x="15" y="20"/>
                  </a:cubicBezTo>
                  <a:close/>
                  <a:moveTo>
                    <a:pt x="14" y="7"/>
                  </a:moveTo>
                  <a:cubicBezTo>
                    <a:pt x="14" y="10"/>
                    <a:pt x="12" y="12"/>
                    <a:pt x="16" y="13"/>
                  </a:cubicBezTo>
                  <a:cubicBezTo>
                    <a:pt x="17" y="13"/>
                    <a:pt x="17" y="13"/>
                    <a:pt x="18" y="13"/>
                  </a:cubicBezTo>
                  <a:cubicBezTo>
                    <a:pt x="18" y="13"/>
                    <a:pt x="18" y="13"/>
                    <a:pt x="18" y="13"/>
                  </a:cubicBezTo>
                  <a:cubicBezTo>
                    <a:pt x="16" y="11"/>
                    <a:pt x="16" y="8"/>
                    <a:pt x="14" y="6"/>
                  </a:cubicBezTo>
                  <a:cubicBezTo>
                    <a:pt x="14" y="6"/>
                    <a:pt x="14" y="6"/>
                    <a:pt x="14" y="6"/>
                  </a:cubicBezTo>
                  <a:cubicBezTo>
                    <a:pt x="14" y="6"/>
                    <a:pt x="14" y="6"/>
                    <a:pt x="14" y="7"/>
                  </a:cubicBezTo>
                  <a:close/>
                  <a:moveTo>
                    <a:pt x="0" y="14"/>
                  </a:moveTo>
                  <a:cubicBezTo>
                    <a:pt x="1" y="13"/>
                    <a:pt x="5" y="9"/>
                    <a:pt x="6" y="9"/>
                  </a:cubicBezTo>
                  <a:cubicBezTo>
                    <a:pt x="8" y="9"/>
                    <a:pt x="9" y="10"/>
                    <a:pt x="11" y="10"/>
                  </a:cubicBezTo>
                  <a:cubicBezTo>
                    <a:pt x="12" y="8"/>
                    <a:pt x="12" y="6"/>
                    <a:pt x="12" y="3"/>
                  </a:cubicBezTo>
                  <a:cubicBezTo>
                    <a:pt x="12" y="2"/>
                    <a:pt x="14" y="0"/>
                    <a:pt x="15" y="0"/>
                  </a:cubicBezTo>
                  <a:cubicBezTo>
                    <a:pt x="16" y="2"/>
                    <a:pt x="17" y="4"/>
                    <a:pt x="18" y="6"/>
                  </a:cubicBezTo>
                  <a:cubicBezTo>
                    <a:pt x="18" y="7"/>
                    <a:pt x="18" y="9"/>
                    <a:pt x="20" y="10"/>
                  </a:cubicBezTo>
                  <a:cubicBezTo>
                    <a:pt x="20" y="10"/>
                    <a:pt x="20" y="10"/>
                    <a:pt x="20" y="9"/>
                  </a:cubicBezTo>
                  <a:cubicBezTo>
                    <a:pt x="21" y="9"/>
                    <a:pt x="21" y="6"/>
                    <a:pt x="22" y="5"/>
                  </a:cubicBezTo>
                  <a:cubicBezTo>
                    <a:pt x="22" y="5"/>
                    <a:pt x="23" y="5"/>
                    <a:pt x="24" y="5"/>
                  </a:cubicBezTo>
                  <a:cubicBezTo>
                    <a:pt x="25" y="6"/>
                    <a:pt x="24" y="8"/>
                    <a:pt x="24" y="9"/>
                  </a:cubicBezTo>
                  <a:cubicBezTo>
                    <a:pt x="24" y="11"/>
                    <a:pt x="25" y="12"/>
                    <a:pt x="25" y="14"/>
                  </a:cubicBezTo>
                  <a:cubicBezTo>
                    <a:pt x="26" y="15"/>
                    <a:pt x="25" y="15"/>
                    <a:pt x="25" y="16"/>
                  </a:cubicBezTo>
                  <a:cubicBezTo>
                    <a:pt x="26" y="18"/>
                    <a:pt x="29" y="17"/>
                    <a:pt x="30" y="18"/>
                  </a:cubicBezTo>
                  <a:cubicBezTo>
                    <a:pt x="31" y="19"/>
                    <a:pt x="31" y="20"/>
                    <a:pt x="31" y="20"/>
                  </a:cubicBezTo>
                  <a:cubicBezTo>
                    <a:pt x="32" y="21"/>
                    <a:pt x="33" y="21"/>
                    <a:pt x="34" y="22"/>
                  </a:cubicBezTo>
                  <a:cubicBezTo>
                    <a:pt x="34" y="22"/>
                    <a:pt x="35" y="22"/>
                    <a:pt x="35" y="23"/>
                  </a:cubicBezTo>
                  <a:cubicBezTo>
                    <a:pt x="35" y="23"/>
                    <a:pt x="35" y="23"/>
                    <a:pt x="35" y="23"/>
                  </a:cubicBezTo>
                  <a:cubicBezTo>
                    <a:pt x="33" y="22"/>
                    <a:pt x="31" y="23"/>
                    <a:pt x="29" y="23"/>
                  </a:cubicBezTo>
                  <a:cubicBezTo>
                    <a:pt x="28" y="23"/>
                    <a:pt x="27" y="22"/>
                    <a:pt x="26" y="23"/>
                  </a:cubicBezTo>
                  <a:cubicBezTo>
                    <a:pt x="26" y="23"/>
                    <a:pt x="25" y="24"/>
                    <a:pt x="25" y="24"/>
                  </a:cubicBezTo>
                  <a:cubicBezTo>
                    <a:pt x="24" y="25"/>
                    <a:pt x="22" y="24"/>
                    <a:pt x="21" y="26"/>
                  </a:cubicBezTo>
                  <a:cubicBezTo>
                    <a:pt x="21" y="26"/>
                    <a:pt x="21" y="27"/>
                    <a:pt x="21" y="28"/>
                  </a:cubicBezTo>
                  <a:cubicBezTo>
                    <a:pt x="20" y="28"/>
                    <a:pt x="20" y="28"/>
                    <a:pt x="19" y="28"/>
                  </a:cubicBezTo>
                  <a:cubicBezTo>
                    <a:pt x="18" y="28"/>
                    <a:pt x="18" y="29"/>
                    <a:pt x="17" y="30"/>
                  </a:cubicBezTo>
                  <a:cubicBezTo>
                    <a:pt x="16" y="30"/>
                    <a:pt x="15" y="28"/>
                    <a:pt x="14" y="30"/>
                  </a:cubicBezTo>
                  <a:cubicBezTo>
                    <a:pt x="14" y="30"/>
                    <a:pt x="14" y="30"/>
                    <a:pt x="14" y="30"/>
                  </a:cubicBezTo>
                  <a:cubicBezTo>
                    <a:pt x="13" y="28"/>
                    <a:pt x="11" y="28"/>
                    <a:pt x="9" y="28"/>
                  </a:cubicBezTo>
                  <a:cubicBezTo>
                    <a:pt x="10" y="26"/>
                    <a:pt x="11" y="26"/>
                    <a:pt x="11" y="26"/>
                  </a:cubicBezTo>
                  <a:cubicBezTo>
                    <a:pt x="12" y="25"/>
                    <a:pt x="11" y="24"/>
                    <a:pt x="11" y="23"/>
                  </a:cubicBezTo>
                  <a:cubicBezTo>
                    <a:pt x="10" y="21"/>
                    <a:pt x="10" y="19"/>
                    <a:pt x="10" y="17"/>
                  </a:cubicBezTo>
                  <a:cubicBezTo>
                    <a:pt x="9" y="17"/>
                    <a:pt x="9" y="17"/>
                    <a:pt x="8" y="16"/>
                  </a:cubicBezTo>
                  <a:cubicBezTo>
                    <a:pt x="7" y="16"/>
                    <a:pt x="6" y="16"/>
                    <a:pt x="6" y="16"/>
                  </a:cubicBezTo>
                  <a:cubicBezTo>
                    <a:pt x="5" y="16"/>
                    <a:pt x="4" y="15"/>
                    <a:pt x="4" y="15"/>
                  </a:cubicBezTo>
                  <a:cubicBezTo>
                    <a:pt x="2" y="14"/>
                    <a:pt x="1" y="15"/>
                    <a:pt x="0" y="14"/>
                  </a:cubicBezTo>
                  <a:cubicBezTo>
                    <a:pt x="0" y="14"/>
                    <a:pt x="0" y="14"/>
                    <a:pt x="0"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6" name="Freeform 51"/>
            <p:cNvSpPr>
              <a:spLocks noEditPoints="1"/>
            </p:cNvSpPr>
            <p:nvPr/>
          </p:nvSpPr>
          <p:spPr bwMode="auto">
            <a:xfrm>
              <a:off x="8791638" y="4653266"/>
              <a:ext cx="50800" cy="55563"/>
            </a:xfrm>
            <a:custGeom>
              <a:avLst/>
              <a:gdLst>
                <a:gd name="T0" fmla="*/ 20 w 34"/>
                <a:gd name="T1" fmla="*/ 18 h 37"/>
                <a:gd name="T2" fmla="*/ 22 w 34"/>
                <a:gd name="T3" fmla="*/ 19 h 37"/>
                <a:gd name="T4" fmla="*/ 20 w 34"/>
                <a:gd name="T5" fmla="*/ 17 h 37"/>
                <a:gd name="T6" fmla="*/ 14 w 34"/>
                <a:gd name="T7" fmla="*/ 22 h 37"/>
                <a:gd name="T8" fmla="*/ 14 w 34"/>
                <a:gd name="T9" fmla="*/ 24 h 37"/>
                <a:gd name="T10" fmla="*/ 15 w 34"/>
                <a:gd name="T11" fmla="*/ 22 h 37"/>
                <a:gd name="T12" fmla="*/ 14 w 34"/>
                <a:gd name="T13" fmla="*/ 22 h 37"/>
                <a:gd name="T14" fmla="*/ 16 w 34"/>
                <a:gd name="T15" fmla="*/ 20 h 37"/>
                <a:gd name="T16" fmla="*/ 16 w 34"/>
                <a:gd name="T17" fmla="*/ 20 h 37"/>
                <a:gd name="T18" fmla="*/ 16 w 34"/>
                <a:gd name="T19" fmla="*/ 19 h 37"/>
                <a:gd name="T20" fmla="*/ 10 w 34"/>
                <a:gd name="T21" fmla="*/ 5 h 37"/>
                <a:gd name="T22" fmla="*/ 6 w 34"/>
                <a:gd name="T23" fmla="*/ 17 h 37"/>
                <a:gd name="T24" fmla="*/ 8 w 34"/>
                <a:gd name="T25" fmla="*/ 20 h 37"/>
                <a:gd name="T26" fmla="*/ 15 w 34"/>
                <a:gd name="T27" fmla="*/ 16 h 37"/>
                <a:gd name="T28" fmla="*/ 20 w 34"/>
                <a:gd name="T29" fmla="*/ 14 h 37"/>
                <a:gd name="T30" fmla="*/ 25 w 34"/>
                <a:gd name="T31" fmla="*/ 15 h 37"/>
                <a:gd name="T32" fmla="*/ 23 w 34"/>
                <a:gd name="T33" fmla="*/ 27 h 37"/>
                <a:gd name="T34" fmla="*/ 18 w 34"/>
                <a:gd name="T35" fmla="*/ 27 h 37"/>
                <a:gd name="T36" fmla="*/ 17 w 34"/>
                <a:gd name="T37" fmla="*/ 24 h 37"/>
                <a:gd name="T38" fmla="*/ 13 w 34"/>
                <a:gd name="T39" fmla="*/ 25 h 37"/>
                <a:gd name="T40" fmla="*/ 12 w 34"/>
                <a:gd name="T41" fmla="*/ 17 h 37"/>
                <a:gd name="T42" fmla="*/ 10 w 34"/>
                <a:gd name="T43" fmla="*/ 22 h 37"/>
                <a:gd name="T44" fmla="*/ 17 w 34"/>
                <a:gd name="T45" fmla="*/ 32 h 37"/>
                <a:gd name="T46" fmla="*/ 20 w 34"/>
                <a:gd name="T47" fmla="*/ 33 h 37"/>
                <a:gd name="T48" fmla="*/ 24 w 34"/>
                <a:gd name="T49" fmla="*/ 29 h 37"/>
                <a:gd name="T50" fmla="*/ 23 w 34"/>
                <a:gd name="T51" fmla="*/ 28 h 37"/>
                <a:gd name="T52" fmla="*/ 26 w 34"/>
                <a:gd name="T53" fmla="*/ 25 h 37"/>
                <a:gd name="T54" fmla="*/ 21 w 34"/>
                <a:gd name="T55" fmla="*/ 10 h 37"/>
                <a:gd name="T56" fmla="*/ 17 w 34"/>
                <a:gd name="T57" fmla="*/ 6 h 37"/>
                <a:gd name="T58" fmla="*/ 10 w 34"/>
                <a:gd name="T59" fmla="*/ 5 h 37"/>
                <a:gd name="T60" fmla="*/ 12 w 34"/>
                <a:gd name="T61" fmla="*/ 1 h 37"/>
                <a:gd name="T62" fmla="*/ 27 w 34"/>
                <a:gd name="T63" fmla="*/ 12 h 37"/>
                <a:gd name="T64" fmla="*/ 31 w 34"/>
                <a:gd name="T65" fmla="*/ 27 h 37"/>
                <a:gd name="T66" fmla="*/ 26 w 34"/>
                <a:gd name="T67" fmla="*/ 30 h 37"/>
                <a:gd name="T68" fmla="*/ 20 w 34"/>
                <a:gd name="T69" fmla="*/ 35 h 37"/>
                <a:gd name="T70" fmla="*/ 19 w 34"/>
                <a:gd name="T71" fmla="*/ 37 h 37"/>
                <a:gd name="T72" fmla="*/ 14 w 34"/>
                <a:gd name="T73" fmla="*/ 35 h 37"/>
                <a:gd name="T74" fmla="*/ 8 w 34"/>
                <a:gd name="T75" fmla="*/ 27 h 37"/>
                <a:gd name="T76" fmla="*/ 3 w 34"/>
                <a:gd name="T77" fmla="*/ 23 h 37"/>
                <a:gd name="T78" fmla="*/ 4 w 34"/>
                <a:gd name="T79" fmla="*/ 8 h 37"/>
                <a:gd name="T80" fmla="*/ 5 w 34"/>
                <a:gd name="T81" fmla="*/ 5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4" h="37">
                  <a:moveTo>
                    <a:pt x="20" y="17"/>
                  </a:moveTo>
                  <a:cubicBezTo>
                    <a:pt x="20" y="17"/>
                    <a:pt x="20" y="18"/>
                    <a:pt x="20" y="18"/>
                  </a:cubicBezTo>
                  <a:cubicBezTo>
                    <a:pt x="20" y="18"/>
                    <a:pt x="21" y="19"/>
                    <a:pt x="22" y="19"/>
                  </a:cubicBezTo>
                  <a:cubicBezTo>
                    <a:pt x="22" y="19"/>
                    <a:pt x="22" y="19"/>
                    <a:pt x="22" y="19"/>
                  </a:cubicBezTo>
                  <a:cubicBezTo>
                    <a:pt x="22" y="18"/>
                    <a:pt x="22" y="18"/>
                    <a:pt x="22" y="18"/>
                  </a:cubicBezTo>
                  <a:cubicBezTo>
                    <a:pt x="21" y="17"/>
                    <a:pt x="21" y="17"/>
                    <a:pt x="20" y="17"/>
                  </a:cubicBezTo>
                  <a:cubicBezTo>
                    <a:pt x="20" y="17"/>
                    <a:pt x="20" y="17"/>
                    <a:pt x="20" y="17"/>
                  </a:cubicBezTo>
                  <a:close/>
                  <a:moveTo>
                    <a:pt x="14" y="22"/>
                  </a:moveTo>
                  <a:cubicBezTo>
                    <a:pt x="14" y="23"/>
                    <a:pt x="14" y="23"/>
                    <a:pt x="14" y="24"/>
                  </a:cubicBezTo>
                  <a:cubicBezTo>
                    <a:pt x="14" y="24"/>
                    <a:pt x="14" y="24"/>
                    <a:pt x="14" y="24"/>
                  </a:cubicBezTo>
                  <a:cubicBezTo>
                    <a:pt x="14" y="24"/>
                    <a:pt x="14" y="24"/>
                    <a:pt x="14" y="24"/>
                  </a:cubicBezTo>
                  <a:cubicBezTo>
                    <a:pt x="15" y="23"/>
                    <a:pt x="14" y="23"/>
                    <a:pt x="15" y="22"/>
                  </a:cubicBezTo>
                  <a:cubicBezTo>
                    <a:pt x="15" y="22"/>
                    <a:pt x="14" y="22"/>
                    <a:pt x="14" y="22"/>
                  </a:cubicBezTo>
                  <a:cubicBezTo>
                    <a:pt x="14" y="22"/>
                    <a:pt x="14" y="22"/>
                    <a:pt x="14" y="22"/>
                  </a:cubicBezTo>
                  <a:close/>
                  <a:moveTo>
                    <a:pt x="16" y="19"/>
                  </a:moveTo>
                  <a:cubicBezTo>
                    <a:pt x="16" y="19"/>
                    <a:pt x="16" y="19"/>
                    <a:pt x="16" y="20"/>
                  </a:cubicBezTo>
                  <a:cubicBezTo>
                    <a:pt x="16" y="20"/>
                    <a:pt x="16" y="20"/>
                    <a:pt x="16" y="20"/>
                  </a:cubicBezTo>
                  <a:cubicBezTo>
                    <a:pt x="16" y="20"/>
                    <a:pt x="16" y="20"/>
                    <a:pt x="16" y="20"/>
                  </a:cubicBezTo>
                  <a:cubicBezTo>
                    <a:pt x="16" y="19"/>
                    <a:pt x="16" y="19"/>
                    <a:pt x="16" y="19"/>
                  </a:cubicBezTo>
                  <a:cubicBezTo>
                    <a:pt x="16" y="19"/>
                    <a:pt x="16" y="19"/>
                    <a:pt x="16" y="19"/>
                  </a:cubicBezTo>
                  <a:cubicBezTo>
                    <a:pt x="16" y="19"/>
                    <a:pt x="16" y="19"/>
                    <a:pt x="16" y="19"/>
                  </a:cubicBezTo>
                  <a:close/>
                  <a:moveTo>
                    <a:pt x="10" y="5"/>
                  </a:moveTo>
                  <a:cubicBezTo>
                    <a:pt x="9" y="6"/>
                    <a:pt x="8" y="7"/>
                    <a:pt x="7" y="8"/>
                  </a:cubicBezTo>
                  <a:cubicBezTo>
                    <a:pt x="5" y="11"/>
                    <a:pt x="6" y="14"/>
                    <a:pt x="6" y="17"/>
                  </a:cubicBezTo>
                  <a:cubicBezTo>
                    <a:pt x="6" y="18"/>
                    <a:pt x="7" y="20"/>
                    <a:pt x="8" y="20"/>
                  </a:cubicBezTo>
                  <a:cubicBezTo>
                    <a:pt x="8" y="20"/>
                    <a:pt x="8" y="20"/>
                    <a:pt x="8" y="20"/>
                  </a:cubicBezTo>
                  <a:cubicBezTo>
                    <a:pt x="9" y="19"/>
                    <a:pt x="8" y="12"/>
                    <a:pt x="12" y="12"/>
                  </a:cubicBezTo>
                  <a:cubicBezTo>
                    <a:pt x="13" y="12"/>
                    <a:pt x="14" y="15"/>
                    <a:pt x="15" y="16"/>
                  </a:cubicBezTo>
                  <a:cubicBezTo>
                    <a:pt x="16" y="16"/>
                    <a:pt x="18" y="16"/>
                    <a:pt x="19" y="15"/>
                  </a:cubicBezTo>
                  <a:cubicBezTo>
                    <a:pt x="19" y="15"/>
                    <a:pt x="19" y="15"/>
                    <a:pt x="20" y="14"/>
                  </a:cubicBezTo>
                  <a:cubicBezTo>
                    <a:pt x="21" y="14"/>
                    <a:pt x="22" y="13"/>
                    <a:pt x="24" y="13"/>
                  </a:cubicBezTo>
                  <a:cubicBezTo>
                    <a:pt x="24" y="14"/>
                    <a:pt x="24" y="14"/>
                    <a:pt x="25" y="15"/>
                  </a:cubicBezTo>
                  <a:cubicBezTo>
                    <a:pt x="25" y="16"/>
                    <a:pt x="24" y="17"/>
                    <a:pt x="24" y="18"/>
                  </a:cubicBezTo>
                  <a:cubicBezTo>
                    <a:pt x="24" y="21"/>
                    <a:pt x="24" y="24"/>
                    <a:pt x="23" y="27"/>
                  </a:cubicBezTo>
                  <a:cubicBezTo>
                    <a:pt x="22" y="27"/>
                    <a:pt x="22" y="28"/>
                    <a:pt x="21" y="29"/>
                  </a:cubicBezTo>
                  <a:cubicBezTo>
                    <a:pt x="20" y="28"/>
                    <a:pt x="19" y="28"/>
                    <a:pt x="18" y="27"/>
                  </a:cubicBezTo>
                  <a:cubicBezTo>
                    <a:pt x="18" y="26"/>
                    <a:pt x="18" y="25"/>
                    <a:pt x="18" y="25"/>
                  </a:cubicBezTo>
                  <a:cubicBezTo>
                    <a:pt x="18" y="25"/>
                    <a:pt x="17" y="25"/>
                    <a:pt x="17" y="24"/>
                  </a:cubicBezTo>
                  <a:cubicBezTo>
                    <a:pt x="17" y="24"/>
                    <a:pt x="17" y="25"/>
                    <a:pt x="16" y="25"/>
                  </a:cubicBezTo>
                  <a:cubicBezTo>
                    <a:pt x="15" y="25"/>
                    <a:pt x="14" y="26"/>
                    <a:pt x="13" y="25"/>
                  </a:cubicBezTo>
                  <a:cubicBezTo>
                    <a:pt x="13" y="25"/>
                    <a:pt x="12" y="24"/>
                    <a:pt x="12" y="24"/>
                  </a:cubicBezTo>
                  <a:cubicBezTo>
                    <a:pt x="12" y="23"/>
                    <a:pt x="15" y="17"/>
                    <a:pt x="12" y="17"/>
                  </a:cubicBezTo>
                  <a:cubicBezTo>
                    <a:pt x="12" y="17"/>
                    <a:pt x="12" y="17"/>
                    <a:pt x="12" y="17"/>
                  </a:cubicBezTo>
                  <a:cubicBezTo>
                    <a:pt x="12" y="18"/>
                    <a:pt x="10" y="21"/>
                    <a:pt x="10" y="22"/>
                  </a:cubicBezTo>
                  <a:cubicBezTo>
                    <a:pt x="10" y="23"/>
                    <a:pt x="11" y="23"/>
                    <a:pt x="11" y="25"/>
                  </a:cubicBezTo>
                  <a:cubicBezTo>
                    <a:pt x="12" y="27"/>
                    <a:pt x="15" y="30"/>
                    <a:pt x="17" y="32"/>
                  </a:cubicBezTo>
                  <a:cubicBezTo>
                    <a:pt x="18" y="33"/>
                    <a:pt x="18" y="33"/>
                    <a:pt x="18" y="33"/>
                  </a:cubicBezTo>
                  <a:cubicBezTo>
                    <a:pt x="19" y="33"/>
                    <a:pt x="20" y="33"/>
                    <a:pt x="20" y="33"/>
                  </a:cubicBezTo>
                  <a:cubicBezTo>
                    <a:pt x="21" y="33"/>
                    <a:pt x="23" y="29"/>
                    <a:pt x="24" y="29"/>
                  </a:cubicBezTo>
                  <a:cubicBezTo>
                    <a:pt x="24" y="29"/>
                    <a:pt x="24" y="29"/>
                    <a:pt x="24" y="29"/>
                  </a:cubicBezTo>
                  <a:cubicBezTo>
                    <a:pt x="24" y="29"/>
                    <a:pt x="24" y="29"/>
                    <a:pt x="23" y="28"/>
                  </a:cubicBezTo>
                  <a:cubicBezTo>
                    <a:pt x="23" y="28"/>
                    <a:pt x="23" y="28"/>
                    <a:pt x="23" y="28"/>
                  </a:cubicBezTo>
                  <a:cubicBezTo>
                    <a:pt x="24" y="27"/>
                    <a:pt x="25" y="28"/>
                    <a:pt x="26" y="27"/>
                  </a:cubicBezTo>
                  <a:cubicBezTo>
                    <a:pt x="26" y="26"/>
                    <a:pt x="26" y="25"/>
                    <a:pt x="26" y="25"/>
                  </a:cubicBezTo>
                  <a:cubicBezTo>
                    <a:pt x="27" y="24"/>
                    <a:pt x="29" y="24"/>
                    <a:pt x="30" y="23"/>
                  </a:cubicBezTo>
                  <a:cubicBezTo>
                    <a:pt x="31" y="19"/>
                    <a:pt x="25" y="12"/>
                    <a:pt x="21" y="10"/>
                  </a:cubicBezTo>
                  <a:cubicBezTo>
                    <a:pt x="21" y="9"/>
                    <a:pt x="20" y="8"/>
                    <a:pt x="19" y="7"/>
                  </a:cubicBezTo>
                  <a:cubicBezTo>
                    <a:pt x="18" y="7"/>
                    <a:pt x="18" y="7"/>
                    <a:pt x="17" y="6"/>
                  </a:cubicBezTo>
                  <a:cubicBezTo>
                    <a:pt x="15" y="5"/>
                    <a:pt x="14" y="3"/>
                    <a:pt x="12" y="3"/>
                  </a:cubicBezTo>
                  <a:cubicBezTo>
                    <a:pt x="11" y="3"/>
                    <a:pt x="10" y="4"/>
                    <a:pt x="10" y="5"/>
                  </a:cubicBezTo>
                  <a:close/>
                  <a:moveTo>
                    <a:pt x="7" y="5"/>
                  </a:moveTo>
                  <a:cubicBezTo>
                    <a:pt x="9" y="3"/>
                    <a:pt x="10" y="1"/>
                    <a:pt x="12" y="1"/>
                  </a:cubicBezTo>
                  <a:cubicBezTo>
                    <a:pt x="16" y="0"/>
                    <a:pt x="20" y="5"/>
                    <a:pt x="24" y="9"/>
                  </a:cubicBezTo>
                  <a:cubicBezTo>
                    <a:pt x="25" y="10"/>
                    <a:pt x="26" y="11"/>
                    <a:pt x="27" y="12"/>
                  </a:cubicBezTo>
                  <a:cubicBezTo>
                    <a:pt x="29" y="15"/>
                    <a:pt x="33" y="17"/>
                    <a:pt x="34" y="20"/>
                  </a:cubicBezTo>
                  <a:cubicBezTo>
                    <a:pt x="34" y="21"/>
                    <a:pt x="33" y="27"/>
                    <a:pt x="31" y="27"/>
                  </a:cubicBezTo>
                  <a:cubicBezTo>
                    <a:pt x="30" y="28"/>
                    <a:pt x="27" y="27"/>
                    <a:pt x="26" y="29"/>
                  </a:cubicBezTo>
                  <a:cubicBezTo>
                    <a:pt x="26" y="29"/>
                    <a:pt x="26" y="30"/>
                    <a:pt x="26" y="30"/>
                  </a:cubicBezTo>
                  <a:cubicBezTo>
                    <a:pt x="26" y="31"/>
                    <a:pt x="23" y="34"/>
                    <a:pt x="22" y="35"/>
                  </a:cubicBezTo>
                  <a:cubicBezTo>
                    <a:pt x="21" y="35"/>
                    <a:pt x="20" y="35"/>
                    <a:pt x="20" y="35"/>
                  </a:cubicBezTo>
                  <a:cubicBezTo>
                    <a:pt x="19" y="36"/>
                    <a:pt x="20" y="37"/>
                    <a:pt x="19" y="37"/>
                  </a:cubicBezTo>
                  <a:cubicBezTo>
                    <a:pt x="19" y="37"/>
                    <a:pt x="19" y="37"/>
                    <a:pt x="19" y="37"/>
                  </a:cubicBezTo>
                  <a:cubicBezTo>
                    <a:pt x="18" y="37"/>
                    <a:pt x="17" y="37"/>
                    <a:pt x="16" y="37"/>
                  </a:cubicBezTo>
                  <a:cubicBezTo>
                    <a:pt x="16" y="37"/>
                    <a:pt x="14" y="35"/>
                    <a:pt x="14" y="35"/>
                  </a:cubicBezTo>
                  <a:cubicBezTo>
                    <a:pt x="14" y="33"/>
                    <a:pt x="12" y="31"/>
                    <a:pt x="11" y="29"/>
                  </a:cubicBezTo>
                  <a:cubicBezTo>
                    <a:pt x="10" y="28"/>
                    <a:pt x="8" y="27"/>
                    <a:pt x="8" y="27"/>
                  </a:cubicBezTo>
                  <a:cubicBezTo>
                    <a:pt x="7" y="26"/>
                    <a:pt x="6" y="25"/>
                    <a:pt x="5" y="25"/>
                  </a:cubicBezTo>
                  <a:cubicBezTo>
                    <a:pt x="5" y="24"/>
                    <a:pt x="4" y="23"/>
                    <a:pt x="3" y="23"/>
                  </a:cubicBezTo>
                  <a:cubicBezTo>
                    <a:pt x="0" y="18"/>
                    <a:pt x="1" y="17"/>
                    <a:pt x="2" y="12"/>
                  </a:cubicBezTo>
                  <a:cubicBezTo>
                    <a:pt x="2" y="11"/>
                    <a:pt x="3" y="9"/>
                    <a:pt x="4" y="8"/>
                  </a:cubicBezTo>
                  <a:cubicBezTo>
                    <a:pt x="4" y="8"/>
                    <a:pt x="4" y="8"/>
                    <a:pt x="4" y="8"/>
                  </a:cubicBezTo>
                  <a:cubicBezTo>
                    <a:pt x="4" y="7"/>
                    <a:pt x="5" y="6"/>
                    <a:pt x="5" y="5"/>
                  </a:cubicBezTo>
                  <a:cubicBezTo>
                    <a:pt x="6" y="5"/>
                    <a:pt x="7" y="5"/>
                    <a:pt x="7"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7" name="Freeform 52"/>
            <p:cNvSpPr>
              <a:spLocks noEditPoints="1"/>
            </p:cNvSpPr>
            <p:nvPr/>
          </p:nvSpPr>
          <p:spPr bwMode="auto">
            <a:xfrm>
              <a:off x="8847200" y="4611991"/>
              <a:ext cx="46038" cy="58738"/>
            </a:xfrm>
            <a:custGeom>
              <a:avLst/>
              <a:gdLst>
                <a:gd name="T0" fmla="*/ 8 w 31"/>
                <a:gd name="T1" fmla="*/ 31 h 39"/>
                <a:gd name="T2" fmla="*/ 9 w 31"/>
                <a:gd name="T3" fmla="*/ 30 h 39"/>
                <a:gd name="T4" fmla="*/ 8 w 31"/>
                <a:gd name="T5" fmla="*/ 26 h 39"/>
                <a:gd name="T6" fmla="*/ 18 w 31"/>
                <a:gd name="T7" fmla="*/ 18 h 39"/>
                <a:gd name="T8" fmla="*/ 18 w 31"/>
                <a:gd name="T9" fmla="*/ 21 h 39"/>
                <a:gd name="T10" fmla="*/ 19 w 31"/>
                <a:gd name="T11" fmla="*/ 18 h 39"/>
                <a:gd name="T12" fmla="*/ 7 w 31"/>
                <a:gd name="T13" fmla="*/ 22 h 39"/>
                <a:gd name="T14" fmla="*/ 6 w 31"/>
                <a:gd name="T15" fmla="*/ 23 h 39"/>
                <a:gd name="T16" fmla="*/ 7 w 31"/>
                <a:gd name="T17" fmla="*/ 22 h 39"/>
                <a:gd name="T18" fmla="*/ 7 w 31"/>
                <a:gd name="T19" fmla="*/ 22 h 39"/>
                <a:gd name="T20" fmla="*/ 23 w 31"/>
                <a:gd name="T21" fmla="*/ 12 h 39"/>
                <a:gd name="T22" fmla="*/ 23 w 31"/>
                <a:gd name="T23" fmla="*/ 12 h 39"/>
                <a:gd name="T24" fmla="*/ 23 w 31"/>
                <a:gd name="T25" fmla="*/ 11 h 39"/>
                <a:gd name="T26" fmla="*/ 10 w 31"/>
                <a:gd name="T27" fmla="*/ 19 h 39"/>
                <a:gd name="T28" fmla="*/ 10 w 31"/>
                <a:gd name="T29" fmla="*/ 23 h 39"/>
                <a:gd name="T30" fmla="*/ 10 w 31"/>
                <a:gd name="T31" fmla="*/ 19 h 39"/>
                <a:gd name="T32" fmla="*/ 15 w 31"/>
                <a:gd name="T33" fmla="*/ 13 h 39"/>
                <a:gd name="T34" fmla="*/ 16 w 31"/>
                <a:gd name="T35" fmla="*/ 14 h 39"/>
                <a:gd name="T36" fmla="*/ 15 w 31"/>
                <a:gd name="T37" fmla="*/ 13 h 39"/>
                <a:gd name="T38" fmla="*/ 9 w 31"/>
                <a:gd name="T39" fmla="*/ 16 h 39"/>
                <a:gd name="T40" fmla="*/ 9 w 31"/>
                <a:gd name="T41" fmla="*/ 18 h 39"/>
                <a:gd name="T42" fmla="*/ 9 w 31"/>
                <a:gd name="T43" fmla="*/ 16 h 39"/>
                <a:gd name="T44" fmla="*/ 19 w 31"/>
                <a:gd name="T45" fmla="*/ 4 h 39"/>
                <a:gd name="T46" fmla="*/ 23 w 31"/>
                <a:gd name="T47" fmla="*/ 7 h 39"/>
                <a:gd name="T48" fmla="*/ 29 w 31"/>
                <a:gd name="T49" fmla="*/ 9 h 39"/>
                <a:gd name="T50" fmla="*/ 25 w 31"/>
                <a:gd name="T51" fmla="*/ 16 h 39"/>
                <a:gd name="T52" fmla="*/ 29 w 31"/>
                <a:gd name="T53" fmla="*/ 26 h 39"/>
                <a:gd name="T54" fmla="*/ 30 w 31"/>
                <a:gd name="T55" fmla="*/ 30 h 39"/>
                <a:gd name="T56" fmla="*/ 31 w 31"/>
                <a:gd name="T57" fmla="*/ 32 h 39"/>
                <a:gd name="T58" fmla="*/ 22 w 31"/>
                <a:gd name="T59" fmla="*/ 23 h 39"/>
                <a:gd name="T60" fmla="*/ 16 w 31"/>
                <a:gd name="T61" fmla="*/ 29 h 39"/>
                <a:gd name="T62" fmla="*/ 15 w 31"/>
                <a:gd name="T63" fmla="*/ 22 h 39"/>
                <a:gd name="T64" fmla="*/ 15 w 31"/>
                <a:gd name="T65" fmla="*/ 19 h 39"/>
                <a:gd name="T66" fmla="*/ 12 w 31"/>
                <a:gd name="T67" fmla="*/ 19 h 39"/>
                <a:gd name="T68" fmla="*/ 13 w 31"/>
                <a:gd name="T69" fmla="*/ 29 h 39"/>
                <a:gd name="T70" fmla="*/ 17 w 31"/>
                <a:gd name="T71" fmla="*/ 34 h 39"/>
                <a:gd name="T72" fmla="*/ 14 w 31"/>
                <a:gd name="T73" fmla="*/ 33 h 39"/>
                <a:gd name="T74" fmla="*/ 12 w 31"/>
                <a:gd name="T75" fmla="*/ 32 h 39"/>
                <a:gd name="T76" fmla="*/ 7 w 31"/>
                <a:gd name="T77" fmla="*/ 39 h 39"/>
                <a:gd name="T78" fmla="*/ 6 w 31"/>
                <a:gd name="T79" fmla="*/ 33 h 39"/>
                <a:gd name="T80" fmla="*/ 6 w 31"/>
                <a:gd name="T81" fmla="*/ 26 h 39"/>
                <a:gd name="T82" fmla="*/ 2 w 31"/>
                <a:gd name="T83" fmla="*/ 29 h 39"/>
                <a:gd name="T84" fmla="*/ 4 w 31"/>
                <a:gd name="T85" fmla="*/ 13 h 39"/>
                <a:gd name="T86" fmla="*/ 6 w 31"/>
                <a:gd name="T87" fmla="*/ 9 h 39"/>
                <a:gd name="T88" fmla="*/ 3 w 31"/>
                <a:gd name="T89" fmla="*/ 23 h 39"/>
                <a:gd name="T90" fmla="*/ 3 w 31"/>
                <a:gd name="T91" fmla="*/ 27 h 39"/>
                <a:gd name="T92" fmla="*/ 9 w 31"/>
                <a:gd name="T93" fmla="*/ 14 h 39"/>
                <a:gd name="T94" fmla="*/ 13 w 31"/>
                <a:gd name="T95" fmla="*/ 15 h 39"/>
                <a:gd name="T96" fmla="*/ 12 w 31"/>
                <a:gd name="T97" fmla="*/ 9 h 39"/>
                <a:gd name="T98" fmla="*/ 11 w 31"/>
                <a:gd name="T99" fmla="*/ 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1" h="39">
                  <a:moveTo>
                    <a:pt x="8" y="26"/>
                  </a:moveTo>
                  <a:cubicBezTo>
                    <a:pt x="8" y="27"/>
                    <a:pt x="8" y="30"/>
                    <a:pt x="8" y="31"/>
                  </a:cubicBezTo>
                  <a:cubicBezTo>
                    <a:pt x="8" y="31"/>
                    <a:pt x="8" y="31"/>
                    <a:pt x="8" y="31"/>
                  </a:cubicBezTo>
                  <a:cubicBezTo>
                    <a:pt x="8" y="31"/>
                    <a:pt x="9" y="31"/>
                    <a:pt x="9" y="30"/>
                  </a:cubicBezTo>
                  <a:cubicBezTo>
                    <a:pt x="9" y="29"/>
                    <a:pt x="11" y="27"/>
                    <a:pt x="9" y="26"/>
                  </a:cubicBezTo>
                  <a:cubicBezTo>
                    <a:pt x="9" y="26"/>
                    <a:pt x="9" y="26"/>
                    <a:pt x="8" y="26"/>
                  </a:cubicBezTo>
                  <a:cubicBezTo>
                    <a:pt x="9" y="26"/>
                    <a:pt x="8" y="26"/>
                    <a:pt x="8" y="26"/>
                  </a:cubicBezTo>
                  <a:close/>
                  <a:moveTo>
                    <a:pt x="18" y="18"/>
                  </a:moveTo>
                  <a:cubicBezTo>
                    <a:pt x="18" y="19"/>
                    <a:pt x="17" y="20"/>
                    <a:pt x="17" y="21"/>
                  </a:cubicBezTo>
                  <a:cubicBezTo>
                    <a:pt x="17" y="21"/>
                    <a:pt x="17" y="21"/>
                    <a:pt x="18" y="21"/>
                  </a:cubicBezTo>
                  <a:cubicBezTo>
                    <a:pt x="18" y="21"/>
                    <a:pt x="18" y="21"/>
                    <a:pt x="18" y="21"/>
                  </a:cubicBezTo>
                  <a:cubicBezTo>
                    <a:pt x="19" y="21"/>
                    <a:pt x="21" y="19"/>
                    <a:pt x="19" y="18"/>
                  </a:cubicBezTo>
                  <a:cubicBezTo>
                    <a:pt x="19" y="17"/>
                    <a:pt x="19" y="17"/>
                    <a:pt x="18" y="18"/>
                  </a:cubicBezTo>
                  <a:close/>
                  <a:moveTo>
                    <a:pt x="7" y="22"/>
                  </a:moveTo>
                  <a:cubicBezTo>
                    <a:pt x="7" y="22"/>
                    <a:pt x="7" y="23"/>
                    <a:pt x="6" y="23"/>
                  </a:cubicBezTo>
                  <a:cubicBezTo>
                    <a:pt x="6" y="23"/>
                    <a:pt x="6" y="23"/>
                    <a:pt x="6" y="23"/>
                  </a:cubicBezTo>
                  <a:cubicBezTo>
                    <a:pt x="7" y="23"/>
                    <a:pt x="7" y="23"/>
                    <a:pt x="7" y="23"/>
                  </a:cubicBezTo>
                  <a:cubicBezTo>
                    <a:pt x="7" y="22"/>
                    <a:pt x="7" y="22"/>
                    <a:pt x="7" y="22"/>
                  </a:cubicBezTo>
                  <a:cubicBezTo>
                    <a:pt x="7" y="22"/>
                    <a:pt x="7" y="22"/>
                    <a:pt x="7" y="22"/>
                  </a:cubicBezTo>
                  <a:cubicBezTo>
                    <a:pt x="7" y="22"/>
                    <a:pt x="7" y="22"/>
                    <a:pt x="7" y="22"/>
                  </a:cubicBezTo>
                  <a:close/>
                  <a:moveTo>
                    <a:pt x="23" y="11"/>
                  </a:moveTo>
                  <a:cubicBezTo>
                    <a:pt x="23" y="12"/>
                    <a:pt x="23" y="12"/>
                    <a:pt x="23" y="12"/>
                  </a:cubicBezTo>
                  <a:cubicBezTo>
                    <a:pt x="23" y="12"/>
                    <a:pt x="23" y="12"/>
                    <a:pt x="23" y="12"/>
                  </a:cubicBezTo>
                  <a:cubicBezTo>
                    <a:pt x="23" y="12"/>
                    <a:pt x="23" y="12"/>
                    <a:pt x="23" y="12"/>
                  </a:cubicBezTo>
                  <a:cubicBezTo>
                    <a:pt x="23" y="12"/>
                    <a:pt x="23" y="12"/>
                    <a:pt x="23" y="11"/>
                  </a:cubicBezTo>
                  <a:cubicBezTo>
                    <a:pt x="23" y="11"/>
                    <a:pt x="23" y="11"/>
                    <a:pt x="23" y="11"/>
                  </a:cubicBezTo>
                  <a:cubicBezTo>
                    <a:pt x="23" y="11"/>
                    <a:pt x="23" y="11"/>
                    <a:pt x="23" y="11"/>
                  </a:cubicBezTo>
                  <a:close/>
                  <a:moveTo>
                    <a:pt x="10" y="19"/>
                  </a:moveTo>
                  <a:cubicBezTo>
                    <a:pt x="9" y="20"/>
                    <a:pt x="9" y="23"/>
                    <a:pt x="10" y="23"/>
                  </a:cubicBezTo>
                  <a:cubicBezTo>
                    <a:pt x="10" y="23"/>
                    <a:pt x="10" y="23"/>
                    <a:pt x="10" y="23"/>
                  </a:cubicBezTo>
                  <a:cubicBezTo>
                    <a:pt x="11" y="22"/>
                    <a:pt x="11" y="20"/>
                    <a:pt x="11" y="19"/>
                  </a:cubicBezTo>
                  <a:cubicBezTo>
                    <a:pt x="11" y="19"/>
                    <a:pt x="10" y="19"/>
                    <a:pt x="10" y="19"/>
                  </a:cubicBezTo>
                  <a:close/>
                  <a:moveTo>
                    <a:pt x="15" y="13"/>
                  </a:moveTo>
                  <a:cubicBezTo>
                    <a:pt x="15" y="13"/>
                    <a:pt x="15" y="13"/>
                    <a:pt x="15" y="13"/>
                  </a:cubicBezTo>
                  <a:cubicBezTo>
                    <a:pt x="15" y="14"/>
                    <a:pt x="15" y="14"/>
                    <a:pt x="15" y="14"/>
                  </a:cubicBezTo>
                  <a:cubicBezTo>
                    <a:pt x="16" y="14"/>
                    <a:pt x="16" y="14"/>
                    <a:pt x="16" y="14"/>
                  </a:cubicBezTo>
                  <a:cubicBezTo>
                    <a:pt x="16" y="14"/>
                    <a:pt x="16" y="13"/>
                    <a:pt x="16" y="13"/>
                  </a:cubicBezTo>
                  <a:cubicBezTo>
                    <a:pt x="16" y="13"/>
                    <a:pt x="16" y="13"/>
                    <a:pt x="15" y="13"/>
                  </a:cubicBezTo>
                  <a:cubicBezTo>
                    <a:pt x="16" y="13"/>
                    <a:pt x="16" y="13"/>
                    <a:pt x="15" y="13"/>
                  </a:cubicBezTo>
                  <a:close/>
                  <a:moveTo>
                    <a:pt x="9" y="16"/>
                  </a:moveTo>
                  <a:cubicBezTo>
                    <a:pt x="8" y="17"/>
                    <a:pt x="8" y="18"/>
                    <a:pt x="9" y="18"/>
                  </a:cubicBezTo>
                  <a:cubicBezTo>
                    <a:pt x="9" y="18"/>
                    <a:pt x="9" y="18"/>
                    <a:pt x="9" y="18"/>
                  </a:cubicBezTo>
                  <a:cubicBezTo>
                    <a:pt x="9" y="17"/>
                    <a:pt x="9" y="17"/>
                    <a:pt x="9" y="16"/>
                  </a:cubicBezTo>
                  <a:cubicBezTo>
                    <a:pt x="9" y="15"/>
                    <a:pt x="9" y="16"/>
                    <a:pt x="9" y="16"/>
                  </a:cubicBezTo>
                  <a:close/>
                  <a:moveTo>
                    <a:pt x="11" y="1"/>
                  </a:moveTo>
                  <a:cubicBezTo>
                    <a:pt x="13" y="0"/>
                    <a:pt x="17" y="2"/>
                    <a:pt x="19" y="4"/>
                  </a:cubicBezTo>
                  <a:cubicBezTo>
                    <a:pt x="19" y="5"/>
                    <a:pt x="19" y="6"/>
                    <a:pt x="20" y="6"/>
                  </a:cubicBezTo>
                  <a:cubicBezTo>
                    <a:pt x="21" y="7"/>
                    <a:pt x="22" y="7"/>
                    <a:pt x="23" y="7"/>
                  </a:cubicBezTo>
                  <a:cubicBezTo>
                    <a:pt x="24" y="8"/>
                    <a:pt x="25" y="9"/>
                    <a:pt x="25" y="9"/>
                  </a:cubicBezTo>
                  <a:cubicBezTo>
                    <a:pt x="27" y="9"/>
                    <a:pt x="28" y="9"/>
                    <a:pt x="29" y="9"/>
                  </a:cubicBezTo>
                  <a:cubicBezTo>
                    <a:pt x="29" y="9"/>
                    <a:pt x="29" y="9"/>
                    <a:pt x="29" y="10"/>
                  </a:cubicBezTo>
                  <a:cubicBezTo>
                    <a:pt x="28" y="12"/>
                    <a:pt x="25" y="14"/>
                    <a:pt x="25" y="16"/>
                  </a:cubicBezTo>
                  <a:cubicBezTo>
                    <a:pt x="25" y="18"/>
                    <a:pt x="27" y="19"/>
                    <a:pt x="27" y="21"/>
                  </a:cubicBezTo>
                  <a:cubicBezTo>
                    <a:pt x="28" y="23"/>
                    <a:pt x="29" y="24"/>
                    <a:pt x="29" y="26"/>
                  </a:cubicBezTo>
                  <a:cubicBezTo>
                    <a:pt x="29" y="26"/>
                    <a:pt x="29" y="27"/>
                    <a:pt x="30" y="27"/>
                  </a:cubicBezTo>
                  <a:cubicBezTo>
                    <a:pt x="30" y="28"/>
                    <a:pt x="30" y="29"/>
                    <a:pt x="30" y="30"/>
                  </a:cubicBezTo>
                  <a:cubicBezTo>
                    <a:pt x="30" y="31"/>
                    <a:pt x="31" y="31"/>
                    <a:pt x="31" y="32"/>
                  </a:cubicBezTo>
                  <a:cubicBezTo>
                    <a:pt x="31" y="32"/>
                    <a:pt x="31" y="32"/>
                    <a:pt x="31" y="32"/>
                  </a:cubicBezTo>
                  <a:cubicBezTo>
                    <a:pt x="29" y="31"/>
                    <a:pt x="27" y="30"/>
                    <a:pt x="25" y="28"/>
                  </a:cubicBezTo>
                  <a:cubicBezTo>
                    <a:pt x="24" y="26"/>
                    <a:pt x="23" y="24"/>
                    <a:pt x="22" y="23"/>
                  </a:cubicBezTo>
                  <a:cubicBezTo>
                    <a:pt x="22" y="23"/>
                    <a:pt x="22" y="23"/>
                    <a:pt x="22" y="23"/>
                  </a:cubicBezTo>
                  <a:cubicBezTo>
                    <a:pt x="20" y="25"/>
                    <a:pt x="19" y="27"/>
                    <a:pt x="16" y="29"/>
                  </a:cubicBezTo>
                  <a:cubicBezTo>
                    <a:pt x="15" y="28"/>
                    <a:pt x="13" y="26"/>
                    <a:pt x="14" y="25"/>
                  </a:cubicBezTo>
                  <a:cubicBezTo>
                    <a:pt x="14" y="24"/>
                    <a:pt x="15" y="23"/>
                    <a:pt x="15" y="22"/>
                  </a:cubicBezTo>
                  <a:cubicBezTo>
                    <a:pt x="15" y="22"/>
                    <a:pt x="14" y="21"/>
                    <a:pt x="14" y="21"/>
                  </a:cubicBezTo>
                  <a:cubicBezTo>
                    <a:pt x="14" y="20"/>
                    <a:pt x="14" y="19"/>
                    <a:pt x="15" y="19"/>
                  </a:cubicBezTo>
                  <a:cubicBezTo>
                    <a:pt x="15" y="18"/>
                    <a:pt x="14" y="15"/>
                    <a:pt x="13" y="16"/>
                  </a:cubicBezTo>
                  <a:cubicBezTo>
                    <a:pt x="12" y="16"/>
                    <a:pt x="12" y="18"/>
                    <a:pt x="12" y="19"/>
                  </a:cubicBezTo>
                  <a:cubicBezTo>
                    <a:pt x="12" y="20"/>
                    <a:pt x="13" y="21"/>
                    <a:pt x="13" y="23"/>
                  </a:cubicBezTo>
                  <a:cubicBezTo>
                    <a:pt x="13" y="25"/>
                    <a:pt x="11" y="26"/>
                    <a:pt x="13" y="29"/>
                  </a:cubicBezTo>
                  <a:cubicBezTo>
                    <a:pt x="14" y="31"/>
                    <a:pt x="17" y="33"/>
                    <a:pt x="17" y="34"/>
                  </a:cubicBezTo>
                  <a:cubicBezTo>
                    <a:pt x="17" y="34"/>
                    <a:pt x="17" y="34"/>
                    <a:pt x="17" y="34"/>
                  </a:cubicBezTo>
                  <a:cubicBezTo>
                    <a:pt x="17" y="35"/>
                    <a:pt x="17" y="35"/>
                    <a:pt x="17" y="35"/>
                  </a:cubicBezTo>
                  <a:cubicBezTo>
                    <a:pt x="16" y="34"/>
                    <a:pt x="15" y="34"/>
                    <a:pt x="14" y="33"/>
                  </a:cubicBezTo>
                  <a:cubicBezTo>
                    <a:pt x="13" y="33"/>
                    <a:pt x="13" y="32"/>
                    <a:pt x="12" y="32"/>
                  </a:cubicBezTo>
                  <a:cubicBezTo>
                    <a:pt x="12" y="32"/>
                    <a:pt x="12" y="32"/>
                    <a:pt x="12" y="32"/>
                  </a:cubicBezTo>
                  <a:cubicBezTo>
                    <a:pt x="11" y="34"/>
                    <a:pt x="11" y="37"/>
                    <a:pt x="8" y="39"/>
                  </a:cubicBezTo>
                  <a:cubicBezTo>
                    <a:pt x="7" y="39"/>
                    <a:pt x="7" y="39"/>
                    <a:pt x="7" y="39"/>
                  </a:cubicBezTo>
                  <a:cubicBezTo>
                    <a:pt x="7" y="38"/>
                    <a:pt x="5" y="36"/>
                    <a:pt x="5" y="35"/>
                  </a:cubicBezTo>
                  <a:cubicBezTo>
                    <a:pt x="5" y="34"/>
                    <a:pt x="5" y="33"/>
                    <a:pt x="6" y="33"/>
                  </a:cubicBezTo>
                  <a:cubicBezTo>
                    <a:pt x="6" y="31"/>
                    <a:pt x="6" y="28"/>
                    <a:pt x="6" y="26"/>
                  </a:cubicBezTo>
                  <a:cubicBezTo>
                    <a:pt x="6" y="26"/>
                    <a:pt x="6" y="26"/>
                    <a:pt x="6" y="26"/>
                  </a:cubicBezTo>
                  <a:cubicBezTo>
                    <a:pt x="6" y="26"/>
                    <a:pt x="6" y="26"/>
                    <a:pt x="6" y="26"/>
                  </a:cubicBezTo>
                  <a:cubicBezTo>
                    <a:pt x="5" y="27"/>
                    <a:pt x="3" y="29"/>
                    <a:pt x="2" y="29"/>
                  </a:cubicBezTo>
                  <a:cubicBezTo>
                    <a:pt x="0" y="27"/>
                    <a:pt x="2" y="23"/>
                    <a:pt x="3" y="21"/>
                  </a:cubicBezTo>
                  <a:cubicBezTo>
                    <a:pt x="3" y="19"/>
                    <a:pt x="4" y="14"/>
                    <a:pt x="4" y="13"/>
                  </a:cubicBezTo>
                  <a:cubicBezTo>
                    <a:pt x="3" y="12"/>
                    <a:pt x="3" y="11"/>
                    <a:pt x="3" y="11"/>
                  </a:cubicBezTo>
                  <a:cubicBezTo>
                    <a:pt x="3" y="9"/>
                    <a:pt x="5" y="9"/>
                    <a:pt x="6" y="9"/>
                  </a:cubicBezTo>
                  <a:cubicBezTo>
                    <a:pt x="7" y="11"/>
                    <a:pt x="6" y="12"/>
                    <a:pt x="6" y="14"/>
                  </a:cubicBezTo>
                  <a:cubicBezTo>
                    <a:pt x="5" y="17"/>
                    <a:pt x="4" y="21"/>
                    <a:pt x="3" y="23"/>
                  </a:cubicBezTo>
                  <a:cubicBezTo>
                    <a:pt x="3" y="24"/>
                    <a:pt x="3" y="25"/>
                    <a:pt x="3" y="26"/>
                  </a:cubicBezTo>
                  <a:cubicBezTo>
                    <a:pt x="3" y="26"/>
                    <a:pt x="3" y="26"/>
                    <a:pt x="3" y="27"/>
                  </a:cubicBezTo>
                  <a:cubicBezTo>
                    <a:pt x="3" y="26"/>
                    <a:pt x="8" y="22"/>
                    <a:pt x="8" y="22"/>
                  </a:cubicBezTo>
                  <a:cubicBezTo>
                    <a:pt x="9" y="20"/>
                    <a:pt x="5" y="15"/>
                    <a:pt x="9" y="14"/>
                  </a:cubicBezTo>
                  <a:cubicBezTo>
                    <a:pt x="10" y="15"/>
                    <a:pt x="12" y="15"/>
                    <a:pt x="13" y="15"/>
                  </a:cubicBezTo>
                  <a:cubicBezTo>
                    <a:pt x="13" y="15"/>
                    <a:pt x="13" y="15"/>
                    <a:pt x="13" y="15"/>
                  </a:cubicBezTo>
                  <a:cubicBezTo>
                    <a:pt x="13" y="13"/>
                    <a:pt x="13" y="13"/>
                    <a:pt x="11" y="12"/>
                  </a:cubicBezTo>
                  <a:cubicBezTo>
                    <a:pt x="11" y="11"/>
                    <a:pt x="11" y="10"/>
                    <a:pt x="12" y="9"/>
                  </a:cubicBezTo>
                  <a:cubicBezTo>
                    <a:pt x="13" y="10"/>
                    <a:pt x="14" y="10"/>
                    <a:pt x="15" y="10"/>
                  </a:cubicBezTo>
                  <a:cubicBezTo>
                    <a:pt x="15" y="7"/>
                    <a:pt x="11" y="3"/>
                    <a:pt x="1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标题幻灯片-多行">
    <p:bg>
      <p:bgPr>
        <a:solidFill>
          <a:schemeClr val="accent1"/>
        </a:solidFill>
        <a:effectLst/>
      </p:bgPr>
    </p:bg>
    <p:spTree>
      <p:nvGrpSpPr>
        <p:cNvPr id="1" name=""/>
        <p:cNvGrpSpPr/>
        <p:nvPr/>
      </p:nvGrpSpPr>
      <p:grpSpPr>
        <a:xfrm>
          <a:off x="0" y="0"/>
          <a:ext cx="0" cy="0"/>
          <a:chOff x="0" y="0"/>
          <a:chExt cx="0" cy="0"/>
        </a:xfrm>
      </p:grpSpPr>
      <p:sp>
        <p:nvSpPr>
          <p:cNvPr id="40" name="任意多边形 39"/>
          <p:cNvSpPr/>
          <p:nvPr/>
        </p:nvSpPr>
        <p:spPr>
          <a:xfrm>
            <a:off x="1" y="-3176"/>
            <a:ext cx="9143999" cy="6861175"/>
          </a:xfrm>
          <a:custGeom>
            <a:avLst/>
            <a:gdLst>
              <a:gd name="connsiteX0" fmla="*/ 0 w 9116459"/>
              <a:gd name="connsiteY0" fmla="*/ 0 h 6861175"/>
              <a:gd name="connsiteX1" fmla="*/ 9116459 w 9116459"/>
              <a:gd name="connsiteY1" fmla="*/ 0 h 6861175"/>
              <a:gd name="connsiteX2" fmla="*/ 9116459 w 9116459"/>
              <a:gd name="connsiteY2" fmla="*/ 6861175 h 6861175"/>
              <a:gd name="connsiteX3" fmla="*/ 0 w 9116459"/>
              <a:gd name="connsiteY3" fmla="*/ 6861175 h 6861175"/>
            </a:gdLst>
            <a:ahLst/>
            <a:cxnLst>
              <a:cxn ang="0">
                <a:pos x="connsiteX0" y="connsiteY0"/>
              </a:cxn>
              <a:cxn ang="0">
                <a:pos x="connsiteX1" y="connsiteY1"/>
              </a:cxn>
              <a:cxn ang="0">
                <a:pos x="connsiteX2" y="connsiteY2"/>
              </a:cxn>
              <a:cxn ang="0">
                <a:pos x="connsiteX3" y="connsiteY3"/>
              </a:cxn>
            </a:cxnLst>
            <a:rect l="l" t="t" r="r" b="b"/>
            <a:pathLst>
              <a:path w="9116459" h="6861175">
                <a:moveTo>
                  <a:pt x="0" y="0"/>
                </a:moveTo>
                <a:lnTo>
                  <a:pt x="9116459" y="0"/>
                </a:lnTo>
                <a:lnTo>
                  <a:pt x="9116459" y="6861175"/>
                </a:lnTo>
                <a:lnTo>
                  <a:pt x="0" y="6861175"/>
                </a:lnTo>
                <a:close/>
              </a:path>
            </a:pathLst>
          </a:custGeom>
          <a:blipFill dpi="0" rotWithShape="1">
            <a:blip r:embed="rId2">
              <a:alphaModFix amt="1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平行四边形 7"/>
          <p:cNvSpPr/>
          <p:nvPr/>
        </p:nvSpPr>
        <p:spPr>
          <a:xfrm>
            <a:off x="14875" y="-3175"/>
            <a:ext cx="7425799" cy="6861175"/>
          </a:xfrm>
          <a:prstGeom prst="parallelogram">
            <a:avLst>
              <a:gd name="adj" fmla="val 10524"/>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任意多边形 41"/>
          <p:cNvSpPr/>
          <p:nvPr/>
        </p:nvSpPr>
        <p:spPr>
          <a:xfrm>
            <a:off x="0" y="-3175"/>
            <a:ext cx="7244070" cy="6861175"/>
          </a:xfrm>
          <a:custGeom>
            <a:avLst/>
            <a:gdLst>
              <a:gd name="connsiteX0" fmla="*/ 540341 w 7244070"/>
              <a:gd name="connsiteY0" fmla="*/ 0 h 6861175"/>
              <a:gd name="connsiteX1" fmla="*/ 7244070 w 7244070"/>
              <a:gd name="connsiteY1" fmla="*/ 0 h 6861175"/>
              <a:gd name="connsiteX2" fmla="*/ 6522000 w 7244070"/>
              <a:gd name="connsiteY2" fmla="*/ 6861175 h 6861175"/>
              <a:gd name="connsiteX3" fmla="*/ 0 w 7244070"/>
              <a:gd name="connsiteY3" fmla="*/ 6861175 h 6861175"/>
              <a:gd name="connsiteX4" fmla="*/ 0 w 7244070"/>
              <a:gd name="connsiteY4" fmla="*/ 5134369 h 6861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44070" h="6861175">
                <a:moveTo>
                  <a:pt x="540341" y="0"/>
                </a:moveTo>
                <a:lnTo>
                  <a:pt x="7244070" y="0"/>
                </a:lnTo>
                <a:lnTo>
                  <a:pt x="6522000" y="6861175"/>
                </a:lnTo>
                <a:lnTo>
                  <a:pt x="0" y="6861175"/>
                </a:lnTo>
                <a:lnTo>
                  <a:pt x="0" y="5134369"/>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0" name="标题 1"/>
          <p:cNvSpPr>
            <a:spLocks noGrp="1"/>
          </p:cNvSpPr>
          <p:nvPr>
            <p:ph type="ctrTitle" hasCustomPrompt="1"/>
          </p:nvPr>
        </p:nvSpPr>
        <p:spPr>
          <a:xfrm>
            <a:off x="1269829" y="1531610"/>
            <a:ext cx="5295252" cy="1568918"/>
          </a:xfrm>
        </p:spPr>
        <p:txBody>
          <a:bodyPr anchor="b">
            <a:normAutofit/>
          </a:bodyPr>
          <a:lstStyle>
            <a:lvl1pPr algn="l">
              <a:defRPr sz="4800" b="1">
                <a:solidFill>
                  <a:schemeClr val="tx2"/>
                </a:solidFill>
              </a:defRPr>
            </a:lvl1pPr>
          </a:lstStyle>
          <a:p>
            <a:r>
              <a:rPr lang="zh-CN" altLang="en-US" dirty="0"/>
              <a:t>多行标题 </a:t>
            </a:r>
            <a:r>
              <a:rPr lang="en-US" altLang="zh-CN" dirty="0"/>
              <a:t>- </a:t>
            </a:r>
            <a:r>
              <a:rPr lang="zh-CN" altLang="en-US" dirty="0"/>
              <a:t>单击此处编辑母版标题</a:t>
            </a:r>
            <a:endParaRPr lang="zh-CN" altLang="en-US" dirty="0"/>
          </a:p>
        </p:txBody>
      </p:sp>
      <p:sp>
        <p:nvSpPr>
          <p:cNvPr id="11" name="副标题 2"/>
          <p:cNvSpPr>
            <a:spLocks noGrp="1"/>
          </p:cNvSpPr>
          <p:nvPr>
            <p:ph type="subTitle" idx="1" hasCustomPrompt="1"/>
          </p:nvPr>
        </p:nvSpPr>
        <p:spPr>
          <a:xfrm>
            <a:off x="1256059" y="3100528"/>
            <a:ext cx="5295252" cy="526501"/>
          </a:xfrm>
        </p:spPr>
        <p:txBody>
          <a:bodyPr/>
          <a:lstStyle>
            <a:lvl1pPr marL="0" indent="0" algn="l">
              <a:buNone/>
              <a:defRPr sz="2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单击编辑副标题</a:t>
            </a:r>
            <a:endParaRPr lang="zh-CN" altLang="en-US" dirty="0"/>
          </a:p>
        </p:txBody>
      </p:sp>
      <p:sp>
        <p:nvSpPr>
          <p:cNvPr id="12" name="任意多边形 11"/>
          <p:cNvSpPr/>
          <p:nvPr/>
        </p:nvSpPr>
        <p:spPr>
          <a:xfrm>
            <a:off x="0" y="1674346"/>
            <a:ext cx="1133862" cy="1338590"/>
          </a:xfrm>
          <a:custGeom>
            <a:avLst/>
            <a:gdLst>
              <a:gd name="connsiteX0" fmla="*/ 0 w 1133862"/>
              <a:gd name="connsiteY0" fmla="*/ 0 h 1633920"/>
              <a:gd name="connsiteX1" fmla="*/ 1133862 w 1133862"/>
              <a:gd name="connsiteY1" fmla="*/ 0 h 1633920"/>
              <a:gd name="connsiteX2" fmla="*/ 992802 w 1133862"/>
              <a:gd name="connsiteY2" fmla="*/ 1633920 h 1633920"/>
              <a:gd name="connsiteX3" fmla="*/ 0 w 1133862"/>
              <a:gd name="connsiteY3" fmla="*/ 1633920 h 1633920"/>
            </a:gdLst>
            <a:ahLst/>
            <a:cxnLst>
              <a:cxn ang="0">
                <a:pos x="connsiteX0" y="connsiteY0"/>
              </a:cxn>
              <a:cxn ang="0">
                <a:pos x="connsiteX1" y="connsiteY1"/>
              </a:cxn>
              <a:cxn ang="0">
                <a:pos x="connsiteX2" y="connsiteY2"/>
              </a:cxn>
              <a:cxn ang="0">
                <a:pos x="connsiteX3" y="connsiteY3"/>
              </a:cxn>
            </a:cxnLst>
            <a:rect l="l" t="t" r="r" b="b"/>
            <a:pathLst>
              <a:path w="1133862" h="1633920">
                <a:moveTo>
                  <a:pt x="0" y="0"/>
                </a:moveTo>
                <a:lnTo>
                  <a:pt x="1133862" y="0"/>
                </a:lnTo>
                <a:lnTo>
                  <a:pt x="992802" y="1633920"/>
                </a:lnTo>
                <a:lnTo>
                  <a:pt x="0" y="163392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        </a:t>
            </a:r>
            <a:endParaRPr lang="zh-CN" altLang="en-US" dirty="0"/>
          </a:p>
        </p:txBody>
      </p:sp>
      <p:sp>
        <p:nvSpPr>
          <p:cNvPr id="13" name="任意多边形 12"/>
          <p:cNvSpPr/>
          <p:nvPr/>
        </p:nvSpPr>
        <p:spPr>
          <a:xfrm>
            <a:off x="0" y="1531610"/>
            <a:ext cx="997527" cy="1338590"/>
          </a:xfrm>
          <a:custGeom>
            <a:avLst/>
            <a:gdLst>
              <a:gd name="connsiteX0" fmla="*/ 0 w 997527"/>
              <a:gd name="connsiteY0" fmla="*/ 0 h 1633920"/>
              <a:gd name="connsiteX1" fmla="*/ 997527 w 997527"/>
              <a:gd name="connsiteY1" fmla="*/ 0 h 1633920"/>
              <a:gd name="connsiteX2" fmla="*/ 856467 w 997527"/>
              <a:gd name="connsiteY2" fmla="*/ 1633920 h 1633920"/>
              <a:gd name="connsiteX3" fmla="*/ 0 w 997527"/>
              <a:gd name="connsiteY3" fmla="*/ 1633920 h 1633920"/>
            </a:gdLst>
            <a:ahLst/>
            <a:cxnLst>
              <a:cxn ang="0">
                <a:pos x="connsiteX0" y="connsiteY0"/>
              </a:cxn>
              <a:cxn ang="0">
                <a:pos x="connsiteX1" y="connsiteY1"/>
              </a:cxn>
              <a:cxn ang="0">
                <a:pos x="connsiteX2" y="connsiteY2"/>
              </a:cxn>
              <a:cxn ang="0">
                <a:pos x="connsiteX3" y="connsiteY3"/>
              </a:cxn>
            </a:cxnLst>
            <a:rect l="l" t="t" r="r" b="b"/>
            <a:pathLst>
              <a:path w="997527" h="1633920">
                <a:moveTo>
                  <a:pt x="0" y="0"/>
                </a:moveTo>
                <a:lnTo>
                  <a:pt x="997527" y="0"/>
                </a:lnTo>
                <a:lnTo>
                  <a:pt x="856467" y="1633920"/>
                </a:lnTo>
                <a:lnTo>
                  <a:pt x="0" y="163392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        </a:t>
            </a:r>
            <a:endParaRPr lang="zh-CN" altLang="en-US" dirty="0"/>
          </a:p>
        </p:txBody>
      </p:sp>
      <p:sp>
        <p:nvSpPr>
          <p:cNvPr id="47" name="任意多边形 46"/>
          <p:cNvSpPr/>
          <p:nvPr/>
        </p:nvSpPr>
        <p:spPr>
          <a:xfrm>
            <a:off x="5470130" y="5639504"/>
            <a:ext cx="3673870" cy="867644"/>
          </a:xfrm>
          <a:custGeom>
            <a:avLst/>
            <a:gdLst>
              <a:gd name="connsiteX0" fmla="*/ 93012 w 3673870"/>
              <a:gd name="connsiteY0" fmla="*/ 0 h 1015861"/>
              <a:gd name="connsiteX1" fmla="*/ 3673870 w 3673870"/>
              <a:gd name="connsiteY1" fmla="*/ 0 h 1015861"/>
              <a:gd name="connsiteX2" fmla="*/ 3673870 w 3673870"/>
              <a:gd name="connsiteY2" fmla="*/ 1015861 h 1015861"/>
              <a:gd name="connsiteX3" fmla="*/ 0 w 3673870"/>
              <a:gd name="connsiteY3" fmla="*/ 1015861 h 1015861"/>
            </a:gdLst>
            <a:ahLst/>
            <a:cxnLst>
              <a:cxn ang="0">
                <a:pos x="connsiteX0" y="connsiteY0"/>
              </a:cxn>
              <a:cxn ang="0">
                <a:pos x="connsiteX1" y="connsiteY1"/>
              </a:cxn>
              <a:cxn ang="0">
                <a:pos x="connsiteX2" y="connsiteY2"/>
              </a:cxn>
              <a:cxn ang="0">
                <a:pos x="connsiteX3" y="connsiteY3"/>
              </a:cxn>
            </a:cxnLst>
            <a:rect l="l" t="t" r="r" b="b"/>
            <a:pathLst>
              <a:path w="3673870" h="1015861">
                <a:moveTo>
                  <a:pt x="93012" y="0"/>
                </a:moveTo>
                <a:lnTo>
                  <a:pt x="3673870" y="0"/>
                </a:lnTo>
                <a:lnTo>
                  <a:pt x="3673870" y="1015861"/>
                </a:lnTo>
                <a:lnTo>
                  <a:pt x="0" y="1015861"/>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dirty="0"/>
              <a:t>          </a:t>
            </a:r>
            <a:endParaRPr lang="zh-CN" altLang="en-US" dirty="0"/>
          </a:p>
        </p:txBody>
      </p:sp>
      <p:sp>
        <p:nvSpPr>
          <p:cNvPr id="45" name="任意多边形 44"/>
          <p:cNvSpPr/>
          <p:nvPr/>
        </p:nvSpPr>
        <p:spPr>
          <a:xfrm>
            <a:off x="5648778" y="5542121"/>
            <a:ext cx="3495222" cy="867644"/>
          </a:xfrm>
          <a:custGeom>
            <a:avLst/>
            <a:gdLst>
              <a:gd name="connsiteX0" fmla="*/ 93012 w 3495222"/>
              <a:gd name="connsiteY0" fmla="*/ 0 h 1015861"/>
              <a:gd name="connsiteX1" fmla="*/ 3495222 w 3495222"/>
              <a:gd name="connsiteY1" fmla="*/ 0 h 1015861"/>
              <a:gd name="connsiteX2" fmla="*/ 3495222 w 3495222"/>
              <a:gd name="connsiteY2" fmla="*/ 1015861 h 1015861"/>
              <a:gd name="connsiteX3" fmla="*/ 0 w 3495222"/>
              <a:gd name="connsiteY3" fmla="*/ 1015861 h 1015861"/>
            </a:gdLst>
            <a:ahLst/>
            <a:cxnLst>
              <a:cxn ang="0">
                <a:pos x="connsiteX0" y="connsiteY0"/>
              </a:cxn>
              <a:cxn ang="0">
                <a:pos x="connsiteX1" y="connsiteY1"/>
              </a:cxn>
              <a:cxn ang="0">
                <a:pos x="connsiteX2" y="connsiteY2"/>
              </a:cxn>
              <a:cxn ang="0">
                <a:pos x="connsiteX3" y="connsiteY3"/>
              </a:cxn>
            </a:cxnLst>
            <a:rect l="l" t="t" r="r" b="b"/>
            <a:pathLst>
              <a:path w="3495222" h="1015861">
                <a:moveTo>
                  <a:pt x="93012" y="0"/>
                </a:moveTo>
                <a:lnTo>
                  <a:pt x="3495222" y="0"/>
                </a:lnTo>
                <a:lnTo>
                  <a:pt x="3495222" y="1015861"/>
                </a:lnTo>
                <a:lnTo>
                  <a:pt x="0" y="1015861"/>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dirty="0"/>
              <a:t>          </a:t>
            </a:r>
            <a:endParaRPr lang="zh-CN" altLang="en-US" dirty="0"/>
          </a:p>
        </p:txBody>
      </p:sp>
      <p:grpSp>
        <p:nvGrpSpPr>
          <p:cNvPr id="39" name="组合 38"/>
          <p:cNvGrpSpPr>
            <a:grpSpLocks noChangeAspect="1"/>
          </p:cNvGrpSpPr>
          <p:nvPr/>
        </p:nvGrpSpPr>
        <p:grpSpPr>
          <a:xfrm>
            <a:off x="6027456" y="5740833"/>
            <a:ext cx="2738847" cy="462364"/>
            <a:chOff x="8729725" y="4570716"/>
            <a:chExt cx="2830513" cy="477838"/>
          </a:xfrm>
          <a:solidFill>
            <a:schemeClr val="bg2">
              <a:alpha val="50000"/>
            </a:schemeClr>
          </a:solidFill>
        </p:grpSpPr>
        <p:sp>
          <p:nvSpPr>
            <p:cNvPr id="41" name="Freeform 34"/>
            <p:cNvSpPr>
              <a:spLocks noEditPoints="1"/>
            </p:cNvSpPr>
            <p:nvPr/>
          </p:nvSpPr>
          <p:spPr bwMode="auto">
            <a:xfrm>
              <a:off x="9304400" y="4945366"/>
              <a:ext cx="1363663" cy="101600"/>
            </a:xfrm>
            <a:custGeom>
              <a:avLst/>
              <a:gdLst>
                <a:gd name="T0" fmla="*/ 15 w 915"/>
                <a:gd name="T1" fmla="*/ 51 h 68"/>
                <a:gd name="T2" fmla="*/ 14 w 915"/>
                <a:gd name="T3" fmla="*/ 11 h 68"/>
                <a:gd name="T4" fmla="*/ 35 w 915"/>
                <a:gd name="T5" fmla="*/ 4 h 68"/>
                <a:gd name="T6" fmla="*/ 77 w 915"/>
                <a:gd name="T7" fmla="*/ 51 h 68"/>
                <a:gd name="T8" fmla="*/ 74 w 915"/>
                <a:gd name="T9" fmla="*/ 51 h 68"/>
                <a:gd name="T10" fmla="*/ 57 w 915"/>
                <a:gd name="T11" fmla="*/ 21 h 68"/>
                <a:gd name="T12" fmla="*/ 108 w 915"/>
                <a:gd name="T13" fmla="*/ 0 h 68"/>
                <a:gd name="T14" fmla="*/ 104 w 915"/>
                <a:gd name="T15" fmla="*/ 32 h 68"/>
                <a:gd name="T16" fmla="*/ 134 w 915"/>
                <a:gd name="T17" fmla="*/ 21 h 68"/>
                <a:gd name="T18" fmla="*/ 155 w 915"/>
                <a:gd name="T19" fmla="*/ 21 h 68"/>
                <a:gd name="T20" fmla="*/ 187 w 915"/>
                <a:gd name="T21" fmla="*/ 46 h 68"/>
                <a:gd name="T22" fmla="*/ 169 w 915"/>
                <a:gd name="T23" fmla="*/ 29 h 68"/>
                <a:gd name="T24" fmla="*/ 221 w 915"/>
                <a:gd name="T25" fmla="*/ 24 h 68"/>
                <a:gd name="T26" fmla="*/ 198 w 915"/>
                <a:gd name="T27" fmla="*/ 52 h 68"/>
                <a:gd name="T28" fmla="*/ 209 w 915"/>
                <a:gd name="T29" fmla="*/ 18 h 68"/>
                <a:gd name="T30" fmla="*/ 247 w 915"/>
                <a:gd name="T31" fmla="*/ 51 h 68"/>
                <a:gd name="T32" fmla="*/ 244 w 915"/>
                <a:gd name="T33" fmla="*/ 42 h 68"/>
                <a:gd name="T34" fmla="*/ 271 w 915"/>
                <a:gd name="T35" fmla="*/ 1 h 68"/>
                <a:gd name="T36" fmla="*/ 276 w 915"/>
                <a:gd name="T37" fmla="*/ 51 h 68"/>
                <a:gd name="T38" fmla="*/ 259 w 915"/>
                <a:gd name="T39" fmla="*/ 22 h 68"/>
                <a:gd name="T40" fmla="*/ 301 w 915"/>
                <a:gd name="T41" fmla="*/ 46 h 68"/>
                <a:gd name="T42" fmla="*/ 292 w 915"/>
                <a:gd name="T43" fmla="*/ 7 h 68"/>
                <a:gd name="T44" fmla="*/ 333 w 915"/>
                <a:gd name="T45" fmla="*/ 20 h 68"/>
                <a:gd name="T46" fmla="*/ 309 w 915"/>
                <a:gd name="T47" fmla="*/ 67 h 68"/>
                <a:gd name="T48" fmla="*/ 305 w 915"/>
                <a:gd name="T49" fmla="*/ 19 h 68"/>
                <a:gd name="T50" fmla="*/ 379 w 915"/>
                <a:gd name="T51" fmla="*/ 18 h 68"/>
                <a:gd name="T52" fmla="*/ 415 w 915"/>
                <a:gd name="T53" fmla="*/ 44 h 68"/>
                <a:gd name="T54" fmla="*/ 403 w 915"/>
                <a:gd name="T55" fmla="*/ 21 h 68"/>
                <a:gd name="T56" fmla="*/ 425 w 915"/>
                <a:gd name="T57" fmla="*/ 5 h 68"/>
                <a:gd name="T58" fmla="*/ 475 w 915"/>
                <a:gd name="T59" fmla="*/ 19 h 68"/>
                <a:gd name="T60" fmla="*/ 465 w 915"/>
                <a:gd name="T61" fmla="*/ 54 h 68"/>
                <a:gd name="T62" fmla="*/ 471 w 915"/>
                <a:gd name="T63" fmla="*/ 48 h 68"/>
                <a:gd name="T64" fmla="*/ 474 w 915"/>
                <a:gd name="T65" fmla="*/ 4 h 68"/>
                <a:gd name="T66" fmla="*/ 516 w 915"/>
                <a:gd name="T67" fmla="*/ 28 h 68"/>
                <a:gd name="T68" fmla="*/ 517 w 915"/>
                <a:gd name="T69" fmla="*/ 40 h 68"/>
                <a:gd name="T70" fmla="*/ 537 w 915"/>
                <a:gd name="T71" fmla="*/ 49 h 68"/>
                <a:gd name="T72" fmla="*/ 528 w 915"/>
                <a:gd name="T73" fmla="*/ 23 h 68"/>
                <a:gd name="T74" fmla="*/ 565 w 915"/>
                <a:gd name="T75" fmla="*/ 53 h 68"/>
                <a:gd name="T76" fmla="*/ 563 w 915"/>
                <a:gd name="T77" fmla="*/ 21 h 68"/>
                <a:gd name="T78" fmla="*/ 620 w 915"/>
                <a:gd name="T79" fmla="*/ 52 h 68"/>
                <a:gd name="T80" fmla="*/ 596 w 915"/>
                <a:gd name="T81" fmla="*/ 49 h 68"/>
                <a:gd name="T82" fmla="*/ 587 w 915"/>
                <a:gd name="T83" fmla="*/ 22 h 68"/>
                <a:gd name="T84" fmla="*/ 642 w 915"/>
                <a:gd name="T85" fmla="*/ 17 h 68"/>
                <a:gd name="T86" fmla="*/ 643 w 915"/>
                <a:gd name="T87" fmla="*/ 48 h 68"/>
                <a:gd name="T88" fmla="*/ 667 w 915"/>
                <a:gd name="T89" fmla="*/ 49 h 68"/>
                <a:gd name="T90" fmla="*/ 671 w 915"/>
                <a:gd name="T91" fmla="*/ 23 h 68"/>
                <a:gd name="T92" fmla="*/ 726 w 915"/>
                <a:gd name="T93" fmla="*/ 20 h 68"/>
                <a:gd name="T94" fmla="*/ 739 w 915"/>
                <a:gd name="T95" fmla="*/ 29 h 68"/>
                <a:gd name="T96" fmla="*/ 731 w 915"/>
                <a:gd name="T97" fmla="*/ 33 h 68"/>
                <a:gd name="T98" fmla="*/ 778 w 915"/>
                <a:gd name="T99" fmla="*/ 45 h 68"/>
                <a:gd name="T100" fmla="*/ 771 w 915"/>
                <a:gd name="T101" fmla="*/ 24 h 68"/>
                <a:gd name="T102" fmla="*/ 753 w 915"/>
                <a:gd name="T103" fmla="*/ 45 h 68"/>
                <a:gd name="T104" fmla="*/ 803 w 915"/>
                <a:gd name="T105" fmla="*/ 54 h 68"/>
                <a:gd name="T106" fmla="*/ 816 w 915"/>
                <a:gd name="T107" fmla="*/ 0 h 68"/>
                <a:gd name="T108" fmla="*/ 812 w 915"/>
                <a:gd name="T109" fmla="*/ 29 h 68"/>
                <a:gd name="T110" fmla="*/ 881 w 915"/>
                <a:gd name="T111" fmla="*/ 10 h 68"/>
                <a:gd name="T112" fmla="*/ 859 w 915"/>
                <a:gd name="T113" fmla="*/ 49 h 68"/>
                <a:gd name="T114" fmla="*/ 903 w 915"/>
                <a:gd name="T115" fmla="*/ 48 h 68"/>
                <a:gd name="T116" fmla="*/ 891 w 915"/>
                <a:gd name="T117" fmla="*/ 31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915" h="68">
                  <a:moveTo>
                    <a:pt x="35" y="4"/>
                  </a:moveTo>
                  <a:cubicBezTo>
                    <a:pt x="35" y="3"/>
                    <a:pt x="35" y="3"/>
                    <a:pt x="35" y="3"/>
                  </a:cubicBezTo>
                  <a:cubicBezTo>
                    <a:pt x="53" y="3"/>
                    <a:pt x="53" y="3"/>
                    <a:pt x="53" y="3"/>
                  </a:cubicBezTo>
                  <a:cubicBezTo>
                    <a:pt x="53" y="4"/>
                    <a:pt x="53" y="4"/>
                    <a:pt x="53" y="4"/>
                  </a:cubicBezTo>
                  <a:cubicBezTo>
                    <a:pt x="51" y="4"/>
                    <a:pt x="51" y="4"/>
                    <a:pt x="51" y="4"/>
                  </a:cubicBezTo>
                  <a:cubicBezTo>
                    <a:pt x="49" y="4"/>
                    <a:pt x="47" y="5"/>
                    <a:pt x="46" y="6"/>
                  </a:cubicBezTo>
                  <a:cubicBezTo>
                    <a:pt x="46" y="7"/>
                    <a:pt x="45" y="9"/>
                    <a:pt x="45" y="11"/>
                  </a:cubicBezTo>
                  <a:cubicBezTo>
                    <a:pt x="45" y="32"/>
                    <a:pt x="45" y="32"/>
                    <a:pt x="45" y="32"/>
                  </a:cubicBezTo>
                  <a:cubicBezTo>
                    <a:pt x="45" y="37"/>
                    <a:pt x="45" y="41"/>
                    <a:pt x="44" y="43"/>
                  </a:cubicBezTo>
                  <a:cubicBezTo>
                    <a:pt x="43" y="46"/>
                    <a:pt x="41" y="49"/>
                    <a:pt x="38" y="51"/>
                  </a:cubicBezTo>
                  <a:cubicBezTo>
                    <a:pt x="35" y="53"/>
                    <a:pt x="31" y="53"/>
                    <a:pt x="27" y="53"/>
                  </a:cubicBezTo>
                  <a:cubicBezTo>
                    <a:pt x="21" y="53"/>
                    <a:pt x="17" y="53"/>
                    <a:pt x="15" y="51"/>
                  </a:cubicBezTo>
                  <a:cubicBezTo>
                    <a:pt x="12" y="49"/>
                    <a:pt x="10" y="46"/>
                    <a:pt x="9" y="43"/>
                  </a:cubicBezTo>
                  <a:cubicBezTo>
                    <a:pt x="8" y="41"/>
                    <a:pt x="7" y="37"/>
                    <a:pt x="7" y="31"/>
                  </a:cubicBezTo>
                  <a:cubicBezTo>
                    <a:pt x="7" y="11"/>
                    <a:pt x="7" y="11"/>
                    <a:pt x="7" y="11"/>
                  </a:cubicBezTo>
                  <a:cubicBezTo>
                    <a:pt x="7" y="8"/>
                    <a:pt x="7" y="6"/>
                    <a:pt x="6" y="5"/>
                  </a:cubicBezTo>
                  <a:cubicBezTo>
                    <a:pt x="5" y="4"/>
                    <a:pt x="4" y="3"/>
                    <a:pt x="2" y="3"/>
                  </a:cubicBezTo>
                  <a:cubicBezTo>
                    <a:pt x="0" y="3"/>
                    <a:pt x="0" y="3"/>
                    <a:pt x="0" y="3"/>
                  </a:cubicBezTo>
                  <a:cubicBezTo>
                    <a:pt x="0" y="2"/>
                    <a:pt x="0" y="2"/>
                    <a:pt x="0" y="2"/>
                  </a:cubicBezTo>
                  <a:cubicBezTo>
                    <a:pt x="21" y="2"/>
                    <a:pt x="21" y="2"/>
                    <a:pt x="21" y="2"/>
                  </a:cubicBezTo>
                  <a:cubicBezTo>
                    <a:pt x="21" y="3"/>
                    <a:pt x="21" y="3"/>
                    <a:pt x="21" y="3"/>
                  </a:cubicBezTo>
                  <a:cubicBezTo>
                    <a:pt x="19" y="3"/>
                    <a:pt x="19" y="3"/>
                    <a:pt x="19" y="3"/>
                  </a:cubicBezTo>
                  <a:cubicBezTo>
                    <a:pt x="17" y="3"/>
                    <a:pt x="15" y="4"/>
                    <a:pt x="15" y="5"/>
                  </a:cubicBezTo>
                  <a:cubicBezTo>
                    <a:pt x="14" y="6"/>
                    <a:pt x="14" y="8"/>
                    <a:pt x="14" y="11"/>
                  </a:cubicBezTo>
                  <a:cubicBezTo>
                    <a:pt x="14" y="33"/>
                    <a:pt x="14" y="33"/>
                    <a:pt x="14" y="33"/>
                  </a:cubicBezTo>
                  <a:cubicBezTo>
                    <a:pt x="14" y="35"/>
                    <a:pt x="14" y="37"/>
                    <a:pt x="14" y="40"/>
                  </a:cubicBezTo>
                  <a:cubicBezTo>
                    <a:pt x="15" y="43"/>
                    <a:pt x="15" y="45"/>
                    <a:pt x="16" y="46"/>
                  </a:cubicBezTo>
                  <a:cubicBezTo>
                    <a:pt x="17" y="48"/>
                    <a:pt x="19" y="49"/>
                    <a:pt x="20" y="50"/>
                  </a:cubicBezTo>
                  <a:cubicBezTo>
                    <a:pt x="22" y="51"/>
                    <a:pt x="24" y="51"/>
                    <a:pt x="27" y="51"/>
                  </a:cubicBezTo>
                  <a:cubicBezTo>
                    <a:pt x="30" y="51"/>
                    <a:pt x="33" y="50"/>
                    <a:pt x="35" y="49"/>
                  </a:cubicBezTo>
                  <a:cubicBezTo>
                    <a:pt x="37" y="47"/>
                    <a:pt x="39" y="46"/>
                    <a:pt x="40" y="43"/>
                  </a:cubicBezTo>
                  <a:cubicBezTo>
                    <a:pt x="41" y="41"/>
                    <a:pt x="41" y="37"/>
                    <a:pt x="41" y="32"/>
                  </a:cubicBezTo>
                  <a:cubicBezTo>
                    <a:pt x="41" y="12"/>
                    <a:pt x="41" y="12"/>
                    <a:pt x="41" y="12"/>
                  </a:cubicBezTo>
                  <a:cubicBezTo>
                    <a:pt x="41" y="9"/>
                    <a:pt x="41" y="7"/>
                    <a:pt x="40" y="6"/>
                  </a:cubicBezTo>
                  <a:cubicBezTo>
                    <a:pt x="39" y="5"/>
                    <a:pt x="38" y="4"/>
                    <a:pt x="36" y="4"/>
                  </a:cubicBezTo>
                  <a:cubicBezTo>
                    <a:pt x="35" y="4"/>
                    <a:pt x="35" y="4"/>
                    <a:pt x="35" y="4"/>
                  </a:cubicBezTo>
                  <a:close/>
                  <a:moveTo>
                    <a:pt x="69" y="25"/>
                  </a:moveTo>
                  <a:cubicBezTo>
                    <a:pt x="73" y="20"/>
                    <a:pt x="76" y="18"/>
                    <a:pt x="79" y="18"/>
                  </a:cubicBezTo>
                  <a:cubicBezTo>
                    <a:pt x="81" y="18"/>
                    <a:pt x="83" y="18"/>
                    <a:pt x="84" y="19"/>
                  </a:cubicBezTo>
                  <a:cubicBezTo>
                    <a:pt x="85" y="20"/>
                    <a:pt x="87" y="21"/>
                    <a:pt x="87" y="23"/>
                  </a:cubicBezTo>
                  <a:cubicBezTo>
                    <a:pt x="88" y="25"/>
                    <a:pt x="88" y="27"/>
                    <a:pt x="88" y="30"/>
                  </a:cubicBezTo>
                  <a:cubicBezTo>
                    <a:pt x="88" y="45"/>
                    <a:pt x="88" y="45"/>
                    <a:pt x="88" y="45"/>
                  </a:cubicBezTo>
                  <a:cubicBezTo>
                    <a:pt x="88" y="47"/>
                    <a:pt x="88" y="48"/>
                    <a:pt x="89" y="49"/>
                  </a:cubicBezTo>
                  <a:cubicBezTo>
                    <a:pt x="89" y="50"/>
                    <a:pt x="89" y="50"/>
                    <a:pt x="90" y="51"/>
                  </a:cubicBezTo>
                  <a:cubicBezTo>
                    <a:pt x="90" y="51"/>
                    <a:pt x="91" y="51"/>
                    <a:pt x="93" y="51"/>
                  </a:cubicBezTo>
                  <a:cubicBezTo>
                    <a:pt x="93" y="52"/>
                    <a:pt x="93" y="52"/>
                    <a:pt x="93" y="52"/>
                  </a:cubicBezTo>
                  <a:cubicBezTo>
                    <a:pt x="77" y="52"/>
                    <a:pt x="77" y="52"/>
                    <a:pt x="77" y="52"/>
                  </a:cubicBezTo>
                  <a:cubicBezTo>
                    <a:pt x="77" y="51"/>
                    <a:pt x="77" y="51"/>
                    <a:pt x="77" y="51"/>
                  </a:cubicBezTo>
                  <a:cubicBezTo>
                    <a:pt x="78" y="51"/>
                    <a:pt x="78" y="51"/>
                    <a:pt x="78" y="51"/>
                  </a:cubicBezTo>
                  <a:cubicBezTo>
                    <a:pt x="79" y="51"/>
                    <a:pt x="80" y="51"/>
                    <a:pt x="81" y="50"/>
                  </a:cubicBezTo>
                  <a:cubicBezTo>
                    <a:pt x="82" y="50"/>
                    <a:pt x="82" y="49"/>
                    <a:pt x="82" y="48"/>
                  </a:cubicBezTo>
                  <a:cubicBezTo>
                    <a:pt x="82" y="48"/>
                    <a:pt x="82" y="47"/>
                    <a:pt x="82" y="45"/>
                  </a:cubicBezTo>
                  <a:cubicBezTo>
                    <a:pt x="82" y="31"/>
                    <a:pt x="82" y="31"/>
                    <a:pt x="82" y="31"/>
                  </a:cubicBezTo>
                  <a:cubicBezTo>
                    <a:pt x="82" y="27"/>
                    <a:pt x="82" y="25"/>
                    <a:pt x="81" y="24"/>
                  </a:cubicBezTo>
                  <a:cubicBezTo>
                    <a:pt x="80" y="23"/>
                    <a:pt x="79" y="22"/>
                    <a:pt x="77" y="22"/>
                  </a:cubicBezTo>
                  <a:cubicBezTo>
                    <a:pt x="74" y="22"/>
                    <a:pt x="71" y="23"/>
                    <a:pt x="69" y="27"/>
                  </a:cubicBezTo>
                  <a:cubicBezTo>
                    <a:pt x="69" y="45"/>
                    <a:pt x="69" y="45"/>
                    <a:pt x="69" y="45"/>
                  </a:cubicBezTo>
                  <a:cubicBezTo>
                    <a:pt x="69" y="47"/>
                    <a:pt x="69" y="48"/>
                    <a:pt x="69" y="49"/>
                  </a:cubicBezTo>
                  <a:cubicBezTo>
                    <a:pt x="69" y="50"/>
                    <a:pt x="70" y="50"/>
                    <a:pt x="70" y="51"/>
                  </a:cubicBezTo>
                  <a:cubicBezTo>
                    <a:pt x="71" y="51"/>
                    <a:pt x="72" y="51"/>
                    <a:pt x="74" y="51"/>
                  </a:cubicBezTo>
                  <a:cubicBezTo>
                    <a:pt x="74" y="52"/>
                    <a:pt x="74" y="52"/>
                    <a:pt x="74" y="52"/>
                  </a:cubicBezTo>
                  <a:cubicBezTo>
                    <a:pt x="58" y="52"/>
                    <a:pt x="58" y="52"/>
                    <a:pt x="58" y="52"/>
                  </a:cubicBezTo>
                  <a:cubicBezTo>
                    <a:pt x="58" y="51"/>
                    <a:pt x="58" y="51"/>
                    <a:pt x="58" y="51"/>
                  </a:cubicBezTo>
                  <a:cubicBezTo>
                    <a:pt x="59" y="51"/>
                    <a:pt x="59" y="51"/>
                    <a:pt x="59" y="51"/>
                  </a:cubicBezTo>
                  <a:cubicBezTo>
                    <a:pt x="60" y="51"/>
                    <a:pt x="61" y="51"/>
                    <a:pt x="62" y="50"/>
                  </a:cubicBezTo>
                  <a:cubicBezTo>
                    <a:pt x="62" y="49"/>
                    <a:pt x="63" y="47"/>
                    <a:pt x="63" y="45"/>
                  </a:cubicBezTo>
                  <a:cubicBezTo>
                    <a:pt x="63" y="32"/>
                    <a:pt x="63" y="32"/>
                    <a:pt x="63" y="32"/>
                  </a:cubicBezTo>
                  <a:cubicBezTo>
                    <a:pt x="63" y="28"/>
                    <a:pt x="63" y="25"/>
                    <a:pt x="62" y="24"/>
                  </a:cubicBezTo>
                  <a:cubicBezTo>
                    <a:pt x="62" y="23"/>
                    <a:pt x="62" y="23"/>
                    <a:pt x="61" y="22"/>
                  </a:cubicBezTo>
                  <a:cubicBezTo>
                    <a:pt x="61" y="22"/>
                    <a:pt x="61" y="22"/>
                    <a:pt x="60" y="22"/>
                  </a:cubicBezTo>
                  <a:cubicBezTo>
                    <a:pt x="59" y="22"/>
                    <a:pt x="58" y="22"/>
                    <a:pt x="57" y="22"/>
                  </a:cubicBezTo>
                  <a:cubicBezTo>
                    <a:pt x="57" y="21"/>
                    <a:pt x="57" y="21"/>
                    <a:pt x="57" y="21"/>
                  </a:cubicBezTo>
                  <a:cubicBezTo>
                    <a:pt x="67" y="17"/>
                    <a:pt x="67" y="17"/>
                    <a:pt x="67" y="17"/>
                  </a:cubicBezTo>
                  <a:cubicBezTo>
                    <a:pt x="69" y="17"/>
                    <a:pt x="69" y="17"/>
                    <a:pt x="69" y="17"/>
                  </a:cubicBezTo>
                  <a:cubicBezTo>
                    <a:pt x="69" y="25"/>
                    <a:pt x="69" y="25"/>
                    <a:pt x="69" y="25"/>
                  </a:cubicBezTo>
                  <a:close/>
                  <a:moveTo>
                    <a:pt x="108" y="0"/>
                  </a:moveTo>
                  <a:cubicBezTo>
                    <a:pt x="109" y="0"/>
                    <a:pt x="110" y="0"/>
                    <a:pt x="110" y="1"/>
                  </a:cubicBezTo>
                  <a:cubicBezTo>
                    <a:pt x="111" y="2"/>
                    <a:pt x="111" y="3"/>
                    <a:pt x="111" y="4"/>
                  </a:cubicBezTo>
                  <a:cubicBezTo>
                    <a:pt x="111" y="5"/>
                    <a:pt x="111" y="6"/>
                    <a:pt x="110" y="7"/>
                  </a:cubicBezTo>
                  <a:cubicBezTo>
                    <a:pt x="109" y="7"/>
                    <a:pt x="109" y="8"/>
                    <a:pt x="108" y="8"/>
                  </a:cubicBezTo>
                  <a:cubicBezTo>
                    <a:pt x="107" y="8"/>
                    <a:pt x="106" y="7"/>
                    <a:pt x="105" y="7"/>
                  </a:cubicBezTo>
                  <a:cubicBezTo>
                    <a:pt x="105" y="6"/>
                    <a:pt x="104" y="5"/>
                    <a:pt x="104" y="4"/>
                  </a:cubicBezTo>
                  <a:cubicBezTo>
                    <a:pt x="104" y="3"/>
                    <a:pt x="105" y="2"/>
                    <a:pt x="105" y="1"/>
                  </a:cubicBezTo>
                  <a:cubicBezTo>
                    <a:pt x="106" y="0"/>
                    <a:pt x="107" y="0"/>
                    <a:pt x="108" y="0"/>
                  </a:cubicBezTo>
                  <a:close/>
                  <a:moveTo>
                    <a:pt x="111" y="18"/>
                  </a:moveTo>
                  <a:cubicBezTo>
                    <a:pt x="111" y="45"/>
                    <a:pt x="111" y="45"/>
                    <a:pt x="111" y="45"/>
                  </a:cubicBezTo>
                  <a:cubicBezTo>
                    <a:pt x="111" y="47"/>
                    <a:pt x="111" y="49"/>
                    <a:pt x="111" y="49"/>
                  </a:cubicBezTo>
                  <a:cubicBezTo>
                    <a:pt x="111" y="50"/>
                    <a:pt x="112" y="51"/>
                    <a:pt x="112" y="51"/>
                  </a:cubicBezTo>
                  <a:cubicBezTo>
                    <a:pt x="113" y="51"/>
                    <a:pt x="114" y="51"/>
                    <a:pt x="115" y="51"/>
                  </a:cubicBezTo>
                  <a:cubicBezTo>
                    <a:pt x="115" y="53"/>
                    <a:pt x="115" y="53"/>
                    <a:pt x="115" y="53"/>
                  </a:cubicBezTo>
                  <a:cubicBezTo>
                    <a:pt x="99" y="53"/>
                    <a:pt x="99" y="53"/>
                    <a:pt x="99" y="53"/>
                  </a:cubicBezTo>
                  <a:cubicBezTo>
                    <a:pt x="99" y="51"/>
                    <a:pt x="99" y="51"/>
                    <a:pt x="99" y="51"/>
                  </a:cubicBezTo>
                  <a:cubicBezTo>
                    <a:pt x="101" y="51"/>
                    <a:pt x="102" y="51"/>
                    <a:pt x="103" y="51"/>
                  </a:cubicBezTo>
                  <a:cubicBezTo>
                    <a:pt x="103" y="51"/>
                    <a:pt x="103" y="50"/>
                    <a:pt x="104" y="49"/>
                  </a:cubicBezTo>
                  <a:cubicBezTo>
                    <a:pt x="104" y="49"/>
                    <a:pt x="104" y="47"/>
                    <a:pt x="104" y="45"/>
                  </a:cubicBezTo>
                  <a:cubicBezTo>
                    <a:pt x="104" y="32"/>
                    <a:pt x="104" y="32"/>
                    <a:pt x="104" y="32"/>
                  </a:cubicBezTo>
                  <a:cubicBezTo>
                    <a:pt x="104" y="28"/>
                    <a:pt x="104" y="26"/>
                    <a:pt x="104" y="25"/>
                  </a:cubicBezTo>
                  <a:cubicBezTo>
                    <a:pt x="104" y="24"/>
                    <a:pt x="103" y="23"/>
                    <a:pt x="103" y="23"/>
                  </a:cubicBezTo>
                  <a:cubicBezTo>
                    <a:pt x="103" y="23"/>
                    <a:pt x="102" y="23"/>
                    <a:pt x="101" y="23"/>
                  </a:cubicBezTo>
                  <a:cubicBezTo>
                    <a:pt x="101" y="23"/>
                    <a:pt x="100" y="23"/>
                    <a:pt x="99" y="23"/>
                  </a:cubicBezTo>
                  <a:cubicBezTo>
                    <a:pt x="99" y="22"/>
                    <a:pt x="99" y="22"/>
                    <a:pt x="99" y="22"/>
                  </a:cubicBezTo>
                  <a:cubicBezTo>
                    <a:pt x="109" y="18"/>
                    <a:pt x="109" y="18"/>
                    <a:pt x="109" y="18"/>
                  </a:cubicBezTo>
                  <a:cubicBezTo>
                    <a:pt x="111" y="18"/>
                    <a:pt x="111" y="18"/>
                    <a:pt x="111" y="18"/>
                  </a:cubicBezTo>
                  <a:close/>
                  <a:moveTo>
                    <a:pt x="122" y="19"/>
                  </a:moveTo>
                  <a:cubicBezTo>
                    <a:pt x="137" y="19"/>
                    <a:pt x="137" y="19"/>
                    <a:pt x="137" y="19"/>
                  </a:cubicBezTo>
                  <a:cubicBezTo>
                    <a:pt x="137" y="20"/>
                    <a:pt x="137" y="20"/>
                    <a:pt x="137" y="20"/>
                  </a:cubicBezTo>
                  <a:cubicBezTo>
                    <a:pt x="136" y="20"/>
                    <a:pt x="136" y="20"/>
                    <a:pt x="136" y="20"/>
                  </a:cubicBezTo>
                  <a:cubicBezTo>
                    <a:pt x="135" y="20"/>
                    <a:pt x="134" y="20"/>
                    <a:pt x="134" y="21"/>
                  </a:cubicBezTo>
                  <a:cubicBezTo>
                    <a:pt x="133" y="21"/>
                    <a:pt x="133" y="22"/>
                    <a:pt x="133" y="23"/>
                  </a:cubicBezTo>
                  <a:cubicBezTo>
                    <a:pt x="133" y="23"/>
                    <a:pt x="133" y="25"/>
                    <a:pt x="134" y="26"/>
                  </a:cubicBezTo>
                  <a:cubicBezTo>
                    <a:pt x="141" y="45"/>
                    <a:pt x="141" y="45"/>
                    <a:pt x="141" y="45"/>
                  </a:cubicBezTo>
                  <a:cubicBezTo>
                    <a:pt x="149" y="25"/>
                    <a:pt x="149" y="25"/>
                    <a:pt x="149" y="25"/>
                  </a:cubicBezTo>
                  <a:cubicBezTo>
                    <a:pt x="149" y="24"/>
                    <a:pt x="150" y="23"/>
                    <a:pt x="150" y="22"/>
                  </a:cubicBezTo>
                  <a:cubicBezTo>
                    <a:pt x="150" y="21"/>
                    <a:pt x="150" y="21"/>
                    <a:pt x="149" y="21"/>
                  </a:cubicBezTo>
                  <a:cubicBezTo>
                    <a:pt x="149" y="21"/>
                    <a:pt x="149" y="20"/>
                    <a:pt x="149" y="20"/>
                  </a:cubicBezTo>
                  <a:cubicBezTo>
                    <a:pt x="148" y="20"/>
                    <a:pt x="147" y="20"/>
                    <a:pt x="146" y="20"/>
                  </a:cubicBezTo>
                  <a:cubicBezTo>
                    <a:pt x="146" y="19"/>
                    <a:pt x="146" y="19"/>
                    <a:pt x="146" y="19"/>
                  </a:cubicBezTo>
                  <a:cubicBezTo>
                    <a:pt x="157" y="19"/>
                    <a:pt x="157" y="19"/>
                    <a:pt x="157" y="19"/>
                  </a:cubicBezTo>
                  <a:cubicBezTo>
                    <a:pt x="157" y="20"/>
                    <a:pt x="157" y="20"/>
                    <a:pt x="157" y="20"/>
                  </a:cubicBezTo>
                  <a:cubicBezTo>
                    <a:pt x="156" y="20"/>
                    <a:pt x="155" y="20"/>
                    <a:pt x="155" y="21"/>
                  </a:cubicBezTo>
                  <a:cubicBezTo>
                    <a:pt x="154" y="21"/>
                    <a:pt x="153" y="23"/>
                    <a:pt x="152" y="24"/>
                  </a:cubicBezTo>
                  <a:cubicBezTo>
                    <a:pt x="141" y="53"/>
                    <a:pt x="141" y="53"/>
                    <a:pt x="141" y="53"/>
                  </a:cubicBezTo>
                  <a:cubicBezTo>
                    <a:pt x="139" y="53"/>
                    <a:pt x="139" y="53"/>
                    <a:pt x="139" y="53"/>
                  </a:cubicBezTo>
                  <a:cubicBezTo>
                    <a:pt x="127" y="25"/>
                    <a:pt x="127" y="25"/>
                    <a:pt x="127" y="25"/>
                  </a:cubicBezTo>
                  <a:cubicBezTo>
                    <a:pt x="127" y="23"/>
                    <a:pt x="126" y="22"/>
                    <a:pt x="126" y="22"/>
                  </a:cubicBezTo>
                  <a:cubicBezTo>
                    <a:pt x="125" y="21"/>
                    <a:pt x="125" y="21"/>
                    <a:pt x="124" y="20"/>
                  </a:cubicBezTo>
                  <a:cubicBezTo>
                    <a:pt x="123" y="20"/>
                    <a:pt x="123" y="20"/>
                    <a:pt x="121" y="19"/>
                  </a:cubicBezTo>
                  <a:cubicBezTo>
                    <a:pt x="122" y="19"/>
                    <a:pt x="122" y="19"/>
                    <a:pt x="122" y="19"/>
                  </a:cubicBezTo>
                  <a:close/>
                  <a:moveTo>
                    <a:pt x="169" y="31"/>
                  </a:moveTo>
                  <a:cubicBezTo>
                    <a:pt x="169" y="37"/>
                    <a:pt x="170" y="40"/>
                    <a:pt x="173" y="43"/>
                  </a:cubicBezTo>
                  <a:cubicBezTo>
                    <a:pt x="175" y="46"/>
                    <a:pt x="178" y="48"/>
                    <a:pt x="181" y="48"/>
                  </a:cubicBezTo>
                  <a:cubicBezTo>
                    <a:pt x="183" y="48"/>
                    <a:pt x="185" y="47"/>
                    <a:pt x="187" y="46"/>
                  </a:cubicBezTo>
                  <a:cubicBezTo>
                    <a:pt x="188" y="45"/>
                    <a:pt x="189" y="43"/>
                    <a:pt x="191" y="39"/>
                  </a:cubicBezTo>
                  <a:cubicBezTo>
                    <a:pt x="192" y="40"/>
                    <a:pt x="192" y="40"/>
                    <a:pt x="192" y="40"/>
                  </a:cubicBezTo>
                  <a:cubicBezTo>
                    <a:pt x="191" y="43"/>
                    <a:pt x="190" y="47"/>
                    <a:pt x="187" y="49"/>
                  </a:cubicBezTo>
                  <a:cubicBezTo>
                    <a:pt x="185" y="52"/>
                    <a:pt x="182" y="53"/>
                    <a:pt x="178" y="53"/>
                  </a:cubicBezTo>
                  <a:cubicBezTo>
                    <a:pt x="174" y="53"/>
                    <a:pt x="171" y="52"/>
                    <a:pt x="168" y="49"/>
                  </a:cubicBezTo>
                  <a:cubicBezTo>
                    <a:pt x="165" y="45"/>
                    <a:pt x="164" y="41"/>
                    <a:pt x="164" y="36"/>
                  </a:cubicBezTo>
                  <a:cubicBezTo>
                    <a:pt x="164" y="30"/>
                    <a:pt x="166" y="25"/>
                    <a:pt x="169" y="22"/>
                  </a:cubicBezTo>
                  <a:cubicBezTo>
                    <a:pt x="171" y="19"/>
                    <a:pt x="175" y="17"/>
                    <a:pt x="179" y="17"/>
                  </a:cubicBezTo>
                  <a:cubicBezTo>
                    <a:pt x="183" y="17"/>
                    <a:pt x="186" y="19"/>
                    <a:pt x="189" y="21"/>
                  </a:cubicBezTo>
                  <a:cubicBezTo>
                    <a:pt x="191" y="23"/>
                    <a:pt x="192" y="27"/>
                    <a:pt x="192" y="31"/>
                  </a:cubicBezTo>
                  <a:cubicBezTo>
                    <a:pt x="169" y="31"/>
                    <a:pt x="169" y="31"/>
                    <a:pt x="169" y="31"/>
                  </a:cubicBezTo>
                  <a:close/>
                  <a:moveTo>
                    <a:pt x="169" y="29"/>
                  </a:moveTo>
                  <a:cubicBezTo>
                    <a:pt x="184" y="29"/>
                    <a:pt x="184" y="29"/>
                    <a:pt x="184" y="29"/>
                  </a:cubicBezTo>
                  <a:cubicBezTo>
                    <a:pt x="184" y="27"/>
                    <a:pt x="184" y="26"/>
                    <a:pt x="183" y="25"/>
                  </a:cubicBezTo>
                  <a:cubicBezTo>
                    <a:pt x="183" y="24"/>
                    <a:pt x="182" y="23"/>
                    <a:pt x="181" y="22"/>
                  </a:cubicBezTo>
                  <a:cubicBezTo>
                    <a:pt x="179" y="21"/>
                    <a:pt x="178" y="21"/>
                    <a:pt x="177" y="21"/>
                  </a:cubicBezTo>
                  <a:cubicBezTo>
                    <a:pt x="175" y="21"/>
                    <a:pt x="173" y="21"/>
                    <a:pt x="172" y="23"/>
                  </a:cubicBezTo>
                  <a:cubicBezTo>
                    <a:pt x="170" y="24"/>
                    <a:pt x="169" y="27"/>
                    <a:pt x="169" y="29"/>
                  </a:cubicBezTo>
                  <a:close/>
                  <a:moveTo>
                    <a:pt x="209" y="18"/>
                  </a:moveTo>
                  <a:cubicBezTo>
                    <a:pt x="209" y="25"/>
                    <a:pt x="209" y="25"/>
                    <a:pt x="209" y="25"/>
                  </a:cubicBezTo>
                  <a:cubicBezTo>
                    <a:pt x="212" y="20"/>
                    <a:pt x="215" y="18"/>
                    <a:pt x="218" y="18"/>
                  </a:cubicBezTo>
                  <a:cubicBezTo>
                    <a:pt x="219" y="18"/>
                    <a:pt x="220" y="18"/>
                    <a:pt x="221" y="19"/>
                  </a:cubicBezTo>
                  <a:cubicBezTo>
                    <a:pt x="222" y="20"/>
                    <a:pt x="222" y="21"/>
                    <a:pt x="222" y="22"/>
                  </a:cubicBezTo>
                  <a:cubicBezTo>
                    <a:pt x="222" y="23"/>
                    <a:pt x="222" y="23"/>
                    <a:pt x="221" y="24"/>
                  </a:cubicBezTo>
                  <a:cubicBezTo>
                    <a:pt x="221" y="25"/>
                    <a:pt x="220" y="25"/>
                    <a:pt x="219" y="25"/>
                  </a:cubicBezTo>
                  <a:cubicBezTo>
                    <a:pt x="218" y="25"/>
                    <a:pt x="217" y="25"/>
                    <a:pt x="216" y="24"/>
                  </a:cubicBezTo>
                  <a:cubicBezTo>
                    <a:pt x="215" y="23"/>
                    <a:pt x="214" y="23"/>
                    <a:pt x="214" y="23"/>
                  </a:cubicBezTo>
                  <a:cubicBezTo>
                    <a:pt x="213" y="23"/>
                    <a:pt x="213" y="23"/>
                    <a:pt x="213" y="24"/>
                  </a:cubicBezTo>
                  <a:cubicBezTo>
                    <a:pt x="211" y="25"/>
                    <a:pt x="211" y="27"/>
                    <a:pt x="209" y="29"/>
                  </a:cubicBezTo>
                  <a:cubicBezTo>
                    <a:pt x="209" y="45"/>
                    <a:pt x="209" y="45"/>
                    <a:pt x="209" y="45"/>
                  </a:cubicBezTo>
                  <a:cubicBezTo>
                    <a:pt x="209" y="47"/>
                    <a:pt x="210" y="49"/>
                    <a:pt x="210" y="50"/>
                  </a:cubicBezTo>
                  <a:cubicBezTo>
                    <a:pt x="211" y="51"/>
                    <a:pt x="211" y="51"/>
                    <a:pt x="212" y="51"/>
                  </a:cubicBezTo>
                  <a:cubicBezTo>
                    <a:pt x="213" y="52"/>
                    <a:pt x="214" y="52"/>
                    <a:pt x="215" y="52"/>
                  </a:cubicBezTo>
                  <a:cubicBezTo>
                    <a:pt x="215" y="53"/>
                    <a:pt x="215" y="53"/>
                    <a:pt x="215" y="53"/>
                  </a:cubicBezTo>
                  <a:cubicBezTo>
                    <a:pt x="198" y="53"/>
                    <a:pt x="198" y="53"/>
                    <a:pt x="198" y="53"/>
                  </a:cubicBezTo>
                  <a:cubicBezTo>
                    <a:pt x="198" y="52"/>
                    <a:pt x="198" y="52"/>
                    <a:pt x="198" y="52"/>
                  </a:cubicBezTo>
                  <a:cubicBezTo>
                    <a:pt x="200" y="52"/>
                    <a:pt x="201" y="52"/>
                    <a:pt x="202" y="51"/>
                  </a:cubicBezTo>
                  <a:cubicBezTo>
                    <a:pt x="202" y="51"/>
                    <a:pt x="203" y="50"/>
                    <a:pt x="203" y="49"/>
                  </a:cubicBezTo>
                  <a:cubicBezTo>
                    <a:pt x="203" y="49"/>
                    <a:pt x="203" y="48"/>
                    <a:pt x="203" y="46"/>
                  </a:cubicBezTo>
                  <a:cubicBezTo>
                    <a:pt x="203" y="33"/>
                    <a:pt x="203" y="33"/>
                    <a:pt x="203" y="33"/>
                  </a:cubicBezTo>
                  <a:cubicBezTo>
                    <a:pt x="203" y="29"/>
                    <a:pt x="203" y="26"/>
                    <a:pt x="203" y="25"/>
                  </a:cubicBezTo>
                  <a:cubicBezTo>
                    <a:pt x="203" y="25"/>
                    <a:pt x="202" y="24"/>
                    <a:pt x="202" y="24"/>
                  </a:cubicBezTo>
                  <a:cubicBezTo>
                    <a:pt x="201" y="23"/>
                    <a:pt x="201" y="23"/>
                    <a:pt x="200" y="23"/>
                  </a:cubicBezTo>
                  <a:cubicBezTo>
                    <a:pt x="199" y="23"/>
                    <a:pt x="199" y="23"/>
                    <a:pt x="198" y="24"/>
                  </a:cubicBezTo>
                  <a:cubicBezTo>
                    <a:pt x="197" y="23"/>
                    <a:pt x="197" y="23"/>
                    <a:pt x="197" y="23"/>
                  </a:cubicBezTo>
                  <a:cubicBezTo>
                    <a:pt x="207" y="19"/>
                    <a:pt x="207" y="19"/>
                    <a:pt x="207" y="19"/>
                  </a:cubicBezTo>
                  <a:cubicBezTo>
                    <a:pt x="209" y="19"/>
                    <a:pt x="209" y="19"/>
                    <a:pt x="209" y="19"/>
                  </a:cubicBezTo>
                  <a:cubicBezTo>
                    <a:pt x="209" y="18"/>
                    <a:pt x="209" y="18"/>
                    <a:pt x="209" y="18"/>
                  </a:cubicBezTo>
                  <a:close/>
                  <a:moveTo>
                    <a:pt x="249" y="18"/>
                  </a:moveTo>
                  <a:cubicBezTo>
                    <a:pt x="249" y="29"/>
                    <a:pt x="249" y="29"/>
                    <a:pt x="249" y="29"/>
                  </a:cubicBezTo>
                  <a:cubicBezTo>
                    <a:pt x="247" y="29"/>
                    <a:pt x="247" y="29"/>
                    <a:pt x="247" y="29"/>
                  </a:cubicBezTo>
                  <a:cubicBezTo>
                    <a:pt x="247" y="26"/>
                    <a:pt x="245" y="23"/>
                    <a:pt x="244" y="22"/>
                  </a:cubicBezTo>
                  <a:cubicBezTo>
                    <a:pt x="242" y="21"/>
                    <a:pt x="241" y="20"/>
                    <a:pt x="238" y="20"/>
                  </a:cubicBezTo>
                  <a:cubicBezTo>
                    <a:pt x="237" y="20"/>
                    <a:pt x="235" y="20"/>
                    <a:pt x="234" y="21"/>
                  </a:cubicBezTo>
                  <a:cubicBezTo>
                    <a:pt x="233" y="22"/>
                    <a:pt x="233" y="23"/>
                    <a:pt x="233" y="24"/>
                  </a:cubicBezTo>
                  <a:cubicBezTo>
                    <a:pt x="233" y="25"/>
                    <a:pt x="233" y="27"/>
                    <a:pt x="234" y="28"/>
                  </a:cubicBezTo>
                  <a:cubicBezTo>
                    <a:pt x="235" y="29"/>
                    <a:pt x="236" y="30"/>
                    <a:pt x="238" y="31"/>
                  </a:cubicBezTo>
                  <a:cubicBezTo>
                    <a:pt x="243" y="34"/>
                    <a:pt x="243" y="34"/>
                    <a:pt x="243" y="34"/>
                  </a:cubicBezTo>
                  <a:cubicBezTo>
                    <a:pt x="248" y="36"/>
                    <a:pt x="251" y="39"/>
                    <a:pt x="251" y="43"/>
                  </a:cubicBezTo>
                  <a:cubicBezTo>
                    <a:pt x="251" y="47"/>
                    <a:pt x="249" y="49"/>
                    <a:pt x="247" y="51"/>
                  </a:cubicBezTo>
                  <a:cubicBezTo>
                    <a:pt x="245" y="53"/>
                    <a:pt x="243" y="54"/>
                    <a:pt x="240" y="54"/>
                  </a:cubicBezTo>
                  <a:cubicBezTo>
                    <a:pt x="238" y="54"/>
                    <a:pt x="235" y="53"/>
                    <a:pt x="233" y="53"/>
                  </a:cubicBezTo>
                  <a:cubicBezTo>
                    <a:pt x="232" y="52"/>
                    <a:pt x="231" y="52"/>
                    <a:pt x="231" y="52"/>
                  </a:cubicBezTo>
                  <a:cubicBezTo>
                    <a:pt x="231" y="52"/>
                    <a:pt x="230" y="53"/>
                    <a:pt x="230" y="53"/>
                  </a:cubicBezTo>
                  <a:cubicBezTo>
                    <a:pt x="229" y="53"/>
                    <a:pt x="229" y="53"/>
                    <a:pt x="229" y="53"/>
                  </a:cubicBezTo>
                  <a:cubicBezTo>
                    <a:pt x="229" y="41"/>
                    <a:pt x="229" y="41"/>
                    <a:pt x="229" y="41"/>
                  </a:cubicBezTo>
                  <a:cubicBezTo>
                    <a:pt x="230" y="41"/>
                    <a:pt x="230" y="41"/>
                    <a:pt x="230" y="41"/>
                  </a:cubicBezTo>
                  <a:cubicBezTo>
                    <a:pt x="231" y="45"/>
                    <a:pt x="232" y="47"/>
                    <a:pt x="234" y="49"/>
                  </a:cubicBezTo>
                  <a:cubicBezTo>
                    <a:pt x="236" y="51"/>
                    <a:pt x="238" y="52"/>
                    <a:pt x="240" y="52"/>
                  </a:cubicBezTo>
                  <a:cubicBezTo>
                    <a:pt x="242" y="52"/>
                    <a:pt x="243" y="51"/>
                    <a:pt x="244" y="50"/>
                  </a:cubicBezTo>
                  <a:cubicBezTo>
                    <a:pt x="245" y="49"/>
                    <a:pt x="246" y="48"/>
                    <a:pt x="246" y="47"/>
                  </a:cubicBezTo>
                  <a:cubicBezTo>
                    <a:pt x="246" y="45"/>
                    <a:pt x="245" y="43"/>
                    <a:pt x="244" y="42"/>
                  </a:cubicBezTo>
                  <a:cubicBezTo>
                    <a:pt x="243" y="41"/>
                    <a:pt x="241" y="39"/>
                    <a:pt x="237" y="38"/>
                  </a:cubicBezTo>
                  <a:cubicBezTo>
                    <a:pt x="234" y="36"/>
                    <a:pt x="232" y="35"/>
                    <a:pt x="231" y="33"/>
                  </a:cubicBezTo>
                  <a:cubicBezTo>
                    <a:pt x="229" y="31"/>
                    <a:pt x="229" y="30"/>
                    <a:pt x="229" y="28"/>
                  </a:cubicBezTo>
                  <a:cubicBezTo>
                    <a:pt x="229" y="25"/>
                    <a:pt x="230" y="23"/>
                    <a:pt x="232" y="21"/>
                  </a:cubicBezTo>
                  <a:cubicBezTo>
                    <a:pt x="234" y="19"/>
                    <a:pt x="236" y="18"/>
                    <a:pt x="239" y="18"/>
                  </a:cubicBezTo>
                  <a:cubicBezTo>
                    <a:pt x="240" y="18"/>
                    <a:pt x="242" y="18"/>
                    <a:pt x="244" y="19"/>
                  </a:cubicBezTo>
                  <a:cubicBezTo>
                    <a:pt x="245" y="19"/>
                    <a:pt x="246" y="19"/>
                    <a:pt x="246" y="19"/>
                  </a:cubicBezTo>
                  <a:cubicBezTo>
                    <a:pt x="247" y="19"/>
                    <a:pt x="247" y="19"/>
                    <a:pt x="247" y="19"/>
                  </a:cubicBezTo>
                  <a:cubicBezTo>
                    <a:pt x="247" y="19"/>
                    <a:pt x="247" y="18"/>
                    <a:pt x="248" y="17"/>
                  </a:cubicBezTo>
                  <a:cubicBezTo>
                    <a:pt x="249" y="18"/>
                    <a:pt x="249" y="18"/>
                    <a:pt x="249" y="18"/>
                  </a:cubicBezTo>
                  <a:close/>
                  <a:moveTo>
                    <a:pt x="268" y="0"/>
                  </a:moveTo>
                  <a:cubicBezTo>
                    <a:pt x="269" y="0"/>
                    <a:pt x="270" y="0"/>
                    <a:pt x="271" y="1"/>
                  </a:cubicBezTo>
                  <a:cubicBezTo>
                    <a:pt x="271" y="2"/>
                    <a:pt x="272" y="3"/>
                    <a:pt x="272" y="4"/>
                  </a:cubicBezTo>
                  <a:cubicBezTo>
                    <a:pt x="272" y="5"/>
                    <a:pt x="271" y="6"/>
                    <a:pt x="271" y="7"/>
                  </a:cubicBezTo>
                  <a:cubicBezTo>
                    <a:pt x="270" y="7"/>
                    <a:pt x="269" y="8"/>
                    <a:pt x="268" y="8"/>
                  </a:cubicBezTo>
                  <a:cubicBezTo>
                    <a:pt x="267" y="8"/>
                    <a:pt x="266" y="7"/>
                    <a:pt x="266" y="7"/>
                  </a:cubicBezTo>
                  <a:cubicBezTo>
                    <a:pt x="265" y="6"/>
                    <a:pt x="265" y="5"/>
                    <a:pt x="265" y="4"/>
                  </a:cubicBezTo>
                  <a:cubicBezTo>
                    <a:pt x="265" y="3"/>
                    <a:pt x="265" y="2"/>
                    <a:pt x="266" y="1"/>
                  </a:cubicBezTo>
                  <a:cubicBezTo>
                    <a:pt x="266" y="0"/>
                    <a:pt x="267" y="0"/>
                    <a:pt x="268" y="0"/>
                  </a:cubicBezTo>
                  <a:close/>
                  <a:moveTo>
                    <a:pt x="271" y="18"/>
                  </a:moveTo>
                  <a:cubicBezTo>
                    <a:pt x="271" y="45"/>
                    <a:pt x="271" y="45"/>
                    <a:pt x="271" y="45"/>
                  </a:cubicBezTo>
                  <a:cubicBezTo>
                    <a:pt x="271" y="47"/>
                    <a:pt x="271" y="49"/>
                    <a:pt x="271" y="49"/>
                  </a:cubicBezTo>
                  <a:cubicBezTo>
                    <a:pt x="272" y="50"/>
                    <a:pt x="272" y="51"/>
                    <a:pt x="273" y="51"/>
                  </a:cubicBezTo>
                  <a:cubicBezTo>
                    <a:pt x="273" y="51"/>
                    <a:pt x="274" y="51"/>
                    <a:pt x="276" y="51"/>
                  </a:cubicBezTo>
                  <a:cubicBezTo>
                    <a:pt x="276" y="53"/>
                    <a:pt x="276" y="53"/>
                    <a:pt x="276" y="53"/>
                  </a:cubicBezTo>
                  <a:cubicBezTo>
                    <a:pt x="260" y="53"/>
                    <a:pt x="260" y="53"/>
                    <a:pt x="260" y="53"/>
                  </a:cubicBezTo>
                  <a:cubicBezTo>
                    <a:pt x="260" y="51"/>
                    <a:pt x="260" y="51"/>
                    <a:pt x="260" y="51"/>
                  </a:cubicBezTo>
                  <a:cubicBezTo>
                    <a:pt x="261" y="51"/>
                    <a:pt x="263" y="51"/>
                    <a:pt x="263" y="51"/>
                  </a:cubicBezTo>
                  <a:cubicBezTo>
                    <a:pt x="263" y="51"/>
                    <a:pt x="264" y="50"/>
                    <a:pt x="264" y="49"/>
                  </a:cubicBezTo>
                  <a:cubicBezTo>
                    <a:pt x="265" y="49"/>
                    <a:pt x="265" y="47"/>
                    <a:pt x="265" y="45"/>
                  </a:cubicBezTo>
                  <a:cubicBezTo>
                    <a:pt x="265" y="32"/>
                    <a:pt x="265" y="32"/>
                    <a:pt x="265" y="32"/>
                  </a:cubicBezTo>
                  <a:cubicBezTo>
                    <a:pt x="265" y="28"/>
                    <a:pt x="265" y="26"/>
                    <a:pt x="264" y="25"/>
                  </a:cubicBezTo>
                  <a:cubicBezTo>
                    <a:pt x="264" y="24"/>
                    <a:pt x="264" y="23"/>
                    <a:pt x="263" y="23"/>
                  </a:cubicBezTo>
                  <a:cubicBezTo>
                    <a:pt x="263" y="23"/>
                    <a:pt x="263" y="23"/>
                    <a:pt x="262" y="23"/>
                  </a:cubicBezTo>
                  <a:cubicBezTo>
                    <a:pt x="261" y="23"/>
                    <a:pt x="260" y="23"/>
                    <a:pt x="259" y="23"/>
                  </a:cubicBezTo>
                  <a:cubicBezTo>
                    <a:pt x="259" y="22"/>
                    <a:pt x="259" y="22"/>
                    <a:pt x="259" y="22"/>
                  </a:cubicBezTo>
                  <a:cubicBezTo>
                    <a:pt x="269" y="18"/>
                    <a:pt x="269" y="18"/>
                    <a:pt x="269" y="18"/>
                  </a:cubicBezTo>
                  <a:cubicBezTo>
                    <a:pt x="271" y="18"/>
                    <a:pt x="271" y="18"/>
                    <a:pt x="271" y="18"/>
                  </a:cubicBezTo>
                  <a:close/>
                  <a:moveTo>
                    <a:pt x="293" y="7"/>
                  </a:moveTo>
                  <a:cubicBezTo>
                    <a:pt x="293" y="19"/>
                    <a:pt x="293" y="19"/>
                    <a:pt x="293" y="19"/>
                  </a:cubicBezTo>
                  <a:cubicBezTo>
                    <a:pt x="301" y="19"/>
                    <a:pt x="301" y="19"/>
                    <a:pt x="301" y="19"/>
                  </a:cubicBezTo>
                  <a:cubicBezTo>
                    <a:pt x="301" y="21"/>
                    <a:pt x="301" y="21"/>
                    <a:pt x="301" y="21"/>
                  </a:cubicBezTo>
                  <a:cubicBezTo>
                    <a:pt x="293" y="21"/>
                    <a:pt x="293" y="21"/>
                    <a:pt x="293" y="21"/>
                  </a:cubicBezTo>
                  <a:cubicBezTo>
                    <a:pt x="293" y="43"/>
                    <a:pt x="293" y="43"/>
                    <a:pt x="293" y="43"/>
                  </a:cubicBezTo>
                  <a:cubicBezTo>
                    <a:pt x="293" y="45"/>
                    <a:pt x="294" y="47"/>
                    <a:pt x="294" y="48"/>
                  </a:cubicBezTo>
                  <a:cubicBezTo>
                    <a:pt x="295" y="49"/>
                    <a:pt x="295" y="49"/>
                    <a:pt x="297" y="49"/>
                  </a:cubicBezTo>
                  <a:cubicBezTo>
                    <a:pt x="297" y="49"/>
                    <a:pt x="298" y="49"/>
                    <a:pt x="299" y="48"/>
                  </a:cubicBezTo>
                  <a:cubicBezTo>
                    <a:pt x="300" y="48"/>
                    <a:pt x="300" y="47"/>
                    <a:pt x="301" y="46"/>
                  </a:cubicBezTo>
                  <a:cubicBezTo>
                    <a:pt x="302" y="46"/>
                    <a:pt x="302" y="46"/>
                    <a:pt x="302" y="46"/>
                  </a:cubicBezTo>
                  <a:cubicBezTo>
                    <a:pt x="301" y="48"/>
                    <a:pt x="300" y="50"/>
                    <a:pt x="298" y="51"/>
                  </a:cubicBezTo>
                  <a:cubicBezTo>
                    <a:pt x="297" y="53"/>
                    <a:pt x="295" y="53"/>
                    <a:pt x="293" y="53"/>
                  </a:cubicBezTo>
                  <a:cubicBezTo>
                    <a:pt x="292" y="53"/>
                    <a:pt x="291" y="53"/>
                    <a:pt x="290" y="53"/>
                  </a:cubicBezTo>
                  <a:cubicBezTo>
                    <a:pt x="289" y="52"/>
                    <a:pt x="288" y="51"/>
                    <a:pt x="288" y="50"/>
                  </a:cubicBezTo>
                  <a:cubicBezTo>
                    <a:pt x="287" y="49"/>
                    <a:pt x="287" y="47"/>
                    <a:pt x="287" y="44"/>
                  </a:cubicBezTo>
                  <a:cubicBezTo>
                    <a:pt x="287" y="21"/>
                    <a:pt x="287" y="21"/>
                    <a:pt x="287" y="21"/>
                  </a:cubicBezTo>
                  <a:cubicBezTo>
                    <a:pt x="282" y="21"/>
                    <a:pt x="282" y="21"/>
                    <a:pt x="282" y="21"/>
                  </a:cubicBezTo>
                  <a:cubicBezTo>
                    <a:pt x="282" y="20"/>
                    <a:pt x="282" y="20"/>
                    <a:pt x="282" y="20"/>
                  </a:cubicBezTo>
                  <a:cubicBezTo>
                    <a:pt x="283" y="20"/>
                    <a:pt x="285" y="19"/>
                    <a:pt x="286" y="17"/>
                  </a:cubicBezTo>
                  <a:cubicBezTo>
                    <a:pt x="287" y="16"/>
                    <a:pt x="288" y="15"/>
                    <a:pt x="289" y="13"/>
                  </a:cubicBezTo>
                  <a:cubicBezTo>
                    <a:pt x="290" y="12"/>
                    <a:pt x="291" y="10"/>
                    <a:pt x="292" y="7"/>
                  </a:cubicBezTo>
                  <a:cubicBezTo>
                    <a:pt x="293" y="7"/>
                    <a:pt x="293" y="7"/>
                    <a:pt x="293" y="7"/>
                  </a:cubicBezTo>
                  <a:close/>
                  <a:moveTo>
                    <a:pt x="306" y="19"/>
                  </a:moveTo>
                  <a:cubicBezTo>
                    <a:pt x="321" y="19"/>
                    <a:pt x="321" y="19"/>
                    <a:pt x="321" y="19"/>
                  </a:cubicBezTo>
                  <a:cubicBezTo>
                    <a:pt x="321" y="20"/>
                    <a:pt x="321" y="20"/>
                    <a:pt x="321" y="20"/>
                  </a:cubicBezTo>
                  <a:cubicBezTo>
                    <a:pt x="320" y="20"/>
                    <a:pt x="320" y="20"/>
                    <a:pt x="320" y="20"/>
                  </a:cubicBezTo>
                  <a:cubicBezTo>
                    <a:pt x="319" y="20"/>
                    <a:pt x="318" y="20"/>
                    <a:pt x="318" y="21"/>
                  </a:cubicBezTo>
                  <a:cubicBezTo>
                    <a:pt x="317" y="21"/>
                    <a:pt x="317" y="22"/>
                    <a:pt x="317" y="22"/>
                  </a:cubicBezTo>
                  <a:cubicBezTo>
                    <a:pt x="317" y="23"/>
                    <a:pt x="317" y="25"/>
                    <a:pt x="318" y="26"/>
                  </a:cubicBezTo>
                  <a:cubicBezTo>
                    <a:pt x="326" y="43"/>
                    <a:pt x="326" y="43"/>
                    <a:pt x="326" y="43"/>
                  </a:cubicBezTo>
                  <a:cubicBezTo>
                    <a:pt x="333" y="25"/>
                    <a:pt x="333" y="25"/>
                    <a:pt x="333" y="25"/>
                  </a:cubicBezTo>
                  <a:cubicBezTo>
                    <a:pt x="334" y="23"/>
                    <a:pt x="334" y="23"/>
                    <a:pt x="334" y="21"/>
                  </a:cubicBezTo>
                  <a:cubicBezTo>
                    <a:pt x="334" y="21"/>
                    <a:pt x="334" y="21"/>
                    <a:pt x="333" y="20"/>
                  </a:cubicBezTo>
                  <a:cubicBezTo>
                    <a:pt x="333" y="20"/>
                    <a:pt x="333" y="20"/>
                    <a:pt x="333" y="19"/>
                  </a:cubicBezTo>
                  <a:cubicBezTo>
                    <a:pt x="332" y="19"/>
                    <a:pt x="331" y="19"/>
                    <a:pt x="331" y="19"/>
                  </a:cubicBezTo>
                  <a:cubicBezTo>
                    <a:pt x="331" y="18"/>
                    <a:pt x="331" y="18"/>
                    <a:pt x="331" y="18"/>
                  </a:cubicBezTo>
                  <a:cubicBezTo>
                    <a:pt x="341" y="18"/>
                    <a:pt x="341" y="18"/>
                    <a:pt x="341" y="18"/>
                  </a:cubicBezTo>
                  <a:cubicBezTo>
                    <a:pt x="341" y="19"/>
                    <a:pt x="341" y="19"/>
                    <a:pt x="341" y="19"/>
                  </a:cubicBezTo>
                  <a:cubicBezTo>
                    <a:pt x="341" y="19"/>
                    <a:pt x="340" y="19"/>
                    <a:pt x="339" y="19"/>
                  </a:cubicBezTo>
                  <a:cubicBezTo>
                    <a:pt x="339" y="20"/>
                    <a:pt x="338" y="20"/>
                    <a:pt x="338" y="21"/>
                  </a:cubicBezTo>
                  <a:cubicBezTo>
                    <a:pt x="337" y="21"/>
                    <a:pt x="337" y="22"/>
                    <a:pt x="337" y="24"/>
                  </a:cubicBezTo>
                  <a:cubicBezTo>
                    <a:pt x="323" y="58"/>
                    <a:pt x="323" y="58"/>
                    <a:pt x="323" y="58"/>
                  </a:cubicBezTo>
                  <a:cubicBezTo>
                    <a:pt x="322" y="61"/>
                    <a:pt x="321" y="63"/>
                    <a:pt x="318" y="65"/>
                  </a:cubicBezTo>
                  <a:cubicBezTo>
                    <a:pt x="316" y="67"/>
                    <a:pt x="314" y="68"/>
                    <a:pt x="312" y="68"/>
                  </a:cubicBezTo>
                  <a:cubicBezTo>
                    <a:pt x="311" y="68"/>
                    <a:pt x="310" y="67"/>
                    <a:pt x="309" y="67"/>
                  </a:cubicBezTo>
                  <a:cubicBezTo>
                    <a:pt x="308" y="66"/>
                    <a:pt x="307" y="65"/>
                    <a:pt x="307" y="64"/>
                  </a:cubicBezTo>
                  <a:cubicBezTo>
                    <a:pt x="307" y="63"/>
                    <a:pt x="308" y="62"/>
                    <a:pt x="308" y="61"/>
                  </a:cubicBezTo>
                  <a:cubicBezTo>
                    <a:pt x="309" y="61"/>
                    <a:pt x="310" y="61"/>
                    <a:pt x="311" y="61"/>
                  </a:cubicBezTo>
                  <a:cubicBezTo>
                    <a:pt x="312" y="61"/>
                    <a:pt x="313" y="61"/>
                    <a:pt x="314" y="61"/>
                  </a:cubicBezTo>
                  <a:cubicBezTo>
                    <a:pt x="315" y="62"/>
                    <a:pt x="316" y="62"/>
                    <a:pt x="316" y="62"/>
                  </a:cubicBezTo>
                  <a:cubicBezTo>
                    <a:pt x="317" y="62"/>
                    <a:pt x="317" y="61"/>
                    <a:pt x="318" y="61"/>
                  </a:cubicBezTo>
                  <a:cubicBezTo>
                    <a:pt x="319" y="60"/>
                    <a:pt x="320" y="58"/>
                    <a:pt x="321" y="56"/>
                  </a:cubicBezTo>
                  <a:cubicBezTo>
                    <a:pt x="323" y="50"/>
                    <a:pt x="323" y="50"/>
                    <a:pt x="323" y="50"/>
                  </a:cubicBezTo>
                  <a:cubicBezTo>
                    <a:pt x="311" y="25"/>
                    <a:pt x="311" y="25"/>
                    <a:pt x="311" y="25"/>
                  </a:cubicBezTo>
                  <a:cubicBezTo>
                    <a:pt x="311" y="24"/>
                    <a:pt x="311" y="23"/>
                    <a:pt x="310" y="22"/>
                  </a:cubicBezTo>
                  <a:cubicBezTo>
                    <a:pt x="309" y="21"/>
                    <a:pt x="309" y="20"/>
                    <a:pt x="308" y="20"/>
                  </a:cubicBezTo>
                  <a:cubicBezTo>
                    <a:pt x="308" y="20"/>
                    <a:pt x="307" y="19"/>
                    <a:pt x="305" y="19"/>
                  </a:cubicBezTo>
                  <a:cubicBezTo>
                    <a:pt x="306" y="19"/>
                    <a:pt x="306" y="19"/>
                    <a:pt x="306" y="19"/>
                  </a:cubicBezTo>
                  <a:close/>
                  <a:moveTo>
                    <a:pt x="379" y="18"/>
                  </a:moveTo>
                  <a:cubicBezTo>
                    <a:pt x="383" y="18"/>
                    <a:pt x="387" y="20"/>
                    <a:pt x="391" y="24"/>
                  </a:cubicBezTo>
                  <a:cubicBezTo>
                    <a:pt x="393" y="27"/>
                    <a:pt x="395" y="31"/>
                    <a:pt x="395" y="35"/>
                  </a:cubicBezTo>
                  <a:cubicBezTo>
                    <a:pt x="395" y="39"/>
                    <a:pt x="394" y="41"/>
                    <a:pt x="393" y="45"/>
                  </a:cubicBezTo>
                  <a:cubicBezTo>
                    <a:pt x="391" y="48"/>
                    <a:pt x="389" y="50"/>
                    <a:pt x="387" y="52"/>
                  </a:cubicBezTo>
                  <a:cubicBezTo>
                    <a:pt x="385" y="53"/>
                    <a:pt x="382" y="54"/>
                    <a:pt x="379" y="54"/>
                  </a:cubicBezTo>
                  <a:cubicBezTo>
                    <a:pt x="374" y="54"/>
                    <a:pt x="370" y="52"/>
                    <a:pt x="367" y="48"/>
                  </a:cubicBezTo>
                  <a:cubicBezTo>
                    <a:pt x="365" y="45"/>
                    <a:pt x="363" y="41"/>
                    <a:pt x="363" y="37"/>
                  </a:cubicBezTo>
                  <a:cubicBezTo>
                    <a:pt x="363" y="33"/>
                    <a:pt x="364" y="30"/>
                    <a:pt x="366" y="27"/>
                  </a:cubicBezTo>
                  <a:cubicBezTo>
                    <a:pt x="367" y="24"/>
                    <a:pt x="369" y="22"/>
                    <a:pt x="372" y="21"/>
                  </a:cubicBezTo>
                  <a:cubicBezTo>
                    <a:pt x="373" y="19"/>
                    <a:pt x="376" y="18"/>
                    <a:pt x="379" y="18"/>
                  </a:cubicBezTo>
                  <a:close/>
                  <a:moveTo>
                    <a:pt x="377" y="20"/>
                  </a:moveTo>
                  <a:cubicBezTo>
                    <a:pt x="376" y="20"/>
                    <a:pt x="375" y="21"/>
                    <a:pt x="373" y="21"/>
                  </a:cubicBezTo>
                  <a:cubicBezTo>
                    <a:pt x="372" y="22"/>
                    <a:pt x="371" y="23"/>
                    <a:pt x="370" y="25"/>
                  </a:cubicBezTo>
                  <a:cubicBezTo>
                    <a:pt x="369" y="27"/>
                    <a:pt x="369" y="30"/>
                    <a:pt x="369" y="33"/>
                  </a:cubicBezTo>
                  <a:cubicBezTo>
                    <a:pt x="369" y="38"/>
                    <a:pt x="370" y="42"/>
                    <a:pt x="372" y="46"/>
                  </a:cubicBezTo>
                  <a:cubicBezTo>
                    <a:pt x="374" y="49"/>
                    <a:pt x="376" y="51"/>
                    <a:pt x="379" y="51"/>
                  </a:cubicBezTo>
                  <a:cubicBezTo>
                    <a:pt x="382" y="51"/>
                    <a:pt x="384" y="50"/>
                    <a:pt x="385" y="48"/>
                  </a:cubicBezTo>
                  <a:cubicBezTo>
                    <a:pt x="387" y="46"/>
                    <a:pt x="387" y="43"/>
                    <a:pt x="387" y="38"/>
                  </a:cubicBezTo>
                  <a:cubicBezTo>
                    <a:pt x="387" y="32"/>
                    <a:pt x="386" y="27"/>
                    <a:pt x="384" y="24"/>
                  </a:cubicBezTo>
                  <a:cubicBezTo>
                    <a:pt x="382" y="21"/>
                    <a:pt x="380" y="20"/>
                    <a:pt x="377" y="20"/>
                  </a:cubicBezTo>
                  <a:close/>
                  <a:moveTo>
                    <a:pt x="415" y="21"/>
                  </a:moveTo>
                  <a:cubicBezTo>
                    <a:pt x="415" y="44"/>
                    <a:pt x="415" y="44"/>
                    <a:pt x="415" y="44"/>
                  </a:cubicBezTo>
                  <a:cubicBezTo>
                    <a:pt x="415" y="47"/>
                    <a:pt x="416" y="49"/>
                    <a:pt x="416" y="50"/>
                  </a:cubicBezTo>
                  <a:cubicBezTo>
                    <a:pt x="417" y="51"/>
                    <a:pt x="418" y="51"/>
                    <a:pt x="420" y="51"/>
                  </a:cubicBezTo>
                  <a:cubicBezTo>
                    <a:pt x="423" y="51"/>
                    <a:pt x="423" y="51"/>
                    <a:pt x="423" y="51"/>
                  </a:cubicBezTo>
                  <a:cubicBezTo>
                    <a:pt x="423" y="53"/>
                    <a:pt x="423" y="53"/>
                    <a:pt x="423" y="53"/>
                  </a:cubicBezTo>
                  <a:cubicBezTo>
                    <a:pt x="403" y="53"/>
                    <a:pt x="403" y="53"/>
                    <a:pt x="403" y="53"/>
                  </a:cubicBezTo>
                  <a:cubicBezTo>
                    <a:pt x="403" y="51"/>
                    <a:pt x="403" y="51"/>
                    <a:pt x="403" y="51"/>
                  </a:cubicBezTo>
                  <a:cubicBezTo>
                    <a:pt x="405" y="51"/>
                    <a:pt x="405" y="51"/>
                    <a:pt x="405" y="51"/>
                  </a:cubicBezTo>
                  <a:cubicBezTo>
                    <a:pt x="406" y="51"/>
                    <a:pt x="407" y="51"/>
                    <a:pt x="408" y="51"/>
                  </a:cubicBezTo>
                  <a:cubicBezTo>
                    <a:pt x="409" y="50"/>
                    <a:pt x="409" y="49"/>
                    <a:pt x="409" y="49"/>
                  </a:cubicBezTo>
                  <a:cubicBezTo>
                    <a:pt x="410" y="48"/>
                    <a:pt x="410" y="46"/>
                    <a:pt x="410" y="44"/>
                  </a:cubicBezTo>
                  <a:cubicBezTo>
                    <a:pt x="410" y="21"/>
                    <a:pt x="410" y="21"/>
                    <a:pt x="410" y="21"/>
                  </a:cubicBezTo>
                  <a:cubicBezTo>
                    <a:pt x="403" y="21"/>
                    <a:pt x="403" y="21"/>
                    <a:pt x="403" y="21"/>
                  </a:cubicBezTo>
                  <a:cubicBezTo>
                    <a:pt x="403" y="19"/>
                    <a:pt x="403" y="19"/>
                    <a:pt x="403" y="19"/>
                  </a:cubicBezTo>
                  <a:cubicBezTo>
                    <a:pt x="410" y="19"/>
                    <a:pt x="410" y="19"/>
                    <a:pt x="410" y="19"/>
                  </a:cubicBezTo>
                  <a:cubicBezTo>
                    <a:pt x="410" y="16"/>
                    <a:pt x="410" y="16"/>
                    <a:pt x="410" y="16"/>
                  </a:cubicBezTo>
                  <a:cubicBezTo>
                    <a:pt x="410" y="13"/>
                    <a:pt x="410" y="10"/>
                    <a:pt x="411" y="7"/>
                  </a:cubicBezTo>
                  <a:cubicBezTo>
                    <a:pt x="413" y="5"/>
                    <a:pt x="414" y="3"/>
                    <a:pt x="416" y="2"/>
                  </a:cubicBezTo>
                  <a:cubicBezTo>
                    <a:pt x="418" y="0"/>
                    <a:pt x="421" y="0"/>
                    <a:pt x="423" y="0"/>
                  </a:cubicBezTo>
                  <a:cubicBezTo>
                    <a:pt x="426" y="0"/>
                    <a:pt x="428" y="1"/>
                    <a:pt x="430" y="2"/>
                  </a:cubicBezTo>
                  <a:cubicBezTo>
                    <a:pt x="431" y="3"/>
                    <a:pt x="432" y="5"/>
                    <a:pt x="432" y="6"/>
                  </a:cubicBezTo>
                  <a:cubicBezTo>
                    <a:pt x="432" y="7"/>
                    <a:pt x="432" y="7"/>
                    <a:pt x="431" y="8"/>
                  </a:cubicBezTo>
                  <a:cubicBezTo>
                    <a:pt x="431" y="9"/>
                    <a:pt x="430" y="9"/>
                    <a:pt x="429" y="9"/>
                  </a:cubicBezTo>
                  <a:cubicBezTo>
                    <a:pt x="429" y="9"/>
                    <a:pt x="428" y="8"/>
                    <a:pt x="428" y="8"/>
                  </a:cubicBezTo>
                  <a:cubicBezTo>
                    <a:pt x="427" y="7"/>
                    <a:pt x="427" y="7"/>
                    <a:pt x="425" y="5"/>
                  </a:cubicBezTo>
                  <a:cubicBezTo>
                    <a:pt x="425" y="4"/>
                    <a:pt x="424" y="3"/>
                    <a:pt x="423" y="2"/>
                  </a:cubicBezTo>
                  <a:cubicBezTo>
                    <a:pt x="422" y="2"/>
                    <a:pt x="421" y="1"/>
                    <a:pt x="421" y="1"/>
                  </a:cubicBezTo>
                  <a:cubicBezTo>
                    <a:pt x="419" y="1"/>
                    <a:pt x="419" y="2"/>
                    <a:pt x="418" y="2"/>
                  </a:cubicBezTo>
                  <a:cubicBezTo>
                    <a:pt x="417" y="3"/>
                    <a:pt x="417" y="4"/>
                    <a:pt x="416" y="5"/>
                  </a:cubicBezTo>
                  <a:cubicBezTo>
                    <a:pt x="416" y="6"/>
                    <a:pt x="416" y="9"/>
                    <a:pt x="416" y="15"/>
                  </a:cubicBezTo>
                  <a:cubicBezTo>
                    <a:pt x="416" y="17"/>
                    <a:pt x="416" y="17"/>
                    <a:pt x="416" y="17"/>
                  </a:cubicBezTo>
                  <a:cubicBezTo>
                    <a:pt x="424" y="17"/>
                    <a:pt x="424" y="17"/>
                    <a:pt x="424" y="17"/>
                  </a:cubicBezTo>
                  <a:cubicBezTo>
                    <a:pt x="424" y="21"/>
                    <a:pt x="424" y="21"/>
                    <a:pt x="424" y="21"/>
                  </a:cubicBezTo>
                  <a:cubicBezTo>
                    <a:pt x="415" y="21"/>
                    <a:pt x="415" y="21"/>
                    <a:pt x="415" y="21"/>
                  </a:cubicBezTo>
                  <a:close/>
                  <a:moveTo>
                    <a:pt x="477" y="1"/>
                  </a:moveTo>
                  <a:cubicBezTo>
                    <a:pt x="477" y="19"/>
                    <a:pt x="477" y="19"/>
                    <a:pt x="477" y="19"/>
                  </a:cubicBezTo>
                  <a:cubicBezTo>
                    <a:pt x="475" y="19"/>
                    <a:pt x="475" y="19"/>
                    <a:pt x="475" y="19"/>
                  </a:cubicBezTo>
                  <a:cubicBezTo>
                    <a:pt x="475" y="15"/>
                    <a:pt x="474" y="13"/>
                    <a:pt x="473" y="11"/>
                  </a:cubicBezTo>
                  <a:cubicBezTo>
                    <a:pt x="472" y="9"/>
                    <a:pt x="470" y="7"/>
                    <a:pt x="468" y="6"/>
                  </a:cubicBezTo>
                  <a:cubicBezTo>
                    <a:pt x="466" y="5"/>
                    <a:pt x="464" y="4"/>
                    <a:pt x="462" y="4"/>
                  </a:cubicBezTo>
                  <a:cubicBezTo>
                    <a:pt x="459" y="4"/>
                    <a:pt x="457" y="5"/>
                    <a:pt x="456" y="7"/>
                  </a:cubicBezTo>
                  <a:cubicBezTo>
                    <a:pt x="454" y="8"/>
                    <a:pt x="453" y="10"/>
                    <a:pt x="453" y="12"/>
                  </a:cubicBezTo>
                  <a:cubicBezTo>
                    <a:pt x="453" y="13"/>
                    <a:pt x="454" y="15"/>
                    <a:pt x="455" y="16"/>
                  </a:cubicBezTo>
                  <a:cubicBezTo>
                    <a:pt x="457" y="18"/>
                    <a:pt x="460" y="20"/>
                    <a:pt x="465" y="23"/>
                  </a:cubicBezTo>
                  <a:cubicBezTo>
                    <a:pt x="470" y="26"/>
                    <a:pt x="473" y="28"/>
                    <a:pt x="475" y="29"/>
                  </a:cubicBezTo>
                  <a:cubicBezTo>
                    <a:pt x="476" y="31"/>
                    <a:pt x="477" y="32"/>
                    <a:pt x="479" y="34"/>
                  </a:cubicBezTo>
                  <a:cubicBezTo>
                    <a:pt x="479" y="36"/>
                    <a:pt x="480" y="38"/>
                    <a:pt x="480" y="40"/>
                  </a:cubicBezTo>
                  <a:cubicBezTo>
                    <a:pt x="480" y="44"/>
                    <a:pt x="478" y="47"/>
                    <a:pt x="475" y="50"/>
                  </a:cubicBezTo>
                  <a:cubicBezTo>
                    <a:pt x="473" y="53"/>
                    <a:pt x="469" y="54"/>
                    <a:pt x="465" y="54"/>
                  </a:cubicBezTo>
                  <a:cubicBezTo>
                    <a:pt x="463" y="54"/>
                    <a:pt x="462" y="54"/>
                    <a:pt x="461" y="53"/>
                  </a:cubicBezTo>
                  <a:cubicBezTo>
                    <a:pt x="460" y="53"/>
                    <a:pt x="458" y="53"/>
                    <a:pt x="456" y="52"/>
                  </a:cubicBezTo>
                  <a:cubicBezTo>
                    <a:pt x="454" y="51"/>
                    <a:pt x="453" y="51"/>
                    <a:pt x="452" y="51"/>
                  </a:cubicBezTo>
                  <a:cubicBezTo>
                    <a:pt x="451" y="51"/>
                    <a:pt x="451" y="51"/>
                    <a:pt x="450" y="51"/>
                  </a:cubicBezTo>
                  <a:cubicBezTo>
                    <a:pt x="450" y="52"/>
                    <a:pt x="450" y="53"/>
                    <a:pt x="449" y="54"/>
                  </a:cubicBezTo>
                  <a:cubicBezTo>
                    <a:pt x="448" y="54"/>
                    <a:pt x="448" y="54"/>
                    <a:pt x="448" y="54"/>
                  </a:cubicBezTo>
                  <a:cubicBezTo>
                    <a:pt x="448" y="37"/>
                    <a:pt x="448" y="37"/>
                    <a:pt x="448" y="37"/>
                  </a:cubicBezTo>
                  <a:cubicBezTo>
                    <a:pt x="449" y="37"/>
                    <a:pt x="449" y="37"/>
                    <a:pt x="449" y="37"/>
                  </a:cubicBezTo>
                  <a:cubicBezTo>
                    <a:pt x="450" y="40"/>
                    <a:pt x="451" y="43"/>
                    <a:pt x="452" y="45"/>
                  </a:cubicBezTo>
                  <a:cubicBezTo>
                    <a:pt x="453" y="46"/>
                    <a:pt x="455" y="48"/>
                    <a:pt x="457" y="49"/>
                  </a:cubicBezTo>
                  <a:cubicBezTo>
                    <a:pt x="459" y="50"/>
                    <a:pt x="461" y="51"/>
                    <a:pt x="464" y="51"/>
                  </a:cubicBezTo>
                  <a:cubicBezTo>
                    <a:pt x="467" y="51"/>
                    <a:pt x="469" y="50"/>
                    <a:pt x="471" y="48"/>
                  </a:cubicBezTo>
                  <a:cubicBezTo>
                    <a:pt x="473" y="47"/>
                    <a:pt x="473" y="45"/>
                    <a:pt x="473" y="43"/>
                  </a:cubicBezTo>
                  <a:cubicBezTo>
                    <a:pt x="473" y="41"/>
                    <a:pt x="473" y="40"/>
                    <a:pt x="473" y="39"/>
                  </a:cubicBezTo>
                  <a:cubicBezTo>
                    <a:pt x="472" y="38"/>
                    <a:pt x="471" y="37"/>
                    <a:pt x="469" y="35"/>
                  </a:cubicBezTo>
                  <a:cubicBezTo>
                    <a:pt x="469" y="35"/>
                    <a:pt x="466" y="33"/>
                    <a:pt x="462" y="31"/>
                  </a:cubicBezTo>
                  <a:cubicBezTo>
                    <a:pt x="458" y="28"/>
                    <a:pt x="455" y="26"/>
                    <a:pt x="453" y="25"/>
                  </a:cubicBezTo>
                  <a:cubicBezTo>
                    <a:pt x="451" y="23"/>
                    <a:pt x="450" y="22"/>
                    <a:pt x="449" y="20"/>
                  </a:cubicBezTo>
                  <a:cubicBezTo>
                    <a:pt x="448" y="19"/>
                    <a:pt x="448" y="17"/>
                    <a:pt x="448" y="15"/>
                  </a:cubicBezTo>
                  <a:cubicBezTo>
                    <a:pt x="448" y="11"/>
                    <a:pt x="449" y="8"/>
                    <a:pt x="452" y="5"/>
                  </a:cubicBezTo>
                  <a:cubicBezTo>
                    <a:pt x="455" y="3"/>
                    <a:pt x="458" y="1"/>
                    <a:pt x="462" y="1"/>
                  </a:cubicBezTo>
                  <a:cubicBezTo>
                    <a:pt x="464" y="1"/>
                    <a:pt x="467" y="2"/>
                    <a:pt x="470" y="3"/>
                  </a:cubicBezTo>
                  <a:cubicBezTo>
                    <a:pt x="471" y="4"/>
                    <a:pt x="472" y="4"/>
                    <a:pt x="473" y="4"/>
                  </a:cubicBezTo>
                  <a:cubicBezTo>
                    <a:pt x="473" y="4"/>
                    <a:pt x="474" y="4"/>
                    <a:pt x="474" y="4"/>
                  </a:cubicBezTo>
                  <a:cubicBezTo>
                    <a:pt x="475" y="3"/>
                    <a:pt x="475" y="3"/>
                    <a:pt x="475" y="1"/>
                  </a:cubicBezTo>
                  <a:cubicBezTo>
                    <a:pt x="477" y="1"/>
                    <a:pt x="477" y="1"/>
                    <a:pt x="477" y="1"/>
                  </a:cubicBezTo>
                  <a:close/>
                  <a:moveTo>
                    <a:pt x="517" y="40"/>
                  </a:moveTo>
                  <a:cubicBezTo>
                    <a:pt x="517" y="44"/>
                    <a:pt x="515" y="48"/>
                    <a:pt x="512" y="50"/>
                  </a:cubicBezTo>
                  <a:cubicBezTo>
                    <a:pt x="510" y="53"/>
                    <a:pt x="507" y="54"/>
                    <a:pt x="504" y="54"/>
                  </a:cubicBezTo>
                  <a:cubicBezTo>
                    <a:pt x="500" y="54"/>
                    <a:pt x="497" y="52"/>
                    <a:pt x="494" y="49"/>
                  </a:cubicBezTo>
                  <a:cubicBezTo>
                    <a:pt x="491" y="46"/>
                    <a:pt x="490" y="41"/>
                    <a:pt x="490" y="36"/>
                  </a:cubicBezTo>
                  <a:cubicBezTo>
                    <a:pt x="490" y="31"/>
                    <a:pt x="492" y="26"/>
                    <a:pt x="495" y="23"/>
                  </a:cubicBezTo>
                  <a:cubicBezTo>
                    <a:pt x="498" y="19"/>
                    <a:pt x="501" y="17"/>
                    <a:pt x="506" y="17"/>
                  </a:cubicBezTo>
                  <a:cubicBezTo>
                    <a:pt x="509" y="17"/>
                    <a:pt x="512" y="18"/>
                    <a:pt x="514" y="20"/>
                  </a:cubicBezTo>
                  <a:cubicBezTo>
                    <a:pt x="516" y="22"/>
                    <a:pt x="517" y="24"/>
                    <a:pt x="517" y="26"/>
                  </a:cubicBezTo>
                  <a:cubicBezTo>
                    <a:pt x="517" y="27"/>
                    <a:pt x="517" y="27"/>
                    <a:pt x="516" y="28"/>
                  </a:cubicBezTo>
                  <a:cubicBezTo>
                    <a:pt x="516" y="29"/>
                    <a:pt x="515" y="29"/>
                    <a:pt x="514" y="29"/>
                  </a:cubicBezTo>
                  <a:cubicBezTo>
                    <a:pt x="512" y="29"/>
                    <a:pt x="511" y="29"/>
                    <a:pt x="511" y="27"/>
                  </a:cubicBezTo>
                  <a:cubicBezTo>
                    <a:pt x="510" y="27"/>
                    <a:pt x="510" y="26"/>
                    <a:pt x="510" y="25"/>
                  </a:cubicBezTo>
                  <a:cubicBezTo>
                    <a:pt x="510" y="23"/>
                    <a:pt x="509" y="22"/>
                    <a:pt x="508" y="21"/>
                  </a:cubicBezTo>
                  <a:cubicBezTo>
                    <a:pt x="507" y="21"/>
                    <a:pt x="506" y="20"/>
                    <a:pt x="505" y="20"/>
                  </a:cubicBezTo>
                  <a:cubicBezTo>
                    <a:pt x="502" y="20"/>
                    <a:pt x="500" y="21"/>
                    <a:pt x="499" y="23"/>
                  </a:cubicBezTo>
                  <a:cubicBezTo>
                    <a:pt x="497" y="25"/>
                    <a:pt x="496" y="29"/>
                    <a:pt x="496" y="33"/>
                  </a:cubicBezTo>
                  <a:cubicBezTo>
                    <a:pt x="496" y="37"/>
                    <a:pt x="497" y="40"/>
                    <a:pt x="499" y="43"/>
                  </a:cubicBezTo>
                  <a:cubicBezTo>
                    <a:pt x="501" y="47"/>
                    <a:pt x="503" y="48"/>
                    <a:pt x="507" y="48"/>
                  </a:cubicBezTo>
                  <a:cubicBezTo>
                    <a:pt x="509" y="48"/>
                    <a:pt x="511" y="47"/>
                    <a:pt x="513" y="46"/>
                  </a:cubicBezTo>
                  <a:cubicBezTo>
                    <a:pt x="514" y="45"/>
                    <a:pt x="515" y="43"/>
                    <a:pt x="517" y="40"/>
                  </a:cubicBezTo>
                  <a:cubicBezTo>
                    <a:pt x="517" y="40"/>
                    <a:pt x="517" y="40"/>
                    <a:pt x="517" y="40"/>
                  </a:cubicBezTo>
                  <a:close/>
                  <a:moveTo>
                    <a:pt x="534" y="0"/>
                  </a:moveTo>
                  <a:cubicBezTo>
                    <a:pt x="535" y="0"/>
                    <a:pt x="536" y="0"/>
                    <a:pt x="537" y="1"/>
                  </a:cubicBezTo>
                  <a:cubicBezTo>
                    <a:pt x="537" y="2"/>
                    <a:pt x="538" y="3"/>
                    <a:pt x="538" y="4"/>
                  </a:cubicBezTo>
                  <a:cubicBezTo>
                    <a:pt x="538" y="5"/>
                    <a:pt x="537" y="6"/>
                    <a:pt x="537" y="7"/>
                  </a:cubicBezTo>
                  <a:cubicBezTo>
                    <a:pt x="536" y="7"/>
                    <a:pt x="535" y="8"/>
                    <a:pt x="534" y="8"/>
                  </a:cubicBezTo>
                  <a:cubicBezTo>
                    <a:pt x="533" y="8"/>
                    <a:pt x="532" y="7"/>
                    <a:pt x="532" y="7"/>
                  </a:cubicBezTo>
                  <a:cubicBezTo>
                    <a:pt x="531" y="6"/>
                    <a:pt x="531" y="5"/>
                    <a:pt x="531" y="4"/>
                  </a:cubicBezTo>
                  <a:cubicBezTo>
                    <a:pt x="531" y="3"/>
                    <a:pt x="531" y="2"/>
                    <a:pt x="532" y="1"/>
                  </a:cubicBezTo>
                  <a:cubicBezTo>
                    <a:pt x="532" y="0"/>
                    <a:pt x="533" y="0"/>
                    <a:pt x="534" y="0"/>
                  </a:cubicBezTo>
                  <a:close/>
                  <a:moveTo>
                    <a:pt x="537" y="18"/>
                  </a:moveTo>
                  <a:cubicBezTo>
                    <a:pt x="537" y="45"/>
                    <a:pt x="537" y="45"/>
                    <a:pt x="537" y="45"/>
                  </a:cubicBezTo>
                  <a:cubicBezTo>
                    <a:pt x="537" y="47"/>
                    <a:pt x="537" y="49"/>
                    <a:pt x="537" y="49"/>
                  </a:cubicBezTo>
                  <a:cubicBezTo>
                    <a:pt x="538" y="50"/>
                    <a:pt x="538" y="51"/>
                    <a:pt x="539" y="51"/>
                  </a:cubicBezTo>
                  <a:cubicBezTo>
                    <a:pt x="539" y="51"/>
                    <a:pt x="540" y="51"/>
                    <a:pt x="542" y="51"/>
                  </a:cubicBezTo>
                  <a:cubicBezTo>
                    <a:pt x="542" y="53"/>
                    <a:pt x="542" y="53"/>
                    <a:pt x="542" y="53"/>
                  </a:cubicBezTo>
                  <a:cubicBezTo>
                    <a:pt x="526" y="53"/>
                    <a:pt x="526" y="53"/>
                    <a:pt x="526" y="53"/>
                  </a:cubicBezTo>
                  <a:cubicBezTo>
                    <a:pt x="526" y="51"/>
                    <a:pt x="526" y="51"/>
                    <a:pt x="526" y="51"/>
                  </a:cubicBezTo>
                  <a:cubicBezTo>
                    <a:pt x="527" y="51"/>
                    <a:pt x="529" y="51"/>
                    <a:pt x="529" y="51"/>
                  </a:cubicBezTo>
                  <a:cubicBezTo>
                    <a:pt x="529" y="51"/>
                    <a:pt x="530" y="50"/>
                    <a:pt x="530" y="49"/>
                  </a:cubicBezTo>
                  <a:cubicBezTo>
                    <a:pt x="531" y="49"/>
                    <a:pt x="531" y="47"/>
                    <a:pt x="531" y="45"/>
                  </a:cubicBezTo>
                  <a:cubicBezTo>
                    <a:pt x="531" y="32"/>
                    <a:pt x="531" y="32"/>
                    <a:pt x="531" y="32"/>
                  </a:cubicBezTo>
                  <a:cubicBezTo>
                    <a:pt x="531" y="28"/>
                    <a:pt x="531" y="26"/>
                    <a:pt x="530" y="25"/>
                  </a:cubicBezTo>
                  <a:cubicBezTo>
                    <a:pt x="530" y="24"/>
                    <a:pt x="530" y="23"/>
                    <a:pt x="529" y="23"/>
                  </a:cubicBezTo>
                  <a:cubicBezTo>
                    <a:pt x="529" y="23"/>
                    <a:pt x="529" y="23"/>
                    <a:pt x="528" y="23"/>
                  </a:cubicBezTo>
                  <a:cubicBezTo>
                    <a:pt x="527" y="23"/>
                    <a:pt x="526" y="23"/>
                    <a:pt x="525" y="23"/>
                  </a:cubicBezTo>
                  <a:cubicBezTo>
                    <a:pt x="525" y="22"/>
                    <a:pt x="525" y="22"/>
                    <a:pt x="525" y="22"/>
                  </a:cubicBezTo>
                  <a:cubicBezTo>
                    <a:pt x="535" y="18"/>
                    <a:pt x="535" y="18"/>
                    <a:pt x="535" y="18"/>
                  </a:cubicBezTo>
                  <a:cubicBezTo>
                    <a:pt x="537" y="18"/>
                    <a:pt x="537" y="18"/>
                    <a:pt x="537" y="18"/>
                  </a:cubicBezTo>
                  <a:close/>
                  <a:moveTo>
                    <a:pt x="555" y="31"/>
                  </a:moveTo>
                  <a:cubicBezTo>
                    <a:pt x="555" y="37"/>
                    <a:pt x="557" y="40"/>
                    <a:pt x="559" y="43"/>
                  </a:cubicBezTo>
                  <a:cubicBezTo>
                    <a:pt x="561" y="46"/>
                    <a:pt x="564" y="48"/>
                    <a:pt x="567" y="48"/>
                  </a:cubicBezTo>
                  <a:cubicBezTo>
                    <a:pt x="569" y="48"/>
                    <a:pt x="571" y="47"/>
                    <a:pt x="573" y="46"/>
                  </a:cubicBezTo>
                  <a:cubicBezTo>
                    <a:pt x="575" y="45"/>
                    <a:pt x="576" y="43"/>
                    <a:pt x="577" y="39"/>
                  </a:cubicBezTo>
                  <a:cubicBezTo>
                    <a:pt x="578" y="40"/>
                    <a:pt x="578" y="40"/>
                    <a:pt x="578" y="40"/>
                  </a:cubicBezTo>
                  <a:cubicBezTo>
                    <a:pt x="578" y="43"/>
                    <a:pt x="576" y="47"/>
                    <a:pt x="574" y="49"/>
                  </a:cubicBezTo>
                  <a:cubicBezTo>
                    <a:pt x="571" y="52"/>
                    <a:pt x="568" y="53"/>
                    <a:pt x="565" y="53"/>
                  </a:cubicBezTo>
                  <a:cubicBezTo>
                    <a:pt x="561" y="53"/>
                    <a:pt x="557" y="52"/>
                    <a:pt x="555" y="49"/>
                  </a:cubicBezTo>
                  <a:cubicBezTo>
                    <a:pt x="552" y="45"/>
                    <a:pt x="551" y="41"/>
                    <a:pt x="551" y="36"/>
                  </a:cubicBezTo>
                  <a:cubicBezTo>
                    <a:pt x="551" y="30"/>
                    <a:pt x="552" y="25"/>
                    <a:pt x="555" y="22"/>
                  </a:cubicBezTo>
                  <a:cubicBezTo>
                    <a:pt x="558" y="19"/>
                    <a:pt x="561" y="17"/>
                    <a:pt x="566" y="17"/>
                  </a:cubicBezTo>
                  <a:cubicBezTo>
                    <a:pt x="569" y="17"/>
                    <a:pt x="573" y="19"/>
                    <a:pt x="575" y="21"/>
                  </a:cubicBezTo>
                  <a:cubicBezTo>
                    <a:pt x="577" y="23"/>
                    <a:pt x="579" y="27"/>
                    <a:pt x="579" y="31"/>
                  </a:cubicBezTo>
                  <a:cubicBezTo>
                    <a:pt x="555" y="31"/>
                    <a:pt x="555" y="31"/>
                    <a:pt x="555" y="31"/>
                  </a:cubicBezTo>
                  <a:close/>
                  <a:moveTo>
                    <a:pt x="555" y="29"/>
                  </a:moveTo>
                  <a:cubicBezTo>
                    <a:pt x="571" y="29"/>
                    <a:pt x="571" y="29"/>
                    <a:pt x="571" y="29"/>
                  </a:cubicBezTo>
                  <a:cubicBezTo>
                    <a:pt x="571" y="27"/>
                    <a:pt x="570" y="26"/>
                    <a:pt x="570" y="25"/>
                  </a:cubicBezTo>
                  <a:cubicBezTo>
                    <a:pt x="569" y="24"/>
                    <a:pt x="568" y="23"/>
                    <a:pt x="567" y="22"/>
                  </a:cubicBezTo>
                  <a:cubicBezTo>
                    <a:pt x="566" y="21"/>
                    <a:pt x="565" y="21"/>
                    <a:pt x="563" y="21"/>
                  </a:cubicBezTo>
                  <a:cubicBezTo>
                    <a:pt x="561" y="21"/>
                    <a:pt x="560" y="21"/>
                    <a:pt x="558" y="23"/>
                  </a:cubicBezTo>
                  <a:cubicBezTo>
                    <a:pt x="557" y="24"/>
                    <a:pt x="555" y="27"/>
                    <a:pt x="555" y="29"/>
                  </a:cubicBezTo>
                  <a:close/>
                  <a:moveTo>
                    <a:pt x="595" y="25"/>
                  </a:moveTo>
                  <a:cubicBezTo>
                    <a:pt x="599" y="20"/>
                    <a:pt x="603" y="18"/>
                    <a:pt x="606" y="18"/>
                  </a:cubicBezTo>
                  <a:cubicBezTo>
                    <a:pt x="608" y="18"/>
                    <a:pt x="609" y="18"/>
                    <a:pt x="611" y="19"/>
                  </a:cubicBezTo>
                  <a:cubicBezTo>
                    <a:pt x="612" y="20"/>
                    <a:pt x="613" y="21"/>
                    <a:pt x="614" y="23"/>
                  </a:cubicBezTo>
                  <a:cubicBezTo>
                    <a:pt x="615" y="25"/>
                    <a:pt x="615" y="27"/>
                    <a:pt x="615" y="30"/>
                  </a:cubicBezTo>
                  <a:cubicBezTo>
                    <a:pt x="615" y="45"/>
                    <a:pt x="615" y="45"/>
                    <a:pt x="615" y="45"/>
                  </a:cubicBezTo>
                  <a:cubicBezTo>
                    <a:pt x="615" y="47"/>
                    <a:pt x="615" y="48"/>
                    <a:pt x="615" y="49"/>
                  </a:cubicBezTo>
                  <a:cubicBezTo>
                    <a:pt x="616" y="50"/>
                    <a:pt x="616" y="50"/>
                    <a:pt x="617" y="51"/>
                  </a:cubicBezTo>
                  <a:cubicBezTo>
                    <a:pt x="617" y="51"/>
                    <a:pt x="618" y="51"/>
                    <a:pt x="620" y="51"/>
                  </a:cubicBezTo>
                  <a:cubicBezTo>
                    <a:pt x="620" y="52"/>
                    <a:pt x="620" y="52"/>
                    <a:pt x="620" y="52"/>
                  </a:cubicBezTo>
                  <a:cubicBezTo>
                    <a:pt x="604" y="52"/>
                    <a:pt x="604" y="52"/>
                    <a:pt x="604" y="52"/>
                  </a:cubicBezTo>
                  <a:cubicBezTo>
                    <a:pt x="604" y="51"/>
                    <a:pt x="604" y="51"/>
                    <a:pt x="604" y="51"/>
                  </a:cubicBezTo>
                  <a:cubicBezTo>
                    <a:pt x="605" y="51"/>
                    <a:pt x="605" y="51"/>
                    <a:pt x="605" y="51"/>
                  </a:cubicBezTo>
                  <a:cubicBezTo>
                    <a:pt x="606" y="51"/>
                    <a:pt x="607" y="51"/>
                    <a:pt x="608" y="50"/>
                  </a:cubicBezTo>
                  <a:cubicBezTo>
                    <a:pt x="609" y="50"/>
                    <a:pt x="609" y="49"/>
                    <a:pt x="609" y="48"/>
                  </a:cubicBezTo>
                  <a:cubicBezTo>
                    <a:pt x="609" y="48"/>
                    <a:pt x="609" y="47"/>
                    <a:pt x="609" y="45"/>
                  </a:cubicBezTo>
                  <a:cubicBezTo>
                    <a:pt x="609" y="31"/>
                    <a:pt x="609" y="31"/>
                    <a:pt x="609" y="31"/>
                  </a:cubicBezTo>
                  <a:cubicBezTo>
                    <a:pt x="609" y="27"/>
                    <a:pt x="609" y="25"/>
                    <a:pt x="608" y="24"/>
                  </a:cubicBezTo>
                  <a:cubicBezTo>
                    <a:pt x="607" y="23"/>
                    <a:pt x="606" y="22"/>
                    <a:pt x="604" y="22"/>
                  </a:cubicBezTo>
                  <a:cubicBezTo>
                    <a:pt x="601" y="22"/>
                    <a:pt x="598" y="23"/>
                    <a:pt x="595" y="27"/>
                  </a:cubicBezTo>
                  <a:cubicBezTo>
                    <a:pt x="595" y="45"/>
                    <a:pt x="595" y="45"/>
                    <a:pt x="595" y="45"/>
                  </a:cubicBezTo>
                  <a:cubicBezTo>
                    <a:pt x="595" y="47"/>
                    <a:pt x="595" y="48"/>
                    <a:pt x="596" y="49"/>
                  </a:cubicBezTo>
                  <a:cubicBezTo>
                    <a:pt x="596" y="50"/>
                    <a:pt x="597" y="50"/>
                    <a:pt x="597" y="51"/>
                  </a:cubicBezTo>
                  <a:cubicBezTo>
                    <a:pt x="597" y="51"/>
                    <a:pt x="599" y="51"/>
                    <a:pt x="601" y="51"/>
                  </a:cubicBezTo>
                  <a:cubicBezTo>
                    <a:pt x="601" y="52"/>
                    <a:pt x="601" y="52"/>
                    <a:pt x="601" y="52"/>
                  </a:cubicBezTo>
                  <a:cubicBezTo>
                    <a:pt x="585" y="52"/>
                    <a:pt x="585" y="52"/>
                    <a:pt x="585" y="52"/>
                  </a:cubicBezTo>
                  <a:cubicBezTo>
                    <a:pt x="585" y="51"/>
                    <a:pt x="585" y="51"/>
                    <a:pt x="585" y="51"/>
                  </a:cubicBezTo>
                  <a:cubicBezTo>
                    <a:pt x="585" y="51"/>
                    <a:pt x="585" y="51"/>
                    <a:pt x="585" y="51"/>
                  </a:cubicBezTo>
                  <a:cubicBezTo>
                    <a:pt x="587" y="51"/>
                    <a:pt x="588" y="51"/>
                    <a:pt x="589" y="50"/>
                  </a:cubicBezTo>
                  <a:cubicBezTo>
                    <a:pt x="589" y="49"/>
                    <a:pt x="589" y="47"/>
                    <a:pt x="589" y="45"/>
                  </a:cubicBezTo>
                  <a:cubicBezTo>
                    <a:pt x="589" y="32"/>
                    <a:pt x="589" y="32"/>
                    <a:pt x="589" y="32"/>
                  </a:cubicBezTo>
                  <a:cubicBezTo>
                    <a:pt x="589" y="28"/>
                    <a:pt x="589" y="25"/>
                    <a:pt x="589" y="24"/>
                  </a:cubicBezTo>
                  <a:cubicBezTo>
                    <a:pt x="589" y="23"/>
                    <a:pt x="589" y="23"/>
                    <a:pt x="588" y="22"/>
                  </a:cubicBezTo>
                  <a:cubicBezTo>
                    <a:pt x="588" y="22"/>
                    <a:pt x="587" y="22"/>
                    <a:pt x="587" y="22"/>
                  </a:cubicBezTo>
                  <a:cubicBezTo>
                    <a:pt x="586" y="22"/>
                    <a:pt x="585" y="22"/>
                    <a:pt x="584" y="22"/>
                  </a:cubicBezTo>
                  <a:cubicBezTo>
                    <a:pt x="584" y="21"/>
                    <a:pt x="584" y="21"/>
                    <a:pt x="584" y="21"/>
                  </a:cubicBezTo>
                  <a:cubicBezTo>
                    <a:pt x="594" y="17"/>
                    <a:pt x="594" y="17"/>
                    <a:pt x="594" y="17"/>
                  </a:cubicBezTo>
                  <a:cubicBezTo>
                    <a:pt x="595" y="17"/>
                    <a:pt x="595" y="17"/>
                    <a:pt x="595" y="17"/>
                  </a:cubicBezTo>
                  <a:cubicBezTo>
                    <a:pt x="595" y="25"/>
                    <a:pt x="595" y="25"/>
                    <a:pt x="595" y="25"/>
                  </a:cubicBezTo>
                  <a:close/>
                  <a:moveTo>
                    <a:pt x="654" y="40"/>
                  </a:moveTo>
                  <a:cubicBezTo>
                    <a:pt x="653" y="44"/>
                    <a:pt x="651" y="48"/>
                    <a:pt x="649" y="50"/>
                  </a:cubicBezTo>
                  <a:cubicBezTo>
                    <a:pt x="646" y="53"/>
                    <a:pt x="643" y="54"/>
                    <a:pt x="640" y="54"/>
                  </a:cubicBezTo>
                  <a:cubicBezTo>
                    <a:pt x="637" y="54"/>
                    <a:pt x="633" y="52"/>
                    <a:pt x="631" y="49"/>
                  </a:cubicBezTo>
                  <a:cubicBezTo>
                    <a:pt x="628" y="46"/>
                    <a:pt x="627" y="41"/>
                    <a:pt x="627" y="36"/>
                  </a:cubicBezTo>
                  <a:cubicBezTo>
                    <a:pt x="627" y="31"/>
                    <a:pt x="628" y="26"/>
                    <a:pt x="631" y="23"/>
                  </a:cubicBezTo>
                  <a:cubicBezTo>
                    <a:pt x="634" y="19"/>
                    <a:pt x="638" y="17"/>
                    <a:pt x="642" y="17"/>
                  </a:cubicBezTo>
                  <a:cubicBezTo>
                    <a:pt x="645" y="17"/>
                    <a:pt x="648" y="18"/>
                    <a:pt x="650" y="20"/>
                  </a:cubicBezTo>
                  <a:cubicBezTo>
                    <a:pt x="652" y="22"/>
                    <a:pt x="653" y="24"/>
                    <a:pt x="653" y="26"/>
                  </a:cubicBezTo>
                  <a:cubicBezTo>
                    <a:pt x="653" y="27"/>
                    <a:pt x="653" y="27"/>
                    <a:pt x="653" y="28"/>
                  </a:cubicBezTo>
                  <a:cubicBezTo>
                    <a:pt x="652" y="29"/>
                    <a:pt x="651" y="29"/>
                    <a:pt x="650" y="29"/>
                  </a:cubicBezTo>
                  <a:cubicBezTo>
                    <a:pt x="649" y="29"/>
                    <a:pt x="648" y="29"/>
                    <a:pt x="647" y="27"/>
                  </a:cubicBezTo>
                  <a:cubicBezTo>
                    <a:pt x="647" y="27"/>
                    <a:pt x="646" y="26"/>
                    <a:pt x="646" y="25"/>
                  </a:cubicBezTo>
                  <a:cubicBezTo>
                    <a:pt x="646" y="23"/>
                    <a:pt x="645" y="22"/>
                    <a:pt x="645" y="21"/>
                  </a:cubicBezTo>
                  <a:cubicBezTo>
                    <a:pt x="644" y="21"/>
                    <a:pt x="643" y="20"/>
                    <a:pt x="641" y="20"/>
                  </a:cubicBezTo>
                  <a:cubicBezTo>
                    <a:pt x="639" y="20"/>
                    <a:pt x="637" y="21"/>
                    <a:pt x="635" y="23"/>
                  </a:cubicBezTo>
                  <a:cubicBezTo>
                    <a:pt x="633" y="25"/>
                    <a:pt x="633" y="29"/>
                    <a:pt x="633" y="33"/>
                  </a:cubicBezTo>
                  <a:cubicBezTo>
                    <a:pt x="633" y="37"/>
                    <a:pt x="633" y="40"/>
                    <a:pt x="635" y="43"/>
                  </a:cubicBezTo>
                  <a:cubicBezTo>
                    <a:pt x="637" y="47"/>
                    <a:pt x="640" y="48"/>
                    <a:pt x="643" y="48"/>
                  </a:cubicBezTo>
                  <a:cubicBezTo>
                    <a:pt x="645" y="48"/>
                    <a:pt x="647" y="47"/>
                    <a:pt x="649" y="46"/>
                  </a:cubicBezTo>
                  <a:cubicBezTo>
                    <a:pt x="651" y="45"/>
                    <a:pt x="652" y="43"/>
                    <a:pt x="654" y="40"/>
                  </a:cubicBezTo>
                  <a:cubicBezTo>
                    <a:pt x="654" y="40"/>
                    <a:pt x="654" y="40"/>
                    <a:pt x="654" y="40"/>
                  </a:cubicBezTo>
                  <a:close/>
                  <a:moveTo>
                    <a:pt x="668" y="31"/>
                  </a:moveTo>
                  <a:cubicBezTo>
                    <a:pt x="668" y="37"/>
                    <a:pt x="669" y="40"/>
                    <a:pt x="671" y="43"/>
                  </a:cubicBezTo>
                  <a:cubicBezTo>
                    <a:pt x="674" y="46"/>
                    <a:pt x="677" y="48"/>
                    <a:pt x="680" y="48"/>
                  </a:cubicBezTo>
                  <a:cubicBezTo>
                    <a:pt x="682" y="48"/>
                    <a:pt x="684" y="47"/>
                    <a:pt x="685" y="46"/>
                  </a:cubicBezTo>
                  <a:cubicBezTo>
                    <a:pt x="687" y="45"/>
                    <a:pt x="688" y="43"/>
                    <a:pt x="689" y="39"/>
                  </a:cubicBezTo>
                  <a:cubicBezTo>
                    <a:pt x="691" y="40"/>
                    <a:pt x="691" y="40"/>
                    <a:pt x="691" y="40"/>
                  </a:cubicBezTo>
                  <a:cubicBezTo>
                    <a:pt x="690" y="43"/>
                    <a:pt x="689" y="47"/>
                    <a:pt x="686" y="49"/>
                  </a:cubicBezTo>
                  <a:cubicBezTo>
                    <a:pt x="684" y="52"/>
                    <a:pt x="681" y="53"/>
                    <a:pt x="677" y="53"/>
                  </a:cubicBezTo>
                  <a:cubicBezTo>
                    <a:pt x="673" y="53"/>
                    <a:pt x="670" y="52"/>
                    <a:pt x="667" y="49"/>
                  </a:cubicBezTo>
                  <a:cubicBezTo>
                    <a:pt x="664" y="45"/>
                    <a:pt x="663" y="41"/>
                    <a:pt x="663" y="36"/>
                  </a:cubicBezTo>
                  <a:cubicBezTo>
                    <a:pt x="663" y="30"/>
                    <a:pt x="665" y="25"/>
                    <a:pt x="667" y="22"/>
                  </a:cubicBezTo>
                  <a:cubicBezTo>
                    <a:pt x="670" y="19"/>
                    <a:pt x="674" y="17"/>
                    <a:pt x="678" y="17"/>
                  </a:cubicBezTo>
                  <a:cubicBezTo>
                    <a:pt x="682" y="17"/>
                    <a:pt x="685" y="19"/>
                    <a:pt x="687" y="21"/>
                  </a:cubicBezTo>
                  <a:cubicBezTo>
                    <a:pt x="690" y="23"/>
                    <a:pt x="691" y="27"/>
                    <a:pt x="691" y="31"/>
                  </a:cubicBezTo>
                  <a:cubicBezTo>
                    <a:pt x="668" y="31"/>
                    <a:pt x="668" y="31"/>
                    <a:pt x="668" y="31"/>
                  </a:cubicBezTo>
                  <a:close/>
                  <a:moveTo>
                    <a:pt x="668" y="29"/>
                  </a:moveTo>
                  <a:cubicBezTo>
                    <a:pt x="683" y="29"/>
                    <a:pt x="683" y="29"/>
                    <a:pt x="683" y="29"/>
                  </a:cubicBezTo>
                  <a:cubicBezTo>
                    <a:pt x="683" y="27"/>
                    <a:pt x="683" y="26"/>
                    <a:pt x="682" y="25"/>
                  </a:cubicBezTo>
                  <a:cubicBezTo>
                    <a:pt x="682" y="24"/>
                    <a:pt x="681" y="23"/>
                    <a:pt x="679" y="22"/>
                  </a:cubicBezTo>
                  <a:cubicBezTo>
                    <a:pt x="678" y="21"/>
                    <a:pt x="677" y="21"/>
                    <a:pt x="676" y="21"/>
                  </a:cubicBezTo>
                  <a:cubicBezTo>
                    <a:pt x="674" y="21"/>
                    <a:pt x="672" y="21"/>
                    <a:pt x="671" y="23"/>
                  </a:cubicBezTo>
                  <a:cubicBezTo>
                    <a:pt x="669" y="24"/>
                    <a:pt x="668" y="27"/>
                    <a:pt x="668" y="29"/>
                  </a:cubicBezTo>
                  <a:close/>
                  <a:moveTo>
                    <a:pt x="731" y="48"/>
                  </a:moveTo>
                  <a:cubicBezTo>
                    <a:pt x="728" y="51"/>
                    <a:pt x="726" y="52"/>
                    <a:pt x="725" y="53"/>
                  </a:cubicBezTo>
                  <a:cubicBezTo>
                    <a:pt x="724" y="53"/>
                    <a:pt x="722" y="53"/>
                    <a:pt x="721" y="53"/>
                  </a:cubicBezTo>
                  <a:cubicBezTo>
                    <a:pt x="719" y="53"/>
                    <a:pt x="717" y="53"/>
                    <a:pt x="715" y="51"/>
                  </a:cubicBezTo>
                  <a:cubicBezTo>
                    <a:pt x="714" y="49"/>
                    <a:pt x="713" y="47"/>
                    <a:pt x="713" y="45"/>
                  </a:cubicBezTo>
                  <a:cubicBezTo>
                    <a:pt x="713" y="43"/>
                    <a:pt x="714" y="41"/>
                    <a:pt x="715" y="40"/>
                  </a:cubicBezTo>
                  <a:cubicBezTo>
                    <a:pt x="715" y="39"/>
                    <a:pt x="717" y="37"/>
                    <a:pt x="720" y="35"/>
                  </a:cubicBezTo>
                  <a:cubicBezTo>
                    <a:pt x="722" y="34"/>
                    <a:pt x="726" y="32"/>
                    <a:pt x="732" y="30"/>
                  </a:cubicBezTo>
                  <a:cubicBezTo>
                    <a:pt x="732" y="29"/>
                    <a:pt x="732" y="29"/>
                    <a:pt x="732" y="29"/>
                  </a:cubicBezTo>
                  <a:cubicBezTo>
                    <a:pt x="732" y="25"/>
                    <a:pt x="731" y="23"/>
                    <a:pt x="730" y="22"/>
                  </a:cubicBezTo>
                  <a:cubicBezTo>
                    <a:pt x="729" y="21"/>
                    <a:pt x="728" y="20"/>
                    <a:pt x="726" y="20"/>
                  </a:cubicBezTo>
                  <a:cubicBezTo>
                    <a:pt x="724" y="20"/>
                    <a:pt x="723" y="20"/>
                    <a:pt x="722" y="21"/>
                  </a:cubicBezTo>
                  <a:cubicBezTo>
                    <a:pt x="721" y="22"/>
                    <a:pt x="721" y="23"/>
                    <a:pt x="721" y="24"/>
                  </a:cubicBezTo>
                  <a:cubicBezTo>
                    <a:pt x="721" y="26"/>
                    <a:pt x="721" y="26"/>
                    <a:pt x="721" y="26"/>
                  </a:cubicBezTo>
                  <a:cubicBezTo>
                    <a:pt x="721" y="27"/>
                    <a:pt x="721" y="28"/>
                    <a:pt x="720" y="29"/>
                  </a:cubicBezTo>
                  <a:cubicBezTo>
                    <a:pt x="720" y="29"/>
                    <a:pt x="719" y="29"/>
                    <a:pt x="718" y="29"/>
                  </a:cubicBezTo>
                  <a:cubicBezTo>
                    <a:pt x="717" y="29"/>
                    <a:pt x="717" y="29"/>
                    <a:pt x="716" y="29"/>
                  </a:cubicBezTo>
                  <a:cubicBezTo>
                    <a:pt x="716" y="28"/>
                    <a:pt x="715" y="27"/>
                    <a:pt x="715" y="26"/>
                  </a:cubicBezTo>
                  <a:cubicBezTo>
                    <a:pt x="715" y="24"/>
                    <a:pt x="717" y="22"/>
                    <a:pt x="719" y="20"/>
                  </a:cubicBezTo>
                  <a:cubicBezTo>
                    <a:pt x="721" y="18"/>
                    <a:pt x="724" y="17"/>
                    <a:pt x="727" y="17"/>
                  </a:cubicBezTo>
                  <a:cubicBezTo>
                    <a:pt x="730" y="17"/>
                    <a:pt x="733" y="17"/>
                    <a:pt x="735" y="19"/>
                  </a:cubicBezTo>
                  <a:cubicBezTo>
                    <a:pt x="736" y="19"/>
                    <a:pt x="737" y="21"/>
                    <a:pt x="738" y="22"/>
                  </a:cubicBezTo>
                  <a:cubicBezTo>
                    <a:pt x="738" y="23"/>
                    <a:pt x="739" y="25"/>
                    <a:pt x="739" y="29"/>
                  </a:cubicBezTo>
                  <a:cubicBezTo>
                    <a:pt x="739" y="40"/>
                    <a:pt x="739" y="40"/>
                    <a:pt x="739" y="40"/>
                  </a:cubicBezTo>
                  <a:cubicBezTo>
                    <a:pt x="739" y="43"/>
                    <a:pt x="739" y="45"/>
                    <a:pt x="739" y="46"/>
                  </a:cubicBezTo>
                  <a:cubicBezTo>
                    <a:pt x="739" y="47"/>
                    <a:pt x="739" y="47"/>
                    <a:pt x="739" y="48"/>
                  </a:cubicBezTo>
                  <a:cubicBezTo>
                    <a:pt x="739" y="48"/>
                    <a:pt x="739" y="48"/>
                    <a:pt x="740" y="48"/>
                  </a:cubicBezTo>
                  <a:cubicBezTo>
                    <a:pt x="740" y="48"/>
                    <a:pt x="741" y="48"/>
                    <a:pt x="741" y="48"/>
                  </a:cubicBezTo>
                  <a:cubicBezTo>
                    <a:pt x="741" y="47"/>
                    <a:pt x="743" y="47"/>
                    <a:pt x="744" y="45"/>
                  </a:cubicBezTo>
                  <a:cubicBezTo>
                    <a:pt x="744" y="47"/>
                    <a:pt x="744" y="47"/>
                    <a:pt x="744" y="47"/>
                  </a:cubicBezTo>
                  <a:cubicBezTo>
                    <a:pt x="741" y="51"/>
                    <a:pt x="739" y="53"/>
                    <a:pt x="736" y="53"/>
                  </a:cubicBezTo>
                  <a:cubicBezTo>
                    <a:pt x="735" y="53"/>
                    <a:pt x="734" y="52"/>
                    <a:pt x="733" y="51"/>
                  </a:cubicBezTo>
                  <a:cubicBezTo>
                    <a:pt x="732" y="51"/>
                    <a:pt x="731" y="50"/>
                    <a:pt x="731" y="48"/>
                  </a:cubicBezTo>
                  <a:close/>
                  <a:moveTo>
                    <a:pt x="731" y="45"/>
                  </a:moveTo>
                  <a:cubicBezTo>
                    <a:pt x="731" y="33"/>
                    <a:pt x="731" y="33"/>
                    <a:pt x="731" y="33"/>
                  </a:cubicBezTo>
                  <a:cubicBezTo>
                    <a:pt x="728" y="34"/>
                    <a:pt x="725" y="35"/>
                    <a:pt x="725" y="36"/>
                  </a:cubicBezTo>
                  <a:cubicBezTo>
                    <a:pt x="723" y="37"/>
                    <a:pt x="721" y="38"/>
                    <a:pt x="721" y="39"/>
                  </a:cubicBezTo>
                  <a:cubicBezTo>
                    <a:pt x="720" y="41"/>
                    <a:pt x="719" y="42"/>
                    <a:pt x="719" y="43"/>
                  </a:cubicBezTo>
                  <a:cubicBezTo>
                    <a:pt x="719" y="45"/>
                    <a:pt x="720" y="47"/>
                    <a:pt x="721" y="48"/>
                  </a:cubicBezTo>
                  <a:cubicBezTo>
                    <a:pt x="722" y="49"/>
                    <a:pt x="723" y="49"/>
                    <a:pt x="725" y="49"/>
                  </a:cubicBezTo>
                  <a:cubicBezTo>
                    <a:pt x="726" y="49"/>
                    <a:pt x="729" y="48"/>
                    <a:pt x="731" y="45"/>
                  </a:cubicBezTo>
                  <a:close/>
                  <a:moveTo>
                    <a:pt x="759" y="25"/>
                  </a:moveTo>
                  <a:cubicBezTo>
                    <a:pt x="763" y="20"/>
                    <a:pt x="766" y="18"/>
                    <a:pt x="769" y="18"/>
                  </a:cubicBezTo>
                  <a:cubicBezTo>
                    <a:pt x="771" y="18"/>
                    <a:pt x="773" y="18"/>
                    <a:pt x="774" y="19"/>
                  </a:cubicBezTo>
                  <a:cubicBezTo>
                    <a:pt x="775" y="20"/>
                    <a:pt x="777" y="21"/>
                    <a:pt x="777" y="23"/>
                  </a:cubicBezTo>
                  <a:cubicBezTo>
                    <a:pt x="778" y="25"/>
                    <a:pt x="778" y="27"/>
                    <a:pt x="778" y="30"/>
                  </a:cubicBezTo>
                  <a:cubicBezTo>
                    <a:pt x="778" y="45"/>
                    <a:pt x="778" y="45"/>
                    <a:pt x="778" y="45"/>
                  </a:cubicBezTo>
                  <a:cubicBezTo>
                    <a:pt x="778" y="47"/>
                    <a:pt x="778" y="48"/>
                    <a:pt x="779" y="49"/>
                  </a:cubicBezTo>
                  <a:cubicBezTo>
                    <a:pt x="779" y="50"/>
                    <a:pt x="779" y="50"/>
                    <a:pt x="780" y="51"/>
                  </a:cubicBezTo>
                  <a:cubicBezTo>
                    <a:pt x="780" y="51"/>
                    <a:pt x="781" y="51"/>
                    <a:pt x="783" y="51"/>
                  </a:cubicBezTo>
                  <a:cubicBezTo>
                    <a:pt x="783" y="52"/>
                    <a:pt x="783" y="52"/>
                    <a:pt x="783" y="52"/>
                  </a:cubicBezTo>
                  <a:cubicBezTo>
                    <a:pt x="767" y="52"/>
                    <a:pt x="767" y="52"/>
                    <a:pt x="767" y="52"/>
                  </a:cubicBezTo>
                  <a:cubicBezTo>
                    <a:pt x="767" y="51"/>
                    <a:pt x="767" y="51"/>
                    <a:pt x="767" y="51"/>
                  </a:cubicBezTo>
                  <a:cubicBezTo>
                    <a:pt x="768" y="51"/>
                    <a:pt x="768" y="51"/>
                    <a:pt x="768" y="51"/>
                  </a:cubicBezTo>
                  <a:cubicBezTo>
                    <a:pt x="769" y="51"/>
                    <a:pt x="770" y="51"/>
                    <a:pt x="771" y="50"/>
                  </a:cubicBezTo>
                  <a:cubicBezTo>
                    <a:pt x="772" y="50"/>
                    <a:pt x="772" y="49"/>
                    <a:pt x="772" y="48"/>
                  </a:cubicBezTo>
                  <a:cubicBezTo>
                    <a:pt x="772" y="48"/>
                    <a:pt x="772" y="47"/>
                    <a:pt x="772" y="45"/>
                  </a:cubicBezTo>
                  <a:cubicBezTo>
                    <a:pt x="772" y="31"/>
                    <a:pt x="772" y="31"/>
                    <a:pt x="772" y="31"/>
                  </a:cubicBezTo>
                  <a:cubicBezTo>
                    <a:pt x="772" y="27"/>
                    <a:pt x="772" y="25"/>
                    <a:pt x="771" y="24"/>
                  </a:cubicBezTo>
                  <a:cubicBezTo>
                    <a:pt x="770" y="23"/>
                    <a:pt x="769" y="22"/>
                    <a:pt x="767" y="22"/>
                  </a:cubicBezTo>
                  <a:cubicBezTo>
                    <a:pt x="764" y="22"/>
                    <a:pt x="761" y="23"/>
                    <a:pt x="759" y="27"/>
                  </a:cubicBezTo>
                  <a:cubicBezTo>
                    <a:pt x="759" y="45"/>
                    <a:pt x="759" y="45"/>
                    <a:pt x="759" y="45"/>
                  </a:cubicBezTo>
                  <a:cubicBezTo>
                    <a:pt x="759" y="47"/>
                    <a:pt x="759" y="48"/>
                    <a:pt x="759" y="49"/>
                  </a:cubicBezTo>
                  <a:cubicBezTo>
                    <a:pt x="759" y="50"/>
                    <a:pt x="760" y="50"/>
                    <a:pt x="760" y="51"/>
                  </a:cubicBezTo>
                  <a:cubicBezTo>
                    <a:pt x="761" y="51"/>
                    <a:pt x="762" y="51"/>
                    <a:pt x="764" y="51"/>
                  </a:cubicBezTo>
                  <a:cubicBezTo>
                    <a:pt x="764" y="52"/>
                    <a:pt x="764" y="52"/>
                    <a:pt x="764" y="52"/>
                  </a:cubicBezTo>
                  <a:cubicBezTo>
                    <a:pt x="748" y="52"/>
                    <a:pt x="748" y="52"/>
                    <a:pt x="748" y="52"/>
                  </a:cubicBezTo>
                  <a:cubicBezTo>
                    <a:pt x="748" y="51"/>
                    <a:pt x="748" y="51"/>
                    <a:pt x="748" y="51"/>
                  </a:cubicBezTo>
                  <a:cubicBezTo>
                    <a:pt x="749" y="51"/>
                    <a:pt x="749" y="51"/>
                    <a:pt x="749" y="51"/>
                  </a:cubicBezTo>
                  <a:cubicBezTo>
                    <a:pt x="750" y="51"/>
                    <a:pt x="751" y="51"/>
                    <a:pt x="752" y="50"/>
                  </a:cubicBezTo>
                  <a:cubicBezTo>
                    <a:pt x="752" y="49"/>
                    <a:pt x="753" y="47"/>
                    <a:pt x="753" y="45"/>
                  </a:cubicBezTo>
                  <a:cubicBezTo>
                    <a:pt x="753" y="32"/>
                    <a:pt x="753" y="32"/>
                    <a:pt x="753" y="32"/>
                  </a:cubicBezTo>
                  <a:cubicBezTo>
                    <a:pt x="753" y="28"/>
                    <a:pt x="753" y="25"/>
                    <a:pt x="752" y="24"/>
                  </a:cubicBezTo>
                  <a:cubicBezTo>
                    <a:pt x="752" y="23"/>
                    <a:pt x="752" y="23"/>
                    <a:pt x="751" y="22"/>
                  </a:cubicBezTo>
                  <a:cubicBezTo>
                    <a:pt x="751" y="22"/>
                    <a:pt x="751" y="22"/>
                    <a:pt x="750" y="22"/>
                  </a:cubicBezTo>
                  <a:cubicBezTo>
                    <a:pt x="749" y="22"/>
                    <a:pt x="748" y="22"/>
                    <a:pt x="747" y="22"/>
                  </a:cubicBezTo>
                  <a:cubicBezTo>
                    <a:pt x="747" y="21"/>
                    <a:pt x="747" y="21"/>
                    <a:pt x="747" y="21"/>
                  </a:cubicBezTo>
                  <a:cubicBezTo>
                    <a:pt x="757" y="17"/>
                    <a:pt x="757" y="17"/>
                    <a:pt x="757" y="17"/>
                  </a:cubicBezTo>
                  <a:cubicBezTo>
                    <a:pt x="759" y="17"/>
                    <a:pt x="759" y="17"/>
                    <a:pt x="759" y="17"/>
                  </a:cubicBezTo>
                  <a:cubicBezTo>
                    <a:pt x="759" y="25"/>
                    <a:pt x="759" y="25"/>
                    <a:pt x="759" y="25"/>
                  </a:cubicBezTo>
                  <a:close/>
                  <a:moveTo>
                    <a:pt x="812" y="49"/>
                  </a:moveTo>
                  <a:cubicBezTo>
                    <a:pt x="811" y="51"/>
                    <a:pt x="809" y="52"/>
                    <a:pt x="807" y="53"/>
                  </a:cubicBezTo>
                  <a:cubicBezTo>
                    <a:pt x="806" y="53"/>
                    <a:pt x="804" y="54"/>
                    <a:pt x="803" y="54"/>
                  </a:cubicBezTo>
                  <a:cubicBezTo>
                    <a:pt x="799" y="54"/>
                    <a:pt x="796" y="52"/>
                    <a:pt x="793" y="49"/>
                  </a:cubicBezTo>
                  <a:cubicBezTo>
                    <a:pt x="791" y="46"/>
                    <a:pt x="789" y="42"/>
                    <a:pt x="789" y="37"/>
                  </a:cubicBezTo>
                  <a:cubicBezTo>
                    <a:pt x="789" y="32"/>
                    <a:pt x="791" y="28"/>
                    <a:pt x="794" y="24"/>
                  </a:cubicBezTo>
                  <a:cubicBezTo>
                    <a:pt x="797" y="20"/>
                    <a:pt x="801" y="18"/>
                    <a:pt x="805" y="18"/>
                  </a:cubicBezTo>
                  <a:cubicBezTo>
                    <a:pt x="808" y="18"/>
                    <a:pt x="810" y="19"/>
                    <a:pt x="812" y="21"/>
                  </a:cubicBezTo>
                  <a:cubicBezTo>
                    <a:pt x="812" y="14"/>
                    <a:pt x="812" y="14"/>
                    <a:pt x="812" y="14"/>
                  </a:cubicBezTo>
                  <a:cubicBezTo>
                    <a:pt x="812" y="10"/>
                    <a:pt x="812" y="8"/>
                    <a:pt x="812" y="7"/>
                  </a:cubicBezTo>
                  <a:cubicBezTo>
                    <a:pt x="812" y="6"/>
                    <a:pt x="811" y="5"/>
                    <a:pt x="811" y="5"/>
                  </a:cubicBezTo>
                  <a:cubicBezTo>
                    <a:pt x="811" y="5"/>
                    <a:pt x="810" y="5"/>
                    <a:pt x="809" y="5"/>
                  </a:cubicBezTo>
                  <a:cubicBezTo>
                    <a:pt x="809" y="5"/>
                    <a:pt x="808" y="5"/>
                    <a:pt x="807" y="5"/>
                  </a:cubicBezTo>
                  <a:cubicBezTo>
                    <a:pt x="807" y="4"/>
                    <a:pt x="807" y="4"/>
                    <a:pt x="807" y="4"/>
                  </a:cubicBezTo>
                  <a:cubicBezTo>
                    <a:pt x="816" y="0"/>
                    <a:pt x="816" y="0"/>
                    <a:pt x="816" y="0"/>
                  </a:cubicBezTo>
                  <a:cubicBezTo>
                    <a:pt x="818" y="0"/>
                    <a:pt x="818" y="0"/>
                    <a:pt x="818" y="0"/>
                  </a:cubicBezTo>
                  <a:cubicBezTo>
                    <a:pt x="818" y="39"/>
                    <a:pt x="818" y="39"/>
                    <a:pt x="818" y="39"/>
                  </a:cubicBezTo>
                  <a:cubicBezTo>
                    <a:pt x="818" y="43"/>
                    <a:pt x="818" y="45"/>
                    <a:pt x="818" y="46"/>
                  </a:cubicBezTo>
                  <a:cubicBezTo>
                    <a:pt x="818" y="47"/>
                    <a:pt x="819" y="48"/>
                    <a:pt x="819" y="48"/>
                  </a:cubicBezTo>
                  <a:cubicBezTo>
                    <a:pt x="819" y="49"/>
                    <a:pt x="820" y="49"/>
                    <a:pt x="820" y="49"/>
                  </a:cubicBezTo>
                  <a:cubicBezTo>
                    <a:pt x="821" y="49"/>
                    <a:pt x="822" y="48"/>
                    <a:pt x="823" y="48"/>
                  </a:cubicBezTo>
                  <a:cubicBezTo>
                    <a:pt x="823" y="49"/>
                    <a:pt x="823" y="49"/>
                    <a:pt x="823" y="49"/>
                  </a:cubicBezTo>
                  <a:cubicBezTo>
                    <a:pt x="813" y="53"/>
                    <a:pt x="813" y="53"/>
                    <a:pt x="813" y="53"/>
                  </a:cubicBezTo>
                  <a:cubicBezTo>
                    <a:pt x="812" y="53"/>
                    <a:pt x="812" y="53"/>
                    <a:pt x="812" y="53"/>
                  </a:cubicBezTo>
                  <a:cubicBezTo>
                    <a:pt x="812" y="49"/>
                    <a:pt x="812" y="49"/>
                    <a:pt x="812" y="49"/>
                  </a:cubicBezTo>
                  <a:close/>
                  <a:moveTo>
                    <a:pt x="812" y="46"/>
                  </a:moveTo>
                  <a:cubicBezTo>
                    <a:pt x="812" y="29"/>
                    <a:pt x="812" y="29"/>
                    <a:pt x="812" y="29"/>
                  </a:cubicBezTo>
                  <a:cubicBezTo>
                    <a:pt x="812" y="27"/>
                    <a:pt x="812" y="25"/>
                    <a:pt x="811" y="24"/>
                  </a:cubicBezTo>
                  <a:cubicBezTo>
                    <a:pt x="810" y="23"/>
                    <a:pt x="809" y="22"/>
                    <a:pt x="808" y="21"/>
                  </a:cubicBezTo>
                  <a:cubicBezTo>
                    <a:pt x="807" y="20"/>
                    <a:pt x="806" y="20"/>
                    <a:pt x="805" y="20"/>
                  </a:cubicBezTo>
                  <a:cubicBezTo>
                    <a:pt x="803" y="20"/>
                    <a:pt x="801" y="21"/>
                    <a:pt x="799" y="23"/>
                  </a:cubicBezTo>
                  <a:cubicBezTo>
                    <a:pt x="797" y="25"/>
                    <a:pt x="796" y="29"/>
                    <a:pt x="796" y="34"/>
                  </a:cubicBezTo>
                  <a:cubicBezTo>
                    <a:pt x="796" y="39"/>
                    <a:pt x="797" y="43"/>
                    <a:pt x="799" y="45"/>
                  </a:cubicBezTo>
                  <a:cubicBezTo>
                    <a:pt x="801" y="48"/>
                    <a:pt x="803" y="49"/>
                    <a:pt x="806" y="49"/>
                  </a:cubicBezTo>
                  <a:cubicBezTo>
                    <a:pt x="808" y="50"/>
                    <a:pt x="810" y="49"/>
                    <a:pt x="812" y="46"/>
                  </a:cubicBezTo>
                  <a:close/>
                  <a:moveTo>
                    <a:pt x="883" y="3"/>
                  </a:moveTo>
                  <a:cubicBezTo>
                    <a:pt x="883" y="14"/>
                    <a:pt x="883" y="14"/>
                    <a:pt x="883" y="14"/>
                  </a:cubicBezTo>
                  <a:cubicBezTo>
                    <a:pt x="882" y="14"/>
                    <a:pt x="882" y="14"/>
                    <a:pt x="882" y="14"/>
                  </a:cubicBezTo>
                  <a:cubicBezTo>
                    <a:pt x="882" y="12"/>
                    <a:pt x="881" y="11"/>
                    <a:pt x="881" y="10"/>
                  </a:cubicBezTo>
                  <a:cubicBezTo>
                    <a:pt x="880" y="8"/>
                    <a:pt x="879" y="7"/>
                    <a:pt x="878" y="7"/>
                  </a:cubicBezTo>
                  <a:cubicBezTo>
                    <a:pt x="877" y="6"/>
                    <a:pt x="875" y="5"/>
                    <a:pt x="873" y="5"/>
                  </a:cubicBezTo>
                  <a:cubicBezTo>
                    <a:pt x="867" y="5"/>
                    <a:pt x="867" y="5"/>
                    <a:pt x="867" y="5"/>
                  </a:cubicBezTo>
                  <a:cubicBezTo>
                    <a:pt x="867" y="44"/>
                    <a:pt x="867" y="44"/>
                    <a:pt x="867" y="44"/>
                  </a:cubicBezTo>
                  <a:cubicBezTo>
                    <a:pt x="867" y="47"/>
                    <a:pt x="867" y="49"/>
                    <a:pt x="867" y="49"/>
                  </a:cubicBezTo>
                  <a:cubicBezTo>
                    <a:pt x="868" y="51"/>
                    <a:pt x="870" y="51"/>
                    <a:pt x="871" y="51"/>
                  </a:cubicBezTo>
                  <a:cubicBezTo>
                    <a:pt x="873" y="51"/>
                    <a:pt x="873" y="51"/>
                    <a:pt x="873" y="51"/>
                  </a:cubicBezTo>
                  <a:cubicBezTo>
                    <a:pt x="873" y="52"/>
                    <a:pt x="873" y="52"/>
                    <a:pt x="873" y="52"/>
                  </a:cubicBezTo>
                  <a:cubicBezTo>
                    <a:pt x="853" y="52"/>
                    <a:pt x="853" y="52"/>
                    <a:pt x="853" y="52"/>
                  </a:cubicBezTo>
                  <a:cubicBezTo>
                    <a:pt x="853" y="51"/>
                    <a:pt x="853" y="51"/>
                    <a:pt x="853" y="51"/>
                  </a:cubicBezTo>
                  <a:cubicBezTo>
                    <a:pt x="854" y="51"/>
                    <a:pt x="854" y="51"/>
                    <a:pt x="854" y="51"/>
                  </a:cubicBezTo>
                  <a:cubicBezTo>
                    <a:pt x="856" y="51"/>
                    <a:pt x="858" y="50"/>
                    <a:pt x="859" y="49"/>
                  </a:cubicBezTo>
                  <a:cubicBezTo>
                    <a:pt x="859" y="48"/>
                    <a:pt x="859" y="47"/>
                    <a:pt x="859" y="43"/>
                  </a:cubicBezTo>
                  <a:cubicBezTo>
                    <a:pt x="859" y="5"/>
                    <a:pt x="859" y="5"/>
                    <a:pt x="859" y="5"/>
                  </a:cubicBezTo>
                  <a:cubicBezTo>
                    <a:pt x="853" y="5"/>
                    <a:pt x="853" y="5"/>
                    <a:pt x="853" y="5"/>
                  </a:cubicBezTo>
                  <a:cubicBezTo>
                    <a:pt x="851" y="5"/>
                    <a:pt x="849" y="5"/>
                    <a:pt x="849" y="6"/>
                  </a:cubicBezTo>
                  <a:cubicBezTo>
                    <a:pt x="847" y="6"/>
                    <a:pt x="846" y="7"/>
                    <a:pt x="845" y="9"/>
                  </a:cubicBezTo>
                  <a:cubicBezTo>
                    <a:pt x="845" y="10"/>
                    <a:pt x="844" y="12"/>
                    <a:pt x="844" y="14"/>
                  </a:cubicBezTo>
                  <a:cubicBezTo>
                    <a:pt x="843" y="14"/>
                    <a:pt x="843" y="14"/>
                    <a:pt x="843" y="14"/>
                  </a:cubicBezTo>
                  <a:cubicBezTo>
                    <a:pt x="843" y="3"/>
                    <a:pt x="843" y="3"/>
                    <a:pt x="843" y="3"/>
                  </a:cubicBezTo>
                  <a:cubicBezTo>
                    <a:pt x="883" y="3"/>
                    <a:pt x="883" y="3"/>
                    <a:pt x="883" y="3"/>
                  </a:cubicBezTo>
                  <a:close/>
                  <a:moveTo>
                    <a:pt x="891" y="31"/>
                  </a:moveTo>
                  <a:cubicBezTo>
                    <a:pt x="891" y="37"/>
                    <a:pt x="893" y="40"/>
                    <a:pt x="895" y="43"/>
                  </a:cubicBezTo>
                  <a:cubicBezTo>
                    <a:pt x="897" y="46"/>
                    <a:pt x="900" y="48"/>
                    <a:pt x="903" y="48"/>
                  </a:cubicBezTo>
                  <a:cubicBezTo>
                    <a:pt x="905" y="48"/>
                    <a:pt x="907" y="47"/>
                    <a:pt x="909" y="46"/>
                  </a:cubicBezTo>
                  <a:cubicBezTo>
                    <a:pt x="911" y="45"/>
                    <a:pt x="912" y="43"/>
                    <a:pt x="913" y="39"/>
                  </a:cubicBezTo>
                  <a:cubicBezTo>
                    <a:pt x="914" y="40"/>
                    <a:pt x="914" y="40"/>
                    <a:pt x="914" y="40"/>
                  </a:cubicBezTo>
                  <a:cubicBezTo>
                    <a:pt x="914" y="43"/>
                    <a:pt x="912" y="47"/>
                    <a:pt x="910" y="49"/>
                  </a:cubicBezTo>
                  <a:cubicBezTo>
                    <a:pt x="907" y="52"/>
                    <a:pt x="904" y="53"/>
                    <a:pt x="901" y="53"/>
                  </a:cubicBezTo>
                  <a:cubicBezTo>
                    <a:pt x="897" y="53"/>
                    <a:pt x="893" y="52"/>
                    <a:pt x="891" y="49"/>
                  </a:cubicBezTo>
                  <a:cubicBezTo>
                    <a:pt x="888" y="45"/>
                    <a:pt x="887" y="41"/>
                    <a:pt x="887" y="36"/>
                  </a:cubicBezTo>
                  <a:cubicBezTo>
                    <a:pt x="887" y="30"/>
                    <a:pt x="888" y="25"/>
                    <a:pt x="891" y="22"/>
                  </a:cubicBezTo>
                  <a:cubicBezTo>
                    <a:pt x="894" y="19"/>
                    <a:pt x="897" y="17"/>
                    <a:pt x="902" y="17"/>
                  </a:cubicBezTo>
                  <a:cubicBezTo>
                    <a:pt x="905" y="17"/>
                    <a:pt x="909" y="19"/>
                    <a:pt x="911" y="21"/>
                  </a:cubicBezTo>
                  <a:cubicBezTo>
                    <a:pt x="913" y="23"/>
                    <a:pt x="915" y="27"/>
                    <a:pt x="915" y="31"/>
                  </a:cubicBezTo>
                  <a:cubicBezTo>
                    <a:pt x="891" y="31"/>
                    <a:pt x="891" y="31"/>
                    <a:pt x="891" y="31"/>
                  </a:cubicBezTo>
                  <a:close/>
                  <a:moveTo>
                    <a:pt x="891" y="29"/>
                  </a:moveTo>
                  <a:cubicBezTo>
                    <a:pt x="907" y="29"/>
                    <a:pt x="907" y="29"/>
                    <a:pt x="907" y="29"/>
                  </a:cubicBezTo>
                  <a:cubicBezTo>
                    <a:pt x="907" y="27"/>
                    <a:pt x="906" y="26"/>
                    <a:pt x="906" y="25"/>
                  </a:cubicBezTo>
                  <a:cubicBezTo>
                    <a:pt x="905" y="24"/>
                    <a:pt x="904" y="23"/>
                    <a:pt x="903" y="22"/>
                  </a:cubicBezTo>
                  <a:cubicBezTo>
                    <a:pt x="902" y="21"/>
                    <a:pt x="901" y="21"/>
                    <a:pt x="899" y="21"/>
                  </a:cubicBezTo>
                  <a:cubicBezTo>
                    <a:pt x="897" y="21"/>
                    <a:pt x="896" y="21"/>
                    <a:pt x="894" y="23"/>
                  </a:cubicBezTo>
                  <a:cubicBezTo>
                    <a:pt x="893" y="24"/>
                    <a:pt x="892" y="27"/>
                    <a:pt x="891"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3" name="Freeform 35"/>
            <p:cNvSpPr>
              <a:spLocks noEditPoints="1"/>
            </p:cNvSpPr>
            <p:nvPr/>
          </p:nvSpPr>
          <p:spPr bwMode="auto">
            <a:xfrm>
              <a:off x="10679175" y="4943779"/>
              <a:ext cx="873125" cy="103188"/>
            </a:xfrm>
            <a:custGeom>
              <a:avLst/>
              <a:gdLst>
                <a:gd name="T0" fmla="*/ 23 w 586"/>
                <a:gd name="T1" fmla="*/ 21 h 69"/>
                <a:gd name="T2" fmla="*/ 8 w 586"/>
                <a:gd name="T3" fmla="*/ 24 h 69"/>
                <a:gd name="T4" fmla="*/ 45 w 586"/>
                <a:gd name="T5" fmla="*/ 26 h 69"/>
                <a:gd name="T6" fmla="*/ 66 w 586"/>
                <a:gd name="T7" fmla="*/ 52 h 69"/>
                <a:gd name="T8" fmla="*/ 58 w 586"/>
                <a:gd name="T9" fmla="*/ 46 h 69"/>
                <a:gd name="T10" fmla="*/ 46 w 586"/>
                <a:gd name="T11" fmla="*/ 50 h 69"/>
                <a:gd name="T12" fmla="*/ 40 w 586"/>
                <a:gd name="T13" fmla="*/ 46 h 69"/>
                <a:gd name="T14" fmla="*/ 45 w 586"/>
                <a:gd name="T15" fmla="*/ 1 h 69"/>
                <a:gd name="T16" fmla="*/ 106 w 586"/>
                <a:gd name="T17" fmla="*/ 52 h 69"/>
                <a:gd name="T18" fmla="*/ 98 w 586"/>
                <a:gd name="T19" fmla="*/ 46 h 69"/>
                <a:gd name="T20" fmla="*/ 90 w 586"/>
                <a:gd name="T21" fmla="*/ 52 h 69"/>
                <a:gd name="T22" fmla="*/ 78 w 586"/>
                <a:gd name="T23" fmla="*/ 25 h 69"/>
                <a:gd name="T24" fmla="*/ 132 w 586"/>
                <a:gd name="T25" fmla="*/ 19 h 69"/>
                <a:gd name="T26" fmla="*/ 118 w 586"/>
                <a:gd name="T27" fmla="*/ 28 h 69"/>
                <a:gd name="T28" fmla="*/ 133 w 586"/>
                <a:gd name="T29" fmla="*/ 52 h 69"/>
                <a:gd name="T30" fmla="*/ 169 w 586"/>
                <a:gd name="T31" fmla="*/ 52 h 69"/>
                <a:gd name="T32" fmla="*/ 161 w 586"/>
                <a:gd name="T33" fmla="*/ 15 h 69"/>
                <a:gd name="T34" fmla="*/ 167 w 586"/>
                <a:gd name="T35" fmla="*/ 1 h 69"/>
                <a:gd name="T36" fmla="*/ 181 w 586"/>
                <a:gd name="T37" fmla="*/ 38 h 69"/>
                <a:gd name="T38" fmla="*/ 189 w 586"/>
                <a:gd name="T39" fmla="*/ 47 h 69"/>
                <a:gd name="T40" fmla="*/ 222 w 586"/>
                <a:gd name="T41" fmla="*/ 31 h 69"/>
                <a:gd name="T42" fmla="*/ 252 w 586"/>
                <a:gd name="T43" fmla="*/ 24 h 69"/>
                <a:gd name="T44" fmla="*/ 228 w 586"/>
                <a:gd name="T45" fmla="*/ 44 h 69"/>
                <a:gd name="T46" fmla="*/ 249 w 586"/>
                <a:gd name="T47" fmla="*/ 64 h 69"/>
                <a:gd name="T48" fmla="*/ 223 w 586"/>
                <a:gd name="T49" fmla="*/ 48 h 69"/>
                <a:gd name="T50" fmla="*/ 240 w 586"/>
                <a:gd name="T51" fmla="*/ 39 h 69"/>
                <a:gd name="T52" fmla="*/ 238 w 586"/>
                <a:gd name="T53" fmla="*/ 66 h 69"/>
                <a:gd name="T54" fmla="*/ 274 w 586"/>
                <a:gd name="T55" fmla="*/ 21 h 69"/>
                <a:gd name="T56" fmla="*/ 286 w 586"/>
                <a:gd name="T57" fmla="*/ 21 h 69"/>
                <a:gd name="T58" fmla="*/ 290 w 586"/>
                <a:gd name="T59" fmla="*/ 25 h 69"/>
                <a:gd name="T60" fmla="*/ 267 w 586"/>
                <a:gd name="T61" fmla="*/ 62 h 69"/>
                <a:gd name="T62" fmla="*/ 258 w 586"/>
                <a:gd name="T63" fmla="*/ 20 h 69"/>
                <a:gd name="T64" fmla="*/ 319 w 586"/>
                <a:gd name="T65" fmla="*/ 49 h 69"/>
                <a:gd name="T66" fmla="*/ 322 w 586"/>
                <a:gd name="T67" fmla="*/ 34 h 69"/>
                <a:gd name="T68" fmla="*/ 368 w 586"/>
                <a:gd name="T69" fmla="*/ 45 h 69"/>
                <a:gd name="T70" fmla="*/ 360 w 586"/>
                <a:gd name="T71" fmla="*/ 52 h 69"/>
                <a:gd name="T72" fmla="*/ 364 w 586"/>
                <a:gd name="T73" fmla="*/ 8 h 69"/>
                <a:gd name="T74" fmla="*/ 378 w 586"/>
                <a:gd name="T75" fmla="*/ 6 h 69"/>
                <a:gd name="T76" fmla="*/ 377 w 586"/>
                <a:gd name="T77" fmla="*/ 22 h 69"/>
                <a:gd name="T78" fmla="*/ 408 w 586"/>
                <a:gd name="T79" fmla="*/ 16 h 69"/>
                <a:gd name="T80" fmla="*/ 433 w 586"/>
                <a:gd name="T81" fmla="*/ 52 h 69"/>
                <a:gd name="T82" fmla="*/ 435 w 586"/>
                <a:gd name="T83" fmla="*/ 6 h 69"/>
                <a:gd name="T84" fmla="*/ 476 w 586"/>
                <a:gd name="T85" fmla="*/ 20 h 69"/>
                <a:gd name="T86" fmla="*/ 468 w 586"/>
                <a:gd name="T87" fmla="*/ 54 h 69"/>
                <a:gd name="T88" fmla="*/ 472 w 586"/>
                <a:gd name="T89" fmla="*/ 24 h 69"/>
                <a:gd name="T90" fmla="*/ 466 w 586"/>
                <a:gd name="T91" fmla="*/ 54 h 69"/>
                <a:gd name="T92" fmla="*/ 454 w 586"/>
                <a:gd name="T93" fmla="*/ 6 h 69"/>
                <a:gd name="T94" fmla="*/ 502 w 586"/>
                <a:gd name="T95" fmla="*/ 5 h 69"/>
                <a:gd name="T96" fmla="*/ 502 w 586"/>
                <a:gd name="T97" fmla="*/ 46 h 69"/>
                <a:gd name="T98" fmla="*/ 495 w 586"/>
                <a:gd name="T99" fmla="*/ 50 h 69"/>
                <a:gd name="T100" fmla="*/ 500 w 586"/>
                <a:gd name="T101" fmla="*/ 19 h 69"/>
                <a:gd name="T102" fmla="*/ 544 w 586"/>
                <a:gd name="T103" fmla="*/ 50 h 69"/>
                <a:gd name="T104" fmla="*/ 538 w 586"/>
                <a:gd name="T105" fmla="*/ 49 h 69"/>
                <a:gd name="T106" fmla="*/ 526 w 586"/>
                <a:gd name="T107" fmla="*/ 52 h 69"/>
                <a:gd name="T108" fmla="*/ 518 w 586"/>
                <a:gd name="T109" fmla="*/ 33 h 69"/>
                <a:gd name="T110" fmla="*/ 524 w 586"/>
                <a:gd name="T111" fmla="*/ 26 h 69"/>
                <a:gd name="T112" fmla="*/ 574 w 586"/>
                <a:gd name="T113" fmla="*/ 31 h 69"/>
                <a:gd name="T114" fmla="*/ 560 w 586"/>
                <a:gd name="T115" fmla="*/ 30 h 69"/>
                <a:gd name="T116" fmla="*/ 580 w 586"/>
                <a:gd name="T117" fmla="*/ 41 h 69"/>
                <a:gd name="T118" fmla="*/ 575 w 586"/>
                <a:gd name="T119" fmla="*/ 52 h 69"/>
                <a:gd name="T120" fmla="*/ 566 w 586"/>
                <a:gd name="T121" fmla="*/ 5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86" h="69">
                  <a:moveTo>
                    <a:pt x="27" y="41"/>
                  </a:moveTo>
                  <a:cubicBezTo>
                    <a:pt x="26" y="45"/>
                    <a:pt x="24" y="49"/>
                    <a:pt x="22" y="51"/>
                  </a:cubicBezTo>
                  <a:cubicBezTo>
                    <a:pt x="19" y="54"/>
                    <a:pt x="16" y="55"/>
                    <a:pt x="13" y="55"/>
                  </a:cubicBezTo>
                  <a:cubicBezTo>
                    <a:pt x="10" y="55"/>
                    <a:pt x="6" y="53"/>
                    <a:pt x="4" y="50"/>
                  </a:cubicBezTo>
                  <a:cubicBezTo>
                    <a:pt x="1" y="47"/>
                    <a:pt x="0" y="42"/>
                    <a:pt x="0" y="37"/>
                  </a:cubicBezTo>
                  <a:cubicBezTo>
                    <a:pt x="0" y="32"/>
                    <a:pt x="1" y="27"/>
                    <a:pt x="4" y="24"/>
                  </a:cubicBezTo>
                  <a:cubicBezTo>
                    <a:pt x="7" y="20"/>
                    <a:pt x="11" y="18"/>
                    <a:pt x="15" y="18"/>
                  </a:cubicBezTo>
                  <a:cubicBezTo>
                    <a:pt x="18" y="18"/>
                    <a:pt x="21" y="19"/>
                    <a:pt x="23" y="21"/>
                  </a:cubicBezTo>
                  <a:cubicBezTo>
                    <a:pt x="25" y="23"/>
                    <a:pt x="26" y="25"/>
                    <a:pt x="26" y="27"/>
                  </a:cubicBezTo>
                  <a:cubicBezTo>
                    <a:pt x="26" y="28"/>
                    <a:pt x="26" y="28"/>
                    <a:pt x="26" y="29"/>
                  </a:cubicBezTo>
                  <a:cubicBezTo>
                    <a:pt x="25" y="30"/>
                    <a:pt x="24" y="30"/>
                    <a:pt x="23" y="30"/>
                  </a:cubicBezTo>
                  <a:cubicBezTo>
                    <a:pt x="22" y="30"/>
                    <a:pt x="21" y="30"/>
                    <a:pt x="20" y="28"/>
                  </a:cubicBezTo>
                  <a:cubicBezTo>
                    <a:pt x="20" y="28"/>
                    <a:pt x="19" y="27"/>
                    <a:pt x="19" y="26"/>
                  </a:cubicBezTo>
                  <a:cubicBezTo>
                    <a:pt x="19" y="24"/>
                    <a:pt x="18" y="23"/>
                    <a:pt x="18" y="22"/>
                  </a:cubicBezTo>
                  <a:cubicBezTo>
                    <a:pt x="17" y="22"/>
                    <a:pt x="16" y="21"/>
                    <a:pt x="14" y="21"/>
                  </a:cubicBezTo>
                  <a:cubicBezTo>
                    <a:pt x="12" y="21"/>
                    <a:pt x="10" y="22"/>
                    <a:pt x="8" y="24"/>
                  </a:cubicBezTo>
                  <a:cubicBezTo>
                    <a:pt x="6" y="26"/>
                    <a:pt x="6" y="30"/>
                    <a:pt x="6" y="34"/>
                  </a:cubicBezTo>
                  <a:cubicBezTo>
                    <a:pt x="6" y="38"/>
                    <a:pt x="6" y="41"/>
                    <a:pt x="8" y="44"/>
                  </a:cubicBezTo>
                  <a:cubicBezTo>
                    <a:pt x="10" y="48"/>
                    <a:pt x="13" y="49"/>
                    <a:pt x="16" y="49"/>
                  </a:cubicBezTo>
                  <a:cubicBezTo>
                    <a:pt x="18" y="49"/>
                    <a:pt x="20" y="48"/>
                    <a:pt x="22" y="47"/>
                  </a:cubicBezTo>
                  <a:cubicBezTo>
                    <a:pt x="24" y="46"/>
                    <a:pt x="25" y="44"/>
                    <a:pt x="27" y="41"/>
                  </a:cubicBezTo>
                  <a:cubicBezTo>
                    <a:pt x="27" y="41"/>
                    <a:pt x="27" y="41"/>
                    <a:pt x="27" y="41"/>
                  </a:cubicBezTo>
                  <a:close/>
                  <a:moveTo>
                    <a:pt x="45" y="1"/>
                  </a:moveTo>
                  <a:cubicBezTo>
                    <a:pt x="45" y="26"/>
                    <a:pt x="45" y="26"/>
                    <a:pt x="45" y="26"/>
                  </a:cubicBezTo>
                  <a:cubicBezTo>
                    <a:pt x="48" y="22"/>
                    <a:pt x="50" y="21"/>
                    <a:pt x="51" y="20"/>
                  </a:cubicBezTo>
                  <a:cubicBezTo>
                    <a:pt x="53" y="19"/>
                    <a:pt x="54" y="18"/>
                    <a:pt x="56" y="18"/>
                  </a:cubicBezTo>
                  <a:cubicBezTo>
                    <a:pt x="58" y="18"/>
                    <a:pt x="60" y="19"/>
                    <a:pt x="61" y="20"/>
                  </a:cubicBezTo>
                  <a:cubicBezTo>
                    <a:pt x="62" y="21"/>
                    <a:pt x="63" y="23"/>
                    <a:pt x="64" y="25"/>
                  </a:cubicBezTo>
                  <a:cubicBezTo>
                    <a:pt x="64" y="27"/>
                    <a:pt x="64" y="30"/>
                    <a:pt x="64" y="34"/>
                  </a:cubicBezTo>
                  <a:cubicBezTo>
                    <a:pt x="64" y="46"/>
                    <a:pt x="64" y="46"/>
                    <a:pt x="64" y="46"/>
                  </a:cubicBezTo>
                  <a:cubicBezTo>
                    <a:pt x="64" y="48"/>
                    <a:pt x="64" y="50"/>
                    <a:pt x="65" y="50"/>
                  </a:cubicBezTo>
                  <a:cubicBezTo>
                    <a:pt x="65" y="51"/>
                    <a:pt x="66" y="52"/>
                    <a:pt x="66" y="52"/>
                  </a:cubicBezTo>
                  <a:cubicBezTo>
                    <a:pt x="66" y="52"/>
                    <a:pt x="68" y="52"/>
                    <a:pt x="69" y="52"/>
                  </a:cubicBezTo>
                  <a:cubicBezTo>
                    <a:pt x="69" y="54"/>
                    <a:pt x="69" y="54"/>
                    <a:pt x="69" y="54"/>
                  </a:cubicBezTo>
                  <a:cubicBezTo>
                    <a:pt x="53" y="54"/>
                    <a:pt x="53" y="54"/>
                    <a:pt x="53" y="54"/>
                  </a:cubicBezTo>
                  <a:cubicBezTo>
                    <a:pt x="53" y="52"/>
                    <a:pt x="53" y="52"/>
                    <a:pt x="53" y="52"/>
                  </a:cubicBezTo>
                  <a:cubicBezTo>
                    <a:pt x="54" y="52"/>
                    <a:pt x="54" y="52"/>
                    <a:pt x="54" y="52"/>
                  </a:cubicBezTo>
                  <a:cubicBezTo>
                    <a:pt x="56" y="52"/>
                    <a:pt x="56" y="52"/>
                    <a:pt x="57" y="52"/>
                  </a:cubicBezTo>
                  <a:cubicBezTo>
                    <a:pt x="58" y="51"/>
                    <a:pt x="58" y="50"/>
                    <a:pt x="58" y="50"/>
                  </a:cubicBezTo>
                  <a:cubicBezTo>
                    <a:pt x="58" y="49"/>
                    <a:pt x="58" y="48"/>
                    <a:pt x="58" y="46"/>
                  </a:cubicBezTo>
                  <a:cubicBezTo>
                    <a:pt x="58" y="34"/>
                    <a:pt x="58" y="34"/>
                    <a:pt x="58" y="34"/>
                  </a:cubicBezTo>
                  <a:cubicBezTo>
                    <a:pt x="58" y="30"/>
                    <a:pt x="58" y="28"/>
                    <a:pt x="58" y="27"/>
                  </a:cubicBezTo>
                  <a:cubicBezTo>
                    <a:pt x="58" y="26"/>
                    <a:pt x="57" y="25"/>
                    <a:pt x="56" y="24"/>
                  </a:cubicBezTo>
                  <a:cubicBezTo>
                    <a:pt x="56" y="24"/>
                    <a:pt x="55" y="23"/>
                    <a:pt x="54" y="23"/>
                  </a:cubicBezTo>
                  <a:cubicBezTo>
                    <a:pt x="52" y="23"/>
                    <a:pt x="51" y="24"/>
                    <a:pt x="50" y="24"/>
                  </a:cubicBezTo>
                  <a:cubicBezTo>
                    <a:pt x="49" y="25"/>
                    <a:pt x="47" y="26"/>
                    <a:pt x="46" y="28"/>
                  </a:cubicBezTo>
                  <a:cubicBezTo>
                    <a:pt x="46" y="46"/>
                    <a:pt x="46" y="46"/>
                    <a:pt x="46" y="46"/>
                  </a:cubicBezTo>
                  <a:cubicBezTo>
                    <a:pt x="46" y="48"/>
                    <a:pt x="46" y="50"/>
                    <a:pt x="46" y="50"/>
                  </a:cubicBezTo>
                  <a:cubicBezTo>
                    <a:pt x="46" y="51"/>
                    <a:pt x="47" y="52"/>
                    <a:pt x="47" y="52"/>
                  </a:cubicBezTo>
                  <a:cubicBezTo>
                    <a:pt x="48" y="52"/>
                    <a:pt x="49" y="52"/>
                    <a:pt x="51" y="52"/>
                  </a:cubicBezTo>
                  <a:cubicBezTo>
                    <a:pt x="51" y="54"/>
                    <a:pt x="51" y="54"/>
                    <a:pt x="51" y="54"/>
                  </a:cubicBezTo>
                  <a:cubicBezTo>
                    <a:pt x="34" y="54"/>
                    <a:pt x="34" y="54"/>
                    <a:pt x="34" y="54"/>
                  </a:cubicBezTo>
                  <a:cubicBezTo>
                    <a:pt x="34" y="52"/>
                    <a:pt x="34" y="52"/>
                    <a:pt x="34" y="52"/>
                  </a:cubicBezTo>
                  <a:cubicBezTo>
                    <a:pt x="36" y="52"/>
                    <a:pt x="37" y="52"/>
                    <a:pt x="38" y="52"/>
                  </a:cubicBezTo>
                  <a:cubicBezTo>
                    <a:pt x="38" y="51"/>
                    <a:pt x="39" y="51"/>
                    <a:pt x="39" y="50"/>
                  </a:cubicBezTo>
                  <a:cubicBezTo>
                    <a:pt x="40" y="49"/>
                    <a:pt x="40" y="48"/>
                    <a:pt x="40" y="46"/>
                  </a:cubicBezTo>
                  <a:cubicBezTo>
                    <a:pt x="40" y="15"/>
                    <a:pt x="40" y="15"/>
                    <a:pt x="40" y="15"/>
                  </a:cubicBezTo>
                  <a:cubicBezTo>
                    <a:pt x="40" y="11"/>
                    <a:pt x="40" y="8"/>
                    <a:pt x="39" y="8"/>
                  </a:cubicBezTo>
                  <a:cubicBezTo>
                    <a:pt x="39" y="7"/>
                    <a:pt x="39" y="6"/>
                    <a:pt x="38" y="6"/>
                  </a:cubicBezTo>
                  <a:cubicBezTo>
                    <a:pt x="38" y="5"/>
                    <a:pt x="38" y="5"/>
                    <a:pt x="37" y="5"/>
                  </a:cubicBezTo>
                  <a:cubicBezTo>
                    <a:pt x="36" y="5"/>
                    <a:pt x="36" y="5"/>
                    <a:pt x="34" y="6"/>
                  </a:cubicBezTo>
                  <a:cubicBezTo>
                    <a:pt x="34" y="4"/>
                    <a:pt x="34" y="4"/>
                    <a:pt x="34" y="4"/>
                  </a:cubicBezTo>
                  <a:cubicBezTo>
                    <a:pt x="44" y="0"/>
                    <a:pt x="44" y="0"/>
                    <a:pt x="44" y="0"/>
                  </a:cubicBezTo>
                  <a:cubicBezTo>
                    <a:pt x="45" y="1"/>
                    <a:pt x="45" y="1"/>
                    <a:pt x="45" y="1"/>
                  </a:cubicBezTo>
                  <a:close/>
                  <a:moveTo>
                    <a:pt x="85" y="26"/>
                  </a:moveTo>
                  <a:cubicBezTo>
                    <a:pt x="89" y="21"/>
                    <a:pt x="92" y="19"/>
                    <a:pt x="96" y="19"/>
                  </a:cubicBezTo>
                  <a:cubicBezTo>
                    <a:pt x="97" y="19"/>
                    <a:pt x="99" y="19"/>
                    <a:pt x="100" y="20"/>
                  </a:cubicBezTo>
                  <a:cubicBezTo>
                    <a:pt x="102" y="21"/>
                    <a:pt x="103" y="22"/>
                    <a:pt x="104" y="24"/>
                  </a:cubicBezTo>
                  <a:cubicBezTo>
                    <a:pt x="104" y="26"/>
                    <a:pt x="104" y="28"/>
                    <a:pt x="104" y="31"/>
                  </a:cubicBezTo>
                  <a:cubicBezTo>
                    <a:pt x="104" y="46"/>
                    <a:pt x="104" y="46"/>
                    <a:pt x="104" y="46"/>
                  </a:cubicBezTo>
                  <a:cubicBezTo>
                    <a:pt x="104" y="48"/>
                    <a:pt x="104" y="49"/>
                    <a:pt x="105" y="50"/>
                  </a:cubicBezTo>
                  <a:cubicBezTo>
                    <a:pt x="105" y="51"/>
                    <a:pt x="106" y="51"/>
                    <a:pt x="106" y="52"/>
                  </a:cubicBezTo>
                  <a:cubicBezTo>
                    <a:pt x="106" y="52"/>
                    <a:pt x="108" y="52"/>
                    <a:pt x="109" y="52"/>
                  </a:cubicBezTo>
                  <a:cubicBezTo>
                    <a:pt x="109" y="53"/>
                    <a:pt x="109" y="53"/>
                    <a:pt x="109" y="53"/>
                  </a:cubicBezTo>
                  <a:cubicBezTo>
                    <a:pt x="93" y="53"/>
                    <a:pt x="93" y="53"/>
                    <a:pt x="93" y="53"/>
                  </a:cubicBezTo>
                  <a:cubicBezTo>
                    <a:pt x="93" y="52"/>
                    <a:pt x="93" y="52"/>
                    <a:pt x="93" y="52"/>
                  </a:cubicBezTo>
                  <a:cubicBezTo>
                    <a:pt x="94" y="52"/>
                    <a:pt x="94" y="52"/>
                    <a:pt x="94" y="52"/>
                  </a:cubicBezTo>
                  <a:cubicBezTo>
                    <a:pt x="96" y="52"/>
                    <a:pt x="96" y="52"/>
                    <a:pt x="97" y="51"/>
                  </a:cubicBezTo>
                  <a:cubicBezTo>
                    <a:pt x="98" y="51"/>
                    <a:pt x="98" y="50"/>
                    <a:pt x="98" y="49"/>
                  </a:cubicBezTo>
                  <a:cubicBezTo>
                    <a:pt x="98" y="49"/>
                    <a:pt x="98" y="48"/>
                    <a:pt x="98" y="46"/>
                  </a:cubicBezTo>
                  <a:cubicBezTo>
                    <a:pt x="98" y="32"/>
                    <a:pt x="98" y="32"/>
                    <a:pt x="98" y="32"/>
                  </a:cubicBezTo>
                  <a:cubicBezTo>
                    <a:pt x="98" y="28"/>
                    <a:pt x="98" y="26"/>
                    <a:pt x="97" y="25"/>
                  </a:cubicBezTo>
                  <a:cubicBezTo>
                    <a:pt x="96" y="24"/>
                    <a:pt x="95" y="23"/>
                    <a:pt x="93" y="23"/>
                  </a:cubicBezTo>
                  <a:cubicBezTo>
                    <a:pt x="90" y="23"/>
                    <a:pt x="88" y="24"/>
                    <a:pt x="85" y="28"/>
                  </a:cubicBezTo>
                  <a:cubicBezTo>
                    <a:pt x="85" y="46"/>
                    <a:pt x="85" y="46"/>
                    <a:pt x="85" y="46"/>
                  </a:cubicBezTo>
                  <a:cubicBezTo>
                    <a:pt x="85" y="48"/>
                    <a:pt x="85" y="49"/>
                    <a:pt x="85" y="50"/>
                  </a:cubicBezTo>
                  <a:cubicBezTo>
                    <a:pt x="86" y="51"/>
                    <a:pt x="86" y="51"/>
                    <a:pt x="86" y="52"/>
                  </a:cubicBezTo>
                  <a:cubicBezTo>
                    <a:pt x="87" y="52"/>
                    <a:pt x="88" y="52"/>
                    <a:pt x="90" y="52"/>
                  </a:cubicBezTo>
                  <a:cubicBezTo>
                    <a:pt x="90" y="53"/>
                    <a:pt x="90" y="53"/>
                    <a:pt x="90" y="53"/>
                  </a:cubicBezTo>
                  <a:cubicBezTo>
                    <a:pt x="74" y="53"/>
                    <a:pt x="74" y="53"/>
                    <a:pt x="74" y="53"/>
                  </a:cubicBezTo>
                  <a:cubicBezTo>
                    <a:pt x="74" y="52"/>
                    <a:pt x="74" y="52"/>
                    <a:pt x="74" y="52"/>
                  </a:cubicBezTo>
                  <a:cubicBezTo>
                    <a:pt x="75" y="52"/>
                    <a:pt x="75" y="52"/>
                    <a:pt x="75" y="52"/>
                  </a:cubicBezTo>
                  <a:cubicBezTo>
                    <a:pt x="76" y="52"/>
                    <a:pt x="78" y="52"/>
                    <a:pt x="78" y="51"/>
                  </a:cubicBezTo>
                  <a:cubicBezTo>
                    <a:pt x="78" y="50"/>
                    <a:pt x="79" y="48"/>
                    <a:pt x="79" y="46"/>
                  </a:cubicBezTo>
                  <a:cubicBezTo>
                    <a:pt x="79" y="33"/>
                    <a:pt x="79" y="33"/>
                    <a:pt x="79" y="33"/>
                  </a:cubicBezTo>
                  <a:cubicBezTo>
                    <a:pt x="79" y="29"/>
                    <a:pt x="79" y="26"/>
                    <a:pt x="78" y="25"/>
                  </a:cubicBezTo>
                  <a:cubicBezTo>
                    <a:pt x="78" y="24"/>
                    <a:pt x="78" y="24"/>
                    <a:pt x="78" y="23"/>
                  </a:cubicBezTo>
                  <a:cubicBezTo>
                    <a:pt x="77" y="23"/>
                    <a:pt x="77" y="23"/>
                    <a:pt x="76" y="23"/>
                  </a:cubicBezTo>
                  <a:cubicBezTo>
                    <a:pt x="75" y="23"/>
                    <a:pt x="74" y="23"/>
                    <a:pt x="74" y="23"/>
                  </a:cubicBezTo>
                  <a:cubicBezTo>
                    <a:pt x="73" y="22"/>
                    <a:pt x="73" y="22"/>
                    <a:pt x="73" y="22"/>
                  </a:cubicBezTo>
                  <a:cubicBezTo>
                    <a:pt x="83" y="18"/>
                    <a:pt x="83" y="18"/>
                    <a:pt x="83" y="18"/>
                  </a:cubicBezTo>
                  <a:cubicBezTo>
                    <a:pt x="85" y="18"/>
                    <a:pt x="85" y="18"/>
                    <a:pt x="85" y="18"/>
                  </a:cubicBezTo>
                  <a:cubicBezTo>
                    <a:pt x="85" y="26"/>
                    <a:pt x="85" y="26"/>
                    <a:pt x="85" y="26"/>
                  </a:cubicBezTo>
                  <a:close/>
                  <a:moveTo>
                    <a:pt x="132" y="19"/>
                  </a:moveTo>
                  <a:cubicBezTo>
                    <a:pt x="136" y="19"/>
                    <a:pt x="140" y="21"/>
                    <a:pt x="144" y="25"/>
                  </a:cubicBezTo>
                  <a:cubicBezTo>
                    <a:pt x="146" y="28"/>
                    <a:pt x="148" y="32"/>
                    <a:pt x="148" y="36"/>
                  </a:cubicBezTo>
                  <a:cubicBezTo>
                    <a:pt x="148" y="40"/>
                    <a:pt x="147" y="42"/>
                    <a:pt x="146" y="46"/>
                  </a:cubicBezTo>
                  <a:cubicBezTo>
                    <a:pt x="144" y="49"/>
                    <a:pt x="142" y="51"/>
                    <a:pt x="140" y="53"/>
                  </a:cubicBezTo>
                  <a:cubicBezTo>
                    <a:pt x="137" y="54"/>
                    <a:pt x="134" y="55"/>
                    <a:pt x="131" y="55"/>
                  </a:cubicBezTo>
                  <a:cubicBezTo>
                    <a:pt x="126" y="55"/>
                    <a:pt x="122" y="53"/>
                    <a:pt x="120" y="49"/>
                  </a:cubicBezTo>
                  <a:cubicBezTo>
                    <a:pt x="117" y="46"/>
                    <a:pt x="116" y="42"/>
                    <a:pt x="116" y="38"/>
                  </a:cubicBezTo>
                  <a:cubicBezTo>
                    <a:pt x="116" y="34"/>
                    <a:pt x="117" y="31"/>
                    <a:pt x="118" y="28"/>
                  </a:cubicBezTo>
                  <a:cubicBezTo>
                    <a:pt x="120" y="26"/>
                    <a:pt x="122" y="23"/>
                    <a:pt x="124" y="22"/>
                  </a:cubicBezTo>
                  <a:cubicBezTo>
                    <a:pt x="126" y="20"/>
                    <a:pt x="129" y="19"/>
                    <a:pt x="132" y="19"/>
                  </a:cubicBezTo>
                  <a:close/>
                  <a:moveTo>
                    <a:pt x="130" y="21"/>
                  </a:moveTo>
                  <a:cubicBezTo>
                    <a:pt x="129" y="21"/>
                    <a:pt x="128" y="22"/>
                    <a:pt x="127" y="22"/>
                  </a:cubicBezTo>
                  <a:cubicBezTo>
                    <a:pt x="126" y="23"/>
                    <a:pt x="124" y="24"/>
                    <a:pt x="124" y="26"/>
                  </a:cubicBezTo>
                  <a:cubicBezTo>
                    <a:pt x="123" y="28"/>
                    <a:pt x="122" y="31"/>
                    <a:pt x="122" y="34"/>
                  </a:cubicBezTo>
                  <a:cubicBezTo>
                    <a:pt x="122" y="39"/>
                    <a:pt x="123" y="43"/>
                    <a:pt x="125" y="47"/>
                  </a:cubicBezTo>
                  <a:cubicBezTo>
                    <a:pt x="127" y="50"/>
                    <a:pt x="130" y="52"/>
                    <a:pt x="133" y="52"/>
                  </a:cubicBezTo>
                  <a:cubicBezTo>
                    <a:pt x="135" y="52"/>
                    <a:pt x="137" y="51"/>
                    <a:pt x="138" y="49"/>
                  </a:cubicBezTo>
                  <a:cubicBezTo>
                    <a:pt x="140" y="47"/>
                    <a:pt x="141" y="44"/>
                    <a:pt x="141" y="39"/>
                  </a:cubicBezTo>
                  <a:cubicBezTo>
                    <a:pt x="141" y="33"/>
                    <a:pt x="140" y="28"/>
                    <a:pt x="137" y="25"/>
                  </a:cubicBezTo>
                  <a:cubicBezTo>
                    <a:pt x="135" y="22"/>
                    <a:pt x="133" y="21"/>
                    <a:pt x="130" y="21"/>
                  </a:cubicBezTo>
                  <a:close/>
                  <a:moveTo>
                    <a:pt x="167" y="1"/>
                  </a:moveTo>
                  <a:cubicBezTo>
                    <a:pt x="167" y="46"/>
                    <a:pt x="167" y="46"/>
                    <a:pt x="167" y="46"/>
                  </a:cubicBezTo>
                  <a:cubicBezTo>
                    <a:pt x="167" y="48"/>
                    <a:pt x="167" y="50"/>
                    <a:pt x="168" y="50"/>
                  </a:cubicBezTo>
                  <a:cubicBezTo>
                    <a:pt x="168" y="51"/>
                    <a:pt x="168" y="52"/>
                    <a:pt x="169" y="52"/>
                  </a:cubicBezTo>
                  <a:cubicBezTo>
                    <a:pt x="170" y="52"/>
                    <a:pt x="170" y="52"/>
                    <a:pt x="172" y="52"/>
                  </a:cubicBezTo>
                  <a:cubicBezTo>
                    <a:pt x="172" y="54"/>
                    <a:pt x="172" y="54"/>
                    <a:pt x="172" y="54"/>
                  </a:cubicBezTo>
                  <a:cubicBezTo>
                    <a:pt x="156" y="54"/>
                    <a:pt x="156" y="54"/>
                    <a:pt x="156" y="54"/>
                  </a:cubicBezTo>
                  <a:cubicBezTo>
                    <a:pt x="156" y="52"/>
                    <a:pt x="156" y="52"/>
                    <a:pt x="156" y="52"/>
                  </a:cubicBezTo>
                  <a:cubicBezTo>
                    <a:pt x="158" y="52"/>
                    <a:pt x="159" y="52"/>
                    <a:pt x="160" y="52"/>
                  </a:cubicBezTo>
                  <a:cubicBezTo>
                    <a:pt x="160" y="52"/>
                    <a:pt x="160" y="51"/>
                    <a:pt x="161" y="50"/>
                  </a:cubicBezTo>
                  <a:cubicBezTo>
                    <a:pt x="161" y="50"/>
                    <a:pt x="161" y="48"/>
                    <a:pt x="161" y="46"/>
                  </a:cubicBezTo>
                  <a:cubicBezTo>
                    <a:pt x="161" y="15"/>
                    <a:pt x="161" y="15"/>
                    <a:pt x="161" y="15"/>
                  </a:cubicBezTo>
                  <a:cubicBezTo>
                    <a:pt x="161" y="11"/>
                    <a:pt x="161" y="9"/>
                    <a:pt x="161" y="8"/>
                  </a:cubicBezTo>
                  <a:cubicBezTo>
                    <a:pt x="161" y="7"/>
                    <a:pt x="160" y="6"/>
                    <a:pt x="160" y="6"/>
                  </a:cubicBezTo>
                  <a:cubicBezTo>
                    <a:pt x="160" y="6"/>
                    <a:pt x="159" y="6"/>
                    <a:pt x="158" y="6"/>
                  </a:cubicBezTo>
                  <a:cubicBezTo>
                    <a:pt x="158" y="6"/>
                    <a:pt x="157" y="6"/>
                    <a:pt x="156" y="6"/>
                  </a:cubicBezTo>
                  <a:cubicBezTo>
                    <a:pt x="155" y="5"/>
                    <a:pt x="155" y="5"/>
                    <a:pt x="155" y="5"/>
                  </a:cubicBezTo>
                  <a:cubicBezTo>
                    <a:pt x="165" y="1"/>
                    <a:pt x="165" y="1"/>
                    <a:pt x="165" y="1"/>
                  </a:cubicBezTo>
                  <a:cubicBezTo>
                    <a:pt x="167" y="1"/>
                    <a:pt x="167" y="1"/>
                    <a:pt x="167" y="1"/>
                  </a:cubicBezTo>
                  <a:cubicBezTo>
                    <a:pt x="167" y="1"/>
                    <a:pt x="167" y="1"/>
                    <a:pt x="167" y="1"/>
                  </a:cubicBezTo>
                  <a:close/>
                  <a:moveTo>
                    <a:pt x="196" y="19"/>
                  </a:moveTo>
                  <a:cubicBezTo>
                    <a:pt x="201" y="19"/>
                    <a:pt x="205" y="21"/>
                    <a:pt x="208" y="25"/>
                  </a:cubicBezTo>
                  <a:cubicBezTo>
                    <a:pt x="210" y="28"/>
                    <a:pt x="212" y="32"/>
                    <a:pt x="212" y="36"/>
                  </a:cubicBezTo>
                  <a:cubicBezTo>
                    <a:pt x="212" y="40"/>
                    <a:pt x="211" y="42"/>
                    <a:pt x="210" y="46"/>
                  </a:cubicBezTo>
                  <a:cubicBezTo>
                    <a:pt x="209" y="49"/>
                    <a:pt x="207" y="51"/>
                    <a:pt x="204" y="53"/>
                  </a:cubicBezTo>
                  <a:cubicBezTo>
                    <a:pt x="202" y="54"/>
                    <a:pt x="199" y="55"/>
                    <a:pt x="196" y="55"/>
                  </a:cubicBezTo>
                  <a:cubicBezTo>
                    <a:pt x="191" y="55"/>
                    <a:pt x="187" y="53"/>
                    <a:pt x="184" y="49"/>
                  </a:cubicBezTo>
                  <a:cubicBezTo>
                    <a:pt x="182" y="46"/>
                    <a:pt x="181" y="42"/>
                    <a:pt x="181" y="38"/>
                  </a:cubicBezTo>
                  <a:cubicBezTo>
                    <a:pt x="181" y="34"/>
                    <a:pt x="182" y="31"/>
                    <a:pt x="183" y="28"/>
                  </a:cubicBezTo>
                  <a:cubicBezTo>
                    <a:pt x="185" y="26"/>
                    <a:pt x="187" y="23"/>
                    <a:pt x="189" y="22"/>
                  </a:cubicBezTo>
                  <a:cubicBezTo>
                    <a:pt x="190" y="20"/>
                    <a:pt x="193" y="19"/>
                    <a:pt x="196" y="19"/>
                  </a:cubicBezTo>
                  <a:close/>
                  <a:moveTo>
                    <a:pt x="195" y="21"/>
                  </a:moveTo>
                  <a:cubicBezTo>
                    <a:pt x="194" y="21"/>
                    <a:pt x="192" y="22"/>
                    <a:pt x="191" y="22"/>
                  </a:cubicBezTo>
                  <a:cubicBezTo>
                    <a:pt x="190" y="23"/>
                    <a:pt x="188" y="24"/>
                    <a:pt x="188" y="26"/>
                  </a:cubicBezTo>
                  <a:cubicBezTo>
                    <a:pt x="187" y="28"/>
                    <a:pt x="186" y="31"/>
                    <a:pt x="186" y="34"/>
                  </a:cubicBezTo>
                  <a:cubicBezTo>
                    <a:pt x="186" y="39"/>
                    <a:pt x="187" y="43"/>
                    <a:pt x="189" y="47"/>
                  </a:cubicBezTo>
                  <a:cubicBezTo>
                    <a:pt x="191" y="50"/>
                    <a:pt x="194" y="52"/>
                    <a:pt x="197" y="52"/>
                  </a:cubicBezTo>
                  <a:cubicBezTo>
                    <a:pt x="199" y="52"/>
                    <a:pt x="201" y="51"/>
                    <a:pt x="202" y="49"/>
                  </a:cubicBezTo>
                  <a:cubicBezTo>
                    <a:pt x="204" y="47"/>
                    <a:pt x="205" y="44"/>
                    <a:pt x="205" y="39"/>
                  </a:cubicBezTo>
                  <a:cubicBezTo>
                    <a:pt x="205" y="33"/>
                    <a:pt x="204" y="28"/>
                    <a:pt x="201" y="25"/>
                  </a:cubicBezTo>
                  <a:cubicBezTo>
                    <a:pt x="200" y="22"/>
                    <a:pt x="197" y="21"/>
                    <a:pt x="195" y="21"/>
                  </a:cubicBezTo>
                  <a:close/>
                  <a:moveTo>
                    <a:pt x="229" y="41"/>
                  </a:moveTo>
                  <a:cubicBezTo>
                    <a:pt x="227" y="40"/>
                    <a:pt x="225" y="39"/>
                    <a:pt x="224" y="37"/>
                  </a:cubicBezTo>
                  <a:cubicBezTo>
                    <a:pt x="223" y="35"/>
                    <a:pt x="222" y="33"/>
                    <a:pt x="222" y="31"/>
                  </a:cubicBezTo>
                  <a:cubicBezTo>
                    <a:pt x="222" y="28"/>
                    <a:pt x="224" y="24"/>
                    <a:pt x="226" y="22"/>
                  </a:cubicBezTo>
                  <a:cubicBezTo>
                    <a:pt x="228" y="20"/>
                    <a:pt x="232" y="18"/>
                    <a:pt x="235" y="18"/>
                  </a:cubicBezTo>
                  <a:cubicBezTo>
                    <a:pt x="238" y="18"/>
                    <a:pt x="241" y="19"/>
                    <a:pt x="243" y="21"/>
                  </a:cubicBezTo>
                  <a:cubicBezTo>
                    <a:pt x="250" y="21"/>
                    <a:pt x="250" y="21"/>
                    <a:pt x="250" y="21"/>
                  </a:cubicBezTo>
                  <a:cubicBezTo>
                    <a:pt x="251" y="21"/>
                    <a:pt x="252" y="21"/>
                    <a:pt x="252" y="21"/>
                  </a:cubicBezTo>
                  <a:cubicBezTo>
                    <a:pt x="252" y="21"/>
                    <a:pt x="252" y="21"/>
                    <a:pt x="252" y="21"/>
                  </a:cubicBezTo>
                  <a:cubicBezTo>
                    <a:pt x="252" y="22"/>
                    <a:pt x="252" y="22"/>
                    <a:pt x="252" y="22"/>
                  </a:cubicBezTo>
                  <a:cubicBezTo>
                    <a:pt x="252" y="23"/>
                    <a:pt x="252" y="24"/>
                    <a:pt x="252" y="24"/>
                  </a:cubicBezTo>
                  <a:cubicBezTo>
                    <a:pt x="252" y="24"/>
                    <a:pt x="252" y="24"/>
                    <a:pt x="252" y="24"/>
                  </a:cubicBezTo>
                  <a:cubicBezTo>
                    <a:pt x="252" y="24"/>
                    <a:pt x="251" y="24"/>
                    <a:pt x="250" y="24"/>
                  </a:cubicBezTo>
                  <a:cubicBezTo>
                    <a:pt x="246" y="24"/>
                    <a:pt x="246" y="24"/>
                    <a:pt x="246" y="24"/>
                  </a:cubicBezTo>
                  <a:cubicBezTo>
                    <a:pt x="247" y="26"/>
                    <a:pt x="248" y="28"/>
                    <a:pt x="248" y="31"/>
                  </a:cubicBezTo>
                  <a:cubicBezTo>
                    <a:pt x="248" y="34"/>
                    <a:pt x="246" y="37"/>
                    <a:pt x="244" y="39"/>
                  </a:cubicBezTo>
                  <a:cubicBezTo>
                    <a:pt x="242" y="41"/>
                    <a:pt x="238" y="42"/>
                    <a:pt x="235" y="42"/>
                  </a:cubicBezTo>
                  <a:cubicBezTo>
                    <a:pt x="233" y="42"/>
                    <a:pt x="232" y="42"/>
                    <a:pt x="230" y="41"/>
                  </a:cubicBezTo>
                  <a:cubicBezTo>
                    <a:pt x="229" y="42"/>
                    <a:pt x="228" y="43"/>
                    <a:pt x="228" y="44"/>
                  </a:cubicBezTo>
                  <a:cubicBezTo>
                    <a:pt x="228" y="44"/>
                    <a:pt x="228" y="45"/>
                    <a:pt x="228" y="45"/>
                  </a:cubicBezTo>
                  <a:cubicBezTo>
                    <a:pt x="228" y="46"/>
                    <a:pt x="228" y="46"/>
                    <a:pt x="228" y="46"/>
                  </a:cubicBezTo>
                  <a:cubicBezTo>
                    <a:pt x="228" y="47"/>
                    <a:pt x="229" y="47"/>
                    <a:pt x="230" y="47"/>
                  </a:cubicBezTo>
                  <a:cubicBezTo>
                    <a:pt x="231" y="47"/>
                    <a:pt x="233" y="47"/>
                    <a:pt x="236" y="48"/>
                  </a:cubicBezTo>
                  <a:cubicBezTo>
                    <a:pt x="240" y="48"/>
                    <a:pt x="244" y="48"/>
                    <a:pt x="245" y="48"/>
                  </a:cubicBezTo>
                  <a:cubicBezTo>
                    <a:pt x="248" y="48"/>
                    <a:pt x="249" y="49"/>
                    <a:pt x="250" y="50"/>
                  </a:cubicBezTo>
                  <a:cubicBezTo>
                    <a:pt x="252" y="52"/>
                    <a:pt x="252" y="54"/>
                    <a:pt x="252" y="56"/>
                  </a:cubicBezTo>
                  <a:cubicBezTo>
                    <a:pt x="252" y="58"/>
                    <a:pt x="251" y="61"/>
                    <a:pt x="249" y="64"/>
                  </a:cubicBezTo>
                  <a:cubicBezTo>
                    <a:pt x="245" y="67"/>
                    <a:pt x="240" y="69"/>
                    <a:pt x="234" y="69"/>
                  </a:cubicBezTo>
                  <a:cubicBezTo>
                    <a:pt x="230" y="69"/>
                    <a:pt x="226" y="68"/>
                    <a:pt x="223" y="66"/>
                  </a:cubicBezTo>
                  <a:cubicBezTo>
                    <a:pt x="221" y="65"/>
                    <a:pt x="220" y="64"/>
                    <a:pt x="220" y="62"/>
                  </a:cubicBezTo>
                  <a:cubicBezTo>
                    <a:pt x="220" y="62"/>
                    <a:pt x="220" y="61"/>
                    <a:pt x="220" y="60"/>
                  </a:cubicBezTo>
                  <a:cubicBezTo>
                    <a:pt x="221" y="60"/>
                    <a:pt x="222" y="58"/>
                    <a:pt x="223" y="56"/>
                  </a:cubicBezTo>
                  <a:cubicBezTo>
                    <a:pt x="223" y="56"/>
                    <a:pt x="224" y="55"/>
                    <a:pt x="226" y="52"/>
                  </a:cubicBezTo>
                  <a:cubicBezTo>
                    <a:pt x="225" y="52"/>
                    <a:pt x="224" y="51"/>
                    <a:pt x="224" y="50"/>
                  </a:cubicBezTo>
                  <a:cubicBezTo>
                    <a:pt x="223" y="50"/>
                    <a:pt x="223" y="49"/>
                    <a:pt x="223" y="48"/>
                  </a:cubicBezTo>
                  <a:cubicBezTo>
                    <a:pt x="223" y="48"/>
                    <a:pt x="223" y="46"/>
                    <a:pt x="224" y="45"/>
                  </a:cubicBezTo>
                  <a:cubicBezTo>
                    <a:pt x="225" y="45"/>
                    <a:pt x="226" y="44"/>
                    <a:pt x="229" y="41"/>
                  </a:cubicBezTo>
                  <a:close/>
                  <a:moveTo>
                    <a:pt x="235" y="20"/>
                  </a:moveTo>
                  <a:cubicBezTo>
                    <a:pt x="233" y="20"/>
                    <a:pt x="232" y="21"/>
                    <a:pt x="230" y="22"/>
                  </a:cubicBezTo>
                  <a:cubicBezTo>
                    <a:pt x="229" y="24"/>
                    <a:pt x="229" y="26"/>
                    <a:pt x="229" y="29"/>
                  </a:cubicBezTo>
                  <a:cubicBezTo>
                    <a:pt x="229" y="33"/>
                    <a:pt x="230" y="36"/>
                    <a:pt x="231" y="38"/>
                  </a:cubicBezTo>
                  <a:cubicBezTo>
                    <a:pt x="232" y="40"/>
                    <a:pt x="234" y="41"/>
                    <a:pt x="236" y="41"/>
                  </a:cubicBezTo>
                  <a:cubicBezTo>
                    <a:pt x="238" y="41"/>
                    <a:pt x="239" y="40"/>
                    <a:pt x="240" y="39"/>
                  </a:cubicBezTo>
                  <a:cubicBezTo>
                    <a:pt x="242" y="37"/>
                    <a:pt x="242" y="35"/>
                    <a:pt x="242" y="32"/>
                  </a:cubicBezTo>
                  <a:cubicBezTo>
                    <a:pt x="242" y="28"/>
                    <a:pt x="241" y="25"/>
                    <a:pt x="240" y="23"/>
                  </a:cubicBezTo>
                  <a:cubicBezTo>
                    <a:pt x="238" y="21"/>
                    <a:pt x="237" y="20"/>
                    <a:pt x="235" y="20"/>
                  </a:cubicBezTo>
                  <a:close/>
                  <a:moveTo>
                    <a:pt x="228" y="54"/>
                  </a:moveTo>
                  <a:cubicBezTo>
                    <a:pt x="227" y="55"/>
                    <a:pt x="226" y="56"/>
                    <a:pt x="226" y="57"/>
                  </a:cubicBezTo>
                  <a:cubicBezTo>
                    <a:pt x="226" y="58"/>
                    <a:pt x="225" y="59"/>
                    <a:pt x="225" y="60"/>
                  </a:cubicBezTo>
                  <a:cubicBezTo>
                    <a:pt x="225" y="62"/>
                    <a:pt x="226" y="63"/>
                    <a:pt x="227" y="64"/>
                  </a:cubicBezTo>
                  <a:cubicBezTo>
                    <a:pt x="230" y="65"/>
                    <a:pt x="233" y="66"/>
                    <a:pt x="238" y="66"/>
                  </a:cubicBezTo>
                  <a:cubicBezTo>
                    <a:pt x="242" y="66"/>
                    <a:pt x="245" y="65"/>
                    <a:pt x="247" y="64"/>
                  </a:cubicBezTo>
                  <a:cubicBezTo>
                    <a:pt x="249" y="62"/>
                    <a:pt x="250" y="60"/>
                    <a:pt x="250" y="58"/>
                  </a:cubicBezTo>
                  <a:cubicBezTo>
                    <a:pt x="250" y="57"/>
                    <a:pt x="250" y="56"/>
                    <a:pt x="248" y="56"/>
                  </a:cubicBezTo>
                  <a:cubicBezTo>
                    <a:pt x="247" y="55"/>
                    <a:pt x="245" y="55"/>
                    <a:pt x="241" y="55"/>
                  </a:cubicBezTo>
                  <a:cubicBezTo>
                    <a:pt x="236" y="54"/>
                    <a:pt x="231" y="54"/>
                    <a:pt x="228" y="54"/>
                  </a:cubicBezTo>
                  <a:close/>
                  <a:moveTo>
                    <a:pt x="258" y="20"/>
                  </a:moveTo>
                  <a:cubicBezTo>
                    <a:pt x="274" y="20"/>
                    <a:pt x="274" y="20"/>
                    <a:pt x="274" y="20"/>
                  </a:cubicBezTo>
                  <a:cubicBezTo>
                    <a:pt x="274" y="21"/>
                    <a:pt x="274" y="21"/>
                    <a:pt x="274" y="21"/>
                  </a:cubicBezTo>
                  <a:cubicBezTo>
                    <a:pt x="273" y="21"/>
                    <a:pt x="273" y="21"/>
                    <a:pt x="273" y="21"/>
                  </a:cubicBezTo>
                  <a:cubicBezTo>
                    <a:pt x="272" y="21"/>
                    <a:pt x="271" y="21"/>
                    <a:pt x="270" y="22"/>
                  </a:cubicBezTo>
                  <a:cubicBezTo>
                    <a:pt x="270" y="22"/>
                    <a:pt x="270" y="23"/>
                    <a:pt x="270" y="23"/>
                  </a:cubicBezTo>
                  <a:cubicBezTo>
                    <a:pt x="270" y="24"/>
                    <a:pt x="270" y="26"/>
                    <a:pt x="271" y="27"/>
                  </a:cubicBezTo>
                  <a:cubicBezTo>
                    <a:pt x="279" y="44"/>
                    <a:pt x="279" y="44"/>
                    <a:pt x="279" y="44"/>
                  </a:cubicBezTo>
                  <a:cubicBezTo>
                    <a:pt x="286" y="26"/>
                    <a:pt x="286" y="26"/>
                    <a:pt x="286" y="26"/>
                  </a:cubicBezTo>
                  <a:cubicBezTo>
                    <a:pt x="286" y="24"/>
                    <a:pt x="287" y="24"/>
                    <a:pt x="287" y="22"/>
                  </a:cubicBezTo>
                  <a:cubicBezTo>
                    <a:pt x="287" y="22"/>
                    <a:pt x="287" y="22"/>
                    <a:pt x="286" y="21"/>
                  </a:cubicBezTo>
                  <a:cubicBezTo>
                    <a:pt x="286" y="21"/>
                    <a:pt x="286" y="21"/>
                    <a:pt x="286" y="20"/>
                  </a:cubicBezTo>
                  <a:cubicBezTo>
                    <a:pt x="285" y="20"/>
                    <a:pt x="284" y="20"/>
                    <a:pt x="284" y="20"/>
                  </a:cubicBezTo>
                  <a:cubicBezTo>
                    <a:pt x="284" y="19"/>
                    <a:pt x="284" y="19"/>
                    <a:pt x="284" y="19"/>
                  </a:cubicBezTo>
                  <a:cubicBezTo>
                    <a:pt x="294" y="19"/>
                    <a:pt x="294" y="19"/>
                    <a:pt x="294" y="19"/>
                  </a:cubicBezTo>
                  <a:cubicBezTo>
                    <a:pt x="294" y="20"/>
                    <a:pt x="294" y="20"/>
                    <a:pt x="294" y="20"/>
                  </a:cubicBezTo>
                  <a:cubicBezTo>
                    <a:pt x="294" y="20"/>
                    <a:pt x="293" y="20"/>
                    <a:pt x="292" y="20"/>
                  </a:cubicBezTo>
                  <a:cubicBezTo>
                    <a:pt x="292" y="21"/>
                    <a:pt x="292" y="21"/>
                    <a:pt x="291" y="22"/>
                  </a:cubicBezTo>
                  <a:cubicBezTo>
                    <a:pt x="290" y="22"/>
                    <a:pt x="290" y="23"/>
                    <a:pt x="290" y="25"/>
                  </a:cubicBezTo>
                  <a:cubicBezTo>
                    <a:pt x="276" y="59"/>
                    <a:pt x="276" y="59"/>
                    <a:pt x="276" y="59"/>
                  </a:cubicBezTo>
                  <a:cubicBezTo>
                    <a:pt x="275" y="62"/>
                    <a:pt x="274" y="64"/>
                    <a:pt x="271" y="66"/>
                  </a:cubicBezTo>
                  <a:cubicBezTo>
                    <a:pt x="269" y="68"/>
                    <a:pt x="267" y="69"/>
                    <a:pt x="265" y="69"/>
                  </a:cubicBezTo>
                  <a:cubicBezTo>
                    <a:pt x="264" y="69"/>
                    <a:pt x="263" y="68"/>
                    <a:pt x="262" y="68"/>
                  </a:cubicBezTo>
                  <a:cubicBezTo>
                    <a:pt x="261" y="67"/>
                    <a:pt x="260" y="66"/>
                    <a:pt x="260" y="65"/>
                  </a:cubicBezTo>
                  <a:cubicBezTo>
                    <a:pt x="260" y="64"/>
                    <a:pt x="261" y="63"/>
                    <a:pt x="261" y="62"/>
                  </a:cubicBezTo>
                  <a:cubicBezTo>
                    <a:pt x="262" y="62"/>
                    <a:pt x="263" y="62"/>
                    <a:pt x="264" y="62"/>
                  </a:cubicBezTo>
                  <a:cubicBezTo>
                    <a:pt x="265" y="62"/>
                    <a:pt x="266" y="62"/>
                    <a:pt x="267" y="62"/>
                  </a:cubicBezTo>
                  <a:cubicBezTo>
                    <a:pt x="268" y="63"/>
                    <a:pt x="269" y="63"/>
                    <a:pt x="269" y="63"/>
                  </a:cubicBezTo>
                  <a:cubicBezTo>
                    <a:pt x="270" y="63"/>
                    <a:pt x="270" y="62"/>
                    <a:pt x="271" y="62"/>
                  </a:cubicBezTo>
                  <a:cubicBezTo>
                    <a:pt x="272" y="61"/>
                    <a:pt x="273" y="59"/>
                    <a:pt x="274" y="57"/>
                  </a:cubicBezTo>
                  <a:cubicBezTo>
                    <a:pt x="276" y="51"/>
                    <a:pt x="276" y="51"/>
                    <a:pt x="276" y="51"/>
                  </a:cubicBezTo>
                  <a:cubicBezTo>
                    <a:pt x="264" y="26"/>
                    <a:pt x="264" y="26"/>
                    <a:pt x="264" y="26"/>
                  </a:cubicBezTo>
                  <a:cubicBezTo>
                    <a:pt x="264" y="25"/>
                    <a:pt x="264" y="24"/>
                    <a:pt x="263" y="23"/>
                  </a:cubicBezTo>
                  <a:cubicBezTo>
                    <a:pt x="262" y="22"/>
                    <a:pt x="262" y="21"/>
                    <a:pt x="261" y="21"/>
                  </a:cubicBezTo>
                  <a:cubicBezTo>
                    <a:pt x="261" y="21"/>
                    <a:pt x="260" y="20"/>
                    <a:pt x="258" y="20"/>
                  </a:cubicBezTo>
                  <a:cubicBezTo>
                    <a:pt x="258" y="20"/>
                    <a:pt x="258" y="20"/>
                    <a:pt x="258" y="20"/>
                  </a:cubicBezTo>
                  <a:close/>
                  <a:moveTo>
                    <a:pt x="331" y="19"/>
                  </a:moveTo>
                  <a:cubicBezTo>
                    <a:pt x="336" y="19"/>
                    <a:pt x="340" y="21"/>
                    <a:pt x="343" y="25"/>
                  </a:cubicBezTo>
                  <a:cubicBezTo>
                    <a:pt x="346" y="28"/>
                    <a:pt x="347" y="32"/>
                    <a:pt x="347" y="36"/>
                  </a:cubicBezTo>
                  <a:cubicBezTo>
                    <a:pt x="347" y="40"/>
                    <a:pt x="346" y="42"/>
                    <a:pt x="345" y="46"/>
                  </a:cubicBezTo>
                  <a:cubicBezTo>
                    <a:pt x="344" y="49"/>
                    <a:pt x="342" y="51"/>
                    <a:pt x="339" y="53"/>
                  </a:cubicBezTo>
                  <a:cubicBezTo>
                    <a:pt x="336" y="54"/>
                    <a:pt x="334" y="55"/>
                    <a:pt x="331" y="55"/>
                  </a:cubicBezTo>
                  <a:cubicBezTo>
                    <a:pt x="326" y="55"/>
                    <a:pt x="322" y="53"/>
                    <a:pt x="319" y="49"/>
                  </a:cubicBezTo>
                  <a:cubicBezTo>
                    <a:pt x="317" y="46"/>
                    <a:pt x="316" y="42"/>
                    <a:pt x="316" y="38"/>
                  </a:cubicBezTo>
                  <a:cubicBezTo>
                    <a:pt x="316" y="34"/>
                    <a:pt x="316" y="31"/>
                    <a:pt x="318" y="28"/>
                  </a:cubicBezTo>
                  <a:cubicBezTo>
                    <a:pt x="320" y="26"/>
                    <a:pt x="322" y="23"/>
                    <a:pt x="324" y="22"/>
                  </a:cubicBezTo>
                  <a:cubicBezTo>
                    <a:pt x="326" y="20"/>
                    <a:pt x="328" y="19"/>
                    <a:pt x="331" y="19"/>
                  </a:cubicBezTo>
                  <a:close/>
                  <a:moveTo>
                    <a:pt x="330" y="21"/>
                  </a:moveTo>
                  <a:cubicBezTo>
                    <a:pt x="329" y="21"/>
                    <a:pt x="328" y="22"/>
                    <a:pt x="326" y="22"/>
                  </a:cubicBezTo>
                  <a:cubicBezTo>
                    <a:pt x="325" y="23"/>
                    <a:pt x="324" y="24"/>
                    <a:pt x="323" y="26"/>
                  </a:cubicBezTo>
                  <a:cubicBezTo>
                    <a:pt x="322" y="28"/>
                    <a:pt x="322" y="31"/>
                    <a:pt x="322" y="34"/>
                  </a:cubicBezTo>
                  <a:cubicBezTo>
                    <a:pt x="322" y="39"/>
                    <a:pt x="323" y="43"/>
                    <a:pt x="325" y="47"/>
                  </a:cubicBezTo>
                  <a:cubicBezTo>
                    <a:pt x="327" y="50"/>
                    <a:pt x="329" y="52"/>
                    <a:pt x="332" y="52"/>
                  </a:cubicBezTo>
                  <a:cubicBezTo>
                    <a:pt x="335" y="52"/>
                    <a:pt x="337" y="51"/>
                    <a:pt x="338" y="49"/>
                  </a:cubicBezTo>
                  <a:cubicBezTo>
                    <a:pt x="340" y="47"/>
                    <a:pt x="340" y="44"/>
                    <a:pt x="340" y="39"/>
                  </a:cubicBezTo>
                  <a:cubicBezTo>
                    <a:pt x="340" y="33"/>
                    <a:pt x="339" y="28"/>
                    <a:pt x="337" y="25"/>
                  </a:cubicBezTo>
                  <a:cubicBezTo>
                    <a:pt x="335" y="22"/>
                    <a:pt x="332" y="21"/>
                    <a:pt x="330" y="21"/>
                  </a:cubicBezTo>
                  <a:close/>
                  <a:moveTo>
                    <a:pt x="368" y="22"/>
                  </a:moveTo>
                  <a:cubicBezTo>
                    <a:pt x="368" y="45"/>
                    <a:pt x="368" y="45"/>
                    <a:pt x="368" y="45"/>
                  </a:cubicBezTo>
                  <a:cubicBezTo>
                    <a:pt x="368" y="48"/>
                    <a:pt x="368" y="50"/>
                    <a:pt x="369" y="51"/>
                  </a:cubicBezTo>
                  <a:cubicBezTo>
                    <a:pt x="370" y="52"/>
                    <a:pt x="371" y="52"/>
                    <a:pt x="373" y="52"/>
                  </a:cubicBezTo>
                  <a:cubicBezTo>
                    <a:pt x="376" y="52"/>
                    <a:pt x="376" y="52"/>
                    <a:pt x="376" y="52"/>
                  </a:cubicBezTo>
                  <a:cubicBezTo>
                    <a:pt x="376" y="54"/>
                    <a:pt x="376" y="54"/>
                    <a:pt x="376" y="54"/>
                  </a:cubicBezTo>
                  <a:cubicBezTo>
                    <a:pt x="356" y="54"/>
                    <a:pt x="356" y="54"/>
                    <a:pt x="356" y="54"/>
                  </a:cubicBezTo>
                  <a:cubicBezTo>
                    <a:pt x="356" y="52"/>
                    <a:pt x="356" y="52"/>
                    <a:pt x="356" y="52"/>
                  </a:cubicBezTo>
                  <a:cubicBezTo>
                    <a:pt x="358" y="52"/>
                    <a:pt x="358" y="52"/>
                    <a:pt x="358" y="52"/>
                  </a:cubicBezTo>
                  <a:cubicBezTo>
                    <a:pt x="358" y="52"/>
                    <a:pt x="360" y="52"/>
                    <a:pt x="360" y="52"/>
                  </a:cubicBezTo>
                  <a:cubicBezTo>
                    <a:pt x="361" y="51"/>
                    <a:pt x="362" y="50"/>
                    <a:pt x="362" y="50"/>
                  </a:cubicBezTo>
                  <a:cubicBezTo>
                    <a:pt x="362" y="49"/>
                    <a:pt x="362" y="47"/>
                    <a:pt x="362" y="45"/>
                  </a:cubicBezTo>
                  <a:cubicBezTo>
                    <a:pt x="362" y="22"/>
                    <a:pt x="362" y="22"/>
                    <a:pt x="362" y="22"/>
                  </a:cubicBezTo>
                  <a:cubicBezTo>
                    <a:pt x="356" y="22"/>
                    <a:pt x="356" y="22"/>
                    <a:pt x="356" y="22"/>
                  </a:cubicBezTo>
                  <a:cubicBezTo>
                    <a:pt x="356" y="20"/>
                    <a:pt x="356" y="20"/>
                    <a:pt x="356" y="20"/>
                  </a:cubicBezTo>
                  <a:cubicBezTo>
                    <a:pt x="362" y="20"/>
                    <a:pt x="362" y="20"/>
                    <a:pt x="362" y="20"/>
                  </a:cubicBezTo>
                  <a:cubicBezTo>
                    <a:pt x="362" y="17"/>
                    <a:pt x="362" y="17"/>
                    <a:pt x="362" y="17"/>
                  </a:cubicBezTo>
                  <a:cubicBezTo>
                    <a:pt x="362" y="14"/>
                    <a:pt x="363" y="11"/>
                    <a:pt x="364" y="8"/>
                  </a:cubicBezTo>
                  <a:cubicBezTo>
                    <a:pt x="365" y="6"/>
                    <a:pt x="367" y="4"/>
                    <a:pt x="369" y="3"/>
                  </a:cubicBezTo>
                  <a:cubicBezTo>
                    <a:pt x="371" y="2"/>
                    <a:pt x="373" y="1"/>
                    <a:pt x="376" y="1"/>
                  </a:cubicBezTo>
                  <a:cubicBezTo>
                    <a:pt x="378" y="1"/>
                    <a:pt x="381" y="2"/>
                    <a:pt x="383" y="3"/>
                  </a:cubicBezTo>
                  <a:cubicBezTo>
                    <a:pt x="384" y="4"/>
                    <a:pt x="385" y="6"/>
                    <a:pt x="385" y="7"/>
                  </a:cubicBezTo>
                  <a:cubicBezTo>
                    <a:pt x="385" y="8"/>
                    <a:pt x="384" y="8"/>
                    <a:pt x="384" y="9"/>
                  </a:cubicBezTo>
                  <a:cubicBezTo>
                    <a:pt x="383" y="10"/>
                    <a:pt x="383" y="10"/>
                    <a:pt x="382" y="10"/>
                  </a:cubicBezTo>
                  <a:cubicBezTo>
                    <a:pt x="382" y="10"/>
                    <a:pt x="381" y="9"/>
                    <a:pt x="380" y="9"/>
                  </a:cubicBezTo>
                  <a:cubicBezTo>
                    <a:pt x="380" y="8"/>
                    <a:pt x="379" y="8"/>
                    <a:pt x="378" y="6"/>
                  </a:cubicBezTo>
                  <a:cubicBezTo>
                    <a:pt x="377" y="5"/>
                    <a:pt x="376" y="4"/>
                    <a:pt x="376" y="3"/>
                  </a:cubicBezTo>
                  <a:cubicBezTo>
                    <a:pt x="375" y="3"/>
                    <a:pt x="374" y="2"/>
                    <a:pt x="373" y="2"/>
                  </a:cubicBezTo>
                  <a:cubicBezTo>
                    <a:pt x="372" y="2"/>
                    <a:pt x="371" y="3"/>
                    <a:pt x="370" y="3"/>
                  </a:cubicBezTo>
                  <a:cubicBezTo>
                    <a:pt x="370" y="4"/>
                    <a:pt x="369" y="5"/>
                    <a:pt x="369" y="6"/>
                  </a:cubicBezTo>
                  <a:cubicBezTo>
                    <a:pt x="368" y="7"/>
                    <a:pt x="368" y="10"/>
                    <a:pt x="368" y="16"/>
                  </a:cubicBezTo>
                  <a:cubicBezTo>
                    <a:pt x="368" y="18"/>
                    <a:pt x="368" y="18"/>
                    <a:pt x="368" y="18"/>
                  </a:cubicBezTo>
                  <a:cubicBezTo>
                    <a:pt x="377" y="18"/>
                    <a:pt x="377" y="18"/>
                    <a:pt x="377" y="18"/>
                  </a:cubicBezTo>
                  <a:cubicBezTo>
                    <a:pt x="377" y="22"/>
                    <a:pt x="377" y="22"/>
                    <a:pt x="377" y="22"/>
                  </a:cubicBezTo>
                  <a:cubicBezTo>
                    <a:pt x="368" y="22"/>
                    <a:pt x="368" y="22"/>
                    <a:pt x="368" y="22"/>
                  </a:cubicBezTo>
                  <a:close/>
                  <a:moveTo>
                    <a:pt x="440" y="2"/>
                  </a:moveTo>
                  <a:cubicBezTo>
                    <a:pt x="441" y="20"/>
                    <a:pt x="441" y="20"/>
                    <a:pt x="441" y="20"/>
                  </a:cubicBezTo>
                  <a:cubicBezTo>
                    <a:pt x="440" y="20"/>
                    <a:pt x="440" y="20"/>
                    <a:pt x="440" y="20"/>
                  </a:cubicBezTo>
                  <a:cubicBezTo>
                    <a:pt x="438" y="14"/>
                    <a:pt x="436" y="11"/>
                    <a:pt x="433" y="8"/>
                  </a:cubicBezTo>
                  <a:cubicBezTo>
                    <a:pt x="430" y="6"/>
                    <a:pt x="427" y="5"/>
                    <a:pt x="423" y="5"/>
                  </a:cubicBezTo>
                  <a:cubicBezTo>
                    <a:pt x="420" y="5"/>
                    <a:pt x="417" y="6"/>
                    <a:pt x="414" y="8"/>
                  </a:cubicBezTo>
                  <a:cubicBezTo>
                    <a:pt x="412" y="9"/>
                    <a:pt x="410" y="12"/>
                    <a:pt x="408" y="16"/>
                  </a:cubicBezTo>
                  <a:cubicBezTo>
                    <a:pt x="407" y="19"/>
                    <a:pt x="406" y="24"/>
                    <a:pt x="406" y="30"/>
                  </a:cubicBezTo>
                  <a:cubicBezTo>
                    <a:pt x="406" y="34"/>
                    <a:pt x="407" y="38"/>
                    <a:pt x="408" y="42"/>
                  </a:cubicBezTo>
                  <a:cubicBezTo>
                    <a:pt x="409" y="45"/>
                    <a:pt x="412" y="48"/>
                    <a:pt x="414" y="49"/>
                  </a:cubicBezTo>
                  <a:cubicBezTo>
                    <a:pt x="417" y="51"/>
                    <a:pt x="420" y="52"/>
                    <a:pt x="424" y="52"/>
                  </a:cubicBezTo>
                  <a:cubicBezTo>
                    <a:pt x="427" y="52"/>
                    <a:pt x="430" y="51"/>
                    <a:pt x="432" y="50"/>
                  </a:cubicBezTo>
                  <a:cubicBezTo>
                    <a:pt x="435" y="49"/>
                    <a:pt x="438" y="46"/>
                    <a:pt x="440" y="42"/>
                  </a:cubicBezTo>
                  <a:cubicBezTo>
                    <a:pt x="442" y="42"/>
                    <a:pt x="442" y="42"/>
                    <a:pt x="442" y="42"/>
                  </a:cubicBezTo>
                  <a:cubicBezTo>
                    <a:pt x="439" y="47"/>
                    <a:pt x="436" y="50"/>
                    <a:pt x="433" y="52"/>
                  </a:cubicBezTo>
                  <a:cubicBezTo>
                    <a:pt x="430" y="54"/>
                    <a:pt x="426" y="56"/>
                    <a:pt x="422" y="56"/>
                  </a:cubicBezTo>
                  <a:cubicBezTo>
                    <a:pt x="414" y="56"/>
                    <a:pt x="407" y="52"/>
                    <a:pt x="403" y="46"/>
                  </a:cubicBezTo>
                  <a:cubicBezTo>
                    <a:pt x="400" y="42"/>
                    <a:pt x="398" y="36"/>
                    <a:pt x="398" y="30"/>
                  </a:cubicBezTo>
                  <a:cubicBezTo>
                    <a:pt x="398" y="25"/>
                    <a:pt x="399" y="20"/>
                    <a:pt x="401" y="16"/>
                  </a:cubicBezTo>
                  <a:cubicBezTo>
                    <a:pt x="403" y="12"/>
                    <a:pt x="406" y="8"/>
                    <a:pt x="410" y="6"/>
                  </a:cubicBezTo>
                  <a:cubicBezTo>
                    <a:pt x="414" y="4"/>
                    <a:pt x="418" y="3"/>
                    <a:pt x="422" y="3"/>
                  </a:cubicBezTo>
                  <a:cubicBezTo>
                    <a:pt x="426" y="3"/>
                    <a:pt x="429" y="4"/>
                    <a:pt x="433" y="6"/>
                  </a:cubicBezTo>
                  <a:cubicBezTo>
                    <a:pt x="434" y="6"/>
                    <a:pt x="434" y="6"/>
                    <a:pt x="435" y="6"/>
                  </a:cubicBezTo>
                  <a:cubicBezTo>
                    <a:pt x="436" y="6"/>
                    <a:pt x="436" y="6"/>
                    <a:pt x="436" y="6"/>
                  </a:cubicBezTo>
                  <a:cubicBezTo>
                    <a:pt x="437" y="5"/>
                    <a:pt x="438" y="4"/>
                    <a:pt x="438" y="3"/>
                  </a:cubicBezTo>
                  <a:cubicBezTo>
                    <a:pt x="440" y="2"/>
                    <a:pt x="440" y="2"/>
                    <a:pt x="440" y="2"/>
                  </a:cubicBezTo>
                  <a:close/>
                  <a:moveTo>
                    <a:pt x="460" y="1"/>
                  </a:moveTo>
                  <a:cubicBezTo>
                    <a:pt x="460" y="26"/>
                    <a:pt x="460" y="26"/>
                    <a:pt x="460" y="26"/>
                  </a:cubicBezTo>
                  <a:cubicBezTo>
                    <a:pt x="463" y="22"/>
                    <a:pt x="465" y="21"/>
                    <a:pt x="466" y="20"/>
                  </a:cubicBezTo>
                  <a:cubicBezTo>
                    <a:pt x="468" y="19"/>
                    <a:pt x="470" y="18"/>
                    <a:pt x="471" y="18"/>
                  </a:cubicBezTo>
                  <a:cubicBezTo>
                    <a:pt x="473" y="18"/>
                    <a:pt x="475" y="19"/>
                    <a:pt x="476" y="20"/>
                  </a:cubicBezTo>
                  <a:cubicBezTo>
                    <a:pt x="477" y="21"/>
                    <a:pt x="478" y="23"/>
                    <a:pt x="479" y="25"/>
                  </a:cubicBezTo>
                  <a:cubicBezTo>
                    <a:pt x="479" y="27"/>
                    <a:pt x="480" y="30"/>
                    <a:pt x="480" y="34"/>
                  </a:cubicBezTo>
                  <a:cubicBezTo>
                    <a:pt x="480" y="46"/>
                    <a:pt x="480" y="46"/>
                    <a:pt x="480" y="46"/>
                  </a:cubicBezTo>
                  <a:cubicBezTo>
                    <a:pt x="480" y="48"/>
                    <a:pt x="480" y="50"/>
                    <a:pt x="480" y="50"/>
                  </a:cubicBezTo>
                  <a:cubicBezTo>
                    <a:pt x="480" y="51"/>
                    <a:pt x="481" y="52"/>
                    <a:pt x="481" y="52"/>
                  </a:cubicBezTo>
                  <a:cubicBezTo>
                    <a:pt x="482" y="52"/>
                    <a:pt x="483" y="52"/>
                    <a:pt x="484" y="52"/>
                  </a:cubicBezTo>
                  <a:cubicBezTo>
                    <a:pt x="484" y="54"/>
                    <a:pt x="484" y="54"/>
                    <a:pt x="484" y="54"/>
                  </a:cubicBezTo>
                  <a:cubicBezTo>
                    <a:pt x="468" y="54"/>
                    <a:pt x="468" y="54"/>
                    <a:pt x="468" y="54"/>
                  </a:cubicBezTo>
                  <a:cubicBezTo>
                    <a:pt x="468" y="52"/>
                    <a:pt x="468" y="52"/>
                    <a:pt x="468" y="52"/>
                  </a:cubicBezTo>
                  <a:cubicBezTo>
                    <a:pt x="469" y="52"/>
                    <a:pt x="469" y="52"/>
                    <a:pt x="469" y="52"/>
                  </a:cubicBezTo>
                  <a:cubicBezTo>
                    <a:pt x="471" y="52"/>
                    <a:pt x="472" y="52"/>
                    <a:pt x="472" y="52"/>
                  </a:cubicBezTo>
                  <a:cubicBezTo>
                    <a:pt x="473" y="51"/>
                    <a:pt x="474" y="50"/>
                    <a:pt x="474" y="50"/>
                  </a:cubicBezTo>
                  <a:cubicBezTo>
                    <a:pt x="474" y="49"/>
                    <a:pt x="474" y="48"/>
                    <a:pt x="474" y="46"/>
                  </a:cubicBezTo>
                  <a:cubicBezTo>
                    <a:pt x="474" y="34"/>
                    <a:pt x="474" y="34"/>
                    <a:pt x="474" y="34"/>
                  </a:cubicBezTo>
                  <a:cubicBezTo>
                    <a:pt x="474" y="30"/>
                    <a:pt x="474" y="28"/>
                    <a:pt x="473" y="27"/>
                  </a:cubicBezTo>
                  <a:cubicBezTo>
                    <a:pt x="473" y="26"/>
                    <a:pt x="472" y="25"/>
                    <a:pt x="472" y="24"/>
                  </a:cubicBezTo>
                  <a:cubicBezTo>
                    <a:pt x="471" y="24"/>
                    <a:pt x="470" y="23"/>
                    <a:pt x="469" y="23"/>
                  </a:cubicBezTo>
                  <a:cubicBezTo>
                    <a:pt x="468" y="23"/>
                    <a:pt x="466" y="24"/>
                    <a:pt x="465" y="24"/>
                  </a:cubicBezTo>
                  <a:cubicBezTo>
                    <a:pt x="464" y="25"/>
                    <a:pt x="462" y="26"/>
                    <a:pt x="461" y="28"/>
                  </a:cubicBezTo>
                  <a:cubicBezTo>
                    <a:pt x="461" y="46"/>
                    <a:pt x="461" y="46"/>
                    <a:pt x="461" y="46"/>
                  </a:cubicBezTo>
                  <a:cubicBezTo>
                    <a:pt x="461" y="48"/>
                    <a:pt x="461" y="50"/>
                    <a:pt x="461" y="50"/>
                  </a:cubicBezTo>
                  <a:cubicBezTo>
                    <a:pt x="462" y="51"/>
                    <a:pt x="462" y="52"/>
                    <a:pt x="462" y="52"/>
                  </a:cubicBezTo>
                  <a:cubicBezTo>
                    <a:pt x="463" y="52"/>
                    <a:pt x="464" y="52"/>
                    <a:pt x="466" y="52"/>
                  </a:cubicBezTo>
                  <a:cubicBezTo>
                    <a:pt x="466" y="54"/>
                    <a:pt x="466" y="54"/>
                    <a:pt x="466" y="54"/>
                  </a:cubicBezTo>
                  <a:cubicBezTo>
                    <a:pt x="450" y="54"/>
                    <a:pt x="450" y="54"/>
                    <a:pt x="450" y="54"/>
                  </a:cubicBezTo>
                  <a:cubicBezTo>
                    <a:pt x="450" y="52"/>
                    <a:pt x="450" y="52"/>
                    <a:pt x="450" y="52"/>
                  </a:cubicBezTo>
                  <a:cubicBezTo>
                    <a:pt x="451" y="52"/>
                    <a:pt x="452" y="52"/>
                    <a:pt x="453" y="52"/>
                  </a:cubicBezTo>
                  <a:cubicBezTo>
                    <a:pt x="454" y="51"/>
                    <a:pt x="454" y="51"/>
                    <a:pt x="454" y="50"/>
                  </a:cubicBezTo>
                  <a:cubicBezTo>
                    <a:pt x="455" y="49"/>
                    <a:pt x="455" y="48"/>
                    <a:pt x="455" y="46"/>
                  </a:cubicBezTo>
                  <a:cubicBezTo>
                    <a:pt x="455" y="15"/>
                    <a:pt x="455" y="15"/>
                    <a:pt x="455" y="15"/>
                  </a:cubicBezTo>
                  <a:cubicBezTo>
                    <a:pt x="455" y="11"/>
                    <a:pt x="455" y="8"/>
                    <a:pt x="454" y="8"/>
                  </a:cubicBezTo>
                  <a:cubicBezTo>
                    <a:pt x="454" y="7"/>
                    <a:pt x="454" y="6"/>
                    <a:pt x="454" y="6"/>
                  </a:cubicBezTo>
                  <a:cubicBezTo>
                    <a:pt x="453" y="5"/>
                    <a:pt x="453" y="5"/>
                    <a:pt x="452" y="5"/>
                  </a:cubicBezTo>
                  <a:cubicBezTo>
                    <a:pt x="452" y="5"/>
                    <a:pt x="451" y="5"/>
                    <a:pt x="450" y="6"/>
                  </a:cubicBezTo>
                  <a:cubicBezTo>
                    <a:pt x="449" y="4"/>
                    <a:pt x="449" y="4"/>
                    <a:pt x="449" y="4"/>
                  </a:cubicBezTo>
                  <a:cubicBezTo>
                    <a:pt x="459" y="0"/>
                    <a:pt x="459" y="0"/>
                    <a:pt x="459" y="0"/>
                  </a:cubicBezTo>
                  <a:cubicBezTo>
                    <a:pt x="460" y="1"/>
                    <a:pt x="460" y="1"/>
                    <a:pt x="460" y="1"/>
                  </a:cubicBezTo>
                  <a:close/>
                  <a:moveTo>
                    <a:pt x="499" y="1"/>
                  </a:moveTo>
                  <a:cubicBezTo>
                    <a:pt x="500" y="1"/>
                    <a:pt x="501" y="1"/>
                    <a:pt x="501" y="2"/>
                  </a:cubicBezTo>
                  <a:cubicBezTo>
                    <a:pt x="502" y="3"/>
                    <a:pt x="502" y="4"/>
                    <a:pt x="502" y="5"/>
                  </a:cubicBezTo>
                  <a:cubicBezTo>
                    <a:pt x="502" y="6"/>
                    <a:pt x="502" y="7"/>
                    <a:pt x="501" y="8"/>
                  </a:cubicBezTo>
                  <a:cubicBezTo>
                    <a:pt x="500" y="8"/>
                    <a:pt x="500" y="9"/>
                    <a:pt x="499" y="9"/>
                  </a:cubicBezTo>
                  <a:cubicBezTo>
                    <a:pt x="498" y="9"/>
                    <a:pt x="497" y="8"/>
                    <a:pt x="496" y="8"/>
                  </a:cubicBezTo>
                  <a:cubicBezTo>
                    <a:pt x="496" y="7"/>
                    <a:pt x="495" y="6"/>
                    <a:pt x="495" y="5"/>
                  </a:cubicBezTo>
                  <a:cubicBezTo>
                    <a:pt x="495" y="4"/>
                    <a:pt x="496" y="3"/>
                    <a:pt x="496" y="2"/>
                  </a:cubicBezTo>
                  <a:cubicBezTo>
                    <a:pt x="497" y="1"/>
                    <a:pt x="498" y="1"/>
                    <a:pt x="499" y="1"/>
                  </a:cubicBezTo>
                  <a:close/>
                  <a:moveTo>
                    <a:pt x="502" y="19"/>
                  </a:moveTo>
                  <a:cubicBezTo>
                    <a:pt x="502" y="46"/>
                    <a:pt x="502" y="46"/>
                    <a:pt x="502" y="46"/>
                  </a:cubicBezTo>
                  <a:cubicBezTo>
                    <a:pt x="502" y="48"/>
                    <a:pt x="502" y="50"/>
                    <a:pt x="502" y="50"/>
                  </a:cubicBezTo>
                  <a:cubicBezTo>
                    <a:pt x="503" y="51"/>
                    <a:pt x="503" y="52"/>
                    <a:pt x="504" y="52"/>
                  </a:cubicBezTo>
                  <a:cubicBezTo>
                    <a:pt x="504" y="52"/>
                    <a:pt x="505" y="52"/>
                    <a:pt x="507" y="52"/>
                  </a:cubicBezTo>
                  <a:cubicBezTo>
                    <a:pt x="507" y="54"/>
                    <a:pt x="507" y="54"/>
                    <a:pt x="507" y="54"/>
                  </a:cubicBezTo>
                  <a:cubicBezTo>
                    <a:pt x="491" y="54"/>
                    <a:pt x="491" y="54"/>
                    <a:pt x="491" y="54"/>
                  </a:cubicBezTo>
                  <a:cubicBezTo>
                    <a:pt x="491" y="52"/>
                    <a:pt x="491" y="52"/>
                    <a:pt x="491" y="52"/>
                  </a:cubicBezTo>
                  <a:cubicBezTo>
                    <a:pt x="492" y="52"/>
                    <a:pt x="494" y="52"/>
                    <a:pt x="494" y="52"/>
                  </a:cubicBezTo>
                  <a:cubicBezTo>
                    <a:pt x="494" y="52"/>
                    <a:pt x="495" y="51"/>
                    <a:pt x="495" y="50"/>
                  </a:cubicBezTo>
                  <a:cubicBezTo>
                    <a:pt x="496" y="50"/>
                    <a:pt x="496" y="48"/>
                    <a:pt x="496" y="46"/>
                  </a:cubicBezTo>
                  <a:cubicBezTo>
                    <a:pt x="496" y="33"/>
                    <a:pt x="496" y="33"/>
                    <a:pt x="496" y="33"/>
                  </a:cubicBezTo>
                  <a:cubicBezTo>
                    <a:pt x="496" y="29"/>
                    <a:pt x="496" y="27"/>
                    <a:pt x="495" y="26"/>
                  </a:cubicBezTo>
                  <a:cubicBezTo>
                    <a:pt x="495" y="25"/>
                    <a:pt x="495" y="24"/>
                    <a:pt x="494" y="24"/>
                  </a:cubicBezTo>
                  <a:cubicBezTo>
                    <a:pt x="494" y="24"/>
                    <a:pt x="494" y="24"/>
                    <a:pt x="493" y="24"/>
                  </a:cubicBezTo>
                  <a:cubicBezTo>
                    <a:pt x="492" y="24"/>
                    <a:pt x="491" y="24"/>
                    <a:pt x="490" y="24"/>
                  </a:cubicBezTo>
                  <a:cubicBezTo>
                    <a:pt x="490" y="23"/>
                    <a:pt x="490" y="23"/>
                    <a:pt x="490" y="23"/>
                  </a:cubicBezTo>
                  <a:cubicBezTo>
                    <a:pt x="500" y="19"/>
                    <a:pt x="500" y="19"/>
                    <a:pt x="500" y="19"/>
                  </a:cubicBezTo>
                  <a:cubicBezTo>
                    <a:pt x="502" y="19"/>
                    <a:pt x="502" y="19"/>
                    <a:pt x="502" y="19"/>
                  </a:cubicBezTo>
                  <a:close/>
                  <a:moveTo>
                    <a:pt x="524" y="26"/>
                  </a:moveTo>
                  <a:cubicBezTo>
                    <a:pt x="528" y="21"/>
                    <a:pt x="532" y="19"/>
                    <a:pt x="535" y="19"/>
                  </a:cubicBezTo>
                  <a:cubicBezTo>
                    <a:pt x="536" y="19"/>
                    <a:pt x="538" y="19"/>
                    <a:pt x="540" y="20"/>
                  </a:cubicBezTo>
                  <a:cubicBezTo>
                    <a:pt x="541" y="21"/>
                    <a:pt x="542" y="22"/>
                    <a:pt x="543" y="24"/>
                  </a:cubicBezTo>
                  <a:cubicBezTo>
                    <a:pt x="543" y="26"/>
                    <a:pt x="544" y="28"/>
                    <a:pt x="544" y="31"/>
                  </a:cubicBezTo>
                  <a:cubicBezTo>
                    <a:pt x="544" y="46"/>
                    <a:pt x="544" y="46"/>
                    <a:pt x="544" y="46"/>
                  </a:cubicBezTo>
                  <a:cubicBezTo>
                    <a:pt x="544" y="48"/>
                    <a:pt x="544" y="49"/>
                    <a:pt x="544" y="50"/>
                  </a:cubicBezTo>
                  <a:cubicBezTo>
                    <a:pt x="544" y="51"/>
                    <a:pt x="545" y="51"/>
                    <a:pt x="545" y="52"/>
                  </a:cubicBezTo>
                  <a:cubicBezTo>
                    <a:pt x="546" y="52"/>
                    <a:pt x="547" y="52"/>
                    <a:pt x="548" y="52"/>
                  </a:cubicBezTo>
                  <a:cubicBezTo>
                    <a:pt x="548" y="53"/>
                    <a:pt x="548" y="53"/>
                    <a:pt x="548" y="53"/>
                  </a:cubicBezTo>
                  <a:cubicBezTo>
                    <a:pt x="532" y="53"/>
                    <a:pt x="532" y="53"/>
                    <a:pt x="532" y="53"/>
                  </a:cubicBezTo>
                  <a:cubicBezTo>
                    <a:pt x="532" y="52"/>
                    <a:pt x="532" y="52"/>
                    <a:pt x="532" y="52"/>
                  </a:cubicBezTo>
                  <a:cubicBezTo>
                    <a:pt x="533" y="52"/>
                    <a:pt x="533" y="52"/>
                    <a:pt x="533" y="52"/>
                  </a:cubicBezTo>
                  <a:cubicBezTo>
                    <a:pt x="535" y="52"/>
                    <a:pt x="536" y="52"/>
                    <a:pt x="536" y="51"/>
                  </a:cubicBezTo>
                  <a:cubicBezTo>
                    <a:pt x="537" y="51"/>
                    <a:pt x="538" y="50"/>
                    <a:pt x="538" y="49"/>
                  </a:cubicBezTo>
                  <a:cubicBezTo>
                    <a:pt x="538" y="49"/>
                    <a:pt x="538" y="48"/>
                    <a:pt x="538" y="46"/>
                  </a:cubicBezTo>
                  <a:cubicBezTo>
                    <a:pt x="538" y="32"/>
                    <a:pt x="538" y="32"/>
                    <a:pt x="538" y="32"/>
                  </a:cubicBezTo>
                  <a:cubicBezTo>
                    <a:pt x="538" y="28"/>
                    <a:pt x="537" y="26"/>
                    <a:pt x="536" y="25"/>
                  </a:cubicBezTo>
                  <a:cubicBezTo>
                    <a:pt x="536" y="24"/>
                    <a:pt x="534" y="23"/>
                    <a:pt x="532" y="23"/>
                  </a:cubicBezTo>
                  <a:cubicBezTo>
                    <a:pt x="530" y="23"/>
                    <a:pt x="527" y="24"/>
                    <a:pt x="524" y="28"/>
                  </a:cubicBezTo>
                  <a:cubicBezTo>
                    <a:pt x="524" y="46"/>
                    <a:pt x="524" y="46"/>
                    <a:pt x="524" y="46"/>
                  </a:cubicBezTo>
                  <a:cubicBezTo>
                    <a:pt x="524" y="48"/>
                    <a:pt x="524" y="49"/>
                    <a:pt x="524" y="50"/>
                  </a:cubicBezTo>
                  <a:cubicBezTo>
                    <a:pt x="525" y="51"/>
                    <a:pt x="525" y="51"/>
                    <a:pt x="526" y="52"/>
                  </a:cubicBezTo>
                  <a:cubicBezTo>
                    <a:pt x="526" y="52"/>
                    <a:pt x="527" y="52"/>
                    <a:pt x="529" y="52"/>
                  </a:cubicBezTo>
                  <a:cubicBezTo>
                    <a:pt x="529" y="53"/>
                    <a:pt x="529" y="53"/>
                    <a:pt x="529" y="53"/>
                  </a:cubicBezTo>
                  <a:cubicBezTo>
                    <a:pt x="513" y="53"/>
                    <a:pt x="513" y="53"/>
                    <a:pt x="513" y="53"/>
                  </a:cubicBezTo>
                  <a:cubicBezTo>
                    <a:pt x="513" y="52"/>
                    <a:pt x="513" y="52"/>
                    <a:pt x="513" y="52"/>
                  </a:cubicBezTo>
                  <a:cubicBezTo>
                    <a:pt x="514" y="52"/>
                    <a:pt x="514" y="52"/>
                    <a:pt x="514" y="52"/>
                  </a:cubicBezTo>
                  <a:cubicBezTo>
                    <a:pt x="516" y="52"/>
                    <a:pt x="517" y="52"/>
                    <a:pt x="517" y="51"/>
                  </a:cubicBezTo>
                  <a:cubicBezTo>
                    <a:pt x="518" y="50"/>
                    <a:pt x="518" y="48"/>
                    <a:pt x="518" y="46"/>
                  </a:cubicBezTo>
                  <a:cubicBezTo>
                    <a:pt x="518" y="33"/>
                    <a:pt x="518" y="33"/>
                    <a:pt x="518" y="33"/>
                  </a:cubicBezTo>
                  <a:cubicBezTo>
                    <a:pt x="518" y="29"/>
                    <a:pt x="518" y="26"/>
                    <a:pt x="518" y="25"/>
                  </a:cubicBezTo>
                  <a:cubicBezTo>
                    <a:pt x="518" y="24"/>
                    <a:pt x="517" y="24"/>
                    <a:pt x="517" y="23"/>
                  </a:cubicBezTo>
                  <a:cubicBezTo>
                    <a:pt x="516" y="23"/>
                    <a:pt x="516" y="23"/>
                    <a:pt x="515" y="23"/>
                  </a:cubicBezTo>
                  <a:cubicBezTo>
                    <a:pt x="514" y="23"/>
                    <a:pt x="514" y="23"/>
                    <a:pt x="513" y="23"/>
                  </a:cubicBezTo>
                  <a:cubicBezTo>
                    <a:pt x="512" y="22"/>
                    <a:pt x="512" y="22"/>
                    <a:pt x="512" y="22"/>
                  </a:cubicBezTo>
                  <a:cubicBezTo>
                    <a:pt x="522" y="18"/>
                    <a:pt x="522" y="18"/>
                    <a:pt x="522" y="18"/>
                  </a:cubicBezTo>
                  <a:cubicBezTo>
                    <a:pt x="524" y="18"/>
                    <a:pt x="524" y="18"/>
                    <a:pt x="524" y="18"/>
                  </a:cubicBezTo>
                  <a:cubicBezTo>
                    <a:pt x="524" y="26"/>
                    <a:pt x="524" y="26"/>
                    <a:pt x="524" y="26"/>
                  </a:cubicBezTo>
                  <a:close/>
                  <a:moveTo>
                    <a:pt x="573" y="49"/>
                  </a:moveTo>
                  <a:cubicBezTo>
                    <a:pt x="570" y="52"/>
                    <a:pt x="568" y="53"/>
                    <a:pt x="567" y="54"/>
                  </a:cubicBezTo>
                  <a:cubicBezTo>
                    <a:pt x="566" y="54"/>
                    <a:pt x="564" y="54"/>
                    <a:pt x="563" y="54"/>
                  </a:cubicBezTo>
                  <a:cubicBezTo>
                    <a:pt x="560" y="54"/>
                    <a:pt x="559" y="54"/>
                    <a:pt x="557" y="52"/>
                  </a:cubicBezTo>
                  <a:cubicBezTo>
                    <a:pt x="556" y="50"/>
                    <a:pt x="555" y="48"/>
                    <a:pt x="555" y="46"/>
                  </a:cubicBezTo>
                  <a:cubicBezTo>
                    <a:pt x="555" y="44"/>
                    <a:pt x="556" y="42"/>
                    <a:pt x="556" y="41"/>
                  </a:cubicBezTo>
                  <a:cubicBezTo>
                    <a:pt x="557" y="40"/>
                    <a:pt x="559" y="38"/>
                    <a:pt x="562" y="36"/>
                  </a:cubicBezTo>
                  <a:cubicBezTo>
                    <a:pt x="564" y="35"/>
                    <a:pt x="568" y="33"/>
                    <a:pt x="574" y="31"/>
                  </a:cubicBezTo>
                  <a:cubicBezTo>
                    <a:pt x="574" y="30"/>
                    <a:pt x="574" y="30"/>
                    <a:pt x="574" y="30"/>
                  </a:cubicBezTo>
                  <a:cubicBezTo>
                    <a:pt x="574" y="26"/>
                    <a:pt x="573" y="24"/>
                    <a:pt x="572" y="23"/>
                  </a:cubicBezTo>
                  <a:cubicBezTo>
                    <a:pt x="571" y="22"/>
                    <a:pt x="570" y="21"/>
                    <a:pt x="568" y="21"/>
                  </a:cubicBezTo>
                  <a:cubicBezTo>
                    <a:pt x="566" y="21"/>
                    <a:pt x="565" y="21"/>
                    <a:pt x="564" y="22"/>
                  </a:cubicBezTo>
                  <a:cubicBezTo>
                    <a:pt x="563" y="23"/>
                    <a:pt x="563" y="24"/>
                    <a:pt x="563" y="25"/>
                  </a:cubicBezTo>
                  <a:cubicBezTo>
                    <a:pt x="563" y="27"/>
                    <a:pt x="563" y="27"/>
                    <a:pt x="563" y="27"/>
                  </a:cubicBezTo>
                  <a:cubicBezTo>
                    <a:pt x="563" y="28"/>
                    <a:pt x="562" y="29"/>
                    <a:pt x="562" y="30"/>
                  </a:cubicBezTo>
                  <a:cubicBezTo>
                    <a:pt x="562" y="30"/>
                    <a:pt x="561" y="30"/>
                    <a:pt x="560" y="30"/>
                  </a:cubicBezTo>
                  <a:cubicBezTo>
                    <a:pt x="559" y="30"/>
                    <a:pt x="558" y="30"/>
                    <a:pt x="558" y="30"/>
                  </a:cubicBezTo>
                  <a:cubicBezTo>
                    <a:pt x="558" y="29"/>
                    <a:pt x="557" y="28"/>
                    <a:pt x="557" y="27"/>
                  </a:cubicBezTo>
                  <a:cubicBezTo>
                    <a:pt x="557" y="25"/>
                    <a:pt x="558" y="23"/>
                    <a:pt x="560" y="21"/>
                  </a:cubicBezTo>
                  <a:cubicBezTo>
                    <a:pt x="562" y="19"/>
                    <a:pt x="566" y="18"/>
                    <a:pt x="569" y="18"/>
                  </a:cubicBezTo>
                  <a:cubicBezTo>
                    <a:pt x="572" y="18"/>
                    <a:pt x="574" y="18"/>
                    <a:pt x="576" y="20"/>
                  </a:cubicBezTo>
                  <a:cubicBezTo>
                    <a:pt x="578" y="20"/>
                    <a:pt x="579" y="22"/>
                    <a:pt x="580" y="23"/>
                  </a:cubicBezTo>
                  <a:cubicBezTo>
                    <a:pt x="580" y="24"/>
                    <a:pt x="580" y="26"/>
                    <a:pt x="580" y="30"/>
                  </a:cubicBezTo>
                  <a:cubicBezTo>
                    <a:pt x="580" y="41"/>
                    <a:pt x="580" y="41"/>
                    <a:pt x="580" y="41"/>
                  </a:cubicBezTo>
                  <a:cubicBezTo>
                    <a:pt x="580" y="44"/>
                    <a:pt x="580" y="46"/>
                    <a:pt x="580" y="47"/>
                  </a:cubicBezTo>
                  <a:cubicBezTo>
                    <a:pt x="580" y="48"/>
                    <a:pt x="581" y="48"/>
                    <a:pt x="581" y="49"/>
                  </a:cubicBezTo>
                  <a:cubicBezTo>
                    <a:pt x="581" y="49"/>
                    <a:pt x="581" y="49"/>
                    <a:pt x="582" y="49"/>
                  </a:cubicBezTo>
                  <a:cubicBezTo>
                    <a:pt x="582" y="49"/>
                    <a:pt x="582" y="49"/>
                    <a:pt x="583" y="49"/>
                  </a:cubicBezTo>
                  <a:cubicBezTo>
                    <a:pt x="583" y="48"/>
                    <a:pt x="584" y="48"/>
                    <a:pt x="586" y="46"/>
                  </a:cubicBezTo>
                  <a:cubicBezTo>
                    <a:pt x="586" y="48"/>
                    <a:pt x="586" y="48"/>
                    <a:pt x="586" y="48"/>
                  </a:cubicBezTo>
                  <a:cubicBezTo>
                    <a:pt x="583" y="52"/>
                    <a:pt x="580" y="54"/>
                    <a:pt x="578" y="54"/>
                  </a:cubicBezTo>
                  <a:cubicBezTo>
                    <a:pt x="577" y="54"/>
                    <a:pt x="576" y="53"/>
                    <a:pt x="575" y="52"/>
                  </a:cubicBezTo>
                  <a:cubicBezTo>
                    <a:pt x="574" y="52"/>
                    <a:pt x="573" y="51"/>
                    <a:pt x="573" y="49"/>
                  </a:cubicBezTo>
                  <a:close/>
                  <a:moveTo>
                    <a:pt x="573" y="46"/>
                  </a:moveTo>
                  <a:cubicBezTo>
                    <a:pt x="573" y="34"/>
                    <a:pt x="573" y="34"/>
                    <a:pt x="573" y="34"/>
                  </a:cubicBezTo>
                  <a:cubicBezTo>
                    <a:pt x="570" y="35"/>
                    <a:pt x="567" y="36"/>
                    <a:pt x="566" y="37"/>
                  </a:cubicBezTo>
                  <a:cubicBezTo>
                    <a:pt x="564" y="38"/>
                    <a:pt x="563" y="39"/>
                    <a:pt x="562" y="40"/>
                  </a:cubicBezTo>
                  <a:cubicBezTo>
                    <a:pt x="562" y="42"/>
                    <a:pt x="561" y="43"/>
                    <a:pt x="561" y="44"/>
                  </a:cubicBezTo>
                  <a:cubicBezTo>
                    <a:pt x="561" y="46"/>
                    <a:pt x="562" y="48"/>
                    <a:pt x="563" y="49"/>
                  </a:cubicBezTo>
                  <a:cubicBezTo>
                    <a:pt x="564" y="50"/>
                    <a:pt x="565" y="50"/>
                    <a:pt x="566" y="50"/>
                  </a:cubicBezTo>
                  <a:cubicBezTo>
                    <a:pt x="568" y="50"/>
                    <a:pt x="570" y="49"/>
                    <a:pt x="573" y="4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4" name="Freeform 36"/>
            <p:cNvSpPr>
              <a:spLocks noEditPoints="1"/>
            </p:cNvSpPr>
            <p:nvPr/>
          </p:nvSpPr>
          <p:spPr bwMode="auto">
            <a:xfrm>
              <a:off x="9304400" y="4596116"/>
              <a:ext cx="2255838" cy="300038"/>
            </a:xfrm>
            <a:custGeom>
              <a:avLst/>
              <a:gdLst>
                <a:gd name="T0" fmla="*/ 1465 w 1513"/>
                <a:gd name="T1" fmla="*/ 107 h 200"/>
                <a:gd name="T2" fmla="*/ 1416 w 1513"/>
                <a:gd name="T3" fmla="*/ 130 h 200"/>
                <a:gd name="T4" fmla="*/ 1450 w 1513"/>
                <a:gd name="T5" fmla="*/ 47 h 200"/>
                <a:gd name="T6" fmla="*/ 1458 w 1513"/>
                <a:gd name="T7" fmla="*/ 70 h 200"/>
                <a:gd name="T8" fmla="*/ 1467 w 1513"/>
                <a:gd name="T9" fmla="*/ 146 h 200"/>
                <a:gd name="T10" fmla="*/ 1410 w 1513"/>
                <a:gd name="T11" fmla="*/ 171 h 200"/>
                <a:gd name="T12" fmla="*/ 1408 w 1513"/>
                <a:gd name="T13" fmla="*/ 153 h 200"/>
                <a:gd name="T14" fmla="*/ 1272 w 1513"/>
                <a:gd name="T15" fmla="*/ 125 h 200"/>
                <a:gd name="T16" fmla="*/ 1257 w 1513"/>
                <a:gd name="T17" fmla="*/ 79 h 200"/>
                <a:gd name="T18" fmla="*/ 1298 w 1513"/>
                <a:gd name="T19" fmla="*/ 59 h 200"/>
                <a:gd name="T20" fmla="*/ 1220 w 1513"/>
                <a:gd name="T21" fmla="*/ 139 h 200"/>
                <a:gd name="T22" fmla="*/ 1112 w 1513"/>
                <a:gd name="T23" fmla="*/ 16 h 200"/>
                <a:gd name="T24" fmla="*/ 1064 w 1513"/>
                <a:gd name="T25" fmla="*/ 107 h 200"/>
                <a:gd name="T26" fmla="*/ 1074 w 1513"/>
                <a:gd name="T27" fmla="*/ 95 h 200"/>
                <a:gd name="T28" fmla="*/ 1096 w 1513"/>
                <a:gd name="T29" fmla="*/ 49 h 200"/>
                <a:gd name="T30" fmla="*/ 1098 w 1513"/>
                <a:gd name="T31" fmla="*/ 84 h 200"/>
                <a:gd name="T32" fmla="*/ 1101 w 1513"/>
                <a:gd name="T33" fmla="*/ 154 h 200"/>
                <a:gd name="T34" fmla="*/ 1038 w 1513"/>
                <a:gd name="T35" fmla="*/ 172 h 200"/>
                <a:gd name="T36" fmla="*/ 862 w 1513"/>
                <a:gd name="T37" fmla="*/ 136 h 200"/>
                <a:gd name="T38" fmla="*/ 895 w 1513"/>
                <a:gd name="T39" fmla="*/ 103 h 200"/>
                <a:gd name="T40" fmla="*/ 856 w 1513"/>
                <a:gd name="T41" fmla="*/ 83 h 200"/>
                <a:gd name="T42" fmla="*/ 873 w 1513"/>
                <a:gd name="T43" fmla="*/ 80 h 200"/>
                <a:gd name="T44" fmla="*/ 905 w 1513"/>
                <a:gd name="T45" fmla="*/ 38 h 200"/>
                <a:gd name="T46" fmla="*/ 908 w 1513"/>
                <a:gd name="T47" fmla="*/ 83 h 200"/>
                <a:gd name="T48" fmla="*/ 874 w 1513"/>
                <a:gd name="T49" fmla="*/ 168 h 200"/>
                <a:gd name="T50" fmla="*/ 809 w 1513"/>
                <a:gd name="T51" fmla="*/ 149 h 200"/>
                <a:gd name="T52" fmla="*/ 704 w 1513"/>
                <a:gd name="T53" fmla="*/ 45 h 200"/>
                <a:gd name="T54" fmla="*/ 658 w 1513"/>
                <a:gd name="T55" fmla="*/ 45 h 200"/>
                <a:gd name="T56" fmla="*/ 694 w 1513"/>
                <a:gd name="T57" fmla="*/ 50 h 200"/>
                <a:gd name="T58" fmla="*/ 705 w 1513"/>
                <a:gd name="T59" fmla="*/ 55 h 200"/>
                <a:gd name="T60" fmla="*/ 697 w 1513"/>
                <a:gd name="T61" fmla="*/ 139 h 200"/>
                <a:gd name="T62" fmla="*/ 662 w 1513"/>
                <a:gd name="T63" fmla="*/ 179 h 200"/>
                <a:gd name="T64" fmla="*/ 686 w 1513"/>
                <a:gd name="T65" fmla="*/ 141 h 200"/>
                <a:gd name="T66" fmla="*/ 720 w 1513"/>
                <a:gd name="T67" fmla="*/ 90 h 200"/>
                <a:gd name="T68" fmla="*/ 540 w 1513"/>
                <a:gd name="T69" fmla="*/ 92 h 200"/>
                <a:gd name="T70" fmla="*/ 491 w 1513"/>
                <a:gd name="T71" fmla="*/ 115 h 200"/>
                <a:gd name="T72" fmla="*/ 466 w 1513"/>
                <a:gd name="T73" fmla="*/ 70 h 200"/>
                <a:gd name="T74" fmla="*/ 444 w 1513"/>
                <a:gd name="T75" fmla="*/ 90 h 200"/>
                <a:gd name="T76" fmla="*/ 426 w 1513"/>
                <a:gd name="T77" fmla="*/ 96 h 200"/>
                <a:gd name="T78" fmla="*/ 414 w 1513"/>
                <a:gd name="T79" fmla="*/ 90 h 200"/>
                <a:gd name="T80" fmla="*/ 502 w 1513"/>
                <a:gd name="T81" fmla="*/ 43 h 200"/>
                <a:gd name="T82" fmla="*/ 560 w 1513"/>
                <a:gd name="T83" fmla="*/ 85 h 200"/>
                <a:gd name="T84" fmla="*/ 520 w 1513"/>
                <a:gd name="T85" fmla="*/ 187 h 200"/>
                <a:gd name="T86" fmla="*/ 465 w 1513"/>
                <a:gd name="T87" fmla="*/ 119 h 200"/>
                <a:gd name="T88" fmla="*/ 442 w 1513"/>
                <a:gd name="T89" fmla="*/ 153 h 200"/>
                <a:gd name="T90" fmla="*/ 282 w 1513"/>
                <a:gd name="T91" fmla="*/ 98 h 200"/>
                <a:gd name="T92" fmla="*/ 259 w 1513"/>
                <a:gd name="T93" fmla="*/ 93 h 200"/>
                <a:gd name="T94" fmla="*/ 226 w 1513"/>
                <a:gd name="T95" fmla="*/ 158 h 200"/>
                <a:gd name="T96" fmla="*/ 307 w 1513"/>
                <a:gd name="T97" fmla="*/ 43 h 200"/>
                <a:gd name="T98" fmla="*/ 290 w 1513"/>
                <a:gd name="T99" fmla="*/ 120 h 200"/>
                <a:gd name="T100" fmla="*/ 234 w 1513"/>
                <a:gd name="T101" fmla="*/ 93 h 200"/>
                <a:gd name="T102" fmla="*/ 205 w 1513"/>
                <a:gd name="T103" fmla="*/ 107 h 200"/>
                <a:gd name="T104" fmla="*/ 226 w 1513"/>
                <a:gd name="T105" fmla="*/ 171 h 200"/>
                <a:gd name="T106" fmla="*/ 101 w 1513"/>
                <a:gd name="T107" fmla="*/ 63 h 200"/>
                <a:gd name="T108" fmla="*/ 32 w 1513"/>
                <a:gd name="T109" fmla="*/ 94 h 200"/>
                <a:gd name="T110" fmla="*/ 58 w 1513"/>
                <a:gd name="T111" fmla="*/ 7 h 200"/>
                <a:gd name="T112" fmla="*/ 104 w 1513"/>
                <a:gd name="T113" fmla="*/ 90 h 200"/>
                <a:gd name="T114" fmla="*/ 48 w 1513"/>
                <a:gd name="T115" fmla="*/ 152 h 200"/>
                <a:gd name="T116" fmla="*/ 3 w 1513"/>
                <a:gd name="T117" fmla="*/ 66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513" h="200">
                  <a:moveTo>
                    <a:pt x="1410" y="31"/>
                  </a:moveTo>
                  <a:cubicBezTo>
                    <a:pt x="1410" y="28"/>
                    <a:pt x="1410" y="26"/>
                    <a:pt x="1410" y="23"/>
                  </a:cubicBezTo>
                  <a:cubicBezTo>
                    <a:pt x="1418" y="21"/>
                    <a:pt x="1413" y="3"/>
                    <a:pt x="1421" y="0"/>
                  </a:cubicBezTo>
                  <a:cubicBezTo>
                    <a:pt x="1424" y="0"/>
                    <a:pt x="1424" y="0"/>
                    <a:pt x="1424" y="0"/>
                  </a:cubicBezTo>
                  <a:cubicBezTo>
                    <a:pt x="1425" y="3"/>
                    <a:pt x="1427" y="7"/>
                    <a:pt x="1428" y="11"/>
                  </a:cubicBezTo>
                  <a:cubicBezTo>
                    <a:pt x="1428" y="13"/>
                    <a:pt x="1428" y="15"/>
                    <a:pt x="1428" y="17"/>
                  </a:cubicBezTo>
                  <a:cubicBezTo>
                    <a:pt x="1431" y="30"/>
                    <a:pt x="1429" y="36"/>
                    <a:pt x="1427" y="47"/>
                  </a:cubicBezTo>
                  <a:cubicBezTo>
                    <a:pt x="1414" y="49"/>
                    <a:pt x="1415" y="38"/>
                    <a:pt x="1410" y="31"/>
                  </a:cubicBezTo>
                  <a:close/>
                  <a:moveTo>
                    <a:pt x="1442" y="122"/>
                  </a:moveTo>
                  <a:cubicBezTo>
                    <a:pt x="1442" y="107"/>
                    <a:pt x="1454" y="110"/>
                    <a:pt x="1465" y="107"/>
                  </a:cubicBezTo>
                  <a:cubicBezTo>
                    <a:pt x="1470" y="105"/>
                    <a:pt x="1478" y="101"/>
                    <a:pt x="1482" y="97"/>
                  </a:cubicBezTo>
                  <a:cubicBezTo>
                    <a:pt x="1484" y="95"/>
                    <a:pt x="1484" y="93"/>
                    <a:pt x="1486" y="91"/>
                  </a:cubicBezTo>
                  <a:cubicBezTo>
                    <a:pt x="1485" y="90"/>
                    <a:pt x="1485" y="88"/>
                    <a:pt x="1484" y="87"/>
                  </a:cubicBezTo>
                  <a:cubicBezTo>
                    <a:pt x="1482" y="86"/>
                    <a:pt x="1479" y="83"/>
                    <a:pt x="1477" y="83"/>
                  </a:cubicBezTo>
                  <a:cubicBezTo>
                    <a:pt x="1474" y="81"/>
                    <a:pt x="1470" y="82"/>
                    <a:pt x="1468" y="81"/>
                  </a:cubicBezTo>
                  <a:cubicBezTo>
                    <a:pt x="1452" y="83"/>
                    <a:pt x="1429" y="95"/>
                    <a:pt x="1424" y="105"/>
                  </a:cubicBezTo>
                  <a:cubicBezTo>
                    <a:pt x="1424" y="108"/>
                    <a:pt x="1424" y="111"/>
                    <a:pt x="1424" y="113"/>
                  </a:cubicBezTo>
                  <a:cubicBezTo>
                    <a:pt x="1426" y="115"/>
                    <a:pt x="1428" y="117"/>
                    <a:pt x="1430" y="119"/>
                  </a:cubicBezTo>
                  <a:cubicBezTo>
                    <a:pt x="1430" y="126"/>
                    <a:pt x="1430" y="134"/>
                    <a:pt x="1422" y="135"/>
                  </a:cubicBezTo>
                  <a:cubicBezTo>
                    <a:pt x="1420" y="133"/>
                    <a:pt x="1418" y="132"/>
                    <a:pt x="1416" y="130"/>
                  </a:cubicBezTo>
                  <a:cubicBezTo>
                    <a:pt x="1414" y="132"/>
                    <a:pt x="1413" y="133"/>
                    <a:pt x="1409" y="132"/>
                  </a:cubicBezTo>
                  <a:cubicBezTo>
                    <a:pt x="1407" y="128"/>
                    <a:pt x="1397" y="105"/>
                    <a:pt x="1398" y="102"/>
                  </a:cubicBezTo>
                  <a:cubicBezTo>
                    <a:pt x="1399" y="99"/>
                    <a:pt x="1405" y="97"/>
                    <a:pt x="1408" y="96"/>
                  </a:cubicBezTo>
                  <a:cubicBezTo>
                    <a:pt x="1414" y="93"/>
                    <a:pt x="1418" y="86"/>
                    <a:pt x="1423" y="82"/>
                  </a:cubicBezTo>
                  <a:cubicBezTo>
                    <a:pt x="1426" y="80"/>
                    <a:pt x="1430" y="80"/>
                    <a:pt x="1433" y="79"/>
                  </a:cubicBezTo>
                  <a:cubicBezTo>
                    <a:pt x="1441" y="75"/>
                    <a:pt x="1447" y="65"/>
                    <a:pt x="1454" y="59"/>
                  </a:cubicBezTo>
                  <a:cubicBezTo>
                    <a:pt x="1462" y="51"/>
                    <a:pt x="1472" y="50"/>
                    <a:pt x="1478" y="41"/>
                  </a:cubicBezTo>
                  <a:cubicBezTo>
                    <a:pt x="1478" y="41"/>
                    <a:pt x="1478" y="41"/>
                    <a:pt x="1478" y="40"/>
                  </a:cubicBezTo>
                  <a:cubicBezTo>
                    <a:pt x="1477" y="40"/>
                    <a:pt x="1477" y="40"/>
                    <a:pt x="1477" y="40"/>
                  </a:cubicBezTo>
                  <a:cubicBezTo>
                    <a:pt x="1472" y="45"/>
                    <a:pt x="1459" y="54"/>
                    <a:pt x="1450" y="47"/>
                  </a:cubicBezTo>
                  <a:cubicBezTo>
                    <a:pt x="1446" y="45"/>
                    <a:pt x="1447" y="40"/>
                    <a:pt x="1444" y="37"/>
                  </a:cubicBezTo>
                  <a:cubicBezTo>
                    <a:pt x="1443" y="35"/>
                    <a:pt x="1440" y="34"/>
                    <a:pt x="1440" y="31"/>
                  </a:cubicBezTo>
                  <a:cubicBezTo>
                    <a:pt x="1440" y="29"/>
                    <a:pt x="1441" y="28"/>
                    <a:pt x="1441" y="27"/>
                  </a:cubicBezTo>
                  <a:cubicBezTo>
                    <a:pt x="1447" y="27"/>
                    <a:pt x="1459" y="35"/>
                    <a:pt x="1462" y="38"/>
                  </a:cubicBezTo>
                  <a:cubicBezTo>
                    <a:pt x="1471" y="35"/>
                    <a:pt x="1480" y="33"/>
                    <a:pt x="1488" y="28"/>
                  </a:cubicBezTo>
                  <a:cubicBezTo>
                    <a:pt x="1491" y="26"/>
                    <a:pt x="1496" y="30"/>
                    <a:pt x="1498" y="29"/>
                  </a:cubicBezTo>
                  <a:cubicBezTo>
                    <a:pt x="1502" y="32"/>
                    <a:pt x="1508" y="48"/>
                    <a:pt x="1500" y="52"/>
                  </a:cubicBezTo>
                  <a:cubicBezTo>
                    <a:pt x="1496" y="53"/>
                    <a:pt x="1490" y="53"/>
                    <a:pt x="1486" y="54"/>
                  </a:cubicBezTo>
                  <a:cubicBezTo>
                    <a:pt x="1476" y="56"/>
                    <a:pt x="1464" y="63"/>
                    <a:pt x="1457" y="69"/>
                  </a:cubicBezTo>
                  <a:cubicBezTo>
                    <a:pt x="1457" y="69"/>
                    <a:pt x="1458" y="69"/>
                    <a:pt x="1458" y="70"/>
                  </a:cubicBezTo>
                  <a:cubicBezTo>
                    <a:pt x="1458" y="70"/>
                    <a:pt x="1458" y="70"/>
                    <a:pt x="1458" y="70"/>
                  </a:cubicBezTo>
                  <a:cubicBezTo>
                    <a:pt x="1462" y="71"/>
                    <a:pt x="1469" y="68"/>
                    <a:pt x="1474" y="71"/>
                  </a:cubicBezTo>
                  <a:cubicBezTo>
                    <a:pt x="1485" y="76"/>
                    <a:pt x="1500" y="81"/>
                    <a:pt x="1500" y="99"/>
                  </a:cubicBezTo>
                  <a:cubicBezTo>
                    <a:pt x="1497" y="100"/>
                    <a:pt x="1496" y="102"/>
                    <a:pt x="1494" y="103"/>
                  </a:cubicBezTo>
                  <a:cubicBezTo>
                    <a:pt x="1488" y="105"/>
                    <a:pt x="1482" y="105"/>
                    <a:pt x="1477" y="108"/>
                  </a:cubicBezTo>
                  <a:cubicBezTo>
                    <a:pt x="1477" y="109"/>
                    <a:pt x="1477" y="109"/>
                    <a:pt x="1477" y="110"/>
                  </a:cubicBezTo>
                  <a:cubicBezTo>
                    <a:pt x="1478" y="112"/>
                    <a:pt x="1479" y="113"/>
                    <a:pt x="1479" y="118"/>
                  </a:cubicBezTo>
                  <a:cubicBezTo>
                    <a:pt x="1477" y="119"/>
                    <a:pt x="1478" y="122"/>
                    <a:pt x="1476" y="123"/>
                  </a:cubicBezTo>
                  <a:cubicBezTo>
                    <a:pt x="1472" y="130"/>
                    <a:pt x="1465" y="135"/>
                    <a:pt x="1463" y="142"/>
                  </a:cubicBezTo>
                  <a:cubicBezTo>
                    <a:pt x="1464" y="143"/>
                    <a:pt x="1466" y="145"/>
                    <a:pt x="1467" y="146"/>
                  </a:cubicBezTo>
                  <a:cubicBezTo>
                    <a:pt x="1476" y="149"/>
                    <a:pt x="1513" y="129"/>
                    <a:pt x="1508" y="151"/>
                  </a:cubicBezTo>
                  <a:cubicBezTo>
                    <a:pt x="1507" y="154"/>
                    <a:pt x="1505" y="156"/>
                    <a:pt x="1504" y="158"/>
                  </a:cubicBezTo>
                  <a:cubicBezTo>
                    <a:pt x="1500" y="158"/>
                    <a:pt x="1498" y="157"/>
                    <a:pt x="1495" y="157"/>
                  </a:cubicBezTo>
                  <a:cubicBezTo>
                    <a:pt x="1490" y="155"/>
                    <a:pt x="1472" y="161"/>
                    <a:pt x="1469" y="163"/>
                  </a:cubicBezTo>
                  <a:cubicBezTo>
                    <a:pt x="1470" y="169"/>
                    <a:pt x="1471" y="175"/>
                    <a:pt x="1471" y="182"/>
                  </a:cubicBezTo>
                  <a:cubicBezTo>
                    <a:pt x="1469" y="183"/>
                    <a:pt x="1469" y="185"/>
                    <a:pt x="1468" y="186"/>
                  </a:cubicBezTo>
                  <a:cubicBezTo>
                    <a:pt x="1465" y="188"/>
                    <a:pt x="1462" y="187"/>
                    <a:pt x="1458" y="189"/>
                  </a:cubicBezTo>
                  <a:cubicBezTo>
                    <a:pt x="1456" y="190"/>
                    <a:pt x="1453" y="193"/>
                    <a:pt x="1450" y="193"/>
                  </a:cubicBezTo>
                  <a:cubicBezTo>
                    <a:pt x="1432" y="200"/>
                    <a:pt x="1414" y="183"/>
                    <a:pt x="1410" y="171"/>
                  </a:cubicBezTo>
                  <a:cubicBezTo>
                    <a:pt x="1410" y="171"/>
                    <a:pt x="1410" y="171"/>
                    <a:pt x="1410" y="171"/>
                  </a:cubicBezTo>
                  <a:cubicBezTo>
                    <a:pt x="1416" y="171"/>
                    <a:pt x="1423" y="177"/>
                    <a:pt x="1428" y="179"/>
                  </a:cubicBezTo>
                  <a:cubicBezTo>
                    <a:pt x="1430" y="179"/>
                    <a:pt x="1433" y="179"/>
                    <a:pt x="1435" y="179"/>
                  </a:cubicBezTo>
                  <a:cubicBezTo>
                    <a:pt x="1449" y="179"/>
                    <a:pt x="1457" y="174"/>
                    <a:pt x="1463" y="165"/>
                  </a:cubicBezTo>
                  <a:cubicBezTo>
                    <a:pt x="1463" y="164"/>
                    <a:pt x="1463" y="163"/>
                    <a:pt x="1463" y="162"/>
                  </a:cubicBezTo>
                  <a:cubicBezTo>
                    <a:pt x="1462" y="162"/>
                    <a:pt x="1461" y="161"/>
                    <a:pt x="1460" y="161"/>
                  </a:cubicBezTo>
                  <a:cubicBezTo>
                    <a:pt x="1453" y="158"/>
                    <a:pt x="1440" y="165"/>
                    <a:pt x="1434" y="166"/>
                  </a:cubicBezTo>
                  <a:cubicBezTo>
                    <a:pt x="1428" y="167"/>
                    <a:pt x="1413" y="167"/>
                    <a:pt x="1408" y="164"/>
                  </a:cubicBezTo>
                  <a:cubicBezTo>
                    <a:pt x="1406" y="163"/>
                    <a:pt x="1405" y="161"/>
                    <a:pt x="1404" y="160"/>
                  </a:cubicBezTo>
                  <a:cubicBezTo>
                    <a:pt x="1404" y="159"/>
                    <a:pt x="1404" y="157"/>
                    <a:pt x="1404" y="156"/>
                  </a:cubicBezTo>
                  <a:cubicBezTo>
                    <a:pt x="1406" y="155"/>
                    <a:pt x="1407" y="154"/>
                    <a:pt x="1408" y="153"/>
                  </a:cubicBezTo>
                  <a:cubicBezTo>
                    <a:pt x="1418" y="153"/>
                    <a:pt x="1426" y="153"/>
                    <a:pt x="1436" y="153"/>
                  </a:cubicBezTo>
                  <a:cubicBezTo>
                    <a:pt x="1438" y="152"/>
                    <a:pt x="1442" y="149"/>
                    <a:pt x="1444" y="149"/>
                  </a:cubicBezTo>
                  <a:cubicBezTo>
                    <a:pt x="1448" y="147"/>
                    <a:pt x="1452" y="148"/>
                    <a:pt x="1455" y="147"/>
                  </a:cubicBezTo>
                  <a:cubicBezTo>
                    <a:pt x="1456" y="146"/>
                    <a:pt x="1456" y="146"/>
                    <a:pt x="1457" y="145"/>
                  </a:cubicBezTo>
                  <a:cubicBezTo>
                    <a:pt x="1456" y="143"/>
                    <a:pt x="1454" y="139"/>
                    <a:pt x="1456" y="136"/>
                  </a:cubicBezTo>
                  <a:cubicBezTo>
                    <a:pt x="1458" y="129"/>
                    <a:pt x="1460" y="125"/>
                    <a:pt x="1464" y="118"/>
                  </a:cubicBezTo>
                  <a:cubicBezTo>
                    <a:pt x="1463" y="117"/>
                    <a:pt x="1462" y="117"/>
                    <a:pt x="1461" y="117"/>
                  </a:cubicBezTo>
                  <a:cubicBezTo>
                    <a:pt x="1455" y="118"/>
                    <a:pt x="1451" y="121"/>
                    <a:pt x="1442" y="122"/>
                  </a:cubicBezTo>
                  <a:close/>
                  <a:moveTo>
                    <a:pt x="1272" y="127"/>
                  </a:moveTo>
                  <a:cubicBezTo>
                    <a:pt x="1272" y="125"/>
                    <a:pt x="1271" y="126"/>
                    <a:pt x="1272" y="125"/>
                  </a:cubicBezTo>
                  <a:cubicBezTo>
                    <a:pt x="1274" y="119"/>
                    <a:pt x="1285" y="115"/>
                    <a:pt x="1292" y="119"/>
                  </a:cubicBezTo>
                  <a:cubicBezTo>
                    <a:pt x="1301" y="125"/>
                    <a:pt x="1318" y="137"/>
                    <a:pt x="1316" y="154"/>
                  </a:cubicBezTo>
                  <a:cubicBezTo>
                    <a:pt x="1310" y="157"/>
                    <a:pt x="1309" y="164"/>
                    <a:pt x="1298" y="164"/>
                  </a:cubicBezTo>
                  <a:cubicBezTo>
                    <a:pt x="1298" y="161"/>
                    <a:pt x="1294" y="159"/>
                    <a:pt x="1293" y="157"/>
                  </a:cubicBezTo>
                  <a:cubicBezTo>
                    <a:pt x="1292" y="155"/>
                    <a:pt x="1292" y="152"/>
                    <a:pt x="1291" y="149"/>
                  </a:cubicBezTo>
                  <a:cubicBezTo>
                    <a:pt x="1288" y="143"/>
                    <a:pt x="1279" y="128"/>
                    <a:pt x="1272" y="127"/>
                  </a:cubicBezTo>
                  <a:close/>
                  <a:moveTo>
                    <a:pt x="1216" y="87"/>
                  </a:moveTo>
                  <a:cubicBezTo>
                    <a:pt x="1216" y="86"/>
                    <a:pt x="1217" y="85"/>
                    <a:pt x="1217" y="84"/>
                  </a:cubicBezTo>
                  <a:cubicBezTo>
                    <a:pt x="1222" y="85"/>
                    <a:pt x="1227" y="86"/>
                    <a:pt x="1232" y="87"/>
                  </a:cubicBezTo>
                  <a:cubicBezTo>
                    <a:pt x="1237" y="89"/>
                    <a:pt x="1256" y="82"/>
                    <a:pt x="1257" y="79"/>
                  </a:cubicBezTo>
                  <a:cubicBezTo>
                    <a:pt x="1260" y="74"/>
                    <a:pt x="1260" y="41"/>
                    <a:pt x="1257" y="36"/>
                  </a:cubicBezTo>
                  <a:cubicBezTo>
                    <a:pt x="1255" y="31"/>
                    <a:pt x="1252" y="30"/>
                    <a:pt x="1252" y="23"/>
                  </a:cubicBezTo>
                  <a:cubicBezTo>
                    <a:pt x="1256" y="21"/>
                    <a:pt x="1256" y="20"/>
                    <a:pt x="1264" y="20"/>
                  </a:cubicBezTo>
                  <a:cubicBezTo>
                    <a:pt x="1272" y="26"/>
                    <a:pt x="1273" y="39"/>
                    <a:pt x="1273" y="54"/>
                  </a:cubicBezTo>
                  <a:cubicBezTo>
                    <a:pt x="1273" y="59"/>
                    <a:pt x="1271" y="74"/>
                    <a:pt x="1272" y="74"/>
                  </a:cubicBezTo>
                  <a:cubicBezTo>
                    <a:pt x="1276" y="75"/>
                    <a:pt x="1290" y="70"/>
                    <a:pt x="1293" y="68"/>
                  </a:cubicBezTo>
                  <a:cubicBezTo>
                    <a:pt x="1293" y="63"/>
                    <a:pt x="1292" y="61"/>
                    <a:pt x="1288" y="58"/>
                  </a:cubicBezTo>
                  <a:cubicBezTo>
                    <a:pt x="1288" y="57"/>
                    <a:pt x="1288" y="55"/>
                    <a:pt x="1288" y="53"/>
                  </a:cubicBezTo>
                  <a:cubicBezTo>
                    <a:pt x="1289" y="53"/>
                    <a:pt x="1290" y="54"/>
                    <a:pt x="1290" y="54"/>
                  </a:cubicBezTo>
                  <a:cubicBezTo>
                    <a:pt x="1293" y="55"/>
                    <a:pt x="1295" y="59"/>
                    <a:pt x="1298" y="59"/>
                  </a:cubicBezTo>
                  <a:cubicBezTo>
                    <a:pt x="1306" y="62"/>
                    <a:pt x="1314" y="60"/>
                    <a:pt x="1321" y="63"/>
                  </a:cubicBezTo>
                  <a:cubicBezTo>
                    <a:pt x="1322" y="64"/>
                    <a:pt x="1322" y="63"/>
                    <a:pt x="1322" y="65"/>
                  </a:cubicBezTo>
                  <a:cubicBezTo>
                    <a:pt x="1322" y="67"/>
                    <a:pt x="1322" y="69"/>
                    <a:pt x="1322" y="71"/>
                  </a:cubicBezTo>
                  <a:cubicBezTo>
                    <a:pt x="1321" y="71"/>
                    <a:pt x="1320" y="74"/>
                    <a:pt x="1319" y="75"/>
                  </a:cubicBezTo>
                  <a:cubicBezTo>
                    <a:pt x="1317" y="76"/>
                    <a:pt x="1310" y="75"/>
                    <a:pt x="1308" y="76"/>
                  </a:cubicBezTo>
                  <a:cubicBezTo>
                    <a:pt x="1301" y="79"/>
                    <a:pt x="1273" y="90"/>
                    <a:pt x="1268" y="95"/>
                  </a:cubicBezTo>
                  <a:cubicBezTo>
                    <a:pt x="1264" y="99"/>
                    <a:pt x="1266" y="105"/>
                    <a:pt x="1264" y="110"/>
                  </a:cubicBezTo>
                  <a:cubicBezTo>
                    <a:pt x="1260" y="123"/>
                    <a:pt x="1250" y="153"/>
                    <a:pt x="1232" y="145"/>
                  </a:cubicBezTo>
                  <a:cubicBezTo>
                    <a:pt x="1230" y="145"/>
                    <a:pt x="1229" y="145"/>
                    <a:pt x="1228" y="145"/>
                  </a:cubicBezTo>
                  <a:cubicBezTo>
                    <a:pt x="1225" y="143"/>
                    <a:pt x="1223" y="141"/>
                    <a:pt x="1220" y="139"/>
                  </a:cubicBezTo>
                  <a:cubicBezTo>
                    <a:pt x="1220" y="138"/>
                    <a:pt x="1220" y="137"/>
                    <a:pt x="1220" y="135"/>
                  </a:cubicBezTo>
                  <a:cubicBezTo>
                    <a:pt x="1222" y="135"/>
                    <a:pt x="1225" y="131"/>
                    <a:pt x="1227" y="130"/>
                  </a:cubicBezTo>
                  <a:cubicBezTo>
                    <a:pt x="1232" y="128"/>
                    <a:pt x="1236" y="129"/>
                    <a:pt x="1240" y="127"/>
                  </a:cubicBezTo>
                  <a:cubicBezTo>
                    <a:pt x="1246" y="125"/>
                    <a:pt x="1256" y="107"/>
                    <a:pt x="1254" y="101"/>
                  </a:cubicBezTo>
                  <a:cubicBezTo>
                    <a:pt x="1246" y="100"/>
                    <a:pt x="1236" y="101"/>
                    <a:pt x="1228" y="101"/>
                  </a:cubicBezTo>
                  <a:cubicBezTo>
                    <a:pt x="1225" y="98"/>
                    <a:pt x="1222" y="96"/>
                    <a:pt x="1219" y="93"/>
                  </a:cubicBezTo>
                  <a:cubicBezTo>
                    <a:pt x="1217" y="91"/>
                    <a:pt x="1217" y="88"/>
                    <a:pt x="1216" y="87"/>
                  </a:cubicBezTo>
                  <a:close/>
                  <a:moveTo>
                    <a:pt x="1110" y="21"/>
                  </a:moveTo>
                  <a:cubicBezTo>
                    <a:pt x="1110" y="20"/>
                    <a:pt x="1110" y="19"/>
                    <a:pt x="1110" y="17"/>
                  </a:cubicBezTo>
                  <a:cubicBezTo>
                    <a:pt x="1110" y="17"/>
                    <a:pt x="1111" y="16"/>
                    <a:pt x="1112" y="16"/>
                  </a:cubicBezTo>
                  <a:cubicBezTo>
                    <a:pt x="1124" y="17"/>
                    <a:pt x="1148" y="19"/>
                    <a:pt x="1147" y="35"/>
                  </a:cubicBezTo>
                  <a:cubicBezTo>
                    <a:pt x="1142" y="43"/>
                    <a:pt x="1140" y="49"/>
                    <a:pt x="1128" y="45"/>
                  </a:cubicBezTo>
                  <a:cubicBezTo>
                    <a:pt x="1127" y="43"/>
                    <a:pt x="1126" y="41"/>
                    <a:pt x="1124" y="39"/>
                  </a:cubicBezTo>
                  <a:cubicBezTo>
                    <a:pt x="1123" y="38"/>
                    <a:pt x="1121" y="38"/>
                    <a:pt x="1119" y="37"/>
                  </a:cubicBezTo>
                  <a:cubicBezTo>
                    <a:pt x="1119" y="31"/>
                    <a:pt x="1113" y="23"/>
                    <a:pt x="1110" y="21"/>
                  </a:cubicBezTo>
                  <a:close/>
                  <a:moveTo>
                    <a:pt x="1055" y="126"/>
                  </a:moveTo>
                  <a:cubicBezTo>
                    <a:pt x="1058" y="127"/>
                    <a:pt x="1062" y="127"/>
                    <a:pt x="1064" y="125"/>
                  </a:cubicBezTo>
                  <a:cubicBezTo>
                    <a:pt x="1066" y="124"/>
                    <a:pt x="1068" y="125"/>
                    <a:pt x="1070" y="123"/>
                  </a:cubicBezTo>
                  <a:cubicBezTo>
                    <a:pt x="1074" y="119"/>
                    <a:pt x="1070" y="109"/>
                    <a:pt x="1066" y="107"/>
                  </a:cubicBezTo>
                  <a:cubicBezTo>
                    <a:pt x="1066" y="107"/>
                    <a:pt x="1064" y="107"/>
                    <a:pt x="1064" y="107"/>
                  </a:cubicBezTo>
                  <a:cubicBezTo>
                    <a:pt x="1056" y="125"/>
                    <a:pt x="1056" y="125"/>
                    <a:pt x="1056" y="125"/>
                  </a:cubicBezTo>
                  <a:cubicBezTo>
                    <a:pt x="1056" y="125"/>
                    <a:pt x="1056" y="126"/>
                    <a:pt x="1055" y="126"/>
                  </a:cubicBezTo>
                  <a:close/>
                  <a:moveTo>
                    <a:pt x="1021" y="158"/>
                  </a:moveTo>
                  <a:cubicBezTo>
                    <a:pt x="1021" y="153"/>
                    <a:pt x="1024" y="148"/>
                    <a:pt x="1024" y="143"/>
                  </a:cubicBezTo>
                  <a:cubicBezTo>
                    <a:pt x="1025" y="140"/>
                    <a:pt x="1023" y="136"/>
                    <a:pt x="1024" y="133"/>
                  </a:cubicBezTo>
                  <a:cubicBezTo>
                    <a:pt x="1031" y="132"/>
                    <a:pt x="1042" y="114"/>
                    <a:pt x="1048" y="108"/>
                  </a:cubicBezTo>
                  <a:cubicBezTo>
                    <a:pt x="1051" y="106"/>
                    <a:pt x="1056" y="103"/>
                    <a:pt x="1059" y="102"/>
                  </a:cubicBezTo>
                  <a:cubicBezTo>
                    <a:pt x="1060" y="102"/>
                    <a:pt x="1062" y="102"/>
                    <a:pt x="1063" y="103"/>
                  </a:cubicBezTo>
                  <a:cubicBezTo>
                    <a:pt x="1068" y="104"/>
                    <a:pt x="1072" y="102"/>
                    <a:pt x="1075" y="101"/>
                  </a:cubicBezTo>
                  <a:cubicBezTo>
                    <a:pt x="1075" y="99"/>
                    <a:pt x="1075" y="97"/>
                    <a:pt x="1074" y="95"/>
                  </a:cubicBezTo>
                  <a:cubicBezTo>
                    <a:pt x="1074" y="95"/>
                    <a:pt x="1072" y="92"/>
                    <a:pt x="1072" y="93"/>
                  </a:cubicBezTo>
                  <a:cubicBezTo>
                    <a:pt x="1069" y="93"/>
                    <a:pt x="1067" y="96"/>
                    <a:pt x="1065" y="97"/>
                  </a:cubicBezTo>
                  <a:cubicBezTo>
                    <a:pt x="1064" y="97"/>
                    <a:pt x="1062" y="97"/>
                    <a:pt x="1060" y="97"/>
                  </a:cubicBezTo>
                  <a:cubicBezTo>
                    <a:pt x="1051" y="97"/>
                    <a:pt x="1045" y="88"/>
                    <a:pt x="1047" y="79"/>
                  </a:cubicBezTo>
                  <a:cubicBezTo>
                    <a:pt x="1056" y="81"/>
                    <a:pt x="1069" y="81"/>
                    <a:pt x="1076" y="76"/>
                  </a:cubicBezTo>
                  <a:cubicBezTo>
                    <a:pt x="1078" y="64"/>
                    <a:pt x="1079" y="47"/>
                    <a:pt x="1083" y="37"/>
                  </a:cubicBezTo>
                  <a:cubicBezTo>
                    <a:pt x="1085" y="34"/>
                    <a:pt x="1081" y="25"/>
                    <a:pt x="1084" y="18"/>
                  </a:cubicBezTo>
                  <a:cubicBezTo>
                    <a:pt x="1085" y="18"/>
                    <a:pt x="1087" y="18"/>
                    <a:pt x="1089" y="18"/>
                  </a:cubicBezTo>
                  <a:cubicBezTo>
                    <a:pt x="1090" y="19"/>
                    <a:pt x="1091" y="21"/>
                    <a:pt x="1092" y="22"/>
                  </a:cubicBezTo>
                  <a:cubicBezTo>
                    <a:pt x="1092" y="24"/>
                    <a:pt x="1097" y="47"/>
                    <a:pt x="1096" y="49"/>
                  </a:cubicBezTo>
                  <a:cubicBezTo>
                    <a:pt x="1095" y="53"/>
                    <a:pt x="1090" y="67"/>
                    <a:pt x="1092" y="70"/>
                  </a:cubicBezTo>
                  <a:cubicBezTo>
                    <a:pt x="1092" y="71"/>
                    <a:pt x="1092" y="71"/>
                    <a:pt x="1093" y="71"/>
                  </a:cubicBezTo>
                  <a:cubicBezTo>
                    <a:pt x="1099" y="71"/>
                    <a:pt x="1107" y="67"/>
                    <a:pt x="1109" y="62"/>
                  </a:cubicBezTo>
                  <a:cubicBezTo>
                    <a:pt x="1110" y="58"/>
                    <a:pt x="1107" y="56"/>
                    <a:pt x="1108" y="54"/>
                  </a:cubicBezTo>
                  <a:cubicBezTo>
                    <a:pt x="1108" y="54"/>
                    <a:pt x="1109" y="54"/>
                    <a:pt x="1109" y="54"/>
                  </a:cubicBezTo>
                  <a:cubicBezTo>
                    <a:pt x="1113" y="56"/>
                    <a:pt x="1126" y="58"/>
                    <a:pt x="1132" y="59"/>
                  </a:cubicBezTo>
                  <a:cubicBezTo>
                    <a:pt x="1132" y="61"/>
                    <a:pt x="1132" y="63"/>
                    <a:pt x="1132" y="65"/>
                  </a:cubicBezTo>
                  <a:cubicBezTo>
                    <a:pt x="1131" y="65"/>
                    <a:pt x="1130" y="66"/>
                    <a:pt x="1130" y="66"/>
                  </a:cubicBezTo>
                  <a:cubicBezTo>
                    <a:pt x="1129" y="66"/>
                    <a:pt x="1129" y="65"/>
                    <a:pt x="1129" y="65"/>
                  </a:cubicBezTo>
                  <a:cubicBezTo>
                    <a:pt x="1120" y="68"/>
                    <a:pt x="1100" y="77"/>
                    <a:pt x="1098" y="84"/>
                  </a:cubicBezTo>
                  <a:cubicBezTo>
                    <a:pt x="1096" y="84"/>
                    <a:pt x="1093" y="83"/>
                    <a:pt x="1092" y="85"/>
                  </a:cubicBezTo>
                  <a:cubicBezTo>
                    <a:pt x="1085" y="89"/>
                    <a:pt x="1090" y="98"/>
                    <a:pt x="1088" y="106"/>
                  </a:cubicBezTo>
                  <a:cubicBezTo>
                    <a:pt x="1087" y="109"/>
                    <a:pt x="1086" y="112"/>
                    <a:pt x="1087" y="115"/>
                  </a:cubicBezTo>
                  <a:cubicBezTo>
                    <a:pt x="1088" y="115"/>
                    <a:pt x="1089" y="116"/>
                    <a:pt x="1090" y="116"/>
                  </a:cubicBezTo>
                  <a:cubicBezTo>
                    <a:pt x="1095" y="108"/>
                    <a:pt x="1106" y="105"/>
                    <a:pt x="1114" y="111"/>
                  </a:cubicBezTo>
                  <a:cubicBezTo>
                    <a:pt x="1122" y="117"/>
                    <a:pt x="1116" y="123"/>
                    <a:pt x="1119" y="131"/>
                  </a:cubicBezTo>
                  <a:cubicBezTo>
                    <a:pt x="1120" y="136"/>
                    <a:pt x="1126" y="139"/>
                    <a:pt x="1128" y="145"/>
                  </a:cubicBezTo>
                  <a:cubicBezTo>
                    <a:pt x="1128" y="145"/>
                    <a:pt x="1128" y="147"/>
                    <a:pt x="1129" y="146"/>
                  </a:cubicBezTo>
                  <a:cubicBezTo>
                    <a:pt x="1134" y="161"/>
                    <a:pt x="1113" y="161"/>
                    <a:pt x="1105" y="160"/>
                  </a:cubicBezTo>
                  <a:cubicBezTo>
                    <a:pt x="1104" y="158"/>
                    <a:pt x="1102" y="156"/>
                    <a:pt x="1101" y="154"/>
                  </a:cubicBezTo>
                  <a:cubicBezTo>
                    <a:pt x="1098" y="145"/>
                    <a:pt x="1098" y="133"/>
                    <a:pt x="1090" y="130"/>
                  </a:cubicBezTo>
                  <a:cubicBezTo>
                    <a:pt x="1076" y="139"/>
                    <a:pt x="1092" y="160"/>
                    <a:pt x="1085" y="177"/>
                  </a:cubicBezTo>
                  <a:cubicBezTo>
                    <a:pt x="1085" y="177"/>
                    <a:pt x="1085" y="177"/>
                    <a:pt x="1085" y="177"/>
                  </a:cubicBezTo>
                  <a:cubicBezTo>
                    <a:pt x="1083" y="175"/>
                    <a:pt x="1080" y="175"/>
                    <a:pt x="1079" y="173"/>
                  </a:cubicBezTo>
                  <a:cubicBezTo>
                    <a:pt x="1075" y="170"/>
                    <a:pt x="1072" y="163"/>
                    <a:pt x="1070" y="156"/>
                  </a:cubicBezTo>
                  <a:cubicBezTo>
                    <a:pt x="1068" y="149"/>
                    <a:pt x="1074" y="143"/>
                    <a:pt x="1072" y="139"/>
                  </a:cubicBezTo>
                  <a:cubicBezTo>
                    <a:pt x="1071" y="139"/>
                    <a:pt x="1071" y="138"/>
                    <a:pt x="1070" y="137"/>
                  </a:cubicBezTo>
                  <a:cubicBezTo>
                    <a:pt x="1065" y="137"/>
                    <a:pt x="1056" y="139"/>
                    <a:pt x="1054" y="144"/>
                  </a:cubicBezTo>
                  <a:cubicBezTo>
                    <a:pt x="1053" y="147"/>
                    <a:pt x="1054" y="149"/>
                    <a:pt x="1053" y="151"/>
                  </a:cubicBezTo>
                  <a:cubicBezTo>
                    <a:pt x="1050" y="156"/>
                    <a:pt x="1042" y="170"/>
                    <a:pt x="1038" y="172"/>
                  </a:cubicBezTo>
                  <a:cubicBezTo>
                    <a:pt x="1034" y="173"/>
                    <a:pt x="1030" y="171"/>
                    <a:pt x="1027" y="169"/>
                  </a:cubicBezTo>
                  <a:cubicBezTo>
                    <a:pt x="1028" y="163"/>
                    <a:pt x="1024" y="158"/>
                    <a:pt x="1021" y="158"/>
                  </a:cubicBezTo>
                  <a:close/>
                  <a:moveTo>
                    <a:pt x="913" y="65"/>
                  </a:moveTo>
                  <a:cubicBezTo>
                    <a:pt x="914" y="65"/>
                    <a:pt x="913" y="65"/>
                    <a:pt x="915" y="65"/>
                  </a:cubicBezTo>
                  <a:cubicBezTo>
                    <a:pt x="919" y="64"/>
                    <a:pt x="929" y="61"/>
                    <a:pt x="931" y="58"/>
                  </a:cubicBezTo>
                  <a:cubicBezTo>
                    <a:pt x="931" y="57"/>
                    <a:pt x="931" y="55"/>
                    <a:pt x="931" y="54"/>
                  </a:cubicBezTo>
                  <a:cubicBezTo>
                    <a:pt x="929" y="49"/>
                    <a:pt x="924" y="45"/>
                    <a:pt x="920" y="43"/>
                  </a:cubicBezTo>
                  <a:cubicBezTo>
                    <a:pt x="920" y="43"/>
                    <a:pt x="920" y="43"/>
                    <a:pt x="919" y="43"/>
                  </a:cubicBezTo>
                  <a:cubicBezTo>
                    <a:pt x="917" y="47"/>
                    <a:pt x="913" y="58"/>
                    <a:pt x="913" y="65"/>
                  </a:cubicBezTo>
                  <a:close/>
                  <a:moveTo>
                    <a:pt x="862" y="136"/>
                  </a:moveTo>
                  <a:cubicBezTo>
                    <a:pt x="863" y="139"/>
                    <a:pt x="864" y="143"/>
                    <a:pt x="865" y="147"/>
                  </a:cubicBezTo>
                  <a:cubicBezTo>
                    <a:pt x="870" y="155"/>
                    <a:pt x="887" y="161"/>
                    <a:pt x="898" y="154"/>
                  </a:cubicBezTo>
                  <a:cubicBezTo>
                    <a:pt x="900" y="149"/>
                    <a:pt x="886" y="129"/>
                    <a:pt x="882" y="126"/>
                  </a:cubicBezTo>
                  <a:cubicBezTo>
                    <a:pt x="886" y="126"/>
                    <a:pt x="890" y="126"/>
                    <a:pt x="894" y="126"/>
                  </a:cubicBezTo>
                  <a:cubicBezTo>
                    <a:pt x="896" y="127"/>
                    <a:pt x="913" y="133"/>
                    <a:pt x="914" y="132"/>
                  </a:cubicBezTo>
                  <a:cubicBezTo>
                    <a:pt x="918" y="129"/>
                    <a:pt x="918" y="106"/>
                    <a:pt x="916" y="105"/>
                  </a:cubicBezTo>
                  <a:cubicBezTo>
                    <a:pt x="914" y="104"/>
                    <a:pt x="913" y="104"/>
                    <a:pt x="912" y="104"/>
                  </a:cubicBezTo>
                  <a:cubicBezTo>
                    <a:pt x="910" y="107"/>
                    <a:pt x="907" y="113"/>
                    <a:pt x="904" y="116"/>
                  </a:cubicBezTo>
                  <a:cubicBezTo>
                    <a:pt x="903" y="116"/>
                    <a:pt x="902" y="116"/>
                    <a:pt x="902" y="116"/>
                  </a:cubicBezTo>
                  <a:cubicBezTo>
                    <a:pt x="900" y="112"/>
                    <a:pt x="897" y="108"/>
                    <a:pt x="895" y="103"/>
                  </a:cubicBezTo>
                  <a:cubicBezTo>
                    <a:pt x="893" y="99"/>
                    <a:pt x="896" y="91"/>
                    <a:pt x="894" y="87"/>
                  </a:cubicBezTo>
                  <a:cubicBezTo>
                    <a:pt x="881" y="85"/>
                    <a:pt x="881" y="95"/>
                    <a:pt x="876" y="101"/>
                  </a:cubicBezTo>
                  <a:cubicBezTo>
                    <a:pt x="869" y="111"/>
                    <a:pt x="862" y="119"/>
                    <a:pt x="862" y="136"/>
                  </a:cubicBezTo>
                  <a:close/>
                  <a:moveTo>
                    <a:pt x="801" y="141"/>
                  </a:moveTo>
                  <a:cubicBezTo>
                    <a:pt x="801" y="139"/>
                    <a:pt x="801" y="137"/>
                    <a:pt x="801" y="134"/>
                  </a:cubicBezTo>
                  <a:cubicBezTo>
                    <a:pt x="804" y="132"/>
                    <a:pt x="806" y="128"/>
                    <a:pt x="810" y="126"/>
                  </a:cubicBezTo>
                  <a:cubicBezTo>
                    <a:pt x="808" y="123"/>
                    <a:pt x="808" y="120"/>
                    <a:pt x="808" y="116"/>
                  </a:cubicBezTo>
                  <a:cubicBezTo>
                    <a:pt x="811" y="116"/>
                    <a:pt x="820" y="118"/>
                    <a:pt x="825" y="116"/>
                  </a:cubicBezTo>
                  <a:cubicBezTo>
                    <a:pt x="830" y="115"/>
                    <a:pt x="851" y="107"/>
                    <a:pt x="854" y="104"/>
                  </a:cubicBezTo>
                  <a:cubicBezTo>
                    <a:pt x="856" y="100"/>
                    <a:pt x="854" y="87"/>
                    <a:pt x="856" y="83"/>
                  </a:cubicBezTo>
                  <a:cubicBezTo>
                    <a:pt x="857" y="81"/>
                    <a:pt x="863" y="72"/>
                    <a:pt x="861" y="69"/>
                  </a:cubicBezTo>
                  <a:cubicBezTo>
                    <a:pt x="856" y="62"/>
                    <a:pt x="835" y="75"/>
                    <a:pt x="835" y="59"/>
                  </a:cubicBezTo>
                  <a:cubicBezTo>
                    <a:pt x="836" y="59"/>
                    <a:pt x="836" y="59"/>
                    <a:pt x="837" y="58"/>
                  </a:cubicBezTo>
                  <a:cubicBezTo>
                    <a:pt x="840" y="58"/>
                    <a:pt x="843" y="59"/>
                    <a:pt x="845" y="60"/>
                  </a:cubicBezTo>
                  <a:cubicBezTo>
                    <a:pt x="850" y="57"/>
                    <a:pt x="865" y="52"/>
                    <a:pt x="868" y="47"/>
                  </a:cubicBezTo>
                  <a:cubicBezTo>
                    <a:pt x="873" y="39"/>
                    <a:pt x="871" y="30"/>
                    <a:pt x="878" y="23"/>
                  </a:cubicBezTo>
                  <a:cubicBezTo>
                    <a:pt x="884" y="23"/>
                    <a:pt x="888" y="24"/>
                    <a:pt x="893" y="26"/>
                  </a:cubicBezTo>
                  <a:cubicBezTo>
                    <a:pt x="890" y="36"/>
                    <a:pt x="882" y="41"/>
                    <a:pt x="878" y="49"/>
                  </a:cubicBezTo>
                  <a:cubicBezTo>
                    <a:pt x="875" y="56"/>
                    <a:pt x="874" y="68"/>
                    <a:pt x="873" y="74"/>
                  </a:cubicBezTo>
                  <a:cubicBezTo>
                    <a:pt x="873" y="76"/>
                    <a:pt x="873" y="78"/>
                    <a:pt x="873" y="80"/>
                  </a:cubicBezTo>
                  <a:cubicBezTo>
                    <a:pt x="872" y="80"/>
                    <a:pt x="870" y="88"/>
                    <a:pt x="870" y="90"/>
                  </a:cubicBezTo>
                  <a:cubicBezTo>
                    <a:pt x="871" y="90"/>
                    <a:pt x="871" y="91"/>
                    <a:pt x="871" y="91"/>
                  </a:cubicBezTo>
                  <a:cubicBezTo>
                    <a:pt x="872" y="91"/>
                    <a:pt x="872" y="90"/>
                    <a:pt x="873" y="90"/>
                  </a:cubicBezTo>
                  <a:cubicBezTo>
                    <a:pt x="873" y="90"/>
                    <a:pt x="873" y="90"/>
                    <a:pt x="874" y="90"/>
                  </a:cubicBezTo>
                  <a:cubicBezTo>
                    <a:pt x="875" y="89"/>
                    <a:pt x="877" y="87"/>
                    <a:pt x="877" y="85"/>
                  </a:cubicBezTo>
                  <a:cubicBezTo>
                    <a:pt x="877" y="84"/>
                    <a:pt x="877" y="83"/>
                    <a:pt x="877" y="82"/>
                  </a:cubicBezTo>
                  <a:cubicBezTo>
                    <a:pt x="878" y="80"/>
                    <a:pt x="880" y="79"/>
                    <a:pt x="881" y="77"/>
                  </a:cubicBezTo>
                  <a:cubicBezTo>
                    <a:pt x="887" y="77"/>
                    <a:pt x="895" y="75"/>
                    <a:pt x="897" y="72"/>
                  </a:cubicBezTo>
                  <a:cubicBezTo>
                    <a:pt x="899" y="67"/>
                    <a:pt x="897" y="58"/>
                    <a:pt x="899" y="55"/>
                  </a:cubicBezTo>
                  <a:cubicBezTo>
                    <a:pt x="901" y="51"/>
                    <a:pt x="904" y="42"/>
                    <a:pt x="905" y="38"/>
                  </a:cubicBezTo>
                  <a:cubicBezTo>
                    <a:pt x="907" y="29"/>
                    <a:pt x="898" y="22"/>
                    <a:pt x="903" y="17"/>
                  </a:cubicBezTo>
                  <a:cubicBezTo>
                    <a:pt x="907" y="13"/>
                    <a:pt x="915" y="19"/>
                    <a:pt x="917" y="21"/>
                  </a:cubicBezTo>
                  <a:cubicBezTo>
                    <a:pt x="921" y="25"/>
                    <a:pt x="916" y="31"/>
                    <a:pt x="918" y="36"/>
                  </a:cubicBezTo>
                  <a:cubicBezTo>
                    <a:pt x="920" y="41"/>
                    <a:pt x="930" y="45"/>
                    <a:pt x="934" y="47"/>
                  </a:cubicBezTo>
                  <a:cubicBezTo>
                    <a:pt x="938" y="48"/>
                    <a:pt x="943" y="48"/>
                    <a:pt x="948" y="49"/>
                  </a:cubicBezTo>
                  <a:cubicBezTo>
                    <a:pt x="948" y="49"/>
                    <a:pt x="949" y="50"/>
                    <a:pt x="949" y="50"/>
                  </a:cubicBezTo>
                  <a:cubicBezTo>
                    <a:pt x="949" y="51"/>
                    <a:pt x="948" y="53"/>
                    <a:pt x="948" y="54"/>
                  </a:cubicBezTo>
                  <a:cubicBezTo>
                    <a:pt x="945" y="60"/>
                    <a:pt x="935" y="64"/>
                    <a:pt x="930" y="67"/>
                  </a:cubicBezTo>
                  <a:cubicBezTo>
                    <a:pt x="926" y="70"/>
                    <a:pt x="924" y="75"/>
                    <a:pt x="921" y="77"/>
                  </a:cubicBezTo>
                  <a:cubicBezTo>
                    <a:pt x="916" y="80"/>
                    <a:pt x="910" y="79"/>
                    <a:pt x="908" y="83"/>
                  </a:cubicBezTo>
                  <a:cubicBezTo>
                    <a:pt x="908" y="85"/>
                    <a:pt x="907" y="85"/>
                    <a:pt x="907" y="87"/>
                  </a:cubicBezTo>
                  <a:cubicBezTo>
                    <a:pt x="905" y="86"/>
                    <a:pt x="906" y="90"/>
                    <a:pt x="906" y="91"/>
                  </a:cubicBezTo>
                  <a:cubicBezTo>
                    <a:pt x="910" y="93"/>
                    <a:pt x="924" y="95"/>
                    <a:pt x="926" y="99"/>
                  </a:cubicBezTo>
                  <a:cubicBezTo>
                    <a:pt x="930" y="105"/>
                    <a:pt x="930" y="119"/>
                    <a:pt x="928" y="129"/>
                  </a:cubicBezTo>
                  <a:cubicBezTo>
                    <a:pt x="927" y="131"/>
                    <a:pt x="926" y="134"/>
                    <a:pt x="927" y="138"/>
                  </a:cubicBezTo>
                  <a:cubicBezTo>
                    <a:pt x="944" y="144"/>
                    <a:pt x="968" y="157"/>
                    <a:pt x="946" y="175"/>
                  </a:cubicBezTo>
                  <a:cubicBezTo>
                    <a:pt x="930" y="175"/>
                    <a:pt x="930" y="166"/>
                    <a:pt x="917" y="161"/>
                  </a:cubicBezTo>
                  <a:cubicBezTo>
                    <a:pt x="915" y="161"/>
                    <a:pt x="906" y="165"/>
                    <a:pt x="905" y="165"/>
                  </a:cubicBezTo>
                  <a:cubicBezTo>
                    <a:pt x="903" y="165"/>
                    <a:pt x="901" y="165"/>
                    <a:pt x="899" y="165"/>
                  </a:cubicBezTo>
                  <a:cubicBezTo>
                    <a:pt x="892" y="168"/>
                    <a:pt x="882" y="170"/>
                    <a:pt x="874" y="168"/>
                  </a:cubicBezTo>
                  <a:cubicBezTo>
                    <a:pt x="872" y="163"/>
                    <a:pt x="867" y="157"/>
                    <a:pt x="863" y="153"/>
                  </a:cubicBezTo>
                  <a:cubicBezTo>
                    <a:pt x="863" y="153"/>
                    <a:pt x="863" y="153"/>
                    <a:pt x="863" y="153"/>
                  </a:cubicBezTo>
                  <a:cubicBezTo>
                    <a:pt x="862" y="154"/>
                    <a:pt x="862" y="154"/>
                    <a:pt x="862" y="154"/>
                  </a:cubicBezTo>
                  <a:cubicBezTo>
                    <a:pt x="862" y="162"/>
                    <a:pt x="869" y="172"/>
                    <a:pt x="864" y="179"/>
                  </a:cubicBezTo>
                  <a:cubicBezTo>
                    <a:pt x="863" y="179"/>
                    <a:pt x="861" y="179"/>
                    <a:pt x="859" y="178"/>
                  </a:cubicBezTo>
                  <a:cubicBezTo>
                    <a:pt x="855" y="176"/>
                    <a:pt x="854" y="171"/>
                    <a:pt x="851" y="167"/>
                  </a:cubicBezTo>
                  <a:cubicBezTo>
                    <a:pt x="850" y="165"/>
                    <a:pt x="850" y="163"/>
                    <a:pt x="849" y="161"/>
                  </a:cubicBezTo>
                  <a:cubicBezTo>
                    <a:pt x="846" y="159"/>
                    <a:pt x="844" y="156"/>
                    <a:pt x="841" y="153"/>
                  </a:cubicBezTo>
                  <a:cubicBezTo>
                    <a:pt x="839" y="151"/>
                    <a:pt x="840" y="146"/>
                    <a:pt x="837" y="144"/>
                  </a:cubicBezTo>
                  <a:cubicBezTo>
                    <a:pt x="834" y="141"/>
                    <a:pt x="817" y="153"/>
                    <a:pt x="809" y="149"/>
                  </a:cubicBezTo>
                  <a:cubicBezTo>
                    <a:pt x="806" y="147"/>
                    <a:pt x="803" y="144"/>
                    <a:pt x="801" y="141"/>
                  </a:cubicBezTo>
                  <a:close/>
                  <a:moveTo>
                    <a:pt x="704" y="44"/>
                  </a:moveTo>
                  <a:cubicBezTo>
                    <a:pt x="705" y="43"/>
                    <a:pt x="706" y="43"/>
                    <a:pt x="707" y="42"/>
                  </a:cubicBezTo>
                  <a:cubicBezTo>
                    <a:pt x="707" y="41"/>
                    <a:pt x="707" y="41"/>
                    <a:pt x="706" y="40"/>
                  </a:cubicBezTo>
                  <a:cubicBezTo>
                    <a:pt x="706" y="40"/>
                    <a:pt x="706" y="40"/>
                    <a:pt x="706" y="40"/>
                  </a:cubicBezTo>
                  <a:cubicBezTo>
                    <a:pt x="706" y="40"/>
                    <a:pt x="706" y="40"/>
                    <a:pt x="705" y="40"/>
                  </a:cubicBezTo>
                  <a:cubicBezTo>
                    <a:pt x="705" y="41"/>
                    <a:pt x="705" y="43"/>
                    <a:pt x="704" y="44"/>
                  </a:cubicBezTo>
                  <a:close/>
                  <a:moveTo>
                    <a:pt x="702" y="45"/>
                  </a:moveTo>
                  <a:cubicBezTo>
                    <a:pt x="702" y="46"/>
                    <a:pt x="703" y="46"/>
                    <a:pt x="703" y="46"/>
                  </a:cubicBezTo>
                  <a:cubicBezTo>
                    <a:pt x="704" y="46"/>
                    <a:pt x="704" y="46"/>
                    <a:pt x="704" y="45"/>
                  </a:cubicBezTo>
                  <a:cubicBezTo>
                    <a:pt x="704" y="45"/>
                    <a:pt x="704" y="45"/>
                    <a:pt x="704" y="45"/>
                  </a:cubicBezTo>
                  <a:cubicBezTo>
                    <a:pt x="704" y="45"/>
                    <a:pt x="704" y="44"/>
                    <a:pt x="704" y="44"/>
                  </a:cubicBezTo>
                  <a:cubicBezTo>
                    <a:pt x="704" y="44"/>
                    <a:pt x="703" y="43"/>
                    <a:pt x="703" y="43"/>
                  </a:cubicBezTo>
                  <a:cubicBezTo>
                    <a:pt x="703" y="43"/>
                    <a:pt x="703" y="44"/>
                    <a:pt x="702" y="44"/>
                  </a:cubicBezTo>
                  <a:cubicBezTo>
                    <a:pt x="702" y="45"/>
                    <a:pt x="702" y="45"/>
                    <a:pt x="702" y="45"/>
                  </a:cubicBezTo>
                  <a:close/>
                  <a:moveTo>
                    <a:pt x="637" y="47"/>
                  </a:moveTo>
                  <a:cubicBezTo>
                    <a:pt x="637" y="41"/>
                    <a:pt x="637" y="35"/>
                    <a:pt x="639" y="30"/>
                  </a:cubicBezTo>
                  <a:cubicBezTo>
                    <a:pt x="639" y="27"/>
                    <a:pt x="639" y="25"/>
                    <a:pt x="638" y="23"/>
                  </a:cubicBezTo>
                  <a:cubicBezTo>
                    <a:pt x="640" y="23"/>
                    <a:pt x="647" y="21"/>
                    <a:pt x="647" y="21"/>
                  </a:cubicBezTo>
                  <a:cubicBezTo>
                    <a:pt x="652" y="29"/>
                    <a:pt x="651" y="39"/>
                    <a:pt x="658" y="45"/>
                  </a:cubicBezTo>
                  <a:cubicBezTo>
                    <a:pt x="658" y="48"/>
                    <a:pt x="658" y="51"/>
                    <a:pt x="658" y="55"/>
                  </a:cubicBezTo>
                  <a:cubicBezTo>
                    <a:pt x="656" y="55"/>
                    <a:pt x="654" y="58"/>
                    <a:pt x="653" y="59"/>
                  </a:cubicBezTo>
                  <a:cubicBezTo>
                    <a:pt x="643" y="59"/>
                    <a:pt x="640" y="53"/>
                    <a:pt x="637" y="47"/>
                  </a:cubicBezTo>
                  <a:close/>
                  <a:moveTo>
                    <a:pt x="621" y="118"/>
                  </a:moveTo>
                  <a:cubicBezTo>
                    <a:pt x="621" y="113"/>
                    <a:pt x="621" y="109"/>
                    <a:pt x="621" y="105"/>
                  </a:cubicBezTo>
                  <a:cubicBezTo>
                    <a:pt x="628" y="104"/>
                    <a:pt x="632" y="97"/>
                    <a:pt x="636" y="92"/>
                  </a:cubicBezTo>
                  <a:cubicBezTo>
                    <a:pt x="640" y="85"/>
                    <a:pt x="652" y="76"/>
                    <a:pt x="660" y="71"/>
                  </a:cubicBezTo>
                  <a:cubicBezTo>
                    <a:pt x="663" y="70"/>
                    <a:pt x="678" y="62"/>
                    <a:pt x="677" y="61"/>
                  </a:cubicBezTo>
                  <a:cubicBezTo>
                    <a:pt x="680" y="60"/>
                    <a:pt x="693" y="54"/>
                    <a:pt x="694" y="51"/>
                  </a:cubicBezTo>
                  <a:cubicBezTo>
                    <a:pt x="694" y="50"/>
                    <a:pt x="694" y="50"/>
                    <a:pt x="694" y="50"/>
                  </a:cubicBezTo>
                  <a:cubicBezTo>
                    <a:pt x="692" y="49"/>
                    <a:pt x="681" y="45"/>
                    <a:pt x="680" y="44"/>
                  </a:cubicBezTo>
                  <a:cubicBezTo>
                    <a:pt x="678" y="43"/>
                    <a:pt x="676" y="39"/>
                    <a:pt x="675" y="39"/>
                  </a:cubicBezTo>
                  <a:cubicBezTo>
                    <a:pt x="675" y="38"/>
                    <a:pt x="675" y="37"/>
                    <a:pt x="675" y="37"/>
                  </a:cubicBezTo>
                  <a:cubicBezTo>
                    <a:pt x="684" y="39"/>
                    <a:pt x="702" y="36"/>
                    <a:pt x="707" y="33"/>
                  </a:cubicBezTo>
                  <a:cubicBezTo>
                    <a:pt x="709" y="31"/>
                    <a:pt x="712" y="28"/>
                    <a:pt x="716" y="27"/>
                  </a:cubicBezTo>
                  <a:cubicBezTo>
                    <a:pt x="721" y="26"/>
                    <a:pt x="736" y="34"/>
                    <a:pt x="739" y="36"/>
                  </a:cubicBezTo>
                  <a:cubicBezTo>
                    <a:pt x="739" y="38"/>
                    <a:pt x="738" y="39"/>
                    <a:pt x="738" y="41"/>
                  </a:cubicBezTo>
                  <a:cubicBezTo>
                    <a:pt x="736" y="42"/>
                    <a:pt x="734" y="44"/>
                    <a:pt x="732" y="45"/>
                  </a:cubicBezTo>
                  <a:cubicBezTo>
                    <a:pt x="731" y="45"/>
                    <a:pt x="730" y="45"/>
                    <a:pt x="730" y="45"/>
                  </a:cubicBezTo>
                  <a:cubicBezTo>
                    <a:pt x="724" y="47"/>
                    <a:pt x="709" y="51"/>
                    <a:pt x="705" y="55"/>
                  </a:cubicBezTo>
                  <a:cubicBezTo>
                    <a:pt x="706" y="56"/>
                    <a:pt x="706" y="57"/>
                    <a:pt x="706" y="58"/>
                  </a:cubicBezTo>
                  <a:cubicBezTo>
                    <a:pt x="708" y="59"/>
                    <a:pt x="710" y="60"/>
                    <a:pt x="712" y="61"/>
                  </a:cubicBezTo>
                  <a:cubicBezTo>
                    <a:pt x="713" y="61"/>
                    <a:pt x="715" y="61"/>
                    <a:pt x="717" y="61"/>
                  </a:cubicBezTo>
                  <a:cubicBezTo>
                    <a:pt x="724" y="65"/>
                    <a:pt x="744" y="92"/>
                    <a:pt x="730" y="103"/>
                  </a:cubicBezTo>
                  <a:cubicBezTo>
                    <a:pt x="728" y="104"/>
                    <a:pt x="716" y="108"/>
                    <a:pt x="717" y="108"/>
                  </a:cubicBezTo>
                  <a:cubicBezTo>
                    <a:pt x="711" y="111"/>
                    <a:pt x="705" y="106"/>
                    <a:pt x="702" y="111"/>
                  </a:cubicBezTo>
                  <a:cubicBezTo>
                    <a:pt x="702" y="114"/>
                    <a:pt x="702" y="117"/>
                    <a:pt x="702" y="120"/>
                  </a:cubicBezTo>
                  <a:cubicBezTo>
                    <a:pt x="699" y="125"/>
                    <a:pt x="694" y="130"/>
                    <a:pt x="690" y="134"/>
                  </a:cubicBezTo>
                  <a:cubicBezTo>
                    <a:pt x="690" y="136"/>
                    <a:pt x="690" y="137"/>
                    <a:pt x="691" y="137"/>
                  </a:cubicBezTo>
                  <a:cubicBezTo>
                    <a:pt x="692" y="139"/>
                    <a:pt x="695" y="139"/>
                    <a:pt x="697" y="139"/>
                  </a:cubicBezTo>
                  <a:cubicBezTo>
                    <a:pt x="698" y="138"/>
                    <a:pt x="699" y="137"/>
                    <a:pt x="700" y="134"/>
                  </a:cubicBezTo>
                  <a:cubicBezTo>
                    <a:pt x="711" y="134"/>
                    <a:pt x="716" y="138"/>
                    <a:pt x="726" y="140"/>
                  </a:cubicBezTo>
                  <a:cubicBezTo>
                    <a:pt x="727" y="143"/>
                    <a:pt x="730" y="149"/>
                    <a:pt x="729" y="151"/>
                  </a:cubicBezTo>
                  <a:cubicBezTo>
                    <a:pt x="728" y="152"/>
                    <a:pt x="727" y="154"/>
                    <a:pt x="725" y="155"/>
                  </a:cubicBezTo>
                  <a:cubicBezTo>
                    <a:pt x="716" y="158"/>
                    <a:pt x="712" y="149"/>
                    <a:pt x="705" y="150"/>
                  </a:cubicBezTo>
                  <a:cubicBezTo>
                    <a:pt x="704" y="149"/>
                    <a:pt x="700" y="153"/>
                    <a:pt x="699" y="155"/>
                  </a:cubicBezTo>
                  <a:cubicBezTo>
                    <a:pt x="698" y="157"/>
                    <a:pt x="700" y="159"/>
                    <a:pt x="700" y="160"/>
                  </a:cubicBezTo>
                  <a:cubicBezTo>
                    <a:pt x="700" y="162"/>
                    <a:pt x="700" y="164"/>
                    <a:pt x="700" y="166"/>
                  </a:cubicBezTo>
                  <a:cubicBezTo>
                    <a:pt x="702" y="174"/>
                    <a:pt x="698" y="180"/>
                    <a:pt x="692" y="183"/>
                  </a:cubicBezTo>
                  <a:cubicBezTo>
                    <a:pt x="685" y="187"/>
                    <a:pt x="666" y="181"/>
                    <a:pt x="662" y="179"/>
                  </a:cubicBezTo>
                  <a:cubicBezTo>
                    <a:pt x="662" y="177"/>
                    <a:pt x="653" y="173"/>
                    <a:pt x="651" y="173"/>
                  </a:cubicBezTo>
                  <a:cubicBezTo>
                    <a:pt x="651" y="172"/>
                    <a:pt x="652" y="172"/>
                    <a:pt x="652" y="172"/>
                  </a:cubicBezTo>
                  <a:cubicBezTo>
                    <a:pt x="660" y="170"/>
                    <a:pt x="676" y="168"/>
                    <a:pt x="683" y="163"/>
                  </a:cubicBezTo>
                  <a:cubicBezTo>
                    <a:pt x="685" y="162"/>
                    <a:pt x="692" y="157"/>
                    <a:pt x="689" y="155"/>
                  </a:cubicBezTo>
                  <a:cubicBezTo>
                    <a:pt x="685" y="154"/>
                    <a:pt x="675" y="155"/>
                    <a:pt x="672" y="157"/>
                  </a:cubicBezTo>
                  <a:cubicBezTo>
                    <a:pt x="668" y="159"/>
                    <a:pt x="653" y="154"/>
                    <a:pt x="652" y="153"/>
                  </a:cubicBezTo>
                  <a:cubicBezTo>
                    <a:pt x="650" y="152"/>
                    <a:pt x="650" y="151"/>
                    <a:pt x="649" y="149"/>
                  </a:cubicBezTo>
                  <a:cubicBezTo>
                    <a:pt x="649" y="148"/>
                    <a:pt x="649" y="148"/>
                    <a:pt x="650" y="147"/>
                  </a:cubicBezTo>
                  <a:cubicBezTo>
                    <a:pt x="660" y="147"/>
                    <a:pt x="674" y="146"/>
                    <a:pt x="684" y="144"/>
                  </a:cubicBezTo>
                  <a:cubicBezTo>
                    <a:pt x="685" y="143"/>
                    <a:pt x="685" y="142"/>
                    <a:pt x="686" y="141"/>
                  </a:cubicBezTo>
                  <a:cubicBezTo>
                    <a:pt x="686" y="141"/>
                    <a:pt x="686" y="141"/>
                    <a:pt x="686" y="140"/>
                  </a:cubicBezTo>
                  <a:cubicBezTo>
                    <a:pt x="684" y="139"/>
                    <a:pt x="684" y="138"/>
                    <a:pt x="682" y="137"/>
                  </a:cubicBezTo>
                  <a:cubicBezTo>
                    <a:pt x="682" y="133"/>
                    <a:pt x="681" y="129"/>
                    <a:pt x="683" y="125"/>
                  </a:cubicBezTo>
                  <a:cubicBezTo>
                    <a:pt x="685" y="122"/>
                    <a:pt x="691" y="115"/>
                    <a:pt x="690" y="111"/>
                  </a:cubicBezTo>
                  <a:cubicBezTo>
                    <a:pt x="690" y="109"/>
                    <a:pt x="689" y="109"/>
                    <a:pt x="688" y="109"/>
                  </a:cubicBezTo>
                  <a:cubicBezTo>
                    <a:pt x="680" y="105"/>
                    <a:pt x="670" y="123"/>
                    <a:pt x="665" y="118"/>
                  </a:cubicBezTo>
                  <a:cubicBezTo>
                    <a:pt x="666" y="112"/>
                    <a:pt x="667" y="106"/>
                    <a:pt x="670" y="102"/>
                  </a:cubicBezTo>
                  <a:cubicBezTo>
                    <a:pt x="675" y="96"/>
                    <a:pt x="690" y="97"/>
                    <a:pt x="695" y="102"/>
                  </a:cubicBezTo>
                  <a:cubicBezTo>
                    <a:pt x="701" y="102"/>
                    <a:pt x="703" y="100"/>
                    <a:pt x="707" y="98"/>
                  </a:cubicBezTo>
                  <a:cubicBezTo>
                    <a:pt x="711" y="95"/>
                    <a:pt x="717" y="94"/>
                    <a:pt x="720" y="90"/>
                  </a:cubicBezTo>
                  <a:cubicBezTo>
                    <a:pt x="720" y="89"/>
                    <a:pt x="720" y="88"/>
                    <a:pt x="720" y="89"/>
                  </a:cubicBezTo>
                  <a:cubicBezTo>
                    <a:pt x="726" y="78"/>
                    <a:pt x="710" y="68"/>
                    <a:pt x="705" y="66"/>
                  </a:cubicBezTo>
                  <a:cubicBezTo>
                    <a:pt x="694" y="63"/>
                    <a:pt x="681" y="76"/>
                    <a:pt x="678" y="81"/>
                  </a:cubicBezTo>
                  <a:cubicBezTo>
                    <a:pt x="670" y="91"/>
                    <a:pt x="657" y="97"/>
                    <a:pt x="649" y="107"/>
                  </a:cubicBezTo>
                  <a:cubicBezTo>
                    <a:pt x="645" y="112"/>
                    <a:pt x="646" y="118"/>
                    <a:pt x="644" y="123"/>
                  </a:cubicBezTo>
                  <a:cubicBezTo>
                    <a:pt x="643" y="127"/>
                    <a:pt x="640" y="131"/>
                    <a:pt x="639" y="133"/>
                  </a:cubicBezTo>
                  <a:cubicBezTo>
                    <a:pt x="632" y="134"/>
                    <a:pt x="625" y="130"/>
                    <a:pt x="623" y="125"/>
                  </a:cubicBezTo>
                  <a:cubicBezTo>
                    <a:pt x="621" y="123"/>
                    <a:pt x="623" y="120"/>
                    <a:pt x="621" y="118"/>
                  </a:cubicBezTo>
                  <a:close/>
                  <a:moveTo>
                    <a:pt x="537" y="94"/>
                  </a:moveTo>
                  <a:cubicBezTo>
                    <a:pt x="538" y="94"/>
                    <a:pt x="540" y="93"/>
                    <a:pt x="540" y="92"/>
                  </a:cubicBezTo>
                  <a:cubicBezTo>
                    <a:pt x="541" y="91"/>
                    <a:pt x="540" y="90"/>
                    <a:pt x="540" y="89"/>
                  </a:cubicBezTo>
                  <a:cubicBezTo>
                    <a:pt x="539" y="90"/>
                    <a:pt x="539" y="90"/>
                    <a:pt x="539" y="90"/>
                  </a:cubicBezTo>
                  <a:cubicBezTo>
                    <a:pt x="538" y="91"/>
                    <a:pt x="538" y="93"/>
                    <a:pt x="537" y="94"/>
                  </a:cubicBezTo>
                  <a:close/>
                  <a:moveTo>
                    <a:pt x="503" y="79"/>
                  </a:moveTo>
                  <a:cubicBezTo>
                    <a:pt x="504" y="80"/>
                    <a:pt x="505" y="81"/>
                    <a:pt x="507" y="79"/>
                  </a:cubicBezTo>
                  <a:cubicBezTo>
                    <a:pt x="507" y="77"/>
                    <a:pt x="508" y="77"/>
                    <a:pt x="508" y="75"/>
                  </a:cubicBezTo>
                  <a:cubicBezTo>
                    <a:pt x="508" y="75"/>
                    <a:pt x="507" y="75"/>
                    <a:pt x="507" y="74"/>
                  </a:cubicBezTo>
                  <a:cubicBezTo>
                    <a:pt x="506" y="75"/>
                    <a:pt x="505" y="75"/>
                    <a:pt x="504" y="75"/>
                  </a:cubicBezTo>
                  <a:cubicBezTo>
                    <a:pt x="504" y="77"/>
                    <a:pt x="504" y="77"/>
                    <a:pt x="503" y="79"/>
                  </a:cubicBezTo>
                  <a:close/>
                  <a:moveTo>
                    <a:pt x="491" y="115"/>
                  </a:moveTo>
                  <a:cubicBezTo>
                    <a:pt x="496" y="117"/>
                    <a:pt x="504" y="111"/>
                    <a:pt x="507" y="108"/>
                  </a:cubicBezTo>
                  <a:cubicBezTo>
                    <a:pt x="506" y="107"/>
                    <a:pt x="506" y="105"/>
                    <a:pt x="506" y="104"/>
                  </a:cubicBezTo>
                  <a:cubicBezTo>
                    <a:pt x="505" y="104"/>
                    <a:pt x="505" y="103"/>
                    <a:pt x="504" y="103"/>
                  </a:cubicBezTo>
                  <a:cubicBezTo>
                    <a:pt x="501" y="105"/>
                    <a:pt x="494" y="109"/>
                    <a:pt x="491" y="113"/>
                  </a:cubicBezTo>
                  <a:cubicBezTo>
                    <a:pt x="491" y="113"/>
                    <a:pt x="491" y="114"/>
                    <a:pt x="491" y="115"/>
                  </a:cubicBezTo>
                  <a:close/>
                  <a:moveTo>
                    <a:pt x="460" y="78"/>
                  </a:moveTo>
                  <a:cubicBezTo>
                    <a:pt x="461" y="79"/>
                    <a:pt x="462" y="79"/>
                    <a:pt x="463" y="79"/>
                  </a:cubicBezTo>
                  <a:cubicBezTo>
                    <a:pt x="466" y="77"/>
                    <a:pt x="468" y="75"/>
                    <a:pt x="470" y="73"/>
                  </a:cubicBezTo>
                  <a:cubicBezTo>
                    <a:pt x="470" y="71"/>
                    <a:pt x="470" y="71"/>
                    <a:pt x="470" y="69"/>
                  </a:cubicBezTo>
                  <a:cubicBezTo>
                    <a:pt x="468" y="69"/>
                    <a:pt x="467" y="70"/>
                    <a:pt x="466" y="70"/>
                  </a:cubicBezTo>
                  <a:cubicBezTo>
                    <a:pt x="464" y="71"/>
                    <a:pt x="461" y="74"/>
                    <a:pt x="460" y="78"/>
                  </a:cubicBezTo>
                  <a:close/>
                  <a:moveTo>
                    <a:pt x="453" y="106"/>
                  </a:moveTo>
                  <a:cubicBezTo>
                    <a:pt x="454" y="106"/>
                    <a:pt x="454" y="106"/>
                    <a:pt x="455" y="106"/>
                  </a:cubicBezTo>
                  <a:cubicBezTo>
                    <a:pt x="457" y="103"/>
                    <a:pt x="473" y="90"/>
                    <a:pt x="469" y="87"/>
                  </a:cubicBezTo>
                  <a:cubicBezTo>
                    <a:pt x="458" y="82"/>
                    <a:pt x="453" y="96"/>
                    <a:pt x="453" y="106"/>
                  </a:cubicBezTo>
                  <a:close/>
                  <a:moveTo>
                    <a:pt x="438" y="93"/>
                  </a:moveTo>
                  <a:cubicBezTo>
                    <a:pt x="439" y="93"/>
                    <a:pt x="440" y="94"/>
                    <a:pt x="440" y="95"/>
                  </a:cubicBezTo>
                  <a:cubicBezTo>
                    <a:pt x="442" y="95"/>
                    <a:pt x="443" y="95"/>
                    <a:pt x="444" y="95"/>
                  </a:cubicBezTo>
                  <a:cubicBezTo>
                    <a:pt x="445" y="94"/>
                    <a:pt x="446" y="93"/>
                    <a:pt x="446" y="92"/>
                  </a:cubicBezTo>
                  <a:cubicBezTo>
                    <a:pt x="445" y="91"/>
                    <a:pt x="444" y="91"/>
                    <a:pt x="444" y="90"/>
                  </a:cubicBezTo>
                  <a:cubicBezTo>
                    <a:pt x="444" y="91"/>
                    <a:pt x="439" y="91"/>
                    <a:pt x="438" y="92"/>
                  </a:cubicBezTo>
                  <a:cubicBezTo>
                    <a:pt x="438" y="92"/>
                    <a:pt x="438" y="92"/>
                    <a:pt x="438" y="93"/>
                  </a:cubicBezTo>
                  <a:close/>
                  <a:moveTo>
                    <a:pt x="425" y="130"/>
                  </a:moveTo>
                  <a:cubicBezTo>
                    <a:pt x="429" y="129"/>
                    <a:pt x="448" y="117"/>
                    <a:pt x="439" y="112"/>
                  </a:cubicBezTo>
                  <a:cubicBezTo>
                    <a:pt x="438" y="112"/>
                    <a:pt x="438" y="112"/>
                    <a:pt x="437" y="112"/>
                  </a:cubicBezTo>
                  <a:cubicBezTo>
                    <a:pt x="435" y="119"/>
                    <a:pt x="428" y="123"/>
                    <a:pt x="425" y="130"/>
                  </a:cubicBezTo>
                  <a:close/>
                  <a:moveTo>
                    <a:pt x="398" y="150"/>
                  </a:moveTo>
                  <a:cubicBezTo>
                    <a:pt x="398" y="144"/>
                    <a:pt x="399" y="138"/>
                    <a:pt x="399" y="133"/>
                  </a:cubicBezTo>
                  <a:cubicBezTo>
                    <a:pt x="403" y="131"/>
                    <a:pt x="426" y="102"/>
                    <a:pt x="429" y="97"/>
                  </a:cubicBezTo>
                  <a:cubicBezTo>
                    <a:pt x="428" y="96"/>
                    <a:pt x="428" y="96"/>
                    <a:pt x="426" y="96"/>
                  </a:cubicBezTo>
                  <a:cubicBezTo>
                    <a:pt x="424" y="97"/>
                    <a:pt x="405" y="104"/>
                    <a:pt x="401" y="101"/>
                  </a:cubicBezTo>
                  <a:cubicBezTo>
                    <a:pt x="400" y="100"/>
                    <a:pt x="400" y="100"/>
                    <a:pt x="400" y="100"/>
                  </a:cubicBezTo>
                  <a:cubicBezTo>
                    <a:pt x="400" y="86"/>
                    <a:pt x="411" y="79"/>
                    <a:pt x="418" y="74"/>
                  </a:cubicBezTo>
                  <a:cubicBezTo>
                    <a:pt x="424" y="70"/>
                    <a:pt x="428" y="65"/>
                    <a:pt x="432" y="60"/>
                  </a:cubicBezTo>
                  <a:cubicBezTo>
                    <a:pt x="437" y="54"/>
                    <a:pt x="450" y="45"/>
                    <a:pt x="453" y="38"/>
                  </a:cubicBezTo>
                  <a:cubicBezTo>
                    <a:pt x="454" y="34"/>
                    <a:pt x="454" y="29"/>
                    <a:pt x="454" y="25"/>
                  </a:cubicBezTo>
                  <a:cubicBezTo>
                    <a:pt x="462" y="22"/>
                    <a:pt x="468" y="24"/>
                    <a:pt x="473" y="28"/>
                  </a:cubicBezTo>
                  <a:cubicBezTo>
                    <a:pt x="468" y="46"/>
                    <a:pt x="437" y="68"/>
                    <a:pt x="423" y="81"/>
                  </a:cubicBezTo>
                  <a:cubicBezTo>
                    <a:pt x="420" y="84"/>
                    <a:pt x="416" y="86"/>
                    <a:pt x="413" y="89"/>
                  </a:cubicBezTo>
                  <a:cubicBezTo>
                    <a:pt x="413" y="90"/>
                    <a:pt x="413" y="90"/>
                    <a:pt x="414" y="90"/>
                  </a:cubicBezTo>
                  <a:cubicBezTo>
                    <a:pt x="419" y="90"/>
                    <a:pt x="426" y="88"/>
                    <a:pt x="430" y="86"/>
                  </a:cubicBezTo>
                  <a:cubicBezTo>
                    <a:pt x="436" y="85"/>
                    <a:pt x="441" y="85"/>
                    <a:pt x="447" y="84"/>
                  </a:cubicBezTo>
                  <a:cubicBezTo>
                    <a:pt x="451" y="81"/>
                    <a:pt x="451" y="77"/>
                    <a:pt x="453" y="73"/>
                  </a:cubicBezTo>
                  <a:cubicBezTo>
                    <a:pt x="457" y="67"/>
                    <a:pt x="460" y="60"/>
                    <a:pt x="466" y="55"/>
                  </a:cubicBezTo>
                  <a:cubicBezTo>
                    <a:pt x="469" y="55"/>
                    <a:pt x="472" y="55"/>
                    <a:pt x="474" y="55"/>
                  </a:cubicBezTo>
                  <a:cubicBezTo>
                    <a:pt x="475" y="57"/>
                    <a:pt x="477" y="58"/>
                    <a:pt x="478" y="59"/>
                  </a:cubicBezTo>
                  <a:cubicBezTo>
                    <a:pt x="481" y="63"/>
                    <a:pt x="483" y="67"/>
                    <a:pt x="485" y="71"/>
                  </a:cubicBezTo>
                  <a:cubicBezTo>
                    <a:pt x="488" y="69"/>
                    <a:pt x="495" y="62"/>
                    <a:pt x="492" y="57"/>
                  </a:cubicBezTo>
                  <a:cubicBezTo>
                    <a:pt x="491" y="54"/>
                    <a:pt x="488" y="53"/>
                    <a:pt x="490" y="49"/>
                  </a:cubicBezTo>
                  <a:cubicBezTo>
                    <a:pt x="490" y="46"/>
                    <a:pt x="498" y="42"/>
                    <a:pt x="502" y="43"/>
                  </a:cubicBezTo>
                  <a:cubicBezTo>
                    <a:pt x="502" y="47"/>
                    <a:pt x="506" y="51"/>
                    <a:pt x="508" y="53"/>
                  </a:cubicBezTo>
                  <a:cubicBezTo>
                    <a:pt x="515" y="55"/>
                    <a:pt x="513" y="47"/>
                    <a:pt x="514" y="43"/>
                  </a:cubicBezTo>
                  <a:cubicBezTo>
                    <a:pt x="517" y="34"/>
                    <a:pt x="512" y="13"/>
                    <a:pt x="524" y="13"/>
                  </a:cubicBezTo>
                  <a:cubicBezTo>
                    <a:pt x="525" y="15"/>
                    <a:pt x="530" y="19"/>
                    <a:pt x="532" y="21"/>
                  </a:cubicBezTo>
                  <a:cubicBezTo>
                    <a:pt x="532" y="21"/>
                    <a:pt x="532" y="21"/>
                    <a:pt x="533" y="21"/>
                  </a:cubicBezTo>
                  <a:cubicBezTo>
                    <a:pt x="535" y="25"/>
                    <a:pt x="536" y="27"/>
                    <a:pt x="539" y="30"/>
                  </a:cubicBezTo>
                  <a:cubicBezTo>
                    <a:pt x="541" y="34"/>
                    <a:pt x="544" y="42"/>
                    <a:pt x="545" y="47"/>
                  </a:cubicBezTo>
                  <a:cubicBezTo>
                    <a:pt x="546" y="51"/>
                    <a:pt x="542" y="54"/>
                    <a:pt x="543" y="59"/>
                  </a:cubicBezTo>
                  <a:cubicBezTo>
                    <a:pt x="546" y="65"/>
                    <a:pt x="553" y="69"/>
                    <a:pt x="556" y="75"/>
                  </a:cubicBezTo>
                  <a:cubicBezTo>
                    <a:pt x="558" y="79"/>
                    <a:pt x="558" y="83"/>
                    <a:pt x="560" y="85"/>
                  </a:cubicBezTo>
                  <a:cubicBezTo>
                    <a:pt x="564" y="89"/>
                    <a:pt x="570" y="91"/>
                    <a:pt x="574" y="95"/>
                  </a:cubicBezTo>
                  <a:cubicBezTo>
                    <a:pt x="574" y="97"/>
                    <a:pt x="574" y="98"/>
                    <a:pt x="574" y="99"/>
                  </a:cubicBezTo>
                  <a:cubicBezTo>
                    <a:pt x="572" y="100"/>
                    <a:pt x="570" y="102"/>
                    <a:pt x="568" y="103"/>
                  </a:cubicBezTo>
                  <a:cubicBezTo>
                    <a:pt x="565" y="105"/>
                    <a:pt x="561" y="104"/>
                    <a:pt x="559" y="105"/>
                  </a:cubicBezTo>
                  <a:cubicBezTo>
                    <a:pt x="552" y="106"/>
                    <a:pt x="543" y="109"/>
                    <a:pt x="539" y="114"/>
                  </a:cubicBezTo>
                  <a:cubicBezTo>
                    <a:pt x="536" y="117"/>
                    <a:pt x="536" y="135"/>
                    <a:pt x="535" y="141"/>
                  </a:cubicBezTo>
                  <a:cubicBezTo>
                    <a:pt x="535" y="143"/>
                    <a:pt x="534" y="145"/>
                    <a:pt x="534" y="148"/>
                  </a:cubicBezTo>
                  <a:cubicBezTo>
                    <a:pt x="532" y="152"/>
                    <a:pt x="531" y="158"/>
                    <a:pt x="530" y="163"/>
                  </a:cubicBezTo>
                  <a:cubicBezTo>
                    <a:pt x="530" y="164"/>
                    <a:pt x="530" y="165"/>
                    <a:pt x="530" y="166"/>
                  </a:cubicBezTo>
                  <a:cubicBezTo>
                    <a:pt x="526" y="174"/>
                    <a:pt x="524" y="181"/>
                    <a:pt x="520" y="187"/>
                  </a:cubicBezTo>
                  <a:cubicBezTo>
                    <a:pt x="520" y="190"/>
                    <a:pt x="520" y="193"/>
                    <a:pt x="520" y="195"/>
                  </a:cubicBezTo>
                  <a:cubicBezTo>
                    <a:pt x="519" y="195"/>
                    <a:pt x="519" y="195"/>
                    <a:pt x="519" y="195"/>
                  </a:cubicBezTo>
                  <a:cubicBezTo>
                    <a:pt x="518" y="193"/>
                    <a:pt x="515" y="191"/>
                    <a:pt x="514" y="189"/>
                  </a:cubicBezTo>
                  <a:cubicBezTo>
                    <a:pt x="511" y="185"/>
                    <a:pt x="511" y="181"/>
                    <a:pt x="509" y="177"/>
                  </a:cubicBezTo>
                  <a:cubicBezTo>
                    <a:pt x="509" y="175"/>
                    <a:pt x="509" y="173"/>
                    <a:pt x="509" y="171"/>
                  </a:cubicBezTo>
                  <a:cubicBezTo>
                    <a:pt x="507" y="163"/>
                    <a:pt x="509" y="147"/>
                    <a:pt x="508" y="135"/>
                  </a:cubicBezTo>
                  <a:cubicBezTo>
                    <a:pt x="507" y="135"/>
                    <a:pt x="506" y="135"/>
                    <a:pt x="507" y="134"/>
                  </a:cubicBezTo>
                  <a:cubicBezTo>
                    <a:pt x="497" y="136"/>
                    <a:pt x="489" y="139"/>
                    <a:pt x="481" y="142"/>
                  </a:cubicBezTo>
                  <a:cubicBezTo>
                    <a:pt x="476" y="142"/>
                    <a:pt x="472" y="143"/>
                    <a:pt x="467" y="143"/>
                  </a:cubicBezTo>
                  <a:cubicBezTo>
                    <a:pt x="462" y="138"/>
                    <a:pt x="463" y="125"/>
                    <a:pt x="465" y="119"/>
                  </a:cubicBezTo>
                  <a:cubicBezTo>
                    <a:pt x="470" y="117"/>
                    <a:pt x="476" y="112"/>
                    <a:pt x="478" y="108"/>
                  </a:cubicBezTo>
                  <a:cubicBezTo>
                    <a:pt x="478" y="107"/>
                    <a:pt x="478" y="105"/>
                    <a:pt x="478" y="104"/>
                  </a:cubicBezTo>
                  <a:cubicBezTo>
                    <a:pt x="484" y="97"/>
                    <a:pt x="492" y="90"/>
                    <a:pt x="488" y="77"/>
                  </a:cubicBezTo>
                  <a:cubicBezTo>
                    <a:pt x="488" y="77"/>
                    <a:pt x="488" y="77"/>
                    <a:pt x="487" y="77"/>
                  </a:cubicBezTo>
                  <a:cubicBezTo>
                    <a:pt x="473" y="87"/>
                    <a:pt x="476" y="96"/>
                    <a:pt x="467" y="109"/>
                  </a:cubicBezTo>
                  <a:cubicBezTo>
                    <a:pt x="461" y="117"/>
                    <a:pt x="456" y="117"/>
                    <a:pt x="452" y="129"/>
                  </a:cubicBezTo>
                  <a:cubicBezTo>
                    <a:pt x="448" y="140"/>
                    <a:pt x="457" y="156"/>
                    <a:pt x="457" y="165"/>
                  </a:cubicBezTo>
                  <a:cubicBezTo>
                    <a:pt x="455" y="165"/>
                    <a:pt x="455" y="167"/>
                    <a:pt x="454" y="167"/>
                  </a:cubicBezTo>
                  <a:cubicBezTo>
                    <a:pt x="452" y="167"/>
                    <a:pt x="452" y="167"/>
                    <a:pt x="450" y="167"/>
                  </a:cubicBezTo>
                  <a:cubicBezTo>
                    <a:pt x="447" y="163"/>
                    <a:pt x="444" y="159"/>
                    <a:pt x="442" y="153"/>
                  </a:cubicBezTo>
                  <a:cubicBezTo>
                    <a:pt x="440" y="149"/>
                    <a:pt x="441" y="145"/>
                    <a:pt x="439" y="141"/>
                  </a:cubicBezTo>
                  <a:cubicBezTo>
                    <a:pt x="438" y="141"/>
                    <a:pt x="438" y="141"/>
                    <a:pt x="437" y="141"/>
                  </a:cubicBezTo>
                  <a:cubicBezTo>
                    <a:pt x="431" y="151"/>
                    <a:pt x="418" y="157"/>
                    <a:pt x="402" y="157"/>
                  </a:cubicBezTo>
                  <a:cubicBezTo>
                    <a:pt x="402" y="156"/>
                    <a:pt x="400" y="155"/>
                    <a:pt x="400" y="155"/>
                  </a:cubicBezTo>
                  <a:cubicBezTo>
                    <a:pt x="398" y="153"/>
                    <a:pt x="398" y="151"/>
                    <a:pt x="398" y="150"/>
                  </a:cubicBezTo>
                  <a:close/>
                  <a:moveTo>
                    <a:pt x="278" y="104"/>
                  </a:moveTo>
                  <a:cubicBezTo>
                    <a:pt x="279" y="106"/>
                    <a:pt x="280" y="109"/>
                    <a:pt x="281" y="111"/>
                  </a:cubicBezTo>
                  <a:cubicBezTo>
                    <a:pt x="282" y="111"/>
                    <a:pt x="282" y="111"/>
                    <a:pt x="282" y="111"/>
                  </a:cubicBezTo>
                  <a:cubicBezTo>
                    <a:pt x="283" y="108"/>
                    <a:pt x="286" y="101"/>
                    <a:pt x="283" y="99"/>
                  </a:cubicBezTo>
                  <a:cubicBezTo>
                    <a:pt x="283" y="99"/>
                    <a:pt x="282" y="99"/>
                    <a:pt x="282" y="98"/>
                  </a:cubicBezTo>
                  <a:cubicBezTo>
                    <a:pt x="281" y="98"/>
                    <a:pt x="280" y="98"/>
                    <a:pt x="279" y="99"/>
                  </a:cubicBezTo>
                  <a:cubicBezTo>
                    <a:pt x="279" y="102"/>
                    <a:pt x="278" y="101"/>
                    <a:pt x="278" y="104"/>
                  </a:cubicBezTo>
                  <a:close/>
                  <a:moveTo>
                    <a:pt x="257" y="97"/>
                  </a:moveTo>
                  <a:cubicBezTo>
                    <a:pt x="257" y="97"/>
                    <a:pt x="257" y="98"/>
                    <a:pt x="257" y="99"/>
                  </a:cubicBezTo>
                  <a:cubicBezTo>
                    <a:pt x="258" y="99"/>
                    <a:pt x="258" y="99"/>
                    <a:pt x="258" y="99"/>
                  </a:cubicBezTo>
                  <a:cubicBezTo>
                    <a:pt x="258" y="99"/>
                    <a:pt x="259" y="99"/>
                    <a:pt x="259" y="99"/>
                  </a:cubicBezTo>
                  <a:cubicBezTo>
                    <a:pt x="260" y="98"/>
                    <a:pt x="260" y="97"/>
                    <a:pt x="261" y="97"/>
                  </a:cubicBezTo>
                  <a:cubicBezTo>
                    <a:pt x="261" y="95"/>
                    <a:pt x="261" y="95"/>
                    <a:pt x="260" y="93"/>
                  </a:cubicBezTo>
                  <a:cubicBezTo>
                    <a:pt x="260" y="93"/>
                    <a:pt x="260" y="93"/>
                    <a:pt x="260" y="93"/>
                  </a:cubicBezTo>
                  <a:cubicBezTo>
                    <a:pt x="259" y="93"/>
                    <a:pt x="259" y="93"/>
                    <a:pt x="259" y="93"/>
                  </a:cubicBezTo>
                  <a:cubicBezTo>
                    <a:pt x="258" y="94"/>
                    <a:pt x="258" y="95"/>
                    <a:pt x="257" y="97"/>
                  </a:cubicBezTo>
                  <a:close/>
                  <a:moveTo>
                    <a:pt x="236" y="104"/>
                  </a:moveTo>
                  <a:cubicBezTo>
                    <a:pt x="236" y="105"/>
                    <a:pt x="237" y="105"/>
                    <a:pt x="238" y="105"/>
                  </a:cubicBezTo>
                  <a:cubicBezTo>
                    <a:pt x="241" y="104"/>
                    <a:pt x="242" y="102"/>
                    <a:pt x="245" y="100"/>
                  </a:cubicBezTo>
                  <a:cubicBezTo>
                    <a:pt x="245" y="99"/>
                    <a:pt x="245" y="98"/>
                    <a:pt x="245" y="97"/>
                  </a:cubicBezTo>
                  <a:cubicBezTo>
                    <a:pt x="244" y="97"/>
                    <a:pt x="244" y="97"/>
                    <a:pt x="244" y="97"/>
                  </a:cubicBezTo>
                  <a:cubicBezTo>
                    <a:pt x="244" y="97"/>
                    <a:pt x="243" y="97"/>
                    <a:pt x="242" y="97"/>
                  </a:cubicBezTo>
                  <a:cubicBezTo>
                    <a:pt x="240" y="99"/>
                    <a:pt x="238" y="101"/>
                    <a:pt x="236" y="104"/>
                  </a:cubicBezTo>
                  <a:close/>
                  <a:moveTo>
                    <a:pt x="216" y="151"/>
                  </a:moveTo>
                  <a:cubicBezTo>
                    <a:pt x="217" y="152"/>
                    <a:pt x="225" y="157"/>
                    <a:pt x="226" y="158"/>
                  </a:cubicBezTo>
                  <a:cubicBezTo>
                    <a:pt x="230" y="159"/>
                    <a:pt x="253" y="155"/>
                    <a:pt x="254" y="154"/>
                  </a:cubicBezTo>
                  <a:cubicBezTo>
                    <a:pt x="254" y="153"/>
                    <a:pt x="253" y="151"/>
                    <a:pt x="252" y="149"/>
                  </a:cubicBezTo>
                  <a:cubicBezTo>
                    <a:pt x="253" y="149"/>
                    <a:pt x="253" y="149"/>
                    <a:pt x="253" y="149"/>
                  </a:cubicBezTo>
                  <a:cubicBezTo>
                    <a:pt x="259" y="147"/>
                    <a:pt x="266" y="162"/>
                    <a:pt x="274" y="147"/>
                  </a:cubicBezTo>
                  <a:cubicBezTo>
                    <a:pt x="280" y="149"/>
                    <a:pt x="289" y="157"/>
                    <a:pt x="296" y="153"/>
                  </a:cubicBezTo>
                  <a:cubicBezTo>
                    <a:pt x="309" y="147"/>
                    <a:pt x="312" y="126"/>
                    <a:pt x="312" y="104"/>
                  </a:cubicBezTo>
                  <a:cubicBezTo>
                    <a:pt x="312" y="97"/>
                    <a:pt x="313" y="86"/>
                    <a:pt x="310" y="81"/>
                  </a:cubicBezTo>
                  <a:cubicBezTo>
                    <a:pt x="310" y="78"/>
                    <a:pt x="310" y="75"/>
                    <a:pt x="310" y="73"/>
                  </a:cubicBezTo>
                  <a:cubicBezTo>
                    <a:pt x="310" y="67"/>
                    <a:pt x="310" y="56"/>
                    <a:pt x="308" y="51"/>
                  </a:cubicBezTo>
                  <a:cubicBezTo>
                    <a:pt x="308" y="49"/>
                    <a:pt x="307" y="45"/>
                    <a:pt x="307" y="43"/>
                  </a:cubicBezTo>
                  <a:cubicBezTo>
                    <a:pt x="305" y="35"/>
                    <a:pt x="304" y="27"/>
                    <a:pt x="301" y="21"/>
                  </a:cubicBezTo>
                  <a:cubicBezTo>
                    <a:pt x="270" y="17"/>
                    <a:pt x="248" y="27"/>
                    <a:pt x="235" y="46"/>
                  </a:cubicBezTo>
                  <a:cubicBezTo>
                    <a:pt x="232" y="50"/>
                    <a:pt x="222" y="63"/>
                    <a:pt x="225" y="70"/>
                  </a:cubicBezTo>
                  <a:cubicBezTo>
                    <a:pt x="233" y="70"/>
                    <a:pt x="243" y="58"/>
                    <a:pt x="249" y="54"/>
                  </a:cubicBezTo>
                  <a:cubicBezTo>
                    <a:pt x="250" y="54"/>
                    <a:pt x="254" y="53"/>
                    <a:pt x="254" y="53"/>
                  </a:cubicBezTo>
                  <a:cubicBezTo>
                    <a:pt x="280" y="51"/>
                    <a:pt x="264" y="71"/>
                    <a:pt x="264" y="83"/>
                  </a:cubicBezTo>
                  <a:cubicBezTo>
                    <a:pt x="268" y="85"/>
                    <a:pt x="278" y="95"/>
                    <a:pt x="284" y="92"/>
                  </a:cubicBezTo>
                  <a:cubicBezTo>
                    <a:pt x="284" y="91"/>
                    <a:pt x="285" y="90"/>
                    <a:pt x="286" y="90"/>
                  </a:cubicBezTo>
                  <a:cubicBezTo>
                    <a:pt x="293" y="90"/>
                    <a:pt x="311" y="103"/>
                    <a:pt x="302" y="112"/>
                  </a:cubicBezTo>
                  <a:cubicBezTo>
                    <a:pt x="299" y="115"/>
                    <a:pt x="294" y="117"/>
                    <a:pt x="290" y="120"/>
                  </a:cubicBezTo>
                  <a:cubicBezTo>
                    <a:pt x="285" y="123"/>
                    <a:pt x="280" y="129"/>
                    <a:pt x="274" y="133"/>
                  </a:cubicBezTo>
                  <a:cubicBezTo>
                    <a:pt x="274" y="133"/>
                    <a:pt x="272" y="133"/>
                    <a:pt x="273" y="134"/>
                  </a:cubicBezTo>
                  <a:cubicBezTo>
                    <a:pt x="268" y="137"/>
                    <a:pt x="260" y="139"/>
                    <a:pt x="254" y="143"/>
                  </a:cubicBezTo>
                  <a:cubicBezTo>
                    <a:pt x="251" y="145"/>
                    <a:pt x="243" y="143"/>
                    <a:pt x="240" y="143"/>
                  </a:cubicBezTo>
                  <a:cubicBezTo>
                    <a:pt x="238" y="140"/>
                    <a:pt x="232" y="133"/>
                    <a:pt x="236" y="127"/>
                  </a:cubicBezTo>
                  <a:cubicBezTo>
                    <a:pt x="237" y="124"/>
                    <a:pt x="242" y="120"/>
                    <a:pt x="244" y="119"/>
                  </a:cubicBezTo>
                  <a:cubicBezTo>
                    <a:pt x="244" y="116"/>
                    <a:pt x="243" y="116"/>
                    <a:pt x="241" y="116"/>
                  </a:cubicBezTo>
                  <a:cubicBezTo>
                    <a:pt x="238" y="121"/>
                    <a:pt x="227" y="110"/>
                    <a:pt x="226" y="108"/>
                  </a:cubicBezTo>
                  <a:cubicBezTo>
                    <a:pt x="226" y="105"/>
                    <a:pt x="226" y="102"/>
                    <a:pt x="226" y="99"/>
                  </a:cubicBezTo>
                  <a:cubicBezTo>
                    <a:pt x="229" y="98"/>
                    <a:pt x="231" y="95"/>
                    <a:pt x="234" y="93"/>
                  </a:cubicBezTo>
                  <a:cubicBezTo>
                    <a:pt x="242" y="89"/>
                    <a:pt x="256" y="87"/>
                    <a:pt x="252" y="74"/>
                  </a:cubicBezTo>
                  <a:cubicBezTo>
                    <a:pt x="252" y="74"/>
                    <a:pt x="251" y="74"/>
                    <a:pt x="250" y="74"/>
                  </a:cubicBezTo>
                  <a:cubicBezTo>
                    <a:pt x="246" y="78"/>
                    <a:pt x="227" y="77"/>
                    <a:pt x="223" y="83"/>
                  </a:cubicBezTo>
                  <a:cubicBezTo>
                    <a:pt x="220" y="86"/>
                    <a:pt x="223" y="93"/>
                    <a:pt x="221" y="97"/>
                  </a:cubicBezTo>
                  <a:cubicBezTo>
                    <a:pt x="219" y="97"/>
                    <a:pt x="220" y="103"/>
                    <a:pt x="218" y="105"/>
                  </a:cubicBezTo>
                  <a:cubicBezTo>
                    <a:pt x="214" y="114"/>
                    <a:pt x="219" y="132"/>
                    <a:pt x="217" y="141"/>
                  </a:cubicBezTo>
                  <a:cubicBezTo>
                    <a:pt x="217" y="144"/>
                    <a:pt x="216" y="149"/>
                    <a:pt x="216" y="151"/>
                  </a:cubicBezTo>
                  <a:close/>
                  <a:moveTo>
                    <a:pt x="197" y="154"/>
                  </a:moveTo>
                  <a:cubicBezTo>
                    <a:pt x="197" y="141"/>
                    <a:pt x="202" y="127"/>
                    <a:pt x="205" y="115"/>
                  </a:cubicBezTo>
                  <a:cubicBezTo>
                    <a:pt x="205" y="113"/>
                    <a:pt x="205" y="110"/>
                    <a:pt x="205" y="107"/>
                  </a:cubicBezTo>
                  <a:cubicBezTo>
                    <a:pt x="205" y="93"/>
                    <a:pt x="199" y="79"/>
                    <a:pt x="201" y="66"/>
                  </a:cubicBezTo>
                  <a:cubicBezTo>
                    <a:pt x="205" y="39"/>
                    <a:pt x="229" y="25"/>
                    <a:pt x="252" y="17"/>
                  </a:cubicBezTo>
                  <a:cubicBezTo>
                    <a:pt x="261" y="15"/>
                    <a:pt x="289" y="6"/>
                    <a:pt x="300" y="13"/>
                  </a:cubicBezTo>
                  <a:cubicBezTo>
                    <a:pt x="302" y="13"/>
                    <a:pt x="306" y="13"/>
                    <a:pt x="308" y="15"/>
                  </a:cubicBezTo>
                  <a:cubicBezTo>
                    <a:pt x="330" y="29"/>
                    <a:pt x="324" y="79"/>
                    <a:pt x="325" y="113"/>
                  </a:cubicBezTo>
                  <a:cubicBezTo>
                    <a:pt x="325" y="129"/>
                    <a:pt x="328" y="154"/>
                    <a:pt x="320" y="163"/>
                  </a:cubicBezTo>
                  <a:cubicBezTo>
                    <a:pt x="318" y="166"/>
                    <a:pt x="294" y="183"/>
                    <a:pt x="287" y="179"/>
                  </a:cubicBezTo>
                  <a:cubicBezTo>
                    <a:pt x="280" y="175"/>
                    <a:pt x="274" y="165"/>
                    <a:pt x="264" y="164"/>
                  </a:cubicBezTo>
                  <a:cubicBezTo>
                    <a:pt x="261" y="163"/>
                    <a:pt x="257" y="167"/>
                    <a:pt x="254" y="168"/>
                  </a:cubicBezTo>
                  <a:cubicBezTo>
                    <a:pt x="252" y="169"/>
                    <a:pt x="230" y="173"/>
                    <a:pt x="226" y="171"/>
                  </a:cubicBezTo>
                  <a:cubicBezTo>
                    <a:pt x="221" y="170"/>
                    <a:pt x="220" y="167"/>
                    <a:pt x="216" y="164"/>
                  </a:cubicBezTo>
                  <a:cubicBezTo>
                    <a:pt x="216" y="164"/>
                    <a:pt x="216" y="164"/>
                    <a:pt x="216" y="164"/>
                  </a:cubicBezTo>
                  <a:cubicBezTo>
                    <a:pt x="213" y="166"/>
                    <a:pt x="211" y="170"/>
                    <a:pt x="206" y="170"/>
                  </a:cubicBezTo>
                  <a:cubicBezTo>
                    <a:pt x="204" y="168"/>
                    <a:pt x="202" y="166"/>
                    <a:pt x="201" y="164"/>
                  </a:cubicBezTo>
                  <a:cubicBezTo>
                    <a:pt x="199" y="161"/>
                    <a:pt x="199" y="158"/>
                    <a:pt x="197" y="154"/>
                  </a:cubicBezTo>
                  <a:close/>
                  <a:moveTo>
                    <a:pt x="83" y="79"/>
                  </a:moveTo>
                  <a:cubicBezTo>
                    <a:pt x="84" y="83"/>
                    <a:pt x="84" y="85"/>
                    <a:pt x="85" y="87"/>
                  </a:cubicBezTo>
                  <a:cubicBezTo>
                    <a:pt x="92" y="84"/>
                    <a:pt x="115" y="69"/>
                    <a:pt x="116" y="62"/>
                  </a:cubicBezTo>
                  <a:cubicBezTo>
                    <a:pt x="116" y="62"/>
                    <a:pt x="116" y="62"/>
                    <a:pt x="115" y="62"/>
                  </a:cubicBezTo>
                  <a:cubicBezTo>
                    <a:pt x="111" y="60"/>
                    <a:pt x="105" y="62"/>
                    <a:pt x="101" y="63"/>
                  </a:cubicBezTo>
                  <a:cubicBezTo>
                    <a:pt x="98" y="63"/>
                    <a:pt x="96" y="63"/>
                    <a:pt x="93" y="63"/>
                  </a:cubicBezTo>
                  <a:cubicBezTo>
                    <a:pt x="84" y="65"/>
                    <a:pt x="82" y="70"/>
                    <a:pt x="83" y="79"/>
                  </a:cubicBezTo>
                  <a:close/>
                  <a:moveTo>
                    <a:pt x="32" y="97"/>
                  </a:moveTo>
                  <a:cubicBezTo>
                    <a:pt x="36" y="101"/>
                    <a:pt x="36" y="104"/>
                    <a:pt x="36" y="112"/>
                  </a:cubicBezTo>
                  <a:cubicBezTo>
                    <a:pt x="38" y="113"/>
                    <a:pt x="38" y="113"/>
                    <a:pt x="38" y="114"/>
                  </a:cubicBezTo>
                  <a:cubicBezTo>
                    <a:pt x="41" y="114"/>
                    <a:pt x="44" y="114"/>
                    <a:pt x="46" y="113"/>
                  </a:cubicBezTo>
                  <a:cubicBezTo>
                    <a:pt x="47" y="111"/>
                    <a:pt x="50" y="108"/>
                    <a:pt x="50" y="106"/>
                  </a:cubicBezTo>
                  <a:cubicBezTo>
                    <a:pt x="52" y="100"/>
                    <a:pt x="53" y="86"/>
                    <a:pt x="49" y="83"/>
                  </a:cubicBezTo>
                  <a:cubicBezTo>
                    <a:pt x="49" y="83"/>
                    <a:pt x="49" y="82"/>
                    <a:pt x="48" y="82"/>
                  </a:cubicBezTo>
                  <a:cubicBezTo>
                    <a:pt x="42" y="82"/>
                    <a:pt x="34" y="89"/>
                    <a:pt x="32" y="94"/>
                  </a:cubicBezTo>
                  <a:cubicBezTo>
                    <a:pt x="32" y="95"/>
                    <a:pt x="32" y="96"/>
                    <a:pt x="32" y="97"/>
                  </a:cubicBezTo>
                  <a:close/>
                  <a:moveTo>
                    <a:pt x="3" y="66"/>
                  </a:moveTo>
                  <a:cubicBezTo>
                    <a:pt x="9" y="66"/>
                    <a:pt x="12" y="70"/>
                    <a:pt x="14" y="73"/>
                  </a:cubicBezTo>
                  <a:cubicBezTo>
                    <a:pt x="16" y="73"/>
                    <a:pt x="18" y="73"/>
                    <a:pt x="19" y="73"/>
                  </a:cubicBezTo>
                  <a:cubicBezTo>
                    <a:pt x="22" y="71"/>
                    <a:pt x="24" y="69"/>
                    <a:pt x="26" y="67"/>
                  </a:cubicBezTo>
                  <a:cubicBezTo>
                    <a:pt x="31" y="64"/>
                    <a:pt x="38" y="63"/>
                    <a:pt x="44" y="60"/>
                  </a:cubicBezTo>
                  <a:cubicBezTo>
                    <a:pt x="48" y="57"/>
                    <a:pt x="51" y="59"/>
                    <a:pt x="54" y="55"/>
                  </a:cubicBezTo>
                  <a:cubicBezTo>
                    <a:pt x="57" y="47"/>
                    <a:pt x="51" y="40"/>
                    <a:pt x="54" y="31"/>
                  </a:cubicBezTo>
                  <a:cubicBezTo>
                    <a:pt x="55" y="26"/>
                    <a:pt x="56" y="23"/>
                    <a:pt x="57" y="17"/>
                  </a:cubicBezTo>
                  <a:cubicBezTo>
                    <a:pt x="57" y="17"/>
                    <a:pt x="56" y="5"/>
                    <a:pt x="58" y="7"/>
                  </a:cubicBezTo>
                  <a:cubicBezTo>
                    <a:pt x="58" y="6"/>
                    <a:pt x="58" y="6"/>
                    <a:pt x="59" y="6"/>
                  </a:cubicBezTo>
                  <a:cubicBezTo>
                    <a:pt x="69" y="5"/>
                    <a:pt x="83" y="21"/>
                    <a:pt x="92" y="27"/>
                  </a:cubicBezTo>
                  <a:cubicBezTo>
                    <a:pt x="92" y="35"/>
                    <a:pt x="89" y="43"/>
                    <a:pt x="90" y="51"/>
                  </a:cubicBezTo>
                  <a:cubicBezTo>
                    <a:pt x="100" y="55"/>
                    <a:pt x="115" y="50"/>
                    <a:pt x="126" y="48"/>
                  </a:cubicBezTo>
                  <a:cubicBezTo>
                    <a:pt x="130" y="48"/>
                    <a:pt x="134" y="48"/>
                    <a:pt x="138" y="49"/>
                  </a:cubicBezTo>
                  <a:cubicBezTo>
                    <a:pt x="140" y="50"/>
                    <a:pt x="142" y="53"/>
                    <a:pt x="144" y="53"/>
                  </a:cubicBezTo>
                  <a:cubicBezTo>
                    <a:pt x="144" y="53"/>
                    <a:pt x="144" y="55"/>
                    <a:pt x="144" y="55"/>
                  </a:cubicBezTo>
                  <a:cubicBezTo>
                    <a:pt x="140" y="59"/>
                    <a:pt x="136" y="64"/>
                    <a:pt x="133" y="68"/>
                  </a:cubicBezTo>
                  <a:cubicBezTo>
                    <a:pt x="130" y="71"/>
                    <a:pt x="120" y="76"/>
                    <a:pt x="114" y="79"/>
                  </a:cubicBezTo>
                  <a:cubicBezTo>
                    <a:pt x="110" y="82"/>
                    <a:pt x="104" y="83"/>
                    <a:pt x="104" y="90"/>
                  </a:cubicBezTo>
                  <a:cubicBezTo>
                    <a:pt x="105" y="91"/>
                    <a:pt x="106" y="91"/>
                    <a:pt x="106" y="92"/>
                  </a:cubicBezTo>
                  <a:cubicBezTo>
                    <a:pt x="114" y="95"/>
                    <a:pt x="125" y="91"/>
                    <a:pt x="128" y="99"/>
                  </a:cubicBezTo>
                  <a:cubicBezTo>
                    <a:pt x="129" y="101"/>
                    <a:pt x="130" y="103"/>
                    <a:pt x="129" y="105"/>
                  </a:cubicBezTo>
                  <a:cubicBezTo>
                    <a:pt x="124" y="112"/>
                    <a:pt x="112" y="106"/>
                    <a:pt x="105" y="111"/>
                  </a:cubicBezTo>
                  <a:cubicBezTo>
                    <a:pt x="99" y="115"/>
                    <a:pt x="94" y="120"/>
                    <a:pt x="89" y="124"/>
                  </a:cubicBezTo>
                  <a:cubicBezTo>
                    <a:pt x="84" y="127"/>
                    <a:pt x="79" y="125"/>
                    <a:pt x="76" y="130"/>
                  </a:cubicBezTo>
                  <a:cubicBezTo>
                    <a:pt x="72" y="136"/>
                    <a:pt x="76" y="147"/>
                    <a:pt x="74" y="153"/>
                  </a:cubicBezTo>
                  <a:cubicBezTo>
                    <a:pt x="74" y="155"/>
                    <a:pt x="73" y="156"/>
                    <a:pt x="73" y="157"/>
                  </a:cubicBezTo>
                  <a:cubicBezTo>
                    <a:pt x="64" y="159"/>
                    <a:pt x="66" y="177"/>
                    <a:pt x="59" y="183"/>
                  </a:cubicBezTo>
                  <a:cubicBezTo>
                    <a:pt x="57" y="172"/>
                    <a:pt x="50" y="162"/>
                    <a:pt x="48" y="152"/>
                  </a:cubicBezTo>
                  <a:cubicBezTo>
                    <a:pt x="48" y="147"/>
                    <a:pt x="50" y="142"/>
                    <a:pt x="46" y="139"/>
                  </a:cubicBezTo>
                  <a:cubicBezTo>
                    <a:pt x="44" y="138"/>
                    <a:pt x="40" y="139"/>
                    <a:pt x="38" y="138"/>
                  </a:cubicBezTo>
                  <a:cubicBezTo>
                    <a:pt x="36" y="132"/>
                    <a:pt x="34" y="123"/>
                    <a:pt x="26" y="121"/>
                  </a:cubicBezTo>
                  <a:cubicBezTo>
                    <a:pt x="23" y="120"/>
                    <a:pt x="22" y="122"/>
                    <a:pt x="17" y="122"/>
                  </a:cubicBezTo>
                  <a:cubicBezTo>
                    <a:pt x="16" y="120"/>
                    <a:pt x="15" y="116"/>
                    <a:pt x="14" y="114"/>
                  </a:cubicBezTo>
                  <a:cubicBezTo>
                    <a:pt x="12" y="111"/>
                    <a:pt x="7" y="110"/>
                    <a:pt x="5" y="107"/>
                  </a:cubicBezTo>
                  <a:cubicBezTo>
                    <a:pt x="5" y="107"/>
                    <a:pt x="5" y="107"/>
                    <a:pt x="5" y="107"/>
                  </a:cubicBezTo>
                  <a:cubicBezTo>
                    <a:pt x="3" y="102"/>
                    <a:pt x="5" y="99"/>
                    <a:pt x="4" y="96"/>
                  </a:cubicBezTo>
                  <a:cubicBezTo>
                    <a:pt x="4" y="94"/>
                    <a:pt x="1" y="93"/>
                    <a:pt x="0" y="90"/>
                  </a:cubicBezTo>
                  <a:cubicBezTo>
                    <a:pt x="4" y="85"/>
                    <a:pt x="3" y="76"/>
                    <a:pt x="3" y="6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6" name="Freeform 37"/>
            <p:cNvSpPr>
              <a:spLocks noEditPoints="1"/>
            </p:cNvSpPr>
            <p:nvPr/>
          </p:nvSpPr>
          <p:spPr bwMode="auto">
            <a:xfrm>
              <a:off x="8797988" y="4643741"/>
              <a:ext cx="334963" cy="325438"/>
            </a:xfrm>
            <a:custGeom>
              <a:avLst/>
              <a:gdLst>
                <a:gd name="T0" fmla="*/ 218 w 225"/>
                <a:gd name="T1" fmla="*/ 76 h 216"/>
                <a:gd name="T2" fmla="*/ 170 w 225"/>
                <a:gd name="T3" fmla="*/ 32 h 216"/>
                <a:gd name="T4" fmla="*/ 113 w 225"/>
                <a:gd name="T5" fmla="*/ 0 h 216"/>
                <a:gd name="T6" fmla="*/ 56 w 225"/>
                <a:gd name="T7" fmla="*/ 32 h 216"/>
                <a:gd name="T8" fmla="*/ 8 w 225"/>
                <a:gd name="T9" fmla="*/ 76 h 216"/>
                <a:gd name="T10" fmla="*/ 21 w 225"/>
                <a:gd name="T11" fmla="*/ 140 h 216"/>
                <a:gd name="T12" fmla="*/ 48 w 225"/>
                <a:gd name="T13" fmla="*/ 200 h 216"/>
                <a:gd name="T14" fmla="*/ 112 w 225"/>
                <a:gd name="T15" fmla="*/ 207 h 216"/>
                <a:gd name="T16" fmla="*/ 177 w 225"/>
                <a:gd name="T17" fmla="*/ 200 h 216"/>
                <a:gd name="T18" fmla="*/ 204 w 225"/>
                <a:gd name="T19" fmla="*/ 140 h 216"/>
                <a:gd name="T20" fmla="*/ 218 w 225"/>
                <a:gd name="T21" fmla="*/ 76 h 216"/>
                <a:gd name="T22" fmla="*/ 113 w 225"/>
                <a:gd name="T23" fmla="*/ 201 h 216"/>
                <a:gd name="T24" fmla="*/ 22 w 225"/>
                <a:gd name="T25" fmla="*/ 110 h 216"/>
                <a:gd name="T26" fmla="*/ 113 w 225"/>
                <a:gd name="T27" fmla="*/ 20 h 216"/>
                <a:gd name="T28" fmla="*/ 204 w 225"/>
                <a:gd name="T29" fmla="*/ 111 h 216"/>
                <a:gd name="T30" fmla="*/ 113 w 225"/>
                <a:gd name="T31" fmla="*/ 201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5" h="216">
                  <a:moveTo>
                    <a:pt x="218" y="76"/>
                  </a:moveTo>
                  <a:cubicBezTo>
                    <a:pt x="210" y="53"/>
                    <a:pt x="191" y="37"/>
                    <a:pt x="170" y="32"/>
                  </a:cubicBezTo>
                  <a:cubicBezTo>
                    <a:pt x="158" y="13"/>
                    <a:pt x="137" y="0"/>
                    <a:pt x="113" y="0"/>
                  </a:cubicBezTo>
                  <a:cubicBezTo>
                    <a:pt x="89" y="0"/>
                    <a:pt x="68" y="13"/>
                    <a:pt x="56" y="32"/>
                  </a:cubicBezTo>
                  <a:cubicBezTo>
                    <a:pt x="34" y="37"/>
                    <a:pt x="15" y="53"/>
                    <a:pt x="8" y="76"/>
                  </a:cubicBezTo>
                  <a:cubicBezTo>
                    <a:pt x="0" y="99"/>
                    <a:pt x="6" y="123"/>
                    <a:pt x="21" y="140"/>
                  </a:cubicBezTo>
                  <a:cubicBezTo>
                    <a:pt x="18" y="163"/>
                    <a:pt x="28" y="185"/>
                    <a:pt x="48" y="200"/>
                  </a:cubicBezTo>
                  <a:cubicBezTo>
                    <a:pt x="67" y="214"/>
                    <a:pt x="92" y="216"/>
                    <a:pt x="112" y="207"/>
                  </a:cubicBezTo>
                  <a:cubicBezTo>
                    <a:pt x="133" y="216"/>
                    <a:pt x="158" y="214"/>
                    <a:pt x="177" y="200"/>
                  </a:cubicBezTo>
                  <a:cubicBezTo>
                    <a:pt x="197" y="186"/>
                    <a:pt x="206" y="163"/>
                    <a:pt x="204" y="140"/>
                  </a:cubicBezTo>
                  <a:cubicBezTo>
                    <a:pt x="220" y="123"/>
                    <a:pt x="225" y="99"/>
                    <a:pt x="218" y="76"/>
                  </a:cubicBezTo>
                  <a:close/>
                  <a:moveTo>
                    <a:pt x="113" y="201"/>
                  </a:moveTo>
                  <a:cubicBezTo>
                    <a:pt x="63" y="201"/>
                    <a:pt x="22" y="160"/>
                    <a:pt x="22" y="110"/>
                  </a:cubicBezTo>
                  <a:cubicBezTo>
                    <a:pt x="22" y="60"/>
                    <a:pt x="62" y="20"/>
                    <a:pt x="113" y="20"/>
                  </a:cubicBezTo>
                  <a:cubicBezTo>
                    <a:pt x="163" y="20"/>
                    <a:pt x="204" y="61"/>
                    <a:pt x="204" y="111"/>
                  </a:cubicBezTo>
                  <a:cubicBezTo>
                    <a:pt x="204" y="161"/>
                    <a:pt x="163" y="201"/>
                    <a:pt x="113" y="20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8" name="Freeform 38"/>
            <p:cNvSpPr>
              <a:spLocks noEditPoints="1"/>
            </p:cNvSpPr>
            <p:nvPr/>
          </p:nvSpPr>
          <p:spPr bwMode="auto">
            <a:xfrm>
              <a:off x="8872600" y="4775504"/>
              <a:ext cx="84138" cy="26988"/>
            </a:xfrm>
            <a:custGeom>
              <a:avLst/>
              <a:gdLst>
                <a:gd name="T0" fmla="*/ 4 w 56"/>
                <a:gd name="T1" fmla="*/ 17 h 18"/>
                <a:gd name="T2" fmla="*/ 0 w 56"/>
                <a:gd name="T3" fmla="*/ 7 h 18"/>
                <a:gd name="T4" fmla="*/ 3 w 56"/>
                <a:gd name="T5" fmla="*/ 2 h 18"/>
                <a:gd name="T6" fmla="*/ 8 w 56"/>
                <a:gd name="T7" fmla="*/ 0 h 18"/>
                <a:gd name="T8" fmla="*/ 15 w 56"/>
                <a:gd name="T9" fmla="*/ 13 h 18"/>
                <a:gd name="T10" fmla="*/ 19 w 56"/>
                <a:gd name="T11" fmla="*/ 14 h 18"/>
                <a:gd name="T12" fmla="*/ 22 w 56"/>
                <a:gd name="T13" fmla="*/ 14 h 18"/>
                <a:gd name="T14" fmla="*/ 20 w 56"/>
                <a:gd name="T15" fmla="*/ 12 h 18"/>
                <a:gd name="T16" fmla="*/ 14 w 56"/>
                <a:gd name="T17" fmla="*/ 6 h 18"/>
                <a:gd name="T18" fmla="*/ 20 w 56"/>
                <a:gd name="T19" fmla="*/ 0 h 18"/>
                <a:gd name="T20" fmla="*/ 26 w 56"/>
                <a:gd name="T21" fmla="*/ 8 h 18"/>
                <a:gd name="T22" fmla="*/ 19 w 56"/>
                <a:gd name="T23" fmla="*/ 18 h 18"/>
                <a:gd name="T24" fmla="*/ 15 w 56"/>
                <a:gd name="T25" fmla="*/ 13 h 18"/>
                <a:gd name="T26" fmla="*/ 22 w 56"/>
                <a:gd name="T27" fmla="*/ 3 h 18"/>
                <a:gd name="T28" fmla="*/ 18 w 56"/>
                <a:gd name="T29" fmla="*/ 3 h 18"/>
                <a:gd name="T30" fmla="*/ 18 w 56"/>
                <a:gd name="T31" fmla="*/ 8 h 18"/>
                <a:gd name="T32" fmla="*/ 22 w 56"/>
                <a:gd name="T33" fmla="*/ 8 h 18"/>
                <a:gd name="T34" fmla="*/ 30 w 56"/>
                <a:gd name="T35" fmla="*/ 13 h 18"/>
                <a:gd name="T36" fmla="*/ 34 w 56"/>
                <a:gd name="T37" fmla="*/ 14 h 18"/>
                <a:gd name="T38" fmla="*/ 38 w 56"/>
                <a:gd name="T39" fmla="*/ 14 h 18"/>
                <a:gd name="T40" fmla="*/ 38 w 56"/>
                <a:gd name="T41" fmla="*/ 9 h 18"/>
                <a:gd name="T42" fmla="*/ 33 w 56"/>
                <a:gd name="T43" fmla="*/ 10 h 18"/>
                <a:gd name="T44" fmla="*/ 32 w 56"/>
                <a:gd name="T45" fmla="*/ 0 h 18"/>
                <a:gd name="T46" fmla="*/ 41 w 56"/>
                <a:gd name="T47" fmla="*/ 3 h 18"/>
                <a:gd name="T48" fmla="*/ 34 w 56"/>
                <a:gd name="T49" fmla="*/ 6 h 18"/>
                <a:gd name="T50" fmla="*/ 41 w 56"/>
                <a:gd name="T51" fmla="*/ 8 h 18"/>
                <a:gd name="T52" fmla="*/ 41 w 56"/>
                <a:gd name="T53" fmla="*/ 16 h 18"/>
                <a:gd name="T54" fmla="*/ 32 w 56"/>
                <a:gd name="T55" fmla="*/ 17 h 18"/>
                <a:gd name="T56" fmla="*/ 48 w 56"/>
                <a:gd name="T57" fmla="*/ 8 h 18"/>
                <a:gd name="T58" fmla="*/ 45 w 56"/>
                <a:gd name="T59" fmla="*/ 4 h 18"/>
                <a:gd name="T60" fmla="*/ 50 w 56"/>
                <a:gd name="T61" fmla="*/ 0 h 18"/>
                <a:gd name="T62" fmla="*/ 56 w 56"/>
                <a:gd name="T63" fmla="*/ 4 h 18"/>
                <a:gd name="T64" fmla="*/ 53 w 56"/>
                <a:gd name="T65" fmla="*/ 8 h 18"/>
                <a:gd name="T66" fmla="*/ 56 w 56"/>
                <a:gd name="T67" fmla="*/ 12 h 18"/>
                <a:gd name="T68" fmla="*/ 50 w 56"/>
                <a:gd name="T69" fmla="*/ 18 h 18"/>
                <a:gd name="T70" fmla="*/ 44 w 56"/>
                <a:gd name="T71" fmla="*/ 13 h 18"/>
                <a:gd name="T72" fmla="*/ 48 w 56"/>
                <a:gd name="T73" fmla="*/ 8 h 18"/>
                <a:gd name="T74" fmla="*/ 49 w 56"/>
                <a:gd name="T75" fmla="*/ 6 h 18"/>
                <a:gd name="T76" fmla="*/ 52 w 56"/>
                <a:gd name="T77" fmla="*/ 6 h 18"/>
                <a:gd name="T78" fmla="*/ 52 w 56"/>
                <a:gd name="T79" fmla="*/ 3 h 18"/>
                <a:gd name="T80" fmla="*/ 49 w 56"/>
                <a:gd name="T81" fmla="*/ 3 h 18"/>
                <a:gd name="T82" fmla="*/ 48 w 56"/>
                <a:gd name="T83" fmla="*/ 12 h 18"/>
                <a:gd name="T84" fmla="*/ 51 w 56"/>
                <a:gd name="T85" fmla="*/ 15 h 18"/>
                <a:gd name="T86" fmla="*/ 54 w 56"/>
                <a:gd name="T87" fmla="*/ 12 h 18"/>
                <a:gd name="T88" fmla="*/ 51 w 56"/>
                <a:gd name="T89" fmla="*/ 9 h 18"/>
                <a:gd name="T90" fmla="*/ 48 w 56"/>
                <a:gd name="T91" fmla="*/ 12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6" h="18">
                  <a:moveTo>
                    <a:pt x="8" y="17"/>
                  </a:moveTo>
                  <a:cubicBezTo>
                    <a:pt x="4" y="17"/>
                    <a:pt x="4" y="17"/>
                    <a:pt x="4" y="17"/>
                  </a:cubicBezTo>
                  <a:cubicBezTo>
                    <a:pt x="4" y="4"/>
                    <a:pt x="4" y="4"/>
                    <a:pt x="4" y="4"/>
                  </a:cubicBezTo>
                  <a:cubicBezTo>
                    <a:pt x="3" y="6"/>
                    <a:pt x="2" y="6"/>
                    <a:pt x="0" y="7"/>
                  </a:cubicBezTo>
                  <a:cubicBezTo>
                    <a:pt x="0" y="4"/>
                    <a:pt x="0" y="4"/>
                    <a:pt x="0" y="4"/>
                  </a:cubicBezTo>
                  <a:cubicBezTo>
                    <a:pt x="1" y="4"/>
                    <a:pt x="2" y="3"/>
                    <a:pt x="3" y="2"/>
                  </a:cubicBezTo>
                  <a:cubicBezTo>
                    <a:pt x="4" y="2"/>
                    <a:pt x="4" y="1"/>
                    <a:pt x="5" y="0"/>
                  </a:cubicBezTo>
                  <a:cubicBezTo>
                    <a:pt x="8" y="0"/>
                    <a:pt x="8" y="0"/>
                    <a:pt x="8" y="0"/>
                  </a:cubicBezTo>
                  <a:cubicBezTo>
                    <a:pt x="8" y="17"/>
                    <a:pt x="8" y="17"/>
                    <a:pt x="8" y="17"/>
                  </a:cubicBezTo>
                  <a:close/>
                  <a:moveTo>
                    <a:pt x="15" y="13"/>
                  </a:moveTo>
                  <a:cubicBezTo>
                    <a:pt x="18" y="13"/>
                    <a:pt x="18" y="13"/>
                    <a:pt x="18" y="13"/>
                  </a:cubicBezTo>
                  <a:cubicBezTo>
                    <a:pt x="18" y="14"/>
                    <a:pt x="18" y="14"/>
                    <a:pt x="19" y="14"/>
                  </a:cubicBezTo>
                  <a:cubicBezTo>
                    <a:pt x="19" y="15"/>
                    <a:pt x="20" y="15"/>
                    <a:pt x="20" y="15"/>
                  </a:cubicBezTo>
                  <a:cubicBezTo>
                    <a:pt x="21" y="15"/>
                    <a:pt x="21" y="14"/>
                    <a:pt x="22" y="14"/>
                  </a:cubicBezTo>
                  <a:cubicBezTo>
                    <a:pt x="22" y="13"/>
                    <a:pt x="23" y="12"/>
                    <a:pt x="23" y="10"/>
                  </a:cubicBezTo>
                  <a:cubicBezTo>
                    <a:pt x="22" y="11"/>
                    <a:pt x="21" y="12"/>
                    <a:pt x="20" y="12"/>
                  </a:cubicBezTo>
                  <a:cubicBezTo>
                    <a:pt x="18" y="12"/>
                    <a:pt x="17" y="11"/>
                    <a:pt x="16" y="10"/>
                  </a:cubicBezTo>
                  <a:cubicBezTo>
                    <a:pt x="15" y="9"/>
                    <a:pt x="14" y="8"/>
                    <a:pt x="14" y="6"/>
                  </a:cubicBezTo>
                  <a:cubicBezTo>
                    <a:pt x="14" y="4"/>
                    <a:pt x="15" y="2"/>
                    <a:pt x="16" y="1"/>
                  </a:cubicBezTo>
                  <a:cubicBezTo>
                    <a:pt x="17" y="0"/>
                    <a:pt x="18" y="0"/>
                    <a:pt x="20" y="0"/>
                  </a:cubicBezTo>
                  <a:cubicBezTo>
                    <a:pt x="22" y="0"/>
                    <a:pt x="23" y="0"/>
                    <a:pt x="24" y="2"/>
                  </a:cubicBezTo>
                  <a:cubicBezTo>
                    <a:pt x="26" y="3"/>
                    <a:pt x="26" y="5"/>
                    <a:pt x="26" y="8"/>
                  </a:cubicBezTo>
                  <a:cubicBezTo>
                    <a:pt x="26" y="12"/>
                    <a:pt x="25" y="14"/>
                    <a:pt x="24" y="16"/>
                  </a:cubicBezTo>
                  <a:cubicBezTo>
                    <a:pt x="23" y="17"/>
                    <a:pt x="21" y="18"/>
                    <a:pt x="19" y="18"/>
                  </a:cubicBezTo>
                  <a:cubicBezTo>
                    <a:pt x="18" y="18"/>
                    <a:pt x="17" y="17"/>
                    <a:pt x="16" y="16"/>
                  </a:cubicBezTo>
                  <a:cubicBezTo>
                    <a:pt x="16" y="16"/>
                    <a:pt x="15" y="15"/>
                    <a:pt x="15" y="13"/>
                  </a:cubicBezTo>
                  <a:close/>
                  <a:moveTo>
                    <a:pt x="22" y="6"/>
                  </a:moveTo>
                  <a:cubicBezTo>
                    <a:pt x="22" y="4"/>
                    <a:pt x="22" y="4"/>
                    <a:pt x="22" y="3"/>
                  </a:cubicBezTo>
                  <a:cubicBezTo>
                    <a:pt x="21" y="2"/>
                    <a:pt x="21" y="2"/>
                    <a:pt x="20" y="2"/>
                  </a:cubicBezTo>
                  <a:cubicBezTo>
                    <a:pt x="19" y="2"/>
                    <a:pt x="19" y="3"/>
                    <a:pt x="18" y="3"/>
                  </a:cubicBezTo>
                  <a:cubicBezTo>
                    <a:pt x="18" y="4"/>
                    <a:pt x="18" y="4"/>
                    <a:pt x="18" y="6"/>
                  </a:cubicBezTo>
                  <a:cubicBezTo>
                    <a:pt x="18" y="7"/>
                    <a:pt x="18" y="8"/>
                    <a:pt x="18" y="8"/>
                  </a:cubicBezTo>
                  <a:cubicBezTo>
                    <a:pt x="19" y="8"/>
                    <a:pt x="20" y="9"/>
                    <a:pt x="20" y="9"/>
                  </a:cubicBezTo>
                  <a:cubicBezTo>
                    <a:pt x="21" y="9"/>
                    <a:pt x="21" y="8"/>
                    <a:pt x="22" y="8"/>
                  </a:cubicBezTo>
                  <a:cubicBezTo>
                    <a:pt x="22" y="8"/>
                    <a:pt x="22" y="7"/>
                    <a:pt x="22" y="6"/>
                  </a:cubicBezTo>
                  <a:close/>
                  <a:moveTo>
                    <a:pt x="30" y="13"/>
                  </a:moveTo>
                  <a:cubicBezTo>
                    <a:pt x="34" y="12"/>
                    <a:pt x="34" y="12"/>
                    <a:pt x="34" y="12"/>
                  </a:cubicBezTo>
                  <a:cubicBezTo>
                    <a:pt x="34" y="13"/>
                    <a:pt x="34" y="14"/>
                    <a:pt x="34" y="14"/>
                  </a:cubicBezTo>
                  <a:cubicBezTo>
                    <a:pt x="35" y="15"/>
                    <a:pt x="36" y="15"/>
                    <a:pt x="36" y="15"/>
                  </a:cubicBezTo>
                  <a:cubicBezTo>
                    <a:pt x="37" y="15"/>
                    <a:pt x="37" y="15"/>
                    <a:pt x="38" y="14"/>
                  </a:cubicBezTo>
                  <a:cubicBezTo>
                    <a:pt x="38" y="14"/>
                    <a:pt x="39" y="13"/>
                    <a:pt x="39" y="12"/>
                  </a:cubicBezTo>
                  <a:cubicBezTo>
                    <a:pt x="39" y="10"/>
                    <a:pt x="38" y="10"/>
                    <a:pt x="38" y="9"/>
                  </a:cubicBezTo>
                  <a:cubicBezTo>
                    <a:pt x="38" y="9"/>
                    <a:pt x="37" y="8"/>
                    <a:pt x="36" y="8"/>
                  </a:cubicBezTo>
                  <a:cubicBezTo>
                    <a:pt x="35" y="8"/>
                    <a:pt x="34" y="9"/>
                    <a:pt x="33" y="10"/>
                  </a:cubicBezTo>
                  <a:cubicBezTo>
                    <a:pt x="30" y="9"/>
                    <a:pt x="30" y="9"/>
                    <a:pt x="30" y="9"/>
                  </a:cubicBezTo>
                  <a:cubicBezTo>
                    <a:pt x="32" y="0"/>
                    <a:pt x="32" y="0"/>
                    <a:pt x="32" y="0"/>
                  </a:cubicBezTo>
                  <a:cubicBezTo>
                    <a:pt x="41" y="0"/>
                    <a:pt x="41" y="0"/>
                    <a:pt x="41" y="0"/>
                  </a:cubicBezTo>
                  <a:cubicBezTo>
                    <a:pt x="41" y="3"/>
                    <a:pt x="41" y="3"/>
                    <a:pt x="41" y="3"/>
                  </a:cubicBezTo>
                  <a:cubicBezTo>
                    <a:pt x="35" y="3"/>
                    <a:pt x="35" y="3"/>
                    <a:pt x="35" y="3"/>
                  </a:cubicBezTo>
                  <a:cubicBezTo>
                    <a:pt x="34" y="6"/>
                    <a:pt x="34" y="6"/>
                    <a:pt x="34" y="6"/>
                  </a:cubicBezTo>
                  <a:cubicBezTo>
                    <a:pt x="35" y="6"/>
                    <a:pt x="36" y="6"/>
                    <a:pt x="37" y="6"/>
                  </a:cubicBezTo>
                  <a:cubicBezTo>
                    <a:pt x="38" y="6"/>
                    <a:pt x="40" y="6"/>
                    <a:pt x="41" y="8"/>
                  </a:cubicBezTo>
                  <a:cubicBezTo>
                    <a:pt x="42" y="9"/>
                    <a:pt x="42" y="10"/>
                    <a:pt x="42" y="12"/>
                  </a:cubicBezTo>
                  <a:cubicBezTo>
                    <a:pt x="42" y="14"/>
                    <a:pt x="42" y="15"/>
                    <a:pt x="41" y="16"/>
                  </a:cubicBezTo>
                  <a:cubicBezTo>
                    <a:pt x="40" y="18"/>
                    <a:pt x="38" y="18"/>
                    <a:pt x="36" y="18"/>
                  </a:cubicBezTo>
                  <a:cubicBezTo>
                    <a:pt x="35" y="18"/>
                    <a:pt x="33" y="18"/>
                    <a:pt x="32" y="17"/>
                  </a:cubicBezTo>
                  <a:cubicBezTo>
                    <a:pt x="31" y="16"/>
                    <a:pt x="30" y="14"/>
                    <a:pt x="30" y="13"/>
                  </a:cubicBezTo>
                  <a:close/>
                  <a:moveTo>
                    <a:pt x="48" y="8"/>
                  </a:moveTo>
                  <a:cubicBezTo>
                    <a:pt x="47" y="7"/>
                    <a:pt x="46" y="7"/>
                    <a:pt x="46" y="6"/>
                  </a:cubicBezTo>
                  <a:cubicBezTo>
                    <a:pt x="46" y="5"/>
                    <a:pt x="45" y="5"/>
                    <a:pt x="45" y="4"/>
                  </a:cubicBezTo>
                  <a:cubicBezTo>
                    <a:pt x="45" y="3"/>
                    <a:pt x="46" y="2"/>
                    <a:pt x="46" y="1"/>
                  </a:cubicBezTo>
                  <a:cubicBezTo>
                    <a:pt x="47" y="0"/>
                    <a:pt x="49" y="0"/>
                    <a:pt x="50" y="0"/>
                  </a:cubicBezTo>
                  <a:cubicBezTo>
                    <a:pt x="52" y="0"/>
                    <a:pt x="54" y="0"/>
                    <a:pt x="54" y="1"/>
                  </a:cubicBezTo>
                  <a:cubicBezTo>
                    <a:pt x="55" y="2"/>
                    <a:pt x="56" y="3"/>
                    <a:pt x="56" y="4"/>
                  </a:cubicBezTo>
                  <a:cubicBezTo>
                    <a:pt x="56" y="5"/>
                    <a:pt x="56" y="6"/>
                    <a:pt x="55" y="6"/>
                  </a:cubicBezTo>
                  <a:cubicBezTo>
                    <a:pt x="55" y="7"/>
                    <a:pt x="54" y="8"/>
                    <a:pt x="53" y="8"/>
                  </a:cubicBezTo>
                  <a:cubicBezTo>
                    <a:pt x="54" y="8"/>
                    <a:pt x="55" y="9"/>
                    <a:pt x="56" y="10"/>
                  </a:cubicBezTo>
                  <a:cubicBezTo>
                    <a:pt x="56" y="10"/>
                    <a:pt x="56" y="11"/>
                    <a:pt x="56" y="12"/>
                  </a:cubicBezTo>
                  <a:cubicBezTo>
                    <a:pt x="56" y="14"/>
                    <a:pt x="56" y="15"/>
                    <a:pt x="55" y="16"/>
                  </a:cubicBezTo>
                  <a:cubicBezTo>
                    <a:pt x="54" y="18"/>
                    <a:pt x="52" y="18"/>
                    <a:pt x="50" y="18"/>
                  </a:cubicBezTo>
                  <a:cubicBezTo>
                    <a:pt x="49" y="18"/>
                    <a:pt x="48" y="18"/>
                    <a:pt x="46" y="17"/>
                  </a:cubicBezTo>
                  <a:cubicBezTo>
                    <a:pt x="45" y="16"/>
                    <a:pt x="44" y="14"/>
                    <a:pt x="44" y="13"/>
                  </a:cubicBezTo>
                  <a:cubicBezTo>
                    <a:pt x="44" y="12"/>
                    <a:pt x="45" y="11"/>
                    <a:pt x="45" y="10"/>
                  </a:cubicBezTo>
                  <a:cubicBezTo>
                    <a:pt x="46" y="9"/>
                    <a:pt x="47" y="8"/>
                    <a:pt x="48" y="8"/>
                  </a:cubicBezTo>
                  <a:close/>
                  <a:moveTo>
                    <a:pt x="49" y="4"/>
                  </a:moveTo>
                  <a:cubicBezTo>
                    <a:pt x="49" y="5"/>
                    <a:pt x="49" y="6"/>
                    <a:pt x="49" y="6"/>
                  </a:cubicBezTo>
                  <a:cubicBezTo>
                    <a:pt x="50" y="6"/>
                    <a:pt x="50" y="6"/>
                    <a:pt x="51" y="6"/>
                  </a:cubicBezTo>
                  <a:cubicBezTo>
                    <a:pt x="52" y="6"/>
                    <a:pt x="52" y="6"/>
                    <a:pt x="52" y="6"/>
                  </a:cubicBezTo>
                  <a:cubicBezTo>
                    <a:pt x="53" y="6"/>
                    <a:pt x="53" y="5"/>
                    <a:pt x="53" y="4"/>
                  </a:cubicBezTo>
                  <a:cubicBezTo>
                    <a:pt x="53" y="4"/>
                    <a:pt x="53" y="3"/>
                    <a:pt x="52" y="3"/>
                  </a:cubicBezTo>
                  <a:cubicBezTo>
                    <a:pt x="52" y="2"/>
                    <a:pt x="52" y="2"/>
                    <a:pt x="51" y="2"/>
                  </a:cubicBezTo>
                  <a:cubicBezTo>
                    <a:pt x="50" y="2"/>
                    <a:pt x="50" y="2"/>
                    <a:pt x="49" y="3"/>
                  </a:cubicBezTo>
                  <a:cubicBezTo>
                    <a:pt x="49" y="3"/>
                    <a:pt x="49" y="4"/>
                    <a:pt x="49" y="4"/>
                  </a:cubicBezTo>
                  <a:close/>
                  <a:moveTo>
                    <a:pt x="48" y="12"/>
                  </a:moveTo>
                  <a:cubicBezTo>
                    <a:pt x="48" y="13"/>
                    <a:pt x="49" y="14"/>
                    <a:pt x="49" y="14"/>
                  </a:cubicBezTo>
                  <a:cubicBezTo>
                    <a:pt x="50" y="15"/>
                    <a:pt x="50" y="15"/>
                    <a:pt x="51" y="15"/>
                  </a:cubicBezTo>
                  <a:cubicBezTo>
                    <a:pt x="52" y="15"/>
                    <a:pt x="52" y="15"/>
                    <a:pt x="53" y="14"/>
                  </a:cubicBezTo>
                  <a:cubicBezTo>
                    <a:pt x="53" y="14"/>
                    <a:pt x="54" y="13"/>
                    <a:pt x="54" y="12"/>
                  </a:cubicBezTo>
                  <a:cubicBezTo>
                    <a:pt x="54" y="11"/>
                    <a:pt x="53" y="10"/>
                    <a:pt x="53" y="10"/>
                  </a:cubicBezTo>
                  <a:cubicBezTo>
                    <a:pt x="52" y="10"/>
                    <a:pt x="52" y="9"/>
                    <a:pt x="51" y="9"/>
                  </a:cubicBezTo>
                  <a:cubicBezTo>
                    <a:pt x="50" y="9"/>
                    <a:pt x="50" y="10"/>
                    <a:pt x="49" y="10"/>
                  </a:cubicBezTo>
                  <a:cubicBezTo>
                    <a:pt x="49" y="11"/>
                    <a:pt x="48" y="11"/>
                    <a:pt x="48"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9" name="Freeform 39"/>
            <p:cNvSpPr>
              <a:spLocks noEditPoints="1"/>
            </p:cNvSpPr>
            <p:nvPr/>
          </p:nvSpPr>
          <p:spPr bwMode="auto">
            <a:xfrm>
              <a:off x="8729725" y="4570716"/>
              <a:ext cx="474663" cy="477838"/>
            </a:xfrm>
            <a:custGeom>
              <a:avLst/>
              <a:gdLst>
                <a:gd name="T0" fmla="*/ 159 w 318"/>
                <a:gd name="T1" fmla="*/ 0 h 318"/>
                <a:gd name="T2" fmla="*/ 0 w 318"/>
                <a:gd name="T3" fmla="*/ 159 h 318"/>
                <a:gd name="T4" fmla="*/ 159 w 318"/>
                <a:gd name="T5" fmla="*/ 318 h 318"/>
                <a:gd name="T6" fmla="*/ 318 w 318"/>
                <a:gd name="T7" fmla="*/ 159 h 318"/>
                <a:gd name="T8" fmla="*/ 159 w 318"/>
                <a:gd name="T9" fmla="*/ 0 h 318"/>
                <a:gd name="T10" fmla="*/ 159 w 318"/>
                <a:gd name="T11" fmla="*/ 312 h 318"/>
                <a:gd name="T12" fmla="*/ 6 w 318"/>
                <a:gd name="T13" fmla="*/ 159 h 318"/>
                <a:gd name="T14" fmla="*/ 159 w 318"/>
                <a:gd name="T15" fmla="*/ 6 h 318"/>
                <a:gd name="T16" fmla="*/ 312 w 318"/>
                <a:gd name="T17" fmla="*/ 160 h 318"/>
                <a:gd name="T18" fmla="*/ 159 w 318"/>
                <a:gd name="T19" fmla="*/ 31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18" h="318">
                  <a:moveTo>
                    <a:pt x="159" y="0"/>
                  </a:moveTo>
                  <a:cubicBezTo>
                    <a:pt x="71" y="0"/>
                    <a:pt x="0" y="72"/>
                    <a:pt x="0" y="159"/>
                  </a:cubicBezTo>
                  <a:cubicBezTo>
                    <a:pt x="0" y="247"/>
                    <a:pt x="71" y="318"/>
                    <a:pt x="159" y="318"/>
                  </a:cubicBezTo>
                  <a:cubicBezTo>
                    <a:pt x="246" y="318"/>
                    <a:pt x="318" y="247"/>
                    <a:pt x="318" y="159"/>
                  </a:cubicBezTo>
                  <a:cubicBezTo>
                    <a:pt x="317" y="72"/>
                    <a:pt x="246" y="0"/>
                    <a:pt x="159" y="0"/>
                  </a:cubicBezTo>
                  <a:close/>
                  <a:moveTo>
                    <a:pt x="159" y="312"/>
                  </a:moveTo>
                  <a:cubicBezTo>
                    <a:pt x="74" y="312"/>
                    <a:pt x="6" y="244"/>
                    <a:pt x="6" y="159"/>
                  </a:cubicBezTo>
                  <a:cubicBezTo>
                    <a:pt x="6" y="75"/>
                    <a:pt x="74" y="6"/>
                    <a:pt x="159" y="6"/>
                  </a:cubicBezTo>
                  <a:cubicBezTo>
                    <a:pt x="243" y="6"/>
                    <a:pt x="312" y="75"/>
                    <a:pt x="312" y="160"/>
                  </a:cubicBezTo>
                  <a:cubicBezTo>
                    <a:pt x="312" y="244"/>
                    <a:pt x="243" y="312"/>
                    <a:pt x="159" y="3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0" name="Freeform 40"/>
            <p:cNvSpPr>
              <a:spLocks noEditPoints="1"/>
            </p:cNvSpPr>
            <p:nvPr/>
          </p:nvSpPr>
          <p:spPr bwMode="auto">
            <a:xfrm>
              <a:off x="8763063" y="4810429"/>
              <a:ext cx="407988" cy="204788"/>
            </a:xfrm>
            <a:custGeom>
              <a:avLst/>
              <a:gdLst>
                <a:gd name="T0" fmla="*/ 258 w 274"/>
                <a:gd name="T1" fmla="*/ 63 h 137"/>
                <a:gd name="T2" fmla="*/ 1 w 274"/>
                <a:gd name="T3" fmla="*/ 12 h 137"/>
                <a:gd name="T4" fmla="*/ 14 w 274"/>
                <a:gd name="T5" fmla="*/ 9 h 137"/>
                <a:gd name="T6" fmla="*/ 1 w 274"/>
                <a:gd name="T7" fmla="*/ 17 h 137"/>
                <a:gd name="T8" fmla="*/ 16 w 274"/>
                <a:gd name="T9" fmla="*/ 29 h 137"/>
                <a:gd name="T10" fmla="*/ 11 w 274"/>
                <a:gd name="T11" fmla="*/ 27 h 137"/>
                <a:gd name="T12" fmla="*/ 14 w 274"/>
                <a:gd name="T13" fmla="*/ 36 h 137"/>
                <a:gd name="T14" fmla="*/ 18 w 274"/>
                <a:gd name="T15" fmla="*/ 47 h 137"/>
                <a:gd name="T16" fmla="*/ 21 w 274"/>
                <a:gd name="T17" fmla="*/ 57 h 137"/>
                <a:gd name="T18" fmla="*/ 21 w 274"/>
                <a:gd name="T19" fmla="*/ 55 h 137"/>
                <a:gd name="T20" fmla="*/ 19 w 274"/>
                <a:gd name="T21" fmla="*/ 66 h 137"/>
                <a:gd name="T22" fmla="*/ 22 w 274"/>
                <a:gd name="T23" fmla="*/ 62 h 137"/>
                <a:gd name="T24" fmla="*/ 22 w 274"/>
                <a:gd name="T25" fmla="*/ 71 h 137"/>
                <a:gd name="T26" fmla="*/ 30 w 274"/>
                <a:gd name="T27" fmla="*/ 71 h 137"/>
                <a:gd name="T28" fmla="*/ 30 w 274"/>
                <a:gd name="T29" fmla="*/ 86 h 137"/>
                <a:gd name="T30" fmla="*/ 36 w 274"/>
                <a:gd name="T31" fmla="*/ 79 h 137"/>
                <a:gd name="T32" fmla="*/ 47 w 274"/>
                <a:gd name="T33" fmla="*/ 90 h 137"/>
                <a:gd name="T34" fmla="*/ 58 w 274"/>
                <a:gd name="T35" fmla="*/ 96 h 137"/>
                <a:gd name="T36" fmla="*/ 51 w 274"/>
                <a:gd name="T37" fmla="*/ 95 h 137"/>
                <a:gd name="T38" fmla="*/ 58 w 274"/>
                <a:gd name="T39" fmla="*/ 105 h 137"/>
                <a:gd name="T40" fmla="*/ 67 w 274"/>
                <a:gd name="T41" fmla="*/ 106 h 137"/>
                <a:gd name="T42" fmla="*/ 76 w 274"/>
                <a:gd name="T43" fmla="*/ 112 h 137"/>
                <a:gd name="T44" fmla="*/ 82 w 274"/>
                <a:gd name="T45" fmla="*/ 111 h 137"/>
                <a:gd name="T46" fmla="*/ 78 w 274"/>
                <a:gd name="T47" fmla="*/ 113 h 137"/>
                <a:gd name="T48" fmla="*/ 83 w 274"/>
                <a:gd name="T49" fmla="*/ 123 h 137"/>
                <a:gd name="T50" fmla="*/ 97 w 274"/>
                <a:gd name="T51" fmla="*/ 121 h 137"/>
                <a:gd name="T52" fmla="*/ 100 w 274"/>
                <a:gd name="T53" fmla="*/ 125 h 137"/>
                <a:gd name="T54" fmla="*/ 108 w 274"/>
                <a:gd name="T55" fmla="*/ 126 h 137"/>
                <a:gd name="T56" fmla="*/ 113 w 274"/>
                <a:gd name="T57" fmla="*/ 126 h 137"/>
                <a:gd name="T58" fmla="*/ 132 w 274"/>
                <a:gd name="T59" fmla="*/ 136 h 137"/>
                <a:gd name="T60" fmla="*/ 126 w 274"/>
                <a:gd name="T61" fmla="*/ 130 h 137"/>
                <a:gd name="T62" fmla="*/ 128 w 274"/>
                <a:gd name="T63" fmla="*/ 135 h 137"/>
                <a:gd name="T64" fmla="*/ 135 w 274"/>
                <a:gd name="T65" fmla="*/ 135 h 137"/>
                <a:gd name="T66" fmla="*/ 149 w 274"/>
                <a:gd name="T67" fmla="*/ 136 h 137"/>
                <a:gd name="T68" fmla="*/ 152 w 274"/>
                <a:gd name="T69" fmla="*/ 133 h 137"/>
                <a:gd name="T70" fmla="*/ 167 w 274"/>
                <a:gd name="T71" fmla="*/ 131 h 137"/>
                <a:gd name="T72" fmla="*/ 180 w 274"/>
                <a:gd name="T73" fmla="*/ 128 h 137"/>
                <a:gd name="T74" fmla="*/ 175 w 274"/>
                <a:gd name="T75" fmla="*/ 122 h 137"/>
                <a:gd name="T76" fmla="*/ 187 w 274"/>
                <a:gd name="T77" fmla="*/ 119 h 137"/>
                <a:gd name="T78" fmla="*/ 192 w 274"/>
                <a:gd name="T79" fmla="*/ 117 h 137"/>
                <a:gd name="T80" fmla="*/ 199 w 274"/>
                <a:gd name="T81" fmla="*/ 119 h 137"/>
                <a:gd name="T82" fmla="*/ 203 w 274"/>
                <a:gd name="T83" fmla="*/ 119 h 137"/>
                <a:gd name="T84" fmla="*/ 217 w 274"/>
                <a:gd name="T85" fmla="*/ 111 h 137"/>
                <a:gd name="T86" fmla="*/ 217 w 274"/>
                <a:gd name="T87" fmla="*/ 106 h 137"/>
                <a:gd name="T88" fmla="*/ 232 w 274"/>
                <a:gd name="T89" fmla="*/ 96 h 137"/>
                <a:gd name="T90" fmla="*/ 231 w 274"/>
                <a:gd name="T91" fmla="*/ 97 h 137"/>
                <a:gd name="T92" fmla="*/ 238 w 274"/>
                <a:gd name="T93" fmla="*/ 95 h 137"/>
                <a:gd name="T94" fmla="*/ 234 w 274"/>
                <a:gd name="T95" fmla="*/ 85 h 137"/>
                <a:gd name="T96" fmla="*/ 242 w 274"/>
                <a:gd name="T97" fmla="*/ 73 h 137"/>
                <a:gd name="T98" fmla="*/ 238 w 274"/>
                <a:gd name="T99" fmla="*/ 77 h 137"/>
                <a:gd name="T100" fmla="*/ 252 w 274"/>
                <a:gd name="T101" fmla="*/ 71 h 137"/>
                <a:gd name="T102" fmla="*/ 266 w 274"/>
                <a:gd name="T103" fmla="*/ 40 h 137"/>
                <a:gd name="T104" fmla="*/ 258 w 274"/>
                <a:gd name="T105" fmla="*/ 48 h 137"/>
                <a:gd name="T106" fmla="*/ 268 w 274"/>
                <a:gd name="T107" fmla="*/ 35 h 137"/>
                <a:gd name="T108" fmla="*/ 259 w 274"/>
                <a:gd name="T109" fmla="*/ 22 h 137"/>
                <a:gd name="T110" fmla="*/ 262 w 274"/>
                <a:gd name="T111" fmla="*/ 27 h 137"/>
                <a:gd name="T112" fmla="*/ 273 w 274"/>
                <a:gd name="T113" fmla="*/ 17 h 137"/>
                <a:gd name="T114" fmla="*/ 273 w 274"/>
                <a:gd name="T115" fmla="*/ 12 h 137"/>
                <a:gd name="T116" fmla="*/ 266 w 274"/>
                <a:gd name="T117" fmla="*/ 7 h 137"/>
                <a:gd name="T118" fmla="*/ 269 w 274"/>
                <a:gd name="T119" fmla="*/ 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74" h="137">
                  <a:moveTo>
                    <a:pt x="250" y="51"/>
                  </a:moveTo>
                  <a:cubicBezTo>
                    <a:pt x="250" y="51"/>
                    <a:pt x="250" y="51"/>
                    <a:pt x="250" y="51"/>
                  </a:cubicBezTo>
                  <a:cubicBezTo>
                    <a:pt x="250" y="52"/>
                    <a:pt x="250" y="52"/>
                    <a:pt x="250" y="52"/>
                  </a:cubicBezTo>
                  <a:cubicBezTo>
                    <a:pt x="250" y="53"/>
                    <a:pt x="250" y="53"/>
                    <a:pt x="249" y="53"/>
                  </a:cubicBezTo>
                  <a:cubicBezTo>
                    <a:pt x="249" y="53"/>
                    <a:pt x="248" y="53"/>
                    <a:pt x="248" y="53"/>
                  </a:cubicBezTo>
                  <a:cubicBezTo>
                    <a:pt x="248" y="53"/>
                    <a:pt x="248" y="53"/>
                    <a:pt x="248" y="53"/>
                  </a:cubicBezTo>
                  <a:cubicBezTo>
                    <a:pt x="248" y="54"/>
                    <a:pt x="248" y="54"/>
                    <a:pt x="249" y="55"/>
                  </a:cubicBezTo>
                  <a:cubicBezTo>
                    <a:pt x="251" y="56"/>
                    <a:pt x="251" y="56"/>
                    <a:pt x="251" y="56"/>
                  </a:cubicBezTo>
                  <a:cubicBezTo>
                    <a:pt x="252" y="53"/>
                    <a:pt x="252" y="53"/>
                    <a:pt x="252" y="53"/>
                  </a:cubicBezTo>
                  <a:cubicBezTo>
                    <a:pt x="253" y="54"/>
                    <a:pt x="253" y="54"/>
                    <a:pt x="253" y="54"/>
                  </a:cubicBezTo>
                  <a:cubicBezTo>
                    <a:pt x="252" y="56"/>
                    <a:pt x="252" y="56"/>
                    <a:pt x="252" y="56"/>
                  </a:cubicBezTo>
                  <a:cubicBezTo>
                    <a:pt x="258" y="59"/>
                    <a:pt x="258" y="59"/>
                    <a:pt x="258" y="59"/>
                  </a:cubicBezTo>
                  <a:cubicBezTo>
                    <a:pt x="258" y="60"/>
                    <a:pt x="259" y="59"/>
                    <a:pt x="260" y="58"/>
                  </a:cubicBezTo>
                  <a:cubicBezTo>
                    <a:pt x="260" y="58"/>
                    <a:pt x="260" y="58"/>
                    <a:pt x="260" y="58"/>
                  </a:cubicBezTo>
                  <a:cubicBezTo>
                    <a:pt x="258" y="63"/>
                    <a:pt x="258" y="63"/>
                    <a:pt x="258" y="63"/>
                  </a:cubicBezTo>
                  <a:cubicBezTo>
                    <a:pt x="257" y="63"/>
                    <a:pt x="257" y="63"/>
                    <a:pt x="257" y="63"/>
                  </a:cubicBezTo>
                  <a:cubicBezTo>
                    <a:pt x="258" y="62"/>
                    <a:pt x="258" y="62"/>
                    <a:pt x="257" y="61"/>
                  </a:cubicBezTo>
                  <a:cubicBezTo>
                    <a:pt x="251" y="58"/>
                    <a:pt x="251" y="58"/>
                    <a:pt x="251" y="58"/>
                  </a:cubicBezTo>
                  <a:cubicBezTo>
                    <a:pt x="250" y="60"/>
                    <a:pt x="250" y="60"/>
                    <a:pt x="250" y="60"/>
                  </a:cubicBezTo>
                  <a:cubicBezTo>
                    <a:pt x="250" y="59"/>
                    <a:pt x="250" y="59"/>
                    <a:pt x="250" y="59"/>
                  </a:cubicBezTo>
                  <a:cubicBezTo>
                    <a:pt x="250" y="58"/>
                    <a:pt x="250" y="58"/>
                    <a:pt x="250" y="58"/>
                  </a:cubicBezTo>
                  <a:cubicBezTo>
                    <a:pt x="250" y="57"/>
                    <a:pt x="250" y="57"/>
                    <a:pt x="250" y="57"/>
                  </a:cubicBezTo>
                  <a:cubicBezTo>
                    <a:pt x="249" y="57"/>
                    <a:pt x="248" y="56"/>
                    <a:pt x="248" y="55"/>
                  </a:cubicBezTo>
                  <a:cubicBezTo>
                    <a:pt x="247" y="54"/>
                    <a:pt x="247" y="53"/>
                    <a:pt x="248" y="52"/>
                  </a:cubicBezTo>
                  <a:cubicBezTo>
                    <a:pt x="248" y="52"/>
                    <a:pt x="249" y="51"/>
                    <a:pt x="250" y="51"/>
                  </a:cubicBezTo>
                  <a:cubicBezTo>
                    <a:pt x="250" y="51"/>
                    <a:pt x="250" y="51"/>
                    <a:pt x="250" y="51"/>
                  </a:cubicBezTo>
                  <a:close/>
                  <a:moveTo>
                    <a:pt x="14" y="15"/>
                  </a:moveTo>
                  <a:cubicBezTo>
                    <a:pt x="14" y="14"/>
                    <a:pt x="14" y="13"/>
                    <a:pt x="12" y="13"/>
                  </a:cubicBezTo>
                  <a:cubicBezTo>
                    <a:pt x="5" y="13"/>
                    <a:pt x="5" y="13"/>
                    <a:pt x="5" y="13"/>
                  </a:cubicBezTo>
                  <a:cubicBezTo>
                    <a:pt x="4" y="13"/>
                    <a:pt x="2" y="13"/>
                    <a:pt x="1" y="12"/>
                  </a:cubicBezTo>
                  <a:cubicBezTo>
                    <a:pt x="0" y="11"/>
                    <a:pt x="0" y="10"/>
                    <a:pt x="0" y="8"/>
                  </a:cubicBezTo>
                  <a:cubicBezTo>
                    <a:pt x="0" y="7"/>
                    <a:pt x="0" y="5"/>
                    <a:pt x="1" y="5"/>
                  </a:cubicBezTo>
                  <a:cubicBezTo>
                    <a:pt x="2" y="3"/>
                    <a:pt x="3" y="3"/>
                    <a:pt x="5" y="3"/>
                  </a:cubicBezTo>
                  <a:cubicBezTo>
                    <a:pt x="12" y="2"/>
                    <a:pt x="12" y="2"/>
                    <a:pt x="12" y="2"/>
                  </a:cubicBezTo>
                  <a:cubicBezTo>
                    <a:pt x="13" y="2"/>
                    <a:pt x="13" y="1"/>
                    <a:pt x="13" y="0"/>
                  </a:cubicBezTo>
                  <a:cubicBezTo>
                    <a:pt x="14" y="0"/>
                    <a:pt x="14" y="0"/>
                    <a:pt x="14" y="0"/>
                  </a:cubicBezTo>
                  <a:cubicBezTo>
                    <a:pt x="14" y="6"/>
                    <a:pt x="14" y="6"/>
                    <a:pt x="14" y="6"/>
                  </a:cubicBezTo>
                  <a:cubicBezTo>
                    <a:pt x="14" y="6"/>
                    <a:pt x="14" y="6"/>
                    <a:pt x="14" y="6"/>
                  </a:cubicBezTo>
                  <a:cubicBezTo>
                    <a:pt x="14" y="5"/>
                    <a:pt x="13" y="4"/>
                    <a:pt x="12" y="4"/>
                  </a:cubicBezTo>
                  <a:cubicBezTo>
                    <a:pt x="5" y="5"/>
                    <a:pt x="5" y="5"/>
                    <a:pt x="5" y="5"/>
                  </a:cubicBezTo>
                  <a:cubicBezTo>
                    <a:pt x="4" y="5"/>
                    <a:pt x="3" y="5"/>
                    <a:pt x="2" y="5"/>
                  </a:cubicBezTo>
                  <a:cubicBezTo>
                    <a:pt x="1" y="6"/>
                    <a:pt x="1" y="7"/>
                    <a:pt x="1" y="8"/>
                  </a:cubicBezTo>
                  <a:cubicBezTo>
                    <a:pt x="1" y="11"/>
                    <a:pt x="3" y="12"/>
                    <a:pt x="6" y="12"/>
                  </a:cubicBezTo>
                  <a:cubicBezTo>
                    <a:pt x="13" y="11"/>
                    <a:pt x="13" y="11"/>
                    <a:pt x="13" y="11"/>
                  </a:cubicBezTo>
                  <a:cubicBezTo>
                    <a:pt x="14" y="11"/>
                    <a:pt x="14" y="11"/>
                    <a:pt x="14" y="9"/>
                  </a:cubicBezTo>
                  <a:cubicBezTo>
                    <a:pt x="14" y="9"/>
                    <a:pt x="14" y="9"/>
                    <a:pt x="14" y="9"/>
                  </a:cubicBezTo>
                  <a:cubicBezTo>
                    <a:pt x="14" y="15"/>
                    <a:pt x="14" y="15"/>
                    <a:pt x="14" y="15"/>
                  </a:cubicBezTo>
                  <a:cubicBezTo>
                    <a:pt x="14" y="15"/>
                    <a:pt x="14" y="15"/>
                    <a:pt x="14" y="15"/>
                  </a:cubicBezTo>
                  <a:close/>
                  <a:moveTo>
                    <a:pt x="3" y="27"/>
                  </a:moveTo>
                  <a:cubicBezTo>
                    <a:pt x="2" y="23"/>
                    <a:pt x="2" y="23"/>
                    <a:pt x="2" y="23"/>
                  </a:cubicBezTo>
                  <a:cubicBezTo>
                    <a:pt x="2" y="23"/>
                    <a:pt x="2" y="23"/>
                    <a:pt x="2" y="23"/>
                  </a:cubicBezTo>
                  <a:cubicBezTo>
                    <a:pt x="2" y="23"/>
                    <a:pt x="3" y="24"/>
                    <a:pt x="4" y="24"/>
                  </a:cubicBezTo>
                  <a:cubicBezTo>
                    <a:pt x="9" y="23"/>
                    <a:pt x="9" y="23"/>
                    <a:pt x="9" y="23"/>
                  </a:cubicBezTo>
                  <a:cubicBezTo>
                    <a:pt x="10" y="23"/>
                    <a:pt x="10" y="23"/>
                    <a:pt x="10" y="22"/>
                  </a:cubicBezTo>
                  <a:cubicBezTo>
                    <a:pt x="11" y="22"/>
                    <a:pt x="11" y="21"/>
                    <a:pt x="10" y="21"/>
                  </a:cubicBezTo>
                  <a:cubicBezTo>
                    <a:pt x="10" y="20"/>
                    <a:pt x="10" y="19"/>
                    <a:pt x="9" y="19"/>
                  </a:cubicBezTo>
                  <a:cubicBezTo>
                    <a:pt x="3" y="20"/>
                    <a:pt x="3" y="20"/>
                    <a:pt x="3" y="20"/>
                  </a:cubicBezTo>
                  <a:cubicBezTo>
                    <a:pt x="2" y="20"/>
                    <a:pt x="2" y="21"/>
                    <a:pt x="2" y="21"/>
                  </a:cubicBezTo>
                  <a:cubicBezTo>
                    <a:pt x="2" y="21"/>
                    <a:pt x="2" y="21"/>
                    <a:pt x="2" y="21"/>
                  </a:cubicBezTo>
                  <a:cubicBezTo>
                    <a:pt x="1" y="17"/>
                    <a:pt x="1" y="17"/>
                    <a:pt x="1" y="17"/>
                  </a:cubicBezTo>
                  <a:cubicBezTo>
                    <a:pt x="1" y="17"/>
                    <a:pt x="1" y="17"/>
                    <a:pt x="1" y="17"/>
                  </a:cubicBezTo>
                  <a:cubicBezTo>
                    <a:pt x="1" y="18"/>
                    <a:pt x="2" y="18"/>
                    <a:pt x="3" y="18"/>
                  </a:cubicBezTo>
                  <a:cubicBezTo>
                    <a:pt x="8" y="17"/>
                    <a:pt x="8" y="17"/>
                    <a:pt x="8" y="17"/>
                  </a:cubicBezTo>
                  <a:cubicBezTo>
                    <a:pt x="9" y="17"/>
                    <a:pt x="9" y="17"/>
                    <a:pt x="9" y="17"/>
                  </a:cubicBezTo>
                  <a:cubicBezTo>
                    <a:pt x="9" y="17"/>
                    <a:pt x="9" y="17"/>
                    <a:pt x="9" y="16"/>
                  </a:cubicBezTo>
                  <a:cubicBezTo>
                    <a:pt x="10" y="16"/>
                    <a:pt x="10" y="16"/>
                    <a:pt x="10" y="16"/>
                  </a:cubicBezTo>
                  <a:cubicBezTo>
                    <a:pt x="11" y="19"/>
                    <a:pt x="11" y="19"/>
                    <a:pt x="11" y="19"/>
                  </a:cubicBezTo>
                  <a:cubicBezTo>
                    <a:pt x="10" y="19"/>
                    <a:pt x="10" y="19"/>
                    <a:pt x="10" y="19"/>
                  </a:cubicBezTo>
                  <a:cubicBezTo>
                    <a:pt x="11" y="20"/>
                    <a:pt x="12" y="21"/>
                    <a:pt x="12" y="22"/>
                  </a:cubicBezTo>
                  <a:cubicBezTo>
                    <a:pt x="12" y="23"/>
                    <a:pt x="11" y="24"/>
                    <a:pt x="9" y="25"/>
                  </a:cubicBezTo>
                  <a:cubicBezTo>
                    <a:pt x="4" y="25"/>
                    <a:pt x="4" y="25"/>
                    <a:pt x="4" y="25"/>
                  </a:cubicBezTo>
                  <a:cubicBezTo>
                    <a:pt x="3" y="26"/>
                    <a:pt x="3" y="26"/>
                    <a:pt x="3" y="27"/>
                  </a:cubicBezTo>
                  <a:cubicBezTo>
                    <a:pt x="3" y="27"/>
                    <a:pt x="3" y="27"/>
                    <a:pt x="3" y="27"/>
                  </a:cubicBezTo>
                  <a:close/>
                  <a:moveTo>
                    <a:pt x="16" y="29"/>
                  </a:moveTo>
                  <a:cubicBezTo>
                    <a:pt x="16" y="29"/>
                    <a:pt x="16" y="29"/>
                    <a:pt x="16" y="29"/>
                  </a:cubicBezTo>
                  <a:cubicBezTo>
                    <a:pt x="15" y="29"/>
                    <a:pt x="15" y="29"/>
                    <a:pt x="15" y="29"/>
                  </a:cubicBezTo>
                  <a:cubicBezTo>
                    <a:pt x="15" y="28"/>
                    <a:pt x="15" y="28"/>
                    <a:pt x="15" y="28"/>
                  </a:cubicBezTo>
                  <a:cubicBezTo>
                    <a:pt x="15" y="27"/>
                    <a:pt x="16" y="27"/>
                    <a:pt x="16" y="27"/>
                  </a:cubicBezTo>
                  <a:cubicBezTo>
                    <a:pt x="16" y="27"/>
                    <a:pt x="16" y="27"/>
                    <a:pt x="17" y="27"/>
                  </a:cubicBezTo>
                  <a:cubicBezTo>
                    <a:pt x="17" y="27"/>
                    <a:pt x="17" y="28"/>
                    <a:pt x="17" y="28"/>
                  </a:cubicBezTo>
                  <a:cubicBezTo>
                    <a:pt x="17" y="29"/>
                    <a:pt x="17" y="29"/>
                    <a:pt x="17" y="29"/>
                  </a:cubicBezTo>
                  <a:cubicBezTo>
                    <a:pt x="17" y="29"/>
                    <a:pt x="17" y="29"/>
                    <a:pt x="16" y="29"/>
                  </a:cubicBezTo>
                  <a:close/>
                  <a:moveTo>
                    <a:pt x="4" y="33"/>
                  </a:moveTo>
                  <a:cubicBezTo>
                    <a:pt x="3" y="29"/>
                    <a:pt x="3" y="29"/>
                    <a:pt x="3" y="29"/>
                  </a:cubicBezTo>
                  <a:cubicBezTo>
                    <a:pt x="4" y="29"/>
                    <a:pt x="4" y="29"/>
                    <a:pt x="4" y="29"/>
                  </a:cubicBezTo>
                  <a:cubicBezTo>
                    <a:pt x="4" y="30"/>
                    <a:pt x="4" y="30"/>
                    <a:pt x="5" y="30"/>
                  </a:cubicBezTo>
                  <a:cubicBezTo>
                    <a:pt x="10" y="29"/>
                    <a:pt x="10" y="29"/>
                    <a:pt x="10" y="29"/>
                  </a:cubicBezTo>
                  <a:cubicBezTo>
                    <a:pt x="11" y="29"/>
                    <a:pt x="11" y="28"/>
                    <a:pt x="11" y="28"/>
                  </a:cubicBezTo>
                  <a:cubicBezTo>
                    <a:pt x="11" y="27"/>
                    <a:pt x="11" y="27"/>
                    <a:pt x="11" y="27"/>
                  </a:cubicBezTo>
                  <a:cubicBezTo>
                    <a:pt x="11" y="27"/>
                    <a:pt x="11" y="27"/>
                    <a:pt x="11" y="27"/>
                  </a:cubicBezTo>
                  <a:cubicBezTo>
                    <a:pt x="13" y="30"/>
                    <a:pt x="13" y="30"/>
                    <a:pt x="13" y="30"/>
                  </a:cubicBezTo>
                  <a:cubicBezTo>
                    <a:pt x="5" y="32"/>
                    <a:pt x="5" y="32"/>
                    <a:pt x="5" y="32"/>
                  </a:cubicBezTo>
                  <a:cubicBezTo>
                    <a:pt x="5" y="32"/>
                    <a:pt x="4" y="33"/>
                    <a:pt x="4" y="33"/>
                  </a:cubicBezTo>
                  <a:cubicBezTo>
                    <a:pt x="4" y="33"/>
                    <a:pt x="4" y="33"/>
                    <a:pt x="4" y="33"/>
                  </a:cubicBezTo>
                  <a:close/>
                  <a:moveTo>
                    <a:pt x="16" y="42"/>
                  </a:moveTo>
                  <a:cubicBezTo>
                    <a:pt x="16" y="41"/>
                    <a:pt x="15" y="41"/>
                    <a:pt x="14" y="41"/>
                  </a:cubicBezTo>
                  <a:cubicBezTo>
                    <a:pt x="6" y="40"/>
                    <a:pt x="6" y="40"/>
                    <a:pt x="6" y="40"/>
                  </a:cubicBezTo>
                  <a:cubicBezTo>
                    <a:pt x="6" y="40"/>
                    <a:pt x="6" y="40"/>
                    <a:pt x="6" y="40"/>
                  </a:cubicBezTo>
                  <a:cubicBezTo>
                    <a:pt x="6" y="40"/>
                    <a:pt x="6" y="40"/>
                    <a:pt x="6" y="40"/>
                  </a:cubicBezTo>
                  <a:cubicBezTo>
                    <a:pt x="13" y="35"/>
                    <a:pt x="13" y="35"/>
                    <a:pt x="13" y="35"/>
                  </a:cubicBezTo>
                  <a:cubicBezTo>
                    <a:pt x="14" y="34"/>
                    <a:pt x="14" y="33"/>
                    <a:pt x="14" y="33"/>
                  </a:cubicBezTo>
                  <a:cubicBezTo>
                    <a:pt x="14" y="33"/>
                    <a:pt x="14" y="33"/>
                    <a:pt x="14" y="33"/>
                  </a:cubicBezTo>
                  <a:cubicBezTo>
                    <a:pt x="15" y="37"/>
                    <a:pt x="15" y="37"/>
                    <a:pt x="15" y="37"/>
                  </a:cubicBezTo>
                  <a:cubicBezTo>
                    <a:pt x="15" y="37"/>
                    <a:pt x="15" y="37"/>
                    <a:pt x="15" y="37"/>
                  </a:cubicBezTo>
                  <a:cubicBezTo>
                    <a:pt x="15" y="37"/>
                    <a:pt x="14" y="36"/>
                    <a:pt x="14" y="36"/>
                  </a:cubicBezTo>
                  <a:cubicBezTo>
                    <a:pt x="14" y="36"/>
                    <a:pt x="14" y="36"/>
                    <a:pt x="13" y="37"/>
                  </a:cubicBezTo>
                  <a:cubicBezTo>
                    <a:pt x="9" y="40"/>
                    <a:pt x="9" y="40"/>
                    <a:pt x="9" y="40"/>
                  </a:cubicBezTo>
                  <a:cubicBezTo>
                    <a:pt x="14" y="40"/>
                    <a:pt x="14" y="40"/>
                    <a:pt x="14" y="40"/>
                  </a:cubicBezTo>
                  <a:cubicBezTo>
                    <a:pt x="14" y="40"/>
                    <a:pt x="15" y="40"/>
                    <a:pt x="15" y="40"/>
                  </a:cubicBezTo>
                  <a:cubicBezTo>
                    <a:pt x="16" y="40"/>
                    <a:pt x="16" y="40"/>
                    <a:pt x="16" y="39"/>
                  </a:cubicBezTo>
                  <a:cubicBezTo>
                    <a:pt x="16" y="39"/>
                    <a:pt x="16" y="39"/>
                    <a:pt x="16" y="39"/>
                  </a:cubicBezTo>
                  <a:cubicBezTo>
                    <a:pt x="16" y="42"/>
                    <a:pt x="16" y="42"/>
                    <a:pt x="16" y="42"/>
                  </a:cubicBezTo>
                  <a:cubicBezTo>
                    <a:pt x="16" y="42"/>
                    <a:pt x="16" y="42"/>
                    <a:pt x="16" y="42"/>
                  </a:cubicBezTo>
                  <a:close/>
                  <a:moveTo>
                    <a:pt x="14" y="53"/>
                  </a:moveTo>
                  <a:cubicBezTo>
                    <a:pt x="13" y="53"/>
                    <a:pt x="12" y="53"/>
                    <a:pt x="11" y="52"/>
                  </a:cubicBezTo>
                  <a:cubicBezTo>
                    <a:pt x="10" y="51"/>
                    <a:pt x="10" y="51"/>
                    <a:pt x="9" y="50"/>
                  </a:cubicBezTo>
                  <a:cubicBezTo>
                    <a:pt x="9" y="49"/>
                    <a:pt x="9" y="48"/>
                    <a:pt x="9" y="47"/>
                  </a:cubicBezTo>
                  <a:cubicBezTo>
                    <a:pt x="10" y="46"/>
                    <a:pt x="11" y="45"/>
                    <a:pt x="12" y="45"/>
                  </a:cubicBezTo>
                  <a:cubicBezTo>
                    <a:pt x="13" y="44"/>
                    <a:pt x="14" y="44"/>
                    <a:pt x="16" y="45"/>
                  </a:cubicBezTo>
                  <a:cubicBezTo>
                    <a:pt x="17" y="45"/>
                    <a:pt x="18" y="46"/>
                    <a:pt x="18" y="47"/>
                  </a:cubicBezTo>
                  <a:cubicBezTo>
                    <a:pt x="18" y="48"/>
                    <a:pt x="18" y="49"/>
                    <a:pt x="18" y="50"/>
                  </a:cubicBezTo>
                  <a:cubicBezTo>
                    <a:pt x="18" y="51"/>
                    <a:pt x="17" y="51"/>
                    <a:pt x="16" y="52"/>
                  </a:cubicBezTo>
                  <a:cubicBezTo>
                    <a:pt x="14" y="46"/>
                    <a:pt x="14" y="46"/>
                    <a:pt x="14" y="46"/>
                  </a:cubicBezTo>
                  <a:cubicBezTo>
                    <a:pt x="12" y="46"/>
                    <a:pt x="12" y="47"/>
                    <a:pt x="11" y="48"/>
                  </a:cubicBezTo>
                  <a:cubicBezTo>
                    <a:pt x="10" y="49"/>
                    <a:pt x="10" y="49"/>
                    <a:pt x="10" y="51"/>
                  </a:cubicBezTo>
                  <a:cubicBezTo>
                    <a:pt x="11" y="51"/>
                    <a:pt x="11" y="52"/>
                    <a:pt x="12" y="52"/>
                  </a:cubicBezTo>
                  <a:cubicBezTo>
                    <a:pt x="13" y="52"/>
                    <a:pt x="14" y="52"/>
                    <a:pt x="14" y="53"/>
                  </a:cubicBezTo>
                  <a:cubicBezTo>
                    <a:pt x="14" y="53"/>
                    <a:pt x="14" y="53"/>
                    <a:pt x="14" y="53"/>
                  </a:cubicBezTo>
                  <a:close/>
                  <a:moveTo>
                    <a:pt x="16" y="49"/>
                  </a:moveTo>
                  <a:cubicBezTo>
                    <a:pt x="18" y="49"/>
                    <a:pt x="18" y="48"/>
                    <a:pt x="18" y="47"/>
                  </a:cubicBezTo>
                  <a:cubicBezTo>
                    <a:pt x="17" y="45"/>
                    <a:pt x="16" y="45"/>
                    <a:pt x="14" y="45"/>
                  </a:cubicBezTo>
                  <a:cubicBezTo>
                    <a:pt x="16" y="49"/>
                    <a:pt x="16" y="49"/>
                    <a:pt x="16" y="49"/>
                  </a:cubicBezTo>
                  <a:close/>
                  <a:moveTo>
                    <a:pt x="22" y="58"/>
                  </a:moveTo>
                  <a:cubicBezTo>
                    <a:pt x="22" y="58"/>
                    <a:pt x="21" y="58"/>
                    <a:pt x="21" y="57"/>
                  </a:cubicBezTo>
                  <a:cubicBezTo>
                    <a:pt x="21" y="57"/>
                    <a:pt x="21" y="57"/>
                    <a:pt x="21" y="57"/>
                  </a:cubicBezTo>
                  <a:cubicBezTo>
                    <a:pt x="21" y="56"/>
                    <a:pt x="21" y="56"/>
                    <a:pt x="21" y="56"/>
                  </a:cubicBezTo>
                  <a:cubicBezTo>
                    <a:pt x="21" y="55"/>
                    <a:pt x="21" y="55"/>
                    <a:pt x="20" y="55"/>
                  </a:cubicBezTo>
                  <a:cubicBezTo>
                    <a:pt x="20" y="55"/>
                    <a:pt x="20" y="55"/>
                    <a:pt x="19" y="55"/>
                  </a:cubicBezTo>
                  <a:cubicBezTo>
                    <a:pt x="15" y="57"/>
                    <a:pt x="15" y="57"/>
                    <a:pt x="15" y="57"/>
                  </a:cubicBezTo>
                  <a:cubicBezTo>
                    <a:pt x="14" y="58"/>
                    <a:pt x="14" y="59"/>
                    <a:pt x="14" y="59"/>
                  </a:cubicBezTo>
                  <a:cubicBezTo>
                    <a:pt x="14" y="59"/>
                    <a:pt x="14" y="59"/>
                    <a:pt x="14" y="59"/>
                  </a:cubicBezTo>
                  <a:cubicBezTo>
                    <a:pt x="12" y="55"/>
                    <a:pt x="12" y="55"/>
                    <a:pt x="12" y="55"/>
                  </a:cubicBezTo>
                  <a:cubicBezTo>
                    <a:pt x="12" y="55"/>
                    <a:pt x="12" y="55"/>
                    <a:pt x="12" y="55"/>
                  </a:cubicBezTo>
                  <a:cubicBezTo>
                    <a:pt x="13" y="56"/>
                    <a:pt x="14" y="56"/>
                    <a:pt x="14" y="56"/>
                  </a:cubicBezTo>
                  <a:cubicBezTo>
                    <a:pt x="19" y="54"/>
                    <a:pt x="19" y="54"/>
                    <a:pt x="19" y="54"/>
                  </a:cubicBezTo>
                  <a:cubicBezTo>
                    <a:pt x="20" y="53"/>
                    <a:pt x="20" y="53"/>
                    <a:pt x="20" y="53"/>
                  </a:cubicBezTo>
                  <a:cubicBezTo>
                    <a:pt x="20" y="53"/>
                    <a:pt x="20" y="52"/>
                    <a:pt x="20" y="52"/>
                  </a:cubicBezTo>
                  <a:cubicBezTo>
                    <a:pt x="20" y="52"/>
                    <a:pt x="20" y="52"/>
                    <a:pt x="20" y="52"/>
                  </a:cubicBezTo>
                  <a:cubicBezTo>
                    <a:pt x="22" y="54"/>
                    <a:pt x="22" y="54"/>
                    <a:pt x="22" y="54"/>
                  </a:cubicBezTo>
                  <a:cubicBezTo>
                    <a:pt x="21" y="55"/>
                    <a:pt x="21" y="55"/>
                    <a:pt x="21" y="55"/>
                  </a:cubicBezTo>
                  <a:cubicBezTo>
                    <a:pt x="22" y="55"/>
                    <a:pt x="23" y="56"/>
                    <a:pt x="24" y="57"/>
                  </a:cubicBezTo>
                  <a:cubicBezTo>
                    <a:pt x="24" y="57"/>
                    <a:pt x="24" y="57"/>
                    <a:pt x="24" y="57"/>
                  </a:cubicBezTo>
                  <a:cubicBezTo>
                    <a:pt x="23" y="58"/>
                    <a:pt x="22" y="58"/>
                    <a:pt x="22" y="58"/>
                  </a:cubicBezTo>
                  <a:close/>
                  <a:moveTo>
                    <a:pt x="21" y="67"/>
                  </a:moveTo>
                  <a:cubicBezTo>
                    <a:pt x="20" y="68"/>
                    <a:pt x="19" y="68"/>
                    <a:pt x="18" y="67"/>
                  </a:cubicBezTo>
                  <a:cubicBezTo>
                    <a:pt x="18" y="67"/>
                    <a:pt x="17" y="67"/>
                    <a:pt x="17" y="66"/>
                  </a:cubicBezTo>
                  <a:cubicBezTo>
                    <a:pt x="17" y="65"/>
                    <a:pt x="16" y="65"/>
                    <a:pt x="16" y="65"/>
                  </a:cubicBezTo>
                  <a:cubicBezTo>
                    <a:pt x="16" y="64"/>
                    <a:pt x="16" y="64"/>
                    <a:pt x="16" y="63"/>
                  </a:cubicBezTo>
                  <a:cubicBezTo>
                    <a:pt x="16" y="63"/>
                    <a:pt x="16" y="63"/>
                    <a:pt x="16" y="63"/>
                  </a:cubicBezTo>
                  <a:cubicBezTo>
                    <a:pt x="16" y="63"/>
                    <a:pt x="16" y="63"/>
                    <a:pt x="16" y="63"/>
                  </a:cubicBezTo>
                  <a:cubicBezTo>
                    <a:pt x="18" y="61"/>
                    <a:pt x="18" y="61"/>
                    <a:pt x="18" y="61"/>
                  </a:cubicBezTo>
                  <a:cubicBezTo>
                    <a:pt x="18" y="61"/>
                    <a:pt x="18" y="61"/>
                    <a:pt x="18" y="61"/>
                  </a:cubicBezTo>
                  <a:cubicBezTo>
                    <a:pt x="17" y="63"/>
                    <a:pt x="16" y="64"/>
                    <a:pt x="17" y="65"/>
                  </a:cubicBezTo>
                  <a:cubicBezTo>
                    <a:pt x="18" y="65"/>
                    <a:pt x="18" y="66"/>
                    <a:pt x="18" y="66"/>
                  </a:cubicBezTo>
                  <a:cubicBezTo>
                    <a:pt x="18" y="66"/>
                    <a:pt x="19" y="66"/>
                    <a:pt x="19" y="66"/>
                  </a:cubicBezTo>
                  <a:cubicBezTo>
                    <a:pt x="20" y="65"/>
                    <a:pt x="20" y="65"/>
                    <a:pt x="20" y="63"/>
                  </a:cubicBezTo>
                  <a:cubicBezTo>
                    <a:pt x="20" y="62"/>
                    <a:pt x="20" y="62"/>
                    <a:pt x="20" y="62"/>
                  </a:cubicBezTo>
                  <a:cubicBezTo>
                    <a:pt x="20" y="61"/>
                    <a:pt x="20" y="60"/>
                    <a:pt x="21" y="59"/>
                  </a:cubicBezTo>
                  <a:cubicBezTo>
                    <a:pt x="22" y="59"/>
                    <a:pt x="22" y="59"/>
                    <a:pt x="23" y="59"/>
                  </a:cubicBezTo>
                  <a:cubicBezTo>
                    <a:pt x="24" y="59"/>
                    <a:pt x="24" y="60"/>
                    <a:pt x="25" y="61"/>
                  </a:cubicBezTo>
                  <a:cubicBezTo>
                    <a:pt x="25" y="61"/>
                    <a:pt x="25" y="61"/>
                    <a:pt x="25" y="62"/>
                  </a:cubicBezTo>
                  <a:cubicBezTo>
                    <a:pt x="25" y="62"/>
                    <a:pt x="25" y="63"/>
                    <a:pt x="26" y="63"/>
                  </a:cubicBezTo>
                  <a:cubicBezTo>
                    <a:pt x="26" y="63"/>
                    <a:pt x="26" y="63"/>
                    <a:pt x="26" y="63"/>
                  </a:cubicBezTo>
                  <a:cubicBezTo>
                    <a:pt x="26" y="63"/>
                    <a:pt x="26" y="63"/>
                    <a:pt x="26" y="63"/>
                  </a:cubicBezTo>
                  <a:cubicBezTo>
                    <a:pt x="24" y="64"/>
                    <a:pt x="24" y="64"/>
                    <a:pt x="24" y="64"/>
                  </a:cubicBezTo>
                  <a:cubicBezTo>
                    <a:pt x="24" y="64"/>
                    <a:pt x="24" y="64"/>
                    <a:pt x="24" y="64"/>
                  </a:cubicBezTo>
                  <a:cubicBezTo>
                    <a:pt x="25" y="63"/>
                    <a:pt x="25" y="61"/>
                    <a:pt x="25" y="61"/>
                  </a:cubicBezTo>
                  <a:cubicBezTo>
                    <a:pt x="25" y="60"/>
                    <a:pt x="24" y="60"/>
                    <a:pt x="24" y="60"/>
                  </a:cubicBezTo>
                  <a:cubicBezTo>
                    <a:pt x="24" y="60"/>
                    <a:pt x="23" y="60"/>
                    <a:pt x="23" y="60"/>
                  </a:cubicBezTo>
                  <a:cubicBezTo>
                    <a:pt x="22" y="60"/>
                    <a:pt x="22" y="61"/>
                    <a:pt x="22" y="62"/>
                  </a:cubicBezTo>
                  <a:cubicBezTo>
                    <a:pt x="22" y="64"/>
                    <a:pt x="22" y="64"/>
                    <a:pt x="22" y="64"/>
                  </a:cubicBezTo>
                  <a:cubicBezTo>
                    <a:pt x="22" y="66"/>
                    <a:pt x="22" y="67"/>
                    <a:pt x="21" y="67"/>
                  </a:cubicBezTo>
                  <a:close/>
                  <a:moveTo>
                    <a:pt x="33" y="67"/>
                  </a:moveTo>
                  <a:cubicBezTo>
                    <a:pt x="32" y="67"/>
                    <a:pt x="32" y="67"/>
                    <a:pt x="32" y="67"/>
                  </a:cubicBezTo>
                  <a:cubicBezTo>
                    <a:pt x="32" y="67"/>
                    <a:pt x="32" y="66"/>
                    <a:pt x="31" y="66"/>
                  </a:cubicBezTo>
                  <a:cubicBezTo>
                    <a:pt x="31" y="66"/>
                    <a:pt x="31" y="66"/>
                    <a:pt x="31" y="65"/>
                  </a:cubicBezTo>
                  <a:cubicBezTo>
                    <a:pt x="31" y="65"/>
                    <a:pt x="32" y="65"/>
                    <a:pt x="32" y="65"/>
                  </a:cubicBezTo>
                  <a:cubicBezTo>
                    <a:pt x="32" y="65"/>
                    <a:pt x="32" y="64"/>
                    <a:pt x="32" y="65"/>
                  </a:cubicBezTo>
                  <a:cubicBezTo>
                    <a:pt x="33" y="65"/>
                    <a:pt x="33" y="65"/>
                    <a:pt x="33" y="65"/>
                  </a:cubicBezTo>
                  <a:cubicBezTo>
                    <a:pt x="33" y="65"/>
                    <a:pt x="34" y="65"/>
                    <a:pt x="33" y="66"/>
                  </a:cubicBezTo>
                  <a:cubicBezTo>
                    <a:pt x="33" y="66"/>
                    <a:pt x="33" y="66"/>
                    <a:pt x="33" y="67"/>
                  </a:cubicBezTo>
                  <a:close/>
                  <a:moveTo>
                    <a:pt x="22" y="75"/>
                  </a:moveTo>
                  <a:cubicBezTo>
                    <a:pt x="20" y="71"/>
                    <a:pt x="20" y="71"/>
                    <a:pt x="20" y="71"/>
                  </a:cubicBezTo>
                  <a:cubicBezTo>
                    <a:pt x="20" y="71"/>
                    <a:pt x="20" y="71"/>
                    <a:pt x="20" y="71"/>
                  </a:cubicBezTo>
                  <a:cubicBezTo>
                    <a:pt x="21" y="71"/>
                    <a:pt x="22" y="72"/>
                    <a:pt x="22" y="71"/>
                  </a:cubicBezTo>
                  <a:cubicBezTo>
                    <a:pt x="27" y="69"/>
                    <a:pt x="27" y="69"/>
                    <a:pt x="27" y="69"/>
                  </a:cubicBezTo>
                  <a:cubicBezTo>
                    <a:pt x="28" y="68"/>
                    <a:pt x="28" y="68"/>
                    <a:pt x="28" y="67"/>
                  </a:cubicBezTo>
                  <a:cubicBezTo>
                    <a:pt x="27" y="67"/>
                    <a:pt x="27" y="67"/>
                    <a:pt x="27" y="67"/>
                  </a:cubicBezTo>
                  <a:cubicBezTo>
                    <a:pt x="28" y="67"/>
                    <a:pt x="28" y="67"/>
                    <a:pt x="28" y="67"/>
                  </a:cubicBezTo>
                  <a:cubicBezTo>
                    <a:pt x="30" y="69"/>
                    <a:pt x="30" y="69"/>
                    <a:pt x="30" y="69"/>
                  </a:cubicBezTo>
                  <a:cubicBezTo>
                    <a:pt x="24" y="73"/>
                    <a:pt x="24" y="73"/>
                    <a:pt x="24" y="73"/>
                  </a:cubicBezTo>
                  <a:cubicBezTo>
                    <a:pt x="22" y="73"/>
                    <a:pt x="22" y="73"/>
                    <a:pt x="22" y="75"/>
                  </a:cubicBezTo>
                  <a:cubicBezTo>
                    <a:pt x="22" y="75"/>
                    <a:pt x="22" y="75"/>
                    <a:pt x="22" y="75"/>
                  </a:cubicBezTo>
                  <a:close/>
                  <a:moveTo>
                    <a:pt x="28" y="80"/>
                  </a:moveTo>
                  <a:cubicBezTo>
                    <a:pt x="27" y="80"/>
                    <a:pt x="26" y="80"/>
                    <a:pt x="26" y="79"/>
                  </a:cubicBezTo>
                  <a:cubicBezTo>
                    <a:pt x="26" y="79"/>
                    <a:pt x="25" y="79"/>
                    <a:pt x="25" y="79"/>
                  </a:cubicBezTo>
                  <a:cubicBezTo>
                    <a:pt x="24" y="78"/>
                    <a:pt x="24" y="77"/>
                    <a:pt x="26" y="76"/>
                  </a:cubicBezTo>
                  <a:cubicBezTo>
                    <a:pt x="31" y="73"/>
                    <a:pt x="31" y="73"/>
                    <a:pt x="31" y="73"/>
                  </a:cubicBezTo>
                  <a:cubicBezTo>
                    <a:pt x="30" y="71"/>
                    <a:pt x="30" y="71"/>
                    <a:pt x="30" y="71"/>
                  </a:cubicBezTo>
                  <a:cubicBezTo>
                    <a:pt x="30" y="71"/>
                    <a:pt x="30" y="71"/>
                    <a:pt x="30" y="71"/>
                  </a:cubicBezTo>
                  <a:cubicBezTo>
                    <a:pt x="30" y="71"/>
                    <a:pt x="30" y="71"/>
                    <a:pt x="30" y="71"/>
                  </a:cubicBezTo>
                  <a:cubicBezTo>
                    <a:pt x="31" y="72"/>
                    <a:pt x="32" y="72"/>
                    <a:pt x="34" y="72"/>
                  </a:cubicBezTo>
                  <a:cubicBezTo>
                    <a:pt x="34" y="72"/>
                    <a:pt x="34" y="72"/>
                    <a:pt x="34" y="72"/>
                  </a:cubicBezTo>
                  <a:cubicBezTo>
                    <a:pt x="32" y="73"/>
                    <a:pt x="32" y="73"/>
                    <a:pt x="32" y="73"/>
                  </a:cubicBezTo>
                  <a:cubicBezTo>
                    <a:pt x="33" y="75"/>
                    <a:pt x="33" y="75"/>
                    <a:pt x="33" y="75"/>
                  </a:cubicBezTo>
                  <a:cubicBezTo>
                    <a:pt x="33" y="75"/>
                    <a:pt x="33" y="75"/>
                    <a:pt x="33" y="75"/>
                  </a:cubicBezTo>
                  <a:cubicBezTo>
                    <a:pt x="32" y="74"/>
                    <a:pt x="32" y="74"/>
                    <a:pt x="32" y="74"/>
                  </a:cubicBezTo>
                  <a:cubicBezTo>
                    <a:pt x="27" y="77"/>
                    <a:pt x="27" y="77"/>
                    <a:pt x="27" y="77"/>
                  </a:cubicBezTo>
                  <a:cubicBezTo>
                    <a:pt x="26" y="78"/>
                    <a:pt x="26" y="79"/>
                    <a:pt x="26" y="79"/>
                  </a:cubicBezTo>
                  <a:cubicBezTo>
                    <a:pt x="27" y="79"/>
                    <a:pt x="27" y="79"/>
                    <a:pt x="28" y="80"/>
                  </a:cubicBezTo>
                  <a:cubicBezTo>
                    <a:pt x="28" y="80"/>
                    <a:pt x="28" y="80"/>
                    <a:pt x="28" y="80"/>
                  </a:cubicBezTo>
                  <a:close/>
                  <a:moveTo>
                    <a:pt x="40" y="84"/>
                  </a:moveTo>
                  <a:cubicBezTo>
                    <a:pt x="40" y="84"/>
                    <a:pt x="40" y="83"/>
                    <a:pt x="40" y="83"/>
                  </a:cubicBezTo>
                  <a:cubicBezTo>
                    <a:pt x="39" y="83"/>
                    <a:pt x="39" y="83"/>
                    <a:pt x="39" y="83"/>
                  </a:cubicBezTo>
                  <a:cubicBezTo>
                    <a:pt x="30" y="86"/>
                    <a:pt x="30" y="86"/>
                    <a:pt x="30" y="86"/>
                  </a:cubicBezTo>
                  <a:cubicBezTo>
                    <a:pt x="28" y="87"/>
                    <a:pt x="26" y="87"/>
                    <a:pt x="25" y="86"/>
                  </a:cubicBezTo>
                  <a:cubicBezTo>
                    <a:pt x="24" y="85"/>
                    <a:pt x="25" y="84"/>
                    <a:pt x="25" y="84"/>
                  </a:cubicBezTo>
                  <a:cubicBezTo>
                    <a:pt x="25" y="84"/>
                    <a:pt x="26" y="84"/>
                    <a:pt x="26" y="84"/>
                  </a:cubicBezTo>
                  <a:cubicBezTo>
                    <a:pt x="26" y="84"/>
                    <a:pt x="26" y="84"/>
                    <a:pt x="26" y="84"/>
                  </a:cubicBezTo>
                  <a:cubicBezTo>
                    <a:pt x="26" y="84"/>
                    <a:pt x="27" y="85"/>
                    <a:pt x="27" y="85"/>
                  </a:cubicBezTo>
                  <a:cubicBezTo>
                    <a:pt x="27" y="85"/>
                    <a:pt x="27" y="85"/>
                    <a:pt x="27" y="85"/>
                  </a:cubicBezTo>
                  <a:cubicBezTo>
                    <a:pt x="28" y="86"/>
                    <a:pt x="29" y="86"/>
                    <a:pt x="31" y="85"/>
                  </a:cubicBezTo>
                  <a:cubicBezTo>
                    <a:pt x="34" y="78"/>
                    <a:pt x="34" y="78"/>
                    <a:pt x="34" y="78"/>
                  </a:cubicBezTo>
                  <a:cubicBezTo>
                    <a:pt x="35" y="77"/>
                    <a:pt x="35" y="77"/>
                    <a:pt x="35" y="77"/>
                  </a:cubicBezTo>
                  <a:cubicBezTo>
                    <a:pt x="35" y="77"/>
                    <a:pt x="35" y="77"/>
                    <a:pt x="34" y="76"/>
                  </a:cubicBezTo>
                  <a:cubicBezTo>
                    <a:pt x="35" y="76"/>
                    <a:pt x="35" y="76"/>
                    <a:pt x="35" y="76"/>
                  </a:cubicBezTo>
                  <a:cubicBezTo>
                    <a:pt x="38" y="79"/>
                    <a:pt x="38" y="79"/>
                    <a:pt x="38" y="79"/>
                  </a:cubicBezTo>
                  <a:cubicBezTo>
                    <a:pt x="37" y="79"/>
                    <a:pt x="37" y="79"/>
                    <a:pt x="37" y="79"/>
                  </a:cubicBezTo>
                  <a:cubicBezTo>
                    <a:pt x="37" y="79"/>
                    <a:pt x="36" y="79"/>
                    <a:pt x="36" y="79"/>
                  </a:cubicBezTo>
                  <a:cubicBezTo>
                    <a:pt x="36" y="79"/>
                    <a:pt x="36" y="79"/>
                    <a:pt x="36" y="79"/>
                  </a:cubicBezTo>
                  <a:cubicBezTo>
                    <a:pt x="33" y="84"/>
                    <a:pt x="33" y="84"/>
                    <a:pt x="33" y="84"/>
                  </a:cubicBezTo>
                  <a:cubicBezTo>
                    <a:pt x="38" y="83"/>
                    <a:pt x="38" y="83"/>
                    <a:pt x="38" y="83"/>
                  </a:cubicBezTo>
                  <a:cubicBezTo>
                    <a:pt x="38" y="83"/>
                    <a:pt x="39" y="82"/>
                    <a:pt x="39" y="82"/>
                  </a:cubicBezTo>
                  <a:cubicBezTo>
                    <a:pt x="39" y="82"/>
                    <a:pt x="39" y="82"/>
                    <a:pt x="39" y="82"/>
                  </a:cubicBezTo>
                  <a:cubicBezTo>
                    <a:pt x="39" y="81"/>
                    <a:pt x="39" y="81"/>
                    <a:pt x="38" y="81"/>
                  </a:cubicBezTo>
                  <a:cubicBezTo>
                    <a:pt x="39" y="81"/>
                    <a:pt x="39" y="81"/>
                    <a:pt x="39" y="81"/>
                  </a:cubicBezTo>
                  <a:cubicBezTo>
                    <a:pt x="40" y="84"/>
                    <a:pt x="40" y="84"/>
                    <a:pt x="40" y="84"/>
                  </a:cubicBezTo>
                  <a:cubicBezTo>
                    <a:pt x="40" y="84"/>
                    <a:pt x="40" y="84"/>
                    <a:pt x="40" y="84"/>
                  </a:cubicBezTo>
                  <a:close/>
                  <a:moveTo>
                    <a:pt x="47" y="97"/>
                  </a:moveTo>
                  <a:cubicBezTo>
                    <a:pt x="46" y="97"/>
                    <a:pt x="45" y="98"/>
                    <a:pt x="44" y="98"/>
                  </a:cubicBezTo>
                  <a:cubicBezTo>
                    <a:pt x="42" y="98"/>
                    <a:pt x="41" y="98"/>
                    <a:pt x="40" y="97"/>
                  </a:cubicBezTo>
                  <a:cubicBezTo>
                    <a:pt x="40" y="96"/>
                    <a:pt x="39" y="95"/>
                    <a:pt x="39" y="94"/>
                  </a:cubicBezTo>
                  <a:cubicBezTo>
                    <a:pt x="39" y="93"/>
                    <a:pt x="40" y="91"/>
                    <a:pt x="41" y="91"/>
                  </a:cubicBezTo>
                  <a:cubicBezTo>
                    <a:pt x="42" y="90"/>
                    <a:pt x="43" y="89"/>
                    <a:pt x="44" y="89"/>
                  </a:cubicBezTo>
                  <a:cubicBezTo>
                    <a:pt x="45" y="89"/>
                    <a:pt x="46" y="89"/>
                    <a:pt x="47" y="90"/>
                  </a:cubicBezTo>
                  <a:cubicBezTo>
                    <a:pt x="48" y="91"/>
                    <a:pt x="49" y="92"/>
                    <a:pt x="49" y="93"/>
                  </a:cubicBezTo>
                  <a:cubicBezTo>
                    <a:pt x="49" y="95"/>
                    <a:pt x="48" y="95"/>
                    <a:pt x="47" y="97"/>
                  </a:cubicBezTo>
                  <a:close/>
                  <a:moveTo>
                    <a:pt x="45" y="96"/>
                  </a:moveTo>
                  <a:cubicBezTo>
                    <a:pt x="46" y="95"/>
                    <a:pt x="47" y="94"/>
                    <a:pt x="47" y="93"/>
                  </a:cubicBezTo>
                  <a:cubicBezTo>
                    <a:pt x="48" y="92"/>
                    <a:pt x="47" y="91"/>
                    <a:pt x="47" y="90"/>
                  </a:cubicBezTo>
                  <a:cubicBezTo>
                    <a:pt x="46" y="90"/>
                    <a:pt x="46" y="89"/>
                    <a:pt x="45" y="90"/>
                  </a:cubicBezTo>
                  <a:cubicBezTo>
                    <a:pt x="44" y="90"/>
                    <a:pt x="44" y="91"/>
                    <a:pt x="43" y="91"/>
                  </a:cubicBezTo>
                  <a:cubicBezTo>
                    <a:pt x="42" y="92"/>
                    <a:pt x="41" y="93"/>
                    <a:pt x="41" y="94"/>
                  </a:cubicBezTo>
                  <a:cubicBezTo>
                    <a:pt x="40" y="95"/>
                    <a:pt x="40" y="96"/>
                    <a:pt x="41" y="97"/>
                  </a:cubicBezTo>
                  <a:cubicBezTo>
                    <a:pt x="42" y="97"/>
                    <a:pt x="42" y="97"/>
                    <a:pt x="43" y="97"/>
                  </a:cubicBezTo>
                  <a:cubicBezTo>
                    <a:pt x="44" y="97"/>
                    <a:pt x="44" y="97"/>
                    <a:pt x="45" y="96"/>
                  </a:cubicBezTo>
                  <a:close/>
                  <a:moveTo>
                    <a:pt x="60" y="97"/>
                  </a:moveTo>
                  <a:cubicBezTo>
                    <a:pt x="59" y="97"/>
                    <a:pt x="59" y="97"/>
                    <a:pt x="59" y="97"/>
                  </a:cubicBezTo>
                  <a:cubicBezTo>
                    <a:pt x="59" y="97"/>
                    <a:pt x="59" y="97"/>
                    <a:pt x="59" y="97"/>
                  </a:cubicBezTo>
                  <a:cubicBezTo>
                    <a:pt x="58" y="97"/>
                    <a:pt x="58" y="97"/>
                    <a:pt x="58" y="96"/>
                  </a:cubicBezTo>
                  <a:cubicBezTo>
                    <a:pt x="58" y="96"/>
                    <a:pt x="58" y="95"/>
                    <a:pt x="58" y="95"/>
                  </a:cubicBezTo>
                  <a:cubicBezTo>
                    <a:pt x="58" y="95"/>
                    <a:pt x="58" y="95"/>
                    <a:pt x="58" y="95"/>
                  </a:cubicBezTo>
                  <a:cubicBezTo>
                    <a:pt x="58" y="94"/>
                    <a:pt x="57" y="94"/>
                    <a:pt x="56" y="95"/>
                  </a:cubicBezTo>
                  <a:cubicBezTo>
                    <a:pt x="54" y="97"/>
                    <a:pt x="54" y="97"/>
                    <a:pt x="54" y="97"/>
                  </a:cubicBezTo>
                  <a:cubicBezTo>
                    <a:pt x="56" y="99"/>
                    <a:pt x="56" y="99"/>
                    <a:pt x="56" y="99"/>
                  </a:cubicBezTo>
                  <a:cubicBezTo>
                    <a:pt x="56" y="99"/>
                    <a:pt x="56" y="99"/>
                    <a:pt x="56" y="99"/>
                  </a:cubicBezTo>
                  <a:cubicBezTo>
                    <a:pt x="54" y="97"/>
                    <a:pt x="54" y="97"/>
                    <a:pt x="54" y="97"/>
                  </a:cubicBezTo>
                  <a:cubicBezTo>
                    <a:pt x="50" y="103"/>
                    <a:pt x="50" y="103"/>
                    <a:pt x="50" y="103"/>
                  </a:cubicBezTo>
                  <a:cubicBezTo>
                    <a:pt x="49" y="103"/>
                    <a:pt x="49" y="104"/>
                    <a:pt x="50" y="105"/>
                  </a:cubicBezTo>
                  <a:cubicBezTo>
                    <a:pt x="50" y="105"/>
                    <a:pt x="50" y="105"/>
                    <a:pt x="50" y="105"/>
                  </a:cubicBezTo>
                  <a:cubicBezTo>
                    <a:pt x="46" y="102"/>
                    <a:pt x="46" y="102"/>
                    <a:pt x="46" y="102"/>
                  </a:cubicBezTo>
                  <a:cubicBezTo>
                    <a:pt x="46" y="101"/>
                    <a:pt x="46" y="101"/>
                    <a:pt x="46" y="101"/>
                  </a:cubicBezTo>
                  <a:cubicBezTo>
                    <a:pt x="47" y="102"/>
                    <a:pt x="48" y="102"/>
                    <a:pt x="48" y="101"/>
                  </a:cubicBezTo>
                  <a:cubicBezTo>
                    <a:pt x="52" y="96"/>
                    <a:pt x="52" y="96"/>
                    <a:pt x="52" y="96"/>
                  </a:cubicBezTo>
                  <a:cubicBezTo>
                    <a:pt x="51" y="95"/>
                    <a:pt x="51" y="95"/>
                    <a:pt x="51" y="95"/>
                  </a:cubicBezTo>
                  <a:cubicBezTo>
                    <a:pt x="52" y="95"/>
                    <a:pt x="52" y="95"/>
                    <a:pt x="52" y="95"/>
                  </a:cubicBezTo>
                  <a:cubicBezTo>
                    <a:pt x="53" y="96"/>
                    <a:pt x="53" y="96"/>
                    <a:pt x="53" y="96"/>
                  </a:cubicBezTo>
                  <a:cubicBezTo>
                    <a:pt x="53" y="95"/>
                    <a:pt x="53" y="95"/>
                    <a:pt x="53" y="95"/>
                  </a:cubicBezTo>
                  <a:cubicBezTo>
                    <a:pt x="54" y="95"/>
                    <a:pt x="55" y="94"/>
                    <a:pt x="56" y="94"/>
                  </a:cubicBezTo>
                  <a:cubicBezTo>
                    <a:pt x="57" y="94"/>
                    <a:pt x="58" y="94"/>
                    <a:pt x="59" y="95"/>
                  </a:cubicBezTo>
                  <a:cubicBezTo>
                    <a:pt x="59" y="95"/>
                    <a:pt x="60" y="95"/>
                    <a:pt x="60" y="96"/>
                  </a:cubicBezTo>
                  <a:cubicBezTo>
                    <a:pt x="60" y="96"/>
                    <a:pt x="60" y="96"/>
                    <a:pt x="60" y="97"/>
                  </a:cubicBezTo>
                  <a:close/>
                  <a:moveTo>
                    <a:pt x="65" y="111"/>
                  </a:moveTo>
                  <a:cubicBezTo>
                    <a:pt x="64" y="113"/>
                    <a:pt x="63" y="113"/>
                    <a:pt x="62" y="113"/>
                  </a:cubicBezTo>
                  <a:cubicBezTo>
                    <a:pt x="61" y="113"/>
                    <a:pt x="60" y="113"/>
                    <a:pt x="59" y="112"/>
                  </a:cubicBezTo>
                  <a:cubicBezTo>
                    <a:pt x="58" y="112"/>
                    <a:pt x="58" y="111"/>
                    <a:pt x="58" y="111"/>
                  </a:cubicBezTo>
                  <a:cubicBezTo>
                    <a:pt x="57" y="111"/>
                    <a:pt x="57" y="110"/>
                    <a:pt x="57" y="110"/>
                  </a:cubicBezTo>
                  <a:cubicBezTo>
                    <a:pt x="56" y="109"/>
                    <a:pt x="56" y="110"/>
                    <a:pt x="56" y="110"/>
                  </a:cubicBezTo>
                  <a:cubicBezTo>
                    <a:pt x="56" y="109"/>
                    <a:pt x="56" y="109"/>
                    <a:pt x="56" y="109"/>
                  </a:cubicBezTo>
                  <a:cubicBezTo>
                    <a:pt x="58" y="105"/>
                    <a:pt x="58" y="105"/>
                    <a:pt x="58" y="105"/>
                  </a:cubicBezTo>
                  <a:cubicBezTo>
                    <a:pt x="58" y="106"/>
                    <a:pt x="58" y="106"/>
                    <a:pt x="58" y="106"/>
                  </a:cubicBezTo>
                  <a:cubicBezTo>
                    <a:pt x="57" y="108"/>
                    <a:pt x="58" y="110"/>
                    <a:pt x="59" y="111"/>
                  </a:cubicBezTo>
                  <a:cubicBezTo>
                    <a:pt x="60" y="112"/>
                    <a:pt x="60" y="112"/>
                    <a:pt x="61" y="112"/>
                  </a:cubicBezTo>
                  <a:cubicBezTo>
                    <a:pt x="62" y="112"/>
                    <a:pt x="62" y="111"/>
                    <a:pt x="62" y="111"/>
                  </a:cubicBezTo>
                  <a:cubicBezTo>
                    <a:pt x="63" y="110"/>
                    <a:pt x="63" y="109"/>
                    <a:pt x="62" y="107"/>
                  </a:cubicBezTo>
                  <a:cubicBezTo>
                    <a:pt x="62" y="105"/>
                    <a:pt x="62" y="105"/>
                    <a:pt x="62" y="105"/>
                  </a:cubicBezTo>
                  <a:cubicBezTo>
                    <a:pt x="61" y="104"/>
                    <a:pt x="61" y="102"/>
                    <a:pt x="62" y="101"/>
                  </a:cubicBezTo>
                  <a:cubicBezTo>
                    <a:pt x="62" y="100"/>
                    <a:pt x="63" y="100"/>
                    <a:pt x="64" y="99"/>
                  </a:cubicBezTo>
                  <a:cubicBezTo>
                    <a:pt x="65" y="99"/>
                    <a:pt x="66" y="99"/>
                    <a:pt x="67" y="100"/>
                  </a:cubicBezTo>
                  <a:cubicBezTo>
                    <a:pt x="67" y="101"/>
                    <a:pt x="68" y="101"/>
                    <a:pt x="68" y="101"/>
                  </a:cubicBezTo>
                  <a:cubicBezTo>
                    <a:pt x="68" y="102"/>
                    <a:pt x="68" y="102"/>
                    <a:pt x="69" y="102"/>
                  </a:cubicBezTo>
                  <a:cubicBezTo>
                    <a:pt x="69" y="102"/>
                    <a:pt x="69" y="102"/>
                    <a:pt x="70" y="102"/>
                  </a:cubicBezTo>
                  <a:cubicBezTo>
                    <a:pt x="70" y="103"/>
                    <a:pt x="70" y="103"/>
                    <a:pt x="70" y="103"/>
                  </a:cubicBezTo>
                  <a:cubicBezTo>
                    <a:pt x="68" y="107"/>
                    <a:pt x="68" y="107"/>
                    <a:pt x="68" y="107"/>
                  </a:cubicBezTo>
                  <a:cubicBezTo>
                    <a:pt x="67" y="106"/>
                    <a:pt x="67" y="106"/>
                    <a:pt x="67" y="106"/>
                  </a:cubicBezTo>
                  <a:cubicBezTo>
                    <a:pt x="68" y="104"/>
                    <a:pt x="68" y="102"/>
                    <a:pt x="66" y="101"/>
                  </a:cubicBezTo>
                  <a:cubicBezTo>
                    <a:pt x="66" y="101"/>
                    <a:pt x="65" y="101"/>
                    <a:pt x="64" y="101"/>
                  </a:cubicBezTo>
                  <a:cubicBezTo>
                    <a:pt x="64" y="101"/>
                    <a:pt x="64" y="101"/>
                    <a:pt x="63" y="101"/>
                  </a:cubicBezTo>
                  <a:cubicBezTo>
                    <a:pt x="63" y="102"/>
                    <a:pt x="63" y="102"/>
                    <a:pt x="63" y="103"/>
                  </a:cubicBezTo>
                  <a:cubicBezTo>
                    <a:pt x="63" y="103"/>
                    <a:pt x="63" y="104"/>
                    <a:pt x="64" y="105"/>
                  </a:cubicBezTo>
                  <a:cubicBezTo>
                    <a:pt x="64" y="107"/>
                    <a:pt x="64" y="107"/>
                    <a:pt x="64" y="107"/>
                  </a:cubicBezTo>
                  <a:cubicBezTo>
                    <a:pt x="66" y="109"/>
                    <a:pt x="66" y="111"/>
                    <a:pt x="65" y="111"/>
                  </a:cubicBezTo>
                  <a:close/>
                  <a:moveTo>
                    <a:pt x="74" y="117"/>
                  </a:moveTo>
                  <a:cubicBezTo>
                    <a:pt x="73" y="118"/>
                    <a:pt x="72" y="119"/>
                    <a:pt x="71" y="119"/>
                  </a:cubicBezTo>
                  <a:cubicBezTo>
                    <a:pt x="70" y="119"/>
                    <a:pt x="69" y="119"/>
                    <a:pt x="68" y="118"/>
                  </a:cubicBezTo>
                  <a:cubicBezTo>
                    <a:pt x="68" y="118"/>
                    <a:pt x="67" y="117"/>
                    <a:pt x="67" y="116"/>
                  </a:cubicBezTo>
                  <a:cubicBezTo>
                    <a:pt x="66" y="115"/>
                    <a:pt x="67" y="113"/>
                    <a:pt x="68" y="112"/>
                  </a:cubicBezTo>
                  <a:cubicBezTo>
                    <a:pt x="68" y="111"/>
                    <a:pt x="69" y="110"/>
                    <a:pt x="70" y="110"/>
                  </a:cubicBezTo>
                  <a:cubicBezTo>
                    <a:pt x="72" y="109"/>
                    <a:pt x="73" y="109"/>
                    <a:pt x="74" y="110"/>
                  </a:cubicBezTo>
                  <a:cubicBezTo>
                    <a:pt x="75" y="111"/>
                    <a:pt x="75" y="111"/>
                    <a:pt x="76" y="112"/>
                  </a:cubicBezTo>
                  <a:cubicBezTo>
                    <a:pt x="76" y="113"/>
                    <a:pt x="76" y="113"/>
                    <a:pt x="76" y="113"/>
                  </a:cubicBezTo>
                  <a:cubicBezTo>
                    <a:pt x="76" y="114"/>
                    <a:pt x="75" y="114"/>
                    <a:pt x="75" y="114"/>
                  </a:cubicBezTo>
                  <a:cubicBezTo>
                    <a:pt x="75" y="114"/>
                    <a:pt x="75" y="114"/>
                    <a:pt x="74" y="114"/>
                  </a:cubicBezTo>
                  <a:cubicBezTo>
                    <a:pt x="74" y="114"/>
                    <a:pt x="74" y="113"/>
                    <a:pt x="74" y="113"/>
                  </a:cubicBezTo>
                  <a:cubicBezTo>
                    <a:pt x="74" y="113"/>
                    <a:pt x="74" y="113"/>
                    <a:pt x="74" y="113"/>
                  </a:cubicBezTo>
                  <a:cubicBezTo>
                    <a:pt x="74" y="112"/>
                    <a:pt x="74" y="112"/>
                    <a:pt x="74" y="111"/>
                  </a:cubicBezTo>
                  <a:cubicBezTo>
                    <a:pt x="74" y="111"/>
                    <a:pt x="74" y="111"/>
                    <a:pt x="73" y="111"/>
                  </a:cubicBezTo>
                  <a:cubicBezTo>
                    <a:pt x="72" y="110"/>
                    <a:pt x="72" y="110"/>
                    <a:pt x="70" y="111"/>
                  </a:cubicBezTo>
                  <a:cubicBezTo>
                    <a:pt x="70" y="111"/>
                    <a:pt x="69" y="111"/>
                    <a:pt x="69" y="112"/>
                  </a:cubicBezTo>
                  <a:cubicBezTo>
                    <a:pt x="68" y="113"/>
                    <a:pt x="68" y="114"/>
                    <a:pt x="68" y="115"/>
                  </a:cubicBezTo>
                  <a:cubicBezTo>
                    <a:pt x="68" y="116"/>
                    <a:pt x="68" y="117"/>
                    <a:pt x="69" y="117"/>
                  </a:cubicBezTo>
                  <a:cubicBezTo>
                    <a:pt x="71" y="118"/>
                    <a:pt x="72" y="118"/>
                    <a:pt x="74" y="117"/>
                  </a:cubicBezTo>
                  <a:cubicBezTo>
                    <a:pt x="74" y="117"/>
                    <a:pt x="74" y="117"/>
                    <a:pt x="74" y="117"/>
                  </a:cubicBezTo>
                  <a:close/>
                  <a:moveTo>
                    <a:pt x="83" y="111"/>
                  </a:moveTo>
                  <a:cubicBezTo>
                    <a:pt x="83" y="111"/>
                    <a:pt x="82" y="111"/>
                    <a:pt x="82" y="111"/>
                  </a:cubicBezTo>
                  <a:cubicBezTo>
                    <a:pt x="82" y="111"/>
                    <a:pt x="82" y="111"/>
                    <a:pt x="81" y="111"/>
                  </a:cubicBezTo>
                  <a:cubicBezTo>
                    <a:pt x="81" y="111"/>
                    <a:pt x="81" y="111"/>
                    <a:pt x="81" y="111"/>
                  </a:cubicBezTo>
                  <a:cubicBezTo>
                    <a:pt x="81" y="110"/>
                    <a:pt x="81" y="110"/>
                    <a:pt x="81" y="110"/>
                  </a:cubicBezTo>
                  <a:cubicBezTo>
                    <a:pt x="81" y="109"/>
                    <a:pt x="81" y="109"/>
                    <a:pt x="82" y="109"/>
                  </a:cubicBezTo>
                  <a:cubicBezTo>
                    <a:pt x="82" y="109"/>
                    <a:pt x="82" y="109"/>
                    <a:pt x="82" y="109"/>
                  </a:cubicBezTo>
                  <a:cubicBezTo>
                    <a:pt x="83" y="109"/>
                    <a:pt x="83" y="110"/>
                    <a:pt x="83" y="110"/>
                  </a:cubicBezTo>
                  <a:cubicBezTo>
                    <a:pt x="83" y="111"/>
                    <a:pt x="83" y="111"/>
                    <a:pt x="83" y="111"/>
                  </a:cubicBezTo>
                  <a:close/>
                  <a:moveTo>
                    <a:pt x="78" y="123"/>
                  </a:moveTo>
                  <a:cubicBezTo>
                    <a:pt x="74" y="121"/>
                    <a:pt x="74" y="121"/>
                    <a:pt x="74" y="121"/>
                  </a:cubicBezTo>
                  <a:cubicBezTo>
                    <a:pt x="74" y="121"/>
                    <a:pt x="74" y="121"/>
                    <a:pt x="74" y="121"/>
                  </a:cubicBezTo>
                  <a:cubicBezTo>
                    <a:pt x="75" y="121"/>
                    <a:pt x="76" y="121"/>
                    <a:pt x="76" y="120"/>
                  </a:cubicBezTo>
                  <a:cubicBezTo>
                    <a:pt x="78" y="115"/>
                    <a:pt x="78" y="115"/>
                    <a:pt x="78" y="115"/>
                  </a:cubicBezTo>
                  <a:cubicBezTo>
                    <a:pt x="79" y="115"/>
                    <a:pt x="79" y="114"/>
                    <a:pt x="78" y="114"/>
                  </a:cubicBezTo>
                  <a:cubicBezTo>
                    <a:pt x="78" y="114"/>
                    <a:pt x="78" y="114"/>
                    <a:pt x="78" y="114"/>
                  </a:cubicBezTo>
                  <a:cubicBezTo>
                    <a:pt x="78" y="113"/>
                    <a:pt x="78" y="113"/>
                    <a:pt x="78" y="113"/>
                  </a:cubicBezTo>
                  <a:cubicBezTo>
                    <a:pt x="81" y="114"/>
                    <a:pt x="81" y="114"/>
                    <a:pt x="81" y="114"/>
                  </a:cubicBezTo>
                  <a:cubicBezTo>
                    <a:pt x="78" y="121"/>
                    <a:pt x="78" y="121"/>
                    <a:pt x="78" y="121"/>
                  </a:cubicBezTo>
                  <a:cubicBezTo>
                    <a:pt x="77" y="122"/>
                    <a:pt x="78" y="123"/>
                    <a:pt x="78" y="123"/>
                  </a:cubicBezTo>
                  <a:cubicBezTo>
                    <a:pt x="78" y="123"/>
                    <a:pt x="78" y="123"/>
                    <a:pt x="78" y="123"/>
                  </a:cubicBezTo>
                  <a:close/>
                  <a:moveTo>
                    <a:pt x="89" y="124"/>
                  </a:moveTo>
                  <a:cubicBezTo>
                    <a:pt x="88" y="125"/>
                    <a:pt x="87" y="125"/>
                    <a:pt x="86" y="126"/>
                  </a:cubicBezTo>
                  <a:cubicBezTo>
                    <a:pt x="85" y="126"/>
                    <a:pt x="84" y="126"/>
                    <a:pt x="84" y="126"/>
                  </a:cubicBezTo>
                  <a:cubicBezTo>
                    <a:pt x="82" y="125"/>
                    <a:pt x="82" y="125"/>
                    <a:pt x="82" y="124"/>
                  </a:cubicBezTo>
                  <a:cubicBezTo>
                    <a:pt x="81" y="123"/>
                    <a:pt x="81" y="121"/>
                    <a:pt x="82" y="120"/>
                  </a:cubicBezTo>
                  <a:cubicBezTo>
                    <a:pt x="82" y="119"/>
                    <a:pt x="83" y="118"/>
                    <a:pt x="84" y="117"/>
                  </a:cubicBezTo>
                  <a:cubicBezTo>
                    <a:pt x="85" y="117"/>
                    <a:pt x="86" y="117"/>
                    <a:pt x="87" y="117"/>
                  </a:cubicBezTo>
                  <a:cubicBezTo>
                    <a:pt x="88" y="118"/>
                    <a:pt x="89" y="119"/>
                    <a:pt x="89" y="119"/>
                  </a:cubicBezTo>
                  <a:cubicBezTo>
                    <a:pt x="90" y="120"/>
                    <a:pt x="90" y="121"/>
                    <a:pt x="89" y="122"/>
                  </a:cubicBezTo>
                  <a:cubicBezTo>
                    <a:pt x="83" y="119"/>
                    <a:pt x="83" y="119"/>
                    <a:pt x="83" y="119"/>
                  </a:cubicBezTo>
                  <a:cubicBezTo>
                    <a:pt x="83" y="121"/>
                    <a:pt x="83" y="122"/>
                    <a:pt x="83" y="123"/>
                  </a:cubicBezTo>
                  <a:cubicBezTo>
                    <a:pt x="83" y="124"/>
                    <a:pt x="84" y="124"/>
                    <a:pt x="84" y="125"/>
                  </a:cubicBezTo>
                  <a:cubicBezTo>
                    <a:pt x="85" y="125"/>
                    <a:pt x="86" y="125"/>
                    <a:pt x="86" y="125"/>
                  </a:cubicBezTo>
                  <a:cubicBezTo>
                    <a:pt x="88" y="125"/>
                    <a:pt x="88" y="124"/>
                    <a:pt x="89" y="124"/>
                  </a:cubicBezTo>
                  <a:cubicBezTo>
                    <a:pt x="89" y="124"/>
                    <a:pt x="89" y="124"/>
                    <a:pt x="89" y="124"/>
                  </a:cubicBezTo>
                  <a:close/>
                  <a:moveTo>
                    <a:pt x="88" y="120"/>
                  </a:moveTo>
                  <a:cubicBezTo>
                    <a:pt x="88" y="119"/>
                    <a:pt x="88" y="118"/>
                    <a:pt x="87" y="117"/>
                  </a:cubicBezTo>
                  <a:cubicBezTo>
                    <a:pt x="86" y="117"/>
                    <a:pt x="84" y="117"/>
                    <a:pt x="84" y="119"/>
                  </a:cubicBezTo>
                  <a:cubicBezTo>
                    <a:pt x="88" y="120"/>
                    <a:pt x="88" y="120"/>
                    <a:pt x="88" y="120"/>
                  </a:cubicBezTo>
                  <a:close/>
                  <a:moveTo>
                    <a:pt x="98" y="131"/>
                  </a:moveTo>
                  <a:cubicBezTo>
                    <a:pt x="94" y="129"/>
                    <a:pt x="94" y="129"/>
                    <a:pt x="94" y="129"/>
                  </a:cubicBezTo>
                  <a:cubicBezTo>
                    <a:pt x="94" y="129"/>
                    <a:pt x="94" y="129"/>
                    <a:pt x="94" y="129"/>
                  </a:cubicBezTo>
                  <a:cubicBezTo>
                    <a:pt x="95" y="129"/>
                    <a:pt x="96" y="129"/>
                    <a:pt x="96" y="128"/>
                  </a:cubicBezTo>
                  <a:cubicBezTo>
                    <a:pt x="98" y="123"/>
                    <a:pt x="98" y="123"/>
                    <a:pt x="98" y="123"/>
                  </a:cubicBezTo>
                  <a:cubicBezTo>
                    <a:pt x="98" y="123"/>
                    <a:pt x="98" y="123"/>
                    <a:pt x="98" y="122"/>
                  </a:cubicBezTo>
                  <a:cubicBezTo>
                    <a:pt x="98" y="122"/>
                    <a:pt x="97" y="122"/>
                    <a:pt x="97" y="121"/>
                  </a:cubicBezTo>
                  <a:cubicBezTo>
                    <a:pt x="96" y="121"/>
                    <a:pt x="95" y="121"/>
                    <a:pt x="94" y="122"/>
                  </a:cubicBezTo>
                  <a:cubicBezTo>
                    <a:pt x="93" y="127"/>
                    <a:pt x="93" y="127"/>
                    <a:pt x="93" y="127"/>
                  </a:cubicBezTo>
                  <a:cubicBezTo>
                    <a:pt x="92" y="128"/>
                    <a:pt x="93" y="129"/>
                    <a:pt x="94" y="129"/>
                  </a:cubicBezTo>
                  <a:cubicBezTo>
                    <a:pt x="94" y="129"/>
                    <a:pt x="94" y="129"/>
                    <a:pt x="94" y="129"/>
                  </a:cubicBezTo>
                  <a:cubicBezTo>
                    <a:pt x="90" y="128"/>
                    <a:pt x="90" y="128"/>
                    <a:pt x="90" y="128"/>
                  </a:cubicBezTo>
                  <a:cubicBezTo>
                    <a:pt x="90" y="127"/>
                    <a:pt x="90" y="127"/>
                    <a:pt x="90" y="127"/>
                  </a:cubicBezTo>
                  <a:cubicBezTo>
                    <a:pt x="90" y="128"/>
                    <a:pt x="91" y="127"/>
                    <a:pt x="91" y="127"/>
                  </a:cubicBezTo>
                  <a:cubicBezTo>
                    <a:pt x="93" y="121"/>
                    <a:pt x="93" y="121"/>
                    <a:pt x="93" y="121"/>
                  </a:cubicBezTo>
                  <a:cubicBezTo>
                    <a:pt x="93" y="121"/>
                    <a:pt x="93" y="121"/>
                    <a:pt x="93" y="121"/>
                  </a:cubicBezTo>
                  <a:cubicBezTo>
                    <a:pt x="93" y="121"/>
                    <a:pt x="93" y="120"/>
                    <a:pt x="92" y="120"/>
                  </a:cubicBezTo>
                  <a:cubicBezTo>
                    <a:pt x="92" y="120"/>
                    <a:pt x="92" y="120"/>
                    <a:pt x="92" y="120"/>
                  </a:cubicBezTo>
                  <a:cubicBezTo>
                    <a:pt x="96" y="120"/>
                    <a:pt x="96" y="120"/>
                    <a:pt x="96" y="120"/>
                  </a:cubicBezTo>
                  <a:cubicBezTo>
                    <a:pt x="95" y="121"/>
                    <a:pt x="95" y="121"/>
                    <a:pt x="95" y="121"/>
                  </a:cubicBezTo>
                  <a:cubicBezTo>
                    <a:pt x="96" y="121"/>
                    <a:pt x="98" y="121"/>
                    <a:pt x="99" y="121"/>
                  </a:cubicBezTo>
                  <a:cubicBezTo>
                    <a:pt x="100" y="121"/>
                    <a:pt x="101" y="123"/>
                    <a:pt x="100" y="125"/>
                  </a:cubicBezTo>
                  <a:cubicBezTo>
                    <a:pt x="98" y="129"/>
                    <a:pt x="98" y="129"/>
                    <a:pt x="98" y="129"/>
                  </a:cubicBezTo>
                  <a:cubicBezTo>
                    <a:pt x="98" y="130"/>
                    <a:pt x="98" y="131"/>
                    <a:pt x="98" y="131"/>
                  </a:cubicBezTo>
                  <a:cubicBezTo>
                    <a:pt x="98" y="131"/>
                    <a:pt x="98" y="131"/>
                    <a:pt x="98" y="131"/>
                  </a:cubicBezTo>
                  <a:close/>
                  <a:moveTo>
                    <a:pt x="109" y="130"/>
                  </a:moveTo>
                  <a:cubicBezTo>
                    <a:pt x="108" y="131"/>
                    <a:pt x="107" y="132"/>
                    <a:pt x="107" y="132"/>
                  </a:cubicBezTo>
                  <a:cubicBezTo>
                    <a:pt x="106" y="133"/>
                    <a:pt x="105" y="133"/>
                    <a:pt x="104" y="133"/>
                  </a:cubicBezTo>
                  <a:cubicBezTo>
                    <a:pt x="103" y="132"/>
                    <a:pt x="102" y="132"/>
                    <a:pt x="102" y="131"/>
                  </a:cubicBezTo>
                  <a:cubicBezTo>
                    <a:pt x="101" y="129"/>
                    <a:pt x="101" y="128"/>
                    <a:pt x="101" y="127"/>
                  </a:cubicBezTo>
                  <a:cubicBezTo>
                    <a:pt x="102" y="126"/>
                    <a:pt x="102" y="125"/>
                    <a:pt x="103" y="124"/>
                  </a:cubicBezTo>
                  <a:cubicBezTo>
                    <a:pt x="104" y="123"/>
                    <a:pt x="106" y="123"/>
                    <a:pt x="107" y="123"/>
                  </a:cubicBezTo>
                  <a:cubicBezTo>
                    <a:pt x="108" y="123"/>
                    <a:pt x="108" y="123"/>
                    <a:pt x="109" y="124"/>
                  </a:cubicBezTo>
                  <a:cubicBezTo>
                    <a:pt x="109" y="125"/>
                    <a:pt x="110" y="125"/>
                    <a:pt x="109" y="126"/>
                  </a:cubicBezTo>
                  <a:cubicBezTo>
                    <a:pt x="109" y="126"/>
                    <a:pt x="109" y="126"/>
                    <a:pt x="109" y="126"/>
                  </a:cubicBezTo>
                  <a:cubicBezTo>
                    <a:pt x="108" y="126"/>
                    <a:pt x="108" y="126"/>
                    <a:pt x="108" y="126"/>
                  </a:cubicBezTo>
                  <a:cubicBezTo>
                    <a:pt x="108" y="126"/>
                    <a:pt x="108" y="126"/>
                    <a:pt x="108" y="126"/>
                  </a:cubicBezTo>
                  <a:cubicBezTo>
                    <a:pt x="108" y="125"/>
                    <a:pt x="108" y="125"/>
                    <a:pt x="108" y="125"/>
                  </a:cubicBezTo>
                  <a:cubicBezTo>
                    <a:pt x="108" y="125"/>
                    <a:pt x="108" y="124"/>
                    <a:pt x="108" y="124"/>
                  </a:cubicBezTo>
                  <a:cubicBezTo>
                    <a:pt x="107" y="123"/>
                    <a:pt x="107" y="123"/>
                    <a:pt x="107" y="123"/>
                  </a:cubicBezTo>
                  <a:cubicBezTo>
                    <a:pt x="106" y="123"/>
                    <a:pt x="105" y="123"/>
                    <a:pt x="104" y="124"/>
                  </a:cubicBezTo>
                  <a:cubicBezTo>
                    <a:pt x="104" y="124"/>
                    <a:pt x="104" y="125"/>
                    <a:pt x="103" y="126"/>
                  </a:cubicBezTo>
                  <a:cubicBezTo>
                    <a:pt x="103" y="127"/>
                    <a:pt x="103" y="128"/>
                    <a:pt x="104" y="129"/>
                  </a:cubicBezTo>
                  <a:cubicBezTo>
                    <a:pt x="104" y="129"/>
                    <a:pt x="105" y="130"/>
                    <a:pt x="106" y="130"/>
                  </a:cubicBezTo>
                  <a:cubicBezTo>
                    <a:pt x="106" y="131"/>
                    <a:pt x="107" y="131"/>
                    <a:pt x="109" y="130"/>
                  </a:cubicBezTo>
                  <a:cubicBezTo>
                    <a:pt x="109" y="130"/>
                    <a:pt x="109" y="130"/>
                    <a:pt x="109" y="130"/>
                  </a:cubicBezTo>
                  <a:close/>
                  <a:moveTo>
                    <a:pt x="119" y="132"/>
                  </a:moveTo>
                  <a:cubicBezTo>
                    <a:pt x="118" y="133"/>
                    <a:pt x="118" y="133"/>
                    <a:pt x="117" y="134"/>
                  </a:cubicBezTo>
                  <a:cubicBezTo>
                    <a:pt x="116" y="134"/>
                    <a:pt x="115" y="135"/>
                    <a:pt x="114" y="134"/>
                  </a:cubicBezTo>
                  <a:cubicBezTo>
                    <a:pt x="113" y="134"/>
                    <a:pt x="112" y="133"/>
                    <a:pt x="112" y="133"/>
                  </a:cubicBezTo>
                  <a:cubicBezTo>
                    <a:pt x="111" y="131"/>
                    <a:pt x="111" y="130"/>
                    <a:pt x="111" y="129"/>
                  </a:cubicBezTo>
                  <a:cubicBezTo>
                    <a:pt x="112" y="128"/>
                    <a:pt x="112" y="127"/>
                    <a:pt x="113" y="126"/>
                  </a:cubicBezTo>
                  <a:cubicBezTo>
                    <a:pt x="114" y="125"/>
                    <a:pt x="115" y="125"/>
                    <a:pt x="116" y="125"/>
                  </a:cubicBezTo>
                  <a:cubicBezTo>
                    <a:pt x="118" y="125"/>
                    <a:pt x="118" y="126"/>
                    <a:pt x="119" y="127"/>
                  </a:cubicBezTo>
                  <a:cubicBezTo>
                    <a:pt x="119" y="127"/>
                    <a:pt x="120" y="128"/>
                    <a:pt x="119" y="129"/>
                  </a:cubicBezTo>
                  <a:cubicBezTo>
                    <a:pt x="113" y="128"/>
                    <a:pt x="113" y="128"/>
                    <a:pt x="113" y="128"/>
                  </a:cubicBezTo>
                  <a:cubicBezTo>
                    <a:pt x="112" y="129"/>
                    <a:pt x="113" y="131"/>
                    <a:pt x="113" y="131"/>
                  </a:cubicBezTo>
                  <a:cubicBezTo>
                    <a:pt x="114" y="132"/>
                    <a:pt x="114" y="133"/>
                    <a:pt x="115" y="133"/>
                  </a:cubicBezTo>
                  <a:cubicBezTo>
                    <a:pt x="116" y="133"/>
                    <a:pt x="116" y="133"/>
                    <a:pt x="117" y="133"/>
                  </a:cubicBezTo>
                  <a:cubicBezTo>
                    <a:pt x="118" y="133"/>
                    <a:pt x="118" y="132"/>
                    <a:pt x="119" y="132"/>
                  </a:cubicBezTo>
                  <a:cubicBezTo>
                    <a:pt x="119" y="132"/>
                    <a:pt x="119" y="132"/>
                    <a:pt x="119" y="132"/>
                  </a:cubicBezTo>
                  <a:close/>
                  <a:moveTo>
                    <a:pt x="117" y="129"/>
                  </a:moveTo>
                  <a:cubicBezTo>
                    <a:pt x="117" y="127"/>
                    <a:pt x="116" y="126"/>
                    <a:pt x="115" y="126"/>
                  </a:cubicBezTo>
                  <a:cubicBezTo>
                    <a:pt x="114" y="125"/>
                    <a:pt x="113" y="126"/>
                    <a:pt x="112" y="128"/>
                  </a:cubicBezTo>
                  <a:cubicBezTo>
                    <a:pt x="117" y="129"/>
                    <a:pt x="117" y="129"/>
                    <a:pt x="117" y="129"/>
                  </a:cubicBezTo>
                  <a:close/>
                  <a:moveTo>
                    <a:pt x="133" y="135"/>
                  </a:moveTo>
                  <a:cubicBezTo>
                    <a:pt x="132" y="136"/>
                    <a:pt x="132" y="136"/>
                    <a:pt x="132" y="136"/>
                  </a:cubicBezTo>
                  <a:cubicBezTo>
                    <a:pt x="132" y="137"/>
                    <a:pt x="131" y="137"/>
                    <a:pt x="131" y="137"/>
                  </a:cubicBezTo>
                  <a:cubicBezTo>
                    <a:pt x="130" y="137"/>
                    <a:pt x="130" y="136"/>
                    <a:pt x="130" y="135"/>
                  </a:cubicBezTo>
                  <a:cubicBezTo>
                    <a:pt x="130" y="135"/>
                    <a:pt x="129" y="136"/>
                    <a:pt x="128" y="136"/>
                  </a:cubicBezTo>
                  <a:cubicBezTo>
                    <a:pt x="128" y="136"/>
                    <a:pt x="127" y="136"/>
                    <a:pt x="127" y="136"/>
                  </a:cubicBezTo>
                  <a:cubicBezTo>
                    <a:pt x="126" y="136"/>
                    <a:pt x="126" y="136"/>
                    <a:pt x="125" y="135"/>
                  </a:cubicBezTo>
                  <a:cubicBezTo>
                    <a:pt x="125" y="135"/>
                    <a:pt x="125" y="135"/>
                    <a:pt x="125" y="134"/>
                  </a:cubicBezTo>
                  <a:cubicBezTo>
                    <a:pt x="125" y="133"/>
                    <a:pt x="126" y="132"/>
                    <a:pt x="127" y="131"/>
                  </a:cubicBezTo>
                  <a:cubicBezTo>
                    <a:pt x="128" y="131"/>
                    <a:pt x="129" y="130"/>
                    <a:pt x="130" y="130"/>
                  </a:cubicBezTo>
                  <a:cubicBezTo>
                    <a:pt x="130" y="129"/>
                    <a:pt x="130" y="129"/>
                    <a:pt x="130" y="129"/>
                  </a:cubicBezTo>
                  <a:cubicBezTo>
                    <a:pt x="130" y="128"/>
                    <a:pt x="130" y="127"/>
                    <a:pt x="129" y="127"/>
                  </a:cubicBezTo>
                  <a:cubicBezTo>
                    <a:pt x="128" y="127"/>
                    <a:pt x="128" y="127"/>
                    <a:pt x="128" y="128"/>
                  </a:cubicBezTo>
                  <a:cubicBezTo>
                    <a:pt x="128" y="128"/>
                    <a:pt x="128" y="128"/>
                    <a:pt x="128" y="128"/>
                  </a:cubicBezTo>
                  <a:cubicBezTo>
                    <a:pt x="128" y="129"/>
                    <a:pt x="128" y="129"/>
                    <a:pt x="128" y="129"/>
                  </a:cubicBezTo>
                  <a:cubicBezTo>
                    <a:pt x="128" y="129"/>
                    <a:pt x="128" y="129"/>
                    <a:pt x="127" y="129"/>
                  </a:cubicBezTo>
                  <a:cubicBezTo>
                    <a:pt x="127" y="130"/>
                    <a:pt x="127" y="130"/>
                    <a:pt x="126" y="130"/>
                  </a:cubicBezTo>
                  <a:cubicBezTo>
                    <a:pt x="126" y="130"/>
                    <a:pt x="126" y="130"/>
                    <a:pt x="126" y="129"/>
                  </a:cubicBezTo>
                  <a:cubicBezTo>
                    <a:pt x="125" y="129"/>
                    <a:pt x="125" y="129"/>
                    <a:pt x="126" y="129"/>
                  </a:cubicBezTo>
                  <a:cubicBezTo>
                    <a:pt x="126" y="128"/>
                    <a:pt x="126" y="128"/>
                    <a:pt x="127" y="127"/>
                  </a:cubicBezTo>
                  <a:cubicBezTo>
                    <a:pt x="128" y="127"/>
                    <a:pt x="128" y="127"/>
                    <a:pt x="129" y="127"/>
                  </a:cubicBezTo>
                  <a:cubicBezTo>
                    <a:pt x="130" y="127"/>
                    <a:pt x="131" y="127"/>
                    <a:pt x="132" y="128"/>
                  </a:cubicBezTo>
                  <a:cubicBezTo>
                    <a:pt x="132" y="128"/>
                    <a:pt x="132" y="129"/>
                    <a:pt x="132" y="130"/>
                  </a:cubicBezTo>
                  <a:cubicBezTo>
                    <a:pt x="132" y="135"/>
                    <a:pt x="132" y="135"/>
                    <a:pt x="132" y="135"/>
                  </a:cubicBezTo>
                  <a:cubicBezTo>
                    <a:pt x="132" y="135"/>
                    <a:pt x="132" y="135"/>
                    <a:pt x="132" y="135"/>
                  </a:cubicBezTo>
                  <a:cubicBezTo>
                    <a:pt x="132" y="135"/>
                    <a:pt x="132" y="135"/>
                    <a:pt x="133" y="135"/>
                  </a:cubicBezTo>
                  <a:cubicBezTo>
                    <a:pt x="133" y="135"/>
                    <a:pt x="133" y="135"/>
                    <a:pt x="133" y="135"/>
                  </a:cubicBezTo>
                  <a:close/>
                  <a:moveTo>
                    <a:pt x="130" y="134"/>
                  </a:moveTo>
                  <a:cubicBezTo>
                    <a:pt x="130" y="131"/>
                    <a:pt x="130" y="131"/>
                    <a:pt x="130" y="131"/>
                  </a:cubicBezTo>
                  <a:cubicBezTo>
                    <a:pt x="129" y="131"/>
                    <a:pt x="128" y="131"/>
                    <a:pt x="128" y="131"/>
                  </a:cubicBezTo>
                  <a:cubicBezTo>
                    <a:pt x="127" y="132"/>
                    <a:pt x="126" y="132"/>
                    <a:pt x="126" y="133"/>
                  </a:cubicBezTo>
                  <a:cubicBezTo>
                    <a:pt x="126" y="134"/>
                    <a:pt x="127" y="135"/>
                    <a:pt x="128" y="135"/>
                  </a:cubicBezTo>
                  <a:cubicBezTo>
                    <a:pt x="128" y="135"/>
                    <a:pt x="129" y="135"/>
                    <a:pt x="130" y="134"/>
                  </a:cubicBezTo>
                  <a:close/>
                  <a:moveTo>
                    <a:pt x="144" y="136"/>
                  </a:moveTo>
                  <a:cubicBezTo>
                    <a:pt x="140" y="136"/>
                    <a:pt x="140" y="136"/>
                    <a:pt x="140" y="136"/>
                  </a:cubicBezTo>
                  <a:cubicBezTo>
                    <a:pt x="140" y="136"/>
                    <a:pt x="140" y="136"/>
                    <a:pt x="140" y="136"/>
                  </a:cubicBezTo>
                  <a:cubicBezTo>
                    <a:pt x="140" y="136"/>
                    <a:pt x="141" y="135"/>
                    <a:pt x="141" y="135"/>
                  </a:cubicBezTo>
                  <a:cubicBezTo>
                    <a:pt x="141" y="129"/>
                    <a:pt x="141" y="129"/>
                    <a:pt x="141" y="129"/>
                  </a:cubicBezTo>
                  <a:cubicBezTo>
                    <a:pt x="141" y="129"/>
                    <a:pt x="141" y="129"/>
                    <a:pt x="140" y="128"/>
                  </a:cubicBezTo>
                  <a:cubicBezTo>
                    <a:pt x="140" y="128"/>
                    <a:pt x="140" y="128"/>
                    <a:pt x="139" y="128"/>
                  </a:cubicBezTo>
                  <a:cubicBezTo>
                    <a:pt x="138" y="128"/>
                    <a:pt x="138" y="128"/>
                    <a:pt x="137" y="129"/>
                  </a:cubicBezTo>
                  <a:cubicBezTo>
                    <a:pt x="137" y="135"/>
                    <a:pt x="137" y="135"/>
                    <a:pt x="137" y="135"/>
                  </a:cubicBezTo>
                  <a:cubicBezTo>
                    <a:pt x="137" y="135"/>
                    <a:pt x="137" y="136"/>
                    <a:pt x="138" y="136"/>
                  </a:cubicBezTo>
                  <a:cubicBezTo>
                    <a:pt x="138" y="136"/>
                    <a:pt x="138" y="136"/>
                    <a:pt x="138" y="136"/>
                  </a:cubicBezTo>
                  <a:cubicBezTo>
                    <a:pt x="134" y="136"/>
                    <a:pt x="134" y="136"/>
                    <a:pt x="134" y="136"/>
                  </a:cubicBezTo>
                  <a:cubicBezTo>
                    <a:pt x="134" y="136"/>
                    <a:pt x="134" y="136"/>
                    <a:pt x="134" y="136"/>
                  </a:cubicBezTo>
                  <a:cubicBezTo>
                    <a:pt x="134" y="136"/>
                    <a:pt x="135" y="135"/>
                    <a:pt x="135" y="135"/>
                  </a:cubicBezTo>
                  <a:cubicBezTo>
                    <a:pt x="135" y="129"/>
                    <a:pt x="135" y="129"/>
                    <a:pt x="135" y="129"/>
                  </a:cubicBezTo>
                  <a:cubicBezTo>
                    <a:pt x="135" y="129"/>
                    <a:pt x="135" y="128"/>
                    <a:pt x="134" y="128"/>
                  </a:cubicBezTo>
                  <a:cubicBezTo>
                    <a:pt x="134" y="128"/>
                    <a:pt x="134" y="128"/>
                    <a:pt x="133" y="128"/>
                  </a:cubicBezTo>
                  <a:cubicBezTo>
                    <a:pt x="133" y="128"/>
                    <a:pt x="133" y="128"/>
                    <a:pt x="133" y="128"/>
                  </a:cubicBezTo>
                  <a:cubicBezTo>
                    <a:pt x="136" y="127"/>
                    <a:pt x="136" y="127"/>
                    <a:pt x="136" y="127"/>
                  </a:cubicBezTo>
                  <a:cubicBezTo>
                    <a:pt x="136" y="128"/>
                    <a:pt x="136" y="128"/>
                    <a:pt x="136" y="128"/>
                  </a:cubicBezTo>
                  <a:cubicBezTo>
                    <a:pt x="137" y="127"/>
                    <a:pt x="138" y="127"/>
                    <a:pt x="140" y="127"/>
                  </a:cubicBezTo>
                  <a:cubicBezTo>
                    <a:pt x="141" y="127"/>
                    <a:pt x="142" y="127"/>
                    <a:pt x="142" y="130"/>
                  </a:cubicBezTo>
                  <a:cubicBezTo>
                    <a:pt x="142" y="135"/>
                    <a:pt x="142" y="135"/>
                    <a:pt x="142" y="135"/>
                  </a:cubicBezTo>
                  <a:cubicBezTo>
                    <a:pt x="143" y="135"/>
                    <a:pt x="143" y="136"/>
                    <a:pt x="144" y="136"/>
                  </a:cubicBezTo>
                  <a:cubicBezTo>
                    <a:pt x="144" y="136"/>
                    <a:pt x="144" y="136"/>
                    <a:pt x="144" y="136"/>
                  </a:cubicBezTo>
                  <a:close/>
                  <a:moveTo>
                    <a:pt x="155" y="134"/>
                  </a:moveTo>
                  <a:cubicBezTo>
                    <a:pt x="154" y="135"/>
                    <a:pt x="153" y="135"/>
                    <a:pt x="152" y="136"/>
                  </a:cubicBezTo>
                  <a:cubicBezTo>
                    <a:pt x="152" y="134"/>
                    <a:pt x="152" y="134"/>
                    <a:pt x="152" y="134"/>
                  </a:cubicBezTo>
                  <a:cubicBezTo>
                    <a:pt x="151" y="135"/>
                    <a:pt x="150" y="136"/>
                    <a:pt x="149" y="136"/>
                  </a:cubicBezTo>
                  <a:cubicBezTo>
                    <a:pt x="148" y="136"/>
                    <a:pt x="148" y="136"/>
                    <a:pt x="147" y="135"/>
                  </a:cubicBezTo>
                  <a:cubicBezTo>
                    <a:pt x="146" y="134"/>
                    <a:pt x="145" y="133"/>
                    <a:pt x="145" y="131"/>
                  </a:cubicBezTo>
                  <a:cubicBezTo>
                    <a:pt x="145" y="130"/>
                    <a:pt x="146" y="129"/>
                    <a:pt x="146" y="128"/>
                  </a:cubicBezTo>
                  <a:cubicBezTo>
                    <a:pt x="146" y="127"/>
                    <a:pt x="148" y="126"/>
                    <a:pt x="149" y="126"/>
                  </a:cubicBezTo>
                  <a:cubicBezTo>
                    <a:pt x="150" y="126"/>
                    <a:pt x="150" y="126"/>
                    <a:pt x="151" y="127"/>
                  </a:cubicBezTo>
                  <a:cubicBezTo>
                    <a:pt x="150" y="124"/>
                    <a:pt x="150" y="124"/>
                    <a:pt x="150" y="124"/>
                  </a:cubicBezTo>
                  <a:cubicBezTo>
                    <a:pt x="150" y="123"/>
                    <a:pt x="150" y="123"/>
                    <a:pt x="150" y="123"/>
                  </a:cubicBezTo>
                  <a:cubicBezTo>
                    <a:pt x="150" y="123"/>
                    <a:pt x="150" y="123"/>
                    <a:pt x="149" y="123"/>
                  </a:cubicBezTo>
                  <a:cubicBezTo>
                    <a:pt x="149" y="123"/>
                    <a:pt x="149" y="123"/>
                    <a:pt x="149" y="123"/>
                  </a:cubicBezTo>
                  <a:cubicBezTo>
                    <a:pt x="150" y="123"/>
                    <a:pt x="150" y="122"/>
                    <a:pt x="152" y="121"/>
                  </a:cubicBezTo>
                  <a:cubicBezTo>
                    <a:pt x="153" y="133"/>
                    <a:pt x="153" y="133"/>
                    <a:pt x="153" y="133"/>
                  </a:cubicBezTo>
                  <a:cubicBezTo>
                    <a:pt x="153" y="134"/>
                    <a:pt x="153" y="134"/>
                    <a:pt x="153" y="134"/>
                  </a:cubicBezTo>
                  <a:cubicBezTo>
                    <a:pt x="154" y="134"/>
                    <a:pt x="155" y="134"/>
                    <a:pt x="155" y="134"/>
                  </a:cubicBezTo>
                  <a:cubicBezTo>
                    <a:pt x="155" y="134"/>
                    <a:pt x="155" y="134"/>
                    <a:pt x="155" y="134"/>
                  </a:cubicBezTo>
                  <a:close/>
                  <a:moveTo>
                    <a:pt x="152" y="133"/>
                  </a:moveTo>
                  <a:cubicBezTo>
                    <a:pt x="152" y="129"/>
                    <a:pt x="152" y="129"/>
                    <a:pt x="152" y="129"/>
                  </a:cubicBezTo>
                  <a:cubicBezTo>
                    <a:pt x="152" y="128"/>
                    <a:pt x="151" y="128"/>
                    <a:pt x="151" y="127"/>
                  </a:cubicBezTo>
                  <a:cubicBezTo>
                    <a:pt x="150" y="127"/>
                    <a:pt x="150" y="127"/>
                    <a:pt x="149" y="127"/>
                  </a:cubicBezTo>
                  <a:cubicBezTo>
                    <a:pt x="148" y="127"/>
                    <a:pt x="148" y="127"/>
                    <a:pt x="147" y="128"/>
                  </a:cubicBezTo>
                  <a:cubicBezTo>
                    <a:pt x="147" y="129"/>
                    <a:pt x="147" y="130"/>
                    <a:pt x="147" y="131"/>
                  </a:cubicBezTo>
                  <a:cubicBezTo>
                    <a:pt x="147" y="132"/>
                    <a:pt x="147" y="133"/>
                    <a:pt x="148" y="134"/>
                  </a:cubicBezTo>
                  <a:cubicBezTo>
                    <a:pt x="148" y="135"/>
                    <a:pt x="149" y="135"/>
                    <a:pt x="150" y="135"/>
                  </a:cubicBezTo>
                  <a:cubicBezTo>
                    <a:pt x="150" y="135"/>
                    <a:pt x="150" y="135"/>
                    <a:pt x="151" y="135"/>
                  </a:cubicBezTo>
                  <a:cubicBezTo>
                    <a:pt x="152" y="134"/>
                    <a:pt x="152" y="134"/>
                    <a:pt x="152" y="133"/>
                  </a:cubicBezTo>
                  <a:close/>
                  <a:moveTo>
                    <a:pt x="170" y="122"/>
                  </a:moveTo>
                  <a:cubicBezTo>
                    <a:pt x="170" y="122"/>
                    <a:pt x="170" y="122"/>
                    <a:pt x="170" y="122"/>
                  </a:cubicBezTo>
                  <a:cubicBezTo>
                    <a:pt x="169" y="121"/>
                    <a:pt x="169" y="120"/>
                    <a:pt x="169" y="120"/>
                  </a:cubicBezTo>
                  <a:cubicBezTo>
                    <a:pt x="168" y="120"/>
                    <a:pt x="168" y="120"/>
                    <a:pt x="167" y="120"/>
                  </a:cubicBezTo>
                  <a:cubicBezTo>
                    <a:pt x="165" y="120"/>
                    <a:pt x="165" y="120"/>
                    <a:pt x="165" y="120"/>
                  </a:cubicBezTo>
                  <a:cubicBezTo>
                    <a:pt x="167" y="131"/>
                    <a:pt x="167" y="131"/>
                    <a:pt x="167" y="131"/>
                  </a:cubicBezTo>
                  <a:cubicBezTo>
                    <a:pt x="168" y="132"/>
                    <a:pt x="168" y="132"/>
                    <a:pt x="170" y="132"/>
                  </a:cubicBezTo>
                  <a:cubicBezTo>
                    <a:pt x="170" y="132"/>
                    <a:pt x="170" y="132"/>
                    <a:pt x="170" y="132"/>
                  </a:cubicBezTo>
                  <a:cubicBezTo>
                    <a:pt x="164" y="133"/>
                    <a:pt x="164" y="133"/>
                    <a:pt x="164" y="133"/>
                  </a:cubicBezTo>
                  <a:cubicBezTo>
                    <a:pt x="164" y="133"/>
                    <a:pt x="164" y="133"/>
                    <a:pt x="164" y="133"/>
                  </a:cubicBezTo>
                  <a:cubicBezTo>
                    <a:pt x="165" y="133"/>
                    <a:pt x="166" y="132"/>
                    <a:pt x="165" y="131"/>
                  </a:cubicBezTo>
                  <a:cubicBezTo>
                    <a:pt x="163" y="121"/>
                    <a:pt x="163" y="121"/>
                    <a:pt x="163" y="121"/>
                  </a:cubicBezTo>
                  <a:cubicBezTo>
                    <a:pt x="161" y="121"/>
                    <a:pt x="161" y="121"/>
                    <a:pt x="161" y="121"/>
                  </a:cubicBezTo>
                  <a:cubicBezTo>
                    <a:pt x="160" y="121"/>
                    <a:pt x="160" y="122"/>
                    <a:pt x="159" y="122"/>
                  </a:cubicBezTo>
                  <a:cubicBezTo>
                    <a:pt x="159" y="123"/>
                    <a:pt x="159" y="123"/>
                    <a:pt x="159" y="124"/>
                  </a:cubicBezTo>
                  <a:cubicBezTo>
                    <a:pt x="159" y="124"/>
                    <a:pt x="159" y="124"/>
                    <a:pt x="159" y="124"/>
                  </a:cubicBezTo>
                  <a:cubicBezTo>
                    <a:pt x="158" y="121"/>
                    <a:pt x="158" y="121"/>
                    <a:pt x="158" y="121"/>
                  </a:cubicBezTo>
                  <a:cubicBezTo>
                    <a:pt x="169" y="118"/>
                    <a:pt x="169" y="118"/>
                    <a:pt x="169" y="118"/>
                  </a:cubicBezTo>
                  <a:cubicBezTo>
                    <a:pt x="170" y="122"/>
                    <a:pt x="170" y="122"/>
                    <a:pt x="170" y="122"/>
                  </a:cubicBezTo>
                  <a:close/>
                  <a:moveTo>
                    <a:pt x="181" y="125"/>
                  </a:moveTo>
                  <a:cubicBezTo>
                    <a:pt x="181" y="126"/>
                    <a:pt x="181" y="127"/>
                    <a:pt x="180" y="128"/>
                  </a:cubicBezTo>
                  <a:cubicBezTo>
                    <a:pt x="180" y="129"/>
                    <a:pt x="179" y="130"/>
                    <a:pt x="178" y="130"/>
                  </a:cubicBezTo>
                  <a:cubicBezTo>
                    <a:pt x="177" y="131"/>
                    <a:pt x="176" y="131"/>
                    <a:pt x="176" y="130"/>
                  </a:cubicBezTo>
                  <a:cubicBezTo>
                    <a:pt x="174" y="129"/>
                    <a:pt x="174" y="128"/>
                    <a:pt x="173" y="127"/>
                  </a:cubicBezTo>
                  <a:cubicBezTo>
                    <a:pt x="173" y="126"/>
                    <a:pt x="173" y="125"/>
                    <a:pt x="173" y="123"/>
                  </a:cubicBezTo>
                  <a:cubicBezTo>
                    <a:pt x="174" y="122"/>
                    <a:pt x="174" y="121"/>
                    <a:pt x="176" y="121"/>
                  </a:cubicBezTo>
                  <a:cubicBezTo>
                    <a:pt x="177" y="121"/>
                    <a:pt x="178" y="121"/>
                    <a:pt x="178" y="121"/>
                  </a:cubicBezTo>
                  <a:cubicBezTo>
                    <a:pt x="179" y="121"/>
                    <a:pt x="180" y="122"/>
                    <a:pt x="180" y="123"/>
                  </a:cubicBezTo>
                  <a:cubicBezTo>
                    <a:pt x="174" y="125"/>
                    <a:pt x="174" y="125"/>
                    <a:pt x="174" y="125"/>
                  </a:cubicBezTo>
                  <a:cubicBezTo>
                    <a:pt x="175" y="126"/>
                    <a:pt x="176" y="127"/>
                    <a:pt x="176" y="128"/>
                  </a:cubicBezTo>
                  <a:cubicBezTo>
                    <a:pt x="177" y="129"/>
                    <a:pt x="178" y="129"/>
                    <a:pt x="179" y="128"/>
                  </a:cubicBezTo>
                  <a:cubicBezTo>
                    <a:pt x="180" y="128"/>
                    <a:pt x="180" y="127"/>
                    <a:pt x="181" y="127"/>
                  </a:cubicBezTo>
                  <a:cubicBezTo>
                    <a:pt x="180" y="127"/>
                    <a:pt x="181" y="126"/>
                    <a:pt x="181" y="125"/>
                  </a:cubicBezTo>
                  <a:cubicBezTo>
                    <a:pt x="181" y="125"/>
                    <a:pt x="181" y="125"/>
                    <a:pt x="181" y="125"/>
                  </a:cubicBezTo>
                  <a:close/>
                  <a:moveTo>
                    <a:pt x="178" y="123"/>
                  </a:moveTo>
                  <a:cubicBezTo>
                    <a:pt x="177" y="122"/>
                    <a:pt x="176" y="121"/>
                    <a:pt x="175" y="122"/>
                  </a:cubicBezTo>
                  <a:cubicBezTo>
                    <a:pt x="174" y="122"/>
                    <a:pt x="173" y="123"/>
                    <a:pt x="173" y="125"/>
                  </a:cubicBezTo>
                  <a:cubicBezTo>
                    <a:pt x="178" y="123"/>
                    <a:pt x="178" y="123"/>
                    <a:pt x="178" y="123"/>
                  </a:cubicBezTo>
                  <a:close/>
                  <a:moveTo>
                    <a:pt x="190" y="122"/>
                  </a:moveTo>
                  <a:cubicBezTo>
                    <a:pt x="190" y="123"/>
                    <a:pt x="190" y="124"/>
                    <a:pt x="190" y="125"/>
                  </a:cubicBezTo>
                  <a:cubicBezTo>
                    <a:pt x="189" y="126"/>
                    <a:pt x="188" y="127"/>
                    <a:pt x="188" y="127"/>
                  </a:cubicBezTo>
                  <a:cubicBezTo>
                    <a:pt x="186" y="127"/>
                    <a:pt x="186" y="127"/>
                    <a:pt x="184" y="127"/>
                  </a:cubicBezTo>
                  <a:cubicBezTo>
                    <a:pt x="183" y="127"/>
                    <a:pt x="182" y="125"/>
                    <a:pt x="182" y="124"/>
                  </a:cubicBezTo>
                  <a:cubicBezTo>
                    <a:pt x="182" y="123"/>
                    <a:pt x="182" y="122"/>
                    <a:pt x="182" y="121"/>
                  </a:cubicBezTo>
                  <a:cubicBezTo>
                    <a:pt x="182" y="119"/>
                    <a:pt x="183" y="119"/>
                    <a:pt x="185" y="118"/>
                  </a:cubicBezTo>
                  <a:cubicBezTo>
                    <a:pt x="186" y="118"/>
                    <a:pt x="186" y="118"/>
                    <a:pt x="187" y="118"/>
                  </a:cubicBezTo>
                  <a:cubicBezTo>
                    <a:pt x="188" y="118"/>
                    <a:pt x="188" y="118"/>
                    <a:pt x="188" y="119"/>
                  </a:cubicBezTo>
                  <a:cubicBezTo>
                    <a:pt x="188" y="119"/>
                    <a:pt x="188" y="119"/>
                    <a:pt x="188" y="119"/>
                  </a:cubicBezTo>
                  <a:cubicBezTo>
                    <a:pt x="188" y="120"/>
                    <a:pt x="188" y="120"/>
                    <a:pt x="188" y="120"/>
                  </a:cubicBezTo>
                  <a:cubicBezTo>
                    <a:pt x="188" y="120"/>
                    <a:pt x="188" y="120"/>
                    <a:pt x="187" y="120"/>
                  </a:cubicBezTo>
                  <a:cubicBezTo>
                    <a:pt x="187" y="120"/>
                    <a:pt x="187" y="119"/>
                    <a:pt x="187" y="119"/>
                  </a:cubicBezTo>
                  <a:cubicBezTo>
                    <a:pt x="187" y="119"/>
                    <a:pt x="186" y="119"/>
                    <a:pt x="186" y="119"/>
                  </a:cubicBezTo>
                  <a:cubicBezTo>
                    <a:pt x="186" y="119"/>
                    <a:pt x="185" y="119"/>
                    <a:pt x="185" y="119"/>
                  </a:cubicBezTo>
                  <a:cubicBezTo>
                    <a:pt x="184" y="119"/>
                    <a:pt x="183" y="120"/>
                    <a:pt x="183" y="121"/>
                  </a:cubicBezTo>
                  <a:cubicBezTo>
                    <a:pt x="183" y="121"/>
                    <a:pt x="183" y="122"/>
                    <a:pt x="184" y="123"/>
                  </a:cubicBezTo>
                  <a:cubicBezTo>
                    <a:pt x="184" y="124"/>
                    <a:pt x="185" y="125"/>
                    <a:pt x="186" y="125"/>
                  </a:cubicBezTo>
                  <a:cubicBezTo>
                    <a:pt x="186" y="126"/>
                    <a:pt x="187" y="126"/>
                    <a:pt x="188" y="126"/>
                  </a:cubicBezTo>
                  <a:cubicBezTo>
                    <a:pt x="189" y="125"/>
                    <a:pt x="190" y="124"/>
                    <a:pt x="190" y="122"/>
                  </a:cubicBezTo>
                  <a:cubicBezTo>
                    <a:pt x="190" y="122"/>
                    <a:pt x="190" y="122"/>
                    <a:pt x="190" y="122"/>
                  </a:cubicBezTo>
                  <a:close/>
                  <a:moveTo>
                    <a:pt x="202" y="120"/>
                  </a:moveTo>
                  <a:cubicBezTo>
                    <a:pt x="198" y="122"/>
                    <a:pt x="198" y="122"/>
                    <a:pt x="198" y="122"/>
                  </a:cubicBezTo>
                  <a:cubicBezTo>
                    <a:pt x="198" y="121"/>
                    <a:pt x="198" y="121"/>
                    <a:pt x="198" y="121"/>
                  </a:cubicBezTo>
                  <a:cubicBezTo>
                    <a:pt x="199" y="121"/>
                    <a:pt x="199" y="121"/>
                    <a:pt x="198" y="120"/>
                  </a:cubicBezTo>
                  <a:cubicBezTo>
                    <a:pt x="196" y="115"/>
                    <a:pt x="196" y="115"/>
                    <a:pt x="196" y="115"/>
                  </a:cubicBezTo>
                  <a:cubicBezTo>
                    <a:pt x="195" y="114"/>
                    <a:pt x="195" y="114"/>
                    <a:pt x="194" y="115"/>
                  </a:cubicBezTo>
                  <a:cubicBezTo>
                    <a:pt x="193" y="115"/>
                    <a:pt x="192" y="116"/>
                    <a:pt x="192" y="117"/>
                  </a:cubicBezTo>
                  <a:cubicBezTo>
                    <a:pt x="194" y="121"/>
                    <a:pt x="194" y="121"/>
                    <a:pt x="194" y="121"/>
                  </a:cubicBezTo>
                  <a:cubicBezTo>
                    <a:pt x="195" y="122"/>
                    <a:pt x="196" y="122"/>
                    <a:pt x="196" y="122"/>
                  </a:cubicBezTo>
                  <a:cubicBezTo>
                    <a:pt x="196" y="122"/>
                    <a:pt x="196" y="122"/>
                    <a:pt x="196" y="122"/>
                  </a:cubicBezTo>
                  <a:cubicBezTo>
                    <a:pt x="192" y="124"/>
                    <a:pt x="192" y="124"/>
                    <a:pt x="192" y="124"/>
                  </a:cubicBezTo>
                  <a:cubicBezTo>
                    <a:pt x="192" y="124"/>
                    <a:pt x="192" y="124"/>
                    <a:pt x="192" y="124"/>
                  </a:cubicBezTo>
                  <a:cubicBezTo>
                    <a:pt x="193" y="123"/>
                    <a:pt x="193" y="123"/>
                    <a:pt x="192" y="122"/>
                  </a:cubicBezTo>
                  <a:cubicBezTo>
                    <a:pt x="188" y="113"/>
                    <a:pt x="188" y="113"/>
                    <a:pt x="188" y="113"/>
                  </a:cubicBezTo>
                  <a:cubicBezTo>
                    <a:pt x="187" y="113"/>
                    <a:pt x="187" y="113"/>
                    <a:pt x="187" y="113"/>
                  </a:cubicBezTo>
                  <a:cubicBezTo>
                    <a:pt x="187" y="113"/>
                    <a:pt x="186" y="113"/>
                    <a:pt x="186" y="113"/>
                  </a:cubicBezTo>
                  <a:cubicBezTo>
                    <a:pt x="186" y="113"/>
                    <a:pt x="186" y="113"/>
                    <a:pt x="186" y="113"/>
                  </a:cubicBezTo>
                  <a:cubicBezTo>
                    <a:pt x="186" y="112"/>
                    <a:pt x="187" y="111"/>
                    <a:pt x="188" y="110"/>
                  </a:cubicBezTo>
                  <a:cubicBezTo>
                    <a:pt x="191" y="116"/>
                    <a:pt x="191" y="116"/>
                    <a:pt x="191" y="116"/>
                  </a:cubicBezTo>
                  <a:cubicBezTo>
                    <a:pt x="192" y="114"/>
                    <a:pt x="192" y="113"/>
                    <a:pt x="193" y="113"/>
                  </a:cubicBezTo>
                  <a:cubicBezTo>
                    <a:pt x="195" y="112"/>
                    <a:pt x="196" y="113"/>
                    <a:pt x="197" y="115"/>
                  </a:cubicBezTo>
                  <a:cubicBezTo>
                    <a:pt x="199" y="119"/>
                    <a:pt x="199" y="119"/>
                    <a:pt x="199" y="119"/>
                  </a:cubicBezTo>
                  <a:cubicBezTo>
                    <a:pt x="200" y="120"/>
                    <a:pt x="201" y="120"/>
                    <a:pt x="202" y="120"/>
                  </a:cubicBezTo>
                  <a:cubicBezTo>
                    <a:pt x="202" y="120"/>
                    <a:pt x="202" y="120"/>
                    <a:pt x="202" y="120"/>
                  </a:cubicBezTo>
                  <a:close/>
                  <a:moveTo>
                    <a:pt x="212" y="114"/>
                  </a:moveTo>
                  <a:cubicBezTo>
                    <a:pt x="208" y="116"/>
                    <a:pt x="208" y="116"/>
                    <a:pt x="208" y="116"/>
                  </a:cubicBezTo>
                  <a:cubicBezTo>
                    <a:pt x="208" y="116"/>
                    <a:pt x="208" y="116"/>
                    <a:pt x="208" y="116"/>
                  </a:cubicBezTo>
                  <a:cubicBezTo>
                    <a:pt x="209" y="115"/>
                    <a:pt x="209" y="115"/>
                    <a:pt x="209" y="114"/>
                  </a:cubicBezTo>
                  <a:cubicBezTo>
                    <a:pt x="206" y="110"/>
                    <a:pt x="206" y="110"/>
                    <a:pt x="206" y="110"/>
                  </a:cubicBezTo>
                  <a:cubicBezTo>
                    <a:pt x="206" y="109"/>
                    <a:pt x="206" y="109"/>
                    <a:pt x="206" y="109"/>
                  </a:cubicBezTo>
                  <a:cubicBezTo>
                    <a:pt x="205" y="109"/>
                    <a:pt x="205" y="109"/>
                    <a:pt x="204" y="109"/>
                  </a:cubicBezTo>
                  <a:cubicBezTo>
                    <a:pt x="203" y="110"/>
                    <a:pt x="202" y="111"/>
                    <a:pt x="202" y="111"/>
                  </a:cubicBezTo>
                  <a:cubicBezTo>
                    <a:pt x="205" y="116"/>
                    <a:pt x="205" y="116"/>
                    <a:pt x="205" y="116"/>
                  </a:cubicBezTo>
                  <a:cubicBezTo>
                    <a:pt x="206" y="117"/>
                    <a:pt x="206" y="117"/>
                    <a:pt x="207" y="117"/>
                  </a:cubicBezTo>
                  <a:cubicBezTo>
                    <a:pt x="207" y="117"/>
                    <a:pt x="207" y="117"/>
                    <a:pt x="207" y="117"/>
                  </a:cubicBezTo>
                  <a:cubicBezTo>
                    <a:pt x="203" y="119"/>
                    <a:pt x="203" y="119"/>
                    <a:pt x="203" y="119"/>
                  </a:cubicBezTo>
                  <a:cubicBezTo>
                    <a:pt x="203" y="119"/>
                    <a:pt x="203" y="119"/>
                    <a:pt x="203" y="119"/>
                  </a:cubicBezTo>
                  <a:cubicBezTo>
                    <a:pt x="204" y="119"/>
                    <a:pt x="204" y="118"/>
                    <a:pt x="204" y="117"/>
                  </a:cubicBezTo>
                  <a:cubicBezTo>
                    <a:pt x="201" y="113"/>
                    <a:pt x="201" y="113"/>
                    <a:pt x="201" y="113"/>
                  </a:cubicBezTo>
                  <a:cubicBezTo>
                    <a:pt x="200" y="112"/>
                    <a:pt x="200" y="112"/>
                    <a:pt x="200" y="112"/>
                  </a:cubicBezTo>
                  <a:cubicBezTo>
                    <a:pt x="200" y="112"/>
                    <a:pt x="200" y="112"/>
                    <a:pt x="199" y="113"/>
                  </a:cubicBezTo>
                  <a:cubicBezTo>
                    <a:pt x="199" y="112"/>
                    <a:pt x="199" y="112"/>
                    <a:pt x="199" y="112"/>
                  </a:cubicBezTo>
                  <a:cubicBezTo>
                    <a:pt x="201" y="110"/>
                    <a:pt x="201" y="110"/>
                    <a:pt x="201" y="110"/>
                  </a:cubicBezTo>
                  <a:cubicBezTo>
                    <a:pt x="202" y="111"/>
                    <a:pt x="202" y="111"/>
                    <a:pt x="202" y="111"/>
                  </a:cubicBezTo>
                  <a:cubicBezTo>
                    <a:pt x="202" y="110"/>
                    <a:pt x="203" y="109"/>
                    <a:pt x="204" y="108"/>
                  </a:cubicBezTo>
                  <a:cubicBezTo>
                    <a:pt x="205" y="107"/>
                    <a:pt x="206" y="108"/>
                    <a:pt x="208" y="110"/>
                  </a:cubicBezTo>
                  <a:cubicBezTo>
                    <a:pt x="210" y="114"/>
                    <a:pt x="210" y="114"/>
                    <a:pt x="210" y="114"/>
                  </a:cubicBezTo>
                  <a:cubicBezTo>
                    <a:pt x="210" y="114"/>
                    <a:pt x="211" y="115"/>
                    <a:pt x="212" y="114"/>
                  </a:cubicBezTo>
                  <a:cubicBezTo>
                    <a:pt x="212" y="114"/>
                    <a:pt x="212" y="114"/>
                    <a:pt x="212" y="114"/>
                  </a:cubicBezTo>
                  <a:close/>
                  <a:moveTo>
                    <a:pt x="218" y="104"/>
                  </a:moveTo>
                  <a:cubicBezTo>
                    <a:pt x="219" y="105"/>
                    <a:pt x="219" y="107"/>
                    <a:pt x="219" y="108"/>
                  </a:cubicBezTo>
                  <a:cubicBezTo>
                    <a:pt x="219" y="109"/>
                    <a:pt x="218" y="110"/>
                    <a:pt x="217" y="111"/>
                  </a:cubicBezTo>
                  <a:cubicBezTo>
                    <a:pt x="216" y="112"/>
                    <a:pt x="215" y="112"/>
                    <a:pt x="214" y="112"/>
                  </a:cubicBezTo>
                  <a:cubicBezTo>
                    <a:pt x="212" y="111"/>
                    <a:pt x="211" y="111"/>
                    <a:pt x="210" y="110"/>
                  </a:cubicBezTo>
                  <a:cubicBezTo>
                    <a:pt x="210" y="109"/>
                    <a:pt x="209" y="107"/>
                    <a:pt x="209" y="106"/>
                  </a:cubicBezTo>
                  <a:cubicBezTo>
                    <a:pt x="209" y="105"/>
                    <a:pt x="210" y="104"/>
                    <a:pt x="211" y="103"/>
                  </a:cubicBezTo>
                  <a:cubicBezTo>
                    <a:pt x="212" y="102"/>
                    <a:pt x="214" y="102"/>
                    <a:pt x="215" y="102"/>
                  </a:cubicBezTo>
                  <a:cubicBezTo>
                    <a:pt x="216" y="102"/>
                    <a:pt x="217" y="103"/>
                    <a:pt x="218" y="104"/>
                  </a:cubicBezTo>
                  <a:close/>
                  <a:moveTo>
                    <a:pt x="217" y="106"/>
                  </a:moveTo>
                  <a:cubicBezTo>
                    <a:pt x="216" y="105"/>
                    <a:pt x="215" y="104"/>
                    <a:pt x="214" y="103"/>
                  </a:cubicBezTo>
                  <a:cubicBezTo>
                    <a:pt x="213" y="103"/>
                    <a:pt x="212" y="103"/>
                    <a:pt x="212" y="103"/>
                  </a:cubicBezTo>
                  <a:cubicBezTo>
                    <a:pt x="211" y="104"/>
                    <a:pt x="211" y="105"/>
                    <a:pt x="211" y="105"/>
                  </a:cubicBezTo>
                  <a:cubicBezTo>
                    <a:pt x="211" y="106"/>
                    <a:pt x="211" y="107"/>
                    <a:pt x="212" y="108"/>
                  </a:cubicBezTo>
                  <a:cubicBezTo>
                    <a:pt x="212" y="109"/>
                    <a:pt x="213" y="110"/>
                    <a:pt x="214" y="110"/>
                  </a:cubicBezTo>
                  <a:cubicBezTo>
                    <a:pt x="215" y="111"/>
                    <a:pt x="216" y="111"/>
                    <a:pt x="217" y="110"/>
                  </a:cubicBezTo>
                  <a:cubicBezTo>
                    <a:pt x="218" y="110"/>
                    <a:pt x="218" y="109"/>
                    <a:pt x="218" y="108"/>
                  </a:cubicBezTo>
                  <a:cubicBezTo>
                    <a:pt x="218" y="107"/>
                    <a:pt x="217" y="107"/>
                    <a:pt x="217" y="106"/>
                  </a:cubicBezTo>
                  <a:close/>
                  <a:moveTo>
                    <a:pt x="226" y="103"/>
                  </a:moveTo>
                  <a:cubicBezTo>
                    <a:pt x="222" y="107"/>
                    <a:pt x="222" y="107"/>
                    <a:pt x="222" y="107"/>
                  </a:cubicBezTo>
                  <a:cubicBezTo>
                    <a:pt x="222" y="106"/>
                    <a:pt x="222" y="106"/>
                    <a:pt x="222" y="106"/>
                  </a:cubicBezTo>
                  <a:cubicBezTo>
                    <a:pt x="223" y="105"/>
                    <a:pt x="223" y="105"/>
                    <a:pt x="223" y="104"/>
                  </a:cubicBezTo>
                  <a:cubicBezTo>
                    <a:pt x="216" y="97"/>
                    <a:pt x="216" y="97"/>
                    <a:pt x="216" y="97"/>
                  </a:cubicBezTo>
                  <a:cubicBezTo>
                    <a:pt x="216" y="96"/>
                    <a:pt x="216" y="96"/>
                    <a:pt x="215" y="96"/>
                  </a:cubicBezTo>
                  <a:cubicBezTo>
                    <a:pt x="215" y="96"/>
                    <a:pt x="215" y="96"/>
                    <a:pt x="214" y="97"/>
                  </a:cubicBezTo>
                  <a:cubicBezTo>
                    <a:pt x="214" y="97"/>
                    <a:pt x="214" y="97"/>
                    <a:pt x="214" y="97"/>
                  </a:cubicBezTo>
                  <a:cubicBezTo>
                    <a:pt x="214" y="97"/>
                    <a:pt x="214" y="97"/>
                    <a:pt x="214" y="97"/>
                  </a:cubicBezTo>
                  <a:cubicBezTo>
                    <a:pt x="214" y="96"/>
                    <a:pt x="215" y="95"/>
                    <a:pt x="216" y="94"/>
                  </a:cubicBezTo>
                  <a:cubicBezTo>
                    <a:pt x="224" y="103"/>
                    <a:pt x="224" y="103"/>
                    <a:pt x="224" y="103"/>
                  </a:cubicBezTo>
                  <a:cubicBezTo>
                    <a:pt x="224" y="104"/>
                    <a:pt x="225" y="104"/>
                    <a:pt x="226" y="103"/>
                  </a:cubicBezTo>
                  <a:cubicBezTo>
                    <a:pt x="226" y="103"/>
                    <a:pt x="226" y="103"/>
                    <a:pt x="226" y="103"/>
                  </a:cubicBezTo>
                  <a:close/>
                  <a:moveTo>
                    <a:pt x="231" y="93"/>
                  </a:moveTo>
                  <a:cubicBezTo>
                    <a:pt x="232" y="94"/>
                    <a:pt x="232" y="95"/>
                    <a:pt x="232" y="96"/>
                  </a:cubicBezTo>
                  <a:cubicBezTo>
                    <a:pt x="232" y="97"/>
                    <a:pt x="232" y="99"/>
                    <a:pt x="230" y="99"/>
                  </a:cubicBezTo>
                  <a:cubicBezTo>
                    <a:pt x="230" y="100"/>
                    <a:pt x="228" y="101"/>
                    <a:pt x="227" y="101"/>
                  </a:cubicBezTo>
                  <a:cubicBezTo>
                    <a:pt x="226" y="101"/>
                    <a:pt x="225" y="100"/>
                    <a:pt x="224" y="99"/>
                  </a:cubicBezTo>
                  <a:cubicBezTo>
                    <a:pt x="223" y="98"/>
                    <a:pt x="222" y="97"/>
                    <a:pt x="222" y="96"/>
                  </a:cubicBezTo>
                  <a:cubicBezTo>
                    <a:pt x="222" y="95"/>
                    <a:pt x="223" y="93"/>
                    <a:pt x="224" y="93"/>
                  </a:cubicBezTo>
                  <a:cubicBezTo>
                    <a:pt x="225" y="92"/>
                    <a:pt x="226" y="91"/>
                    <a:pt x="227" y="91"/>
                  </a:cubicBezTo>
                  <a:cubicBezTo>
                    <a:pt x="229" y="91"/>
                    <a:pt x="230" y="91"/>
                    <a:pt x="231" y="93"/>
                  </a:cubicBezTo>
                  <a:close/>
                  <a:moveTo>
                    <a:pt x="230" y="95"/>
                  </a:moveTo>
                  <a:cubicBezTo>
                    <a:pt x="229" y="94"/>
                    <a:pt x="228" y="93"/>
                    <a:pt x="227" y="93"/>
                  </a:cubicBezTo>
                  <a:cubicBezTo>
                    <a:pt x="226" y="92"/>
                    <a:pt x="225" y="92"/>
                    <a:pt x="224" y="93"/>
                  </a:cubicBezTo>
                  <a:cubicBezTo>
                    <a:pt x="224" y="93"/>
                    <a:pt x="224" y="94"/>
                    <a:pt x="224" y="95"/>
                  </a:cubicBezTo>
                  <a:cubicBezTo>
                    <a:pt x="224" y="96"/>
                    <a:pt x="224" y="96"/>
                    <a:pt x="225" y="97"/>
                  </a:cubicBezTo>
                  <a:cubicBezTo>
                    <a:pt x="226" y="98"/>
                    <a:pt x="227" y="99"/>
                    <a:pt x="228" y="99"/>
                  </a:cubicBezTo>
                  <a:cubicBezTo>
                    <a:pt x="229" y="99"/>
                    <a:pt x="230" y="99"/>
                    <a:pt x="231" y="99"/>
                  </a:cubicBezTo>
                  <a:cubicBezTo>
                    <a:pt x="232" y="98"/>
                    <a:pt x="232" y="97"/>
                    <a:pt x="231" y="97"/>
                  </a:cubicBezTo>
                  <a:cubicBezTo>
                    <a:pt x="231" y="96"/>
                    <a:pt x="231" y="95"/>
                    <a:pt x="230" y="95"/>
                  </a:cubicBezTo>
                  <a:close/>
                  <a:moveTo>
                    <a:pt x="236" y="82"/>
                  </a:moveTo>
                  <a:cubicBezTo>
                    <a:pt x="234" y="83"/>
                    <a:pt x="234" y="83"/>
                    <a:pt x="234" y="83"/>
                  </a:cubicBezTo>
                  <a:cubicBezTo>
                    <a:pt x="235" y="83"/>
                    <a:pt x="236" y="84"/>
                    <a:pt x="236" y="84"/>
                  </a:cubicBezTo>
                  <a:cubicBezTo>
                    <a:pt x="237" y="85"/>
                    <a:pt x="237" y="85"/>
                    <a:pt x="237" y="87"/>
                  </a:cubicBezTo>
                  <a:cubicBezTo>
                    <a:pt x="237" y="87"/>
                    <a:pt x="237" y="88"/>
                    <a:pt x="236" y="89"/>
                  </a:cubicBezTo>
                  <a:cubicBezTo>
                    <a:pt x="236" y="89"/>
                    <a:pt x="236" y="89"/>
                    <a:pt x="236" y="90"/>
                  </a:cubicBezTo>
                  <a:cubicBezTo>
                    <a:pt x="236" y="91"/>
                    <a:pt x="236" y="91"/>
                    <a:pt x="236" y="91"/>
                  </a:cubicBezTo>
                  <a:cubicBezTo>
                    <a:pt x="236" y="92"/>
                    <a:pt x="237" y="91"/>
                    <a:pt x="238" y="90"/>
                  </a:cubicBezTo>
                  <a:cubicBezTo>
                    <a:pt x="239" y="89"/>
                    <a:pt x="240" y="88"/>
                    <a:pt x="240" y="87"/>
                  </a:cubicBezTo>
                  <a:cubicBezTo>
                    <a:pt x="241" y="87"/>
                    <a:pt x="242" y="87"/>
                    <a:pt x="242" y="88"/>
                  </a:cubicBezTo>
                  <a:cubicBezTo>
                    <a:pt x="243" y="88"/>
                    <a:pt x="243" y="89"/>
                    <a:pt x="243" y="91"/>
                  </a:cubicBezTo>
                  <a:cubicBezTo>
                    <a:pt x="243" y="92"/>
                    <a:pt x="242" y="93"/>
                    <a:pt x="242" y="94"/>
                  </a:cubicBezTo>
                  <a:cubicBezTo>
                    <a:pt x="241" y="95"/>
                    <a:pt x="240" y="95"/>
                    <a:pt x="239" y="96"/>
                  </a:cubicBezTo>
                  <a:cubicBezTo>
                    <a:pt x="238" y="96"/>
                    <a:pt x="238" y="96"/>
                    <a:pt x="238" y="95"/>
                  </a:cubicBezTo>
                  <a:cubicBezTo>
                    <a:pt x="237" y="95"/>
                    <a:pt x="237" y="95"/>
                    <a:pt x="237" y="94"/>
                  </a:cubicBezTo>
                  <a:cubicBezTo>
                    <a:pt x="237" y="94"/>
                    <a:pt x="237" y="93"/>
                    <a:pt x="237" y="93"/>
                  </a:cubicBezTo>
                  <a:cubicBezTo>
                    <a:pt x="237" y="93"/>
                    <a:pt x="237" y="93"/>
                    <a:pt x="236" y="93"/>
                  </a:cubicBezTo>
                  <a:cubicBezTo>
                    <a:pt x="236" y="93"/>
                    <a:pt x="236" y="93"/>
                    <a:pt x="236" y="93"/>
                  </a:cubicBezTo>
                  <a:cubicBezTo>
                    <a:pt x="235" y="93"/>
                    <a:pt x="235" y="92"/>
                    <a:pt x="235" y="92"/>
                  </a:cubicBezTo>
                  <a:cubicBezTo>
                    <a:pt x="235" y="91"/>
                    <a:pt x="235" y="91"/>
                    <a:pt x="235" y="90"/>
                  </a:cubicBezTo>
                  <a:cubicBezTo>
                    <a:pt x="234" y="91"/>
                    <a:pt x="233" y="91"/>
                    <a:pt x="232" y="90"/>
                  </a:cubicBezTo>
                  <a:cubicBezTo>
                    <a:pt x="231" y="89"/>
                    <a:pt x="230" y="89"/>
                    <a:pt x="230" y="87"/>
                  </a:cubicBezTo>
                  <a:cubicBezTo>
                    <a:pt x="230" y="87"/>
                    <a:pt x="231" y="85"/>
                    <a:pt x="232" y="85"/>
                  </a:cubicBezTo>
                  <a:cubicBezTo>
                    <a:pt x="232" y="84"/>
                    <a:pt x="232" y="84"/>
                    <a:pt x="233" y="83"/>
                  </a:cubicBezTo>
                  <a:cubicBezTo>
                    <a:pt x="234" y="83"/>
                    <a:pt x="234" y="83"/>
                    <a:pt x="234" y="83"/>
                  </a:cubicBezTo>
                  <a:cubicBezTo>
                    <a:pt x="235" y="81"/>
                    <a:pt x="235" y="81"/>
                    <a:pt x="235" y="81"/>
                  </a:cubicBezTo>
                  <a:cubicBezTo>
                    <a:pt x="236" y="82"/>
                    <a:pt x="236" y="82"/>
                    <a:pt x="236" y="82"/>
                  </a:cubicBezTo>
                  <a:close/>
                  <a:moveTo>
                    <a:pt x="236" y="86"/>
                  </a:moveTo>
                  <a:cubicBezTo>
                    <a:pt x="235" y="86"/>
                    <a:pt x="234" y="85"/>
                    <a:pt x="234" y="85"/>
                  </a:cubicBezTo>
                  <a:cubicBezTo>
                    <a:pt x="233" y="85"/>
                    <a:pt x="232" y="85"/>
                    <a:pt x="232" y="85"/>
                  </a:cubicBezTo>
                  <a:cubicBezTo>
                    <a:pt x="231" y="86"/>
                    <a:pt x="231" y="86"/>
                    <a:pt x="231" y="87"/>
                  </a:cubicBezTo>
                  <a:cubicBezTo>
                    <a:pt x="231" y="87"/>
                    <a:pt x="232" y="87"/>
                    <a:pt x="232" y="88"/>
                  </a:cubicBezTo>
                  <a:cubicBezTo>
                    <a:pt x="233" y="88"/>
                    <a:pt x="233" y="89"/>
                    <a:pt x="234" y="89"/>
                  </a:cubicBezTo>
                  <a:cubicBezTo>
                    <a:pt x="235" y="89"/>
                    <a:pt x="235" y="89"/>
                    <a:pt x="236" y="89"/>
                  </a:cubicBezTo>
                  <a:cubicBezTo>
                    <a:pt x="237" y="88"/>
                    <a:pt x="236" y="87"/>
                    <a:pt x="236" y="86"/>
                  </a:cubicBezTo>
                  <a:close/>
                  <a:moveTo>
                    <a:pt x="242" y="89"/>
                  </a:moveTo>
                  <a:cubicBezTo>
                    <a:pt x="242" y="89"/>
                    <a:pt x="241" y="89"/>
                    <a:pt x="240" y="89"/>
                  </a:cubicBezTo>
                  <a:cubicBezTo>
                    <a:pt x="240" y="90"/>
                    <a:pt x="240" y="90"/>
                    <a:pt x="239" y="91"/>
                  </a:cubicBezTo>
                  <a:cubicBezTo>
                    <a:pt x="238" y="92"/>
                    <a:pt x="238" y="92"/>
                    <a:pt x="237" y="93"/>
                  </a:cubicBezTo>
                  <a:cubicBezTo>
                    <a:pt x="237" y="93"/>
                    <a:pt x="238" y="94"/>
                    <a:pt x="238" y="95"/>
                  </a:cubicBezTo>
                  <a:cubicBezTo>
                    <a:pt x="239" y="95"/>
                    <a:pt x="240" y="95"/>
                    <a:pt x="241" y="93"/>
                  </a:cubicBezTo>
                  <a:cubicBezTo>
                    <a:pt x="242" y="93"/>
                    <a:pt x="242" y="91"/>
                    <a:pt x="243" y="91"/>
                  </a:cubicBezTo>
                  <a:cubicBezTo>
                    <a:pt x="243" y="90"/>
                    <a:pt x="242" y="89"/>
                    <a:pt x="242" y="89"/>
                  </a:cubicBezTo>
                  <a:close/>
                  <a:moveTo>
                    <a:pt x="242" y="73"/>
                  </a:moveTo>
                  <a:cubicBezTo>
                    <a:pt x="242" y="73"/>
                    <a:pt x="242" y="73"/>
                    <a:pt x="242" y="74"/>
                  </a:cubicBezTo>
                  <a:cubicBezTo>
                    <a:pt x="242" y="74"/>
                    <a:pt x="242" y="74"/>
                    <a:pt x="242" y="75"/>
                  </a:cubicBezTo>
                  <a:cubicBezTo>
                    <a:pt x="247" y="83"/>
                    <a:pt x="247" y="83"/>
                    <a:pt x="247" y="83"/>
                  </a:cubicBezTo>
                  <a:cubicBezTo>
                    <a:pt x="248" y="85"/>
                    <a:pt x="248" y="86"/>
                    <a:pt x="247" y="87"/>
                  </a:cubicBezTo>
                  <a:cubicBezTo>
                    <a:pt x="246" y="88"/>
                    <a:pt x="246" y="88"/>
                    <a:pt x="245" y="87"/>
                  </a:cubicBezTo>
                  <a:cubicBezTo>
                    <a:pt x="245" y="87"/>
                    <a:pt x="245" y="87"/>
                    <a:pt x="245" y="87"/>
                  </a:cubicBezTo>
                  <a:cubicBezTo>
                    <a:pt x="245" y="86"/>
                    <a:pt x="245" y="86"/>
                    <a:pt x="245" y="86"/>
                  </a:cubicBezTo>
                  <a:cubicBezTo>
                    <a:pt x="245" y="86"/>
                    <a:pt x="246" y="85"/>
                    <a:pt x="246" y="85"/>
                  </a:cubicBezTo>
                  <a:cubicBezTo>
                    <a:pt x="246" y="85"/>
                    <a:pt x="246" y="85"/>
                    <a:pt x="246" y="85"/>
                  </a:cubicBezTo>
                  <a:cubicBezTo>
                    <a:pt x="247" y="85"/>
                    <a:pt x="246" y="83"/>
                    <a:pt x="245" y="81"/>
                  </a:cubicBezTo>
                  <a:cubicBezTo>
                    <a:pt x="238" y="80"/>
                    <a:pt x="238" y="80"/>
                    <a:pt x="238" y="80"/>
                  </a:cubicBezTo>
                  <a:cubicBezTo>
                    <a:pt x="237" y="80"/>
                    <a:pt x="237" y="80"/>
                    <a:pt x="236" y="80"/>
                  </a:cubicBezTo>
                  <a:cubicBezTo>
                    <a:pt x="236" y="80"/>
                    <a:pt x="236" y="80"/>
                    <a:pt x="236" y="80"/>
                  </a:cubicBezTo>
                  <a:cubicBezTo>
                    <a:pt x="235" y="80"/>
                    <a:pt x="235" y="80"/>
                    <a:pt x="235" y="80"/>
                  </a:cubicBezTo>
                  <a:cubicBezTo>
                    <a:pt x="238" y="77"/>
                    <a:pt x="238" y="77"/>
                    <a:pt x="238" y="77"/>
                  </a:cubicBezTo>
                  <a:cubicBezTo>
                    <a:pt x="238" y="77"/>
                    <a:pt x="238" y="77"/>
                    <a:pt x="238" y="77"/>
                  </a:cubicBezTo>
                  <a:cubicBezTo>
                    <a:pt x="238" y="78"/>
                    <a:pt x="238" y="78"/>
                    <a:pt x="238" y="78"/>
                  </a:cubicBezTo>
                  <a:cubicBezTo>
                    <a:pt x="238" y="78"/>
                    <a:pt x="238" y="79"/>
                    <a:pt x="239" y="79"/>
                  </a:cubicBezTo>
                  <a:cubicBezTo>
                    <a:pt x="244" y="80"/>
                    <a:pt x="244" y="80"/>
                    <a:pt x="244" y="80"/>
                  </a:cubicBezTo>
                  <a:cubicBezTo>
                    <a:pt x="242" y="75"/>
                    <a:pt x="242" y="75"/>
                    <a:pt x="242" y="75"/>
                  </a:cubicBezTo>
                  <a:cubicBezTo>
                    <a:pt x="241" y="75"/>
                    <a:pt x="241" y="75"/>
                    <a:pt x="241" y="75"/>
                  </a:cubicBezTo>
                  <a:cubicBezTo>
                    <a:pt x="241" y="75"/>
                    <a:pt x="241" y="75"/>
                    <a:pt x="241" y="75"/>
                  </a:cubicBezTo>
                  <a:cubicBezTo>
                    <a:pt x="240" y="75"/>
                    <a:pt x="240" y="75"/>
                    <a:pt x="240" y="75"/>
                  </a:cubicBezTo>
                  <a:cubicBezTo>
                    <a:pt x="240" y="75"/>
                    <a:pt x="240" y="75"/>
                    <a:pt x="240" y="75"/>
                  </a:cubicBezTo>
                  <a:cubicBezTo>
                    <a:pt x="242" y="73"/>
                    <a:pt x="242" y="73"/>
                    <a:pt x="242" y="73"/>
                  </a:cubicBezTo>
                  <a:cubicBezTo>
                    <a:pt x="242" y="73"/>
                    <a:pt x="242" y="73"/>
                    <a:pt x="242" y="73"/>
                  </a:cubicBezTo>
                  <a:close/>
                  <a:moveTo>
                    <a:pt x="253" y="63"/>
                  </a:moveTo>
                  <a:cubicBezTo>
                    <a:pt x="254" y="64"/>
                    <a:pt x="255" y="65"/>
                    <a:pt x="255" y="66"/>
                  </a:cubicBezTo>
                  <a:cubicBezTo>
                    <a:pt x="256" y="67"/>
                    <a:pt x="256" y="68"/>
                    <a:pt x="255" y="69"/>
                  </a:cubicBezTo>
                  <a:cubicBezTo>
                    <a:pt x="254" y="71"/>
                    <a:pt x="253" y="71"/>
                    <a:pt x="252" y="71"/>
                  </a:cubicBezTo>
                  <a:cubicBezTo>
                    <a:pt x="251" y="72"/>
                    <a:pt x="250" y="71"/>
                    <a:pt x="248" y="71"/>
                  </a:cubicBezTo>
                  <a:cubicBezTo>
                    <a:pt x="247" y="70"/>
                    <a:pt x="246" y="69"/>
                    <a:pt x="246" y="68"/>
                  </a:cubicBezTo>
                  <a:cubicBezTo>
                    <a:pt x="246" y="67"/>
                    <a:pt x="246" y="66"/>
                    <a:pt x="246" y="65"/>
                  </a:cubicBezTo>
                  <a:cubicBezTo>
                    <a:pt x="247" y="63"/>
                    <a:pt x="248" y="63"/>
                    <a:pt x="249" y="62"/>
                  </a:cubicBezTo>
                  <a:cubicBezTo>
                    <a:pt x="250" y="62"/>
                    <a:pt x="252" y="62"/>
                    <a:pt x="253" y="63"/>
                  </a:cubicBezTo>
                  <a:close/>
                  <a:moveTo>
                    <a:pt x="252" y="65"/>
                  </a:moveTo>
                  <a:cubicBezTo>
                    <a:pt x="251" y="64"/>
                    <a:pt x="250" y="64"/>
                    <a:pt x="249" y="64"/>
                  </a:cubicBezTo>
                  <a:cubicBezTo>
                    <a:pt x="248" y="64"/>
                    <a:pt x="247" y="64"/>
                    <a:pt x="247" y="65"/>
                  </a:cubicBezTo>
                  <a:cubicBezTo>
                    <a:pt x="246" y="66"/>
                    <a:pt x="246" y="66"/>
                    <a:pt x="247" y="67"/>
                  </a:cubicBezTo>
                  <a:cubicBezTo>
                    <a:pt x="247" y="68"/>
                    <a:pt x="248" y="68"/>
                    <a:pt x="249" y="69"/>
                  </a:cubicBezTo>
                  <a:cubicBezTo>
                    <a:pt x="250" y="69"/>
                    <a:pt x="251" y="69"/>
                    <a:pt x="252" y="70"/>
                  </a:cubicBezTo>
                  <a:cubicBezTo>
                    <a:pt x="253" y="70"/>
                    <a:pt x="254" y="69"/>
                    <a:pt x="254" y="69"/>
                  </a:cubicBezTo>
                  <a:cubicBezTo>
                    <a:pt x="255" y="68"/>
                    <a:pt x="255" y="67"/>
                    <a:pt x="254" y="66"/>
                  </a:cubicBezTo>
                  <a:cubicBezTo>
                    <a:pt x="254" y="66"/>
                    <a:pt x="253" y="65"/>
                    <a:pt x="252" y="65"/>
                  </a:cubicBezTo>
                  <a:close/>
                  <a:moveTo>
                    <a:pt x="266" y="40"/>
                  </a:moveTo>
                  <a:cubicBezTo>
                    <a:pt x="267" y="42"/>
                    <a:pt x="267" y="44"/>
                    <a:pt x="266" y="46"/>
                  </a:cubicBezTo>
                  <a:cubicBezTo>
                    <a:pt x="265" y="48"/>
                    <a:pt x="264" y="49"/>
                    <a:pt x="262" y="50"/>
                  </a:cubicBezTo>
                  <a:cubicBezTo>
                    <a:pt x="261" y="51"/>
                    <a:pt x="259" y="51"/>
                    <a:pt x="257" y="50"/>
                  </a:cubicBezTo>
                  <a:cubicBezTo>
                    <a:pt x="255" y="49"/>
                    <a:pt x="254" y="48"/>
                    <a:pt x="253" y="47"/>
                  </a:cubicBezTo>
                  <a:cubicBezTo>
                    <a:pt x="252" y="45"/>
                    <a:pt x="252" y="43"/>
                    <a:pt x="253" y="41"/>
                  </a:cubicBezTo>
                  <a:cubicBezTo>
                    <a:pt x="254" y="41"/>
                    <a:pt x="254" y="40"/>
                    <a:pt x="254" y="39"/>
                  </a:cubicBezTo>
                  <a:cubicBezTo>
                    <a:pt x="255" y="39"/>
                    <a:pt x="255" y="38"/>
                    <a:pt x="255" y="38"/>
                  </a:cubicBezTo>
                  <a:cubicBezTo>
                    <a:pt x="255" y="38"/>
                    <a:pt x="255" y="37"/>
                    <a:pt x="255" y="37"/>
                  </a:cubicBezTo>
                  <a:cubicBezTo>
                    <a:pt x="255" y="37"/>
                    <a:pt x="255" y="37"/>
                    <a:pt x="255" y="37"/>
                  </a:cubicBezTo>
                  <a:cubicBezTo>
                    <a:pt x="259" y="38"/>
                    <a:pt x="259" y="38"/>
                    <a:pt x="259" y="38"/>
                  </a:cubicBezTo>
                  <a:cubicBezTo>
                    <a:pt x="259" y="39"/>
                    <a:pt x="259" y="39"/>
                    <a:pt x="259" y="39"/>
                  </a:cubicBezTo>
                  <a:cubicBezTo>
                    <a:pt x="258" y="39"/>
                    <a:pt x="257" y="39"/>
                    <a:pt x="256" y="39"/>
                  </a:cubicBezTo>
                  <a:cubicBezTo>
                    <a:pt x="255" y="39"/>
                    <a:pt x="254" y="40"/>
                    <a:pt x="254" y="41"/>
                  </a:cubicBezTo>
                  <a:cubicBezTo>
                    <a:pt x="254" y="43"/>
                    <a:pt x="254" y="44"/>
                    <a:pt x="254" y="45"/>
                  </a:cubicBezTo>
                  <a:cubicBezTo>
                    <a:pt x="255" y="47"/>
                    <a:pt x="256" y="47"/>
                    <a:pt x="258" y="48"/>
                  </a:cubicBezTo>
                  <a:cubicBezTo>
                    <a:pt x="260" y="49"/>
                    <a:pt x="261" y="49"/>
                    <a:pt x="263" y="49"/>
                  </a:cubicBezTo>
                  <a:cubicBezTo>
                    <a:pt x="264" y="48"/>
                    <a:pt x="265" y="47"/>
                    <a:pt x="266" y="46"/>
                  </a:cubicBezTo>
                  <a:cubicBezTo>
                    <a:pt x="266" y="45"/>
                    <a:pt x="266" y="43"/>
                    <a:pt x="266" y="42"/>
                  </a:cubicBezTo>
                  <a:cubicBezTo>
                    <a:pt x="266" y="42"/>
                    <a:pt x="266" y="41"/>
                    <a:pt x="266" y="40"/>
                  </a:cubicBezTo>
                  <a:cubicBezTo>
                    <a:pt x="266" y="40"/>
                    <a:pt x="266" y="40"/>
                    <a:pt x="266" y="40"/>
                  </a:cubicBezTo>
                  <a:close/>
                  <a:moveTo>
                    <a:pt x="270" y="30"/>
                  </a:moveTo>
                  <a:cubicBezTo>
                    <a:pt x="269" y="34"/>
                    <a:pt x="269" y="34"/>
                    <a:pt x="269" y="34"/>
                  </a:cubicBezTo>
                  <a:cubicBezTo>
                    <a:pt x="269" y="34"/>
                    <a:pt x="269" y="34"/>
                    <a:pt x="269" y="34"/>
                  </a:cubicBezTo>
                  <a:cubicBezTo>
                    <a:pt x="269" y="33"/>
                    <a:pt x="269" y="33"/>
                    <a:pt x="268" y="32"/>
                  </a:cubicBezTo>
                  <a:cubicBezTo>
                    <a:pt x="263" y="31"/>
                    <a:pt x="263" y="31"/>
                    <a:pt x="263" y="31"/>
                  </a:cubicBezTo>
                  <a:cubicBezTo>
                    <a:pt x="262" y="31"/>
                    <a:pt x="261" y="31"/>
                    <a:pt x="261" y="32"/>
                  </a:cubicBezTo>
                  <a:cubicBezTo>
                    <a:pt x="260" y="33"/>
                    <a:pt x="261" y="33"/>
                    <a:pt x="261" y="34"/>
                  </a:cubicBezTo>
                  <a:cubicBezTo>
                    <a:pt x="266" y="36"/>
                    <a:pt x="266" y="36"/>
                    <a:pt x="266" y="36"/>
                  </a:cubicBezTo>
                  <a:cubicBezTo>
                    <a:pt x="267" y="36"/>
                    <a:pt x="268" y="36"/>
                    <a:pt x="268" y="35"/>
                  </a:cubicBezTo>
                  <a:cubicBezTo>
                    <a:pt x="268" y="35"/>
                    <a:pt x="268" y="35"/>
                    <a:pt x="268" y="35"/>
                  </a:cubicBezTo>
                  <a:cubicBezTo>
                    <a:pt x="267" y="39"/>
                    <a:pt x="267" y="39"/>
                    <a:pt x="267" y="39"/>
                  </a:cubicBezTo>
                  <a:cubicBezTo>
                    <a:pt x="267" y="39"/>
                    <a:pt x="267" y="39"/>
                    <a:pt x="267" y="39"/>
                  </a:cubicBezTo>
                  <a:cubicBezTo>
                    <a:pt x="267" y="38"/>
                    <a:pt x="267" y="38"/>
                    <a:pt x="266" y="37"/>
                  </a:cubicBezTo>
                  <a:cubicBezTo>
                    <a:pt x="256" y="35"/>
                    <a:pt x="256" y="35"/>
                    <a:pt x="256" y="35"/>
                  </a:cubicBezTo>
                  <a:cubicBezTo>
                    <a:pt x="256" y="35"/>
                    <a:pt x="255" y="35"/>
                    <a:pt x="255" y="35"/>
                  </a:cubicBezTo>
                  <a:cubicBezTo>
                    <a:pt x="255" y="35"/>
                    <a:pt x="255" y="35"/>
                    <a:pt x="255" y="35"/>
                  </a:cubicBezTo>
                  <a:cubicBezTo>
                    <a:pt x="254" y="35"/>
                    <a:pt x="254" y="35"/>
                    <a:pt x="254" y="35"/>
                  </a:cubicBezTo>
                  <a:cubicBezTo>
                    <a:pt x="254" y="35"/>
                    <a:pt x="254" y="34"/>
                    <a:pt x="254" y="32"/>
                  </a:cubicBezTo>
                  <a:cubicBezTo>
                    <a:pt x="260" y="34"/>
                    <a:pt x="260" y="34"/>
                    <a:pt x="260" y="34"/>
                  </a:cubicBezTo>
                  <a:cubicBezTo>
                    <a:pt x="260" y="33"/>
                    <a:pt x="259" y="31"/>
                    <a:pt x="260" y="31"/>
                  </a:cubicBezTo>
                  <a:cubicBezTo>
                    <a:pt x="260" y="29"/>
                    <a:pt x="261" y="28"/>
                    <a:pt x="263" y="29"/>
                  </a:cubicBezTo>
                  <a:cubicBezTo>
                    <a:pt x="268" y="30"/>
                    <a:pt x="268" y="30"/>
                    <a:pt x="268" y="30"/>
                  </a:cubicBezTo>
                  <a:cubicBezTo>
                    <a:pt x="270" y="31"/>
                    <a:pt x="270" y="31"/>
                    <a:pt x="270" y="30"/>
                  </a:cubicBezTo>
                  <a:cubicBezTo>
                    <a:pt x="270" y="30"/>
                    <a:pt x="270" y="30"/>
                    <a:pt x="270" y="30"/>
                  </a:cubicBezTo>
                  <a:close/>
                  <a:moveTo>
                    <a:pt x="259" y="22"/>
                  </a:moveTo>
                  <a:cubicBezTo>
                    <a:pt x="259" y="22"/>
                    <a:pt x="259" y="22"/>
                    <a:pt x="260" y="23"/>
                  </a:cubicBezTo>
                  <a:cubicBezTo>
                    <a:pt x="260" y="23"/>
                    <a:pt x="260" y="23"/>
                    <a:pt x="260" y="23"/>
                  </a:cubicBezTo>
                  <a:cubicBezTo>
                    <a:pt x="259" y="24"/>
                    <a:pt x="260" y="24"/>
                    <a:pt x="259" y="24"/>
                  </a:cubicBezTo>
                  <a:cubicBezTo>
                    <a:pt x="259" y="24"/>
                    <a:pt x="259" y="25"/>
                    <a:pt x="258" y="24"/>
                  </a:cubicBezTo>
                  <a:cubicBezTo>
                    <a:pt x="258" y="24"/>
                    <a:pt x="258" y="24"/>
                    <a:pt x="258" y="24"/>
                  </a:cubicBezTo>
                  <a:cubicBezTo>
                    <a:pt x="258" y="23"/>
                    <a:pt x="257" y="23"/>
                    <a:pt x="258" y="23"/>
                  </a:cubicBezTo>
                  <a:cubicBezTo>
                    <a:pt x="258" y="23"/>
                    <a:pt x="258" y="23"/>
                    <a:pt x="258" y="22"/>
                  </a:cubicBezTo>
                  <a:cubicBezTo>
                    <a:pt x="258" y="22"/>
                    <a:pt x="258" y="22"/>
                    <a:pt x="259" y="22"/>
                  </a:cubicBezTo>
                  <a:close/>
                  <a:moveTo>
                    <a:pt x="272" y="23"/>
                  </a:moveTo>
                  <a:cubicBezTo>
                    <a:pt x="271" y="28"/>
                    <a:pt x="271" y="28"/>
                    <a:pt x="271" y="28"/>
                  </a:cubicBezTo>
                  <a:cubicBezTo>
                    <a:pt x="270" y="28"/>
                    <a:pt x="270" y="28"/>
                    <a:pt x="270" y="28"/>
                  </a:cubicBezTo>
                  <a:cubicBezTo>
                    <a:pt x="270" y="27"/>
                    <a:pt x="270" y="26"/>
                    <a:pt x="269" y="26"/>
                  </a:cubicBezTo>
                  <a:cubicBezTo>
                    <a:pt x="264" y="25"/>
                    <a:pt x="264" y="25"/>
                    <a:pt x="264" y="25"/>
                  </a:cubicBezTo>
                  <a:cubicBezTo>
                    <a:pt x="263" y="25"/>
                    <a:pt x="262" y="25"/>
                    <a:pt x="262" y="26"/>
                  </a:cubicBezTo>
                  <a:cubicBezTo>
                    <a:pt x="262" y="26"/>
                    <a:pt x="262" y="26"/>
                    <a:pt x="262" y="27"/>
                  </a:cubicBezTo>
                  <a:cubicBezTo>
                    <a:pt x="262" y="27"/>
                    <a:pt x="262" y="27"/>
                    <a:pt x="262" y="27"/>
                  </a:cubicBezTo>
                  <a:cubicBezTo>
                    <a:pt x="262" y="23"/>
                    <a:pt x="262" y="23"/>
                    <a:pt x="262" y="23"/>
                  </a:cubicBezTo>
                  <a:cubicBezTo>
                    <a:pt x="269" y="24"/>
                    <a:pt x="269" y="24"/>
                    <a:pt x="269" y="24"/>
                  </a:cubicBezTo>
                  <a:cubicBezTo>
                    <a:pt x="271" y="25"/>
                    <a:pt x="271" y="24"/>
                    <a:pt x="272" y="23"/>
                  </a:cubicBezTo>
                  <a:cubicBezTo>
                    <a:pt x="272" y="23"/>
                    <a:pt x="272" y="23"/>
                    <a:pt x="272" y="23"/>
                  </a:cubicBezTo>
                  <a:close/>
                  <a:moveTo>
                    <a:pt x="273" y="12"/>
                  </a:moveTo>
                  <a:cubicBezTo>
                    <a:pt x="273" y="16"/>
                    <a:pt x="273" y="16"/>
                    <a:pt x="273" y="16"/>
                  </a:cubicBezTo>
                  <a:cubicBezTo>
                    <a:pt x="272" y="16"/>
                    <a:pt x="272" y="16"/>
                    <a:pt x="272" y="16"/>
                  </a:cubicBezTo>
                  <a:cubicBezTo>
                    <a:pt x="272" y="15"/>
                    <a:pt x="272" y="15"/>
                    <a:pt x="271" y="15"/>
                  </a:cubicBezTo>
                  <a:cubicBezTo>
                    <a:pt x="266" y="14"/>
                    <a:pt x="266" y="14"/>
                    <a:pt x="266" y="14"/>
                  </a:cubicBezTo>
                  <a:cubicBezTo>
                    <a:pt x="266" y="14"/>
                    <a:pt x="266" y="14"/>
                    <a:pt x="265" y="14"/>
                  </a:cubicBezTo>
                  <a:cubicBezTo>
                    <a:pt x="265" y="15"/>
                    <a:pt x="265" y="15"/>
                    <a:pt x="265" y="15"/>
                  </a:cubicBezTo>
                  <a:cubicBezTo>
                    <a:pt x="265" y="16"/>
                    <a:pt x="265" y="17"/>
                    <a:pt x="266" y="18"/>
                  </a:cubicBezTo>
                  <a:cubicBezTo>
                    <a:pt x="271" y="19"/>
                    <a:pt x="271" y="19"/>
                    <a:pt x="271" y="19"/>
                  </a:cubicBezTo>
                  <a:cubicBezTo>
                    <a:pt x="272" y="19"/>
                    <a:pt x="272" y="18"/>
                    <a:pt x="273" y="17"/>
                  </a:cubicBezTo>
                  <a:cubicBezTo>
                    <a:pt x="273" y="17"/>
                    <a:pt x="273" y="17"/>
                    <a:pt x="273" y="17"/>
                  </a:cubicBezTo>
                  <a:cubicBezTo>
                    <a:pt x="273" y="22"/>
                    <a:pt x="273" y="22"/>
                    <a:pt x="273" y="22"/>
                  </a:cubicBezTo>
                  <a:cubicBezTo>
                    <a:pt x="272" y="22"/>
                    <a:pt x="272" y="22"/>
                    <a:pt x="272" y="22"/>
                  </a:cubicBezTo>
                  <a:cubicBezTo>
                    <a:pt x="272" y="21"/>
                    <a:pt x="272" y="21"/>
                    <a:pt x="271" y="20"/>
                  </a:cubicBezTo>
                  <a:cubicBezTo>
                    <a:pt x="265" y="19"/>
                    <a:pt x="265" y="19"/>
                    <a:pt x="265" y="19"/>
                  </a:cubicBezTo>
                  <a:cubicBezTo>
                    <a:pt x="265" y="19"/>
                    <a:pt x="264" y="19"/>
                    <a:pt x="264" y="19"/>
                  </a:cubicBezTo>
                  <a:cubicBezTo>
                    <a:pt x="264" y="19"/>
                    <a:pt x="264" y="20"/>
                    <a:pt x="264" y="21"/>
                  </a:cubicBezTo>
                  <a:cubicBezTo>
                    <a:pt x="264" y="21"/>
                    <a:pt x="264" y="21"/>
                    <a:pt x="264" y="21"/>
                  </a:cubicBezTo>
                  <a:cubicBezTo>
                    <a:pt x="263" y="17"/>
                    <a:pt x="263" y="17"/>
                    <a:pt x="263" y="17"/>
                  </a:cubicBezTo>
                  <a:cubicBezTo>
                    <a:pt x="265" y="18"/>
                    <a:pt x="265" y="18"/>
                    <a:pt x="265" y="18"/>
                  </a:cubicBezTo>
                  <a:cubicBezTo>
                    <a:pt x="264" y="17"/>
                    <a:pt x="263" y="16"/>
                    <a:pt x="264" y="15"/>
                  </a:cubicBezTo>
                  <a:cubicBezTo>
                    <a:pt x="264" y="13"/>
                    <a:pt x="265" y="12"/>
                    <a:pt x="267" y="13"/>
                  </a:cubicBezTo>
                  <a:cubicBezTo>
                    <a:pt x="272" y="13"/>
                    <a:pt x="272" y="13"/>
                    <a:pt x="272" y="13"/>
                  </a:cubicBezTo>
                  <a:cubicBezTo>
                    <a:pt x="272" y="13"/>
                    <a:pt x="273" y="13"/>
                    <a:pt x="273" y="12"/>
                  </a:cubicBezTo>
                  <a:cubicBezTo>
                    <a:pt x="273" y="12"/>
                    <a:pt x="273" y="12"/>
                    <a:pt x="273" y="12"/>
                  </a:cubicBezTo>
                  <a:close/>
                  <a:moveTo>
                    <a:pt x="273" y="1"/>
                  </a:moveTo>
                  <a:cubicBezTo>
                    <a:pt x="273" y="2"/>
                    <a:pt x="273" y="2"/>
                    <a:pt x="274" y="2"/>
                  </a:cubicBezTo>
                  <a:cubicBezTo>
                    <a:pt x="274" y="3"/>
                    <a:pt x="274" y="3"/>
                    <a:pt x="274" y="3"/>
                  </a:cubicBezTo>
                  <a:cubicBezTo>
                    <a:pt x="274" y="4"/>
                    <a:pt x="274" y="4"/>
                    <a:pt x="272" y="5"/>
                  </a:cubicBezTo>
                  <a:cubicBezTo>
                    <a:pt x="273" y="5"/>
                    <a:pt x="273" y="5"/>
                    <a:pt x="274" y="6"/>
                  </a:cubicBezTo>
                  <a:cubicBezTo>
                    <a:pt x="274" y="7"/>
                    <a:pt x="274" y="7"/>
                    <a:pt x="274" y="7"/>
                  </a:cubicBezTo>
                  <a:cubicBezTo>
                    <a:pt x="274" y="8"/>
                    <a:pt x="274" y="9"/>
                    <a:pt x="273" y="9"/>
                  </a:cubicBezTo>
                  <a:cubicBezTo>
                    <a:pt x="273" y="9"/>
                    <a:pt x="272" y="10"/>
                    <a:pt x="272" y="10"/>
                  </a:cubicBezTo>
                  <a:cubicBezTo>
                    <a:pt x="270" y="10"/>
                    <a:pt x="270" y="9"/>
                    <a:pt x="269" y="8"/>
                  </a:cubicBezTo>
                  <a:cubicBezTo>
                    <a:pt x="268" y="7"/>
                    <a:pt x="268" y="6"/>
                    <a:pt x="268" y="5"/>
                  </a:cubicBezTo>
                  <a:cubicBezTo>
                    <a:pt x="267" y="5"/>
                    <a:pt x="267" y="5"/>
                    <a:pt x="267" y="5"/>
                  </a:cubicBezTo>
                  <a:cubicBezTo>
                    <a:pt x="265" y="5"/>
                    <a:pt x="264" y="5"/>
                    <a:pt x="264" y="6"/>
                  </a:cubicBezTo>
                  <a:cubicBezTo>
                    <a:pt x="264" y="7"/>
                    <a:pt x="265" y="7"/>
                    <a:pt x="265" y="7"/>
                  </a:cubicBezTo>
                  <a:cubicBezTo>
                    <a:pt x="266" y="7"/>
                    <a:pt x="266" y="7"/>
                    <a:pt x="266" y="7"/>
                  </a:cubicBezTo>
                  <a:cubicBezTo>
                    <a:pt x="266" y="7"/>
                    <a:pt x="266" y="7"/>
                    <a:pt x="266" y="7"/>
                  </a:cubicBezTo>
                  <a:cubicBezTo>
                    <a:pt x="266" y="7"/>
                    <a:pt x="266" y="7"/>
                    <a:pt x="267" y="8"/>
                  </a:cubicBezTo>
                  <a:cubicBezTo>
                    <a:pt x="267" y="8"/>
                    <a:pt x="267" y="8"/>
                    <a:pt x="267" y="9"/>
                  </a:cubicBezTo>
                  <a:cubicBezTo>
                    <a:pt x="267" y="9"/>
                    <a:pt x="267" y="9"/>
                    <a:pt x="267" y="9"/>
                  </a:cubicBezTo>
                  <a:cubicBezTo>
                    <a:pt x="266" y="10"/>
                    <a:pt x="266" y="10"/>
                    <a:pt x="266" y="10"/>
                  </a:cubicBezTo>
                  <a:cubicBezTo>
                    <a:pt x="266" y="10"/>
                    <a:pt x="265" y="9"/>
                    <a:pt x="265" y="9"/>
                  </a:cubicBezTo>
                  <a:cubicBezTo>
                    <a:pt x="264" y="8"/>
                    <a:pt x="264" y="7"/>
                    <a:pt x="264" y="7"/>
                  </a:cubicBezTo>
                  <a:cubicBezTo>
                    <a:pt x="264" y="5"/>
                    <a:pt x="265" y="5"/>
                    <a:pt x="265" y="4"/>
                  </a:cubicBezTo>
                  <a:cubicBezTo>
                    <a:pt x="266" y="4"/>
                    <a:pt x="266" y="3"/>
                    <a:pt x="268" y="3"/>
                  </a:cubicBezTo>
                  <a:cubicBezTo>
                    <a:pt x="272" y="3"/>
                    <a:pt x="272" y="3"/>
                    <a:pt x="272" y="3"/>
                  </a:cubicBezTo>
                  <a:cubicBezTo>
                    <a:pt x="272" y="3"/>
                    <a:pt x="273" y="3"/>
                    <a:pt x="273" y="3"/>
                  </a:cubicBezTo>
                  <a:cubicBezTo>
                    <a:pt x="273" y="3"/>
                    <a:pt x="273" y="3"/>
                    <a:pt x="272" y="2"/>
                  </a:cubicBezTo>
                  <a:cubicBezTo>
                    <a:pt x="273" y="1"/>
                    <a:pt x="273" y="1"/>
                    <a:pt x="273" y="1"/>
                  </a:cubicBezTo>
                  <a:close/>
                  <a:moveTo>
                    <a:pt x="272" y="5"/>
                  </a:moveTo>
                  <a:cubicBezTo>
                    <a:pt x="268" y="5"/>
                    <a:pt x="268" y="5"/>
                    <a:pt x="268" y="5"/>
                  </a:cubicBezTo>
                  <a:cubicBezTo>
                    <a:pt x="269" y="6"/>
                    <a:pt x="269" y="7"/>
                    <a:pt x="269" y="7"/>
                  </a:cubicBezTo>
                  <a:cubicBezTo>
                    <a:pt x="270" y="8"/>
                    <a:pt x="270" y="8"/>
                    <a:pt x="271" y="8"/>
                  </a:cubicBezTo>
                  <a:cubicBezTo>
                    <a:pt x="272" y="8"/>
                    <a:pt x="272" y="8"/>
                    <a:pt x="272" y="7"/>
                  </a:cubicBezTo>
                  <a:cubicBezTo>
                    <a:pt x="273" y="6"/>
                    <a:pt x="272" y="5"/>
                    <a:pt x="272"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1" name="Freeform 41"/>
            <p:cNvSpPr/>
            <p:nvPr/>
          </p:nvSpPr>
          <p:spPr bwMode="auto">
            <a:xfrm>
              <a:off x="8913875" y="4712004"/>
              <a:ext cx="161925" cy="150813"/>
            </a:xfrm>
            <a:custGeom>
              <a:avLst/>
              <a:gdLst>
                <a:gd name="T0" fmla="*/ 86 w 108"/>
                <a:gd name="T1" fmla="*/ 99 h 100"/>
                <a:gd name="T2" fmla="*/ 46 w 108"/>
                <a:gd name="T3" fmla="*/ 0 h 100"/>
                <a:gd name="T4" fmla="*/ 56 w 108"/>
                <a:gd name="T5" fmla="*/ 58 h 100"/>
                <a:gd name="T6" fmla="*/ 0 w 108"/>
                <a:gd name="T7" fmla="*/ 100 h 100"/>
                <a:gd name="T8" fmla="*/ 57 w 108"/>
                <a:gd name="T9" fmla="*/ 59 h 100"/>
                <a:gd name="T10" fmla="*/ 65 w 108"/>
                <a:gd name="T11" fmla="*/ 18 h 100"/>
                <a:gd name="T12" fmla="*/ 41 w 108"/>
                <a:gd name="T13" fmla="*/ 97 h 100"/>
                <a:gd name="T14" fmla="*/ 64 w 108"/>
                <a:gd name="T15" fmla="*/ 14 h 100"/>
                <a:gd name="T16" fmla="*/ 65 w 108"/>
                <a:gd name="T17" fmla="*/ 98 h 100"/>
                <a:gd name="T18" fmla="*/ 62 w 108"/>
                <a:gd name="T19" fmla="*/ 9 h 100"/>
                <a:gd name="T20" fmla="*/ 86 w 108"/>
                <a:gd name="T21" fmla="*/ 99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8" h="100">
                  <a:moveTo>
                    <a:pt x="86" y="99"/>
                  </a:moveTo>
                  <a:cubicBezTo>
                    <a:pt x="108" y="48"/>
                    <a:pt x="88" y="16"/>
                    <a:pt x="46" y="0"/>
                  </a:cubicBezTo>
                  <a:cubicBezTo>
                    <a:pt x="71" y="10"/>
                    <a:pt x="66" y="42"/>
                    <a:pt x="56" y="58"/>
                  </a:cubicBezTo>
                  <a:cubicBezTo>
                    <a:pt x="45" y="74"/>
                    <a:pt x="28" y="87"/>
                    <a:pt x="0" y="100"/>
                  </a:cubicBezTo>
                  <a:cubicBezTo>
                    <a:pt x="30" y="88"/>
                    <a:pt x="48" y="73"/>
                    <a:pt x="57" y="59"/>
                  </a:cubicBezTo>
                  <a:cubicBezTo>
                    <a:pt x="65" y="44"/>
                    <a:pt x="67" y="32"/>
                    <a:pt x="65" y="18"/>
                  </a:cubicBezTo>
                  <a:cubicBezTo>
                    <a:pt x="78" y="47"/>
                    <a:pt x="67" y="72"/>
                    <a:pt x="41" y="97"/>
                  </a:cubicBezTo>
                  <a:cubicBezTo>
                    <a:pt x="71" y="71"/>
                    <a:pt x="81" y="43"/>
                    <a:pt x="64" y="14"/>
                  </a:cubicBezTo>
                  <a:cubicBezTo>
                    <a:pt x="89" y="42"/>
                    <a:pt x="82" y="72"/>
                    <a:pt x="65" y="98"/>
                  </a:cubicBezTo>
                  <a:cubicBezTo>
                    <a:pt x="86" y="68"/>
                    <a:pt x="90" y="36"/>
                    <a:pt x="62" y="9"/>
                  </a:cubicBezTo>
                  <a:cubicBezTo>
                    <a:pt x="96" y="30"/>
                    <a:pt x="101" y="59"/>
                    <a:pt x="86" y="9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2" name="Freeform 42"/>
            <p:cNvSpPr/>
            <p:nvPr/>
          </p:nvSpPr>
          <p:spPr bwMode="auto">
            <a:xfrm>
              <a:off x="8942450" y="4694541"/>
              <a:ext cx="49213" cy="20638"/>
            </a:xfrm>
            <a:custGeom>
              <a:avLst/>
              <a:gdLst>
                <a:gd name="T0" fmla="*/ 19 w 33"/>
                <a:gd name="T1" fmla="*/ 14 h 14"/>
                <a:gd name="T2" fmla="*/ 0 w 33"/>
                <a:gd name="T3" fmla="*/ 0 h 14"/>
                <a:gd name="T4" fmla="*/ 33 w 33"/>
                <a:gd name="T5" fmla="*/ 5 h 14"/>
                <a:gd name="T6" fmla="*/ 18 w 33"/>
                <a:gd name="T7" fmla="*/ 6 h 14"/>
                <a:gd name="T8" fmla="*/ 19 w 33"/>
                <a:gd name="T9" fmla="*/ 14 h 14"/>
              </a:gdLst>
              <a:ahLst/>
              <a:cxnLst>
                <a:cxn ang="0">
                  <a:pos x="T0" y="T1"/>
                </a:cxn>
                <a:cxn ang="0">
                  <a:pos x="T2" y="T3"/>
                </a:cxn>
                <a:cxn ang="0">
                  <a:pos x="T4" y="T5"/>
                </a:cxn>
                <a:cxn ang="0">
                  <a:pos x="T6" y="T7"/>
                </a:cxn>
                <a:cxn ang="0">
                  <a:pos x="T8" y="T9"/>
                </a:cxn>
              </a:cxnLst>
              <a:rect l="0" t="0" r="r" b="b"/>
              <a:pathLst>
                <a:path w="33" h="14">
                  <a:moveTo>
                    <a:pt x="19" y="14"/>
                  </a:moveTo>
                  <a:cubicBezTo>
                    <a:pt x="13" y="8"/>
                    <a:pt x="8" y="4"/>
                    <a:pt x="0" y="0"/>
                  </a:cubicBezTo>
                  <a:cubicBezTo>
                    <a:pt x="11" y="0"/>
                    <a:pt x="25" y="3"/>
                    <a:pt x="33" y="5"/>
                  </a:cubicBezTo>
                  <a:cubicBezTo>
                    <a:pt x="24" y="4"/>
                    <a:pt x="20" y="5"/>
                    <a:pt x="18" y="6"/>
                  </a:cubicBezTo>
                  <a:cubicBezTo>
                    <a:pt x="16" y="8"/>
                    <a:pt x="17" y="10"/>
                    <a:pt x="19"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3" name="Freeform 43"/>
            <p:cNvSpPr/>
            <p:nvPr/>
          </p:nvSpPr>
          <p:spPr bwMode="auto">
            <a:xfrm>
              <a:off x="8867838" y="4856466"/>
              <a:ext cx="195263" cy="30163"/>
            </a:xfrm>
            <a:custGeom>
              <a:avLst/>
              <a:gdLst>
                <a:gd name="T0" fmla="*/ 70 w 131"/>
                <a:gd name="T1" fmla="*/ 20 h 20"/>
                <a:gd name="T2" fmla="*/ 77 w 131"/>
                <a:gd name="T3" fmla="*/ 12 h 20"/>
                <a:gd name="T4" fmla="*/ 100 w 131"/>
                <a:gd name="T5" fmla="*/ 12 h 20"/>
                <a:gd name="T6" fmla="*/ 131 w 131"/>
                <a:gd name="T7" fmla="*/ 14 h 20"/>
                <a:gd name="T8" fmla="*/ 124 w 131"/>
                <a:gd name="T9" fmla="*/ 8 h 20"/>
                <a:gd name="T10" fmla="*/ 101 w 131"/>
                <a:gd name="T11" fmla="*/ 5 h 20"/>
                <a:gd name="T12" fmla="*/ 77 w 131"/>
                <a:gd name="T13" fmla="*/ 0 h 20"/>
                <a:gd name="T14" fmla="*/ 65 w 131"/>
                <a:gd name="T15" fmla="*/ 12 h 20"/>
                <a:gd name="T16" fmla="*/ 53 w 131"/>
                <a:gd name="T17" fmla="*/ 0 h 20"/>
                <a:gd name="T18" fmla="*/ 30 w 131"/>
                <a:gd name="T19" fmla="*/ 5 h 20"/>
                <a:gd name="T20" fmla="*/ 7 w 131"/>
                <a:gd name="T21" fmla="*/ 8 h 20"/>
                <a:gd name="T22" fmla="*/ 0 w 131"/>
                <a:gd name="T23" fmla="*/ 14 h 20"/>
                <a:gd name="T24" fmla="*/ 31 w 131"/>
                <a:gd name="T25" fmla="*/ 12 h 20"/>
                <a:gd name="T26" fmla="*/ 54 w 131"/>
                <a:gd name="T27" fmla="*/ 12 h 20"/>
                <a:gd name="T28" fmla="*/ 61 w 131"/>
                <a:gd name="T29" fmla="*/ 20 h 20"/>
                <a:gd name="T30" fmla="*/ 70 w 131"/>
                <a:gd name="T31"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31" h="20">
                  <a:moveTo>
                    <a:pt x="70" y="20"/>
                  </a:moveTo>
                  <a:cubicBezTo>
                    <a:pt x="70" y="16"/>
                    <a:pt x="71" y="14"/>
                    <a:pt x="77" y="12"/>
                  </a:cubicBezTo>
                  <a:cubicBezTo>
                    <a:pt x="83" y="10"/>
                    <a:pt x="89" y="11"/>
                    <a:pt x="100" y="12"/>
                  </a:cubicBezTo>
                  <a:cubicBezTo>
                    <a:pt x="111" y="14"/>
                    <a:pt x="120" y="15"/>
                    <a:pt x="131" y="14"/>
                  </a:cubicBezTo>
                  <a:cubicBezTo>
                    <a:pt x="127" y="12"/>
                    <a:pt x="126" y="10"/>
                    <a:pt x="124" y="8"/>
                  </a:cubicBezTo>
                  <a:cubicBezTo>
                    <a:pt x="115" y="8"/>
                    <a:pt x="109" y="7"/>
                    <a:pt x="101" y="5"/>
                  </a:cubicBezTo>
                  <a:cubicBezTo>
                    <a:pt x="93" y="2"/>
                    <a:pt x="83" y="0"/>
                    <a:pt x="77" y="0"/>
                  </a:cubicBezTo>
                  <a:cubicBezTo>
                    <a:pt x="71" y="1"/>
                    <a:pt x="67" y="4"/>
                    <a:pt x="65" y="12"/>
                  </a:cubicBezTo>
                  <a:cubicBezTo>
                    <a:pt x="63" y="4"/>
                    <a:pt x="59" y="1"/>
                    <a:pt x="53" y="0"/>
                  </a:cubicBezTo>
                  <a:cubicBezTo>
                    <a:pt x="47" y="0"/>
                    <a:pt x="38" y="2"/>
                    <a:pt x="30" y="5"/>
                  </a:cubicBezTo>
                  <a:cubicBezTo>
                    <a:pt x="22" y="7"/>
                    <a:pt x="16" y="8"/>
                    <a:pt x="7" y="8"/>
                  </a:cubicBezTo>
                  <a:cubicBezTo>
                    <a:pt x="5" y="10"/>
                    <a:pt x="4" y="12"/>
                    <a:pt x="0" y="14"/>
                  </a:cubicBezTo>
                  <a:cubicBezTo>
                    <a:pt x="11" y="15"/>
                    <a:pt x="20" y="14"/>
                    <a:pt x="31" y="12"/>
                  </a:cubicBezTo>
                  <a:cubicBezTo>
                    <a:pt x="41" y="11"/>
                    <a:pt x="48" y="10"/>
                    <a:pt x="54" y="12"/>
                  </a:cubicBezTo>
                  <a:cubicBezTo>
                    <a:pt x="60" y="14"/>
                    <a:pt x="61" y="16"/>
                    <a:pt x="61" y="20"/>
                  </a:cubicBezTo>
                  <a:cubicBezTo>
                    <a:pt x="70" y="20"/>
                    <a:pt x="70" y="20"/>
                    <a:pt x="70" y="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4" name="Freeform 44"/>
            <p:cNvSpPr>
              <a:spLocks noEditPoints="1"/>
            </p:cNvSpPr>
            <p:nvPr/>
          </p:nvSpPr>
          <p:spPr bwMode="auto">
            <a:xfrm>
              <a:off x="8840850" y="4681841"/>
              <a:ext cx="252413" cy="257175"/>
            </a:xfrm>
            <a:custGeom>
              <a:avLst/>
              <a:gdLst>
                <a:gd name="T0" fmla="*/ 85 w 170"/>
                <a:gd name="T1" fmla="*/ 0 h 171"/>
                <a:gd name="T2" fmla="*/ 0 w 170"/>
                <a:gd name="T3" fmla="*/ 86 h 171"/>
                <a:gd name="T4" fmla="*/ 85 w 170"/>
                <a:gd name="T5" fmla="*/ 171 h 171"/>
                <a:gd name="T6" fmla="*/ 170 w 170"/>
                <a:gd name="T7" fmla="*/ 86 h 171"/>
                <a:gd name="T8" fmla="*/ 85 w 170"/>
                <a:gd name="T9" fmla="*/ 0 h 171"/>
                <a:gd name="T10" fmla="*/ 85 w 170"/>
                <a:gd name="T11" fmla="*/ 168 h 171"/>
                <a:gd name="T12" fmla="*/ 2 w 170"/>
                <a:gd name="T13" fmla="*/ 85 h 171"/>
                <a:gd name="T14" fmla="*/ 85 w 170"/>
                <a:gd name="T15" fmla="*/ 3 h 171"/>
                <a:gd name="T16" fmla="*/ 167 w 170"/>
                <a:gd name="T17" fmla="*/ 85 h 171"/>
                <a:gd name="T18" fmla="*/ 85 w 170"/>
                <a:gd name="T19" fmla="*/ 168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0" h="171">
                  <a:moveTo>
                    <a:pt x="85" y="0"/>
                  </a:moveTo>
                  <a:cubicBezTo>
                    <a:pt x="38" y="0"/>
                    <a:pt x="0" y="38"/>
                    <a:pt x="0" y="86"/>
                  </a:cubicBezTo>
                  <a:cubicBezTo>
                    <a:pt x="0" y="132"/>
                    <a:pt x="38" y="171"/>
                    <a:pt x="85" y="171"/>
                  </a:cubicBezTo>
                  <a:cubicBezTo>
                    <a:pt x="132" y="171"/>
                    <a:pt x="170" y="133"/>
                    <a:pt x="170" y="86"/>
                  </a:cubicBezTo>
                  <a:cubicBezTo>
                    <a:pt x="170" y="38"/>
                    <a:pt x="132" y="0"/>
                    <a:pt x="85" y="0"/>
                  </a:cubicBezTo>
                  <a:close/>
                  <a:moveTo>
                    <a:pt x="85" y="168"/>
                  </a:moveTo>
                  <a:cubicBezTo>
                    <a:pt x="39" y="168"/>
                    <a:pt x="2" y="131"/>
                    <a:pt x="2" y="85"/>
                  </a:cubicBezTo>
                  <a:cubicBezTo>
                    <a:pt x="2" y="40"/>
                    <a:pt x="39" y="3"/>
                    <a:pt x="85" y="3"/>
                  </a:cubicBezTo>
                  <a:cubicBezTo>
                    <a:pt x="130" y="3"/>
                    <a:pt x="167" y="40"/>
                    <a:pt x="167" y="85"/>
                  </a:cubicBezTo>
                  <a:cubicBezTo>
                    <a:pt x="167" y="131"/>
                    <a:pt x="130" y="168"/>
                    <a:pt x="85" y="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5" name="Freeform 45"/>
            <p:cNvSpPr>
              <a:spLocks noEditPoints="1"/>
            </p:cNvSpPr>
            <p:nvPr/>
          </p:nvSpPr>
          <p:spPr bwMode="auto">
            <a:xfrm>
              <a:off x="9091675" y="4667554"/>
              <a:ext cx="39688" cy="36513"/>
            </a:xfrm>
            <a:custGeom>
              <a:avLst/>
              <a:gdLst>
                <a:gd name="T0" fmla="*/ 13 w 26"/>
                <a:gd name="T1" fmla="*/ 16 h 25"/>
                <a:gd name="T2" fmla="*/ 11 w 26"/>
                <a:gd name="T3" fmla="*/ 25 h 25"/>
                <a:gd name="T4" fmla="*/ 7 w 26"/>
                <a:gd name="T5" fmla="*/ 24 h 25"/>
                <a:gd name="T6" fmla="*/ 9 w 26"/>
                <a:gd name="T7" fmla="*/ 19 h 25"/>
                <a:gd name="T8" fmla="*/ 10 w 26"/>
                <a:gd name="T9" fmla="*/ 14 h 25"/>
                <a:gd name="T10" fmla="*/ 10 w 26"/>
                <a:gd name="T11" fmla="*/ 14 h 25"/>
                <a:gd name="T12" fmla="*/ 13 w 26"/>
                <a:gd name="T13" fmla="*/ 16 h 25"/>
                <a:gd name="T14" fmla="*/ 25 w 26"/>
                <a:gd name="T15" fmla="*/ 0 h 25"/>
                <a:gd name="T16" fmla="*/ 26 w 26"/>
                <a:gd name="T17" fmla="*/ 2 h 25"/>
                <a:gd name="T18" fmla="*/ 21 w 26"/>
                <a:gd name="T19" fmla="*/ 7 h 25"/>
                <a:gd name="T20" fmla="*/ 18 w 26"/>
                <a:gd name="T21" fmla="*/ 9 h 25"/>
                <a:gd name="T22" fmla="*/ 22 w 26"/>
                <a:gd name="T23" fmla="*/ 11 h 25"/>
                <a:gd name="T24" fmla="*/ 22 w 26"/>
                <a:gd name="T25" fmla="*/ 11 h 25"/>
                <a:gd name="T26" fmla="*/ 23 w 26"/>
                <a:gd name="T27" fmla="*/ 9 h 25"/>
                <a:gd name="T28" fmla="*/ 23 w 26"/>
                <a:gd name="T29" fmla="*/ 9 h 25"/>
                <a:gd name="T30" fmla="*/ 24 w 26"/>
                <a:gd name="T31" fmla="*/ 9 h 25"/>
                <a:gd name="T32" fmla="*/ 25 w 26"/>
                <a:gd name="T33" fmla="*/ 14 h 25"/>
                <a:gd name="T34" fmla="*/ 26 w 26"/>
                <a:gd name="T35" fmla="*/ 15 h 25"/>
                <a:gd name="T36" fmla="*/ 26 w 26"/>
                <a:gd name="T37" fmla="*/ 16 h 25"/>
                <a:gd name="T38" fmla="*/ 25 w 26"/>
                <a:gd name="T39" fmla="*/ 16 h 25"/>
                <a:gd name="T40" fmla="*/ 23 w 26"/>
                <a:gd name="T41" fmla="*/ 16 h 25"/>
                <a:gd name="T42" fmla="*/ 22 w 26"/>
                <a:gd name="T43" fmla="*/ 15 h 25"/>
                <a:gd name="T44" fmla="*/ 13 w 26"/>
                <a:gd name="T45" fmla="*/ 11 h 25"/>
                <a:gd name="T46" fmla="*/ 4 w 26"/>
                <a:gd name="T47" fmla="*/ 13 h 25"/>
                <a:gd name="T48" fmla="*/ 2 w 26"/>
                <a:gd name="T49" fmla="*/ 8 h 25"/>
                <a:gd name="T50" fmla="*/ 2 w 26"/>
                <a:gd name="T51" fmla="*/ 8 h 25"/>
                <a:gd name="T52" fmla="*/ 3 w 26"/>
                <a:gd name="T53" fmla="*/ 8 h 25"/>
                <a:gd name="T54" fmla="*/ 5 w 26"/>
                <a:gd name="T55" fmla="*/ 10 h 25"/>
                <a:gd name="T56" fmla="*/ 11 w 26"/>
                <a:gd name="T57" fmla="*/ 10 h 25"/>
                <a:gd name="T58" fmla="*/ 11 w 26"/>
                <a:gd name="T59" fmla="*/ 9 h 25"/>
                <a:gd name="T60" fmla="*/ 8 w 26"/>
                <a:gd name="T61" fmla="*/ 3 h 25"/>
                <a:gd name="T62" fmla="*/ 9 w 26"/>
                <a:gd name="T63" fmla="*/ 2 h 25"/>
                <a:gd name="T64" fmla="*/ 10 w 26"/>
                <a:gd name="T65" fmla="*/ 2 h 25"/>
                <a:gd name="T66" fmla="*/ 11 w 26"/>
                <a:gd name="T67" fmla="*/ 5 h 25"/>
                <a:gd name="T68" fmla="*/ 12 w 26"/>
                <a:gd name="T69" fmla="*/ 6 h 25"/>
                <a:gd name="T70" fmla="*/ 15 w 26"/>
                <a:gd name="T71" fmla="*/ 8 h 25"/>
                <a:gd name="T72" fmla="*/ 22 w 26"/>
                <a:gd name="T73" fmla="*/ 2 h 25"/>
                <a:gd name="T74" fmla="*/ 24 w 26"/>
                <a:gd name="T75" fmla="*/ 0 h 25"/>
                <a:gd name="T76" fmla="*/ 25 w 26"/>
                <a:gd name="T77"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6" h="25">
                  <a:moveTo>
                    <a:pt x="13" y="16"/>
                  </a:moveTo>
                  <a:cubicBezTo>
                    <a:pt x="14" y="18"/>
                    <a:pt x="13" y="24"/>
                    <a:pt x="11" y="25"/>
                  </a:cubicBezTo>
                  <a:cubicBezTo>
                    <a:pt x="10" y="25"/>
                    <a:pt x="7" y="25"/>
                    <a:pt x="7" y="24"/>
                  </a:cubicBezTo>
                  <a:cubicBezTo>
                    <a:pt x="7" y="22"/>
                    <a:pt x="8" y="21"/>
                    <a:pt x="9" y="19"/>
                  </a:cubicBezTo>
                  <a:cubicBezTo>
                    <a:pt x="10" y="18"/>
                    <a:pt x="9" y="16"/>
                    <a:pt x="10" y="14"/>
                  </a:cubicBezTo>
                  <a:cubicBezTo>
                    <a:pt x="10" y="14"/>
                    <a:pt x="10" y="14"/>
                    <a:pt x="10" y="14"/>
                  </a:cubicBezTo>
                  <a:cubicBezTo>
                    <a:pt x="11" y="15"/>
                    <a:pt x="12" y="15"/>
                    <a:pt x="13" y="16"/>
                  </a:cubicBezTo>
                  <a:close/>
                  <a:moveTo>
                    <a:pt x="25" y="0"/>
                  </a:moveTo>
                  <a:cubicBezTo>
                    <a:pt x="25" y="0"/>
                    <a:pt x="26" y="1"/>
                    <a:pt x="26" y="2"/>
                  </a:cubicBezTo>
                  <a:cubicBezTo>
                    <a:pt x="26" y="3"/>
                    <a:pt x="23" y="6"/>
                    <a:pt x="21" y="7"/>
                  </a:cubicBezTo>
                  <a:cubicBezTo>
                    <a:pt x="20" y="8"/>
                    <a:pt x="19" y="8"/>
                    <a:pt x="18" y="9"/>
                  </a:cubicBezTo>
                  <a:cubicBezTo>
                    <a:pt x="19" y="10"/>
                    <a:pt x="20" y="11"/>
                    <a:pt x="22" y="11"/>
                  </a:cubicBezTo>
                  <a:cubicBezTo>
                    <a:pt x="22" y="11"/>
                    <a:pt x="22" y="11"/>
                    <a:pt x="22" y="11"/>
                  </a:cubicBezTo>
                  <a:cubicBezTo>
                    <a:pt x="23" y="10"/>
                    <a:pt x="23" y="10"/>
                    <a:pt x="23" y="9"/>
                  </a:cubicBezTo>
                  <a:cubicBezTo>
                    <a:pt x="23" y="9"/>
                    <a:pt x="23" y="9"/>
                    <a:pt x="23" y="9"/>
                  </a:cubicBezTo>
                  <a:cubicBezTo>
                    <a:pt x="23" y="9"/>
                    <a:pt x="23" y="9"/>
                    <a:pt x="24" y="9"/>
                  </a:cubicBezTo>
                  <a:cubicBezTo>
                    <a:pt x="23" y="11"/>
                    <a:pt x="24" y="12"/>
                    <a:pt x="25" y="14"/>
                  </a:cubicBezTo>
                  <a:cubicBezTo>
                    <a:pt x="26" y="14"/>
                    <a:pt x="25" y="15"/>
                    <a:pt x="26" y="15"/>
                  </a:cubicBezTo>
                  <a:cubicBezTo>
                    <a:pt x="26" y="16"/>
                    <a:pt x="26" y="15"/>
                    <a:pt x="26" y="16"/>
                  </a:cubicBezTo>
                  <a:cubicBezTo>
                    <a:pt x="25" y="16"/>
                    <a:pt x="25" y="16"/>
                    <a:pt x="25" y="16"/>
                  </a:cubicBezTo>
                  <a:cubicBezTo>
                    <a:pt x="24" y="16"/>
                    <a:pt x="24" y="16"/>
                    <a:pt x="23" y="16"/>
                  </a:cubicBezTo>
                  <a:cubicBezTo>
                    <a:pt x="23" y="16"/>
                    <a:pt x="22" y="15"/>
                    <a:pt x="22" y="15"/>
                  </a:cubicBezTo>
                  <a:cubicBezTo>
                    <a:pt x="19" y="13"/>
                    <a:pt x="16" y="11"/>
                    <a:pt x="13" y="11"/>
                  </a:cubicBezTo>
                  <a:cubicBezTo>
                    <a:pt x="11" y="12"/>
                    <a:pt x="6" y="14"/>
                    <a:pt x="4" y="13"/>
                  </a:cubicBezTo>
                  <a:cubicBezTo>
                    <a:pt x="2" y="13"/>
                    <a:pt x="0" y="9"/>
                    <a:pt x="2" y="8"/>
                  </a:cubicBezTo>
                  <a:cubicBezTo>
                    <a:pt x="2" y="8"/>
                    <a:pt x="2" y="8"/>
                    <a:pt x="2" y="8"/>
                  </a:cubicBezTo>
                  <a:cubicBezTo>
                    <a:pt x="2" y="8"/>
                    <a:pt x="3" y="8"/>
                    <a:pt x="3" y="8"/>
                  </a:cubicBezTo>
                  <a:cubicBezTo>
                    <a:pt x="4" y="9"/>
                    <a:pt x="5" y="10"/>
                    <a:pt x="5" y="10"/>
                  </a:cubicBezTo>
                  <a:cubicBezTo>
                    <a:pt x="7" y="10"/>
                    <a:pt x="10" y="10"/>
                    <a:pt x="11" y="10"/>
                  </a:cubicBezTo>
                  <a:cubicBezTo>
                    <a:pt x="11" y="9"/>
                    <a:pt x="11" y="9"/>
                    <a:pt x="11" y="9"/>
                  </a:cubicBezTo>
                  <a:cubicBezTo>
                    <a:pt x="9" y="6"/>
                    <a:pt x="7" y="6"/>
                    <a:pt x="8" y="3"/>
                  </a:cubicBezTo>
                  <a:cubicBezTo>
                    <a:pt x="8" y="2"/>
                    <a:pt x="9" y="2"/>
                    <a:pt x="9" y="2"/>
                  </a:cubicBezTo>
                  <a:cubicBezTo>
                    <a:pt x="9" y="2"/>
                    <a:pt x="10" y="2"/>
                    <a:pt x="10" y="2"/>
                  </a:cubicBezTo>
                  <a:cubicBezTo>
                    <a:pt x="10" y="3"/>
                    <a:pt x="11" y="4"/>
                    <a:pt x="11" y="5"/>
                  </a:cubicBezTo>
                  <a:cubicBezTo>
                    <a:pt x="12" y="5"/>
                    <a:pt x="12" y="6"/>
                    <a:pt x="12" y="6"/>
                  </a:cubicBezTo>
                  <a:cubicBezTo>
                    <a:pt x="13" y="6"/>
                    <a:pt x="14" y="8"/>
                    <a:pt x="15" y="8"/>
                  </a:cubicBezTo>
                  <a:cubicBezTo>
                    <a:pt x="16" y="8"/>
                    <a:pt x="21" y="4"/>
                    <a:pt x="22" y="2"/>
                  </a:cubicBezTo>
                  <a:cubicBezTo>
                    <a:pt x="23" y="2"/>
                    <a:pt x="23" y="0"/>
                    <a:pt x="24" y="0"/>
                  </a:cubicBezTo>
                  <a:cubicBezTo>
                    <a:pt x="25" y="0"/>
                    <a:pt x="25" y="0"/>
                    <a:pt x="2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6" name="Freeform 46"/>
            <p:cNvSpPr>
              <a:spLocks noEditPoints="1"/>
            </p:cNvSpPr>
            <p:nvPr/>
          </p:nvSpPr>
          <p:spPr bwMode="auto">
            <a:xfrm>
              <a:off x="9120250" y="4715179"/>
              <a:ext cx="53975" cy="44450"/>
            </a:xfrm>
            <a:custGeom>
              <a:avLst/>
              <a:gdLst>
                <a:gd name="T0" fmla="*/ 32 w 36"/>
                <a:gd name="T1" fmla="*/ 11 h 30"/>
                <a:gd name="T2" fmla="*/ 36 w 36"/>
                <a:gd name="T3" fmla="*/ 16 h 30"/>
                <a:gd name="T4" fmla="*/ 30 w 36"/>
                <a:gd name="T5" fmla="*/ 16 h 30"/>
                <a:gd name="T6" fmla="*/ 26 w 36"/>
                <a:gd name="T7" fmla="*/ 13 h 30"/>
                <a:gd name="T8" fmla="*/ 27 w 36"/>
                <a:gd name="T9" fmla="*/ 16 h 30"/>
                <a:gd name="T10" fmla="*/ 23 w 36"/>
                <a:gd name="T11" fmla="*/ 22 h 30"/>
                <a:gd name="T12" fmla="*/ 14 w 36"/>
                <a:gd name="T13" fmla="*/ 21 h 30"/>
                <a:gd name="T14" fmla="*/ 14 w 36"/>
                <a:gd name="T15" fmla="*/ 24 h 30"/>
                <a:gd name="T16" fmla="*/ 14 w 36"/>
                <a:gd name="T17" fmla="*/ 30 h 30"/>
                <a:gd name="T18" fmla="*/ 10 w 36"/>
                <a:gd name="T19" fmla="*/ 24 h 30"/>
                <a:gd name="T20" fmla="*/ 1 w 36"/>
                <a:gd name="T21" fmla="*/ 18 h 30"/>
                <a:gd name="T22" fmla="*/ 3 w 36"/>
                <a:gd name="T23" fmla="*/ 19 h 30"/>
                <a:gd name="T24" fmla="*/ 9 w 36"/>
                <a:gd name="T25" fmla="*/ 24 h 30"/>
                <a:gd name="T26" fmla="*/ 9 w 36"/>
                <a:gd name="T27" fmla="*/ 23 h 30"/>
                <a:gd name="T28" fmla="*/ 6 w 36"/>
                <a:gd name="T29" fmla="*/ 20 h 30"/>
                <a:gd name="T30" fmla="*/ 4 w 36"/>
                <a:gd name="T31" fmla="*/ 12 h 30"/>
                <a:gd name="T32" fmla="*/ 8 w 36"/>
                <a:gd name="T33" fmla="*/ 18 h 30"/>
                <a:gd name="T34" fmla="*/ 12 w 36"/>
                <a:gd name="T35" fmla="*/ 20 h 30"/>
                <a:gd name="T36" fmla="*/ 17 w 36"/>
                <a:gd name="T37" fmla="*/ 19 h 30"/>
                <a:gd name="T38" fmla="*/ 14 w 36"/>
                <a:gd name="T39" fmla="*/ 16 h 30"/>
                <a:gd name="T40" fmla="*/ 21 w 36"/>
                <a:gd name="T41" fmla="*/ 20 h 30"/>
                <a:gd name="T42" fmla="*/ 24 w 36"/>
                <a:gd name="T43" fmla="*/ 18 h 30"/>
                <a:gd name="T44" fmla="*/ 14 w 36"/>
                <a:gd name="T45" fmla="*/ 12 h 30"/>
                <a:gd name="T46" fmla="*/ 10 w 36"/>
                <a:gd name="T47" fmla="*/ 14 h 30"/>
                <a:gd name="T48" fmla="*/ 10 w 36"/>
                <a:gd name="T49" fmla="*/ 12 h 30"/>
                <a:gd name="T50" fmla="*/ 14 w 36"/>
                <a:gd name="T51" fmla="*/ 6 h 30"/>
                <a:gd name="T52" fmla="*/ 21 w 36"/>
                <a:gd name="T53" fmla="*/ 10 h 30"/>
                <a:gd name="T54" fmla="*/ 32 w 36"/>
                <a:gd name="T55" fmla="*/ 14 h 30"/>
                <a:gd name="T56" fmla="*/ 32 w 36"/>
                <a:gd name="T57" fmla="*/ 14 h 30"/>
                <a:gd name="T58" fmla="*/ 29 w 36"/>
                <a:gd name="T59" fmla="*/ 6 h 30"/>
                <a:gd name="T60" fmla="*/ 32 w 36"/>
                <a:gd name="T61" fmla="*/ 6 h 30"/>
                <a:gd name="T62" fmla="*/ 34 w 36"/>
                <a:gd name="T63" fmla="*/ 0 h 30"/>
                <a:gd name="T64" fmla="*/ 29 w 36"/>
                <a:gd name="T65"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6" h="30">
                  <a:moveTo>
                    <a:pt x="32" y="6"/>
                  </a:moveTo>
                  <a:cubicBezTo>
                    <a:pt x="33" y="8"/>
                    <a:pt x="31" y="10"/>
                    <a:pt x="32" y="11"/>
                  </a:cubicBezTo>
                  <a:cubicBezTo>
                    <a:pt x="32" y="11"/>
                    <a:pt x="32" y="12"/>
                    <a:pt x="32" y="12"/>
                  </a:cubicBezTo>
                  <a:cubicBezTo>
                    <a:pt x="34" y="12"/>
                    <a:pt x="36" y="14"/>
                    <a:pt x="36" y="16"/>
                  </a:cubicBezTo>
                  <a:cubicBezTo>
                    <a:pt x="36" y="17"/>
                    <a:pt x="34" y="19"/>
                    <a:pt x="33" y="19"/>
                  </a:cubicBezTo>
                  <a:cubicBezTo>
                    <a:pt x="32" y="18"/>
                    <a:pt x="30" y="16"/>
                    <a:pt x="30" y="16"/>
                  </a:cubicBezTo>
                  <a:cubicBezTo>
                    <a:pt x="29" y="14"/>
                    <a:pt x="27" y="14"/>
                    <a:pt x="26" y="13"/>
                  </a:cubicBezTo>
                  <a:cubicBezTo>
                    <a:pt x="26" y="13"/>
                    <a:pt x="26" y="13"/>
                    <a:pt x="26" y="13"/>
                  </a:cubicBezTo>
                  <a:cubicBezTo>
                    <a:pt x="26" y="13"/>
                    <a:pt x="26" y="13"/>
                    <a:pt x="26" y="13"/>
                  </a:cubicBezTo>
                  <a:cubicBezTo>
                    <a:pt x="26" y="14"/>
                    <a:pt x="27" y="14"/>
                    <a:pt x="27" y="16"/>
                  </a:cubicBezTo>
                  <a:cubicBezTo>
                    <a:pt x="27" y="18"/>
                    <a:pt x="28" y="21"/>
                    <a:pt x="24" y="23"/>
                  </a:cubicBezTo>
                  <a:cubicBezTo>
                    <a:pt x="24" y="22"/>
                    <a:pt x="24" y="22"/>
                    <a:pt x="23" y="22"/>
                  </a:cubicBezTo>
                  <a:cubicBezTo>
                    <a:pt x="22" y="22"/>
                    <a:pt x="21" y="20"/>
                    <a:pt x="20" y="20"/>
                  </a:cubicBezTo>
                  <a:cubicBezTo>
                    <a:pt x="19" y="22"/>
                    <a:pt x="16" y="21"/>
                    <a:pt x="14" y="21"/>
                  </a:cubicBezTo>
                  <a:cubicBezTo>
                    <a:pt x="13" y="21"/>
                    <a:pt x="13" y="22"/>
                    <a:pt x="13" y="22"/>
                  </a:cubicBezTo>
                  <a:cubicBezTo>
                    <a:pt x="14" y="22"/>
                    <a:pt x="14" y="23"/>
                    <a:pt x="14" y="24"/>
                  </a:cubicBezTo>
                  <a:cubicBezTo>
                    <a:pt x="15" y="24"/>
                    <a:pt x="18" y="26"/>
                    <a:pt x="18" y="28"/>
                  </a:cubicBezTo>
                  <a:cubicBezTo>
                    <a:pt x="18" y="29"/>
                    <a:pt x="16" y="30"/>
                    <a:pt x="14" y="30"/>
                  </a:cubicBezTo>
                  <a:cubicBezTo>
                    <a:pt x="14" y="28"/>
                    <a:pt x="13" y="26"/>
                    <a:pt x="11" y="25"/>
                  </a:cubicBezTo>
                  <a:cubicBezTo>
                    <a:pt x="10" y="25"/>
                    <a:pt x="11" y="24"/>
                    <a:pt x="10" y="24"/>
                  </a:cubicBezTo>
                  <a:cubicBezTo>
                    <a:pt x="9" y="25"/>
                    <a:pt x="8" y="26"/>
                    <a:pt x="7" y="26"/>
                  </a:cubicBezTo>
                  <a:cubicBezTo>
                    <a:pt x="3" y="25"/>
                    <a:pt x="0" y="22"/>
                    <a:pt x="1" y="18"/>
                  </a:cubicBezTo>
                  <a:cubicBezTo>
                    <a:pt x="2" y="17"/>
                    <a:pt x="2" y="16"/>
                    <a:pt x="2" y="15"/>
                  </a:cubicBezTo>
                  <a:cubicBezTo>
                    <a:pt x="3" y="16"/>
                    <a:pt x="3" y="18"/>
                    <a:pt x="3" y="19"/>
                  </a:cubicBezTo>
                  <a:cubicBezTo>
                    <a:pt x="3" y="19"/>
                    <a:pt x="3" y="20"/>
                    <a:pt x="4" y="20"/>
                  </a:cubicBezTo>
                  <a:cubicBezTo>
                    <a:pt x="5" y="22"/>
                    <a:pt x="7" y="23"/>
                    <a:pt x="9" y="24"/>
                  </a:cubicBezTo>
                  <a:cubicBezTo>
                    <a:pt x="9" y="24"/>
                    <a:pt x="9" y="24"/>
                    <a:pt x="9" y="23"/>
                  </a:cubicBezTo>
                  <a:cubicBezTo>
                    <a:pt x="9" y="23"/>
                    <a:pt x="9" y="23"/>
                    <a:pt x="9" y="23"/>
                  </a:cubicBezTo>
                  <a:cubicBezTo>
                    <a:pt x="9" y="22"/>
                    <a:pt x="8" y="22"/>
                    <a:pt x="8" y="21"/>
                  </a:cubicBezTo>
                  <a:cubicBezTo>
                    <a:pt x="8" y="21"/>
                    <a:pt x="7" y="20"/>
                    <a:pt x="6" y="20"/>
                  </a:cubicBezTo>
                  <a:cubicBezTo>
                    <a:pt x="5" y="19"/>
                    <a:pt x="3" y="14"/>
                    <a:pt x="4" y="13"/>
                  </a:cubicBezTo>
                  <a:cubicBezTo>
                    <a:pt x="4" y="13"/>
                    <a:pt x="4" y="12"/>
                    <a:pt x="4" y="12"/>
                  </a:cubicBezTo>
                  <a:cubicBezTo>
                    <a:pt x="5" y="12"/>
                    <a:pt x="5" y="12"/>
                    <a:pt x="5" y="13"/>
                  </a:cubicBezTo>
                  <a:cubicBezTo>
                    <a:pt x="6" y="14"/>
                    <a:pt x="7" y="16"/>
                    <a:pt x="8" y="18"/>
                  </a:cubicBezTo>
                  <a:cubicBezTo>
                    <a:pt x="9" y="18"/>
                    <a:pt x="10" y="19"/>
                    <a:pt x="11" y="20"/>
                  </a:cubicBezTo>
                  <a:cubicBezTo>
                    <a:pt x="11" y="20"/>
                    <a:pt x="11" y="20"/>
                    <a:pt x="12" y="20"/>
                  </a:cubicBezTo>
                  <a:cubicBezTo>
                    <a:pt x="13" y="19"/>
                    <a:pt x="14" y="19"/>
                    <a:pt x="16" y="19"/>
                  </a:cubicBezTo>
                  <a:cubicBezTo>
                    <a:pt x="16" y="19"/>
                    <a:pt x="17" y="19"/>
                    <a:pt x="17" y="19"/>
                  </a:cubicBezTo>
                  <a:cubicBezTo>
                    <a:pt x="17" y="18"/>
                    <a:pt x="15" y="17"/>
                    <a:pt x="15" y="17"/>
                  </a:cubicBezTo>
                  <a:cubicBezTo>
                    <a:pt x="14" y="16"/>
                    <a:pt x="14" y="16"/>
                    <a:pt x="14" y="16"/>
                  </a:cubicBezTo>
                  <a:cubicBezTo>
                    <a:pt x="16" y="14"/>
                    <a:pt x="17" y="16"/>
                    <a:pt x="19" y="18"/>
                  </a:cubicBezTo>
                  <a:cubicBezTo>
                    <a:pt x="20" y="19"/>
                    <a:pt x="20" y="19"/>
                    <a:pt x="21" y="20"/>
                  </a:cubicBezTo>
                  <a:cubicBezTo>
                    <a:pt x="22" y="20"/>
                    <a:pt x="23" y="21"/>
                    <a:pt x="24" y="20"/>
                  </a:cubicBezTo>
                  <a:cubicBezTo>
                    <a:pt x="24" y="19"/>
                    <a:pt x="24" y="19"/>
                    <a:pt x="24" y="18"/>
                  </a:cubicBezTo>
                  <a:cubicBezTo>
                    <a:pt x="24" y="15"/>
                    <a:pt x="20" y="12"/>
                    <a:pt x="17" y="12"/>
                  </a:cubicBezTo>
                  <a:cubicBezTo>
                    <a:pt x="16" y="11"/>
                    <a:pt x="14" y="10"/>
                    <a:pt x="14" y="12"/>
                  </a:cubicBezTo>
                  <a:cubicBezTo>
                    <a:pt x="14" y="12"/>
                    <a:pt x="13" y="14"/>
                    <a:pt x="13" y="14"/>
                  </a:cubicBezTo>
                  <a:cubicBezTo>
                    <a:pt x="12" y="14"/>
                    <a:pt x="11" y="14"/>
                    <a:pt x="10" y="14"/>
                  </a:cubicBezTo>
                  <a:cubicBezTo>
                    <a:pt x="10" y="14"/>
                    <a:pt x="10" y="14"/>
                    <a:pt x="10" y="14"/>
                  </a:cubicBezTo>
                  <a:cubicBezTo>
                    <a:pt x="10" y="13"/>
                    <a:pt x="10" y="13"/>
                    <a:pt x="10" y="12"/>
                  </a:cubicBezTo>
                  <a:cubicBezTo>
                    <a:pt x="10" y="12"/>
                    <a:pt x="9" y="12"/>
                    <a:pt x="9" y="11"/>
                  </a:cubicBezTo>
                  <a:cubicBezTo>
                    <a:pt x="9" y="10"/>
                    <a:pt x="13" y="6"/>
                    <a:pt x="14" y="6"/>
                  </a:cubicBezTo>
                  <a:cubicBezTo>
                    <a:pt x="16" y="8"/>
                    <a:pt x="17" y="8"/>
                    <a:pt x="19" y="9"/>
                  </a:cubicBezTo>
                  <a:cubicBezTo>
                    <a:pt x="20" y="9"/>
                    <a:pt x="21" y="10"/>
                    <a:pt x="21" y="10"/>
                  </a:cubicBezTo>
                  <a:cubicBezTo>
                    <a:pt x="23" y="11"/>
                    <a:pt x="24" y="11"/>
                    <a:pt x="26" y="12"/>
                  </a:cubicBezTo>
                  <a:cubicBezTo>
                    <a:pt x="28" y="12"/>
                    <a:pt x="30" y="14"/>
                    <a:pt x="32" y="14"/>
                  </a:cubicBezTo>
                  <a:cubicBezTo>
                    <a:pt x="32" y="14"/>
                    <a:pt x="32" y="14"/>
                    <a:pt x="32" y="14"/>
                  </a:cubicBezTo>
                  <a:cubicBezTo>
                    <a:pt x="32" y="14"/>
                    <a:pt x="32" y="14"/>
                    <a:pt x="32" y="14"/>
                  </a:cubicBezTo>
                  <a:cubicBezTo>
                    <a:pt x="30" y="13"/>
                    <a:pt x="27" y="12"/>
                    <a:pt x="28" y="10"/>
                  </a:cubicBezTo>
                  <a:cubicBezTo>
                    <a:pt x="28" y="8"/>
                    <a:pt x="30" y="8"/>
                    <a:pt x="29" y="6"/>
                  </a:cubicBezTo>
                  <a:cubicBezTo>
                    <a:pt x="30" y="6"/>
                    <a:pt x="30" y="6"/>
                    <a:pt x="30" y="6"/>
                  </a:cubicBezTo>
                  <a:cubicBezTo>
                    <a:pt x="31" y="6"/>
                    <a:pt x="31" y="6"/>
                    <a:pt x="32" y="6"/>
                  </a:cubicBezTo>
                  <a:close/>
                  <a:moveTo>
                    <a:pt x="34" y="0"/>
                  </a:moveTo>
                  <a:cubicBezTo>
                    <a:pt x="34" y="0"/>
                    <a:pt x="34" y="0"/>
                    <a:pt x="34" y="0"/>
                  </a:cubicBezTo>
                  <a:cubicBezTo>
                    <a:pt x="33" y="2"/>
                    <a:pt x="29" y="6"/>
                    <a:pt x="26" y="6"/>
                  </a:cubicBezTo>
                  <a:cubicBezTo>
                    <a:pt x="25" y="4"/>
                    <a:pt x="27" y="2"/>
                    <a:pt x="29" y="0"/>
                  </a:cubicBezTo>
                  <a:cubicBezTo>
                    <a:pt x="30" y="1"/>
                    <a:pt x="32" y="0"/>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7" name="Freeform 47"/>
            <p:cNvSpPr>
              <a:spLocks noEditPoints="1"/>
            </p:cNvSpPr>
            <p:nvPr/>
          </p:nvSpPr>
          <p:spPr bwMode="auto">
            <a:xfrm>
              <a:off x="9037700" y="4621516"/>
              <a:ext cx="53975" cy="46038"/>
            </a:xfrm>
            <a:custGeom>
              <a:avLst/>
              <a:gdLst>
                <a:gd name="T0" fmla="*/ 13 w 36"/>
                <a:gd name="T1" fmla="*/ 14 h 30"/>
                <a:gd name="T2" fmla="*/ 10 w 36"/>
                <a:gd name="T3" fmla="*/ 17 h 30"/>
                <a:gd name="T4" fmla="*/ 10 w 36"/>
                <a:gd name="T5" fmla="*/ 17 h 30"/>
                <a:gd name="T6" fmla="*/ 13 w 36"/>
                <a:gd name="T7" fmla="*/ 14 h 30"/>
                <a:gd name="T8" fmla="*/ 13 w 36"/>
                <a:gd name="T9" fmla="*/ 14 h 30"/>
                <a:gd name="T10" fmla="*/ 26 w 36"/>
                <a:gd name="T11" fmla="*/ 1 h 30"/>
                <a:gd name="T12" fmla="*/ 27 w 36"/>
                <a:gd name="T13" fmla="*/ 1 h 30"/>
                <a:gd name="T14" fmla="*/ 25 w 36"/>
                <a:gd name="T15" fmla="*/ 7 h 30"/>
                <a:gd name="T16" fmla="*/ 22 w 36"/>
                <a:gd name="T17" fmla="*/ 10 h 30"/>
                <a:gd name="T18" fmla="*/ 22 w 36"/>
                <a:gd name="T19" fmla="*/ 11 h 30"/>
                <a:gd name="T20" fmla="*/ 25 w 36"/>
                <a:gd name="T21" fmla="*/ 11 h 30"/>
                <a:gd name="T22" fmla="*/ 26 w 36"/>
                <a:gd name="T23" fmla="*/ 10 h 30"/>
                <a:gd name="T24" fmla="*/ 29 w 36"/>
                <a:gd name="T25" fmla="*/ 13 h 30"/>
                <a:gd name="T26" fmla="*/ 28 w 36"/>
                <a:gd name="T27" fmla="*/ 14 h 30"/>
                <a:gd name="T28" fmla="*/ 21 w 36"/>
                <a:gd name="T29" fmla="*/ 14 h 30"/>
                <a:gd name="T30" fmla="*/ 19 w 36"/>
                <a:gd name="T31" fmla="*/ 13 h 30"/>
                <a:gd name="T32" fmla="*/ 16 w 36"/>
                <a:gd name="T33" fmla="*/ 18 h 30"/>
                <a:gd name="T34" fmla="*/ 16 w 36"/>
                <a:gd name="T35" fmla="*/ 18 h 30"/>
                <a:gd name="T36" fmla="*/ 21 w 36"/>
                <a:gd name="T37" fmla="*/ 20 h 30"/>
                <a:gd name="T38" fmla="*/ 20 w 36"/>
                <a:gd name="T39" fmla="*/ 24 h 30"/>
                <a:gd name="T40" fmla="*/ 20 w 36"/>
                <a:gd name="T41" fmla="*/ 27 h 30"/>
                <a:gd name="T42" fmla="*/ 14 w 36"/>
                <a:gd name="T43" fmla="*/ 27 h 30"/>
                <a:gd name="T44" fmla="*/ 15 w 36"/>
                <a:gd name="T45" fmla="*/ 21 h 30"/>
                <a:gd name="T46" fmla="*/ 14 w 36"/>
                <a:gd name="T47" fmla="*/ 21 h 30"/>
                <a:gd name="T48" fmla="*/ 9 w 36"/>
                <a:gd name="T49" fmla="*/ 28 h 30"/>
                <a:gd name="T50" fmla="*/ 9 w 36"/>
                <a:gd name="T51" fmla="*/ 28 h 30"/>
                <a:gd name="T52" fmla="*/ 9 w 36"/>
                <a:gd name="T53" fmla="*/ 22 h 30"/>
                <a:gd name="T54" fmla="*/ 11 w 36"/>
                <a:gd name="T55" fmla="*/ 20 h 30"/>
                <a:gd name="T56" fmla="*/ 8 w 36"/>
                <a:gd name="T57" fmla="*/ 20 h 30"/>
                <a:gd name="T58" fmla="*/ 6 w 36"/>
                <a:gd name="T59" fmla="*/ 21 h 30"/>
                <a:gd name="T60" fmla="*/ 1 w 36"/>
                <a:gd name="T61" fmla="*/ 23 h 30"/>
                <a:gd name="T62" fmla="*/ 0 w 36"/>
                <a:gd name="T63" fmla="*/ 22 h 30"/>
                <a:gd name="T64" fmla="*/ 1 w 36"/>
                <a:gd name="T65" fmla="*/ 19 h 30"/>
                <a:gd name="T66" fmla="*/ 3 w 36"/>
                <a:gd name="T67" fmla="*/ 15 h 30"/>
                <a:gd name="T68" fmla="*/ 13 w 36"/>
                <a:gd name="T69" fmla="*/ 13 h 30"/>
                <a:gd name="T70" fmla="*/ 16 w 36"/>
                <a:gd name="T71" fmla="*/ 14 h 30"/>
                <a:gd name="T72" fmla="*/ 16 w 36"/>
                <a:gd name="T73" fmla="*/ 14 h 30"/>
                <a:gd name="T74" fmla="*/ 16 w 36"/>
                <a:gd name="T75" fmla="*/ 13 h 30"/>
                <a:gd name="T76" fmla="*/ 15 w 36"/>
                <a:gd name="T77" fmla="*/ 13 h 30"/>
                <a:gd name="T78" fmla="*/ 13 w 36"/>
                <a:gd name="T79" fmla="*/ 8 h 30"/>
                <a:gd name="T80" fmla="*/ 13 w 36"/>
                <a:gd name="T81" fmla="*/ 8 h 30"/>
                <a:gd name="T82" fmla="*/ 18 w 36"/>
                <a:gd name="T83" fmla="*/ 11 h 30"/>
                <a:gd name="T84" fmla="*/ 20 w 36"/>
                <a:gd name="T85" fmla="*/ 9 h 30"/>
                <a:gd name="T86" fmla="*/ 21 w 36"/>
                <a:gd name="T87" fmla="*/ 7 h 30"/>
                <a:gd name="T88" fmla="*/ 24 w 36"/>
                <a:gd name="T89" fmla="*/ 4 h 30"/>
                <a:gd name="T90" fmla="*/ 26 w 36"/>
                <a:gd name="T91" fmla="*/ 1 h 30"/>
                <a:gd name="T92" fmla="*/ 26 w 36"/>
                <a:gd name="T93" fmla="*/ 1 h 30"/>
                <a:gd name="T94" fmla="*/ 31 w 36"/>
                <a:gd name="T95" fmla="*/ 3 h 30"/>
                <a:gd name="T96" fmla="*/ 35 w 36"/>
                <a:gd name="T97" fmla="*/ 7 h 30"/>
                <a:gd name="T98" fmla="*/ 36 w 36"/>
                <a:gd name="T99" fmla="*/ 9 h 30"/>
                <a:gd name="T100" fmla="*/ 31 w 36"/>
                <a:gd name="T101" fmla="*/ 10 h 30"/>
                <a:gd name="T102" fmla="*/ 31 w 36"/>
                <a:gd name="T103" fmla="*/ 8 h 30"/>
                <a:gd name="T104" fmla="*/ 30 w 36"/>
                <a:gd name="T105" fmla="*/ 8 h 30"/>
                <a:gd name="T106" fmla="*/ 31 w 36"/>
                <a:gd name="T107" fmla="*/ 3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6" h="30">
                  <a:moveTo>
                    <a:pt x="13" y="14"/>
                  </a:moveTo>
                  <a:cubicBezTo>
                    <a:pt x="13" y="14"/>
                    <a:pt x="10" y="16"/>
                    <a:pt x="10" y="17"/>
                  </a:cubicBezTo>
                  <a:cubicBezTo>
                    <a:pt x="10" y="17"/>
                    <a:pt x="10" y="17"/>
                    <a:pt x="10" y="17"/>
                  </a:cubicBezTo>
                  <a:cubicBezTo>
                    <a:pt x="13" y="19"/>
                    <a:pt x="14" y="17"/>
                    <a:pt x="13" y="14"/>
                  </a:cubicBezTo>
                  <a:cubicBezTo>
                    <a:pt x="13" y="14"/>
                    <a:pt x="13" y="14"/>
                    <a:pt x="13" y="14"/>
                  </a:cubicBezTo>
                  <a:close/>
                  <a:moveTo>
                    <a:pt x="26" y="1"/>
                  </a:moveTo>
                  <a:cubicBezTo>
                    <a:pt x="26" y="1"/>
                    <a:pt x="26" y="1"/>
                    <a:pt x="27" y="1"/>
                  </a:cubicBezTo>
                  <a:cubicBezTo>
                    <a:pt x="27" y="2"/>
                    <a:pt x="25" y="6"/>
                    <a:pt x="25" y="7"/>
                  </a:cubicBezTo>
                  <a:cubicBezTo>
                    <a:pt x="24" y="8"/>
                    <a:pt x="22" y="10"/>
                    <a:pt x="22" y="10"/>
                  </a:cubicBezTo>
                  <a:cubicBezTo>
                    <a:pt x="22" y="10"/>
                    <a:pt x="22" y="10"/>
                    <a:pt x="22" y="11"/>
                  </a:cubicBezTo>
                  <a:cubicBezTo>
                    <a:pt x="23" y="12"/>
                    <a:pt x="25" y="12"/>
                    <a:pt x="25" y="11"/>
                  </a:cubicBezTo>
                  <a:cubicBezTo>
                    <a:pt x="26" y="10"/>
                    <a:pt x="25" y="10"/>
                    <a:pt x="26" y="10"/>
                  </a:cubicBezTo>
                  <a:cubicBezTo>
                    <a:pt x="27" y="10"/>
                    <a:pt x="29" y="12"/>
                    <a:pt x="29" y="13"/>
                  </a:cubicBezTo>
                  <a:cubicBezTo>
                    <a:pt x="29" y="13"/>
                    <a:pt x="29" y="14"/>
                    <a:pt x="28" y="14"/>
                  </a:cubicBezTo>
                  <a:cubicBezTo>
                    <a:pt x="25" y="13"/>
                    <a:pt x="23" y="14"/>
                    <a:pt x="21" y="14"/>
                  </a:cubicBezTo>
                  <a:cubicBezTo>
                    <a:pt x="20" y="14"/>
                    <a:pt x="20" y="13"/>
                    <a:pt x="19" y="13"/>
                  </a:cubicBezTo>
                  <a:cubicBezTo>
                    <a:pt x="18" y="14"/>
                    <a:pt x="16" y="17"/>
                    <a:pt x="16" y="18"/>
                  </a:cubicBezTo>
                  <a:cubicBezTo>
                    <a:pt x="16" y="18"/>
                    <a:pt x="16" y="18"/>
                    <a:pt x="16" y="18"/>
                  </a:cubicBezTo>
                  <a:cubicBezTo>
                    <a:pt x="18" y="19"/>
                    <a:pt x="19" y="17"/>
                    <a:pt x="21" y="20"/>
                  </a:cubicBezTo>
                  <a:cubicBezTo>
                    <a:pt x="21" y="22"/>
                    <a:pt x="20" y="22"/>
                    <a:pt x="20" y="24"/>
                  </a:cubicBezTo>
                  <a:cubicBezTo>
                    <a:pt x="19" y="25"/>
                    <a:pt x="20" y="26"/>
                    <a:pt x="20" y="27"/>
                  </a:cubicBezTo>
                  <a:cubicBezTo>
                    <a:pt x="19" y="30"/>
                    <a:pt x="15" y="29"/>
                    <a:pt x="14" y="27"/>
                  </a:cubicBezTo>
                  <a:cubicBezTo>
                    <a:pt x="13" y="26"/>
                    <a:pt x="15" y="22"/>
                    <a:pt x="15" y="21"/>
                  </a:cubicBezTo>
                  <a:cubicBezTo>
                    <a:pt x="14" y="21"/>
                    <a:pt x="14" y="21"/>
                    <a:pt x="14" y="21"/>
                  </a:cubicBezTo>
                  <a:cubicBezTo>
                    <a:pt x="11" y="22"/>
                    <a:pt x="11" y="26"/>
                    <a:pt x="9" y="28"/>
                  </a:cubicBezTo>
                  <a:cubicBezTo>
                    <a:pt x="9" y="28"/>
                    <a:pt x="9" y="28"/>
                    <a:pt x="9" y="28"/>
                  </a:cubicBezTo>
                  <a:cubicBezTo>
                    <a:pt x="8" y="27"/>
                    <a:pt x="9" y="24"/>
                    <a:pt x="9" y="22"/>
                  </a:cubicBezTo>
                  <a:cubicBezTo>
                    <a:pt x="10" y="22"/>
                    <a:pt x="11" y="21"/>
                    <a:pt x="11" y="20"/>
                  </a:cubicBezTo>
                  <a:cubicBezTo>
                    <a:pt x="10" y="20"/>
                    <a:pt x="9" y="19"/>
                    <a:pt x="8" y="20"/>
                  </a:cubicBezTo>
                  <a:cubicBezTo>
                    <a:pt x="7" y="20"/>
                    <a:pt x="7" y="21"/>
                    <a:pt x="6" y="21"/>
                  </a:cubicBezTo>
                  <a:cubicBezTo>
                    <a:pt x="5" y="22"/>
                    <a:pt x="3" y="23"/>
                    <a:pt x="1" y="23"/>
                  </a:cubicBezTo>
                  <a:cubicBezTo>
                    <a:pt x="1" y="23"/>
                    <a:pt x="1" y="22"/>
                    <a:pt x="0" y="22"/>
                  </a:cubicBezTo>
                  <a:cubicBezTo>
                    <a:pt x="1" y="20"/>
                    <a:pt x="1" y="20"/>
                    <a:pt x="1" y="19"/>
                  </a:cubicBezTo>
                  <a:cubicBezTo>
                    <a:pt x="1" y="18"/>
                    <a:pt x="3" y="17"/>
                    <a:pt x="3" y="15"/>
                  </a:cubicBezTo>
                  <a:cubicBezTo>
                    <a:pt x="7" y="15"/>
                    <a:pt x="9" y="13"/>
                    <a:pt x="13" y="13"/>
                  </a:cubicBezTo>
                  <a:cubicBezTo>
                    <a:pt x="14" y="13"/>
                    <a:pt x="15" y="15"/>
                    <a:pt x="16" y="14"/>
                  </a:cubicBezTo>
                  <a:cubicBezTo>
                    <a:pt x="16" y="14"/>
                    <a:pt x="16" y="14"/>
                    <a:pt x="16" y="14"/>
                  </a:cubicBezTo>
                  <a:cubicBezTo>
                    <a:pt x="16" y="14"/>
                    <a:pt x="16" y="14"/>
                    <a:pt x="16" y="13"/>
                  </a:cubicBezTo>
                  <a:cubicBezTo>
                    <a:pt x="15" y="13"/>
                    <a:pt x="15" y="13"/>
                    <a:pt x="15" y="13"/>
                  </a:cubicBezTo>
                  <a:cubicBezTo>
                    <a:pt x="12" y="12"/>
                    <a:pt x="12" y="10"/>
                    <a:pt x="13" y="8"/>
                  </a:cubicBezTo>
                  <a:cubicBezTo>
                    <a:pt x="13" y="8"/>
                    <a:pt x="13" y="8"/>
                    <a:pt x="13" y="8"/>
                  </a:cubicBezTo>
                  <a:cubicBezTo>
                    <a:pt x="14" y="10"/>
                    <a:pt x="17" y="11"/>
                    <a:pt x="18" y="11"/>
                  </a:cubicBezTo>
                  <a:cubicBezTo>
                    <a:pt x="19" y="10"/>
                    <a:pt x="19" y="10"/>
                    <a:pt x="20" y="9"/>
                  </a:cubicBezTo>
                  <a:cubicBezTo>
                    <a:pt x="20" y="8"/>
                    <a:pt x="21" y="8"/>
                    <a:pt x="21" y="7"/>
                  </a:cubicBezTo>
                  <a:cubicBezTo>
                    <a:pt x="22" y="6"/>
                    <a:pt x="23" y="5"/>
                    <a:pt x="24" y="4"/>
                  </a:cubicBezTo>
                  <a:cubicBezTo>
                    <a:pt x="24" y="4"/>
                    <a:pt x="25" y="1"/>
                    <a:pt x="26" y="1"/>
                  </a:cubicBezTo>
                  <a:cubicBezTo>
                    <a:pt x="25" y="0"/>
                    <a:pt x="26" y="1"/>
                    <a:pt x="26" y="1"/>
                  </a:cubicBezTo>
                  <a:close/>
                  <a:moveTo>
                    <a:pt x="31" y="3"/>
                  </a:moveTo>
                  <a:cubicBezTo>
                    <a:pt x="32" y="4"/>
                    <a:pt x="34" y="5"/>
                    <a:pt x="35" y="7"/>
                  </a:cubicBezTo>
                  <a:cubicBezTo>
                    <a:pt x="35" y="8"/>
                    <a:pt x="36" y="9"/>
                    <a:pt x="36" y="9"/>
                  </a:cubicBezTo>
                  <a:cubicBezTo>
                    <a:pt x="35" y="12"/>
                    <a:pt x="32" y="12"/>
                    <a:pt x="31" y="10"/>
                  </a:cubicBezTo>
                  <a:cubicBezTo>
                    <a:pt x="31" y="10"/>
                    <a:pt x="31" y="9"/>
                    <a:pt x="31" y="8"/>
                  </a:cubicBezTo>
                  <a:cubicBezTo>
                    <a:pt x="30" y="8"/>
                    <a:pt x="30" y="8"/>
                    <a:pt x="30" y="8"/>
                  </a:cubicBezTo>
                  <a:cubicBezTo>
                    <a:pt x="31" y="6"/>
                    <a:pt x="29" y="4"/>
                    <a:pt x="3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8" name="Freeform 48"/>
            <p:cNvSpPr>
              <a:spLocks noEditPoints="1"/>
            </p:cNvSpPr>
            <p:nvPr/>
          </p:nvSpPr>
          <p:spPr bwMode="auto">
            <a:xfrm>
              <a:off x="8913875" y="4588179"/>
              <a:ext cx="36513" cy="52388"/>
            </a:xfrm>
            <a:custGeom>
              <a:avLst/>
              <a:gdLst>
                <a:gd name="T0" fmla="*/ 14 w 24"/>
                <a:gd name="T1" fmla="*/ 5 h 34"/>
                <a:gd name="T2" fmla="*/ 14 w 24"/>
                <a:gd name="T3" fmla="*/ 5 h 34"/>
                <a:gd name="T4" fmla="*/ 14 w 24"/>
                <a:gd name="T5" fmla="*/ 5 h 34"/>
                <a:gd name="T6" fmla="*/ 14 w 24"/>
                <a:gd name="T7" fmla="*/ 4 h 34"/>
                <a:gd name="T8" fmla="*/ 14 w 24"/>
                <a:gd name="T9" fmla="*/ 4 h 34"/>
                <a:gd name="T10" fmla="*/ 14 w 24"/>
                <a:gd name="T11" fmla="*/ 4 h 34"/>
                <a:gd name="T12" fmla="*/ 14 w 24"/>
                <a:gd name="T13" fmla="*/ 4 h 34"/>
                <a:gd name="T14" fmla="*/ 20 w 24"/>
                <a:gd name="T15" fmla="*/ 2 h 34"/>
                <a:gd name="T16" fmla="*/ 14 w 24"/>
                <a:gd name="T17" fmla="*/ 7 h 34"/>
                <a:gd name="T18" fmla="*/ 22 w 24"/>
                <a:gd name="T19" fmla="*/ 15 h 34"/>
                <a:gd name="T20" fmla="*/ 16 w 24"/>
                <a:gd name="T21" fmla="*/ 18 h 34"/>
                <a:gd name="T22" fmla="*/ 15 w 24"/>
                <a:gd name="T23" fmla="*/ 23 h 34"/>
                <a:gd name="T24" fmla="*/ 17 w 24"/>
                <a:gd name="T25" fmla="*/ 22 h 34"/>
                <a:gd name="T26" fmla="*/ 24 w 24"/>
                <a:gd name="T27" fmla="*/ 24 h 34"/>
                <a:gd name="T28" fmla="*/ 18 w 24"/>
                <a:gd name="T29" fmla="*/ 26 h 34"/>
                <a:gd name="T30" fmla="*/ 9 w 24"/>
                <a:gd name="T31" fmla="*/ 32 h 34"/>
                <a:gd name="T32" fmla="*/ 16 w 24"/>
                <a:gd name="T33" fmla="*/ 27 h 34"/>
                <a:gd name="T34" fmla="*/ 10 w 24"/>
                <a:gd name="T35" fmla="*/ 29 h 34"/>
                <a:gd name="T36" fmla="*/ 7 w 24"/>
                <a:gd name="T37" fmla="*/ 28 h 34"/>
                <a:gd name="T38" fmla="*/ 14 w 24"/>
                <a:gd name="T39" fmla="*/ 25 h 34"/>
                <a:gd name="T40" fmla="*/ 13 w 24"/>
                <a:gd name="T41" fmla="*/ 24 h 34"/>
                <a:gd name="T42" fmla="*/ 14 w 24"/>
                <a:gd name="T43" fmla="*/ 19 h 34"/>
                <a:gd name="T44" fmla="*/ 9 w 24"/>
                <a:gd name="T45" fmla="*/ 22 h 34"/>
                <a:gd name="T46" fmla="*/ 9 w 24"/>
                <a:gd name="T47" fmla="*/ 20 h 34"/>
                <a:gd name="T48" fmla="*/ 17 w 24"/>
                <a:gd name="T49" fmla="*/ 16 h 34"/>
                <a:gd name="T50" fmla="*/ 14 w 24"/>
                <a:gd name="T51" fmla="*/ 10 h 34"/>
                <a:gd name="T52" fmla="*/ 7 w 24"/>
                <a:gd name="T53" fmla="*/ 17 h 34"/>
                <a:gd name="T54" fmla="*/ 4 w 24"/>
                <a:gd name="T55" fmla="*/ 26 h 34"/>
                <a:gd name="T56" fmla="*/ 2 w 24"/>
                <a:gd name="T57" fmla="*/ 19 h 34"/>
                <a:gd name="T58" fmla="*/ 6 w 24"/>
                <a:gd name="T59" fmla="*/ 12 h 34"/>
                <a:gd name="T60" fmla="*/ 12 w 24"/>
                <a:gd name="T61" fmla="*/ 7 h 34"/>
                <a:gd name="T62" fmla="*/ 8 w 24"/>
                <a:gd name="T63" fmla="*/ 6 h 34"/>
                <a:gd name="T64" fmla="*/ 1 w 24"/>
                <a:gd name="T65" fmla="*/ 3 h 34"/>
                <a:gd name="T66" fmla="*/ 4 w 24"/>
                <a:gd name="T67" fmla="*/ 7 h 34"/>
                <a:gd name="T68" fmla="*/ 0 w 24"/>
                <a:gd name="T69" fmla="*/ 5 h 34"/>
                <a:gd name="T70" fmla="*/ 1 w 24"/>
                <a:gd name="T71" fmla="*/ 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4" h="34">
                  <a:moveTo>
                    <a:pt x="14" y="5"/>
                  </a:moveTo>
                  <a:cubicBezTo>
                    <a:pt x="14" y="5"/>
                    <a:pt x="14" y="5"/>
                    <a:pt x="14" y="5"/>
                  </a:cubicBezTo>
                  <a:cubicBezTo>
                    <a:pt x="14" y="5"/>
                    <a:pt x="14" y="5"/>
                    <a:pt x="14" y="5"/>
                  </a:cubicBezTo>
                  <a:cubicBezTo>
                    <a:pt x="14" y="5"/>
                    <a:pt x="14" y="5"/>
                    <a:pt x="14" y="5"/>
                  </a:cubicBezTo>
                  <a:cubicBezTo>
                    <a:pt x="14" y="5"/>
                    <a:pt x="14" y="5"/>
                    <a:pt x="14" y="5"/>
                  </a:cubicBezTo>
                  <a:cubicBezTo>
                    <a:pt x="14" y="5"/>
                    <a:pt x="14" y="5"/>
                    <a:pt x="14" y="5"/>
                  </a:cubicBezTo>
                  <a:cubicBezTo>
                    <a:pt x="14" y="5"/>
                    <a:pt x="14" y="5"/>
                    <a:pt x="14" y="5"/>
                  </a:cubicBezTo>
                  <a:close/>
                  <a:moveTo>
                    <a:pt x="14" y="4"/>
                  </a:moveTo>
                  <a:cubicBezTo>
                    <a:pt x="14" y="4"/>
                    <a:pt x="14" y="4"/>
                    <a:pt x="14" y="4"/>
                  </a:cubicBezTo>
                  <a:cubicBezTo>
                    <a:pt x="14" y="4"/>
                    <a:pt x="14" y="4"/>
                    <a:pt x="14" y="4"/>
                  </a:cubicBezTo>
                  <a:cubicBezTo>
                    <a:pt x="14" y="4"/>
                    <a:pt x="14" y="4"/>
                    <a:pt x="14" y="4"/>
                  </a:cubicBezTo>
                  <a:cubicBezTo>
                    <a:pt x="14" y="4"/>
                    <a:pt x="14" y="4"/>
                    <a:pt x="14" y="4"/>
                  </a:cubicBezTo>
                  <a:cubicBezTo>
                    <a:pt x="14" y="4"/>
                    <a:pt x="14" y="4"/>
                    <a:pt x="14" y="4"/>
                  </a:cubicBezTo>
                  <a:cubicBezTo>
                    <a:pt x="14" y="4"/>
                    <a:pt x="14" y="4"/>
                    <a:pt x="14" y="4"/>
                  </a:cubicBezTo>
                  <a:close/>
                  <a:moveTo>
                    <a:pt x="16" y="1"/>
                  </a:moveTo>
                  <a:cubicBezTo>
                    <a:pt x="17" y="0"/>
                    <a:pt x="19" y="1"/>
                    <a:pt x="20" y="2"/>
                  </a:cubicBezTo>
                  <a:cubicBezTo>
                    <a:pt x="20" y="2"/>
                    <a:pt x="21" y="2"/>
                    <a:pt x="20" y="2"/>
                  </a:cubicBezTo>
                  <a:cubicBezTo>
                    <a:pt x="20" y="4"/>
                    <a:pt x="16" y="5"/>
                    <a:pt x="14" y="7"/>
                  </a:cubicBezTo>
                  <a:cubicBezTo>
                    <a:pt x="15" y="8"/>
                    <a:pt x="16" y="7"/>
                    <a:pt x="18" y="8"/>
                  </a:cubicBezTo>
                  <a:cubicBezTo>
                    <a:pt x="20" y="8"/>
                    <a:pt x="24" y="12"/>
                    <a:pt x="22" y="15"/>
                  </a:cubicBezTo>
                  <a:cubicBezTo>
                    <a:pt x="21" y="16"/>
                    <a:pt x="20" y="16"/>
                    <a:pt x="19" y="16"/>
                  </a:cubicBezTo>
                  <a:cubicBezTo>
                    <a:pt x="18" y="17"/>
                    <a:pt x="17" y="16"/>
                    <a:pt x="16" y="18"/>
                  </a:cubicBezTo>
                  <a:cubicBezTo>
                    <a:pt x="16" y="18"/>
                    <a:pt x="16" y="19"/>
                    <a:pt x="17" y="20"/>
                  </a:cubicBezTo>
                  <a:cubicBezTo>
                    <a:pt x="16" y="21"/>
                    <a:pt x="16" y="22"/>
                    <a:pt x="15" y="23"/>
                  </a:cubicBezTo>
                  <a:cubicBezTo>
                    <a:pt x="16" y="24"/>
                    <a:pt x="16" y="24"/>
                    <a:pt x="17" y="24"/>
                  </a:cubicBezTo>
                  <a:cubicBezTo>
                    <a:pt x="17" y="23"/>
                    <a:pt x="17" y="23"/>
                    <a:pt x="17" y="22"/>
                  </a:cubicBezTo>
                  <a:cubicBezTo>
                    <a:pt x="18" y="22"/>
                    <a:pt x="21" y="22"/>
                    <a:pt x="22" y="22"/>
                  </a:cubicBezTo>
                  <a:cubicBezTo>
                    <a:pt x="23" y="22"/>
                    <a:pt x="23" y="24"/>
                    <a:pt x="24" y="24"/>
                  </a:cubicBezTo>
                  <a:cubicBezTo>
                    <a:pt x="23" y="25"/>
                    <a:pt x="23" y="25"/>
                    <a:pt x="23" y="26"/>
                  </a:cubicBezTo>
                  <a:cubicBezTo>
                    <a:pt x="21" y="27"/>
                    <a:pt x="20" y="24"/>
                    <a:pt x="18" y="26"/>
                  </a:cubicBezTo>
                  <a:cubicBezTo>
                    <a:pt x="17" y="27"/>
                    <a:pt x="19" y="29"/>
                    <a:pt x="19" y="31"/>
                  </a:cubicBezTo>
                  <a:cubicBezTo>
                    <a:pt x="18" y="34"/>
                    <a:pt x="11" y="34"/>
                    <a:pt x="9" y="32"/>
                  </a:cubicBezTo>
                  <a:cubicBezTo>
                    <a:pt x="9" y="32"/>
                    <a:pt x="9" y="32"/>
                    <a:pt x="9" y="32"/>
                  </a:cubicBezTo>
                  <a:cubicBezTo>
                    <a:pt x="12" y="30"/>
                    <a:pt x="16" y="30"/>
                    <a:pt x="16" y="27"/>
                  </a:cubicBezTo>
                  <a:cubicBezTo>
                    <a:pt x="16" y="27"/>
                    <a:pt x="16" y="27"/>
                    <a:pt x="16" y="27"/>
                  </a:cubicBezTo>
                  <a:cubicBezTo>
                    <a:pt x="14" y="27"/>
                    <a:pt x="12" y="29"/>
                    <a:pt x="10" y="29"/>
                  </a:cubicBezTo>
                  <a:cubicBezTo>
                    <a:pt x="10" y="29"/>
                    <a:pt x="8" y="29"/>
                    <a:pt x="8" y="29"/>
                  </a:cubicBezTo>
                  <a:cubicBezTo>
                    <a:pt x="8" y="28"/>
                    <a:pt x="7" y="28"/>
                    <a:pt x="7" y="28"/>
                  </a:cubicBezTo>
                  <a:cubicBezTo>
                    <a:pt x="7" y="28"/>
                    <a:pt x="7" y="28"/>
                    <a:pt x="7" y="28"/>
                  </a:cubicBezTo>
                  <a:cubicBezTo>
                    <a:pt x="9" y="27"/>
                    <a:pt x="14" y="26"/>
                    <a:pt x="14" y="25"/>
                  </a:cubicBezTo>
                  <a:cubicBezTo>
                    <a:pt x="14" y="24"/>
                    <a:pt x="14" y="24"/>
                    <a:pt x="14" y="24"/>
                  </a:cubicBezTo>
                  <a:cubicBezTo>
                    <a:pt x="14" y="24"/>
                    <a:pt x="13" y="24"/>
                    <a:pt x="13" y="24"/>
                  </a:cubicBezTo>
                  <a:cubicBezTo>
                    <a:pt x="13" y="23"/>
                    <a:pt x="13" y="22"/>
                    <a:pt x="13" y="22"/>
                  </a:cubicBezTo>
                  <a:cubicBezTo>
                    <a:pt x="13" y="21"/>
                    <a:pt x="14" y="20"/>
                    <a:pt x="14" y="19"/>
                  </a:cubicBezTo>
                  <a:cubicBezTo>
                    <a:pt x="14" y="19"/>
                    <a:pt x="14" y="19"/>
                    <a:pt x="13" y="19"/>
                  </a:cubicBezTo>
                  <a:cubicBezTo>
                    <a:pt x="12" y="18"/>
                    <a:pt x="10" y="21"/>
                    <a:pt x="9" y="22"/>
                  </a:cubicBezTo>
                  <a:cubicBezTo>
                    <a:pt x="9" y="22"/>
                    <a:pt x="9" y="22"/>
                    <a:pt x="9" y="22"/>
                  </a:cubicBezTo>
                  <a:cubicBezTo>
                    <a:pt x="9" y="22"/>
                    <a:pt x="9" y="21"/>
                    <a:pt x="9" y="20"/>
                  </a:cubicBezTo>
                  <a:cubicBezTo>
                    <a:pt x="9" y="18"/>
                    <a:pt x="12" y="16"/>
                    <a:pt x="14" y="17"/>
                  </a:cubicBezTo>
                  <a:cubicBezTo>
                    <a:pt x="15" y="17"/>
                    <a:pt x="16" y="16"/>
                    <a:pt x="17" y="16"/>
                  </a:cubicBezTo>
                  <a:cubicBezTo>
                    <a:pt x="17" y="15"/>
                    <a:pt x="18" y="14"/>
                    <a:pt x="18" y="14"/>
                  </a:cubicBezTo>
                  <a:cubicBezTo>
                    <a:pt x="19" y="11"/>
                    <a:pt x="16" y="10"/>
                    <a:pt x="14" y="10"/>
                  </a:cubicBezTo>
                  <a:cubicBezTo>
                    <a:pt x="12" y="10"/>
                    <a:pt x="10" y="12"/>
                    <a:pt x="10" y="13"/>
                  </a:cubicBezTo>
                  <a:cubicBezTo>
                    <a:pt x="9" y="14"/>
                    <a:pt x="8" y="16"/>
                    <a:pt x="7" y="17"/>
                  </a:cubicBezTo>
                  <a:cubicBezTo>
                    <a:pt x="6" y="18"/>
                    <a:pt x="6" y="19"/>
                    <a:pt x="5" y="20"/>
                  </a:cubicBezTo>
                  <a:cubicBezTo>
                    <a:pt x="4" y="22"/>
                    <a:pt x="5" y="24"/>
                    <a:pt x="4" y="26"/>
                  </a:cubicBezTo>
                  <a:cubicBezTo>
                    <a:pt x="1" y="26"/>
                    <a:pt x="0" y="24"/>
                    <a:pt x="0" y="21"/>
                  </a:cubicBezTo>
                  <a:cubicBezTo>
                    <a:pt x="0" y="21"/>
                    <a:pt x="1" y="20"/>
                    <a:pt x="2" y="19"/>
                  </a:cubicBezTo>
                  <a:cubicBezTo>
                    <a:pt x="2" y="18"/>
                    <a:pt x="3" y="17"/>
                    <a:pt x="3" y="16"/>
                  </a:cubicBezTo>
                  <a:cubicBezTo>
                    <a:pt x="4" y="15"/>
                    <a:pt x="5" y="14"/>
                    <a:pt x="6" y="12"/>
                  </a:cubicBezTo>
                  <a:cubicBezTo>
                    <a:pt x="8" y="11"/>
                    <a:pt x="11" y="9"/>
                    <a:pt x="12" y="7"/>
                  </a:cubicBezTo>
                  <a:cubicBezTo>
                    <a:pt x="12" y="7"/>
                    <a:pt x="12" y="7"/>
                    <a:pt x="12" y="7"/>
                  </a:cubicBezTo>
                  <a:cubicBezTo>
                    <a:pt x="10" y="7"/>
                    <a:pt x="8" y="7"/>
                    <a:pt x="8" y="6"/>
                  </a:cubicBezTo>
                  <a:cubicBezTo>
                    <a:pt x="8" y="6"/>
                    <a:pt x="8" y="6"/>
                    <a:pt x="8" y="6"/>
                  </a:cubicBezTo>
                  <a:cubicBezTo>
                    <a:pt x="12" y="4"/>
                    <a:pt x="14" y="2"/>
                    <a:pt x="16" y="1"/>
                  </a:cubicBezTo>
                  <a:close/>
                  <a:moveTo>
                    <a:pt x="1" y="3"/>
                  </a:moveTo>
                  <a:cubicBezTo>
                    <a:pt x="2" y="3"/>
                    <a:pt x="2" y="3"/>
                    <a:pt x="2" y="3"/>
                  </a:cubicBezTo>
                  <a:cubicBezTo>
                    <a:pt x="2" y="4"/>
                    <a:pt x="4" y="7"/>
                    <a:pt x="4" y="7"/>
                  </a:cubicBezTo>
                  <a:cubicBezTo>
                    <a:pt x="4" y="9"/>
                    <a:pt x="5" y="9"/>
                    <a:pt x="4" y="10"/>
                  </a:cubicBezTo>
                  <a:cubicBezTo>
                    <a:pt x="1" y="10"/>
                    <a:pt x="0" y="9"/>
                    <a:pt x="0" y="5"/>
                  </a:cubicBezTo>
                  <a:cubicBezTo>
                    <a:pt x="0" y="4"/>
                    <a:pt x="0" y="4"/>
                    <a:pt x="0" y="3"/>
                  </a:cubicBezTo>
                  <a:cubicBezTo>
                    <a:pt x="0" y="3"/>
                    <a:pt x="1" y="3"/>
                    <a:pt x="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9" name="Freeform 49"/>
            <p:cNvSpPr>
              <a:spLocks noEditPoints="1"/>
            </p:cNvSpPr>
            <p:nvPr/>
          </p:nvSpPr>
          <p:spPr bwMode="auto">
            <a:xfrm>
              <a:off x="8971025" y="4589766"/>
              <a:ext cx="50800" cy="52388"/>
            </a:xfrm>
            <a:custGeom>
              <a:avLst/>
              <a:gdLst>
                <a:gd name="T0" fmla="*/ 17 w 34"/>
                <a:gd name="T1" fmla="*/ 16 h 34"/>
                <a:gd name="T2" fmla="*/ 20 w 34"/>
                <a:gd name="T3" fmla="*/ 27 h 34"/>
                <a:gd name="T4" fmla="*/ 18 w 34"/>
                <a:gd name="T5" fmla="*/ 21 h 34"/>
                <a:gd name="T6" fmla="*/ 20 w 34"/>
                <a:gd name="T7" fmla="*/ 21 h 34"/>
                <a:gd name="T8" fmla="*/ 25 w 34"/>
                <a:gd name="T9" fmla="*/ 18 h 34"/>
                <a:gd name="T10" fmla="*/ 22 w 34"/>
                <a:gd name="T11" fmla="*/ 20 h 34"/>
                <a:gd name="T12" fmla="*/ 21 w 34"/>
                <a:gd name="T13" fmla="*/ 14 h 34"/>
                <a:gd name="T14" fmla="*/ 28 w 34"/>
                <a:gd name="T15" fmla="*/ 6 h 34"/>
                <a:gd name="T16" fmla="*/ 26 w 34"/>
                <a:gd name="T17" fmla="*/ 10 h 34"/>
                <a:gd name="T18" fmla="*/ 28 w 34"/>
                <a:gd name="T19" fmla="*/ 6 h 34"/>
                <a:gd name="T20" fmla="*/ 26 w 34"/>
                <a:gd name="T21" fmla="*/ 0 h 34"/>
                <a:gd name="T22" fmla="*/ 28 w 34"/>
                <a:gd name="T23" fmla="*/ 5 h 34"/>
                <a:gd name="T24" fmla="*/ 34 w 34"/>
                <a:gd name="T25" fmla="*/ 9 h 34"/>
                <a:gd name="T26" fmla="*/ 28 w 34"/>
                <a:gd name="T27" fmla="*/ 13 h 34"/>
                <a:gd name="T28" fmla="*/ 28 w 34"/>
                <a:gd name="T29" fmla="*/ 17 h 34"/>
                <a:gd name="T30" fmla="*/ 27 w 34"/>
                <a:gd name="T31" fmla="*/ 25 h 34"/>
                <a:gd name="T32" fmla="*/ 32 w 34"/>
                <a:gd name="T33" fmla="*/ 31 h 34"/>
                <a:gd name="T34" fmla="*/ 26 w 34"/>
                <a:gd name="T35" fmla="*/ 30 h 34"/>
                <a:gd name="T36" fmla="*/ 22 w 34"/>
                <a:gd name="T37" fmla="*/ 30 h 34"/>
                <a:gd name="T38" fmla="*/ 15 w 34"/>
                <a:gd name="T39" fmla="*/ 29 h 34"/>
                <a:gd name="T40" fmla="*/ 13 w 34"/>
                <a:gd name="T41" fmla="*/ 26 h 34"/>
                <a:gd name="T42" fmla="*/ 13 w 34"/>
                <a:gd name="T43" fmla="*/ 31 h 34"/>
                <a:gd name="T44" fmla="*/ 10 w 34"/>
                <a:gd name="T45" fmla="*/ 27 h 34"/>
                <a:gd name="T46" fmla="*/ 8 w 34"/>
                <a:gd name="T47" fmla="*/ 23 h 34"/>
                <a:gd name="T48" fmla="*/ 2 w 34"/>
                <a:gd name="T49" fmla="*/ 19 h 34"/>
                <a:gd name="T50" fmla="*/ 4 w 34"/>
                <a:gd name="T51" fmla="*/ 16 h 34"/>
                <a:gd name="T52" fmla="*/ 13 w 34"/>
                <a:gd name="T53" fmla="*/ 15 h 34"/>
                <a:gd name="T54" fmla="*/ 16 w 34"/>
                <a:gd name="T55" fmla="*/ 9 h 34"/>
                <a:gd name="T56" fmla="*/ 11 w 34"/>
                <a:gd name="T57" fmla="*/ 7 h 34"/>
                <a:gd name="T58" fmla="*/ 10 w 34"/>
                <a:gd name="T59" fmla="*/ 5 h 34"/>
                <a:gd name="T60" fmla="*/ 12 w 34"/>
                <a:gd name="T61" fmla="*/ 6 h 34"/>
                <a:gd name="T62" fmla="*/ 20 w 34"/>
                <a:gd name="T63" fmla="*/ 0 h 34"/>
                <a:gd name="T64" fmla="*/ 23 w 34"/>
                <a:gd name="T65" fmla="*/ 1 h 34"/>
                <a:gd name="T66" fmla="*/ 17 w 34"/>
                <a:gd name="T67" fmla="*/ 11 h 34"/>
                <a:gd name="T68" fmla="*/ 19 w 34"/>
                <a:gd name="T69" fmla="*/ 11 h 34"/>
                <a:gd name="T70" fmla="*/ 23 w 34"/>
                <a:gd name="T71" fmla="*/ 7 h 34"/>
                <a:gd name="T72" fmla="*/ 26 w 34"/>
                <a:gd name="T73"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4" h="34">
                  <a:moveTo>
                    <a:pt x="21" y="13"/>
                  </a:moveTo>
                  <a:cubicBezTo>
                    <a:pt x="19" y="14"/>
                    <a:pt x="18" y="15"/>
                    <a:pt x="17" y="16"/>
                  </a:cubicBezTo>
                  <a:cubicBezTo>
                    <a:pt x="16" y="18"/>
                    <a:pt x="12" y="21"/>
                    <a:pt x="14" y="24"/>
                  </a:cubicBezTo>
                  <a:cubicBezTo>
                    <a:pt x="15" y="26"/>
                    <a:pt x="17" y="28"/>
                    <a:pt x="20" y="27"/>
                  </a:cubicBezTo>
                  <a:cubicBezTo>
                    <a:pt x="20" y="27"/>
                    <a:pt x="20" y="27"/>
                    <a:pt x="21" y="27"/>
                  </a:cubicBezTo>
                  <a:cubicBezTo>
                    <a:pt x="20" y="25"/>
                    <a:pt x="19" y="22"/>
                    <a:pt x="18" y="21"/>
                  </a:cubicBezTo>
                  <a:cubicBezTo>
                    <a:pt x="18" y="21"/>
                    <a:pt x="18" y="21"/>
                    <a:pt x="18" y="21"/>
                  </a:cubicBezTo>
                  <a:cubicBezTo>
                    <a:pt x="19" y="21"/>
                    <a:pt x="20" y="21"/>
                    <a:pt x="20" y="21"/>
                  </a:cubicBezTo>
                  <a:cubicBezTo>
                    <a:pt x="21" y="22"/>
                    <a:pt x="24" y="24"/>
                    <a:pt x="24" y="23"/>
                  </a:cubicBezTo>
                  <a:cubicBezTo>
                    <a:pt x="25" y="22"/>
                    <a:pt x="26" y="19"/>
                    <a:pt x="25" y="18"/>
                  </a:cubicBezTo>
                  <a:cubicBezTo>
                    <a:pt x="25" y="18"/>
                    <a:pt x="25" y="18"/>
                    <a:pt x="24" y="18"/>
                  </a:cubicBezTo>
                  <a:cubicBezTo>
                    <a:pt x="24" y="18"/>
                    <a:pt x="23" y="19"/>
                    <a:pt x="22" y="20"/>
                  </a:cubicBezTo>
                  <a:cubicBezTo>
                    <a:pt x="22" y="20"/>
                    <a:pt x="22" y="19"/>
                    <a:pt x="21" y="19"/>
                  </a:cubicBezTo>
                  <a:cubicBezTo>
                    <a:pt x="21" y="17"/>
                    <a:pt x="21" y="16"/>
                    <a:pt x="21" y="14"/>
                  </a:cubicBezTo>
                  <a:cubicBezTo>
                    <a:pt x="22" y="13"/>
                    <a:pt x="21" y="13"/>
                    <a:pt x="21" y="13"/>
                  </a:cubicBezTo>
                  <a:close/>
                  <a:moveTo>
                    <a:pt x="28" y="6"/>
                  </a:moveTo>
                  <a:cubicBezTo>
                    <a:pt x="28" y="7"/>
                    <a:pt x="26" y="9"/>
                    <a:pt x="26" y="10"/>
                  </a:cubicBezTo>
                  <a:cubicBezTo>
                    <a:pt x="26" y="10"/>
                    <a:pt x="26" y="10"/>
                    <a:pt x="26" y="10"/>
                  </a:cubicBezTo>
                  <a:cubicBezTo>
                    <a:pt x="27" y="10"/>
                    <a:pt x="30" y="9"/>
                    <a:pt x="30" y="9"/>
                  </a:cubicBezTo>
                  <a:cubicBezTo>
                    <a:pt x="30" y="8"/>
                    <a:pt x="29" y="7"/>
                    <a:pt x="28" y="6"/>
                  </a:cubicBezTo>
                  <a:cubicBezTo>
                    <a:pt x="28" y="6"/>
                    <a:pt x="28" y="6"/>
                    <a:pt x="28" y="6"/>
                  </a:cubicBezTo>
                  <a:close/>
                  <a:moveTo>
                    <a:pt x="26" y="0"/>
                  </a:moveTo>
                  <a:cubicBezTo>
                    <a:pt x="28" y="1"/>
                    <a:pt x="29" y="1"/>
                    <a:pt x="29" y="3"/>
                  </a:cubicBezTo>
                  <a:cubicBezTo>
                    <a:pt x="29" y="3"/>
                    <a:pt x="28" y="4"/>
                    <a:pt x="28" y="5"/>
                  </a:cubicBezTo>
                  <a:cubicBezTo>
                    <a:pt x="29" y="7"/>
                    <a:pt x="32" y="7"/>
                    <a:pt x="34" y="8"/>
                  </a:cubicBezTo>
                  <a:cubicBezTo>
                    <a:pt x="34" y="9"/>
                    <a:pt x="34" y="9"/>
                    <a:pt x="34" y="9"/>
                  </a:cubicBezTo>
                  <a:cubicBezTo>
                    <a:pt x="32" y="11"/>
                    <a:pt x="30" y="11"/>
                    <a:pt x="29" y="11"/>
                  </a:cubicBezTo>
                  <a:cubicBezTo>
                    <a:pt x="28" y="12"/>
                    <a:pt x="28" y="12"/>
                    <a:pt x="28" y="13"/>
                  </a:cubicBezTo>
                  <a:cubicBezTo>
                    <a:pt x="26" y="13"/>
                    <a:pt x="25" y="13"/>
                    <a:pt x="24" y="15"/>
                  </a:cubicBezTo>
                  <a:cubicBezTo>
                    <a:pt x="25" y="16"/>
                    <a:pt x="28" y="16"/>
                    <a:pt x="28" y="17"/>
                  </a:cubicBezTo>
                  <a:cubicBezTo>
                    <a:pt x="28" y="18"/>
                    <a:pt x="28" y="21"/>
                    <a:pt x="28" y="22"/>
                  </a:cubicBezTo>
                  <a:cubicBezTo>
                    <a:pt x="27" y="23"/>
                    <a:pt x="26" y="24"/>
                    <a:pt x="27" y="25"/>
                  </a:cubicBezTo>
                  <a:cubicBezTo>
                    <a:pt x="27" y="26"/>
                    <a:pt x="29" y="26"/>
                    <a:pt x="30" y="27"/>
                  </a:cubicBezTo>
                  <a:cubicBezTo>
                    <a:pt x="31" y="28"/>
                    <a:pt x="32" y="29"/>
                    <a:pt x="32" y="31"/>
                  </a:cubicBezTo>
                  <a:cubicBezTo>
                    <a:pt x="32" y="32"/>
                    <a:pt x="30" y="34"/>
                    <a:pt x="28" y="33"/>
                  </a:cubicBezTo>
                  <a:cubicBezTo>
                    <a:pt x="27" y="33"/>
                    <a:pt x="26" y="31"/>
                    <a:pt x="26" y="30"/>
                  </a:cubicBezTo>
                  <a:cubicBezTo>
                    <a:pt x="25" y="30"/>
                    <a:pt x="25" y="30"/>
                    <a:pt x="24" y="29"/>
                  </a:cubicBezTo>
                  <a:cubicBezTo>
                    <a:pt x="24" y="29"/>
                    <a:pt x="22" y="30"/>
                    <a:pt x="22" y="30"/>
                  </a:cubicBezTo>
                  <a:cubicBezTo>
                    <a:pt x="21" y="30"/>
                    <a:pt x="21" y="30"/>
                    <a:pt x="20" y="30"/>
                  </a:cubicBezTo>
                  <a:cubicBezTo>
                    <a:pt x="19" y="30"/>
                    <a:pt x="17" y="30"/>
                    <a:pt x="15" y="29"/>
                  </a:cubicBezTo>
                  <a:cubicBezTo>
                    <a:pt x="15" y="28"/>
                    <a:pt x="14" y="27"/>
                    <a:pt x="14" y="26"/>
                  </a:cubicBezTo>
                  <a:cubicBezTo>
                    <a:pt x="14" y="26"/>
                    <a:pt x="14" y="26"/>
                    <a:pt x="13" y="26"/>
                  </a:cubicBezTo>
                  <a:cubicBezTo>
                    <a:pt x="13" y="26"/>
                    <a:pt x="13" y="26"/>
                    <a:pt x="13" y="26"/>
                  </a:cubicBezTo>
                  <a:cubicBezTo>
                    <a:pt x="13" y="27"/>
                    <a:pt x="14" y="31"/>
                    <a:pt x="13" y="31"/>
                  </a:cubicBezTo>
                  <a:cubicBezTo>
                    <a:pt x="12" y="31"/>
                    <a:pt x="12" y="30"/>
                    <a:pt x="11" y="30"/>
                  </a:cubicBezTo>
                  <a:cubicBezTo>
                    <a:pt x="10" y="29"/>
                    <a:pt x="11" y="28"/>
                    <a:pt x="10" y="27"/>
                  </a:cubicBezTo>
                  <a:cubicBezTo>
                    <a:pt x="10" y="26"/>
                    <a:pt x="9" y="25"/>
                    <a:pt x="9" y="25"/>
                  </a:cubicBezTo>
                  <a:cubicBezTo>
                    <a:pt x="8" y="24"/>
                    <a:pt x="9" y="23"/>
                    <a:pt x="8" y="23"/>
                  </a:cubicBezTo>
                  <a:cubicBezTo>
                    <a:pt x="8" y="23"/>
                    <a:pt x="4" y="24"/>
                    <a:pt x="3" y="23"/>
                  </a:cubicBezTo>
                  <a:cubicBezTo>
                    <a:pt x="2" y="23"/>
                    <a:pt x="0" y="21"/>
                    <a:pt x="2" y="19"/>
                  </a:cubicBezTo>
                  <a:cubicBezTo>
                    <a:pt x="2" y="19"/>
                    <a:pt x="3" y="19"/>
                    <a:pt x="3" y="18"/>
                  </a:cubicBezTo>
                  <a:cubicBezTo>
                    <a:pt x="4" y="18"/>
                    <a:pt x="3" y="17"/>
                    <a:pt x="4" y="16"/>
                  </a:cubicBezTo>
                  <a:cubicBezTo>
                    <a:pt x="4" y="16"/>
                    <a:pt x="6" y="17"/>
                    <a:pt x="6" y="17"/>
                  </a:cubicBezTo>
                  <a:cubicBezTo>
                    <a:pt x="8" y="17"/>
                    <a:pt x="12" y="16"/>
                    <a:pt x="13" y="15"/>
                  </a:cubicBezTo>
                  <a:cubicBezTo>
                    <a:pt x="13" y="14"/>
                    <a:pt x="14" y="12"/>
                    <a:pt x="14" y="11"/>
                  </a:cubicBezTo>
                  <a:cubicBezTo>
                    <a:pt x="14" y="10"/>
                    <a:pt x="15" y="10"/>
                    <a:pt x="16" y="9"/>
                  </a:cubicBezTo>
                  <a:cubicBezTo>
                    <a:pt x="16" y="9"/>
                    <a:pt x="16" y="9"/>
                    <a:pt x="15" y="8"/>
                  </a:cubicBezTo>
                  <a:cubicBezTo>
                    <a:pt x="14" y="8"/>
                    <a:pt x="13" y="8"/>
                    <a:pt x="11" y="7"/>
                  </a:cubicBezTo>
                  <a:cubicBezTo>
                    <a:pt x="11" y="7"/>
                    <a:pt x="11" y="7"/>
                    <a:pt x="10" y="6"/>
                  </a:cubicBezTo>
                  <a:cubicBezTo>
                    <a:pt x="10" y="6"/>
                    <a:pt x="10" y="6"/>
                    <a:pt x="10" y="5"/>
                  </a:cubicBezTo>
                  <a:cubicBezTo>
                    <a:pt x="10" y="5"/>
                    <a:pt x="10" y="5"/>
                    <a:pt x="11" y="5"/>
                  </a:cubicBezTo>
                  <a:cubicBezTo>
                    <a:pt x="12" y="5"/>
                    <a:pt x="12" y="6"/>
                    <a:pt x="12" y="6"/>
                  </a:cubicBezTo>
                  <a:cubicBezTo>
                    <a:pt x="13" y="6"/>
                    <a:pt x="17" y="5"/>
                    <a:pt x="17" y="4"/>
                  </a:cubicBezTo>
                  <a:cubicBezTo>
                    <a:pt x="18" y="3"/>
                    <a:pt x="18" y="1"/>
                    <a:pt x="20" y="0"/>
                  </a:cubicBezTo>
                  <a:cubicBezTo>
                    <a:pt x="21" y="0"/>
                    <a:pt x="22" y="0"/>
                    <a:pt x="23" y="1"/>
                  </a:cubicBezTo>
                  <a:cubicBezTo>
                    <a:pt x="23" y="1"/>
                    <a:pt x="23" y="1"/>
                    <a:pt x="23" y="1"/>
                  </a:cubicBezTo>
                  <a:cubicBezTo>
                    <a:pt x="22" y="3"/>
                    <a:pt x="21" y="3"/>
                    <a:pt x="20" y="5"/>
                  </a:cubicBezTo>
                  <a:cubicBezTo>
                    <a:pt x="18" y="6"/>
                    <a:pt x="18" y="9"/>
                    <a:pt x="17" y="11"/>
                  </a:cubicBezTo>
                  <a:cubicBezTo>
                    <a:pt x="17" y="11"/>
                    <a:pt x="16" y="12"/>
                    <a:pt x="16" y="13"/>
                  </a:cubicBezTo>
                  <a:cubicBezTo>
                    <a:pt x="18" y="13"/>
                    <a:pt x="18" y="11"/>
                    <a:pt x="19" y="11"/>
                  </a:cubicBezTo>
                  <a:cubicBezTo>
                    <a:pt x="20" y="11"/>
                    <a:pt x="22" y="11"/>
                    <a:pt x="22" y="10"/>
                  </a:cubicBezTo>
                  <a:cubicBezTo>
                    <a:pt x="23" y="9"/>
                    <a:pt x="22" y="8"/>
                    <a:pt x="23" y="7"/>
                  </a:cubicBezTo>
                  <a:cubicBezTo>
                    <a:pt x="24" y="6"/>
                    <a:pt x="24" y="4"/>
                    <a:pt x="25" y="3"/>
                  </a:cubicBezTo>
                  <a:cubicBezTo>
                    <a:pt x="26" y="2"/>
                    <a:pt x="25" y="1"/>
                    <a:pt x="2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0" name="Freeform 50"/>
            <p:cNvSpPr>
              <a:spLocks noEditPoints="1"/>
            </p:cNvSpPr>
            <p:nvPr/>
          </p:nvSpPr>
          <p:spPr bwMode="auto">
            <a:xfrm>
              <a:off x="8756713" y="4715179"/>
              <a:ext cx="52388" cy="44450"/>
            </a:xfrm>
            <a:custGeom>
              <a:avLst/>
              <a:gdLst>
                <a:gd name="T0" fmla="*/ 15 w 35"/>
                <a:gd name="T1" fmla="*/ 20 h 30"/>
                <a:gd name="T2" fmla="*/ 16 w 35"/>
                <a:gd name="T3" fmla="*/ 24 h 30"/>
                <a:gd name="T4" fmla="*/ 18 w 35"/>
                <a:gd name="T5" fmla="*/ 23 h 30"/>
                <a:gd name="T6" fmla="*/ 20 w 35"/>
                <a:gd name="T7" fmla="*/ 24 h 30"/>
                <a:gd name="T8" fmla="*/ 20 w 35"/>
                <a:gd name="T9" fmla="*/ 24 h 30"/>
                <a:gd name="T10" fmla="*/ 21 w 35"/>
                <a:gd name="T11" fmla="*/ 22 h 30"/>
                <a:gd name="T12" fmla="*/ 16 w 35"/>
                <a:gd name="T13" fmla="*/ 20 h 30"/>
                <a:gd name="T14" fmla="*/ 15 w 35"/>
                <a:gd name="T15" fmla="*/ 20 h 30"/>
                <a:gd name="T16" fmla="*/ 14 w 35"/>
                <a:gd name="T17" fmla="*/ 7 h 30"/>
                <a:gd name="T18" fmla="*/ 16 w 35"/>
                <a:gd name="T19" fmla="*/ 13 h 30"/>
                <a:gd name="T20" fmla="*/ 18 w 35"/>
                <a:gd name="T21" fmla="*/ 13 h 30"/>
                <a:gd name="T22" fmla="*/ 18 w 35"/>
                <a:gd name="T23" fmla="*/ 13 h 30"/>
                <a:gd name="T24" fmla="*/ 14 w 35"/>
                <a:gd name="T25" fmla="*/ 6 h 30"/>
                <a:gd name="T26" fmla="*/ 14 w 35"/>
                <a:gd name="T27" fmla="*/ 6 h 30"/>
                <a:gd name="T28" fmla="*/ 14 w 35"/>
                <a:gd name="T29" fmla="*/ 7 h 30"/>
                <a:gd name="T30" fmla="*/ 0 w 35"/>
                <a:gd name="T31" fmla="*/ 14 h 30"/>
                <a:gd name="T32" fmla="*/ 6 w 35"/>
                <a:gd name="T33" fmla="*/ 9 h 30"/>
                <a:gd name="T34" fmla="*/ 11 w 35"/>
                <a:gd name="T35" fmla="*/ 10 h 30"/>
                <a:gd name="T36" fmla="*/ 12 w 35"/>
                <a:gd name="T37" fmla="*/ 3 h 30"/>
                <a:gd name="T38" fmla="*/ 15 w 35"/>
                <a:gd name="T39" fmla="*/ 0 h 30"/>
                <a:gd name="T40" fmla="*/ 18 w 35"/>
                <a:gd name="T41" fmla="*/ 6 h 30"/>
                <a:gd name="T42" fmla="*/ 20 w 35"/>
                <a:gd name="T43" fmla="*/ 10 h 30"/>
                <a:gd name="T44" fmla="*/ 20 w 35"/>
                <a:gd name="T45" fmla="*/ 9 h 30"/>
                <a:gd name="T46" fmla="*/ 22 w 35"/>
                <a:gd name="T47" fmla="*/ 5 h 30"/>
                <a:gd name="T48" fmla="*/ 24 w 35"/>
                <a:gd name="T49" fmla="*/ 5 h 30"/>
                <a:gd name="T50" fmla="*/ 24 w 35"/>
                <a:gd name="T51" fmla="*/ 9 h 30"/>
                <a:gd name="T52" fmla="*/ 25 w 35"/>
                <a:gd name="T53" fmla="*/ 14 h 30"/>
                <a:gd name="T54" fmla="*/ 25 w 35"/>
                <a:gd name="T55" fmla="*/ 16 h 30"/>
                <a:gd name="T56" fmla="*/ 30 w 35"/>
                <a:gd name="T57" fmla="*/ 18 h 30"/>
                <a:gd name="T58" fmla="*/ 31 w 35"/>
                <a:gd name="T59" fmla="*/ 20 h 30"/>
                <a:gd name="T60" fmla="*/ 34 w 35"/>
                <a:gd name="T61" fmla="*/ 22 h 30"/>
                <a:gd name="T62" fmla="*/ 35 w 35"/>
                <a:gd name="T63" fmla="*/ 23 h 30"/>
                <a:gd name="T64" fmla="*/ 35 w 35"/>
                <a:gd name="T65" fmla="*/ 23 h 30"/>
                <a:gd name="T66" fmla="*/ 29 w 35"/>
                <a:gd name="T67" fmla="*/ 23 h 30"/>
                <a:gd name="T68" fmla="*/ 26 w 35"/>
                <a:gd name="T69" fmla="*/ 23 h 30"/>
                <a:gd name="T70" fmla="*/ 25 w 35"/>
                <a:gd name="T71" fmla="*/ 24 h 30"/>
                <a:gd name="T72" fmla="*/ 21 w 35"/>
                <a:gd name="T73" fmla="*/ 26 h 30"/>
                <a:gd name="T74" fmla="*/ 21 w 35"/>
                <a:gd name="T75" fmla="*/ 28 h 30"/>
                <a:gd name="T76" fmla="*/ 19 w 35"/>
                <a:gd name="T77" fmla="*/ 28 h 30"/>
                <a:gd name="T78" fmla="*/ 17 w 35"/>
                <a:gd name="T79" fmla="*/ 30 h 30"/>
                <a:gd name="T80" fmla="*/ 14 w 35"/>
                <a:gd name="T81" fmla="*/ 30 h 30"/>
                <a:gd name="T82" fmla="*/ 14 w 35"/>
                <a:gd name="T83" fmla="*/ 30 h 30"/>
                <a:gd name="T84" fmla="*/ 9 w 35"/>
                <a:gd name="T85" fmla="*/ 28 h 30"/>
                <a:gd name="T86" fmla="*/ 11 w 35"/>
                <a:gd name="T87" fmla="*/ 26 h 30"/>
                <a:gd name="T88" fmla="*/ 11 w 35"/>
                <a:gd name="T89" fmla="*/ 23 h 30"/>
                <a:gd name="T90" fmla="*/ 10 w 35"/>
                <a:gd name="T91" fmla="*/ 17 h 30"/>
                <a:gd name="T92" fmla="*/ 8 w 35"/>
                <a:gd name="T93" fmla="*/ 16 h 30"/>
                <a:gd name="T94" fmla="*/ 6 w 35"/>
                <a:gd name="T95" fmla="*/ 16 h 30"/>
                <a:gd name="T96" fmla="*/ 4 w 35"/>
                <a:gd name="T97" fmla="*/ 15 h 30"/>
                <a:gd name="T98" fmla="*/ 0 w 35"/>
                <a:gd name="T99" fmla="*/ 14 h 30"/>
                <a:gd name="T100" fmla="*/ 0 w 35"/>
                <a:gd name="T101" fmla="*/ 14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5" h="30">
                  <a:moveTo>
                    <a:pt x="15" y="20"/>
                  </a:moveTo>
                  <a:cubicBezTo>
                    <a:pt x="15" y="22"/>
                    <a:pt x="16" y="22"/>
                    <a:pt x="16" y="24"/>
                  </a:cubicBezTo>
                  <a:cubicBezTo>
                    <a:pt x="18" y="24"/>
                    <a:pt x="18" y="23"/>
                    <a:pt x="18" y="23"/>
                  </a:cubicBezTo>
                  <a:cubicBezTo>
                    <a:pt x="19" y="23"/>
                    <a:pt x="20" y="24"/>
                    <a:pt x="20" y="24"/>
                  </a:cubicBezTo>
                  <a:cubicBezTo>
                    <a:pt x="20" y="24"/>
                    <a:pt x="20" y="24"/>
                    <a:pt x="20" y="24"/>
                  </a:cubicBezTo>
                  <a:cubicBezTo>
                    <a:pt x="20" y="24"/>
                    <a:pt x="21" y="23"/>
                    <a:pt x="21" y="22"/>
                  </a:cubicBezTo>
                  <a:cubicBezTo>
                    <a:pt x="20" y="21"/>
                    <a:pt x="18" y="20"/>
                    <a:pt x="16" y="20"/>
                  </a:cubicBezTo>
                  <a:cubicBezTo>
                    <a:pt x="15" y="20"/>
                    <a:pt x="15" y="20"/>
                    <a:pt x="15" y="20"/>
                  </a:cubicBezTo>
                  <a:close/>
                  <a:moveTo>
                    <a:pt x="14" y="7"/>
                  </a:moveTo>
                  <a:cubicBezTo>
                    <a:pt x="14" y="10"/>
                    <a:pt x="12" y="12"/>
                    <a:pt x="16" y="13"/>
                  </a:cubicBezTo>
                  <a:cubicBezTo>
                    <a:pt x="17" y="13"/>
                    <a:pt x="17" y="13"/>
                    <a:pt x="18" y="13"/>
                  </a:cubicBezTo>
                  <a:cubicBezTo>
                    <a:pt x="18" y="13"/>
                    <a:pt x="18" y="13"/>
                    <a:pt x="18" y="13"/>
                  </a:cubicBezTo>
                  <a:cubicBezTo>
                    <a:pt x="16" y="11"/>
                    <a:pt x="16" y="8"/>
                    <a:pt x="14" y="6"/>
                  </a:cubicBezTo>
                  <a:cubicBezTo>
                    <a:pt x="14" y="6"/>
                    <a:pt x="14" y="6"/>
                    <a:pt x="14" y="6"/>
                  </a:cubicBezTo>
                  <a:cubicBezTo>
                    <a:pt x="14" y="6"/>
                    <a:pt x="14" y="6"/>
                    <a:pt x="14" y="7"/>
                  </a:cubicBezTo>
                  <a:close/>
                  <a:moveTo>
                    <a:pt x="0" y="14"/>
                  </a:moveTo>
                  <a:cubicBezTo>
                    <a:pt x="1" y="13"/>
                    <a:pt x="5" y="9"/>
                    <a:pt x="6" y="9"/>
                  </a:cubicBezTo>
                  <a:cubicBezTo>
                    <a:pt x="8" y="9"/>
                    <a:pt x="9" y="10"/>
                    <a:pt x="11" y="10"/>
                  </a:cubicBezTo>
                  <a:cubicBezTo>
                    <a:pt x="12" y="8"/>
                    <a:pt x="12" y="6"/>
                    <a:pt x="12" y="3"/>
                  </a:cubicBezTo>
                  <a:cubicBezTo>
                    <a:pt x="12" y="2"/>
                    <a:pt x="14" y="0"/>
                    <a:pt x="15" y="0"/>
                  </a:cubicBezTo>
                  <a:cubicBezTo>
                    <a:pt x="16" y="2"/>
                    <a:pt x="17" y="4"/>
                    <a:pt x="18" y="6"/>
                  </a:cubicBezTo>
                  <a:cubicBezTo>
                    <a:pt x="18" y="7"/>
                    <a:pt x="18" y="9"/>
                    <a:pt x="20" y="10"/>
                  </a:cubicBezTo>
                  <a:cubicBezTo>
                    <a:pt x="20" y="10"/>
                    <a:pt x="20" y="10"/>
                    <a:pt x="20" y="9"/>
                  </a:cubicBezTo>
                  <a:cubicBezTo>
                    <a:pt x="21" y="9"/>
                    <a:pt x="21" y="6"/>
                    <a:pt x="22" y="5"/>
                  </a:cubicBezTo>
                  <a:cubicBezTo>
                    <a:pt x="22" y="5"/>
                    <a:pt x="23" y="5"/>
                    <a:pt x="24" y="5"/>
                  </a:cubicBezTo>
                  <a:cubicBezTo>
                    <a:pt x="25" y="6"/>
                    <a:pt x="24" y="8"/>
                    <a:pt x="24" y="9"/>
                  </a:cubicBezTo>
                  <a:cubicBezTo>
                    <a:pt x="24" y="11"/>
                    <a:pt x="25" y="12"/>
                    <a:pt x="25" y="14"/>
                  </a:cubicBezTo>
                  <a:cubicBezTo>
                    <a:pt x="26" y="15"/>
                    <a:pt x="25" y="15"/>
                    <a:pt x="25" y="16"/>
                  </a:cubicBezTo>
                  <a:cubicBezTo>
                    <a:pt x="26" y="18"/>
                    <a:pt x="29" y="17"/>
                    <a:pt x="30" y="18"/>
                  </a:cubicBezTo>
                  <a:cubicBezTo>
                    <a:pt x="31" y="19"/>
                    <a:pt x="31" y="20"/>
                    <a:pt x="31" y="20"/>
                  </a:cubicBezTo>
                  <a:cubicBezTo>
                    <a:pt x="32" y="21"/>
                    <a:pt x="33" y="21"/>
                    <a:pt x="34" y="22"/>
                  </a:cubicBezTo>
                  <a:cubicBezTo>
                    <a:pt x="34" y="22"/>
                    <a:pt x="35" y="22"/>
                    <a:pt x="35" y="23"/>
                  </a:cubicBezTo>
                  <a:cubicBezTo>
                    <a:pt x="35" y="23"/>
                    <a:pt x="35" y="23"/>
                    <a:pt x="35" y="23"/>
                  </a:cubicBezTo>
                  <a:cubicBezTo>
                    <a:pt x="33" y="22"/>
                    <a:pt x="31" y="23"/>
                    <a:pt x="29" y="23"/>
                  </a:cubicBezTo>
                  <a:cubicBezTo>
                    <a:pt x="28" y="23"/>
                    <a:pt x="27" y="22"/>
                    <a:pt x="26" y="23"/>
                  </a:cubicBezTo>
                  <a:cubicBezTo>
                    <a:pt x="26" y="23"/>
                    <a:pt x="25" y="24"/>
                    <a:pt x="25" y="24"/>
                  </a:cubicBezTo>
                  <a:cubicBezTo>
                    <a:pt x="24" y="25"/>
                    <a:pt x="22" y="24"/>
                    <a:pt x="21" y="26"/>
                  </a:cubicBezTo>
                  <a:cubicBezTo>
                    <a:pt x="21" y="26"/>
                    <a:pt x="21" y="27"/>
                    <a:pt x="21" y="28"/>
                  </a:cubicBezTo>
                  <a:cubicBezTo>
                    <a:pt x="20" y="28"/>
                    <a:pt x="20" y="28"/>
                    <a:pt x="19" y="28"/>
                  </a:cubicBezTo>
                  <a:cubicBezTo>
                    <a:pt x="18" y="28"/>
                    <a:pt x="18" y="29"/>
                    <a:pt x="17" y="30"/>
                  </a:cubicBezTo>
                  <a:cubicBezTo>
                    <a:pt x="16" y="30"/>
                    <a:pt x="15" y="28"/>
                    <a:pt x="14" y="30"/>
                  </a:cubicBezTo>
                  <a:cubicBezTo>
                    <a:pt x="14" y="30"/>
                    <a:pt x="14" y="30"/>
                    <a:pt x="14" y="30"/>
                  </a:cubicBezTo>
                  <a:cubicBezTo>
                    <a:pt x="13" y="28"/>
                    <a:pt x="11" y="28"/>
                    <a:pt x="9" y="28"/>
                  </a:cubicBezTo>
                  <a:cubicBezTo>
                    <a:pt x="10" y="26"/>
                    <a:pt x="11" y="26"/>
                    <a:pt x="11" y="26"/>
                  </a:cubicBezTo>
                  <a:cubicBezTo>
                    <a:pt x="12" y="25"/>
                    <a:pt x="11" y="24"/>
                    <a:pt x="11" y="23"/>
                  </a:cubicBezTo>
                  <a:cubicBezTo>
                    <a:pt x="10" y="21"/>
                    <a:pt x="10" y="19"/>
                    <a:pt x="10" y="17"/>
                  </a:cubicBezTo>
                  <a:cubicBezTo>
                    <a:pt x="9" y="17"/>
                    <a:pt x="9" y="17"/>
                    <a:pt x="8" y="16"/>
                  </a:cubicBezTo>
                  <a:cubicBezTo>
                    <a:pt x="7" y="16"/>
                    <a:pt x="6" y="16"/>
                    <a:pt x="6" y="16"/>
                  </a:cubicBezTo>
                  <a:cubicBezTo>
                    <a:pt x="5" y="16"/>
                    <a:pt x="4" y="15"/>
                    <a:pt x="4" y="15"/>
                  </a:cubicBezTo>
                  <a:cubicBezTo>
                    <a:pt x="2" y="14"/>
                    <a:pt x="1" y="15"/>
                    <a:pt x="0" y="14"/>
                  </a:cubicBezTo>
                  <a:cubicBezTo>
                    <a:pt x="0" y="14"/>
                    <a:pt x="0" y="14"/>
                    <a:pt x="0"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1" name="Freeform 51"/>
            <p:cNvSpPr>
              <a:spLocks noEditPoints="1"/>
            </p:cNvSpPr>
            <p:nvPr/>
          </p:nvSpPr>
          <p:spPr bwMode="auto">
            <a:xfrm>
              <a:off x="8791638" y="4653266"/>
              <a:ext cx="50800" cy="55563"/>
            </a:xfrm>
            <a:custGeom>
              <a:avLst/>
              <a:gdLst>
                <a:gd name="T0" fmla="*/ 20 w 34"/>
                <a:gd name="T1" fmla="*/ 18 h 37"/>
                <a:gd name="T2" fmla="*/ 22 w 34"/>
                <a:gd name="T3" fmla="*/ 19 h 37"/>
                <a:gd name="T4" fmla="*/ 20 w 34"/>
                <a:gd name="T5" fmla="*/ 17 h 37"/>
                <a:gd name="T6" fmla="*/ 14 w 34"/>
                <a:gd name="T7" fmla="*/ 22 h 37"/>
                <a:gd name="T8" fmla="*/ 14 w 34"/>
                <a:gd name="T9" fmla="*/ 24 h 37"/>
                <a:gd name="T10" fmla="*/ 15 w 34"/>
                <a:gd name="T11" fmla="*/ 22 h 37"/>
                <a:gd name="T12" fmla="*/ 14 w 34"/>
                <a:gd name="T13" fmla="*/ 22 h 37"/>
                <a:gd name="T14" fmla="*/ 16 w 34"/>
                <a:gd name="T15" fmla="*/ 20 h 37"/>
                <a:gd name="T16" fmla="*/ 16 w 34"/>
                <a:gd name="T17" fmla="*/ 20 h 37"/>
                <a:gd name="T18" fmla="*/ 16 w 34"/>
                <a:gd name="T19" fmla="*/ 19 h 37"/>
                <a:gd name="T20" fmla="*/ 10 w 34"/>
                <a:gd name="T21" fmla="*/ 5 h 37"/>
                <a:gd name="T22" fmla="*/ 6 w 34"/>
                <a:gd name="T23" fmla="*/ 17 h 37"/>
                <a:gd name="T24" fmla="*/ 8 w 34"/>
                <a:gd name="T25" fmla="*/ 20 h 37"/>
                <a:gd name="T26" fmla="*/ 15 w 34"/>
                <a:gd name="T27" fmla="*/ 16 h 37"/>
                <a:gd name="T28" fmla="*/ 20 w 34"/>
                <a:gd name="T29" fmla="*/ 14 h 37"/>
                <a:gd name="T30" fmla="*/ 25 w 34"/>
                <a:gd name="T31" fmla="*/ 15 h 37"/>
                <a:gd name="T32" fmla="*/ 23 w 34"/>
                <a:gd name="T33" fmla="*/ 27 h 37"/>
                <a:gd name="T34" fmla="*/ 18 w 34"/>
                <a:gd name="T35" fmla="*/ 27 h 37"/>
                <a:gd name="T36" fmla="*/ 17 w 34"/>
                <a:gd name="T37" fmla="*/ 24 h 37"/>
                <a:gd name="T38" fmla="*/ 13 w 34"/>
                <a:gd name="T39" fmla="*/ 25 h 37"/>
                <a:gd name="T40" fmla="*/ 12 w 34"/>
                <a:gd name="T41" fmla="*/ 17 h 37"/>
                <a:gd name="T42" fmla="*/ 10 w 34"/>
                <a:gd name="T43" fmla="*/ 22 h 37"/>
                <a:gd name="T44" fmla="*/ 17 w 34"/>
                <a:gd name="T45" fmla="*/ 32 h 37"/>
                <a:gd name="T46" fmla="*/ 20 w 34"/>
                <a:gd name="T47" fmla="*/ 33 h 37"/>
                <a:gd name="T48" fmla="*/ 24 w 34"/>
                <a:gd name="T49" fmla="*/ 29 h 37"/>
                <a:gd name="T50" fmla="*/ 23 w 34"/>
                <a:gd name="T51" fmla="*/ 28 h 37"/>
                <a:gd name="T52" fmla="*/ 26 w 34"/>
                <a:gd name="T53" fmla="*/ 25 h 37"/>
                <a:gd name="T54" fmla="*/ 21 w 34"/>
                <a:gd name="T55" fmla="*/ 10 h 37"/>
                <a:gd name="T56" fmla="*/ 17 w 34"/>
                <a:gd name="T57" fmla="*/ 6 h 37"/>
                <a:gd name="T58" fmla="*/ 10 w 34"/>
                <a:gd name="T59" fmla="*/ 5 h 37"/>
                <a:gd name="T60" fmla="*/ 12 w 34"/>
                <a:gd name="T61" fmla="*/ 1 h 37"/>
                <a:gd name="T62" fmla="*/ 27 w 34"/>
                <a:gd name="T63" fmla="*/ 12 h 37"/>
                <a:gd name="T64" fmla="*/ 31 w 34"/>
                <a:gd name="T65" fmla="*/ 27 h 37"/>
                <a:gd name="T66" fmla="*/ 26 w 34"/>
                <a:gd name="T67" fmla="*/ 30 h 37"/>
                <a:gd name="T68" fmla="*/ 20 w 34"/>
                <a:gd name="T69" fmla="*/ 35 h 37"/>
                <a:gd name="T70" fmla="*/ 19 w 34"/>
                <a:gd name="T71" fmla="*/ 37 h 37"/>
                <a:gd name="T72" fmla="*/ 14 w 34"/>
                <a:gd name="T73" fmla="*/ 35 h 37"/>
                <a:gd name="T74" fmla="*/ 8 w 34"/>
                <a:gd name="T75" fmla="*/ 27 h 37"/>
                <a:gd name="T76" fmla="*/ 3 w 34"/>
                <a:gd name="T77" fmla="*/ 23 h 37"/>
                <a:gd name="T78" fmla="*/ 4 w 34"/>
                <a:gd name="T79" fmla="*/ 8 h 37"/>
                <a:gd name="T80" fmla="*/ 5 w 34"/>
                <a:gd name="T81" fmla="*/ 5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4" h="37">
                  <a:moveTo>
                    <a:pt x="20" y="17"/>
                  </a:moveTo>
                  <a:cubicBezTo>
                    <a:pt x="20" y="17"/>
                    <a:pt x="20" y="18"/>
                    <a:pt x="20" y="18"/>
                  </a:cubicBezTo>
                  <a:cubicBezTo>
                    <a:pt x="20" y="18"/>
                    <a:pt x="21" y="19"/>
                    <a:pt x="22" y="19"/>
                  </a:cubicBezTo>
                  <a:cubicBezTo>
                    <a:pt x="22" y="19"/>
                    <a:pt x="22" y="19"/>
                    <a:pt x="22" y="19"/>
                  </a:cubicBezTo>
                  <a:cubicBezTo>
                    <a:pt x="22" y="18"/>
                    <a:pt x="22" y="18"/>
                    <a:pt x="22" y="18"/>
                  </a:cubicBezTo>
                  <a:cubicBezTo>
                    <a:pt x="21" y="17"/>
                    <a:pt x="21" y="17"/>
                    <a:pt x="20" y="17"/>
                  </a:cubicBezTo>
                  <a:cubicBezTo>
                    <a:pt x="20" y="17"/>
                    <a:pt x="20" y="17"/>
                    <a:pt x="20" y="17"/>
                  </a:cubicBezTo>
                  <a:close/>
                  <a:moveTo>
                    <a:pt x="14" y="22"/>
                  </a:moveTo>
                  <a:cubicBezTo>
                    <a:pt x="14" y="23"/>
                    <a:pt x="14" y="23"/>
                    <a:pt x="14" y="24"/>
                  </a:cubicBezTo>
                  <a:cubicBezTo>
                    <a:pt x="14" y="24"/>
                    <a:pt x="14" y="24"/>
                    <a:pt x="14" y="24"/>
                  </a:cubicBezTo>
                  <a:cubicBezTo>
                    <a:pt x="14" y="24"/>
                    <a:pt x="14" y="24"/>
                    <a:pt x="14" y="24"/>
                  </a:cubicBezTo>
                  <a:cubicBezTo>
                    <a:pt x="15" y="23"/>
                    <a:pt x="14" y="23"/>
                    <a:pt x="15" y="22"/>
                  </a:cubicBezTo>
                  <a:cubicBezTo>
                    <a:pt x="15" y="22"/>
                    <a:pt x="14" y="22"/>
                    <a:pt x="14" y="22"/>
                  </a:cubicBezTo>
                  <a:cubicBezTo>
                    <a:pt x="14" y="22"/>
                    <a:pt x="14" y="22"/>
                    <a:pt x="14" y="22"/>
                  </a:cubicBezTo>
                  <a:close/>
                  <a:moveTo>
                    <a:pt x="16" y="19"/>
                  </a:moveTo>
                  <a:cubicBezTo>
                    <a:pt x="16" y="19"/>
                    <a:pt x="16" y="19"/>
                    <a:pt x="16" y="20"/>
                  </a:cubicBezTo>
                  <a:cubicBezTo>
                    <a:pt x="16" y="20"/>
                    <a:pt x="16" y="20"/>
                    <a:pt x="16" y="20"/>
                  </a:cubicBezTo>
                  <a:cubicBezTo>
                    <a:pt x="16" y="20"/>
                    <a:pt x="16" y="20"/>
                    <a:pt x="16" y="20"/>
                  </a:cubicBezTo>
                  <a:cubicBezTo>
                    <a:pt x="16" y="19"/>
                    <a:pt x="16" y="19"/>
                    <a:pt x="16" y="19"/>
                  </a:cubicBezTo>
                  <a:cubicBezTo>
                    <a:pt x="16" y="19"/>
                    <a:pt x="16" y="19"/>
                    <a:pt x="16" y="19"/>
                  </a:cubicBezTo>
                  <a:cubicBezTo>
                    <a:pt x="16" y="19"/>
                    <a:pt x="16" y="19"/>
                    <a:pt x="16" y="19"/>
                  </a:cubicBezTo>
                  <a:close/>
                  <a:moveTo>
                    <a:pt x="10" y="5"/>
                  </a:moveTo>
                  <a:cubicBezTo>
                    <a:pt x="9" y="6"/>
                    <a:pt x="8" y="7"/>
                    <a:pt x="7" y="8"/>
                  </a:cubicBezTo>
                  <a:cubicBezTo>
                    <a:pt x="5" y="11"/>
                    <a:pt x="6" y="14"/>
                    <a:pt x="6" y="17"/>
                  </a:cubicBezTo>
                  <a:cubicBezTo>
                    <a:pt x="6" y="18"/>
                    <a:pt x="7" y="20"/>
                    <a:pt x="8" y="20"/>
                  </a:cubicBezTo>
                  <a:cubicBezTo>
                    <a:pt x="8" y="20"/>
                    <a:pt x="8" y="20"/>
                    <a:pt x="8" y="20"/>
                  </a:cubicBezTo>
                  <a:cubicBezTo>
                    <a:pt x="9" y="19"/>
                    <a:pt x="8" y="12"/>
                    <a:pt x="12" y="12"/>
                  </a:cubicBezTo>
                  <a:cubicBezTo>
                    <a:pt x="13" y="12"/>
                    <a:pt x="14" y="15"/>
                    <a:pt x="15" y="16"/>
                  </a:cubicBezTo>
                  <a:cubicBezTo>
                    <a:pt x="16" y="16"/>
                    <a:pt x="18" y="16"/>
                    <a:pt x="19" y="15"/>
                  </a:cubicBezTo>
                  <a:cubicBezTo>
                    <a:pt x="19" y="15"/>
                    <a:pt x="19" y="15"/>
                    <a:pt x="20" y="14"/>
                  </a:cubicBezTo>
                  <a:cubicBezTo>
                    <a:pt x="21" y="14"/>
                    <a:pt x="22" y="13"/>
                    <a:pt x="24" y="13"/>
                  </a:cubicBezTo>
                  <a:cubicBezTo>
                    <a:pt x="24" y="14"/>
                    <a:pt x="24" y="14"/>
                    <a:pt x="25" y="15"/>
                  </a:cubicBezTo>
                  <a:cubicBezTo>
                    <a:pt x="25" y="16"/>
                    <a:pt x="24" y="17"/>
                    <a:pt x="24" y="18"/>
                  </a:cubicBezTo>
                  <a:cubicBezTo>
                    <a:pt x="24" y="21"/>
                    <a:pt x="24" y="24"/>
                    <a:pt x="23" y="27"/>
                  </a:cubicBezTo>
                  <a:cubicBezTo>
                    <a:pt x="22" y="27"/>
                    <a:pt x="22" y="28"/>
                    <a:pt x="21" y="29"/>
                  </a:cubicBezTo>
                  <a:cubicBezTo>
                    <a:pt x="20" y="28"/>
                    <a:pt x="19" y="28"/>
                    <a:pt x="18" y="27"/>
                  </a:cubicBezTo>
                  <a:cubicBezTo>
                    <a:pt x="18" y="26"/>
                    <a:pt x="18" y="25"/>
                    <a:pt x="18" y="25"/>
                  </a:cubicBezTo>
                  <a:cubicBezTo>
                    <a:pt x="18" y="25"/>
                    <a:pt x="17" y="25"/>
                    <a:pt x="17" y="24"/>
                  </a:cubicBezTo>
                  <a:cubicBezTo>
                    <a:pt x="17" y="24"/>
                    <a:pt x="17" y="25"/>
                    <a:pt x="16" y="25"/>
                  </a:cubicBezTo>
                  <a:cubicBezTo>
                    <a:pt x="15" y="25"/>
                    <a:pt x="14" y="26"/>
                    <a:pt x="13" y="25"/>
                  </a:cubicBezTo>
                  <a:cubicBezTo>
                    <a:pt x="13" y="25"/>
                    <a:pt x="12" y="24"/>
                    <a:pt x="12" y="24"/>
                  </a:cubicBezTo>
                  <a:cubicBezTo>
                    <a:pt x="12" y="23"/>
                    <a:pt x="15" y="17"/>
                    <a:pt x="12" y="17"/>
                  </a:cubicBezTo>
                  <a:cubicBezTo>
                    <a:pt x="12" y="17"/>
                    <a:pt x="12" y="17"/>
                    <a:pt x="12" y="17"/>
                  </a:cubicBezTo>
                  <a:cubicBezTo>
                    <a:pt x="12" y="18"/>
                    <a:pt x="10" y="21"/>
                    <a:pt x="10" y="22"/>
                  </a:cubicBezTo>
                  <a:cubicBezTo>
                    <a:pt x="10" y="23"/>
                    <a:pt x="11" y="23"/>
                    <a:pt x="11" y="25"/>
                  </a:cubicBezTo>
                  <a:cubicBezTo>
                    <a:pt x="12" y="27"/>
                    <a:pt x="15" y="30"/>
                    <a:pt x="17" y="32"/>
                  </a:cubicBezTo>
                  <a:cubicBezTo>
                    <a:pt x="18" y="33"/>
                    <a:pt x="18" y="33"/>
                    <a:pt x="18" y="33"/>
                  </a:cubicBezTo>
                  <a:cubicBezTo>
                    <a:pt x="19" y="33"/>
                    <a:pt x="20" y="33"/>
                    <a:pt x="20" y="33"/>
                  </a:cubicBezTo>
                  <a:cubicBezTo>
                    <a:pt x="21" y="33"/>
                    <a:pt x="23" y="29"/>
                    <a:pt x="24" y="29"/>
                  </a:cubicBezTo>
                  <a:cubicBezTo>
                    <a:pt x="24" y="29"/>
                    <a:pt x="24" y="29"/>
                    <a:pt x="24" y="29"/>
                  </a:cubicBezTo>
                  <a:cubicBezTo>
                    <a:pt x="24" y="29"/>
                    <a:pt x="24" y="29"/>
                    <a:pt x="23" y="28"/>
                  </a:cubicBezTo>
                  <a:cubicBezTo>
                    <a:pt x="23" y="28"/>
                    <a:pt x="23" y="28"/>
                    <a:pt x="23" y="28"/>
                  </a:cubicBezTo>
                  <a:cubicBezTo>
                    <a:pt x="24" y="27"/>
                    <a:pt x="25" y="28"/>
                    <a:pt x="26" y="27"/>
                  </a:cubicBezTo>
                  <a:cubicBezTo>
                    <a:pt x="26" y="26"/>
                    <a:pt x="26" y="25"/>
                    <a:pt x="26" y="25"/>
                  </a:cubicBezTo>
                  <a:cubicBezTo>
                    <a:pt x="27" y="24"/>
                    <a:pt x="29" y="24"/>
                    <a:pt x="30" y="23"/>
                  </a:cubicBezTo>
                  <a:cubicBezTo>
                    <a:pt x="31" y="19"/>
                    <a:pt x="25" y="12"/>
                    <a:pt x="21" y="10"/>
                  </a:cubicBezTo>
                  <a:cubicBezTo>
                    <a:pt x="21" y="9"/>
                    <a:pt x="20" y="8"/>
                    <a:pt x="19" y="7"/>
                  </a:cubicBezTo>
                  <a:cubicBezTo>
                    <a:pt x="18" y="7"/>
                    <a:pt x="18" y="7"/>
                    <a:pt x="17" y="6"/>
                  </a:cubicBezTo>
                  <a:cubicBezTo>
                    <a:pt x="15" y="5"/>
                    <a:pt x="14" y="3"/>
                    <a:pt x="12" y="3"/>
                  </a:cubicBezTo>
                  <a:cubicBezTo>
                    <a:pt x="11" y="3"/>
                    <a:pt x="10" y="4"/>
                    <a:pt x="10" y="5"/>
                  </a:cubicBezTo>
                  <a:close/>
                  <a:moveTo>
                    <a:pt x="7" y="5"/>
                  </a:moveTo>
                  <a:cubicBezTo>
                    <a:pt x="9" y="3"/>
                    <a:pt x="10" y="1"/>
                    <a:pt x="12" y="1"/>
                  </a:cubicBezTo>
                  <a:cubicBezTo>
                    <a:pt x="16" y="0"/>
                    <a:pt x="20" y="5"/>
                    <a:pt x="24" y="9"/>
                  </a:cubicBezTo>
                  <a:cubicBezTo>
                    <a:pt x="25" y="10"/>
                    <a:pt x="26" y="11"/>
                    <a:pt x="27" y="12"/>
                  </a:cubicBezTo>
                  <a:cubicBezTo>
                    <a:pt x="29" y="15"/>
                    <a:pt x="33" y="17"/>
                    <a:pt x="34" y="20"/>
                  </a:cubicBezTo>
                  <a:cubicBezTo>
                    <a:pt x="34" y="21"/>
                    <a:pt x="33" y="27"/>
                    <a:pt x="31" y="27"/>
                  </a:cubicBezTo>
                  <a:cubicBezTo>
                    <a:pt x="30" y="28"/>
                    <a:pt x="27" y="27"/>
                    <a:pt x="26" y="29"/>
                  </a:cubicBezTo>
                  <a:cubicBezTo>
                    <a:pt x="26" y="29"/>
                    <a:pt x="26" y="30"/>
                    <a:pt x="26" y="30"/>
                  </a:cubicBezTo>
                  <a:cubicBezTo>
                    <a:pt x="26" y="31"/>
                    <a:pt x="23" y="34"/>
                    <a:pt x="22" y="35"/>
                  </a:cubicBezTo>
                  <a:cubicBezTo>
                    <a:pt x="21" y="35"/>
                    <a:pt x="20" y="35"/>
                    <a:pt x="20" y="35"/>
                  </a:cubicBezTo>
                  <a:cubicBezTo>
                    <a:pt x="19" y="36"/>
                    <a:pt x="20" y="37"/>
                    <a:pt x="19" y="37"/>
                  </a:cubicBezTo>
                  <a:cubicBezTo>
                    <a:pt x="19" y="37"/>
                    <a:pt x="19" y="37"/>
                    <a:pt x="19" y="37"/>
                  </a:cubicBezTo>
                  <a:cubicBezTo>
                    <a:pt x="18" y="37"/>
                    <a:pt x="17" y="37"/>
                    <a:pt x="16" y="37"/>
                  </a:cubicBezTo>
                  <a:cubicBezTo>
                    <a:pt x="16" y="37"/>
                    <a:pt x="14" y="35"/>
                    <a:pt x="14" y="35"/>
                  </a:cubicBezTo>
                  <a:cubicBezTo>
                    <a:pt x="14" y="33"/>
                    <a:pt x="12" y="31"/>
                    <a:pt x="11" y="29"/>
                  </a:cubicBezTo>
                  <a:cubicBezTo>
                    <a:pt x="10" y="28"/>
                    <a:pt x="8" y="27"/>
                    <a:pt x="8" y="27"/>
                  </a:cubicBezTo>
                  <a:cubicBezTo>
                    <a:pt x="7" y="26"/>
                    <a:pt x="6" y="25"/>
                    <a:pt x="5" y="25"/>
                  </a:cubicBezTo>
                  <a:cubicBezTo>
                    <a:pt x="5" y="24"/>
                    <a:pt x="4" y="23"/>
                    <a:pt x="3" y="23"/>
                  </a:cubicBezTo>
                  <a:cubicBezTo>
                    <a:pt x="0" y="18"/>
                    <a:pt x="1" y="17"/>
                    <a:pt x="2" y="12"/>
                  </a:cubicBezTo>
                  <a:cubicBezTo>
                    <a:pt x="2" y="11"/>
                    <a:pt x="3" y="9"/>
                    <a:pt x="4" y="8"/>
                  </a:cubicBezTo>
                  <a:cubicBezTo>
                    <a:pt x="4" y="8"/>
                    <a:pt x="4" y="8"/>
                    <a:pt x="4" y="8"/>
                  </a:cubicBezTo>
                  <a:cubicBezTo>
                    <a:pt x="4" y="7"/>
                    <a:pt x="5" y="6"/>
                    <a:pt x="5" y="5"/>
                  </a:cubicBezTo>
                  <a:cubicBezTo>
                    <a:pt x="6" y="5"/>
                    <a:pt x="7" y="5"/>
                    <a:pt x="7"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2" name="Freeform 52"/>
            <p:cNvSpPr>
              <a:spLocks noEditPoints="1"/>
            </p:cNvSpPr>
            <p:nvPr/>
          </p:nvSpPr>
          <p:spPr bwMode="auto">
            <a:xfrm>
              <a:off x="8847200" y="4611991"/>
              <a:ext cx="46038" cy="58738"/>
            </a:xfrm>
            <a:custGeom>
              <a:avLst/>
              <a:gdLst>
                <a:gd name="T0" fmla="*/ 8 w 31"/>
                <a:gd name="T1" fmla="*/ 31 h 39"/>
                <a:gd name="T2" fmla="*/ 9 w 31"/>
                <a:gd name="T3" fmla="*/ 30 h 39"/>
                <a:gd name="T4" fmla="*/ 8 w 31"/>
                <a:gd name="T5" fmla="*/ 26 h 39"/>
                <a:gd name="T6" fmla="*/ 18 w 31"/>
                <a:gd name="T7" fmla="*/ 18 h 39"/>
                <a:gd name="T8" fmla="*/ 18 w 31"/>
                <a:gd name="T9" fmla="*/ 21 h 39"/>
                <a:gd name="T10" fmla="*/ 19 w 31"/>
                <a:gd name="T11" fmla="*/ 18 h 39"/>
                <a:gd name="T12" fmla="*/ 7 w 31"/>
                <a:gd name="T13" fmla="*/ 22 h 39"/>
                <a:gd name="T14" fmla="*/ 6 w 31"/>
                <a:gd name="T15" fmla="*/ 23 h 39"/>
                <a:gd name="T16" fmla="*/ 7 w 31"/>
                <a:gd name="T17" fmla="*/ 22 h 39"/>
                <a:gd name="T18" fmla="*/ 7 w 31"/>
                <a:gd name="T19" fmla="*/ 22 h 39"/>
                <a:gd name="T20" fmla="*/ 23 w 31"/>
                <a:gd name="T21" fmla="*/ 12 h 39"/>
                <a:gd name="T22" fmla="*/ 23 w 31"/>
                <a:gd name="T23" fmla="*/ 12 h 39"/>
                <a:gd name="T24" fmla="*/ 23 w 31"/>
                <a:gd name="T25" fmla="*/ 11 h 39"/>
                <a:gd name="T26" fmla="*/ 10 w 31"/>
                <a:gd name="T27" fmla="*/ 19 h 39"/>
                <a:gd name="T28" fmla="*/ 10 w 31"/>
                <a:gd name="T29" fmla="*/ 23 h 39"/>
                <a:gd name="T30" fmla="*/ 10 w 31"/>
                <a:gd name="T31" fmla="*/ 19 h 39"/>
                <a:gd name="T32" fmla="*/ 15 w 31"/>
                <a:gd name="T33" fmla="*/ 13 h 39"/>
                <a:gd name="T34" fmla="*/ 16 w 31"/>
                <a:gd name="T35" fmla="*/ 14 h 39"/>
                <a:gd name="T36" fmla="*/ 15 w 31"/>
                <a:gd name="T37" fmla="*/ 13 h 39"/>
                <a:gd name="T38" fmla="*/ 9 w 31"/>
                <a:gd name="T39" fmla="*/ 16 h 39"/>
                <a:gd name="T40" fmla="*/ 9 w 31"/>
                <a:gd name="T41" fmla="*/ 18 h 39"/>
                <a:gd name="T42" fmla="*/ 9 w 31"/>
                <a:gd name="T43" fmla="*/ 16 h 39"/>
                <a:gd name="T44" fmla="*/ 19 w 31"/>
                <a:gd name="T45" fmla="*/ 4 h 39"/>
                <a:gd name="T46" fmla="*/ 23 w 31"/>
                <a:gd name="T47" fmla="*/ 7 h 39"/>
                <a:gd name="T48" fmla="*/ 29 w 31"/>
                <a:gd name="T49" fmla="*/ 9 h 39"/>
                <a:gd name="T50" fmla="*/ 25 w 31"/>
                <a:gd name="T51" fmla="*/ 16 h 39"/>
                <a:gd name="T52" fmla="*/ 29 w 31"/>
                <a:gd name="T53" fmla="*/ 26 h 39"/>
                <a:gd name="T54" fmla="*/ 30 w 31"/>
                <a:gd name="T55" fmla="*/ 30 h 39"/>
                <a:gd name="T56" fmla="*/ 31 w 31"/>
                <a:gd name="T57" fmla="*/ 32 h 39"/>
                <a:gd name="T58" fmla="*/ 22 w 31"/>
                <a:gd name="T59" fmla="*/ 23 h 39"/>
                <a:gd name="T60" fmla="*/ 16 w 31"/>
                <a:gd name="T61" fmla="*/ 29 h 39"/>
                <a:gd name="T62" fmla="*/ 15 w 31"/>
                <a:gd name="T63" fmla="*/ 22 h 39"/>
                <a:gd name="T64" fmla="*/ 15 w 31"/>
                <a:gd name="T65" fmla="*/ 19 h 39"/>
                <a:gd name="T66" fmla="*/ 12 w 31"/>
                <a:gd name="T67" fmla="*/ 19 h 39"/>
                <a:gd name="T68" fmla="*/ 13 w 31"/>
                <a:gd name="T69" fmla="*/ 29 h 39"/>
                <a:gd name="T70" fmla="*/ 17 w 31"/>
                <a:gd name="T71" fmla="*/ 34 h 39"/>
                <a:gd name="T72" fmla="*/ 14 w 31"/>
                <a:gd name="T73" fmla="*/ 33 h 39"/>
                <a:gd name="T74" fmla="*/ 12 w 31"/>
                <a:gd name="T75" fmla="*/ 32 h 39"/>
                <a:gd name="T76" fmla="*/ 7 w 31"/>
                <a:gd name="T77" fmla="*/ 39 h 39"/>
                <a:gd name="T78" fmla="*/ 6 w 31"/>
                <a:gd name="T79" fmla="*/ 33 h 39"/>
                <a:gd name="T80" fmla="*/ 6 w 31"/>
                <a:gd name="T81" fmla="*/ 26 h 39"/>
                <a:gd name="T82" fmla="*/ 2 w 31"/>
                <a:gd name="T83" fmla="*/ 29 h 39"/>
                <a:gd name="T84" fmla="*/ 4 w 31"/>
                <a:gd name="T85" fmla="*/ 13 h 39"/>
                <a:gd name="T86" fmla="*/ 6 w 31"/>
                <a:gd name="T87" fmla="*/ 9 h 39"/>
                <a:gd name="T88" fmla="*/ 3 w 31"/>
                <a:gd name="T89" fmla="*/ 23 h 39"/>
                <a:gd name="T90" fmla="*/ 3 w 31"/>
                <a:gd name="T91" fmla="*/ 27 h 39"/>
                <a:gd name="T92" fmla="*/ 9 w 31"/>
                <a:gd name="T93" fmla="*/ 14 h 39"/>
                <a:gd name="T94" fmla="*/ 13 w 31"/>
                <a:gd name="T95" fmla="*/ 15 h 39"/>
                <a:gd name="T96" fmla="*/ 12 w 31"/>
                <a:gd name="T97" fmla="*/ 9 h 39"/>
                <a:gd name="T98" fmla="*/ 11 w 31"/>
                <a:gd name="T99" fmla="*/ 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1" h="39">
                  <a:moveTo>
                    <a:pt x="8" y="26"/>
                  </a:moveTo>
                  <a:cubicBezTo>
                    <a:pt x="8" y="27"/>
                    <a:pt x="8" y="30"/>
                    <a:pt x="8" y="31"/>
                  </a:cubicBezTo>
                  <a:cubicBezTo>
                    <a:pt x="8" y="31"/>
                    <a:pt x="8" y="31"/>
                    <a:pt x="8" y="31"/>
                  </a:cubicBezTo>
                  <a:cubicBezTo>
                    <a:pt x="8" y="31"/>
                    <a:pt x="9" y="31"/>
                    <a:pt x="9" y="30"/>
                  </a:cubicBezTo>
                  <a:cubicBezTo>
                    <a:pt x="9" y="29"/>
                    <a:pt x="11" y="27"/>
                    <a:pt x="9" y="26"/>
                  </a:cubicBezTo>
                  <a:cubicBezTo>
                    <a:pt x="9" y="26"/>
                    <a:pt x="9" y="26"/>
                    <a:pt x="8" y="26"/>
                  </a:cubicBezTo>
                  <a:cubicBezTo>
                    <a:pt x="9" y="26"/>
                    <a:pt x="8" y="26"/>
                    <a:pt x="8" y="26"/>
                  </a:cubicBezTo>
                  <a:close/>
                  <a:moveTo>
                    <a:pt x="18" y="18"/>
                  </a:moveTo>
                  <a:cubicBezTo>
                    <a:pt x="18" y="19"/>
                    <a:pt x="17" y="20"/>
                    <a:pt x="17" y="21"/>
                  </a:cubicBezTo>
                  <a:cubicBezTo>
                    <a:pt x="17" y="21"/>
                    <a:pt x="17" y="21"/>
                    <a:pt x="18" y="21"/>
                  </a:cubicBezTo>
                  <a:cubicBezTo>
                    <a:pt x="18" y="21"/>
                    <a:pt x="18" y="21"/>
                    <a:pt x="18" y="21"/>
                  </a:cubicBezTo>
                  <a:cubicBezTo>
                    <a:pt x="19" y="21"/>
                    <a:pt x="21" y="19"/>
                    <a:pt x="19" y="18"/>
                  </a:cubicBezTo>
                  <a:cubicBezTo>
                    <a:pt x="19" y="17"/>
                    <a:pt x="19" y="17"/>
                    <a:pt x="18" y="18"/>
                  </a:cubicBezTo>
                  <a:close/>
                  <a:moveTo>
                    <a:pt x="7" y="22"/>
                  </a:moveTo>
                  <a:cubicBezTo>
                    <a:pt x="7" y="22"/>
                    <a:pt x="7" y="23"/>
                    <a:pt x="6" y="23"/>
                  </a:cubicBezTo>
                  <a:cubicBezTo>
                    <a:pt x="6" y="23"/>
                    <a:pt x="6" y="23"/>
                    <a:pt x="6" y="23"/>
                  </a:cubicBezTo>
                  <a:cubicBezTo>
                    <a:pt x="7" y="23"/>
                    <a:pt x="7" y="23"/>
                    <a:pt x="7" y="23"/>
                  </a:cubicBezTo>
                  <a:cubicBezTo>
                    <a:pt x="7" y="22"/>
                    <a:pt x="7" y="22"/>
                    <a:pt x="7" y="22"/>
                  </a:cubicBezTo>
                  <a:cubicBezTo>
                    <a:pt x="7" y="22"/>
                    <a:pt x="7" y="22"/>
                    <a:pt x="7" y="22"/>
                  </a:cubicBezTo>
                  <a:cubicBezTo>
                    <a:pt x="7" y="22"/>
                    <a:pt x="7" y="22"/>
                    <a:pt x="7" y="22"/>
                  </a:cubicBezTo>
                  <a:close/>
                  <a:moveTo>
                    <a:pt x="23" y="11"/>
                  </a:moveTo>
                  <a:cubicBezTo>
                    <a:pt x="23" y="12"/>
                    <a:pt x="23" y="12"/>
                    <a:pt x="23" y="12"/>
                  </a:cubicBezTo>
                  <a:cubicBezTo>
                    <a:pt x="23" y="12"/>
                    <a:pt x="23" y="12"/>
                    <a:pt x="23" y="12"/>
                  </a:cubicBezTo>
                  <a:cubicBezTo>
                    <a:pt x="23" y="12"/>
                    <a:pt x="23" y="12"/>
                    <a:pt x="23" y="12"/>
                  </a:cubicBezTo>
                  <a:cubicBezTo>
                    <a:pt x="23" y="12"/>
                    <a:pt x="23" y="12"/>
                    <a:pt x="23" y="11"/>
                  </a:cubicBezTo>
                  <a:cubicBezTo>
                    <a:pt x="23" y="11"/>
                    <a:pt x="23" y="11"/>
                    <a:pt x="23" y="11"/>
                  </a:cubicBezTo>
                  <a:cubicBezTo>
                    <a:pt x="23" y="11"/>
                    <a:pt x="23" y="11"/>
                    <a:pt x="23" y="11"/>
                  </a:cubicBezTo>
                  <a:close/>
                  <a:moveTo>
                    <a:pt x="10" y="19"/>
                  </a:moveTo>
                  <a:cubicBezTo>
                    <a:pt x="9" y="20"/>
                    <a:pt x="9" y="23"/>
                    <a:pt x="10" y="23"/>
                  </a:cubicBezTo>
                  <a:cubicBezTo>
                    <a:pt x="10" y="23"/>
                    <a:pt x="10" y="23"/>
                    <a:pt x="10" y="23"/>
                  </a:cubicBezTo>
                  <a:cubicBezTo>
                    <a:pt x="11" y="22"/>
                    <a:pt x="11" y="20"/>
                    <a:pt x="11" y="19"/>
                  </a:cubicBezTo>
                  <a:cubicBezTo>
                    <a:pt x="11" y="19"/>
                    <a:pt x="10" y="19"/>
                    <a:pt x="10" y="19"/>
                  </a:cubicBezTo>
                  <a:close/>
                  <a:moveTo>
                    <a:pt x="15" y="13"/>
                  </a:moveTo>
                  <a:cubicBezTo>
                    <a:pt x="15" y="13"/>
                    <a:pt x="15" y="13"/>
                    <a:pt x="15" y="13"/>
                  </a:cubicBezTo>
                  <a:cubicBezTo>
                    <a:pt x="15" y="14"/>
                    <a:pt x="15" y="14"/>
                    <a:pt x="15" y="14"/>
                  </a:cubicBezTo>
                  <a:cubicBezTo>
                    <a:pt x="16" y="14"/>
                    <a:pt x="16" y="14"/>
                    <a:pt x="16" y="14"/>
                  </a:cubicBezTo>
                  <a:cubicBezTo>
                    <a:pt x="16" y="14"/>
                    <a:pt x="16" y="13"/>
                    <a:pt x="16" y="13"/>
                  </a:cubicBezTo>
                  <a:cubicBezTo>
                    <a:pt x="16" y="13"/>
                    <a:pt x="16" y="13"/>
                    <a:pt x="15" y="13"/>
                  </a:cubicBezTo>
                  <a:cubicBezTo>
                    <a:pt x="16" y="13"/>
                    <a:pt x="16" y="13"/>
                    <a:pt x="15" y="13"/>
                  </a:cubicBezTo>
                  <a:close/>
                  <a:moveTo>
                    <a:pt x="9" y="16"/>
                  </a:moveTo>
                  <a:cubicBezTo>
                    <a:pt x="8" y="17"/>
                    <a:pt x="8" y="18"/>
                    <a:pt x="9" y="18"/>
                  </a:cubicBezTo>
                  <a:cubicBezTo>
                    <a:pt x="9" y="18"/>
                    <a:pt x="9" y="18"/>
                    <a:pt x="9" y="18"/>
                  </a:cubicBezTo>
                  <a:cubicBezTo>
                    <a:pt x="9" y="17"/>
                    <a:pt x="9" y="17"/>
                    <a:pt x="9" y="16"/>
                  </a:cubicBezTo>
                  <a:cubicBezTo>
                    <a:pt x="9" y="15"/>
                    <a:pt x="9" y="16"/>
                    <a:pt x="9" y="16"/>
                  </a:cubicBezTo>
                  <a:close/>
                  <a:moveTo>
                    <a:pt x="11" y="1"/>
                  </a:moveTo>
                  <a:cubicBezTo>
                    <a:pt x="13" y="0"/>
                    <a:pt x="17" y="2"/>
                    <a:pt x="19" y="4"/>
                  </a:cubicBezTo>
                  <a:cubicBezTo>
                    <a:pt x="19" y="5"/>
                    <a:pt x="19" y="6"/>
                    <a:pt x="20" y="6"/>
                  </a:cubicBezTo>
                  <a:cubicBezTo>
                    <a:pt x="21" y="7"/>
                    <a:pt x="22" y="7"/>
                    <a:pt x="23" y="7"/>
                  </a:cubicBezTo>
                  <a:cubicBezTo>
                    <a:pt x="24" y="8"/>
                    <a:pt x="25" y="9"/>
                    <a:pt x="25" y="9"/>
                  </a:cubicBezTo>
                  <a:cubicBezTo>
                    <a:pt x="27" y="9"/>
                    <a:pt x="28" y="9"/>
                    <a:pt x="29" y="9"/>
                  </a:cubicBezTo>
                  <a:cubicBezTo>
                    <a:pt x="29" y="9"/>
                    <a:pt x="29" y="9"/>
                    <a:pt x="29" y="10"/>
                  </a:cubicBezTo>
                  <a:cubicBezTo>
                    <a:pt x="28" y="12"/>
                    <a:pt x="25" y="14"/>
                    <a:pt x="25" y="16"/>
                  </a:cubicBezTo>
                  <a:cubicBezTo>
                    <a:pt x="25" y="18"/>
                    <a:pt x="27" y="19"/>
                    <a:pt x="27" y="21"/>
                  </a:cubicBezTo>
                  <a:cubicBezTo>
                    <a:pt x="28" y="23"/>
                    <a:pt x="29" y="24"/>
                    <a:pt x="29" y="26"/>
                  </a:cubicBezTo>
                  <a:cubicBezTo>
                    <a:pt x="29" y="26"/>
                    <a:pt x="29" y="27"/>
                    <a:pt x="30" y="27"/>
                  </a:cubicBezTo>
                  <a:cubicBezTo>
                    <a:pt x="30" y="28"/>
                    <a:pt x="30" y="29"/>
                    <a:pt x="30" y="30"/>
                  </a:cubicBezTo>
                  <a:cubicBezTo>
                    <a:pt x="30" y="31"/>
                    <a:pt x="31" y="31"/>
                    <a:pt x="31" y="32"/>
                  </a:cubicBezTo>
                  <a:cubicBezTo>
                    <a:pt x="31" y="32"/>
                    <a:pt x="31" y="32"/>
                    <a:pt x="31" y="32"/>
                  </a:cubicBezTo>
                  <a:cubicBezTo>
                    <a:pt x="29" y="31"/>
                    <a:pt x="27" y="30"/>
                    <a:pt x="25" y="28"/>
                  </a:cubicBezTo>
                  <a:cubicBezTo>
                    <a:pt x="24" y="26"/>
                    <a:pt x="23" y="24"/>
                    <a:pt x="22" y="23"/>
                  </a:cubicBezTo>
                  <a:cubicBezTo>
                    <a:pt x="22" y="23"/>
                    <a:pt x="22" y="23"/>
                    <a:pt x="22" y="23"/>
                  </a:cubicBezTo>
                  <a:cubicBezTo>
                    <a:pt x="20" y="25"/>
                    <a:pt x="19" y="27"/>
                    <a:pt x="16" y="29"/>
                  </a:cubicBezTo>
                  <a:cubicBezTo>
                    <a:pt x="15" y="28"/>
                    <a:pt x="13" y="26"/>
                    <a:pt x="14" y="25"/>
                  </a:cubicBezTo>
                  <a:cubicBezTo>
                    <a:pt x="14" y="24"/>
                    <a:pt x="15" y="23"/>
                    <a:pt x="15" y="22"/>
                  </a:cubicBezTo>
                  <a:cubicBezTo>
                    <a:pt x="15" y="22"/>
                    <a:pt x="14" y="21"/>
                    <a:pt x="14" y="21"/>
                  </a:cubicBezTo>
                  <a:cubicBezTo>
                    <a:pt x="14" y="20"/>
                    <a:pt x="14" y="19"/>
                    <a:pt x="15" y="19"/>
                  </a:cubicBezTo>
                  <a:cubicBezTo>
                    <a:pt x="15" y="18"/>
                    <a:pt x="14" y="15"/>
                    <a:pt x="13" y="16"/>
                  </a:cubicBezTo>
                  <a:cubicBezTo>
                    <a:pt x="12" y="16"/>
                    <a:pt x="12" y="18"/>
                    <a:pt x="12" y="19"/>
                  </a:cubicBezTo>
                  <a:cubicBezTo>
                    <a:pt x="12" y="20"/>
                    <a:pt x="13" y="21"/>
                    <a:pt x="13" y="23"/>
                  </a:cubicBezTo>
                  <a:cubicBezTo>
                    <a:pt x="13" y="25"/>
                    <a:pt x="11" y="26"/>
                    <a:pt x="13" y="29"/>
                  </a:cubicBezTo>
                  <a:cubicBezTo>
                    <a:pt x="14" y="31"/>
                    <a:pt x="17" y="33"/>
                    <a:pt x="17" y="34"/>
                  </a:cubicBezTo>
                  <a:cubicBezTo>
                    <a:pt x="17" y="34"/>
                    <a:pt x="17" y="34"/>
                    <a:pt x="17" y="34"/>
                  </a:cubicBezTo>
                  <a:cubicBezTo>
                    <a:pt x="17" y="35"/>
                    <a:pt x="17" y="35"/>
                    <a:pt x="17" y="35"/>
                  </a:cubicBezTo>
                  <a:cubicBezTo>
                    <a:pt x="16" y="34"/>
                    <a:pt x="15" y="34"/>
                    <a:pt x="14" y="33"/>
                  </a:cubicBezTo>
                  <a:cubicBezTo>
                    <a:pt x="13" y="33"/>
                    <a:pt x="13" y="32"/>
                    <a:pt x="12" y="32"/>
                  </a:cubicBezTo>
                  <a:cubicBezTo>
                    <a:pt x="12" y="32"/>
                    <a:pt x="12" y="32"/>
                    <a:pt x="12" y="32"/>
                  </a:cubicBezTo>
                  <a:cubicBezTo>
                    <a:pt x="11" y="34"/>
                    <a:pt x="11" y="37"/>
                    <a:pt x="8" y="39"/>
                  </a:cubicBezTo>
                  <a:cubicBezTo>
                    <a:pt x="7" y="39"/>
                    <a:pt x="7" y="39"/>
                    <a:pt x="7" y="39"/>
                  </a:cubicBezTo>
                  <a:cubicBezTo>
                    <a:pt x="7" y="38"/>
                    <a:pt x="5" y="36"/>
                    <a:pt x="5" y="35"/>
                  </a:cubicBezTo>
                  <a:cubicBezTo>
                    <a:pt x="5" y="34"/>
                    <a:pt x="5" y="33"/>
                    <a:pt x="6" y="33"/>
                  </a:cubicBezTo>
                  <a:cubicBezTo>
                    <a:pt x="6" y="31"/>
                    <a:pt x="6" y="28"/>
                    <a:pt x="6" y="26"/>
                  </a:cubicBezTo>
                  <a:cubicBezTo>
                    <a:pt x="6" y="26"/>
                    <a:pt x="6" y="26"/>
                    <a:pt x="6" y="26"/>
                  </a:cubicBezTo>
                  <a:cubicBezTo>
                    <a:pt x="6" y="26"/>
                    <a:pt x="6" y="26"/>
                    <a:pt x="6" y="26"/>
                  </a:cubicBezTo>
                  <a:cubicBezTo>
                    <a:pt x="5" y="27"/>
                    <a:pt x="3" y="29"/>
                    <a:pt x="2" y="29"/>
                  </a:cubicBezTo>
                  <a:cubicBezTo>
                    <a:pt x="0" y="27"/>
                    <a:pt x="2" y="23"/>
                    <a:pt x="3" y="21"/>
                  </a:cubicBezTo>
                  <a:cubicBezTo>
                    <a:pt x="3" y="19"/>
                    <a:pt x="4" y="14"/>
                    <a:pt x="4" y="13"/>
                  </a:cubicBezTo>
                  <a:cubicBezTo>
                    <a:pt x="3" y="12"/>
                    <a:pt x="3" y="11"/>
                    <a:pt x="3" y="11"/>
                  </a:cubicBezTo>
                  <a:cubicBezTo>
                    <a:pt x="3" y="9"/>
                    <a:pt x="5" y="9"/>
                    <a:pt x="6" y="9"/>
                  </a:cubicBezTo>
                  <a:cubicBezTo>
                    <a:pt x="7" y="11"/>
                    <a:pt x="6" y="12"/>
                    <a:pt x="6" y="14"/>
                  </a:cubicBezTo>
                  <a:cubicBezTo>
                    <a:pt x="5" y="17"/>
                    <a:pt x="4" y="21"/>
                    <a:pt x="3" y="23"/>
                  </a:cubicBezTo>
                  <a:cubicBezTo>
                    <a:pt x="3" y="24"/>
                    <a:pt x="3" y="25"/>
                    <a:pt x="3" y="26"/>
                  </a:cubicBezTo>
                  <a:cubicBezTo>
                    <a:pt x="3" y="26"/>
                    <a:pt x="3" y="26"/>
                    <a:pt x="3" y="27"/>
                  </a:cubicBezTo>
                  <a:cubicBezTo>
                    <a:pt x="3" y="26"/>
                    <a:pt x="8" y="22"/>
                    <a:pt x="8" y="22"/>
                  </a:cubicBezTo>
                  <a:cubicBezTo>
                    <a:pt x="9" y="20"/>
                    <a:pt x="5" y="15"/>
                    <a:pt x="9" y="14"/>
                  </a:cubicBezTo>
                  <a:cubicBezTo>
                    <a:pt x="10" y="15"/>
                    <a:pt x="12" y="15"/>
                    <a:pt x="13" y="15"/>
                  </a:cubicBezTo>
                  <a:cubicBezTo>
                    <a:pt x="13" y="15"/>
                    <a:pt x="13" y="15"/>
                    <a:pt x="13" y="15"/>
                  </a:cubicBezTo>
                  <a:cubicBezTo>
                    <a:pt x="13" y="13"/>
                    <a:pt x="13" y="13"/>
                    <a:pt x="11" y="12"/>
                  </a:cubicBezTo>
                  <a:cubicBezTo>
                    <a:pt x="11" y="11"/>
                    <a:pt x="11" y="10"/>
                    <a:pt x="12" y="9"/>
                  </a:cubicBezTo>
                  <a:cubicBezTo>
                    <a:pt x="13" y="10"/>
                    <a:pt x="14" y="10"/>
                    <a:pt x="15" y="10"/>
                  </a:cubicBezTo>
                  <a:cubicBezTo>
                    <a:pt x="15" y="7"/>
                    <a:pt x="11" y="3"/>
                    <a:pt x="1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目录页">
    <p:bg>
      <p:bgPr>
        <a:solidFill>
          <a:schemeClr val="accent1"/>
        </a:solidFill>
        <a:effectLst/>
      </p:bgPr>
    </p:bg>
    <p:spTree>
      <p:nvGrpSpPr>
        <p:cNvPr id="1" name=""/>
        <p:cNvGrpSpPr/>
        <p:nvPr/>
      </p:nvGrpSpPr>
      <p:grpSpPr>
        <a:xfrm>
          <a:off x="0" y="0"/>
          <a:ext cx="0" cy="0"/>
          <a:chOff x="0" y="0"/>
          <a:chExt cx="0" cy="0"/>
        </a:xfrm>
      </p:grpSpPr>
      <p:sp>
        <p:nvSpPr>
          <p:cNvPr id="12" name="任意多边形 11"/>
          <p:cNvSpPr/>
          <p:nvPr/>
        </p:nvSpPr>
        <p:spPr>
          <a:xfrm>
            <a:off x="1" y="-3176"/>
            <a:ext cx="9116459" cy="6861175"/>
          </a:xfrm>
          <a:custGeom>
            <a:avLst/>
            <a:gdLst>
              <a:gd name="connsiteX0" fmla="*/ 0 w 9116459"/>
              <a:gd name="connsiteY0" fmla="*/ 0 h 6861175"/>
              <a:gd name="connsiteX1" fmla="*/ 9116459 w 9116459"/>
              <a:gd name="connsiteY1" fmla="*/ 0 h 6861175"/>
              <a:gd name="connsiteX2" fmla="*/ 9116459 w 9116459"/>
              <a:gd name="connsiteY2" fmla="*/ 6861175 h 6861175"/>
              <a:gd name="connsiteX3" fmla="*/ 0 w 9116459"/>
              <a:gd name="connsiteY3" fmla="*/ 6861175 h 6861175"/>
            </a:gdLst>
            <a:ahLst/>
            <a:cxnLst>
              <a:cxn ang="0">
                <a:pos x="connsiteX0" y="connsiteY0"/>
              </a:cxn>
              <a:cxn ang="0">
                <a:pos x="connsiteX1" y="connsiteY1"/>
              </a:cxn>
              <a:cxn ang="0">
                <a:pos x="connsiteX2" y="connsiteY2"/>
              </a:cxn>
              <a:cxn ang="0">
                <a:pos x="connsiteX3" y="connsiteY3"/>
              </a:cxn>
            </a:cxnLst>
            <a:rect l="l" t="t" r="r" b="b"/>
            <a:pathLst>
              <a:path w="9116459" h="6861175">
                <a:moveTo>
                  <a:pt x="0" y="0"/>
                </a:moveTo>
                <a:lnTo>
                  <a:pt x="9116459" y="0"/>
                </a:lnTo>
                <a:lnTo>
                  <a:pt x="9116459" y="6861175"/>
                </a:lnTo>
                <a:lnTo>
                  <a:pt x="0" y="6861175"/>
                </a:lnTo>
                <a:close/>
              </a:path>
            </a:pathLst>
          </a:custGeom>
          <a:blipFill dpi="0" rotWithShape="1">
            <a:blip r:embed="rId2">
              <a:alphaModFix amt="10000"/>
            </a:blip>
            <a:srcRect/>
            <a:stretch>
              <a:fillRect l="-66342" r="66342"/>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75" name="任意多边形 74"/>
          <p:cNvSpPr/>
          <p:nvPr/>
        </p:nvSpPr>
        <p:spPr>
          <a:xfrm>
            <a:off x="2228070" y="-7017"/>
            <a:ext cx="6818140" cy="6865015"/>
          </a:xfrm>
          <a:custGeom>
            <a:avLst/>
            <a:gdLst>
              <a:gd name="connsiteX0" fmla="*/ 9869717 w 9869717"/>
              <a:gd name="connsiteY0" fmla="*/ 0 h 6865015"/>
              <a:gd name="connsiteX1" fmla="*/ 9869717 w 9869717"/>
              <a:gd name="connsiteY1" fmla="*/ 6865015 h 6865015"/>
              <a:gd name="connsiteX2" fmla="*/ 0 w 9869717"/>
              <a:gd name="connsiteY2" fmla="*/ 6865015 h 6865015"/>
              <a:gd name="connsiteX3" fmla="*/ 736287 w 9869717"/>
              <a:gd name="connsiteY3" fmla="*/ 3840 h 6865015"/>
            </a:gdLst>
            <a:ahLst/>
            <a:cxnLst>
              <a:cxn ang="0">
                <a:pos x="connsiteX0" y="connsiteY0"/>
              </a:cxn>
              <a:cxn ang="0">
                <a:pos x="connsiteX1" y="connsiteY1"/>
              </a:cxn>
              <a:cxn ang="0">
                <a:pos x="connsiteX2" y="connsiteY2"/>
              </a:cxn>
              <a:cxn ang="0">
                <a:pos x="connsiteX3" y="connsiteY3"/>
              </a:cxn>
            </a:cxnLst>
            <a:rect l="l" t="t" r="r" b="b"/>
            <a:pathLst>
              <a:path w="9869717" h="6865015">
                <a:moveTo>
                  <a:pt x="9869717" y="0"/>
                </a:moveTo>
                <a:lnTo>
                  <a:pt x="9869717" y="6865015"/>
                </a:lnTo>
                <a:lnTo>
                  <a:pt x="0" y="6865015"/>
                </a:lnTo>
                <a:lnTo>
                  <a:pt x="736287" y="384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74" name="任意多边形 73"/>
          <p:cNvSpPr/>
          <p:nvPr/>
        </p:nvSpPr>
        <p:spPr>
          <a:xfrm>
            <a:off x="2351081" y="-7017"/>
            <a:ext cx="6818140" cy="6865015"/>
          </a:xfrm>
          <a:custGeom>
            <a:avLst/>
            <a:gdLst>
              <a:gd name="connsiteX0" fmla="*/ 9869717 w 9869717"/>
              <a:gd name="connsiteY0" fmla="*/ 0 h 6865015"/>
              <a:gd name="connsiteX1" fmla="*/ 9869717 w 9869717"/>
              <a:gd name="connsiteY1" fmla="*/ 6865015 h 6865015"/>
              <a:gd name="connsiteX2" fmla="*/ 0 w 9869717"/>
              <a:gd name="connsiteY2" fmla="*/ 6865015 h 6865015"/>
              <a:gd name="connsiteX3" fmla="*/ 736287 w 9869717"/>
              <a:gd name="connsiteY3" fmla="*/ 3840 h 6865015"/>
            </a:gdLst>
            <a:ahLst/>
            <a:cxnLst>
              <a:cxn ang="0">
                <a:pos x="connsiteX0" y="connsiteY0"/>
              </a:cxn>
              <a:cxn ang="0">
                <a:pos x="connsiteX1" y="connsiteY1"/>
              </a:cxn>
              <a:cxn ang="0">
                <a:pos x="connsiteX2" y="connsiteY2"/>
              </a:cxn>
              <a:cxn ang="0">
                <a:pos x="connsiteX3" y="connsiteY3"/>
              </a:cxn>
            </a:cxnLst>
            <a:rect l="l" t="t" r="r" b="b"/>
            <a:pathLst>
              <a:path w="9869717" h="6865015">
                <a:moveTo>
                  <a:pt x="9869717" y="0"/>
                </a:moveTo>
                <a:lnTo>
                  <a:pt x="9869717" y="6865015"/>
                </a:lnTo>
                <a:lnTo>
                  <a:pt x="0" y="6865015"/>
                </a:lnTo>
                <a:lnTo>
                  <a:pt x="736287" y="384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77" name="任意多边形 76"/>
          <p:cNvSpPr/>
          <p:nvPr/>
        </p:nvSpPr>
        <p:spPr>
          <a:xfrm>
            <a:off x="8403167" y="6163733"/>
            <a:ext cx="766052" cy="529167"/>
          </a:xfrm>
          <a:custGeom>
            <a:avLst/>
            <a:gdLst>
              <a:gd name="connsiteX0" fmla="*/ 60660 w 874872"/>
              <a:gd name="connsiteY0" fmla="*/ 0 h 662516"/>
              <a:gd name="connsiteX1" fmla="*/ 874872 w 874872"/>
              <a:gd name="connsiteY1" fmla="*/ 0 h 662516"/>
              <a:gd name="connsiteX2" fmla="*/ 874872 w 874872"/>
              <a:gd name="connsiteY2" fmla="*/ 464985 h 662516"/>
              <a:gd name="connsiteX3" fmla="*/ 856786 w 874872"/>
              <a:gd name="connsiteY3" fmla="*/ 662516 h 662516"/>
              <a:gd name="connsiteX4" fmla="*/ 0 w 874872"/>
              <a:gd name="connsiteY4" fmla="*/ 662516 h 6625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4872" h="662516">
                <a:moveTo>
                  <a:pt x="60660" y="0"/>
                </a:moveTo>
                <a:lnTo>
                  <a:pt x="874872" y="0"/>
                </a:lnTo>
                <a:lnTo>
                  <a:pt x="874872" y="464985"/>
                </a:lnTo>
                <a:lnTo>
                  <a:pt x="856786" y="662516"/>
                </a:lnTo>
                <a:lnTo>
                  <a:pt x="0" y="662516"/>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350" dirty="0"/>
              <a:t>          </a:t>
            </a:r>
            <a:endParaRPr lang="zh-CN" altLang="en-US" sz="1350" dirty="0"/>
          </a:p>
        </p:txBody>
      </p:sp>
      <p:sp>
        <p:nvSpPr>
          <p:cNvPr id="76" name="任意多边形 75"/>
          <p:cNvSpPr/>
          <p:nvPr/>
        </p:nvSpPr>
        <p:spPr>
          <a:xfrm>
            <a:off x="8501632" y="6115049"/>
            <a:ext cx="667589" cy="529167"/>
          </a:xfrm>
          <a:custGeom>
            <a:avLst/>
            <a:gdLst>
              <a:gd name="connsiteX0" fmla="*/ 60660 w 762423"/>
              <a:gd name="connsiteY0" fmla="*/ 0 h 662516"/>
              <a:gd name="connsiteX1" fmla="*/ 762423 w 762423"/>
              <a:gd name="connsiteY1" fmla="*/ 0 h 662516"/>
              <a:gd name="connsiteX2" fmla="*/ 762423 w 762423"/>
              <a:gd name="connsiteY2" fmla="*/ 662516 h 662516"/>
              <a:gd name="connsiteX3" fmla="*/ 0 w 762423"/>
              <a:gd name="connsiteY3" fmla="*/ 662516 h 662516"/>
            </a:gdLst>
            <a:ahLst/>
            <a:cxnLst>
              <a:cxn ang="0">
                <a:pos x="connsiteX0" y="connsiteY0"/>
              </a:cxn>
              <a:cxn ang="0">
                <a:pos x="connsiteX1" y="connsiteY1"/>
              </a:cxn>
              <a:cxn ang="0">
                <a:pos x="connsiteX2" y="connsiteY2"/>
              </a:cxn>
              <a:cxn ang="0">
                <a:pos x="connsiteX3" y="connsiteY3"/>
              </a:cxn>
            </a:cxnLst>
            <a:rect l="l" t="t" r="r" b="b"/>
            <a:pathLst>
              <a:path w="762423" h="662516">
                <a:moveTo>
                  <a:pt x="60660" y="0"/>
                </a:moveTo>
                <a:lnTo>
                  <a:pt x="762423" y="0"/>
                </a:lnTo>
                <a:lnTo>
                  <a:pt x="762423" y="662516"/>
                </a:lnTo>
                <a:lnTo>
                  <a:pt x="0" y="662516"/>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350" dirty="0"/>
              <a:t>          </a:t>
            </a:r>
            <a:endParaRPr lang="zh-CN" altLang="en-US" sz="1350" dirty="0"/>
          </a:p>
        </p:txBody>
      </p:sp>
      <p:sp>
        <p:nvSpPr>
          <p:cNvPr id="18" name="任意多边形 17"/>
          <p:cNvSpPr/>
          <p:nvPr/>
        </p:nvSpPr>
        <p:spPr>
          <a:xfrm>
            <a:off x="0" y="1479304"/>
            <a:ext cx="2351081" cy="1040377"/>
          </a:xfrm>
          <a:custGeom>
            <a:avLst/>
            <a:gdLst>
              <a:gd name="connsiteX0" fmla="*/ 0 w 2185431"/>
              <a:gd name="connsiteY0" fmla="*/ 0 h 1040377"/>
              <a:gd name="connsiteX1" fmla="*/ 2185431 w 2185431"/>
              <a:gd name="connsiteY1" fmla="*/ 0 h 1040377"/>
              <a:gd name="connsiteX2" fmla="*/ 2018089 w 2185431"/>
              <a:gd name="connsiteY2" fmla="*/ 1040377 h 1040377"/>
              <a:gd name="connsiteX3" fmla="*/ 0 w 2185431"/>
              <a:gd name="connsiteY3" fmla="*/ 1040377 h 1040377"/>
            </a:gdLst>
            <a:ahLst/>
            <a:cxnLst>
              <a:cxn ang="0">
                <a:pos x="connsiteX0" y="connsiteY0"/>
              </a:cxn>
              <a:cxn ang="0">
                <a:pos x="connsiteX1" y="connsiteY1"/>
              </a:cxn>
              <a:cxn ang="0">
                <a:pos x="connsiteX2" y="connsiteY2"/>
              </a:cxn>
              <a:cxn ang="0">
                <a:pos x="connsiteX3" y="connsiteY3"/>
              </a:cxn>
            </a:cxnLst>
            <a:rect l="l" t="t" r="r" b="b"/>
            <a:pathLst>
              <a:path w="2185431" h="1040377">
                <a:moveTo>
                  <a:pt x="0" y="0"/>
                </a:moveTo>
                <a:lnTo>
                  <a:pt x="2185431" y="0"/>
                </a:lnTo>
                <a:lnTo>
                  <a:pt x="2018089" y="1040377"/>
                </a:lnTo>
                <a:lnTo>
                  <a:pt x="0" y="104037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350" dirty="0"/>
              <a:t>        </a:t>
            </a:r>
            <a:endParaRPr lang="zh-CN" altLang="en-US" sz="1350" dirty="0"/>
          </a:p>
        </p:txBody>
      </p:sp>
      <p:sp>
        <p:nvSpPr>
          <p:cNvPr id="16" name="任意多边形 15"/>
          <p:cNvSpPr/>
          <p:nvPr/>
        </p:nvSpPr>
        <p:spPr>
          <a:xfrm>
            <a:off x="2" y="1376197"/>
            <a:ext cx="2157971" cy="1050059"/>
          </a:xfrm>
          <a:custGeom>
            <a:avLst/>
            <a:gdLst>
              <a:gd name="connsiteX0" fmla="*/ 0 w 2005927"/>
              <a:gd name="connsiteY0" fmla="*/ 0 h 1050059"/>
              <a:gd name="connsiteX1" fmla="*/ 2005927 w 2005927"/>
              <a:gd name="connsiteY1" fmla="*/ 0 h 1050059"/>
              <a:gd name="connsiteX2" fmla="*/ 1828373 w 2005927"/>
              <a:gd name="connsiteY2" fmla="*/ 1050059 h 1050059"/>
              <a:gd name="connsiteX3" fmla="*/ 0 w 2005927"/>
              <a:gd name="connsiteY3" fmla="*/ 1050059 h 1050059"/>
            </a:gdLst>
            <a:ahLst/>
            <a:cxnLst>
              <a:cxn ang="0">
                <a:pos x="connsiteX0" y="connsiteY0"/>
              </a:cxn>
              <a:cxn ang="0">
                <a:pos x="connsiteX1" y="connsiteY1"/>
              </a:cxn>
              <a:cxn ang="0">
                <a:pos x="connsiteX2" y="connsiteY2"/>
              </a:cxn>
              <a:cxn ang="0">
                <a:pos x="connsiteX3" y="connsiteY3"/>
              </a:cxn>
            </a:cxnLst>
            <a:rect l="l" t="t" r="r" b="b"/>
            <a:pathLst>
              <a:path w="2005927" h="1050059">
                <a:moveTo>
                  <a:pt x="0" y="0"/>
                </a:moveTo>
                <a:lnTo>
                  <a:pt x="2005927" y="0"/>
                </a:lnTo>
                <a:lnTo>
                  <a:pt x="1828373" y="1050059"/>
                </a:lnTo>
                <a:lnTo>
                  <a:pt x="0" y="1050059"/>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350" dirty="0"/>
              <a:t>        </a:t>
            </a:r>
            <a:endParaRPr lang="zh-CN" altLang="en-US" sz="1350" dirty="0"/>
          </a:p>
        </p:txBody>
      </p:sp>
      <p:sp>
        <p:nvSpPr>
          <p:cNvPr id="41" name="标题 1"/>
          <p:cNvSpPr>
            <a:spLocks noGrp="1"/>
          </p:cNvSpPr>
          <p:nvPr>
            <p:ph type="title" hasCustomPrompt="1"/>
          </p:nvPr>
        </p:nvSpPr>
        <p:spPr>
          <a:xfrm>
            <a:off x="-1" y="1376197"/>
            <a:ext cx="1964268" cy="1050059"/>
          </a:xfrm>
        </p:spPr>
        <p:txBody>
          <a:bodyPr anchor="ctr">
            <a:normAutofit/>
          </a:bodyPr>
          <a:lstStyle>
            <a:lvl1pPr algn="r">
              <a:defRPr sz="3200" b="1">
                <a:solidFill>
                  <a:schemeClr val="accent3"/>
                </a:solidFill>
              </a:defRPr>
            </a:lvl1pPr>
          </a:lstStyle>
          <a:p>
            <a:r>
              <a:rPr lang="zh-CN" altLang="en-US" dirty="0"/>
              <a:t>目录</a:t>
            </a:r>
            <a:endParaRPr lang="zh-CN" altLang="en-US" dirty="0"/>
          </a:p>
        </p:txBody>
      </p:sp>
      <p:sp>
        <p:nvSpPr>
          <p:cNvPr id="5" name="内容占位符 4"/>
          <p:cNvSpPr>
            <a:spLocks noGrp="1"/>
          </p:cNvSpPr>
          <p:nvPr>
            <p:ph sz="quarter" idx="13" hasCustomPrompt="1"/>
          </p:nvPr>
        </p:nvSpPr>
        <p:spPr>
          <a:xfrm>
            <a:off x="3558876" y="1487414"/>
            <a:ext cx="4954190" cy="4343400"/>
          </a:xfrm>
        </p:spPr>
        <p:txBody>
          <a:bodyPr>
            <a:normAutofit/>
          </a:bodyPr>
          <a:lstStyle>
            <a:lvl1pPr marL="428625" indent="-428625">
              <a:lnSpc>
                <a:spcPct val="120000"/>
              </a:lnSpc>
              <a:buClr>
                <a:schemeClr val="accent2"/>
              </a:buClr>
              <a:buSzPct val="75000"/>
              <a:buFont typeface="Wingdings" panose="05000000000000000000" pitchFamily="2" charset="2"/>
              <a:buChar char="n"/>
              <a:defRPr sz="3000"/>
            </a:lvl1pPr>
            <a:lvl2pPr>
              <a:defRPr sz="2400"/>
            </a:lvl2pPr>
          </a:lstStyle>
          <a:p>
            <a:pPr lvl="0"/>
            <a:r>
              <a:rPr lang="zh-CN" altLang="en-US"/>
              <a:t>编辑母版文本样式</a:t>
            </a:r>
            <a:endParaRPr lang="zh-CN" altLang="en-US"/>
          </a:p>
        </p:txBody>
      </p:sp>
      <p:sp>
        <p:nvSpPr>
          <p:cNvPr id="2" name="灯片编号占位符 1"/>
          <p:cNvSpPr>
            <a:spLocks noGrp="1"/>
          </p:cNvSpPr>
          <p:nvPr>
            <p:ph type="sldNum" sz="quarter" idx="14"/>
          </p:nvPr>
        </p:nvSpPr>
        <p:spPr/>
        <p:txBody>
          <a:bodyPr/>
          <a:lstStyle/>
          <a:p>
            <a:fld id="{5BFD90BE-674B-4941-8A47-F36542803188}"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1_标题幻灯片-多行">
    <p:bg>
      <p:bgPr>
        <a:solidFill>
          <a:schemeClr val="accent1"/>
        </a:solidFill>
        <a:effectLst/>
      </p:bgPr>
    </p:bg>
    <p:spTree>
      <p:nvGrpSpPr>
        <p:cNvPr id="1" name=""/>
        <p:cNvGrpSpPr/>
        <p:nvPr/>
      </p:nvGrpSpPr>
      <p:grpSpPr>
        <a:xfrm>
          <a:off x="0" y="0"/>
          <a:ext cx="0" cy="0"/>
          <a:chOff x="0" y="0"/>
          <a:chExt cx="0" cy="0"/>
        </a:xfrm>
      </p:grpSpPr>
      <p:sp>
        <p:nvSpPr>
          <p:cNvPr id="16" name="任意多边形 15"/>
          <p:cNvSpPr/>
          <p:nvPr/>
        </p:nvSpPr>
        <p:spPr>
          <a:xfrm>
            <a:off x="1" y="-3176"/>
            <a:ext cx="9116459" cy="6861175"/>
          </a:xfrm>
          <a:custGeom>
            <a:avLst/>
            <a:gdLst>
              <a:gd name="connsiteX0" fmla="*/ 0 w 9116459"/>
              <a:gd name="connsiteY0" fmla="*/ 0 h 6861175"/>
              <a:gd name="connsiteX1" fmla="*/ 9116459 w 9116459"/>
              <a:gd name="connsiteY1" fmla="*/ 0 h 6861175"/>
              <a:gd name="connsiteX2" fmla="*/ 9116459 w 9116459"/>
              <a:gd name="connsiteY2" fmla="*/ 6861175 h 6861175"/>
              <a:gd name="connsiteX3" fmla="*/ 0 w 9116459"/>
              <a:gd name="connsiteY3" fmla="*/ 6861175 h 6861175"/>
            </a:gdLst>
            <a:ahLst/>
            <a:cxnLst>
              <a:cxn ang="0">
                <a:pos x="connsiteX0" y="connsiteY0"/>
              </a:cxn>
              <a:cxn ang="0">
                <a:pos x="connsiteX1" y="connsiteY1"/>
              </a:cxn>
              <a:cxn ang="0">
                <a:pos x="connsiteX2" y="connsiteY2"/>
              </a:cxn>
              <a:cxn ang="0">
                <a:pos x="connsiteX3" y="connsiteY3"/>
              </a:cxn>
            </a:cxnLst>
            <a:rect l="l" t="t" r="r" b="b"/>
            <a:pathLst>
              <a:path w="9116459" h="6861175">
                <a:moveTo>
                  <a:pt x="0" y="0"/>
                </a:moveTo>
                <a:lnTo>
                  <a:pt x="9116459" y="0"/>
                </a:lnTo>
                <a:lnTo>
                  <a:pt x="9116459" y="6861175"/>
                </a:lnTo>
                <a:lnTo>
                  <a:pt x="0" y="6861175"/>
                </a:lnTo>
                <a:close/>
              </a:path>
            </a:pathLst>
          </a:custGeom>
          <a:blipFill dpi="0" rotWithShape="1">
            <a:blip r:embed="rId2">
              <a:alphaModFix amt="10000"/>
            </a:blip>
            <a:srcRect/>
            <a:stretch>
              <a:fillRect l="-70290" r="7029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75" name="任意多边形 74"/>
          <p:cNvSpPr/>
          <p:nvPr/>
        </p:nvSpPr>
        <p:spPr>
          <a:xfrm>
            <a:off x="1643922" y="-7017"/>
            <a:ext cx="7402288" cy="6865015"/>
          </a:xfrm>
          <a:custGeom>
            <a:avLst/>
            <a:gdLst>
              <a:gd name="connsiteX0" fmla="*/ 9869717 w 9869717"/>
              <a:gd name="connsiteY0" fmla="*/ 0 h 6865015"/>
              <a:gd name="connsiteX1" fmla="*/ 9869717 w 9869717"/>
              <a:gd name="connsiteY1" fmla="*/ 6865015 h 6865015"/>
              <a:gd name="connsiteX2" fmla="*/ 0 w 9869717"/>
              <a:gd name="connsiteY2" fmla="*/ 6865015 h 6865015"/>
              <a:gd name="connsiteX3" fmla="*/ 736287 w 9869717"/>
              <a:gd name="connsiteY3" fmla="*/ 3840 h 6865015"/>
            </a:gdLst>
            <a:ahLst/>
            <a:cxnLst>
              <a:cxn ang="0">
                <a:pos x="connsiteX0" y="connsiteY0"/>
              </a:cxn>
              <a:cxn ang="0">
                <a:pos x="connsiteX1" y="connsiteY1"/>
              </a:cxn>
              <a:cxn ang="0">
                <a:pos x="connsiteX2" y="connsiteY2"/>
              </a:cxn>
              <a:cxn ang="0">
                <a:pos x="connsiteX3" y="connsiteY3"/>
              </a:cxn>
            </a:cxnLst>
            <a:rect l="l" t="t" r="r" b="b"/>
            <a:pathLst>
              <a:path w="9869717" h="6865015">
                <a:moveTo>
                  <a:pt x="9869717" y="0"/>
                </a:moveTo>
                <a:lnTo>
                  <a:pt x="9869717" y="6865015"/>
                </a:lnTo>
                <a:lnTo>
                  <a:pt x="0" y="6865015"/>
                </a:lnTo>
                <a:lnTo>
                  <a:pt x="736287" y="384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74" name="任意多边形 73"/>
          <p:cNvSpPr/>
          <p:nvPr/>
        </p:nvSpPr>
        <p:spPr>
          <a:xfrm>
            <a:off x="1766933" y="-7017"/>
            <a:ext cx="7402288" cy="6865015"/>
          </a:xfrm>
          <a:custGeom>
            <a:avLst/>
            <a:gdLst>
              <a:gd name="connsiteX0" fmla="*/ 9869717 w 9869717"/>
              <a:gd name="connsiteY0" fmla="*/ 0 h 6865015"/>
              <a:gd name="connsiteX1" fmla="*/ 9869717 w 9869717"/>
              <a:gd name="connsiteY1" fmla="*/ 6865015 h 6865015"/>
              <a:gd name="connsiteX2" fmla="*/ 0 w 9869717"/>
              <a:gd name="connsiteY2" fmla="*/ 6865015 h 6865015"/>
              <a:gd name="connsiteX3" fmla="*/ 736287 w 9869717"/>
              <a:gd name="connsiteY3" fmla="*/ 3840 h 6865015"/>
            </a:gdLst>
            <a:ahLst/>
            <a:cxnLst>
              <a:cxn ang="0">
                <a:pos x="connsiteX0" y="connsiteY0"/>
              </a:cxn>
              <a:cxn ang="0">
                <a:pos x="connsiteX1" y="connsiteY1"/>
              </a:cxn>
              <a:cxn ang="0">
                <a:pos x="connsiteX2" y="connsiteY2"/>
              </a:cxn>
              <a:cxn ang="0">
                <a:pos x="connsiteX3" y="connsiteY3"/>
              </a:cxn>
            </a:cxnLst>
            <a:rect l="l" t="t" r="r" b="b"/>
            <a:pathLst>
              <a:path w="9869717" h="6865015">
                <a:moveTo>
                  <a:pt x="9869717" y="0"/>
                </a:moveTo>
                <a:lnTo>
                  <a:pt x="9869717" y="6865015"/>
                </a:lnTo>
                <a:lnTo>
                  <a:pt x="0" y="6865015"/>
                </a:lnTo>
                <a:lnTo>
                  <a:pt x="736287" y="384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72" name="任意多边形 71"/>
          <p:cNvSpPr/>
          <p:nvPr/>
        </p:nvSpPr>
        <p:spPr>
          <a:xfrm>
            <a:off x="0" y="1479304"/>
            <a:ext cx="1293151" cy="1253737"/>
          </a:xfrm>
          <a:custGeom>
            <a:avLst/>
            <a:gdLst>
              <a:gd name="connsiteX0" fmla="*/ 0 w 1724201"/>
              <a:gd name="connsiteY0" fmla="*/ 0 h 1253737"/>
              <a:gd name="connsiteX1" fmla="*/ 1724201 w 1724201"/>
              <a:gd name="connsiteY1" fmla="*/ 0 h 1253737"/>
              <a:gd name="connsiteX2" fmla="*/ 1609409 w 1724201"/>
              <a:gd name="connsiteY2" fmla="*/ 1253737 h 1253737"/>
              <a:gd name="connsiteX3" fmla="*/ 0 w 1724201"/>
              <a:gd name="connsiteY3" fmla="*/ 1253737 h 1253737"/>
            </a:gdLst>
            <a:ahLst/>
            <a:cxnLst>
              <a:cxn ang="0">
                <a:pos x="connsiteX0" y="connsiteY0"/>
              </a:cxn>
              <a:cxn ang="0">
                <a:pos x="connsiteX1" y="connsiteY1"/>
              </a:cxn>
              <a:cxn ang="0">
                <a:pos x="connsiteX2" y="connsiteY2"/>
              </a:cxn>
              <a:cxn ang="0">
                <a:pos x="connsiteX3" y="connsiteY3"/>
              </a:cxn>
            </a:cxnLst>
            <a:rect l="l" t="t" r="r" b="b"/>
            <a:pathLst>
              <a:path w="1724201" h="1253737">
                <a:moveTo>
                  <a:pt x="0" y="0"/>
                </a:moveTo>
                <a:lnTo>
                  <a:pt x="1724201" y="0"/>
                </a:lnTo>
                <a:lnTo>
                  <a:pt x="1609409" y="1253737"/>
                </a:lnTo>
                <a:lnTo>
                  <a:pt x="0" y="125373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350" dirty="0"/>
              <a:t>        </a:t>
            </a:r>
            <a:endParaRPr lang="zh-CN" altLang="en-US" sz="1350" dirty="0"/>
          </a:p>
        </p:txBody>
      </p:sp>
      <p:sp>
        <p:nvSpPr>
          <p:cNvPr id="46" name="任意多边形 45"/>
          <p:cNvSpPr/>
          <p:nvPr/>
        </p:nvSpPr>
        <p:spPr>
          <a:xfrm>
            <a:off x="0" y="1376196"/>
            <a:ext cx="1142261" cy="1265404"/>
          </a:xfrm>
          <a:custGeom>
            <a:avLst/>
            <a:gdLst>
              <a:gd name="connsiteX0" fmla="*/ 0 w 1523014"/>
              <a:gd name="connsiteY0" fmla="*/ 0 h 1265404"/>
              <a:gd name="connsiteX1" fmla="*/ 1523014 w 1523014"/>
              <a:gd name="connsiteY1" fmla="*/ 0 h 1265404"/>
              <a:gd name="connsiteX2" fmla="*/ 1407154 w 1523014"/>
              <a:gd name="connsiteY2" fmla="*/ 1265404 h 1265404"/>
              <a:gd name="connsiteX3" fmla="*/ 0 w 1523014"/>
              <a:gd name="connsiteY3" fmla="*/ 1265404 h 1265404"/>
            </a:gdLst>
            <a:ahLst/>
            <a:cxnLst>
              <a:cxn ang="0">
                <a:pos x="connsiteX0" y="connsiteY0"/>
              </a:cxn>
              <a:cxn ang="0">
                <a:pos x="connsiteX1" y="connsiteY1"/>
              </a:cxn>
              <a:cxn ang="0">
                <a:pos x="connsiteX2" y="connsiteY2"/>
              </a:cxn>
              <a:cxn ang="0">
                <a:pos x="connsiteX3" y="connsiteY3"/>
              </a:cxn>
            </a:cxnLst>
            <a:rect l="l" t="t" r="r" b="b"/>
            <a:pathLst>
              <a:path w="1523014" h="1265404">
                <a:moveTo>
                  <a:pt x="0" y="0"/>
                </a:moveTo>
                <a:lnTo>
                  <a:pt x="1523014" y="0"/>
                </a:lnTo>
                <a:lnTo>
                  <a:pt x="1407154" y="1265404"/>
                </a:lnTo>
                <a:lnTo>
                  <a:pt x="0" y="1265404"/>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350" dirty="0"/>
              <a:t>        </a:t>
            </a:r>
            <a:endParaRPr lang="zh-CN" altLang="en-US" sz="1350" dirty="0"/>
          </a:p>
        </p:txBody>
      </p:sp>
      <p:sp>
        <p:nvSpPr>
          <p:cNvPr id="41" name="标题 1"/>
          <p:cNvSpPr>
            <a:spLocks noGrp="1"/>
          </p:cNvSpPr>
          <p:nvPr>
            <p:ph type="title" hasCustomPrompt="1"/>
          </p:nvPr>
        </p:nvSpPr>
        <p:spPr>
          <a:xfrm>
            <a:off x="2570125" y="1206856"/>
            <a:ext cx="6211430" cy="1152806"/>
          </a:xfrm>
        </p:spPr>
        <p:txBody>
          <a:bodyPr anchor="b"/>
          <a:lstStyle>
            <a:lvl1pPr>
              <a:defRPr sz="4500" b="1"/>
            </a:lvl1pPr>
          </a:lstStyle>
          <a:p>
            <a:r>
              <a:rPr lang="zh-CN" altLang="en-US" dirty="0"/>
              <a:t>小节标题</a:t>
            </a:r>
            <a:endParaRPr lang="zh-CN" altLang="en-US" dirty="0"/>
          </a:p>
        </p:txBody>
      </p:sp>
      <p:sp>
        <p:nvSpPr>
          <p:cNvPr id="42" name="文本占位符 2"/>
          <p:cNvSpPr>
            <a:spLocks noGrp="1"/>
          </p:cNvSpPr>
          <p:nvPr>
            <p:ph type="body" idx="1" hasCustomPrompt="1"/>
          </p:nvPr>
        </p:nvSpPr>
        <p:spPr>
          <a:xfrm>
            <a:off x="2570125" y="2386651"/>
            <a:ext cx="6211430" cy="513778"/>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dirty="0"/>
              <a:t>小节副标题</a:t>
            </a:r>
            <a:endParaRPr lang="zh-CN" altLang="en-US" dirty="0"/>
          </a:p>
        </p:txBody>
      </p:sp>
      <p:sp>
        <p:nvSpPr>
          <p:cNvPr id="10" name="文本占位符 9"/>
          <p:cNvSpPr>
            <a:spLocks noGrp="1"/>
          </p:cNvSpPr>
          <p:nvPr>
            <p:ph type="body" sz="quarter" idx="13" hasCustomPrompt="1"/>
          </p:nvPr>
        </p:nvSpPr>
        <p:spPr>
          <a:xfrm>
            <a:off x="1" y="1479303"/>
            <a:ext cx="1004552" cy="1049700"/>
          </a:xfrm>
        </p:spPr>
        <p:txBody>
          <a:bodyPr anchor="ctr">
            <a:noAutofit/>
          </a:bodyPr>
          <a:lstStyle>
            <a:lvl1pPr marL="0" indent="0" algn="ctr">
              <a:buNone/>
              <a:defRPr sz="5400" b="1">
                <a:solidFill>
                  <a:schemeClr val="accent3"/>
                </a:solidFill>
                <a:latin typeface="+mj-lt"/>
              </a:defRPr>
            </a:lvl1pPr>
          </a:lstStyle>
          <a:p>
            <a:pPr lvl="0"/>
            <a:r>
              <a:rPr lang="en-US" altLang="zh-CN" dirty="0"/>
              <a:t>01</a:t>
            </a:r>
            <a:endParaRPr lang="zh-CN" altLang="en-US" dirty="0"/>
          </a:p>
        </p:txBody>
      </p:sp>
      <p:sp>
        <p:nvSpPr>
          <p:cNvPr id="13" name="任意多边形 12"/>
          <p:cNvSpPr/>
          <p:nvPr/>
        </p:nvSpPr>
        <p:spPr>
          <a:xfrm>
            <a:off x="8403167" y="6163733"/>
            <a:ext cx="766052" cy="529167"/>
          </a:xfrm>
          <a:custGeom>
            <a:avLst/>
            <a:gdLst>
              <a:gd name="connsiteX0" fmla="*/ 60660 w 874872"/>
              <a:gd name="connsiteY0" fmla="*/ 0 h 662516"/>
              <a:gd name="connsiteX1" fmla="*/ 874872 w 874872"/>
              <a:gd name="connsiteY1" fmla="*/ 0 h 662516"/>
              <a:gd name="connsiteX2" fmla="*/ 874872 w 874872"/>
              <a:gd name="connsiteY2" fmla="*/ 464985 h 662516"/>
              <a:gd name="connsiteX3" fmla="*/ 856786 w 874872"/>
              <a:gd name="connsiteY3" fmla="*/ 662516 h 662516"/>
              <a:gd name="connsiteX4" fmla="*/ 0 w 874872"/>
              <a:gd name="connsiteY4" fmla="*/ 662516 h 6625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4872" h="662516">
                <a:moveTo>
                  <a:pt x="60660" y="0"/>
                </a:moveTo>
                <a:lnTo>
                  <a:pt x="874872" y="0"/>
                </a:lnTo>
                <a:lnTo>
                  <a:pt x="874872" y="464985"/>
                </a:lnTo>
                <a:lnTo>
                  <a:pt x="856786" y="662516"/>
                </a:lnTo>
                <a:lnTo>
                  <a:pt x="0" y="662516"/>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350" dirty="0"/>
              <a:t>          </a:t>
            </a:r>
            <a:endParaRPr lang="zh-CN" altLang="en-US" sz="1350" dirty="0"/>
          </a:p>
        </p:txBody>
      </p:sp>
      <p:sp>
        <p:nvSpPr>
          <p:cNvPr id="14" name="任意多边形 13"/>
          <p:cNvSpPr/>
          <p:nvPr/>
        </p:nvSpPr>
        <p:spPr>
          <a:xfrm>
            <a:off x="8501632" y="6115049"/>
            <a:ext cx="667589" cy="529167"/>
          </a:xfrm>
          <a:custGeom>
            <a:avLst/>
            <a:gdLst>
              <a:gd name="connsiteX0" fmla="*/ 60660 w 762423"/>
              <a:gd name="connsiteY0" fmla="*/ 0 h 662516"/>
              <a:gd name="connsiteX1" fmla="*/ 762423 w 762423"/>
              <a:gd name="connsiteY1" fmla="*/ 0 h 662516"/>
              <a:gd name="connsiteX2" fmla="*/ 762423 w 762423"/>
              <a:gd name="connsiteY2" fmla="*/ 662516 h 662516"/>
              <a:gd name="connsiteX3" fmla="*/ 0 w 762423"/>
              <a:gd name="connsiteY3" fmla="*/ 662516 h 662516"/>
            </a:gdLst>
            <a:ahLst/>
            <a:cxnLst>
              <a:cxn ang="0">
                <a:pos x="connsiteX0" y="connsiteY0"/>
              </a:cxn>
              <a:cxn ang="0">
                <a:pos x="connsiteX1" y="connsiteY1"/>
              </a:cxn>
              <a:cxn ang="0">
                <a:pos x="connsiteX2" y="connsiteY2"/>
              </a:cxn>
              <a:cxn ang="0">
                <a:pos x="connsiteX3" y="connsiteY3"/>
              </a:cxn>
            </a:cxnLst>
            <a:rect l="l" t="t" r="r" b="b"/>
            <a:pathLst>
              <a:path w="762423" h="662516">
                <a:moveTo>
                  <a:pt x="60660" y="0"/>
                </a:moveTo>
                <a:lnTo>
                  <a:pt x="762423" y="0"/>
                </a:lnTo>
                <a:lnTo>
                  <a:pt x="762423" y="662516"/>
                </a:lnTo>
                <a:lnTo>
                  <a:pt x="0" y="662516"/>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350" dirty="0"/>
              <a:t>          </a:t>
            </a:r>
            <a:endParaRPr lang="zh-CN" altLang="en-US" sz="1350" dirty="0"/>
          </a:p>
        </p:txBody>
      </p:sp>
      <p:sp>
        <p:nvSpPr>
          <p:cNvPr id="15" name="灯片编号占位符 1"/>
          <p:cNvSpPr>
            <a:spLocks noGrp="1"/>
          </p:cNvSpPr>
          <p:nvPr>
            <p:ph type="sldNum" sz="quarter" idx="14"/>
          </p:nvPr>
        </p:nvSpPr>
        <p:spPr>
          <a:xfrm>
            <a:off x="8623298" y="6142411"/>
            <a:ext cx="460164" cy="461588"/>
          </a:xfrm>
        </p:spPr>
        <p:txBody>
          <a:bodyPr/>
          <a:lstStyle/>
          <a:p>
            <a:fld id="{5BFD90BE-674B-4941-8A47-F36542803188}"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6" name="任意多边形 25"/>
          <p:cNvSpPr/>
          <p:nvPr/>
        </p:nvSpPr>
        <p:spPr>
          <a:xfrm>
            <a:off x="1" y="6477000"/>
            <a:ext cx="7919911" cy="381000"/>
          </a:xfrm>
          <a:custGeom>
            <a:avLst/>
            <a:gdLst>
              <a:gd name="connsiteX0" fmla="*/ 0 w 10559881"/>
              <a:gd name="connsiteY0" fmla="*/ 0 h 381000"/>
              <a:gd name="connsiteX1" fmla="*/ 10559881 w 10559881"/>
              <a:gd name="connsiteY1" fmla="*/ 0 h 381000"/>
              <a:gd name="connsiteX2" fmla="*/ 10519784 w 10559881"/>
              <a:gd name="connsiteY2" fmla="*/ 381000 h 381000"/>
              <a:gd name="connsiteX3" fmla="*/ 0 w 10559881"/>
              <a:gd name="connsiteY3" fmla="*/ 381000 h 381000"/>
            </a:gdLst>
            <a:ahLst/>
            <a:cxnLst>
              <a:cxn ang="0">
                <a:pos x="connsiteX0" y="connsiteY0"/>
              </a:cxn>
              <a:cxn ang="0">
                <a:pos x="connsiteX1" y="connsiteY1"/>
              </a:cxn>
              <a:cxn ang="0">
                <a:pos x="connsiteX2" y="connsiteY2"/>
              </a:cxn>
              <a:cxn ang="0">
                <a:pos x="connsiteX3" y="connsiteY3"/>
              </a:cxn>
            </a:cxnLst>
            <a:rect l="l" t="t" r="r" b="b"/>
            <a:pathLst>
              <a:path w="10559881" h="381000">
                <a:moveTo>
                  <a:pt x="0" y="0"/>
                </a:moveTo>
                <a:lnTo>
                  <a:pt x="10559881" y="0"/>
                </a:lnTo>
                <a:lnTo>
                  <a:pt x="10519784" y="381000"/>
                </a:lnTo>
                <a:lnTo>
                  <a:pt x="0" y="38100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 name="标题 1"/>
          <p:cNvSpPr>
            <a:spLocks noGrp="1"/>
          </p:cNvSpPr>
          <p:nvPr>
            <p:ph type="title"/>
          </p:nvPr>
        </p:nvSpPr>
        <p:spPr>
          <a:xfrm>
            <a:off x="457200" y="264459"/>
            <a:ext cx="8058150" cy="665816"/>
          </a:xfrm>
        </p:spPr>
        <p:txBody>
          <a:bodyPr>
            <a:noAutofit/>
          </a:bodyPr>
          <a:lstStyle>
            <a:lvl1pPr>
              <a:defRPr sz="2700" b="1"/>
            </a:lvl1pPr>
          </a:lstStyle>
          <a:p>
            <a:r>
              <a:rPr lang="zh-CN" altLang="en-US"/>
              <a:t>单击此处编辑母版标题样式</a:t>
            </a:r>
            <a:endParaRPr lang="zh-CN" altLang="en-US" dirty="0"/>
          </a:p>
        </p:txBody>
      </p:sp>
      <p:sp>
        <p:nvSpPr>
          <p:cNvPr id="3" name="内容占位符 2"/>
          <p:cNvSpPr>
            <a:spLocks noGrp="1"/>
          </p:cNvSpPr>
          <p:nvPr>
            <p:ph idx="1" hasCustomPrompt="1"/>
          </p:nvPr>
        </p:nvSpPr>
        <p:spPr>
          <a:xfrm>
            <a:off x="457200" y="1227668"/>
            <a:ext cx="8055866" cy="4698999"/>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dirty="0"/>
          </a:p>
        </p:txBody>
      </p:sp>
      <p:sp>
        <p:nvSpPr>
          <p:cNvPr id="22" name="任意多边形 21"/>
          <p:cNvSpPr/>
          <p:nvPr/>
        </p:nvSpPr>
        <p:spPr>
          <a:xfrm>
            <a:off x="0" y="6336064"/>
            <a:ext cx="7791672" cy="521937"/>
          </a:xfrm>
          <a:custGeom>
            <a:avLst/>
            <a:gdLst>
              <a:gd name="connsiteX0" fmla="*/ 0 w 10388896"/>
              <a:gd name="connsiteY0" fmla="*/ 0 h 521937"/>
              <a:gd name="connsiteX1" fmla="*/ 10388896 w 10388896"/>
              <a:gd name="connsiteY1" fmla="*/ 0 h 521937"/>
              <a:gd name="connsiteX2" fmla="*/ 10333967 w 10388896"/>
              <a:gd name="connsiteY2" fmla="*/ 521937 h 521937"/>
              <a:gd name="connsiteX3" fmla="*/ 0 w 10388896"/>
              <a:gd name="connsiteY3" fmla="*/ 521937 h 521937"/>
            </a:gdLst>
            <a:ahLst/>
            <a:cxnLst>
              <a:cxn ang="0">
                <a:pos x="connsiteX0" y="connsiteY0"/>
              </a:cxn>
              <a:cxn ang="0">
                <a:pos x="connsiteX1" y="connsiteY1"/>
              </a:cxn>
              <a:cxn ang="0">
                <a:pos x="connsiteX2" y="connsiteY2"/>
              </a:cxn>
              <a:cxn ang="0">
                <a:pos x="connsiteX3" y="connsiteY3"/>
              </a:cxn>
            </a:cxnLst>
            <a:rect l="l" t="t" r="r" b="b"/>
            <a:pathLst>
              <a:path w="10388896" h="521937">
                <a:moveTo>
                  <a:pt x="0" y="0"/>
                </a:moveTo>
                <a:lnTo>
                  <a:pt x="10388896" y="0"/>
                </a:lnTo>
                <a:lnTo>
                  <a:pt x="10333967" y="521937"/>
                </a:lnTo>
                <a:lnTo>
                  <a:pt x="0" y="521937"/>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0" name="任意多边形 49"/>
          <p:cNvSpPr/>
          <p:nvPr/>
        </p:nvSpPr>
        <p:spPr>
          <a:xfrm>
            <a:off x="8403167" y="6163733"/>
            <a:ext cx="766052" cy="529167"/>
          </a:xfrm>
          <a:custGeom>
            <a:avLst/>
            <a:gdLst>
              <a:gd name="connsiteX0" fmla="*/ 60660 w 874872"/>
              <a:gd name="connsiteY0" fmla="*/ 0 h 662516"/>
              <a:gd name="connsiteX1" fmla="*/ 874872 w 874872"/>
              <a:gd name="connsiteY1" fmla="*/ 0 h 662516"/>
              <a:gd name="connsiteX2" fmla="*/ 874872 w 874872"/>
              <a:gd name="connsiteY2" fmla="*/ 464985 h 662516"/>
              <a:gd name="connsiteX3" fmla="*/ 856786 w 874872"/>
              <a:gd name="connsiteY3" fmla="*/ 662516 h 662516"/>
              <a:gd name="connsiteX4" fmla="*/ 0 w 874872"/>
              <a:gd name="connsiteY4" fmla="*/ 662516 h 6625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4872" h="662516">
                <a:moveTo>
                  <a:pt x="60660" y="0"/>
                </a:moveTo>
                <a:lnTo>
                  <a:pt x="874872" y="0"/>
                </a:lnTo>
                <a:lnTo>
                  <a:pt x="874872" y="464985"/>
                </a:lnTo>
                <a:lnTo>
                  <a:pt x="856786" y="662516"/>
                </a:lnTo>
                <a:lnTo>
                  <a:pt x="0" y="662516"/>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350" dirty="0"/>
              <a:t>          </a:t>
            </a:r>
            <a:endParaRPr lang="zh-CN" altLang="en-US" sz="1350" dirty="0"/>
          </a:p>
        </p:txBody>
      </p:sp>
      <p:sp>
        <p:nvSpPr>
          <p:cNvPr id="51" name="任意多边形 50"/>
          <p:cNvSpPr/>
          <p:nvPr/>
        </p:nvSpPr>
        <p:spPr>
          <a:xfrm>
            <a:off x="8501632" y="6115049"/>
            <a:ext cx="667589" cy="529167"/>
          </a:xfrm>
          <a:custGeom>
            <a:avLst/>
            <a:gdLst>
              <a:gd name="connsiteX0" fmla="*/ 60660 w 762423"/>
              <a:gd name="connsiteY0" fmla="*/ 0 h 662516"/>
              <a:gd name="connsiteX1" fmla="*/ 762423 w 762423"/>
              <a:gd name="connsiteY1" fmla="*/ 0 h 662516"/>
              <a:gd name="connsiteX2" fmla="*/ 762423 w 762423"/>
              <a:gd name="connsiteY2" fmla="*/ 662516 h 662516"/>
              <a:gd name="connsiteX3" fmla="*/ 0 w 762423"/>
              <a:gd name="connsiteY3" fmla="*/ 662516 h 662516"/>
            </a:gdLst>
            <a:ahLst/>
            <a:cxnLst>
              <a:cxn ang="0">
                <a:pos x="connsiteX0" y="connsiteY0"/>
              </a:cxn>
              <a:cxn ang="0">
                <a:pos x="connsiteX1" y="connsiteY1"/>
              </a:cxn>
              <a:cxn ang="0">
                <a:pos x="connsiteX2" y="connsiteY2"/>
              </a:cxn>
              <a:cxn ang="0">
                <a:pos x="connsiteX3" y="connsiteY3"/>
              </a:cxn>
            </a:cxnLst>
            <a:rect l="l" t="t" r="r" b="b"/>
            <a:pathLst>
              <a:path w="762423" h="662516">
                <a:moveTo>
                  <a:pt x="60660" y="0"/>
                </a:moveTo>
                <a:lnTo>
                  <a:pt x="762423" y="0"/>
                </a:lnTo>
                <a:lnTo>
                  <a:pt x="762423" y="662516"/>
                </a:lnTo>
                <a:lnTo>
                  <a:pt x="0" y="662516"/>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350" dirty="0"/>
              <a:t>          </a:t>
            </a:r>
            <a:endParaRPr lang="zh-CN" altLang="en-US" sz="1350" dirty="0"/>
          </a:p>
        </p:txBody>
      </p:sp>
      <p:sp>
        <p:nvSpPr>
          <p:cNvPr id="52" name="灯片编号占位符 1"/>
          <p:cNvSpPr>
            <a:spLocks noGrp="1"/>
          </p:cNvSpPr>
          <p:nvPr>
            <p:ph type="sldNum" sz="quarter" idx="14"/>
          </p:nvPr>
        </p:nvSpPr>
        <p:spPr>
          <a:xfrm>
            <a:off x="8623298" y="6142411"/>
            <a:ext cx="460164" cy="461588"/>
          </a:xfrm>
        </p:spPr>
        <p:txBody>
          <a:bodyPr/>
          <a:lstStyle/>
          <a:p>
            <a:fld id="{5BFD90BE-674B-4941-8A47-F36542803188}" type="slidenum">
              <a:rPr lang="zh-CN" altLang="en-US" smtClean="0"/>
            </a:fld>
            <a:endParaRPr lang="zh-CN" altLang="en-US"/>
          </a:p>
        </p:txBody>
      </p:sp>
      <p:grpSp>
        <p:nvGrpSpPr>
          <p:cNvPr id="53" name="组合 52"/>
          <p:cNvGrpSpPr>
            <a:grpSpLocks noChangeAspect="1"/>
          </p:cNvGrpSpPr>
          <p:nvPr/>
        </p:nvGrpSpPr>
        <p:grpSpPr>
          <a:xfrm>
            <a:off x="137516" y="6473825"/>
            <a:ext cx="1683197" cy="284152"/>
            <a:chOff x="8729725" y="4570716"/>
            <a:chExt cx="2830513" cy="477838"/>
          </a:xfrm>
          <a:solidFill>
            <a:schemeClr val="accent4"/>
          </a:solidFill>
        </p:grpSpPr>
        <p:sp>
          <p:nvSpPr>
            <p:cNvPr id="54" name="Freeform 34"/>
            <p:cNvSpPr>
              <a:spLocks noEditPoints="1"/>
            </p:cNvSpPr>
            <p:nvPr/>
          </p:nvSpPr>
          <p:spPr bwMode="auto">
            <a:xfrm>
              <a:off x="9304400" y="4945366"/>
              <a:ext cx="1363663" cy="101600"/>
            </a:xfrm>
            <a:custGeom>
              <a:avLst/>
              <a:gdLst>
                <a:gd name="T0" fmla="*/ 15 w 915"/>
                <a:gd name="T1" fmla="*/ 51 h 68"/>
                <a:gd name="T2" fmla="*/ 14 w 915"/>
                <a:gd name="T3" fmla="*/ 11 h 68"/>
                <a:gd name="T4" fmla="*/ 35 w 915"/>
                <a:gd name="T5" fmla="*/ 4 h 68"/>
                <a:gd name="T6" fmla="*/ 77 w 915"/>
                <a:gd name="T7" fmla="*/ 51 h 68"/>
                <a:gd name="T8" fmla="*/ 74 w 915"/>
                <a:gd name="T9" fmla="*/ 51 h 68"/>
                <a:gd name="T10" fmla="*/ 57 w 915"/>
                <a:gd name="T11" fmla="*/ 21 h 68"/>
                <a:gd name="T12" fmla="*/ 108 w 915"/>
                <a:gd name="T13" fmla="*/ 0 h 68"/>
                <a:gd name="T14" fmla="*/ 104 w 915"/>
                <a:gd name="T15" fmla="*/ 32 h 68"/>
                <a:gd name="T16" fmla="*/ 134 w 915"/>
                <a:gd name="T17" fmla="*/ 21 h 68"/>
                <a:gd name="T18" fmla="*/ 155 w 915"/>
                <a:gd name="T19" fmla="*/ 21 h 68"/>
                <a:gd name="T20" fmla="*/ 187 w 915"/>
                <a:gd name="T21" fmla="*/ 46 h 68"/>
                <a:gd name="T22" fmla="*/ 169 w 915"/>
                <a:gd name="T23" fmla="*/ 29 h 68"/>
                <a:gd name="T24" fmla="*/ 221 w 915"/>
                <a:gd name="T25" fmla="*/ 24 h 68"/>
                <a:gd name="T26" fmla="*/ 198 w 915"/>
                <a:gd name="T27" fmla="*/ 52 h 68"/>
                <a:gd name="T28" fmla="*/ 209 w 915"/>
                <a:gd name="T29" fmla="*/ 18 h 68"/>
                <a:gd name="T30" fmla="*/ 247 w 915"/>
                <a:gd name="T31" fmla="*/ 51 h 68"/>
                <a:gd name="T32" fmla="*/ 244 w 915"/>
                <a:gd name="T33" fmla="*/ 42 h 68"/>
                <a:gd name="T34" fmla="*/ 271 w 915"/>
                <a:gd name="T35" fmla="*/ 1 h 68"/>
                <a:gd name="T36" fmla="*/ 276 w 915"/>
                <a:gd name="T37" fmla="*/ 51 h 68"/>
                <a:gd name="T38" fmla="*/ 259 w 915"/>
                <a:gd name="T39" fmla="*/ 22 h 68"/>
                <a:gd name="T40" fmla="*/ 301 w 915"/>
                <a:gd name="T41" fmla="*/ 46 h 68"/>
                <a:gd name="T42" fmla="*/ 292 w 915"/>
                <a:gd name="T43" fmla="*/ 7 h 68"/>
                <a:gd name="T44" fmla="*/ 333 w 915"/>
                <a:gd name="T45" fmla="*/ 20 h 68"/>
                <a:gd name="T46" fmla="*/ 309 w 915"/>
                <a:gd name="T47" fmla="*/ 67 h 68"/>
                <a:gd name="T48" fmla="*/ 305 w 915"/>
                <a:gd name="T49" fmla="*/ 19 h 68"/>
                <a:gd name="T50" fmla="*/ 379 w 915"/>
                <a:gd name="T51" fmla="*/ 18 h 68"/>
                <a:gd name="T52" fmla="*/ 415 w 915"/>
                <a:gd name="T53" fmla="*/ 44 h 68"/>
                <a:gd name="T54" fmla="*/ 403 w 915"/>
                <a:gd name="T55" fmla="*/ 21 h 68"/>
                <a:gd name="T56" fmla="*/ 425 w 915"/>
                <a:gd name="T57" fmla="*/ 5 h 68"/>
                <a:gd name="T58" fmla="*/ 475 w 915"/>
                <a:gd name="T59" fmla="*/ 19 h 68"/>
                <a:gd name="T60" fmla="*/ 465 w 915"/>
                <a:gd name="T61" fmla="*/ 54 h 68"/>
                <a:gd name="T62" fmla="*/ 471 w 915"/>
                <a:gd name="T63" fmla="*/ 48 h 68"/>
                <a:gd name="T64" fmla="*/ 474 w 915"/>
                <a:gd name="T65" fmla="*/ 4 h 68"/>
                <a:gd name="T66" fmla="*/ 516 w 915"/>
                <a:gd name="T67" fmla="*/ 28 h 68"/>
                <a:gd name="T68" fmla="*/ 517 w 915"/>
                <a:gd name="T69" fmla="*/ 40 h 68"/>
                <a:gd name="T70" fmla="*/ 537 w 915"/>
                <a:gd name="T71" fmla="*/ 49 h 68"/>
                <a:gd name="T72" fmla="*/ 528 w 915"/>
                <a:gd name="T73" fmla="*/ 23 h 68"/>
                <a:gd name="T74" fmla="*/ 565 w 915"/>
                <a:gd name="T75" fmla="*/ 53 h 68"/>
                <a:gd name="T76" fmla="*/ 563 w 915"/>
                <a:gd name="T77" fmla="*/ 21 h 68"/>
                <a:gd name="T78" fmla="*/ 620 w 915"/>
                <a:gd name="T79" fmla="*/ 52 h 68"/>
                <a:gd name="T80" fmla="*/ 596 w 915"/>
                <a:gd name="T81" fmla="*/ 49 h 68"/>
                <a:gd name="T82" fmla="*/ 587 w 915"/>
                <a:gd name="T83" fmla="*/ 22 h 68"/>
                <a:gd name="T84" fmla="*/ 642 w 915"/>
                <a:gd name="T85" fmla="*/ 17 h 68"/>
                <a:gd name="T86" fmla="*/ 643 w 915"/>
                <a:gd name="T87" fmla="*/ 48 h 68"/>
                <a:gd name="T88" fmla="*/ 667 w 915"/>
                <a:gd name="T89" fmla="*/ 49 h 68"/>
                <a:gd name="T90" fmla="*/ 671 w 915"/>
                <a:gd name="T91" fmla="*/ 23 h 68"/>
                <a:gd name="T92" fmla="*/ 726 w 915"/>
                <a:gd name="T93" fmla="*/ 20 h 68"/>
                <a:gd name="T94" fmla="*/ 739 w 915"/>
                <a:gd name="T95" fmla="*/ 29 h 68"/>
                <a:gd name="T96" fmla="*/ 731 w 915"/>
                <a:gd name="T97" fmla="*/ 33 h 68"/>
                <a:gd name="T98" fmla="*/ 778 w 915"/>
                <a:gd name="T99" fmla="*/ 45 h 68"/>
                <a:gd name="T100" fmla="*/ 771 w 915"/>
                <a:gd name="T101" fmla="*/ 24 h 68"/>
                <a:gd name="T102" fmla="*/ 753 w 915"/>
                <a:gd name="T103" fmla="*/ 45 h 68"/>
                <a:gd name="T104" fmla="*/ 803 w 915"/>
                <a:gd name="T105" fmla="*/ 54 h 68"/>
                <a:gd name="T106" fmla="*/ 816 w 915"/>
                <a:gd name="T107" fmla="*/ 0 h 68"/>
                <a:gd name="T108" fmla="*/ 812 w 915"/>
                <a:gd name="T109" fmla="*/ 29 h 68"/>
                <a:gd name="T110" fmla="*/ 881 w 915"/>
                <a:gd name="T111" fmla="*/ 10 h 68"/>
                <a:gd name="T112" fmla="*/ 859 w 915"/>
                <a:gd name="T113" fmla="*/ 49 h 68"/>
                <a:gd name="T114" fmla="*/ 903 w 915"/>
                <a:gd name="T115" fmla="*/ 48 h 68"/>
                <a:gd name="T116" fmla="*/ 891 w 915"/>
                <a:gd name="T117" fmla="*/ 31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915" h="68">
                  <a:moveTo>
                    <a:pt x="35" y="4"/>
                  </a:moveTo>
                  <a:cubicBezTo>
                    <a:pt x="35" y="3"/>
                    <a:pt x="35" y="3"/>
                    <a:pt x="35" y="3"/>
                  </a:cubicBezTo>
                  <a:cubicBezTo>
                    <a:pt x="53" y="3"/>
                    <a:pt x="53" y="3"/>
                    <a:pt x="53" y="3"/>
                  </a:cubicBezTo>
                  <a:cubicBezTo>
                    <a:pt x="53" y="4"/>
                    <a:pt x="53" y="4"/>
                    <a:pt x="53" y="4"/>
                  </a:cubicBezTo>
                  <a:cubicBezTo>
                    <a:pt x="51" y="4"/>
                    <a:pt x="51" y="4"/>
                    <a:pt x="51" y="4"/>
                  </a:cubicBezTo>
                  <a:cubicBezTo>
                    <a:pt x="49" y="4"/>
                    <a:pt x="47" y="5"/>
                    <a:pt x="46" y="6"/>
                  </a:cubicBezTo>
                  <a:cubicBezTo>
                    <a:pt x="46" y="7"/>
                    <a:pt x="45" y="9"/>
                    <a:pt x="45" y="11"/>
                  </a:cubicBezTo>
                  <a:cubicBezTo>
                    <a:pt x="45" y="32"/>
                    <a:pt x="45" y="32"/>
                    <a:pt x="45" y="32"/>
                  </a:cubicBezTo>
                  <a:cubicBezTo>
                    <a:pt x="45" y="37"/>
                    <a:pt x="45" y="41"/>
                    <a:pt x="44" y="43"/>
                  </a:cubicBezTo>
                  <a:cubicBezTo>
                    <a:pt x="43" y="46"/>
                    <a:pt x="41" y="49"/>
                    <a:pt x="38" y="51"/>
                  </a:cubicBezTo>
                  <a:cubicBezTo>
                    <a:pt x="35" y="53"/>
                    <a:pt x="31" y="53"/>
                    <a:pt x="27" y="53"/>
                  </a:cubicBezTo>
                  <a:cubicBezTo>
                    <a:pt x="21" y="53"/>
                    <a:pt x="17" y="53"/>
                    <a:pt x="15" y="51"/>
                  </a:cubicBezTo>
                  <a:cubicBezTo>
                    <a:pt x="12" y="49"/>
                    <a:pt x="10" y="46"/>
                    <a:pt x="9" y="43"/>
                  </a:cubicBezTo>
                  <a:cubicBezTo>
                    <a:pt x="8" y="41"/>
                    <a:pt x="7" y="37"/>
                    <a:pt x="7" y="31"/>
                  </a:cubicBezTo>
                  <a:cubicBezTo>
                    <a:pt x="7" y="11"/>
                    <a:pt x="7" y="11"/>
                    <a:pt x="7" y="11"/>
                  </a:cubicBezTo>
                  <a:cubicBezTo>
                    <a:pt x="7" y="8"/>
                    <a:pt x="7" y="6"/>
                    <a:pt x="6" y="5"/>
                  </a:cubicBezTo>
                  <a:cubicBezTo>
                    <a:pt x="5" y="4"/>
                    <a:pt x="4" y="3"/>
                    <a:pt x="2" y="3"/>
                  </a:cubicBezTo>
                  <a:cubicBezTo>
                    <a:pt x="0" y="3"/>
                    <a:pt x="0" y="3"/>
                    <a:pt x="0" y="3"/>
                  </a:cubicBezTo>
                  <a:cubicBezTo>
                    <a:pt x="0" y="2"/>
                    <a:pt x="0" y="2"/>
                    <a:pt x="0" y="2"/>
                  </a:cubicBezTo>
                  <a:cubicBezTo>
                    <a:pt x="21" y="2"/>
                    <a:pt x="21" y="2"/>
                    <a:pt x="21" y="2"/>
                  </a:cubicBezTo>
                  <a:cubicBezTo>
                    <a:pt x="21" y="3"/>
                    <a:pt x="21" y="3"/>
                    <a:pt x="21" y="3"/>
                  </a:cubicBezTo>
                  <a:cubicBezTo>
                    <a:pt x="19" y="3"/>
                    <a:pt x="19" y="3"/>
                    <a:pt x="19" y="3"/>
                  </a:cubicBezTo>
                  <a:cubicBezTo>
                    <a:pt x="17" y="3"/>
                    <a:pt x="15" y="4"/>
                    <a:pt x="15" y="5"/>
                  </a:cubicBezTo>
                  <a:cubicBezTo>
                    <a:pt x="14" y="6"/>
                    <a:pt x="14" y="8"/>
                    <a:pt x="14" y="11"/>
                  </a:cubicBezTo>
                  <a:cubicBezTo>
                    <a:pt x="14" y="33"/>
                    <a:pt x="14" y="33"/>
                    <a:pt x="14" y="33"/>
                  </a:cubicBezTo>
                  <a:cubicBezTo>
                    <a:pt x="14" y="35"/>
                    <a:pt x="14" y="37"/>
                    <a:pt x="14" y="40"/>
                  </a:cubicBezTo>
                  <a:cubicBezTo>
                    <a:pt x="15" y="43"/>
                    <a:pt x="15" y="45"/>
                    <a:pt x="16" y="46"/>
                  </a:cubicBezTo>
                  <a:cubicBezTo>
                    <a:pt x="17" y="48"/>
                    <a:pt x="19" y="49"/>
                    <a:pt x="20" y="50"/>
                  </a:cubicBezTo>
                  <a:cubicBezTo>
                    <a:pt x="22" y="51"/>
                    <a:pt x="24" y="51"/>
                    <a:pt x="27" y="51"/>
                  </a:cubicBezTo>
                  <a:cubicBezTo>
                    <a:pt x="30" y="51"/>
                    <a:pt x="33" y="50"/>
                    <a:pt x="35" y="49"/>
                  </a:cubicBezTo>
                  <a:cubicBezTo>
                    <a:pt x="37" y="47"/>
                    <a:pt x="39" y="46"/>
                    <a:pt x="40" y="43"/>
                  </a:cubicBezTo>
                  <a:cubicBezTo>
                    <a:pt x="41" y="41"/>
                    <a:pt x="41" y="37"/>
                    <a:pt x="41" y="32"/>
                  </a:cubicBezTo>
                  <a:cubicBezTo>
                    <a:pt x="41" y="12"/>
                    <a:pt x="41" y="12"/>
                    <a:pt x="41" y="12"/>
                  </a:cubicBezTo>
                  <a:cubicBezTo>
                    <a:pt x="41" y="9"/>
                    <a:pt x="41" y="7"/>
                    <a:pt x="40" y="6"/>
                  </a:cubicBezTo>
                  <a:cubicBezTo>
                    <a:pt x="39" y="5"/>
                    <a:pt x="38" y="4"/>
                    <a:pt x="36" y="4"/>
                  </a:cubicBezTo>
                  <a:cubicBezTo>
                    <a:pt x="35" y="4"/>
                    <a:pt x="35" y="4"/>
                    <a:pt x="35" y="4"/>
                  </a:cubicBezTo>
                  <a:close/>
                  <a:moveTo>
                    <a:pt x="69" y="25"/>
                  </a:moveTo>
                  <a:cubicBezTo>
                    <a:pt x="73" y="20"/>
                    <a:pt x="76" y="18"/>
                    <a:pt x="79" y="18"/>
                  </a:cubicBezTo>
                  <a:cubicBezTo>
                    <a:pt x="81" y="18"/>
                    <a:pt x="83" y="18"/>
                    <a:pt x="84" y="19"/>
                  </a:cubicBezTo>
                  <a:cubicBezTo>
                    <a:pt x="85" y="20"/>
                    <a:pt x="87" y="21"/>
                    <a:pt x="87" y="23"/>
                  </a:cubicBezTo>
                  <a:cubicBezTo>
                    <a:pt x="88" y="25"/>
                    <a:pt x="88" y="27"/>
                    <a:pt x="88" y="30"/>
                  </a:cubicBezTo>
                  <a:cubicBezTo>
                    <a:pt x="88" y="45"/>
                    <a:pt x="88" y="45"/>
                    <a:pt x="88" y="45"/>
                  </a:cubicBezTo>
                  <a:cubicBezTo>
                    <a:pt x="88" y="47"/>
                    <a:pt x="88" y="48"/>
                    <a:pt x="89" y="49"/>
                  </a:cubicBezTo>
                  <a:cubicBezTo>
                    <a:pt x="89" y="50"/>
                    <a:pt x="89" y="50"/>
                    <a:pt x="90" y="51"/>
                  </a:cubicBezTo>
                  <a:cubicBezTo>
                    <a:pt x="90" y="51"/>
                    <a:pt x="91" y="51"/>
                    <a:pt x="93" y="51"/>
                  </a:cubicBezTo>
                  <a:cubicBezTo>
                    <a:pt x="93" y="52"/>
                    <a:pt x="93" y="52"/>
                    <a:pt x="93" y="52"/>
                  </a:cubicBezTo>
                  <a:cubicBezTo>
                    <a:pt x="77" y="52"/>
                    <a:pt x="77" y="52"/>
                    <a:pt x="77" y="52"/>
                  </a:cubicBezTo>
                  <a:cubicBezTo>
                    <a:pt x="77" y="51"/>
                    <a:pt x="77" y="51"/>
                    <a:pt x="77" y="51"/>
                  </a:cubicBezTo>
                  <a:cubicBezTo>
                    <a:pt x="78" y="51"/>
                    <a:pt x="78" y="51"/>
                    <a:pt x="78" y="51"/>
                  </a:cubicBezTo>
                  <a:cubicBezTo>
                    <a:pt x="79" y="51"/>
                    <a:pt x="80" y="51"/>
                    <a:pt x="81" y="50"/>
                  </a:cubicBezTo>
                  <a:cubicBezTo>
                    <a:pt x="82" y="50"/>
                    <a:pt x="82" y="49"/>
                    <a:pt x="82" y="48"/>
                  </a:cubicBezTo>
                  <a:cubicBezTo>
                    <a:pt x="82" y="48"/>
                    <a:pt x="82" y="47"/>
                    <a:pt x="82" y="45"/>
                  </a:cubicBezTo>
                  <a:cubicBezTo>
                    <a:pt x="82" y="31"/>
                    <a:pt x="82" y="31"/>
                    <a:pt x="82" y="31"/>
                  </a:cubicBezTo>
                  <a:cubicBezTo>
                    <a:pt x="82" y="27"/>
                    <a:pt x="82" y="25"/>
                    <a:pt x="81" y="24"/>
                  </a:cubicBezTo>
                  <a:cubicBezTo>
                    <a:pt x="80" y="23"/>
                    <a:pt x="79" y="22"/>
                    <a:pt x="77" y="22"/>
                  </a:cubicBezTo>
                  <a:cubicBezTo>
                    <a:pt x="74" y="22"/>
                    <a:pt x="71" y="23"/>
                    <a:pt x="69" y="27"/>
                  </a:cubicBezTo>
                  <a:cubicBezTo>
                    <a:pt x="69" y="45"/>
                    <a:pt x="69" y="45"/>
                    <a:pt x="69" y="45"/>
                  </a:cubicBezTo>
                  <a:cubicBezTo>
                    <a:pt x="69" y="47"/>
                    <a:pt x="69" y="48"/>
                    <a:pt x="69" y="49"/>
                  </a:cubicBezTo>
                  <a:cubicBezTo>
                    <a:pt x="69" y="50"/>
                    <a:pt x="70" y="50"/>
                    <a:pt x="70" y="51"/>
                  </a:cubicBezTo>
                  <a:cubicBezTo>
                    <a:pt x="71" y="51"/>
                    <a:pt x="72" y="51"/>
                    <a:pt x="74" y="51"/>
                  </a:cubicBezTo>
                  <a:cubicBezTo>
                    <a:pt x="74" y="52"/>
                    <a:pt x="74" y="52"/>
                    <a:pt x="74" y="52"/>
                  </a:cubicBezTo>
                  <a:cubicBezTo>
                    <a:pt x="58" y="52"/>
                    <a:pt x="58" y="52"/>
                    <a:pt x="58" y="52"/>
                  </a:cubicBezTo>
                  <a:cubicBezTo>
                    <a:pt x="58" y="51"/>
                    <a:pt x="58" y="51"/>
                    <a:pt x="58" y="51"/>
                  </a:cubicBezTo>
                  <a:cubicBezTo>
                    <a:pt x="59" y="51"/>
                    <a:pt x="59" y="51"/>
                    <a:pt x="59" y="51"/>
                  </a:cubicBezTo>
                  <a:cubicBezTo>
                    <a:pt x="60" y="51"/>
                    <a:pt x="61" y="51"/>
                    <a:pt x="62" y="50"/>
                  </a:cubicBezTo>
                  <a:cubicBezTo>
                    <a:pt x="62" y="49"/>
                    <a:pt x="63" y="47"/>
                    <a:pt x="63" y="45"/>
                  </a:cubicBezTo>
                  <a:cubicBezTo>
                    <a:pt x="63" y="32"/>
                    <a:pt x="63" y="32"/>
                    <a:pt x="63" y="32"/>
                  </a:cubicBezTo>
                  <a:cubicBezTo>
                    <a:pt x="63" y="28"/>
                    <a:pt x="63" y="25"/>
                    <a:pt x="62" y="24"/>
                  </a:cubicBezTo>
                  <a:cubicBezTo>
                    <a:pt x="62" y="23"/>
                    <a:pt x="62" y="23"/>
                    <a:pt x="61" y="22"/>
                  </a:cubicBezTo>
                  <a:cubicBezTo>
                    <a:pt x="61" y="22"/>
                    <a:pt x="61" y="22"/>
                    <a:pt x="60" y="22"/>
                  </a:cubicBezTo>
                  <a:cubicBezTo>
                    <a:pt x="59" y="22"/>
                    <a:pt x="58" y="22"/>
                    <a:pt x="57" y="22"/>
                  </a:cubicBezTo>
                  <a:cubicBezTo>
                    <a:pt x="57" y="21"/>
                    <a:pt x="57" y="21"/>
                    <a:pt x="57" y="21"/>
                  </a:cubicBezTo>
                  <a:cubicBezTo>
                    <a:pt x="67" y="17"/>
                    <a:pt x="67" y="17"/>
                    <a:pt x="67" y="17"/>
                  </a:cubicBezTo>
                  <a:cubicBezTo>
                    <a:pt x="69" y="17"/>
                    <a:pt x="69" y="17"/>
                    <a:pt x="69" y="17"/>
                  </a:cubicBezTo>
                  <a:cubicBezTo>
                    <a:pt x="69" y="25"/>
                    <a:pt x="69" y="25"/>
                    <a:pt x="69" y="25"/>
                  </a:cubicBezTo>
                  <a:close/>
                  <a:moveTo>
                    <a:pt x="108" y="0"/>
                  </a:moveTo>
                  <a:cubicBezTo>
                    <a:pt x="109" y="0"/>
                    <a:pt x="110" y="0"/>
                    <a:pt x="110" y="1"/>
                  </a:cubicBezTo>
                  <a:cubicBezTo>
                    <a:pt x="111" y="2"/>
                    <a:pt x="111" y="3"/>
                    <a:pt x="111" y="4"/>
                  </a:cubicBezTo>
                  <a:cubicBezTo>
                    <a:pt x="111" y="5"/>
                    <a:pt x="111" y="6"/>
                    <a:pt x="110" y="7"/>
                  </a:cubicBezTo>
                  <a:cubicBezTo>
                    <a:pt x="109" y="7"/>
                    <a:pt x="109" y="8"/>
                    <a:pt x="108" y="8"/>
                  </a:cubicBezTo>
                  <a:cubicBezTo>
                    <a:pt x="107" y="8"/>
                    <a:pt x="106" y="7"/>
                    <a:pt x="105" y="7"/>
                  </a:cubicBezTo>
                  <a:cubicBezTo>
                    <a:pt x="105" y="6"/>
                    <a:pt x="104" y="5"/>
                    <a:pt x="104" y="4"/>
                  </a:cubicBezTo>
                  <a:cubicBezTo>
                    <a:pt x="104" y="3"/>
                    <a:pt x="105" y="2"/>
                    <a:pt x="105" y="1"/>
                  </a:cubicBezTo>
                  <a:cubicBezTo>
                    <a:pt x="106" y="0"/>
                    <a:pt x="107" y="0"/>
                    <a:pt x="108" y="0"/>
                  </a:cubicBezTo>
                  <a:close/>
                  <a:moveTo>
                    <a:pt x="111" y="18"/>
                  </a:moveTo>
                  <a:cubicBezTo>
                    <a:pt x="111" y="45"/>
                    <a:pt x="111" y="45"/>
                    <a:pt x="111" y="45"/>
                  </a:cubicBezTo>
                  <a:cubicBezTo>
                    <a:pt x="111" y="47"/>
                    <a:pt x="111" y="49"/>
                    <a:pt x="111" y="49"/>
                  </a:cubicBezTo>
                  <a:cubicBezTo>
                    <a:pt x="111" y="50"/>
                    <a:pt x="112" y="51"/>
                    <a:pt x="112" y="51"/>
                  </a:cubicBezTo>
                  <a:cubicBezTo>
                    <a:pt x="113" y="51"/>
                    <a:pt x="114" y="51"/>
                    <a:pt x="115" y="51"/>
                  </a:cubicBezTo>
                  <a:cubicBezTo>
                    <a:pt x="115" y="53"/>
                    <a:pt x="115" y="53"/>
                    <a:pt x="115" y="53"/>
                  </a:cubicBezTo>
                  <a:cubicBezTo>
                    <a:pt x="99" y="53"/>
                    <a:pt x="99" y="53"/>
                    <a:pt x="99" y="53"/>
                  </a:cubicBezTo>
                  <a:cubicBezTo>
                    <a:pt x="99" y="51"/>
                    <a:pt x="99" y="51"/>
                    <a:pt x="99" y="51"/>
                  </a:cubicBezTo>
                  <a:cubicBezTo>
                    <a:pt x="101" y="51"/>
                    <a:pt x="102" y="51"/>
                    <a:pt x="103" y="51"/>
                  </a:cubicBezTo>
                  <a:cubicBezTo>
                    <a:pt x="103" y="51"/>
                    <a:pt x="103" y="50"/>
                    <a:pt x="104" y="49"/>
                  </a:cubicBezTo>
                  <a:cubicBezTo>
                    <a:pt x="104" y="49"/>
                    <a:pt x="104" y="47"/>
                    <a:pt x="104" y="45"/>
                  </a:cubicBezTo>
                  <a:cubicBezTo>
                    <a:pt x="104" y="32"/>
                    <a:pt x="104" y="32"/>
                    <a:pt x="104" y="32"/>
                  </a:cubicBezTo>
                  <a:cubicBezTo>
                    <a:pt x="104" y="28"/>
                    <a:pt x="104" y="26"/>
                    <a:pt x="104" y="25"/>
                  </a:cubicBezTo>
                  <a:cubicBezTo>
                    <a:pt x="104" y="24"/>
                    <a:pt x="103" y="23"/>
                    <a:pt x="103" y="23"/>
                  </a:cubicBezTo>
                  <a:cubicBezTo>
                    <a:pt x="103" y="23"/>
                    <a:pt x="102" y="23"/>
                    <a:pt x="101" y="23"/>
                  </a:cubicBezTo>
                  <a:cubicBezTo>
                    <a:pt x="101" y="23"/>
                    <a:pt x="100" y="23"/>
                    <a:pt x="99" y="23"/>
                  </a:cubicBezTo>
                  <a:cubicBezTo>
                    <a:pt x="99" y="22"/>
                    <a:pt x="99" y="22"/>
                    <a:pt x="99" y="22"/>
                  </a:cubicBezTo>
                  <a:cubicBezTo>
                    <a:pt x="109" y="18"/>
                    <a:pt x="109" y="18"/>
                    <a:pt x="109" y="18"/>
                  </a:cubicBezTo>
                  <a:cubicBezTo>
                    <a:pt x="111" y="18"/>
                    <a:pt x="111" y="18"/>
                    <a:pt x="111" y="18"/>
                  </a:cubicBezTo>
                  <a:close/>
                  <a:moveTo>
                    <a:pt x="122" y="19"/>
                  </a:moveTo>
                  <a:cubicBezTo>
                    <a:pt x="137" y="19"/>
                    <a:pt x="137" y="19"/>
                    <a:pt x="137" y="19"/>
                  </a:cubicBezTo>
                  <a:cubicBezTo>
                    <a:pt x="137" y="20"/>
                    <a:pt x="137" y="20"/>
                    <a:pt x="137" y="20"/>
                  </a:cubicBezTo>
                  <a:cubicBezTo>
                    <a:pt x="136" y="20"/>
                    <a:pt x="136" y="20"/>
                    <a:pt x="136" y="20"/>
                  </a:cubicBezTo>
                  <a:cubicBezTo>
                    <a:pt x="135" y="20"/>
                    <a:pt x="134" y="20"/>
                    <a:pt x="134" y="21"/>
                  </a:cubicBezTo>
                  <a:cubicBezTo>
                    <a:pt x="133" y="21"/>
                    <a:pt x="133" y="22"/>
                    <a:pt x="133" y="23"/>
                  </a:cubicBezTo>
                  <a:cubicBezTo>
                    <a:pt x="133" y="23"/>
                    <a:pt x="133" y="25"/>
                    <a:pt x="134" y="26"/>
                  </a:cubicBezTo>
                  <a:cubicBezTo>
                    <a:pt x="141" y="45"/>
                    <a:pt x="141" y="45"/>
                    <a:pt x="141" y="45"/>
                  </a:cubicBezTo>
                  <a:cubicBezTo>
                    <a:pt x="149" y="25"/>
                    <a:pt x="149" y="25"/>
                    <a:pt x="149" y="25"/>
                  </a:cubicBezTo>
                  <a:cubicBezTo>
                    <a:pt x="149" y="24"/>
                    <a:pt x="150" y="23"/>
                    <a:pt x="150" y="22"/>
                  </a:cubicBezTo>
                  <a:cubicBezTo>
                    <a:pt x="150" y="21"/>
                    <a:pt x="150" y="21"/>
                    <a:pt x="149" y="21"/>
                  </a:cubicBezTo>
                  <a:cubicBezTo>
                    <a:pt x="149" y="21"/>
                    <a:pt x="149" y="20"/>
                    <a:pt x="149" y="20"/>
                  </a:cubicBezTo>
                  <a:cubicBezTo>
                    <a:pt x="148" y="20"/>
                    <a:pt x="147" y="20"/>
                    <a:pt x="146" y="20"/>
                  </a:cubicBezTo>
                  <a:cubicBezTo>
                    <a:pt x="146" y="19"/>
                    <a:pt x="146" y="19"/>
                    <a:pt x="146" y="19"/>
                  </a:cubicBezTo>
                  <a:cubicBezTo>
                    <a:pt x="157" y="19"/>
                    <a:pt x="157" y="19"/>
                    <a:pt x="157" y="19"/>
                  </a:cubicBezTo>
                  <a:cubicBezTo>
                    <a:pt x="157" y="20"/>
                    <a:pt x="157" y="20"/>
                    <a:pt x="157" y="20"/>
                  </a:cubicBezTo>
                  <a:cubicBezTo>
                    <a:pt x="156" y="20"/>
                    <a:pt x="155" y="20"/>
                    <a:pt x="155" y="21"/>
                  </a:cubicBezTo>
                  <a:cubicBezTo>
                    <a:pt x="154" y="21"/>
                    <a:pt x="153" y="23"/>
                    <a:pt x="152" y="24"/>
                  </a:cubicBezTo>
                  <a:cubicBezTo>
                    <a:pt x="141" y="53"/>
                    <a:pt x="141" y="53"/>
                    <a:pt x="141" y="53"/>
                  </a:cubicBezTo>
                  <a:cubicBezTo>
                    <a:pt x="139" y="53"/>
                    <a:pt x="139" y="53"/>
                    <a:pt x="139" y="53"/>
                  </a:cubicBezTo>
                  <a:cubicBezTo>
                    <a:pt x="127" y="25"/>
                    <a:pt x="127" y="25"/>
                    <a:pt x="127" y="25"/>
                  </a:cubicBezTo>
                  <a:cubicBezTo>
                    <a:pt x="127" y="23"/>
                    <a:pt x="126" y="22"/>
                    <a:pt x="126" y="22"/>
                  </a:cubicBezTo>
                  <a:cubicBezTo>
                    <a:pt x="125" y="21"/>
                    <a:pt x="125" y="21"/>
                    <a:pt x="124" y="20"/>
                  </a:cubicBezTo>
                  <a:cubicBezTo>
                    <a:pt x="123" y="20"/>
                    <a:pt x="123" y="20"/>
                    <a:pt x="121" y="19"/>
                  </a:cubicBezTo>
                  <a:cubicBezTo>
                    <a:pt x="122" y="19"/>
                    <a:pt x="122" y="19"/>
                    <a:pt x="122" y="19"/>
                  </a:cubicBezTo>
                  <a:close/>
                  <a:moveTo>
                    <a:pt x="169" y="31"/>
                  </a:moveTo>
                  <a:cubicBezTo>
                    <a:pt x="169" y="37"/>
                    <a:pt x="170" y="40"/>
                    <a:pt x="173" y="43"/>
                  </a:cubicBezTo>
                  <a:cubicBezTo>
                    <a:pt x="175" y="46"/>
                    <a:pt x="178" y="48"/>
                    <a:pt x="181" y="48"/>
                  </a:cubicBezTo>
                  <a:cubicBezTo>
                    <a:pt x="183" y="48"/>
                    <a:pt x="185" y="47"/>
                    <a:pt x="187" y="46"/>
                  </a:cubicBezTo>
                  <a:cubicBezTo>
                    <a:pt x="188" y="45"/>
                    <a:pt x="189" y="43"/>
                    <a:pt x="191" y="39"/>
                  </a:cubicBezTo>
                  <a:cubicBezTo>
                    <a:pt x="192" y="40"/>
                    <a:pt x="192" y="40"/>
                    <a:pt x="192" y="40"/>
                  </a:cubicBezTo>
                  <a:cubicBezTo>
                    <a:pt x="191" y="43"/>
                    <a:pt x="190" y="47"/>
                    <a:pt x="187" y="49"/>
                  </a:cubicBezTo>
                  <a:cubicBezTo>
                    <a:pt x="185" y="52"/>
                    <a:pt x="182" y="53"/>
                    <a:pt x="178" y="53"/>
                  </a:cubicBezTo>
                  <a:cubicBezTo>
                    <a:pt x="174" y="53"/>
                    <a:pt x="171" y="52"/>
                    <a:pt x="168" y="49"/>
                  </a:cubicBezTo>
                  <a:cubicBezTo>
                    <a:pt x="165" y="45"/>
                    <a:pt x="164" y="41"/>
                    <a:pt x="164" y="36"/>
                  </a:cubicBezTo>
                  <a:cubicBezTo>
                    <a:pt x="164" y="30"/>
                    <a:pt x="166" y="25"/>
                    <a:pt x="169" y="22"/>
                  </a:cubicBezTo>
                  <a:cubicBezTo>
                    <a:pt x="171" y="19"/>
                    <a:pt x="175" y="17"/>
                    <a:pt x="179" y="17"/>
                  </a:cubicBezTo>
                  <a:cubicBezTo>
                    <a:pt x="183" y="17"/>
                    <a:pt x="186" y="19"/>
                    <a:pt x="189" y="21"/>
                  </a:cubicBezTo>
                  <a:cubicBezTo>
                    <a:pt x="191" y="23"/>
                    <a:pt x="192" y="27"/>
                    <a:pt x="192" y="31"/>
                  </a:cubicBezTo>
                  <a:cubicBezTo>
                    <a:pt x="169" y="31"/>
                    <a:pt x="169" y="31"/>
                    <a:pt x="169" y="31"/>
                  </a:cubicBezTo>
                  <a:close/>
                  <a:moveTo>
                    <a:pt x="169" y="29"/>
                  </a:moveTo>
                  <a:cubicBezTo>
                    <a:pt x="184" y="29"/>
                    <a:pt x="184" y="29"/>
                    <a:pt x="184" y="29"/>
                  </a:cubicBezTo>
                  <a:cubicBezTo>
                    <a:pt x="184" y="27"/>
                    <a:pt x="184" y="26"/>
                    <a:pt x="183" y="25"/>
                  </a:cubicBezTo>
                  <a:cubicBezTo>
                    <a:pt x="183" y="24"/>
                    <a:pt x="182" y="23"/>
                    <a:pt x="181" y="22"/>
                  </a:cubicBezTo>
                  <a:cubicBezTo>
                    <a:pt x="179" y="21"/>
                    <a:pt x="178" y="21"/>
                    <a:pt x="177" y="21"/>
                  </a:cubicBezTo>
                  <a:cubicBezTo>
                    <a:pt x="175" y="21"/>
                    <a:pt x="173" y="21"/>
                    <a:pt x="172" y="23"/>
                  </a:cubicBezTo>
                  <a:cubicBezTo>
                    <a:pt x="170" y="24"/>
                    <a:pt x="169" y="27"/>
                    <a:pt x="169" y="29"/>
                  </a:cubicBezTo>
                  <a:close/>
                  <a:moveTo>
                    <a:pt x="209" y="18"/>
                  </a:moveTo>
                  <a:cubicBezTo>
                    <a:pt x="209" y="25"/>
                    <a:pt x="209" y="25"/>
                    <a:pt x="209" y="25"/>
                  </a:cubicBezTo>
                  <a:cubicBezTo>
                    <a:pt x="212" y="20"/>
                    <a:pt x="215" y="18"/>
                    <a:pt x="218" y="18"/>
                  </a:cubicBezTo>
                  <a:cubicBezTo>
                    <a:pt x="219" y="18"/>
                    <a:pt x="220" y="18"/>
                    <a:pt x="221" y="19"/>
                  </a:cubicBezTo>
                  <a:cubicBezTo>
                    <a:pt x="222" y="20"/>
                    <a:pt x="222" y="21"/>
                    <a:pt x="222" y="22"/>
                  </a:cubicBezTo>
                  <a:cubicBezTo>
                    <a:pt x="222" y="23"/>
                    <a:pt x="222" y="23"/>
                    <a:pt x="221" y="24"/>
                  </a:cubicBezTo>
                  <a:cubicBezTo>
                    <a:pt x="221" y="25"/>
                    <a:pt x="220" y="25"/>
                    <a:pt x="219" y="25"/>
                  </a:cubicBezTo>
                  <a:cubicBezTo>
                    <a:pt x="218" y="25"/>
                    <a:pt x="217" y="25"/>
                    <a:pt x="216" y="24"/>
                  </a:cubicBezTo>
                  <a:cubicBezTo>
                    <a:pt x="215" y="23"/>
                    <a:pt x="214" y="23"/>
                    <a:pt x="214" y="23"/>
                  </a:cubicBezTo>
                  <a:cubicBezTo>
                    <a:pt x="213" y="23"/>
                    <a:pt x="213" y="23"/>
                    <a:pt x="213" y="24"/>
                  </a:cubicBezTo>
                  <a:cubicBezTo>
                    <a:pt x="211" y="25"/>
                    <a:pt x="211" y="27"/>
                    <a:pt x="209" y="29"/>
                  </a:cubicBezTo>
                  <a:cubicBezTo>
                    <a:pt x="209" y="45"/>
                    <a:pt x="209" y="45"/>
                    <a:pt x="209" y="45"/>
                  </a:cubicBezTo>
                  <a:cubicBezTo>
                    <a:pt x="209" y="47"/>
                    <a:pt x="210" y="49"/>
                    <a:pt x="210" y="50"/>
                  </a:cubicBezTo>
                  <a:cubicBezTo>
                    <a:pt x="211" y="51"/>
                    <a:pt x="211" y="51"/>
                    <a:pt x="212" y="51"/>
                  </a:cubicBezTo>
                  <a:cubicBezTo>
                    <a:pt x="213" y="52"/>
                    <a:pt x="214" y="52"/>
                    <a:pt x="215" y="52"/>
                  </a:cubicBezTo>
                  <a:cubicBezTo>
                    <a:pt x="215" y="53"/>
                    <a:pt x="215" y="53"/>
                    <a:pt x="215" y="53"/>
                  </a:cubicBezTo>
                  <a:cubicBezTo>
                    <a:pt x="198" y="53"/>
                    <a:pt x="198" y="53"/>
                    <a:pt x="198" y="53"/>
                  </a:cubicBezTo>
                  <a:cubicBezTo>
                    <a:pt x="198" y="52"/>
                    <a:pt x="198" y="52"/>
                    <a:pt x="198" y="52"/>
                  </a:cubicBezTo>
                  <a:cubicBezTo>
                    <a:pt x="200" y="52"/>
                    <a:pt x="201" y="52"/>
                    <a:pt x="202" y="51"/>
                  </a:cubicBezTo>
                  <a:cubicBezTo>
                    <a:pt x="202" y="51"/>
                    <a:pt x="203" y="50"/>
                    <a:pt x="203" y="49"/>
                  </a:cubicBezTo>
                  <a:cubicBezTo>
                    <a:pt x="203" y="49"/>
                    <a:pt x="203" y="48"/>
                    <a:pt x="203" y="46"/>
                  </a:cubicBezTo>
                  <a:cubicBezTo>
                    <a:pt x="203" y="33"/>
                    <a:pt x="203" y="33"/>
                    <a:pt x="203" y="33"/>
                  </a:cubicBezTo>
                  <a:cubicBezTo>
                    <a:pt x="203" y="29"/>
                    <a:pt x="203" y="26"/>
                    <a:pt x="203" y="25"/>
                  </a:cubicBezTo>
                  <a:cubicBezTo>
                    <a:pt x="203" y="25"/>
                    <a:pt x="202" y="24"/>
                    <a:pt x="202" y="24"/>
                  </a:cubicBezTo>
                  <a:cubicBezTo>
                    <a:pt x="201" y="23"/>
                    <a:pt x="201" y="23"/>
                    <a:pt x="200" y="23"/>
                  </a:cubicBezTo>
                  <a:cubicBezTo>
                    <a:pt x="199" y="23"/>
                    <a:pt x="199" y="23"/>
                    <a:pt x="198" y="24"/>
                  </a:cubicBezTo>
                  <a:cubicBezTo>
                    <a:pt x="197" y="23"/>
                    <a:pt x="197" y="23"/>
                    <a:pt x="197" y="23"/>
                  </a:cubicBezTo>
                  <a:cubicBezTo>
                    <a:pt x="207" y="19"/>
                    <a:pt x="207" y="19"/>
                    <a:pt x="207" y="19"/>
                  </a:cubicBezTo>
                  <a:cubicBezTo>
                    <a:pt x="209" y="19"/>
                    <a:pt x="209" y="19"/>
                    <a:pt x="209" y="19"/>
                  </a:cubicBezTo>
                  <a:cubicBezTo>
                    <a:pt x="209" y="18"/>
                    <a:pt x="209" y="18"/>
                    <a:pt x="209" y="18"/>
                  </a:cubicBezTo>
                  <a:close/>
                  <a:moveTo>
                    <a:pt x="249" y="18"/>
                  </a:moveTo>
                  <a:cubicBezTo>
                    <a:pt x="249" y="29"/>
                    <a:pt x="249" y="29"/>
                    <a:pt x="249" y="29"/>
                  </a:cubicBezTo>
                  <a:cubicBezTo>
                    <a:pt x="247" y="29"/>
                    <a:pt x="247" y="29"/>
                    <a:pt x="247" y="29"/>
                  </a:cubicBezTo>
                  <a:cubicBezTo>
                    <a:pt x="247" y="26"/>
                    <a:pt x="245" y="23"/>
                    <a:pt x="244" y="22"/>
                  </a:cubicBezTo>
                  <a:cubicBezTo>
                    <a:pt x="242" y="21"/>
                    <a:pt x="241" y="20"/>
                    <a:pt x="238" y="20"/>
                  </a:cubicBezTo>
                  <a:cubicBezTo>
                    <a:pt x="237" y="20"/>
                    <a:pt x="235" y="20"/>
                    <a:pt x="234" y="21"/>
                  </a:cubicBezTo>
                  <a:cubicBezTo>
                    <a:pt x="233" y="22"/>
                    <a:pt x="233" y="23"/>
                    <a:pt x="233" y="24"/>
                  </a:cubicBezTo>
                  <a:cubicBezTo>
                    <a:pt x="233" y="25"/>
                    <a:pt x="233" y="27"/>
                    <a:pt x="234" y="28"/>
                  </a:cubicBezTo>
                  <a:cubicBezTo>
                    <a:pt x="235" y="29"/>
                    <a:pt x="236" y="30"/>
                    <a:pt x="238" y="31"/>
                  </a:cubicBezTo>
                  <a:cubicBezTo>
                    <a:pt x="243" y="34"/>
                    <a:pt x="243" y="34"/>
                    <a:pt x="243" y="34"/>
                  </a:cubicBezTo>
                  <a:cubicBezTo>
                    <a:pt x="248" y="36"/>
                    <a:pt x="251" y="39"/>
                    <a:pt x="251" y="43"/>
                  </a:cubicBezTo>
                  <a:cubicBezTo>
                    <a:pt x="251" y="47"/>
                    <a:pt x="249" y="49"/>
                    <a:pt x="247" y="51"/>
                  </a:cubicBezTo>
                  <a:cubicBezTo>
                    <a:pt x="245" y="53"/>
                    <a:pt x="243" y="54"/>
                    <a:pt x="240" y="54"/>
                  </a:cubicBezTo>
                  <a:cubicBezTo>
                    <a:pt x="238" y="54"/>
                    <a:pt x="235" y="53"/>
                    <a:pt x="233" y="53"/>
                  </a:cubicBezTo>
                  <a:cubicBezTo>
                    <a:pt x="232" y="52"/>
                    <a:pt x="231" y="52"/>
                    <a:pt x="231" y="52"/>
                  </a:cubicBezTo>
                  <a:cubicBezTo>
                    <a:pt x="231" y="52"/>
                    <a:pt x="230" y="53"/>
                    <a:pt x="230" y="53"/>
                  </a:cubicBezTo>
                  <a:cubicBezTo>
                    <a:pt x="229" y="53"/>
                    <a:pt x="229" y="53"/>
                    <a:pt x="229" y="53"/>
                  </a:cubicBezTo>
                  <a:cubicBezTo>
                    <a:pt x="229" y="41"/>
                    <a:pt x="229" y="41"/>
                    <a:pt x="229" y="41"/>
                  </a:cubicBezTo>
                  <a:cubicBezTo>
                    <a:pt x="230" y="41"/>
                    <a:pt x="230" y="41"/>
                    <a:pt x="230" y="41"/>
                  </a:cubicBezTo>
                  <a:cubicBezTo>
                    <a:pt x="231" y="45"/>
                    <a:pt x="232" y="47"/>
                    <a:pt x="234" y="49"/>
                  </a:cubicBezTo>
                  <a:cubicBezTo>
                    <a:pt x="236" y="51"/>
                    <a:pt x="238" y="52"/>
                    <a:pt x="240" y="52"/>
                  </a:cubicBezTo>
                  <a:cubicBezTo>
                    <a:pt x="242" y="52"/>
                    <a:pt x="243" y="51"/>
                    <a:pt x="244" y="50"/>
                  </a:cubicBezTo>
                  <a:cubicBezTo>
                    <a:pt x="245" y="49"/>
                    <a:pt x="246" y="48"/>
                    <a:pt x="246" y="47"/>
                  </a:cubicBezTo>
                  <a:cubicBezTo>
                    <a:pt x="246" y="45"/>
                    <a:pt x="245" y="43"/>
                    <a:pt x="244" y="42"/>
                  </a:cubicBezTo>
                  <a:cubicBezTo>
                    <a:pt x="243" y="41"/>
                    <a:pt x="241" y="39"/>
                    <a:pt x="237" y="38"/>
                  </a:cubicBezTo>
                  <a:cubicBezTo>
                    <a:pt x="234" y="36"/>
                    <a:pt x="232" y="35"/>
                    <a:pt x="231" y="33"/>
                  </a:cubicBezTo>
                  <a:cubicBezTo>
                    <a:pt x="229" y="31"/>
                    <a:pt x="229" y="30"/>
                    <a:pt x="229" y="28"/>
                  </a:cubicBezTo>
                  <a:cubicBezTo>
                    <a:pt x="229" y="25"/>
                    <a:pt x="230" y="23"/>
                    <a:pt x="232" y="21"/>
                  </a:cubicBezTo>
                  <a:cubicBezTo>
                    <a:pt x="234" y="19"/>
                    <a:pt x="236" y="18"/>
                    <a:pt x="239" y="18"/>
                  </a:cubicBezTo>
                  <a:cubicBezTo>
                    <a:pt x="240" y="18"/>
                    <a:pt x="242" y="18"/>
                    <a:pt x="244" y="19"/>
                  </a:cubicBezTo>
                  <a:cubicBezTo>
                    <a:pt x="245" y="19"/>
                    <a:pt x="246" y="19"/>
                    <a:pt x="246" y="19"/>
                  </a:cubicBezTo>
                  <a:cubicBezTo>
                    <a:pt x="247" y="19"/>
                    <a:pt x="247" y="19"/>
                    <a:pt x="247" y="19"/>
                  </a:cubicBezTo>
                  <a:cubicBezTo>
                    <a:pt x="247" y="19"/>
                    <a:pt x="247" y="18"/>
                    <a:pt x="248" y="17"/>
                  </a:cubicBezTo>
                  <a:cubicBezTo>
                    <a:pt x="249" y="18"/>
                    <a:pt x="249" y="18"/>
                    <a:pt x="249" y="18"/>
                  </a:cubicBezTo>
                  <a:close/>
                  <a:moveTo>
                    <a:pt x="268" y="0"/>
                  </a:moveTo>
                  <a:cubicBezTo>
                    <a:pt x="269" y="0"/>
                    <a:pt x="270" y="0"/>
                    <a:pt x="271" y="1"/>
                  </a:cubicBezTo>
                  <a:cubicBezTo>
                    <a:pt x="271" y="2"/>
                    <a:pt x="272" y="3"/>
                    <a:pt x="272" y="4"/>
                  </a:cubicBezTo>
                  <a:cubicBezTo>
                    <a:pt x="272" y="5"/>
                    <a:pt x="271" y="6"/>
                    <a:pt x="271" y="7"/>
                  </a:cubicBezTo>
                  <a:cubicBezTo>
                    <a:pt x="270" y="7"/>
                    <a:pt x="269" y="8"/>
                    <a:pt x="268" y="8"/>
                  </a:cubicBezTo>
                  <a:cubicBezTo>
                    <a:pt x="267" y="8"/>
                    <a:pt x="266" y="7"/>
                    <a:pt x="266" y="7"/>
                  </a:cubicBezTo>
                  <a:cubicBezTo>
                    <a:pt x="265" y="6"/>
                    <a:pt x="265" y="5"/>
                    <a:pt x="265" y="4"/>
                  </a:cubicBezTo>
                  <a:cubicBezTo>
                    <a:pt x="265" y="3"/>
                    <a:pt x="265" y="2"/>
                    <a:pt x="266" y="1"/>
                  </a:cubicBezTo>
                  <a:cubicBezTo>
                    <a:pt x="266" y="0"/>
                    <a:pt x="267" y="0"/>
                    <a:pt x="268" y="0"/>
                  </a:cubicBezTo>
                  <a:close/>
                  <a:moveTo>
                    <a:pt x="271" y="18"/>
                  </a:moveTo>
                  <a:cubicBezTo>
                    <a:pt x="271" y="45"/>
                    <a:pt x="271" y="45"/>
                    <a:pt x="271" y="45"/>
                  </a:cubicBezTo>
                  <a:cubicBezTo>
                    <a:pt x="271" y="47"/>
                    <a:pt x="271" y="49"/>
                    <a:pt x="271" y="49"/>
                  </a:cubicBezTo>
                  <a:cubicBezTo>
                    <a:pt x="272" y="50"/>
                    <a:pt x="272" y="51"/>
                    <a:pt x="273" y="51"/>
                  </a:cubicBezTo>
                  <a:cubicBezTo>
                    <a:pt x="273" y="51"/>
                    <a:pt x="274" y="51"/>
                    <a:pt x="276" y="51"/>
                  </a:cubicBezTo>
                  <a:cubicBezTo>
                    <a:pt x="276" y="53"/>
                    <a:pt x="276" y="53"/>
                    <a:pt x="276" y="53"/>
                  </a:cubicBezTo>
                  <a:cubicBezTo>
                    <a:pt x="260" y="53"/>
                    <a:pt x="260" y="53"/>
                    <a:pt x="260" y="53"/>
                  </a:cubicBezTo>
                  <a:cubicBezTo>
                    <a:pt x="260" y="51"/>
                    <a:pt x="260" y="51"/>
                    <a:pt x="260" y="51"/>
                  </a:cubicBezTo>
                  <a:cubicBezTo>
                    <a:pt x="261" y="51"/>
                    <a:pt x="263" y="51"/>
                    <a:pt x="263" y="51"/>
                  </a:cubicBezTo>
                  <a:cubicBezTo>
                    <a:pt x="263" y="51"/>
                    <a:pt x="264" y="50"/>
                    <a:pt x="264" y="49"/>
                  </a:cubicBezTo>
                  <a:cubicBezTo>
                    <a:pt x="265" y="49"/>
                    <a:pt x="265" y="47"/>
                    <a:pt x="265" y="45"/>
                  </a:cubicBezTo>
                  <a:cubicBezTo>
                    <a:pt x="265" y="32"/>
                    <a:pt x="265" y="32"/>
                    <a:pt x="265" y="32"/>
                  </a:cubicBezTo>
                  <a:cubicBezTo>
                    <a:pt x="265" y="28"/>
                    <a:pt x="265" y="26"/>
                    <a:pt x="264" y="25"/>
                  </a:cubicBezTo>
                  <a:cubicBezTo>
                    <a:pt x="264" y="24"/>
                    <a:pt x="264" y="23"/>
                    <a:pt x="263" y="23"/>
                  </a:cubicBezTo>
                  <a:cubicBezTo>
                    <a:pt x="263" y="23"/>
                    <a:pt x="263" y="23"/>
                    <a:pt x="262" y="23"/>
                  </a:cubicBezTo>
                  <a:cubicBezTo>
                    <a:pt x="261" y="23"/>
                    <a:pt x="260" y="23"/>
                    <a:pt x="259" y="23"/>
                  </a:cubicBezTo>
                  <a:cubicBezTo>
                    <a:pt x="259" y="22"/>
                    <a:pt x="259" y="22"/>
                    <a:pt x="259" y="22"/>
                  </a:cubicBezTo>
                  <a:cubicBezTo>
                    <a:pt x="269" y="18"/>
                    <a:pt x="269" y="18"/>
                    <a:pt x="269" y="18"/>
                  </a:cubicBezTo>
                  <a:cubicBezTo>
                    <a:pt x="271" y="18"/>
                    <a:pt x="271" y="18"/>
                    <a:pt x="271" y="18"/>
                  </a:cubicBezTo>
                  <a:close/>
                  <a:moveTo>
                    <a:pt x="293" y="7"/>
                  </a:moveTo>
                  <a:cubicBezTo>
                    <a:pt x="293" y="19"/>
                    <a:pt x="293" y="19"/>
                    <a:pt x="293" y="19"/>
                  </a:cubicBezTo>
                  <a:cubicBezTo>
                    <a:pt x="301" y="19"/>
                    <a:pt x="301" y="19"/>
                    <a:pt x="301" y="19"/>
                  </a:cubicBezTo>
                  <a:cubicBezTo>
                    <a:pt x="301" y="21"/>
                    <a:pt x="301" y="21"/>
                    <a:pt x="301" y="21"/>
                  </a:cubicBezTo>
                  <a:cubicBezTo>
                    <a:pt x="293" y="21"/>
                    <a:pt x="293" y="21"/>
                    <a:pt x="293" y="21"/>
                  </a:cubicBezTo>
                  <a:cubicBezTo>
                    <a:pt x="293" y="43"/>
                    <a:pt x="293" y="43"/>
                    <a:pt x="293" y="43"/>
                  </a:cubicBezTo>
                  <a:cubicBezTo>
                    <a:pt x="293" y="45"/>
                    <a:pt x="294" y="47"/>
                    <a:pt x="294" y="48"/>
                  </a:cubicBezTo>
                  <a:cubicBezTo>
                    <a:pt x="295" y="49"/>
                    <a:pt x="295" y="49"/>
                    <a:pt x="297" y="49"/>
                  </a:cubicBezTo>
                  <a:cubicBezTo>
                    <a:pt x="297" y="49"/>
                    <a:pt x="298" y="49"/>
                    <a:pt x="299" y="48"/>
                  </a:cubicBezTo>
                  <a:cubicBezTo>
                    <a:pt x="300" y="48"/>
                    <a:pt x="300" y="47"/>
                    <a:pt x="301" y="46"/>
                  </a:cubicBezTo>
                  <a:cubicBezTo>
                    <a:pt x="302" y="46"/>
                    <a:pt x="302" y="46"/>
                    <a:pt x="302" y="46"/>
                  </a:cubicBezTo>
                  <a:cubicBezTo>
                    <a:pt x="301" y="48"/>
                    <a:pt x="300" y="50"/>
                    <a:pt x="298" y="51"/>
                  </a:cubicBezTo>
                  <a:cubicBezTo>
                    <a:pt x="297" y="53"/>
                    <a:pt x="295" y="53"/>
                    <a:pt x="293" y="53"/>
                  </a:cubicBezTo>
                  <a:cubicBezTo>
                    <a:pt x="292" y="53"/>
                    <a:pt x="291" y="53"/>
                    <a:pt x="290" y="53"/>
                  </a:cubicBezTo>
                  <a:cubicBezTo>
                    <a:pt x="289" y="52"/>
                    <a:pt x="288" y="51"/>
                    <a:pt x="288" y="50"/>
                  </a:cubicBezTo>
                  <a:cubicBezTo>
                    <a:pt x="287" y="49"/>
                    <a:pt x="287" y="47"/>
                    <a:pt x="287" y="44"/>
                  </a:cubicBezTo>
                  <a:cubicBezTo>
                    <a:pt x="287" y="21"/>
                    <a:pt x="287" y="21"/>
                    <a:pt x="287" y="21"/>
                  </a:cubicBezTo>
                  <a:cubicBezTo>
                    <a:pt x="282" y="21"/>
                    <a:pt x="282" y="21"/>
                    <a:pt x="282" y="21"/>
                  </a:cubicBezTo>
                  <a:cubicBezTo>
                    <a:pt x="282" y="20"/>
                    <a:pt x="282" y="20"/>
                    <a:pt x="282" y="20"/>
                  </a:cubicBezTo>
                  <a:cubicBezTo>
                    <a:pt x="283" y="20"/>
                    <a:pt x="285" y="19"/>
                    <a:pt x="286" y="17"/>
                  </a:cubicBezTo>
                  <a:cubicBezTo>
                    <a:pt x="287" y="16"/>
                    <a:pt x="288" y="15"/>
                    <a:pt x="289" y="13"/>
                  </a:cubicBezTo>
                  <a:cubicBezTo>
                    <a:pt x="290" y="12"/>
                    <a:pt x="291" y="10"/>
                    <a:pt x="292" y="7"/>
                  </a:cubicBezTo>
                  <a:cubicBezTo>
                    <a:pt x="293" y="7"/>
                    <a:pt x="293" y="7"/>
                    <a:pt x="293" y="7"/>
                  </a:cubicBezTo>
                  <a:close/>
                  <a:moveTo>
                    <a:pt x="306" y="19"/>
                  </a:moveTo>
                  <a:cubicBezTo>
                    <a:pt x="321" y="19"/>
                    <a:pt x="321" y="19"/>
                    <a:pt x="321" y="19"/>
                  </a:cubicBezTo>
                  <a:cubicBezTo>
                    <a:pt x="321" y="20"/>
                    <a:pt x="321" y="20"/>
                    <a:pt x="321" y="20"/>
                  </a:cubicBezTo>
                  <a:cubicBezTo>
                    <a:pt x="320" y="20"/>
                    <a:pt x="320" y="20"/>
                    <a:pt x="320" y="20"/>
                  </a:cubicBezTo>
                  <a:cubicBezTo>
                    <a:pt x="319" y="20"/>
                    <a:pt x="318" y="20"/>
                    <a:pt x="318" y="21"/>
                  </a:cubicBezTo>
                  <a:cubicBezTo>
                    <a:pt x="317" y="21"/>
                    <a:pt x="317" y="22"/>
                    <a:pt x="317" y="22"/>
                  </a:cubicBezTo>
                  <a:cubicBezTo>
                    <a:pt x="317" y="23"/>
                    <a:pt x="317" y="25"/>
                    <a:pt x="318" y="26"/>
                  </a:cubicBezTo>
                  <a:cubicBezTo>
                    <a:pt x="326" y="43"/>
                    <a:pt x="326" y="43"/>
                    <a:pt x="326" y="43"/>
                  </a:cubicBezTo>
                  <a:cubicBezTo>
                    <a:pt x="333" y="25"/>
                    <a:pt x="333" y="25"/>
                    <a:pt x="333" y="25"/>
                  </a:cubicBezTo>
                  <a:cubicBezTo>
                    <a:pt x="334" y="23"/>
                    <a:pt x="334" y="23"/>
                    <a:pt x="334" y="21"/>
                  </a:cubicBezTo>
                  <a:cubicBezTo>
                    <a:pt x="334" y="21"/>
                    <a:pt x="334" y="21"/>
                    <a:pt x="333" y="20"/>
                  </a:cubicBezTo>
                  <a:cubicBezTo>
                    <a:pt x="333" y="20"/>
                    <a:pt x="333" y="20"/>
                    <a:pt x="333" y="19"/>
                  </a:cubicBezTo>
                  <a:cubicBezTo>
                    <a:pt x="332" y="19"/>
                    <a:pt x="331" y="19"/>
                    <a:pt x="331" y="19"/>
                  </a:cubicBezTo>
                  <a:cubicBezTo>
                    <a:pt x="331" y="18"/>
                    <a:pt x="331" y="18"/>
                    <a:pt x="331" y="18"/>
                  </a:cubicBezTo>
                  <a:cubicBezTo>
                    <a:pt x="341" y="18"/>
                    <a:pt x="341" y="18"/>
                    <a:pt x="341" y="18"/>
                  </a:cubicBezTo>
                  <a:cubicBezTo>
                    <a:pt x="341" y="19"/>
                    <a:pt x="341" y="19"/>
                    <a:pt x="341" y="19"/>
                  </a:cubicBezTo>
                  <a:cubicBezTo>
                    <a:pt x="341" y="19"/>
                    <a:pt x="340" y="19"/>
                    <a:pt x="339" y="19"/>
                  </a:cubicBezTo>
                  <a:cubicBezTo>
                    <a:pt x="339" y="20"/>
                    <a:pt x="338" y="20"/>
                    <a:pt x="338" y="21"/>
                  </a:cubicBezTo>
                  <a:cubicBezTo>
                    <a:pt x="337" y="21"/>
                    <a:pt x="337" y="22"/>
                    <a:pt x="337" y="24"/>
                  </a:cubicBezTo>
                  <a:cubicBezTo>
                    <a:pt x="323" y="58"/>
                    <a:pt x="323" y="58"/>
                    <a:pt x="323" y="58"/>
                  </a:cubicBezTo>
                  <a:cubicBezTo>
                    <a:pt x="322" y="61"/>
                    <a:pt x="321" y="63"/>
                    <a:pt x="318" y="65"/>
                  </a:cubicBezTo>
                  <a:cubicBezTo>
                    <a:pt x="316" y="67"/>
                    <a:pt x="314" y="68"/>
                    <a:pt x="312" y="68"/>
                  </a:cubicBezTo>
                  <a:cubicBezTo>
                    <a:pt x="311" y="68"/>
                    <a:pt x="310" y="67"/>
                    <a:pt x="309" y="67"/>
                  </a:cubicBezTo>
                  <a:cubicBezTo>
                    <a:pt x="308" y="66"/>
                    <a:pt x="307" y="65"/>
                    <a:pt x="307" y="64"/>
                  </a:cubicBezTo>
                  <a:cubicBezTo>
                    <a:pt x="307" y="63"/>
                    <a:pt x="308" y="62"/>
                    <a:pt x="308" y="61"/>
                  </a:cubicBezTo>
                  <a:cubicBezTo>
                    <a:pt x="309" y="61"/>
                    <a:pt x="310" y="61"/>
                    <a:pt x="311" y="61"/>
                  </a:cubicBezTo>
                  <a:cubicBezTo>
                    <a:pt x="312" y="61"/>
                    <a:pt x="313" y="61"/>
                    <a:pt x="314" y="61"/>
                  </a:cubicBezTo>
                  <a:cubicBezTo>
                    <a:pt x="315" y="62"/>
                    <a:pt x="316" y="62"/>
                    <a:pt x="316" y="62"/>
                  </a:cubicBezTo>
                  <a:cubicBezTo>
                    <a:pt x="317" y="62"/>
                    <a:pt x="317" y="61"/>
                    <a:pt x="318" y="61"/>
                  </a:cubicBezTo>
                  <a:cubicBezTo>
                    <a:pt x="319" y="60"/>
                    <a:pt x="320" y="58"/>
                    <a:pt x="321" y="56"/>
                  </a:cubicBezTo>
                  <a:cubicBezTo>
                    <a:pt x="323" y="50"/>
                    <a:pt x="323" y="50"/>
                    <a:pt x="323" y="50"/>
                  </a:cubicBezTo>
                  <a:cubicBezTo>
                    <a:pt x="311" y="25"/>
                    <a:pt x="311" y="25"/>
                    <a:pt x="311" y="25"/>
                  </a:cubicBezTo>
                  <a:cubicBezTo>
                    <a:pt x="311" y="24"/>
                    <a:pt x="311" y="23"/>
                    <a:pt x="310" y="22"/>
                  </a:cubicBezTo>
                  <a:cubicBezTo>
                    <a:pt x="309" y="21"/>
                    <a:pt x="309" y="20"/>
                    <a:pt x="308" y="20"/>
                  </a:cubicBezTo>
                  <a:cubicBezTo>
                    <a:pt x="308" y="20"/>
                    <a:pt x="307" y="19"/>
                    <a:pt x="305" y="19"/>
                  </a:cubicBezTo>
                  <a:cubicBezTo>
                    <a:pt x="306" y="19"/>
                    <a:pt x="306" y="19"/>
                    <a:pt x="306" y="19"/>
                  </a:cubicBezTo>
                  <a:close/>
                  <a:moveTo>
                    <a:pt x="379" y="18"/>
                  </a:moveTo>
                  <a:cubicBezTo>
                    <a:pt x="383" y="18"/>
                    <a:pt x="387" y="20"/>
                    <a:pt x="391" y="24"/>
                  </a:cubicBezTo>
                  <a:cubicBezTo>
                    <a:pt x="393" y="27"/>
                    <a:pt x="395" y="31"/>
                    <a:pt x="395" y="35"/>
                  </a:cubicBezTo>
                  <a:cubicBezTo>
                    <a:pt x="395" y="39"/>
                    <a:pt x="394" y="41"/>
                    <a:pt x="393" y="45"/>
                  </a:cubicBezTo>
                  <a:cubicBezTo>
                    <a:pt x="391" y="48"/>
                    <a:pt x="389" y="50"/>
                    <a:pt x="387" y="52"/>
                  </a:cubicBezTo>
                  <a:cubicBezTo>
                    <a:pt x="385" y="53"/>
                    <a:pt x="382" y="54"/>
                    <a:pt x="379" y="54"/>
                  </a:cubicBezTo>
                  <a:cubicBezTo>
                    <a:pt x="374" y="54"/>
                    <a:pt x="370" y="52"/>
                    <a:pt x="367" y="48"/>
                  </a:cubicBezTo>
                  <a:cubicBezTo>
                    <a:pt x="365" y="45"/>
                    <a:pt x="363" y="41"/>
                    <a:pt x="363" y="37"/>
                  </a:cubicBezTo>
                  <a:cubicBezTo>
                    <a:pt x="363" y="33"/>
                    <a:pt x="364" y="30"/>
                    <a:pt x="366" y="27"/>
                  </a:cubicBezTo>
                  <a:cubicBezTo>
                    <a:pt x="367" y="24"/>
                    <a:pt x="369" y="22"/>
                    <a:pt x="372" y="21"/>
                  </a:cubicBezTo>
                  <a:cubicBezTo>
                    <a:pt x="373" y="19"/>
                    <a:pt x="376" y="18"/>
                    <a:pt x="379" y="18"/>
                  </a:cubicBezTo>
                  <a:close/>
                  <a:moveTo>
                    <a:pt x="377" y="20"/>
                  </a:moveTo>
                  <a:cubicBezTo>
                    <a:pt x="376" y="20"/>
                    <a:pt x="375" y="21"/>
                    <a:pt x="373" y="21"/>
                  </a:cubicBezTo>
                  <a:cubicBezTo>
                    <a:pt x="372" y="22"/>
                    <a:pt x="371" y="23"/>
                    <a:pt x="370" y="25"/>
                  </a:cubicBezTo>
                  <a:cubicBezTo>
                    <a:pt x="369" y="27"/>
                    <a:pt x="369" y="30"/>
                    <a:pt x="369" y="33"/>
                  </a:cubicBezTo>
                  <a:cubicBezTo>
                    <a:pt x="369" y="38"/>
                    <a:pt x="370" y="42"/>
                    <a:pt x="372" y="46"/>
                  </a:cubicBezTo>
                  <a:cubicBezTo>
                    <a:pt x="374" y="49"/>
                    <a:pt x="376" y="51"/>
                    <a:pt x="379" y="51"/>
                  </a:cubicBezTo>
                  <a:cubicBezTo>
                    <a:pt x="382" y="51"/>
                    <a:pt x="384" y="50"/>
                    <a:pt x="385" y="48"/>
                  </a:cubicBezTo>
                  <a:cubicBezTo>
                    <a:pt x="387" y="46"/>
                    <a:pt x="387" y="43"/>
                    <a:pt x="387" y="38"/>
                  </a:cubicBezTo>
                  <a:cubicBezTo>
                    <a:pt x="387" y="32"/>
                    <a:pt x="386" y="27"/>
                    <a:pt x="384" y="24"/>
                  </a:cubicBezTo>
                  <a:cubicBezTo>
                    <a:pt x="382" y="21"/>
                    <a:pt x="380" y="20"/>
                    <a:pt x="377" y="20"/>
                  </a:cubicBezTo>
                  <a:close/>
                  <a:moveTo>
                    <a:pt x="415" y="21"/>
                  </a:moveTo>
                  <a:cubicBezTo>
                    <a:pt x="415" y="44"/>
                    <a:pt x="415" y="44"/>
                    <a:pt x="415" y="44"/>
                  </a:cubicBezTo>
                  <a:cubicBezTo>
                    <a:pt x="415" y="47"/>
                    <a:pt x="416" y="49"/>
                    <a:pt x="416" y="50"/>
                  </a:cubicBezTo>
                  <a:cubicBezTo>
                    <a:pt x="417" y="51"/>
                    <a:pt x="418" y="51"/>
                    <a:pt x="420" y="51"/>
                  </a:cubicBezTo>
                  <a:cubicBezTo>
                    <a:pt x="423" y="51"/>
                    <a:pt x="423" y="51"/>
                    <a:pt x="423" y="51"/>
                  </a:cubicBezTo>
                  <a:cubicBezTo>
                    <a:pt x="423" y="53"/>
                    <a:pt x="423" y="53"/>
                    <a:pt x="423" y="53"/>
                  </a:cubicBezTo>
                  <a:cubicBezTo>
                    <a:pt x="403" y="53"/>
                    <a:pt x="403" y="53"/>
                    <a:pt x="403" y="53"/>
                  </a:cubicBezTo>
                  <a:cubicBezTo>
                    <a:pt x="403" y="51"/>
                    <a:pt x="403" y="51"/>
                    <a:pt x="403" y="51"/>
                  </a:cubicBezTo>
                  <a:cubicBezTo>
                    <a:pt x="405" y="51"/>
                    <a:pt x="405" y="51"/>
                    <a:pt x="405" y="51"/>
                  </a:cubicBezTo>
                  <a:cubicBezTo>
                    <a:pt x="406" y="51"/>
                    <a:pt x="407" y="51"/>
                    <a:pt x="408" y="51"/>
                  </a:cubicBezTo>
                  <a:cubicBezTo>
                    <a:pt x="409" y="50"/>
                    <a:pt x="409" y="49"/>
                    <a:pt x="409" y="49"/>
                  </a:cubicBezTo>
                  <a:cubicBezTo>
                    <a:pt x="410" y="48"/>
                    <a:pt x="410" y="46"/>
                    <a:pt x="410" y="44"/>
                  </a:cubicBezTo>
                  <a:cubicBezTo>
                    <a:pt x="410" y="21"/>
                    <a:pt x="410" y="21"/>
                    <a:pt x="410" y="21"/>
                  </a:cubicBezTo>
                  <a:cubicBezTo>
                    <a:pt x="403" y="21"/>
                    <a:pt x="403" y="21"/>
                    <a:pt x="403" y="21"/>
                  </a:cubicBezTo>
                  <a:cubicBezTo>
                    <a:pt x="403" y="19"/>
                    <a:pt x="403" y="19"/>
                    <a:pt x="403" y="19"/>
                  </a:cubicBezTo>
                  <a:cubicBezTo>
                    <a:pt x="410" y="19"/>
                    <a:pt x="410" y="19"/>
                    <a:pt x="410" y="19"/>
                  </a:cubicBezTo>
                  <a:cubicBezTo>
                    <a:pt x="410" y="16"/>
                    <a:pt x="410" y="16"/>
                    <a:pt x="410" y="16"/>
                  </a:cubicBezTo>
                  <a:cubicBezTo>
                    <a:pt x="410" y="13"/>
                    <a:pt x="410" y="10"/>
                    <a:pt x="411" y="7"/>
                  </a:cubicBezTo>
                  <a:cubicBezTo>
                    <a:pt x="413" y="5"/>
                    <a:pt x="414" y="3"/>
                    <a:pt x="416" y="2"/>
                  </a:cubicBezTo>
                  <a:cubicBezTo>
                    <a:pt x="418" y="0"/>
                    <a:pt x="421" y="0"/>
                    <a:pt x="423" y="0"/>
                  </a:cubicBezTo>
                  <a:cubicBezTo>
                    <a:pt x="426" y="0"/>
                    <a:pt x="428" y="1"/>
                    <a:pt x="430" y="2"/>
                  </a:cubicBezTo>
                  <a:cubicBezTo>
                    <a:pt x="431" y="3"/>
                    <a:pt x="432" y="5"/>
                    <a:pt x="432" y="6"/>
                  </a:cubicBezTo>
                  <a:cubicBezTo>
                    <a:pt x="432" y="7"/>
                    <a:pt x="432" y="7"/>
                    <a:pt x="431" y="8"/>
                  </a:cubicBezTo>
                  <a:cubicBezTo>
                    <a:pt x="431" y="9"/>
                    <a:pt x="430" y="9"/>
                    <a:pt x="429" y="9"/>
                  </a:cubicBezTo>
                  <a:cubicBezTo>
                    <a:pt x="429" y="9"/>
                    <a:pt x="428" y="8"/>
                    <a:pt x="428" y="8"/>
                  </a:cubicBezTo>
                  <a:cubicBezTo>
                    <a:pt x="427" y="7"/>
                    <a:pt x="427" y="7"/>
                    <a:pt x="425" y="5"/>
                  </a:cubicBezTo>
                  <a:cubicBezTo>
                    <a:pt x="425" y="4"/>
                    <a:pt x="424" y="3"/>
                    <a:pt x="423" y="2"/>
                  </a:cubicBezTo>
                  <a:cubicBezTo>
                    <a:pt x="422" y="2"/>
                    <a:pt x="421" y="1"/>
                    <a:pt x="421" y="1"/>
                  </a:cubicBezTo>
                  <a:cubicBezTo>
                    <a:pt x="419" y="1"/>
                    <a:pt x="419" y="2"/>
                    <a:pt x="418" y="2"/>
                  </a:cubicBezTo>
                  <a:cubicBezTo>
                    <a:pt x="417" y="3"/>
                    <a:pt x="417" y="4"/>
                    <a:pt x="416" y="5"/>
                  </a:cubicBezTo>
                  <a:cubicBezTo>
                    <a:pt x="416" y="6"/>
                    <a:pt x="416" y="9"/>
                    <a:pt x="416" y="15"/>
                  </a:cubicBezTo>
                  <a:cubicBezTo>
                    <a:pt x="416" y="17"/>
                    <a:pt x="416" y="17"/>
                    <a:pt x="416" y="17"/>
                  </a:cubicBezTo>
                  <a:cubicBezTo>
                    <a:pt x="424" y="17"/>
                    <a:pt x="424" y="17"/>
                    <a:pt x="424" y="17"/>
                  </a:cubicBezTo>
                  <a:cubicBezTo>
                    <a:pt x="424" y="21"/>
                    <a:pt x="424" y="21"/>
                    <a:pt x="424" y="21"/>
                  </a:cubicBezTo>
                  <a:cubicBezTo>
                    <a:pt x="415" y="21"/>
                    <a:pt x="415" y="21"/>
                    <a:pt x="415" y="21"/>
                  </a:cubicBezTo>
                  <a:close/>
                  <a:moveTo>
                    <a:pt x="477" y="1"/>
                  </a:moveTo>
                  <a:cubicBezTo>
                    <a:pt x="477" y="19"/>
                    <a:pt x="477" y="19"/>
                    <a:pt x="477" y="19"/>
                  </a:cubicBezTo>
                  <a:cubicBezTo>
                    <a:pt x="475" y="19"/>
                    <a:pt x="475" y="19"/>
                    <a:pt x="475" y="19"/>
                  </a:cubicBezTo>
                  <a:cubicBezTo>
                    <a:pt x="475" y="15"/>
                    <a:pt x="474" y="13"/>
                    <a:pt x="473" y="11"/>
                  </a:cubicBezTo>
                  <a:cubicBezTo>
                    <a:pt x="472" y="9"/>
                    <a:pt x="470" y="7"/>
                    <a:pt x="468" y="6"/>
                  </a:cubicBezTo>
                  <a:cubicBezTo>
                    <a:pt x="466" y="5"/>
                    <a:pt x="464" y="4"/>
                    <a:pt x="462" y="4"/>
                  </a:cubicBezTo>
                  <a:cubicBezTo>
                    <a:pt x="459" y="4"/>
                    <a:pt x="457" y="5"/>
                    <a:pt x="456" y="7"/>
                  </a:cubicBezTo>
                  <a:cubicBezTo>
                    <a:pt x="454" y="8"/>
                    <a:pt x="453" y="10"/>
                    <a:pt x="453" y="12"/>
                  </a:cubicBezTo>
                  <a:cubicBezTo>
                    <a:pt x="453" y="13"/>
                    <a:pt x="454" y="15"/>
                    <a:pt x="455" y="16"/>
                  </a:cubicBezTo>
                  <a:cubicBezTo>
                    <a:pt x="457" y="18"/>
                    <a:pt x="460" y="20"/>
                    <a:pt x="465" y="23"/>
                  </a:cubicBezTo>
                  <a:cubicBezTo>
                    <a:pt x="470" y="26"/>
                    <a:pt x="473" y="28"/>
                    <a:pt x="475" y="29"/>
                  </a:cubicBezTo>
                  <a:cubicBezTo>
                    <a:pt x="476" y="31"/>
                    <a:pt x="477" y="32"/>
                    <a:pt x="479" y="34"/>
                  </a:cubicBezTo>
                  <a:cubicBezTo>
                    <a:pt x="479" y="36"/>
                    <a:pt x="480" y="38"/>
                    <a:pt x="480" y="40"/>
                  </a:cubicBezTo>
                  <a:cubicBezTo>
                    <a:pt x="480" y="44"/>
                    <a:pt x="478" y="47"/>
                    <a:pt x="475" y="50"/>
                  </a:cubicBezTo>
                  <a:cubicBezTo>
                    <a:pt x="473" y="53"/>
                    <a:pt x="469" y="54"/>
                    <a:pt x="465" y="54"/>
                  </a:cubicBezTo>
                  <a:cubicBezTo>
                    <a:pt x="463" y="54"/>
                    <a:pt x="462" y="54"/>
                    <a:pt x="461" y="53"/>
                  </a:cubicBezTo>
                  <a:cubicBezTo>
                    <a:pt x="460" y="53"/>
                    <a:pt x="458" y="53"/>
                    <a:pt x="456" y="52"/>
                  </a:cubicBezTo>
                  <a:cubicBezTo>
                    <a:pt x="454" y="51"/>
                    <a:pt x="453" y="51"/>
                    <a:pt x="452" y="51"/>
                  </a:cubicBezTo>
                  <a:cubicBezTo>
                    <a:pt x="451" y="51"/>
                    <a:pt x="451" y="51"/>
                    <a:pt x="450" y="51"/>
                  </a:cubicBezTo>
                  <a:cubicBezTo>
                    <a:pt x="450" y="52"/>
                    <a:pt x="450" y="53"/>
                    <a:pt x="449" y="54"/>
                  </a:cubicBezTo>
                  <a:cubicBezTo>
                    <a:pt x="448" y="54"/>
                    <a:pt x="448" y="54"/>
                    <a:pt x="448" y="54"/>
                  </a:cubicBezTo>
                  <a:cubicBezTo>
                    <a:pt x="448" y="37"/>
                    <a:pt x="448" y="37"/>
                    <a:pt x="448" y="37"/>
                  </a:cubicBezTo>
                  <a:cubicBezTo>
                    <a:pt x="449" y="37"/>
                    <a:pt x="449" y="37"/>
                    <a:pt x="449" y="37"/>
                  </a:cubicBezTo>
                  <a:cubicBezTo>
                    <a:pt x="450" y="40"/>
                    <a:pt x="451" y="43"/>
                    <a:pt x="452" y="45"/>
                  </a:cubicBezTo>
                  <a:cubicBezTo>
                    <a:pt x="453" y="46"/>
                    <a:pt x="455" y="48"/>
                    <a:pt x="457" y="49"/>
                  </a:cubicBezTo>
                  <a:cubicBezTo>
                    <a:pt x="459" y="50"/>
                    <a:pt x="461" y="51"/>
                    <a:pt x="464" y="51"/>
                  </a:cubicBezTo>
                  <a:cubicBezTo>
                    <a:pt x="467" y="51"/>
                    <a:pt x="469" y="50"/>
                    <a:pt x="471" y="48"/>
                  </a:cubicBezTo>
                  <a:cubicBezTo>
                    <a:pt x="473" y="47"/>
                    <a:pt x="473" y="45"/>
                    <a:pt x="473" y="43"/>
                  </a:cubicBezTo>
                  <a:cubicBezTo>
                    <a:pt x="473" y="41"/>
                    <a:pt x="473" y="40"/>
                    <a:pt x="473" y="39"/>
                  </a:cubicBezTo>
                  <a:cubicBezTo>
                    <a:pt x="472" y="38"/>
                    <a:pt x="471" y="37"/>
                    <a:pt x="469" y="35"/>
                  </a:cubicBezTo>
                  <a:cubicBezTo>
                    <a:pt x="469" y="35"/>
                    <a:pt x="466" y="33"/>
                    <a:pt x="462" y="31"/>
                  </a:cubicBezTo>
                  <a:cubicBezTo>
                    <a:pt x="458" y="28"/>
                    <a:pt x="455" y="26"/>
                    <a:pt x="453" y="25"/>
                  </a:cubicBezTo>
                  <a:cubicBezTo>
                    <a:pt x="451" y="23"/>
                    <a:pt x="450" y="22"/>
                    <a:pt x="449" y="20"/>
                  </a:cubicBezTo>
                  <a:cubicBezTo>
                    <a:pt x="448" y="19"/>
                    <a:pt x="448" y="17"/>
                    <a:pt x="448" y="15"/>
                  </a:cubicBezTo>
                  <a:cubicBezTo>
                    <a:pt x="448" y="11"/>
                    <a:pt x="449" y="8"/>
                    <a:pt x="452" y="5"/>
                  </a:cubicBezTo>
                  <a:cubicBezTo>
                    <a:pt x="455" y="3"/>
                    <a:pt x="458" y="1"/>
                    <a:pt x="462" y="1"/>
                  </a:cubicBezTo>
                  <a:cubicBezTo>
                    <a:pt x="464" y="1"/>
                    <a:pt x="467" y="2"/>
                    <a:pt x="470" y="3"/>
                  </a:cubicBezTo>
                  <a:cubicBezTo>
                    <a:pt x="471" y="4"/>
                    <a:pt x="472" y="4"/>
                    <a:pt x="473" y="4"/>
                  </a:cubicBezTo>
                  <a:cubicBezTo>
                    <a:pt x="473" y="4"/>
                    <a:pt x="474" y="4"/>
                    <a:pt x="474" y="4"/>
                  </a:cubicBezTo>
                  <a:cubicBezTo>
                    <a:pt x="475" y="3"/>
                    <a:pt x="475" y="3"/>
                    <a:pt x="475" y="1"/>
                  </a:cubicBezTo>
                  <a:cubicBezTo>
                    <a:pt x="477" y="1"/>
                    <a:pt x="477" y="1"/>
                    <a:pt x="477" y="1"/>
                  </a:cubicBezTo>
                  <a:close/>
                  <a:moveTo>
                    <a:pt x="517" y="40"/>
                  </a:moveTo>
                  <a:cubicBezTo>
                    <a:pt x="517" y="44"/>
                    <a:pt x="515" y="48"/>
                    <a:pt x="512" y="50"/>
                  </a:cubicBezTo>
                  <a:cubicBezTo>
                    <a:pt x="510" y="53"/>
                    <a:pt x="507" y="54"/>
                    <a:pt x="504" y="54"/>
                  </a:cubicBezTo>
                  <a:cubicBezTo>
                    <a:pt x="500" y="54"/>
                    <a:pt x="497" y="52"/>
                    <a:pt x="494" y="49"/>
                  </a:cubicBezTo>
                  <a:cubicBezTo>
                    <a:pt x="491" y="46"/>
                    <a:pt x="490" y="41"/>
                    <a:pt x="490" y="36"/>
                  </a:cubicBezTo>
                  <a:cubicBezTo>
                    <a:pt x="490" y="31"/>
                    <a:pt x="492" y="26"/>
                    <a:pt x="495" y="23"/>
                  </a:cubicBezTo>
                  <a:cubicBezTo>
                    <a:pt x="498" y="19"/>
                    <a:pt x="501" y="17"/>
                    <a:pt x="506" y="17"/>
                  </a:cubicBezTo>
                  <a:cubicBezTo>
                    <a:pt x="509" y="17"/>
                    <a:pt x="512" y="18"/>
                    <a:pt x="514" y="20"/>
                  </a:cubicBezTo>
                  <a:cubicBezTo>
                    <a:pt x="516" y="22"/>
                    <a:pt x="517" y="24"/>
                    <a:pt x="517" y="26"/>
                  </a:cubicBezTo>
                  <a:cubicBezTo>
                    <a:pt x="517" y="27"/>
                    <a:pt x="517" y="27"/>
                    <a:pt x="516" y="28"/>
                  </a:cubicBezTo>
                  <a:cubicBezTo>
                    <a:pt x="516" y="29"/>
                    <a:pt x="515" y="29"/>
                    <a:pt x="514" y="29"/>
                  </a:cubicBezTo>
                  <a:cubicBezTo>
                    <a:pt x="512" y="29"/>
                    <a:pt x="511" y="29"/>
                    <a:pt x="511" y="27"/>
                  </a:cubicBezTo>
                  <a:cubicBezTo>
                    <a:pt x="510" y="27"/>
                    <a:pt x="510" y="26"/>
                    <a:pt x="510" y="25"/>
                  </a:cubicBezTo>
                  <a:cubicBezTo>
                    <a:pt x="510" y="23"/>
                    <a:pt x="509" y="22"/>
                    <a:pt x="508" y="21"/>
                  </a:cubicBezTo>
                  <a:cubicBezTo>
                    <a:pt x="507" y="21"/>
                    <a:pt x="506" y="20"/>
                    <a:pt x="505" y="20"/>
                  </a:cubicBezTo>
                  <a:cubicBezTo>
                    <a:pt x="502" y="20"/>
                    <a:pt x="500" y="21"/>
                    <a:pt x="499" y="23"/>
                  </a:cubicBezTo>
                  <a:cubicBezTo>
                    <a:pt x="497" y="25"/>
                    <a:pt x="496" y="29"/>
                    <a:pt x="496" y="33"/>
                  </a:cubicBezTo>
                  <a:cubicBezTo>
                    <a:pt x="496" y="37"/>
                    <a:pt x="497" y="40"/>
                    <a:pt x="499" y="43"/>
                  </a:cubicBezTo>
                  <a:cubicBezTo>
                    <a:pt x="501" y="47"/>
                    <a:pt x="503" y="48"/>
                    <a:pt x="507" y="48"/>
                  </a:cubicBezTo>
                  <a:cubicBezTo>
                    <a:pt x="509" y="48"/>
                    <a:pt x="511" y="47"/>
                    <a:pt x="513" y="46"/>
                  </a:cubicBezTo>
                  <a:cubicBezTo>
                    <a:pt x="514" y="45"/>
                    <a:pt x="515" y="43"/>
                    <a:pt x="517" y="40"/>
                  </a:cubicBezTo>
                  <a:cubicBezTo>
                    <a:pt x="517" y="40"/>
                    <a:pt x="517" y="40"/>
                    <a:pt x="517" y="40"/>
                  </a:cubicBezTo>
                  <a:close/>
                  <a:moveTo>
                    <a:pt x="534" y="0"/>
                  </a:moveTo>
                  <a:cubicBezTo>
                    <a:pt x="535" y="0"/>
                    <a:pt x="536" y="0"/>
                    <a:pt x="537" y="1"/>
                  </a:cubicBezTo>
                  <a:cubicBezTo>
                    <a:pt x="537" y="2"/>
                    <a:pt x="538" y="3"/>
                    <a:pt x="538" y="4"/>
                  </a:cubicBezTo>
                  <a:cubicBezTo>
                    <a:pt x="538" y="5"/>
                    <a:pt x="537" y="6"/>
                    <a:pt x="537" y="7"/>
                  </a:cubicBezTo>
                  <a:cubicBezTo>
                    <a:pt x="536" y="7"/>
                    <a:pt x="535" y="8"/>
                    <a:pt x="534" y="8"/>
                  </a:cubicBezTo>
                  <a:cubicBezTo>
                    <a:pt x="533" y="8"/>
                    <a:pt x="532" y="7"/>
                    <a:pt x="532" y="7"/>
                  </a:cubicBezTo>
                  <a:cubicBezTo>
                    <a:pt x="531" y="6"/>
                    <a:pt x="531" y="5"/>
                    <a:pt x="531" y="4"/>
                  </a:cubicBezTo>
                  <a:cubicBezTo>
                    <a:pt x="531" y="3"/>
                    <a:pt x="531" y="2"/>
                    <a:pt x="532" y="1"/>
                  </a:cubicBezTo>
                  <a:cubicBezTo>
                    <a:pt x="532" y="0"/>
                    <a:pt x="533" y="0"/>
                    <a:pt x="534" y="0"/>
                  </a:cubicBezTo>
                  <a:close/>
                  <a:moveTo>
                    <a:pt x="537" y="18"/>
                  </a:moveTo>
                  <a:cubicBezTo>
                    <a:pt x="537" y="45"/>
                    <a:pt x="537" y="45"/>
                    <a:pt x="537" y="45"/>
                  </a:cubicBezTo>
                  <a:cubicBezTo>
                    <a:pt x="537" y="47"/>
                    <a:pt x="537" y="49"/>
                    <a:pt x="537" y="49"/>
                  </a:cubicBezTo>
                  <a:cubicBezTo>
                    <a:pt x="538" y="50"/>
                    <a:pt x="538" y="51"/>
                    <a:pt x="539" y="51"/>
                  </a:cubicBezTo>
                  <a:cubicBezTo>
                    <a:pt x="539" y="51"/>
                    <a:pt x="540" y="51"/>
                    <a:pt x="542" y="51"/>
                  </a:cubicBezTo>
                  <a:cubicBezTo>
                    <a:pt x="542" y="53"/>
                    <a:pt x="542" y="53"/>
                    <a:pt x="542" y="53"/>
                  </a:cubicBezTo>
                  <a:cubicBezTo>
                    <a:pt x="526" y="53"/>
                    <a:pt x="526" y="53"/>
                    <a:pt x="526" y="53"/>
                  </a:cubicBezTo>
                  <a:cubicBezTo>
                    <a:pt x="526" y="51"/>
                    <a:pt x="526" y="51"/>
                    <a:pt x="526" y="51"/>
                  </a:cubicBezTo>
                  <a:cubicBezTo>
                    <a:pt x="527" y="51"/>
                    <a:pt x="529" y="51"/>
                    <a:pt x="529" y="51"/>
                  </a:cubicBezTo>
                  <a:cubicBezTo>
                    <a:pt x="529" y="51"/>
                    <a:pt x="530" y="50"/>
                    <a:pt x="530" y="49"/>
                  </a:cubicBezTo>
                  <a:cubicBezTo>
                    <a:pt x="531" y="49"/>
                    <a:pt x="531" y="47"/>
                    <a:pt x="531" y="45"/>
                  </a:cubicBezTo>
                  <a:cubicBezTo>
                    <a:pt x="531" y="32"/>
                    <a:pt x="531" y="32"/>
                    <a:pt x="531" y="32"/>
                  </a:cubicBezTo>
                  <a:cubicBezTo>
                    <a:pt x="531" y="28"/>
                    <a:pt x="531" y="26"/>
                    <a:pt x="530" y="25"/>
                  </a:cubicBezTo>
                  <a:cubicBezTo>
                    <a:pt x="530" y="24"/>
                    <a:pt x="530" y="23"/>
                    <a:pt x="529" y="23"/>
                  </a:cubicBezTo>
                  <a:cubicBezTo>
                    <a:pt x="529" y="23"/>
                    <a:pt x="529" y="23"/>
                    <a:pt x="528" y="23"/>
                  </a:cubicBezTo>
                  <a:cubicBezTo>
                    <a:pt x="527" y="23"/>
                    <a:pt x="526" y="23"/>
                    <a:pt x="525" y="23"/>
                  </a:cubicBezTo>
                  <a:cubicBezTo>
                    <a:pt x="525" y="22"/>
                    <a:pt x="525" y="22"/>
                    <a:pt x="525" y="22"/>
                  </a:cubicBezTo>
                  <a:cubicBezTo>
                    <a:pt x="535" y="18"/>
                    <a:pt x="535" y="18"/>
                    <a:pt x="535" y="18"/>
                  </a:cubicBezTo>
                  <a:cubicBezTo>
                    <a:pt x="537" y="18"/>
                    <a:pt x="537" y="18"/>
                    <a:pt x="537" y="18"/>
                  </a:cubicBezTo>
                  <a:close/>
                  <a:moveTo>
                    <a:pt x="555" y="31"/>
                  </a:moveTo>
                  <a:cubicBezTo>
                    <a:pt x="555" y="37"/>
                    <a:pt x="557" y="40"/>
                    <a:pt x="559" y="43"/>
                  </a:cubicBezTo>
                  <a:cubicBezTo>
                    <a:pt x="561" y="46"/>
                    <a:pt x="564" y="48"/>
                    <a:pt x="567" y="48"/>
                  </a:cubicBezTo>
                  <a:cubicBezTo>
                    <a:pt x="569" y="48"/>
                    <a:pt x="571" y="47"/>
                    <a:pt x="573" y="46"/>
                  </a:cubicBezTo>
                  <a:cubicBezTo>
                    <a:pt x="575" y="45"/>
                    <a:pt x="576" y="43"/>
                    <a:pt x="577" y="39"/>
                  </a:cubicBezTo>
                  <a:cubicBezTo>
                    <a:pt x="578" y="40"/>
                    <a:pt x="578" y="40"/>
                    <a:pt x="578" y="40"/>
                  </a:cubicBezTo>
                  <a:cubicBezTo>
                    <a:pt x="578" y="43"/>
                    <a:pt x="576" y="47"/>
                    <a:pt x="574" y="49"/>
                  </a:cubicBezTo>
                  <a:cubicBezTo>
                    <a:pt x="571" y="52"/>
                    <a:pt x="568" y="53"/>
                    <a:pt x="565" y="53"/>
                  </a:cubicBezTo>
                  <a:cubicBezTo>
                    <a:pt x="561" y="53"/>
                    <a:pt x="557" y="52"/>
                    <a:pt x="555" y="49"/>
                  </a:cubicBezTo>
                  <a:cubicBezTo>
                    <a:pt x="552" y="45"/>
                    <a:pt x="551" y="41"/>
                    <a:pt x="551" y="36"/>
                  </a:cubicBezTo>
                  <a:cubicBezTo>
                    <a:pt x="551" y="30"/>
                    <a:pt x="552" y="25"/>
                    <a:pt x="555" y="22"/>
                  </a:cubicBezTo>
                  <a:cubicBezTo>
                    <a:pt x="558" y="19"/>
                    <a:pt x="561" y="17"/>
                    <a:pt x="566" y="17"/>
                  </a:cubicBezTo>
                  <a:cubicBezTo>
                    <a:pt x="569" y="17"/>
                    <a:pt x="573" y="19"/>
                    <a:pt x="575" y="21"/>
                  </a:cubicBezTo>
                  <a:cubicBezTo>
                    <a:pt x="577" y="23"/>
                    <a:pt x="579" y="27"/>
                    <a:pt x="579" y="31"/>
                  </a:cubicBezTo>
                  <a:cubicBezTo>
                    <a:pt x="555" y="31"/>
                    <a:pt x="555" y="31"/>
                    <a:pt x="555" y="31"/>
                  </a:cubicBezTo>
                  <a:close/>
                  <a:moveTo>
                    <a:pt x="555" y="29"/>
                  </a:moveTo>
                  <a:cubicBezTo>
                    <a:pt x="571" y="29"/>
                    <a:pt x="571" y="29"/>
                    <a:pt x="571" y="29"/>
                  </a:cubicBezTo>
                  <a:cubicBezTo>
                    <a:pt x="571" y="27"/>
                    <a:pt x="570" y="26"/>
                    <a:pt x="570" y="25"/>
                  </a:cubicBezTo>
                  <a:cubicBezTo>
                    <a:pt x="569" y="24"/>
                    <a:pt x="568" y="23"/>
                    <a:pt x="567" y="22"/>
                  </a:cubicBezTo>
                  <a:cubicBezTo>
                    <a:pt x="566" y="21"/>
                    <a:pt x="565" y="21"/>
                    <a:pt x="563" y="21"/>
                  </a:cubicBezTo>
                  <a:cubicBezTo>
                    <a:pt x="561" y="21"/>
                    <a:pt x="560" y="21"/>
                    <a:pt x="558" y="23"/>
                  </a:cubicBezTo>
                  <a:cubicBezTo>
                    <a:pt x="557" y="24"/>
                    <a:pt x="555" y="27"/>
                    <a:pt x="555" y="29"/>
                  </a:cubicBezTo>
                  <a:close/>
                  <a:moveTo>
                    <a:pt x="595" y="25"/>
                  </a:moveTo>
                  <a:cubicBezTo>
                    <a:pt x="599" y="20"/>
                    <a:pt x="603" y="18"/>
                    <a:pt x="606" y="18"/>
                  </a:cubicBezTo>
                  <a:cubicBezTo>
                    <a:pt x="608" y="18"/>
                    <a:pt x="609" y="18"/>
                    <a:pt x="611" y="19"/>
                  </a:cubicBezTo>
                  <a:cubicBezTo>
                    <a:pt x="612" y="20"/>
                    <a:pt x="613" y="21"/>
                    <a:pt x="614" y="23"/>
                  </a:cubicBezTo>
                  <a:cubicBezTo>
                    <a:pt x="615" y="25"/>
                    <a:pt x="615" y="27"/>
                    <a:pt x="615" y="30"/>
                  </a:cubicBezTo>
                  <a:cubicBezTo>
                    <a:pt x="615" y="45"/>
                    <a:pt x="615" y="45"/>
                    <a:pt x="615" y="45"/>
                  </a:cubicBezTo>
                  <a:cubicBezTo>
                    <a:pt x="615" y="47"/>
                    <a:pt x="615" y="48"/>
                    <a:pt x="615" y="49"/>
                  </a:cubicBezTo>
                  <a:cubicBezTo>
                    <a:pt x="616" y="50"/>
                    <a:pt x="616" y="50"/>
                    <a:pt x="617" y="51"/>
                  </a:cubicBezTo>
                  <a:cubicBezTo>
                    <a:pt x="617" y="51"/>
                    <a:pt x="618" y="51"/>
                    <a:pt x="620" y="51"/>
                  </a:cubicBezTo>
                  <a:cubicBezTo>
                    <a:pt x="620" y="52"/>
                    <a:pt x="620" y="52"/>
                    <a:pt x="620" y="52"/>
                  </a:cubicBezTo>
                  <a:cubicBezTo>
                    <a:pt x="604" y="52"/>
                    <a:pt x="604" y="52"/>
                    <a:pt x="604" y="52"/>
                  </a:cubicBezTo>
                  <a:cubicBezTo>
                    <a:pt x="604" y="51"/>
                    <a:pt x="604" y="51"/>
                    <a:pt x="604" y="51"/>
                  </a:cubicBezTo>
                  <a:cubicBezTo>
                    <a:pt x="605" y="51"/>
                    <a:pt x="605" y="51"/>
                    <a:pt x="605" y="51"/>
                  </a:cubicBezTo>
                  <a:cubicBezTo>
                    <a:pt x="606" y="51"/>
                    <a:pt x="607" y="51"/>
                    <a:pt x="608" y="50"/>
                  </a:cubicBezTo>
                  <a:cubicBezTo>
                    <a:pt x="609" y="50"/>
                    <a:pt x="609" y="49"/>
                    <a:pt x="609" y="48"/>
                  </a:cubicBezTo>
                  <a:cubicBezTo>
                    <a:pt x="609" y="48"/>
                    <a:pt x="609" y="47"/>
                    <a:pt x="609" y="45"/>
                  </a:cubicBezTo>
                  <a:cubicBezTo>
                    <a:pt x="609" y="31"/>
                    <a:pt x="609" y="31"/>
                    <a:pt x="609" y="31"/>
                  </a:cubicBezTo>
                  <a:cubicBezTo>
                    <a:pt x="609" y="27"/>
                    <a:pt x="609" y="25"/>
                    <a:pt x="608" y="24"/>
                  </a:cubicBezTo>
                  <a:cubicBezTo>
                    <a:pt x="607" y="23"/>
                    <a:pt x="606" y="22"/>
                    <a:pt x="604" y="22"/>
                  </a:cubicBezTo>
                  <a:cubicBezTo>
                    <a:pt x="601" y="22"/>
                    <a:pt x="598" y="23"/>
                    <a:pt x="595" y="27"/>
                  </a:cubicBezTo>
                  <a:cubicBezTo>
                    <a:pt x="595" y="45"/>
                    <a:pt x="595" y="45"/>
                    <a:pt x="595" y="45"/>
                  </a:cubicBezTo>
                  <a:cubicBezTo>
                    <a:pt x="595" y="47"/>
                    <a:pt x="595" y="48"/>
                    <a:pt x="596" y="49"/>
                  </a:cubicBezTo>
                  <a:cubicBezTo>
                    <a:pt x="596" y="50"/>
                    <a:pt x="597" y="50"/>
                    <a:pt x="597" y="51"/>
                  </a:cubicBezTo>
                  <a:cubicBezTo>
                    <a:pt x="597" y="51"/>
                    <a:pt x="599" y="51"/>
                    <a:pt x="601" y="51"/>
                  </a:cubicBezTo>
                  <a:cubicBezTo>
                    <a:pt x="601" y="52"/>
                    <a:pt x="601" y="52"/>
                    <a:pt x="601" y="52"/>
                  </a:cubicBezTo>
                  <a:cubicBezTo>
                    <a:pt x="585" y="52"/>
                    <a:pt x="585" y="52"/>
                    <a:pt x="585" y="52"/>
                  </a:cubicBezTo>
                  <a:cubicBezTo>
                    <a:pt x="585" y="51"/>
                    <a:pt x="585" y="51"/>
                    <a:pt x="585" y="51"/>
                  </a:cubicBezTo>
                  <a:cubicBezTo>
                    <a:pt x="585" y="51"/>
                    <a:pt x="585" y="51"/>
                    <a:pt x="585" y="51"/>
                  </a:cubicBezTo>
                  <a:cubicBezTo>
                    <a:pt x="587" y="51"/>
                    <a:pt x="588" y="51"/>
                    <a:pt x="589" y="50"/>
                  </a:cubicBezTo>
                  <a:cubicBezTo>
                    <a:pt x="589" y="49"/>
                    <a:pt x="589" y="47"/>
                    <a:pt x="589" y="45"/>
                  </a:cubicBezTo>
                  <a:cubicBezTo>
                    <a:pt x="589" y="32"/>
                    <a:pt x="589" y="32"/>
                    <a:pt x="589" y="32"/>
                  </a:cubicBezTo>
                  <a:cubicBezTo>
                    <a:pt x="589" y="28"/>
                    <a:pt x="589" y="25"/>
                    <a:pt x="589" y="24"/>
                  </a:cubicBezTo>
                  <a:cubicBezTo>
                    <a:pt x="589" y="23"/>
                    <a:pt x="589" y="23"/>
                    <a:pt x="588" y="22"/>
                  </a:cubicBezTo>
                  <a:cubicBezTo>
                    <a:pt x="588" y="22"/>
                    <a:pt x="587" y="22"/>
                    <a:pt x="587" y="22"/>
                  </a:cubicBezTo>
                  <a:cubicBezTo>
                    <a:pt x="586" y="22"/>
                    <a:pt x="585" y="22"/>
                    <a:pt x="584" y="22"/>
                  </a:cubicBezTo>
                  <a:cubicBezTo>
                    <a:pt x="584" y="21"/>
                    <a:pt x="584" y="21"/>
                    <a:pt x="584" y="21"/>
                  </a:cubicBezTo>
                  <a:cubicBezTo>
                    <a:pt x="594" y="17"/>
                    <a:pt x="594" y="17"/>
                    <a:pt x="594" y="17"/>
                  </a:cubicBezTo>
                  <a:cubicBezTo>
                    <a:pt x="595" y="17"/>
                    <a:pt x="595" y="17"/>
                    <a:pt x="595" y="17"/>
                  </a:cubicBezTo>
                  <a:cubicBezTo>
                    <a:pt x="595" y="25"/>
                    <a:pt x="595" y="25"/>
                    <a:pt x="595" y="25"/>
                  </a:cubicBezTo>
                  <a:close/>
                  <a:moveTo>
                    <a:pt x="654" y="40"/>
                  </a:moveTo>
                  <a:cubicBezTo>
                    <a:pt x="653" y="44"/>
                    <a:pt x="651" y="48"/>
                    <a:pt x="649" y="50"/>
                  </a:cubicBezTo>
                  <a:cubicBezTo>
                    <a:pt x="646" y="53"/>
                    <a:pt x="643" y="54"/>
                    <a:pt x="640" y="54"/>
                  </a:cubicBezTo>
                  <a:cubicBezTo>
                    <a:pt x="637" y="54"/>
                    <a:pt x="633" y="52"/>
                    <a:pt x="631" y="49"/>
                  </a:cubicBezTo>
                  <a:cubicBezTo>
                    <a:pt x="628" y="46"/>
                    <a:pt x="627" y="41"/>
                    <a:pt x="627" y="36"/>
                  </a:cubicBezTo>
                  <a:cubicBezTo>
                    <a:pt x="627" y="31"/>
                    <a:pt x="628" y="26"/>
                    <a:pt x="631" y="23"/>
                  </a:cubicBezTo>
                  <a:cubicBezTo>
                    <a:pt x="634" y="19"/>
                    <a:pt x="638" y="17"/>
                    <a:pt x="642" y="17"/>
                  </a:cubicBezTo>
                  <a:cubicBezTo>
                    <a:pt x="645" y="17"/>
                    <a:pt x="648" y="18"/>
                    <a:pt x="650" y="20"/>
                  </a:cubicBezTo>
                  <a:cubicBezTo>
                    <a:pt x="652" y="22"/>
                    <a:pt x="653" y="24"/>
                    <a:pt x="653" y="26"/>
                  </a:cubicBezTo>
                  <a:cubicBezTo>
                    <a:pt x="653" y="27"/>
                    <a:pt x="653" y="27"/>
                    <a:pt x="653" y="28"/>
                  </a:cubicBezTo>
                  <a:cubicBezTo>
                    <a:pt x="652" y="29"/>
                    <a:pt x="651" y="29"/>
                    <a:pt x="650" y="29"/>
                  </a:cubicBezTo>
                  <a:cubicBezTo>
                    <a:pt x="649" y="29"/>
                    <a:pt x="648" y="29"/>
                    <a:pt x="647" y="27"/>
                  </a:cubicBezTo>
                  <a:cubicBezTo>
                    <a:pt x="647" y="27"/>
                    <a:pt x="646" y="26"/>
                    <a:pt x="646" y="25"/>
                  </a:cubicBezTo>
                  <a:cubicBezTo>
                    <a:pt x="646" y="23"/>
                    <a:pt x="645" y="22"/>
                    <a:pt x="645" y="21"/>
                  </a:cubicBezTo>
                  <a:cubicBezTo>
                    <a:pt x="644" y="21"/>
                    <a:pt x="643" y="20"/>
                    <a:pt x="641" y="20"/>
                  </a:cubicBezTo>
                  <a:cubicBezTo>
                    <a:pt x="639" y="20"/>
                    <a:pt x="637" y="21"/>
                    <a:pt x="635" y="23"/>
                  </a:cubicBezTo>
                  <a:cubicBezTo>
                    <a:pt x="633" y="25"/>
                    <a:pt x="633" y="29"/>
                    <a:pt x="633" y="33"/>
                  </a:cubicBezTo>
                  <a:cubicBezTo>
                    <a:pt x="633" y="37"/>
                    <a:pt x="633" y="40"/>
                    <a:pt x="635" y="43"/>
                  </a:cubicBezTo>
                  <a:cubicBezTo>
                    <a:pt x="637" y="47"/>
                    <a:pt x="640" y="48"/>
                    <a:pt x="643" y="48"/>
                  </a:cubicBezTo>
                  <a:cubicBezTo>
                    <a:pt x="645" y="48"/>
                    <a:pt x="647" y="47"/>
                    <a:pt x="649" y="46"/>
                  </a:cubicBezTo>
                  <a:cubicBezTo>
                    <a:pt x="651" y="45"/>
                    <a:pt x="652" y="43"/>
                    <a:pt x="654" y="40"/>
                  </a:cubicBezTo>
                  <a:cubicBezTo>
                    <a:pt x="654" y="40"/>
                    <a:pt x="654" y="40"/>
                    <a:pt x="654" y="40"/>
                  </a:cubicBezTo>
                  <a:close/>
                  <a:moveTo>
                    <a:pt x="668" y="31"/>
                  </a:moveTo>
                  <a:cubicBezTo>
                    <a:pt x="668" y="37"/>
                    <a:pt x="669" y="40"/>
                    <a:pt x="671" y="43"/>
                  </a:cubicBezTo>
                  <a:cubicBezTo>
                    <a:pt x="674" y="46"/>
                    <a:pt x="677" y="48"/>
                    <a:pt x="680" y="48"/>
                  </a:cubicBezTo>
                  <a:cubicBezTo>
                    <a:pt x="682" y="48"/>
                    <a:pt x="684" y="47"/>
                    <a:pt x="685" y="46"/>
                  </a:cubicBezTo>
                  <a:cubicBezTo>
                    <a:pt x="687" y="45"/>
                    <a:pt x="688" y="43"/>
                    <a:pt x="689" y="39"/>
                  </a:cubicBezTo>
                  <a:cubicBezTo>
                    <a:pt x="691" y="40"/>
                    <a:pt x="691" y="40"/>
                    <a:pt x="691" y="40"/>
                  </a:cubicBezTo>
                  <a:cubicBezTo>
                    <a:pt x="690" y="43"/>
                    <a:pt x="689" y="47"/>
                    <a:pt x="686" y="49"/>
                  </a:cubicBezTo>
                  <a:cubicBezTo>
                    <a:pt x="684" y="52"/>
                    <a:pt x="681" y="53"/>
                    <a:pt x="677" y="53"/>
                  </a:cubicBezTo>
                  <a:cubicBezTo>
                    <a:pt x="673" y="53"/>
                    <a:pt x="670" y="52"/>
                    <a:pt x="667" y="49"/>
                  </a:cubicBezTo>
                  <a:cubicBezTo>
                    <a:pt x="664" y="45"/>
                    <a:pt x="663" y="41"/>
                    <a:pt x="663" y="36"/>
                  </a:cubicBezTo>
                  <a:cubicBezTo>
                    <a:pt x="663" y="30"/>
                    <a:pt x="665" y="25"/>
                    <a:pt x="667" y="22"/>
                  </a:cubicBezTo>
                  <a:cubicBezTo>
                    <a:pt x="670" y="19"/>
                    <a:pt x="674" y="17"/>
                    <a:pt x="678" y="17"/>
                  </a:cubicBezTo>
                  <a:cubicBezTo>
                    <a:pt x="682" y="17"/>
                    <a:pt x="685" y="19"/>
                    <a:pt x="687" y="21"/>
                  </a:cubicBezTo>
                  <a:cubicBezTo>
                    <a:pt x="690" y="23"/>
                    <a:pt x="691" y="27"/>
                    <a:pt x="691" y="31"/>
                  </a:cubicBezTo>
                  <a:cubicBezTo>
                    <a:pt x="668" y="31"/>
                    <a:pt x="668" y="31"/>
                    <a:pt x="668" y="31"/>
                  </a:cubicBezTo>
                  <a:close/>
                  <a:moveTo>
                    <a:pt x="668" y="29"/>
                  </a:moveTo>
                  <a:cubicBezTo>
                    <a:pt x="683" y="29"/>
                    <a:pt x="683" y="29"/>
                    <a:pt x="683" y="29"/>
                  </a:cubicBezTo>
                  <a:cubicBezTo>
                    <a:pt x="683" y="27"/>
                    <a:pt x="683" y="26"/>
                    <a:pt x="682" y="25"/>
                  </a:cubicBezTo>
                  <a:cubicBezTo>
                    <a:pt x="682" y="24"/>
                    <a:pt x="681" y="23"/>
                    <a:pt x="679" y="22"/>
                  </a:cubicBezTo>
                  <a:cubicBezTo>
                    <a:pt x="678" y="21"/>
                    <a:pt x="677" y="21"/>
                    <a:pt x="676" y="21"/>
                  </a:cubicBezTo>
                  <a:cubicBezTo>
                    <a:pt x="674" y="21"/>
                    <a:pt x="672" y="21"/>
                    <a:pt x="671" y="23"/>
                  </a:cubicBezTo>
                  <a:cubicBezTo>
                    <a:pt x="669" y="24"/>
                    <a:pt x="668" y="27"/>
                    <a:pt x="668" y="29"/>
                  </a:cubicBezTo>
                  <a:close/>
                  <a:moveTo>
                    <a:pt x="731" y="48"/>
                  </a:moveTo>
                  <a:cubicBezTo>
                    <a:pt x="728" y="51"/>
                    <a:pt x="726" y="52"/>
                    <a:pt x="725" y="53"/>
                  </a:cubicBezTo>
                  <a:cubicBezTo>
                    <a:pt x="724" y="53"/>
                    <a:pt x="722" y="53"/>
                    <a:pt x="721" y="53"/>
                  </a:cubicBezTo>
                  <a:cubicBezTo>
                    <a:pt x="719" y="53"/>
                    <a:pt x="717" y="53"/>
                    <a:pt x="715" y="51"/>
                  </a:cubicBezTo>
                  <a:cubicBezTo>
                    <a:pt x="714" y="49"/>
                    <a:pt x="713" y="47"/>
                    <a:pt x="713" y="45"/>
                  </a:cubicBezTo>
                  <a:cubicBezTo>
                    <a:pt x="713" y="43"/>
                    <a:pt x="714" y="41"/>
                    <a:pt x="715" y="40"/>
                  </a:cubicBezTo>
                  <a:cubicBezTo>
                    <a:pt x="715" y="39"/>
                    <a:pt x="717" y="37"/>
                    <a:pt x="720" y="35"/>
                  </a:cubicBezTo>
                  <a:cubicBezTo>
                    <a:pt x="722" y="34"/>
                    <a:pt x="726" y="32"/>
                    <a:pt x="732" y="30"/>
                  </a:cubicBezTo>
                  <a:cubicBezTo>
                    <a:pt x="732" y="29"/>
                    <a:pt x="732" y="29"/>
                    <a:pt x="732" y="29"/>
                  </a:cubicBezTo>
                  <a:cubicBezTo>
                    <a:pt x="732" y="25"/>
                    <a:pt x="731" y="23"/>
                    <a:pt x="730" y="22"/>
                  </a:cubicBezTo>
                  <a:cubicBezTo>
                    <a:pt x="729" y="21"/>
                    <a:pt x="728" y="20"/>
                    <a:pt x="726" y="20"/>
                  </a:cubicBezTo>
                  <a:cubicBezTo>
                    <a:pt x="724" y="20"/>
                    <a:pt x="723" y="20"/>
                    <a:pt x="722" y="21"/>
                  </a:cubicBezTo>
                  <a:cubicBezTo>
                    <a:pt x="721" y="22"/>
                    <a:pt x="721" y="23"/>
                    <a:pt x="721" y="24"/>
                  </a:cubicBezTo>
                  <a:cubicBezTo>
                    <a:pt x="721" y="26"/>
                    <a:pt x="721" y="26"/>
                    <a:pt x="721" y="26"/>
                  </a:cubicBezTo>
                  <a:cubicBezTo>
                    <a:pt x="721" y="27"/>
                    <a:pt x="721" y="28"/>
                    <a:pt x="720" y="29"/>
                  </a:cubicBezTo>
                  <a:cubicBezTo>
                    <a:pt x="720" y="29"/>
                    <a:pt x="719" y="29"/>
                    <a:pt x="718" y="29"/>
                  </a:cubicBezTo>
                  <a:cubicBezTo>
                    <a:pt x="717" y="29"/>
                    <a:pt x="717" y="29"/>
                    <a:pt x="716" y="29"/>
                  </a:cubicBezTo>
                  <a:cubicBezTo>
                    <a:pt x="716" y="28"/>
                    <a:pt x="715" y="27"/>
                    <a:pt x="715" y="26"/>
                  </a:cubicBezTo>
                  <a:cubicBezTo>
                    <a:pt x="715" y="24"/>
                    <a:pt x="717" y="22"/>
                    <a:pt x="719" y="20"/>
                  </a:cubicBezTo>
                  <a:cubicBezTo>
                    <a:pt x="721" y="18"/>
                    <a:pt x="724" y="17"/>
                    <a:pt x="727" y="17"/>
                  </a:cubicBezTo>
                  <a:cubicBezTo>
                    <a:pt x="730" y="17"/>
                    <a:pt x="733" y="17"/>
                    <a:pt x="735" y="19"/>
                  </a:cubicBezTo>
                  <a:cubicBezTo>
                    <a:pt x="736" y="19"/>
                    <a:pt x="737" y="21"/>
                    <a:pt x="738" y="22"/>
                  </a:cubicBezTo>
                  <a:cubicBezTo>
                    <a:pt x="738" y="23"/>
                    <a:pt x="739" y="25"/>
                    <a:pt x="739" y="29"/>
                  </a:cubicBezTo>
                  <a:cubicBezTo>
                    <a:pt x="739" y="40"/>
                    <a:pt x="739" y="40"/>
                    <a:pt x="739" y="40"/>
                  </a:cubicBezTo>
                  <a:cubicBezTo>
                    <a:pt x="739" y="43"/>
                    <a:pt x="739" y="45"/>
                    <a:pt x="739" y="46"/>
                  </a:cubicBezTo>
                  <a:cubicBezTo>
                    <a:pt x="739" y="47"/>
                    <a:pt x="739" y="47"/>
                    <a:pt x="739" y="48"/>
                  </a:cubicBezTo>
                  <a:cubicBezTo>
                    <a:pt x="739" y="48"/>
                    <a:pt x="739" y="48"/>
                    <a:pt x="740" y="48"/>
                  </a:cubicBezTo>
                  <a:cubicBezTo>
                    <a:pt x="740" y="48"/>
                    <a:pt x="741" y="48"/>
                    <a:pt x="741" y="48"/>
                  </a:cubicBezTo>
                  <a:cubicBezTo>
                    <a:pt x="741" y="47"/>
                    <a:pt x="743" y="47"/>
                    <a:pt x="744" y="45"/>
                  </a:cubicBezTo>
                  <a:cubicBezTo>
                    <a:pt x="744" y="47"/>
                    <a:pt x="744" y="47"/>
                    <a:pt x="744" y="47"/>
                  </a:cubicBezTo>
                  <a:cubicBezTo>
                    <a:pt x="741" y="51"/>
                    <a:pt x="739" y="53"/>
                    <a:pt x="736" y="53"/>
                  </a:cubicBezTo>
                  <a:cubicBezTo>
                    <a:pt x="735" y="53"/>
                    <a:pt x="734" y="52"/>
                    <a:pt x="733" y="51"/>
                  </a:cubicBezTo>
                  <a:cubicBezTo>
                    <a:pt x="732" y="51"/>
                    <a:pt x="731" y="50"/>
                    <a:pt x="731" y="48"/>
                  </a:cubicBezTo>
                  <a:close/>
                  <a:moveTo>
                    <a:pt x="731" y="45"/>
                  </a:moveTo>
                  <a:cubicBezTo>
                    <a:pt x="731" y="33"/>
                    <a:pt x="731" y="33"/>
                    <a:pt x="731" y="33"/>
                  </a:cubicBezTo>
                  <a:cubicBezTo>
                    <a:pt x="728" y="34"/>
                    <a:pt x="725" y="35"/>
                    <a:pt x="725" y="36"/>
                  </a:cubicBezTo>
                  <a:cubicBezTo>
                    <a:pt x="723" y="37"/>
                    <a:pt x="721" y="38"/>
                    <a:pt x="721" y="39"/>
                  </a:cubicBezTo>
                  <a:cubicBezTo>
                    <a:pt x="720" y="41"/>
                    <a:pt x="719" y="42"/>
                    <a:pt x="719" y="43"/>
                  </a:cubicBezTo>
                  <a:cubicBezTo>
                    <a:pt x="719" y="45"/>
                    <a:pt x="720" y="47"/>
                    <a:pt x="721" y="48"/>
                  </a:cubicBezTo>
                  <a:cubicBezTo>
                    <a:pt x="722" y="49"/>
                    <a:pt x="723" y="49"/>
                    <a:pt x="725" y="49"/>
                  </a:cubicBezTo>
                  <a:cubicBezTo>
                    <a:pt x="726" y="49"/>
                    <a:pt x="729" y="48"/>
                    <a:pt x="731" y="45"/>
                  </a:cubicBezTo>
                  <a:close/>
                  <a:moveTo>
                    <a:pt x="759" y="25"/>
                  </a:moveTo>
                  <a:cubicBezTo>
                    <a:pt x="763" y="20"/>
                    <a:pt x="766" y="18"/>
                    <a:pt x="769" y="18"/>
                  </a:cubicBezTo>
                  <a:cubicBezTo>
                    <a:pt x="771" y="18"/>
                    <a:pt x="773" y="18"/>
                    <a:pt x="774" y="19"/>
                  </a:cubicBezTo>
                  <a:cubicBezTo>
                    <a:pt x="775" y="20"/>
                    <a:pt x="777" y="21"/>
                    <a:pt x="777" y="23"/>
                  </a:cubicBezTo>
                  <a:cubicBezTo>
                    <a:pt x="778" y="25"/>
                    <a:pt x="778" y="27"/>
                    <a:pt x="778" y="30"/>
                  </a:cubicBezTo>
                  <a:cubicBezTo>
                    <a:pt x="778" y="45"/>
                    <a:pt x="778" y="45"/>
                    <a:pt x="778" y="45"/>
                  </a:cubicBezTo>
                  <a:cubicBezTo>
                    <a:pt x="778" y="47"/>
                    <a:pt x="778" y="48"/>
                    <a:pt x="779" y="49"/>
                  </a:cubicBezTo>
                  <a:cubicBezTo>
                    <a:pt x="779" y="50"/>
                    <a:pt x="779" y="50"/>
                    <a:pt x="780" y="51"/>
                  </a:cubicBezTo>
                  <a:cubicBezTo>
                    <a:pt x="780" y="51"/>
                    <a:pt x="781" y="51"/>
                    <a:pt x="783" y="51"/>
                  </a:cubicBezTo>
                  <a:cubicBezTo>
                    <a:pt x="783" y="52"/>
                    <a:pt x="783" y="52"/>
                    <a:pt x="783" y="52"/>
                  </a:cubicBezTo>
                  <a:cubicBezTo>
                    <a:pt x="767" y="52"/>
                    <a:pt x="767" y="52"/>
                    <a:pt x="767" y="52"/>
                  </a:cubicBezTo>
                  <a:cubicBezTo>
                    <a:pt x="767" y="51"/>
                    <a:pt x="767" y="51"/>
                    <a:pt x="767" y="51"/>
                  </a:cubicBezTo>
                  <a:cubicBezTo>
                    <a:pt x="768" y="51"/>
                    <a:pt x="768" y="51"/>
                    <a:pt x="768" y="51"/>
                  </a:cubicBezTo>
                  <a:cubicBezTo>
                    <a:pt x="769" y="51"/>
                    <a:pt x="770" y="51"/>
                    <a:pt x="771" y="50"/>
                  </a:cubicBezTo>
                  <a:cubicBezTo>
                    <a:pt x="772" y="50"/>
                    <a:pt x="772" y="49"/>
                    <a:pt x="772" y="48"/>
                  </a:cubicBezTo>
                  <a:cubicBezTo>
                    <a:pt x="772" y="48"/>
                    <a:pt x="772" y="47"/>
                    <a:pt x="772" y="45"/>
                  </a:cubicBezTo>
                  <a:cubicBezTo>
                    <a:pt x="772" y="31"/>
                    <a:pt x="772" y="31"/>
                    <a:pt x="772" y="31"/>
                  </a:cubicBezTo>
                  <a:cubicBezTo>
                    <a:pt x="772" y="27"/>
                    <a:pt x="772" y="25"/>
                    <a:pt x="771" y="24"/>
                  </a:cubicBezTo>
                  <a:cubicBezTo>
                    <a:pt x="770" y="23"/>
                    <a:pt x="769" y="22"/>
                    <a:pt x="767" y="22"/>
                  </a:cubicBezTo>
                  <a:cubicBezTo>
                    <a:pt x="764" y="22"/>
                    <a:pt x="761" y="23"/>
                    <a:pt x="759" y="27"/>
                  </a:cubicBezTo>
                  <a:cubicBezTo>
                    <a:pt x="759" y="45"/>
                    <a:pt x="759" y="45"/>
                    <a:pt x="759" y="45"/>
                  </a:cubicBezTo>
                  <a:cubicBezTo>
                    <a:pt x="759" y="47"/>
                    <a:pt x="759" y="48"/>
                    <a:pt x="759" y="49"/>
                  </a:cubicBezTo>
                  <a:cubicBezTo>
                    <a:pt x="759" y="50"/>
                    <a:pt x="760" y="50"/>
                    <a:pt x="760" y="51"/>
                  </a:cubicBezTo>
                  <a:cubicBezTo>
                    <a:pt x="761" y="51"/>
                    <a:pt x="762" y="51"/>
                    <a:pt x="764" y="51"/>
                  </a:cubicBezTo>
                  <a:cubicBezTo>
                    <a:pt x="764" y="52"/>
                    <a:pt x="764" y="52"/>
                    <a:pt x="764" y="52"/>
                  </a:cubicBezTo>
                  <a:cubicBezTo>
                    <a:pt x="748" y="52"/>
                    <a:pt x="748" y="52"/>
                    <a:pt x="748" y="52"/>
                  </a:cubicBezTo>
                  <a:cubicBezTo>
                    <a:pt x="748" y="51"/>
                    <a:pt x="748" y="51"/>
                    <a:pt x="748" y="51"/>
                  </a:cubicBezTo>
                  <a:cubicBezTo>
                    <a:pt x="749" y="51"/>
                    <a:pt x="749" y="51"/>
                    <a:pt x="749" y="51"/>
                  </a:cubicBezTo>
                  <a:cubicBezTo>
                    <a:pt x="750" y="51"/>
                    <a:pt x="751" y="51"/>
                    <a:pt x="752" y="50"/>
                  </a:cubicBezTo>
                  <a:cubicBezTo>
                    <a:pt x="752" y="49"/>
                    <a:pt x="753" y="47"/>
                    <a:pt x="753" y="45"/>
                  </a:cubicBezTo>
                  <a:cubicBezTo>
                    <a:pt x="753" y="32"/>
                    <a:pt x="753" y="32"/>
                    <a:pt x="753" y="32"/>
                  </a:cubicBezTo>
                  <a:cubicBezTo>
                    <a:pt x="753" y="28"/>
                    <a:pt x="753" y="25"/>
                    <a:pt x="752" y="24"/>
                  </a:cubicBezTo>
                  <a:cubicBezTo>
                    <a:pt x="752" y="23"/>
                    <a:pt x="752" y="23"/>
                    <a:pt x="751" y="22"/>
                  </a:cubicBezTo>
                  <a:cubicBezTo>
                    <a:pt x="751" y="22"/>
                    <a:pt x="751" y="22"/>
                    <a:pt x="750" y="22"/>
                  </a:cubicBezTo>
                  <a:cubicBezTo>
                    <a:pt x="749" y="22"/>
                    <a:pt x="748" y="22"/>
                    <a:pt x="747" y="22"/>
                  </a:cubicBezTo>
                  <a:cubicBezTo>
                    <a:pt x="747" y="21"/>
                    <a:pt x="747" y="21"/>
                    <a:pt x="747" y="21"/>
                  </a:cubicBezTo>
                  <a:cubicBezTo>
                    <a:pt x="757" y="17"/>
                    <a:pt x="757" y="17"/>
                    <a:pt x="757" y="17"/>
                  </a:cubicBezTo>
                  <a:cubicBezTo>
                    <a:pt x="759" y="17"/>
                    <a:pt x="759" y="17"/>
                    <a:pt x="759" y="17"/>
                  </a:cubicBezTo>
                  <a:cubicBezTo>
                    <a:pt x="759" y="25"/>
                    <a:pt x="759" y="25"/>
                    <a:pt x="759" y="25"/>
                  </a:cubicBezTo>
                  <a:close/>
                  <a:moveTo>
                    <a:pt x="812" y="49"/>
                  </a:moveTo>
                  <a:cubicBezTo>
                    <a:pt x="811" y="51"/>
                    <a:pt x="809" y="52"/>
                    <a:pt x="807" y="53"/>
                  </a:cubicBezTo>
                  <a:cubicBezTo>
                    <a:pt x="806" y="53"/>
                    <a:pt x="804" y="54"/>
                    <a:pt x="803" y="54"/>
                  </a:cubicBezTo>
                  <a:cubicBezTo>
                    <a:pt x="799" y="54"/>
                    <a:pt x="796" y="52"/>
                    <a:pt x="793" y="49"/>
                  </a:cubicBezTo>
                  <a:cubicBezTo>
                    <a:pt x="791" y="46"/>
                    <a:pt x="789" y="42"/>
                    <a:pt x="789" y="37"/>
                  </a:cubicBezTo>
                  <a:cubicBezTo>
                    <a:pt x="789" y="32"/>
                    <a:pt x="791" y="28"/>
                    <a:pt x="794" y="24"/>
                  </a:cubicBezTo>
                  <a:cubicBezTo>
                    <a:pt x="797" y="20"/>
                    <a:pt x="801" y="18"/>
                    <a:pt x="805" y="18"/>
                  </a:cubicBezTo>
                  <a:cubicBezTo>
                    <a:pt x="808" y="18"/>
                    <a:pt x="810" y="19"/>
                    <a:pt x="812" y="21"/>
                  </a:cubicBezTo>
                  <a:cubicBezTo>
                    <a:pt x="812" y="14"/>
                    <a:pt x="812" y="14"/>
                    <a:pt x="812" y="14"/>
                  </a:cubicBezTo>
                  <a:cubicBezTo>
                    <a:pt x="812" y="10"/>
                    <a:pt x="812" y="8"/>
                    <a:pt x="812" y="7"/>
                  </a:cubicBezTo>
                  <a:cubicBezTo>
                    <a:pt x="812" y="6"/>
                    <a:pt x="811" y="5"/>
                    <a:pt x="811" y="5"/>
                  </a:cubicBezTo>
                  <a:cubicBezTo>
                    <a:pt x="811" y="5"/>
                    <a:pt x="810" y="5"/>
                    <a:pt x="809" y="5"/>
                  </a:cubicBezTo>
                  <a:cubicBezTo>
                    <a:pt x="809" y="5"/>
                    <a:pt x="808" y="5"/>
                    <a:pt x="807" y="5"/>
                  </a:cubicBezTo>
                  <a:cubicBezTo>
                    <a:pt x="807" y="4"/>
                    <a:pt x="807" y="4"/>
                    <a:pt x="807" y="4"/>
                  </a:cubicBezTo>
                  <a:cubicBezTo>
                    <a:pt x="816" y="0"/>
                    <a:pt x="816" y="0"/>
                    <a:pt x="816" y="0"/>
                  </a:cubicBezTo>
                  <a:cubicBezTo>
                    <a:pt x="818" y="0"/>
                    <a:pt x="818" y="0"/>
                    <a:pt x="818" y="0"/>
                  </a:cubicBezTo>
                  <a:cubicBezTo>
                    <a:pt x="818" y="39"/>
                    <a:pt x="818" y="39"/>
                    <a:pt x="818" y="39"/>
                  </a:cubicBezTo>
                  <a:cubicBezTo>
                    <a:pt x="818" y="43"/>
                    <a:pt x="818" y="45"/>
                    <a:pt x="818" y="46"/>
                  </a:cubicBezTo>
                  <a:cubicBezTo>
                    <a:pt x="818" y="47"/>
                    <a:pt x="819" y="48"/>
                    <a:pt x="819" y="48"/>
                  </a:cubicBezTo>
                  <a:cubicBezTo>
                    <a:pt x="819" y="49"/>
                    <a:pt x="820" y="49"/>
                    <a:pt x="820" y="49"/>
                  </a:cubicBezTo>
                  <a:cubicBezTo>
                    <a:pt x="821" y="49"/>
                    <a:pt x="822" y="48"/>
                    <a:pt x="823" y="48"/>
                  </a:cubicBezTo>
                  <a:cubicBezTo>
                    <a:pt x="823" y="49"/>
                    <a:pt x="823" y="49"/>
                    <a:pt x="823" y="49"/>
                  </a:cubicBezTo>
                  <a:cubicBezTo>
                    <a:pt x="813" y="53"/>
                    <a:pt x="813" y="53"/>
                    <a:pt x="813" y="53"/>
                  </a:cubicBezTo>
                  <a:cubicBezTo>
                    <a:pt x="812" y="53"/>
                    <a:pt x="812" y="53"/>
                    <a:pt x="812" y="53"/>
                  </a:cubicBezTo>
                  <a:cubicBezTo>
                    <a:pt x="812" y="49"/>
                    <a:pt x="812" y="49"/>
                    <a:pt x="812" y="49"/>
                  </a:cubicBezTo>
                  <a:close/>
                  <a:moveTo>
                    <a:pt x="812" y="46"/>
                  </a:moveTo>
                  <a:cubicBezTo>
                    <a:pt x="812" y="29"/>
                    <a:pt x="812" y="29"/>
                    <a:pt x="812" y="29"/>
                  </a:cubicBezTo>
                  <a:cubicBezTo>
                    <a:pt x="812" y="27"/>
                    <a:pt x="812" y="25"/>
                    <a:pt x="811" y="24"/>
                  </a:cubicBezTo>
                  <a:cubicBezTo>
                    <a:pt x="810" y="23"/>
                    <a:pt x="809" y="22"/>
                    <a:pt x="808" y="21"/>
                  </a:cubicBezTo>
                  <a:cubicBezTo>
                    <a:pt x="807" y="20"/>
                    <a:pt x="806" y="20"/>
                    <a:pt x="805" y="20"/>
                  </a:cubicBezTo>
                  <a:cubicBezTo>
                    <a:pt x="803" y="20"/>
                    <a:pt x="801" y="21"/>
                    <a:pt x="799" y="23"/>
                  </a:cubicBezTo>
                  <a:cubicBezTo>
                    <a:pt x="797" y="25"/>
                    <a:pt x="796" y="29"/>
                    <a:pt x="796" y="34"/>
                  </a:cubicBezTo>
                  <a:cubicBezTo>
                    <a:pt x="796" y="39"/>
                    <a:pt x="797" y="43"/>
                    <a:pt x="799" y="45"/>
                  </a:cubicBezTo>
                  <a:cubicBezTo>
                    <a:pt x="801" y="48"/>
                    <a:pt x="803" y="49"/>
                    <a:pt x="806" y="49"/>
                  </a:cubicBezTo>
                  <a:cubicBezTo>
                    <a:pt x="808" y="50"/>
                    <a:pt x="810" y="49"/>
                    <a:pt x="812" y="46"/>
                  </a:cubicBezTo>
                  <a:close/>
                  <a:moveTo>
                    <a:pt x="883" y="3"/>
                  </a:moveTo>
                  <a:cubicBezTo>
                    <a:pt x="883" y="14"/>
                    <a:pt x="883" y="14"/>
                    <a:pt x="883" y="14"/>
                  </a:cubicBezTo>
                  <a:cubicBezTo>
                    <a:pt x="882" y="14"/>
                    <a:pt x="882" y="14"/>
                    <a:pt x="882" y="14"/>
                  </a:cubicBezTo>
                  <a:cubicBezTo>
                    <a:pt x="882" y="12"/>
                    <a:pt x="881" y="11"/>
                    <a:pt x="881" y="10"/>
                  </a:cubicBezTo>
                  <a:cubicBezTo>
                    <a:pt x="880" y="8"/>
                    <a:pt x="879" y="7"/>
                    <a:pt x="878" y="7"/>
                  </a:cubicBezTo>
                  <a:cubicBezTo>
                    <a:pt x="877" y="6"/>
                    <a:pt x="875" y="5"/>
                    <a:pt x="873" y="5"/>
                  </a:cubicBezTo>
                  <a:cubicBezTo>
                    <a:pt x="867" y="5"/>
                    <a:pt x="867" y="5"/>
                    <a:pt x="867" y="5"/>
                  </a:cubicBezTo>
                  <a:cubicBezTo>
                    <a:pt x="867" y="44"/>
                    <a:pt x="867" y="44"/>
                    <a:pt x="867" y="44"/>
                  </a:cubicBezTo>
                  <a:cubicBezTo>
                    <a:pt x="867" y="47"/>
                    <a:pt x="867" y="49"/>
                    <a:pt x="867" y="49"/>
                  </a:cubicBezTo>
                  <a:cubicBezTo>
                    <a:pt x="868" y="51"/>
                    <a:pt x="870" y="51"/>
                    <a:pt x="871" y="51"/>
                  </a:cubicBezTo>
                  <a:cubicBezTo>
                    <a:pt x="873" y="51"/>
                    <a:pt x="873" y="51"/>
                    <a:pt x="873" y="51"/>
                  </a:cubicBezTo>
                  <a:cubicBezTo>
                    <a:pt x="873" y="52"/>
                    <a:pt x="873" y="52"/>
                    <a:pt x="873" y="52"/>
                  </a:cubicBezTo>
                  <a:cubicBezTo>
                    <a:pt x="853" y="52"/>
                    <a:pt x="853" y="52"/>
                    <a:pt x="853" y="52"/>
                  </a:cubicBezTo>
                  <a:cubicBezTo>
                    <a:pt x="853" y="51"/>
                    <a:pt x="853" y="51"/>
                    <a:pt x="853" y="51"/>
                  </a:cubicBezTo>
                  <a:cubicBezTo>
                    <a:pt x="854" y="51"/>
                    <a:pt x="854" y="51"/>
                    <a:pt x="854" y="51"/>
                  </a:cubicBezTo>
                  <a:cubicBezTo>
                    <a:pt x="856" y="51"/>
                    <a:pt x="858" y="50"/>
                    <a:pt x="859" y="49"/>
                  </a:cubicBezTo>
                  <a:cubicBezTo>
                    <a:pt x="859" y="48"/>
                    <a:pt x="859" y="47"/>
                    <a:pt x="859" y="43"/>
                  </a:cubicBezTo>
                  <a:cubicBezTo>
                    <a:pt x="859" y="5"/>
                    <a:pt x="859" y="5"/>
                    <a:pt x="859" y="5"/>
                  </a:cubicBezTo>
                  <a:cubicBezTo>
                    <a:pt x="853" y="5"/>
                    <a:pt x="853" y="5"/>
                    <a:pt x="853" y="5"/>
                  </a:cubicBezTo>
                  <a:cubicBezTo>
                    <a:pt x="851" y="5"/>
                    <a:pt x="849" y="5"/>
                    <a:pt x="849" y="6"/>
                  </a:cubicBezTo>
                  <a:cubicBezTo>
                    <a:pt x="847" y="6"/>
                    <a:pt x="846" y="7"/>
                    <a:pt x="845" y="9"/>
                  </a:cubicBezTo>
                  <a:cubicBezTo>
                    <a:pt x="845" y="10"/>
                    <a:pt x="844" y="12"/>
                    <a:pt x="844" y="14"/>
                  </a:cubicBezTo>
                  <a:cubicBezTo>
                    <a:pt x="843" y="14"/>
                    <a:pt x="843" y="14"/>
                    <a:pt x="843" y="14"/>
                  </a:cubicBezTo>
                  <a:cubicBezTo>
                    <a:pt x="843" y="3"/>
                    <a:pt x="843" y="3"/>
                    <a:pt x="843" y="3"/>
                  </a:cubicBezTo>
                  <a:cubicBezTo>
                    <a:pt x="883" y="3"/>
                    <a:pt x="883" y="3"/>
                    <a:pt x="883" y="3"/>
                  </a:cubicBezTo>
                  <a:close/>
                  <a:moveTo>
                    <a:pt x="891" y="31"/>
                  </a:moveTo>
                  <a:cubicBezTo>
                    <a:pt x="891" y="37"/>
                    <a:pt x="893" y="40"/>
                    <a:pt x="895" y="43"/>
                  </a:cubicBezTo>
                  <a:cubicBezTo>
                    <a:pt x="897" y="46"/>
                    <a:pt x="900" y="48"/>
                    <a:pt x="903" y="48"/>
                  </a:cubicBezTo>
                  <a:cubicBezTo>
                    <a:pt x="905" y="48"/>
                    <a:pt x="907" y="47"/>
                    <a:pt x="909" y="46"/>
                  </a:cubicBezTo>
                  <a:cubicBezTo>
                    <a:pt x="911" y="45"/>
                    <a:pt x="912" y="43"/>
                    <a:pt x="913" y="39"/>
                  </a:cubicBezTo>
                  <a:cubicBezTo>
                    <a:pt x="914" y="40"/>
                    <a:pt x="914" y="40"/>
                    <a:pt x="914" y="40"/>
                  </a:cubicBezTo>
                  <a:cubicBezTo>
                    <a:pt x="914" y="43"/>
                    <a:pt x="912" y="47"/>
                    <a:pt x="910" y="49"/>
                  </a:cubicBezTo>
                  <a:cubicBezTo>
                    <a:pt x="907" y="52"/>
                    <a:pt x="904" y="53"/>
                    <a:pt x="901" y="53"/>
                  </a:cubicBezTo>
                  <a:cubicBezTo>
                    <a:pt x="897" y="53"/>
                    <a:pt x="893" y="52"/>
                    <a:pt x="891" y="49"/>
                  </a:cubicBezTo>
                  <a:cubicBezTo>
                    <a:pt x="888" y="45"/>
                    <a:pt x="887" y="41"/>
                    <a:pt x="887" y="36"/>
                  </a:cubicBezTo>
                  <a:cubicBezTo>
                    <a:pt x="887" y="30"/>
                    <a:pt x="888" y="25"/>
                    <a:pt x="891" y="22"/>
                  </a:cubicBezTo>
                  <a:cubicBezTo>
                    <a:pt x="894" y="19"/>
                    <a:pt x="897" y="17"/>
                    <a:pt x="902" y="17"/>
                  </a:cubicBezTo>
                  <a:cubicBezTo>
                    <a:pt x="905" y="17"/>
                    <a:pt x="909" y="19"/>
                    <a:pt x="911" y="21"/>
                  </a:cubicBezTo>
                  <a:cubicBezTo>
                    <a:pt x="913" y="23"/>
                    <a:pt x="915" y="27"/>
                    <a:pt x="915" y="31"/>
                  </a:cubicBezTo>
                  <a:cubicBezTo>
                    <a:pt x="891" y="31"/>
                    <a:pt x="891" y="31"/>
                    <a:pt x="891" y="31"/>
                  </a:cubicBezTo>
                  <a:close/>
                  <a:moveTo>
                    <a:pt x="891" y="29"/>
                  </a:moveTo>
                  <a:cubicBezTo>
                    <a:pt x="907" y="29"/>
                    <a:pt x="907" y="29"/>
                    <a:pt x="907" y="29"/>
                  </a:cubicBezTo>
                  <a:cubicBezTo>
                    <a:pt x="907" y="27"/>
                    <a:pt x="906" y="26"/>
                    <a:pt x="906" y="25"/>
                  </a:cubicBezTo>
                  <a:cubicBezTo>
                    <a:pt x="905" y="24"/>
                    <a:pt x="904" y="23"/>
                    <a:pt x="903" y="22"/>
                  </a:cubicBezTo>
                  <a:cubicBezTo>
                    <a:pt x="902" y="21"/>
                    <a:pt x="901" y="21"/>
                    <a:pt x="899" y="21"/>
                  </a:cubicBezTo>
                  <a:cubicBezTo>
                    <a:pt x="897" y="21"/>
                    <a:pt x="896" y="21"/>
                    <a:pt x="894" y="23"/>
                  </a:cubicBezTo>
                  <a:cubicBezTo>
                    <a:pt x="893" y="24"/>
                    <a:pt x="892" y="27"/>
                    <a:pt x="891"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5" name="Freeform 35"/>
            <p:cNvSpPr>
              <a:spLocks noEditPoints="1"/>
            </p:cNvSpPr>
            <p:nvPr/>
          </p:nvSpPr>
          <p:spPr bwMode="auto">
            <a:xfrm>
              <a:off x="10679175" y="4943779"/>
              <a:ext cx="873125" cy="103188"/>
            </a:xfrm>
            <a:custGeom>
              <a:avLst/>
              <a:gdLst>
                <a:gd name="T0" fmla="*/ 23 w 586"/>
                <a:gd name="T1" fmla="*/ 21 h 69"/>
                <a:gd name="T2" fmla="*/ 8 w 586"/>
                <a:gd name="T3" fmla="*/ 24 h 69"/>
                <a:gd name="T4" fmla="*/ 45 w 586"/>
                <a:gd name="T5" fmla="*/ 26 h 69"/>
                <a:gd name="T6" fmla="*/ 66 w 586"/>
                <a:gd name="T7" fmla="*/ 52 h 69"/>
                <a:gd name="T8" fmla="*/ 58 w 586"/>
                <a:gd name="T9" fmla="*/ 46 h 69"/>
                <a:gd name="T10" fmla="*/ 46 w 586"/>
                <a:gd name="T11" fmla="*/ 50 h 69"/>
                <a:gd name="T12" fmla="*/ 40 w 586"/>
                <a:gd name="T13" fmla="*/ 46 h 69"/>
                <a:gd name="T14" fmla="*/ 45 w 586"/>
                <a:gd name="T15" fmla="*/ 1 h 69"/>
                <a:gd name="T16" fmla="*/ 106 w 586"/>
                <a:gd name="T17" fmla="*/ 52 h 69"/>
                <a:gd name="T18" fmla="*/ 98 w 586"/>
                <a:gd name="T19" fmla="*/ 46 h 69"/>
                <a:gd name="T20" fmla="*/ 90 w 586"/>
                <a:gd name="T21" fmla="*/ 52 h 69"/>
                <a:gd name="T22" fmla="*/ 78 w 586"/>
                <a:gd name="T23" fmla="*/ 25 h 69"/>
                <a:gd name="T24" fmla="*/ 132 w 586"/>
                <a:gd name="T25" fmla="*/ 19 h 69"/>
                <a:gd name="T26" fmla="*/ 118 w 586"/>
                <a:gd name="T27" fmla="*/ 28 h 69"/>
                <a:gd name="T28" fmla="*/ 133 w 586"/>
                <a:gd name="T29" fmla="*/ 52 h 69"/>
                <a:gd name="T30" fmla="*/ 169 w 586"/>
                <a:gd name="T31" fmla="*/ 52 h 69"/>
                <a:gd name="T32" fmla="*/ 161 w 586"/>
                <a:gd name="T33" fmla="*/ 15 h 69"/>
                <a:gd name="T34" fmla="*/ 167 w 586"/>
                <a:gd name="T35" fmla="*/ 1 h 69"/>
                <a:gd name="T36" fmla="*/ 181 w 586"/>
                <a:gd name="T37" fmla="*/ 38 h 69"/>
                <a:gd name="T38" fmla="*/ 189 w 586"/>
                <a:gd name="T39" fmla="*/ 47 h 69"/>
                <a:gd name="T40" fmla="*/ 222 w 586"/>
                <a:gd name="T41" fmla="*/ 31 h 69"/>
                <a:gd name="T42" fmla="*/ 252 w 586"/>
                <a:gd name="T43" fmla="*/ 24 h 69"/>
                <a:gd name="T44" fmla="*/ 228 w 586"/>
                <a:gd name="T45" fmla="*/ 44 h 69"/>
                <a:gd name="T46" fmla="*/ 249 w 586"/>
                <a:gd name="T47" fmla="*/ 64 h 69"/>
                <a:gd name="T48" fmla="*/ 223 w 586"/>
                <a:gd name="T49" fmla="*/ 48 h 69"/>
                <a:gd name="T50" fmla="*/ 240 w 586"/>
                <a:gd name="T51" fmla="*/ 39 h 69"/>
                <a:gd name="T52" fmla="*/ 238 w 586"/>
                <a:gd name="T53" fmla="*/ 66 h 69"/>
                <a:gd name="T54" fmla="*/ 274 w 586"/>
                <a:gd name="T55" fmla="*/ 21 h 69"/>
                <a:gd name="T56" fmla="*/ 286 w 586"/>
                <a:gd name="T57" fmla="*/ 21 h 69"/>
                <a:gd name="T58" fmla="*/ 290 w 586"/>
                <a:gd name="T59" fmla="*/ 25 h 69"/>
                <a:gd name="T60" fmla="*/ 267 w 586"/>
                <a:gd name="T61" fmla="*/ 62 h 69"/>
                <a:gd name="T62" fmla="*/ 258 w 586"/>
                <a:gd name="T63" fmla="*/ 20 h 69"/>
                <a:gd name="T64" fmla="*/ 319 w 586"/>
                <a:gd name="T65" fmla="*/ 49 h 69"/>
                <a:gd name="T66" fmla="*/ 322 w 586"/>
                <a:gd name="T67" fmla="*/ 34 h 69"/>
                <a:gd name="T68" fmla="*/ 368 w 586"/>
                <a:gd name="T69" fmla="*/ 45 h 69"/>
                <a:gd name="T70" fmla="*/ 360 w 586"/>
                <a:gd name="T71" fmla="*/ 52 h 69"/>
                <a:gd name="T72" fmla="*/ 364 w 586"/>
                <a:gd name="T73" fmla="*/ 8 h 69"/>
                <a:gd name="T74" fmla="*/ 378 w 586"/>
                <a:gd name="T75" fmla="*/ 6 h 69"/>
                <a:gd name="T76" fmla="*/ 377 w 586"/>
                <a:gd name="T77" fmla="*/ 22 h 69"/>
                <a:gd name="T78" fmla="*/ 408 w 586"/>
                <a:gd name="T79" fmla="*/ 16 h 69"/>
                <a:gd name="T80" fmla="*/ 433 w 586"/>
                <a:gd name="T81" fmla="*/ 52 h 69"/>
                <a:gd name="T82" fmla="*/ 435 w 586"/>
                <a:gd name="T83" fmla="*/ 6 h 69"/>
                <a:gd name="T84" fmla="*/ 476 w 586"/>
                <a:gd name="T85" fmla="*/ 20 h 69"/>
                <a:gd name="T86" fmla="*/ 468 w 586"/>
                <a:gd name="T87" fmla="*/ 54 h 69"/>
                <a:gd name="T88" fmla="*/ 472 w 586"/>
                <a:gd name="T89" fmla="*/ 24 h 69"/>
                <a:gd name="T90" fmla="*/ 466 w 586"/>
                <a:gd name="T91" fmla="*/ 54 h 69"/>
                <a:gd name="T92" fmla="*/ 454 w 586"/>
                <a:gd name="T93" fmla="*/ 6 h 69"/>
                <a:gd name="T94" fmla="*/ 502 w 586"/>
                <a:gd name="T95" fmla="*/ 5 h 69"/>
                <a:gd name="T96" fmla="*/ 502 w 586"/>
                <a:gd name="T97" fmla="*/ 46 h 69"/>
                <a:gd name="T98" fmla="*/ 495 w 586"/>
                <a:gd name="T99" fmla="*/ 50 h 69"/>
                <a:gd name="T100" fmla="*/ 500 w 586"/>
                <a:gd name="T101" fmla="*/ 19 h 69"/>
                <a:gd name="T102" fmla="*/ 544 w 586"/>
                <a:gd name="T103" fmla="*/ 50 h 69"/>
                <a:gd name="T104" fmla="*/ 538 w 586"/>
                <a:gd name="T105" fmla="*/ 49 h 69"/>
                <a:gd name="T106" fmla="*/ 526 w 586"/>
                <a:gd name="T107" fmla="*/ 52 h 69"/>
                <a:gd name="T108" fmla="*/ 518 w 586"/>
                <a:gd name="T109" fmla="*/ 33 h 69"/>
                <a:gd name="T110" fmla="*/ 524 w 586"/>
                <a:gd name="T111" fmla="*/ 26 h 69"/>
                <a:gd name="T112" fmla="*/ 574 w 586"/>
                <a:gd name="T113" fmla="*/ 31 h 69"/>
                <a:gd name="T114" fmla="*/ 560 w 586"/>
                <a:gd name="T115" fmla="*/ 30 h 69"/>
                <a:gd name="T116" fmla="*/ 580 w 586"/>
                <a:gd name="T117" fmla="*/ 41 h 69"/>
                <a:gd name="T118" fmla="*/ 575 w 586"/>
                <a:gd name="T119" fmla="*/ 52 h 69"/>
                <a:gd name="T120" fmla="*/ 566 w 586"/>
                <a:gd name="T121" fmla="*/ 5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86" h="69">
                  <a:moveTo>
                    <a:pt x="27" y="41"/>
                  </a:moveTo>
                  <a:cubicBezTo>
                    <a:pt x="26" y="45"/>
                    <a:pt x="24" y="49"/>
                    <a:pt x="22" y="51"/>
                  </a:cubicBezTo>
                  <a:cubicBezTo>
                    <a:pt x="19" y="54"/>
                    <a:pt x="16" y="55"/>
                    <a:pt x="13" y="55"/>
                  </a:cubicBezTo>
                  <a:cubicBezTo>
                    <a:pt x="10" y="55"/>
                    <a:pt x="6" y="53"/>
                    <a:pt x="4" y="50"/>
                  </a:cubicBezTo>
                  <a:cubicBezTo>
                    <a:pt x="1" y="47"/>
                    <a:pt x="0" y="42"/>
                    <a:pt x="0" y="37"/>
                  </a:cubicBezTo>
                  <a:cubicBezTo>
                    <a:pt x="0" y="32"/>
                    <a:pt x="1" y="27"/>
                    <a:pt x="4" y="24"/>
                  </a:cubicBezTo>
                  <a:cubicBezTo>
                    <a:pt x="7" y="20"/>
                    <a:pt x="11" y="18"/>
                    <a:pt x="15" y="18"/>
                  </a:cubicBezTo>
                  <a:cubicBezTo>
                    <a:pt x="18" y="18"/>
                    <a:pt x="21" y="19"/>
                    <a:pt x="23" y="21"/>
                  </a:cubicBezTo>
                  <a:cubicBezTo>
                    <a:pt x="25" y="23"/>
                    <a:pt x="26" y="25"/>
                    <a:pt x="26" y="27"/>
                  </a:cubicBezTo>
                  <a:cubicBezTo>
                    <a:pt x="26" y="28"/>
                    <a:pt x="26" y="28"/>
                    <a:pt x="26" y="29"/>
                  </a:cubicBezTo>
                  <a:cubicBezTo>
                    <a:pt x="25" y="30"/>
                    <a:pt x="24" y="30"/>
                    <a:pt x="23" y="30"/>
                  </a:cubicBezTo>
                  <a:cubicBezTo>
                    <a:pt x="22" y="30"/>
                    <a:pt x="21" y="30"/>
                    <a:pt x="20" y="28"/>
                  </a:cubicBezTo>
                  <a:cubicBezTo>
                    <a:pt x="20" y="28"/>
                    <a:pt x="19" y="27"/>
                    <a:pt x="19" y="26"/>
                  </a:cubicBezTo>
                  <a:cubicBezTo>
                    <a:pt x="19" y="24"/>
                    <a:pt x="18" y="23"/>
                    <a:pt x="18" y="22"/>
                  </a:cubicBezTo>
                  <a:cubicBezTo>
                    <a:pt x="17" y="22"/>
                    <a:pt x="16" y="21"/>
                    <a:pt x="14" y="21"/>
                  </a:cubicBezTo>
                  <a:cubicBezTo>
                    <a:pt x="12" y="21"/>
                    <a:pt x="10" y="22"/>
                    <a:pt x="8" y="24"/>
                  </a:cubicBezTo>
                  <a:cubicBezTo>
                    <a:pt x="6" y="26"/>
                    <a:pt x="6" y="30"/>
                    <a:pt x="6" y="34"/>
                  </a:cubicBezTo>
                  <a:cubicBezTo>
                    <a:pt x="6" y="38"/>
                    <a:pt x="6" y="41"/>
                    <a:pt x="8" y="44"/>
                  </a:cubicBezTo>
                  <a:cubicBezTo>
                    <a:pt x="10" y="48"/>
                    <a:pt x="13" y="49"/>
                    <a:pt x="16" y="49"/>
                  </a:cubicBezTo>
                  <a:cubicBezTo>
                    <a:pt x="18" y="49"/>
                    <a:pt x="20" y="48"/>
                    <a:pt x="22" y="47"/>
                  </a:cubicBezTo>
                  <a:cubicBezTo>
                    <a:pt x="24" y="46"/>
                    <a:pt x="25" y="44"/>
                    <a:pt x="27" y="41"/>
                  </a:cubicBezTo>
                  <a:cubicBezTo>
                    <a:pt x="27" y="41"/>
                    <a:pt x="27" y="41"/>
                    <a:pt x="27" y="41"/>
                  </a:cubicBezTo>
                  <a:close/>
                  <a:moveTo>
                    <a:pt x="45" y="1"/>
                  </a:moveTo>
                  <a:cubicBezTo>
                    <a:pt x="45" y="26"/>
                    <a:pt x="45" y="26"/>
                    <a:pt x="45" y="26"/>
                  </a:cubicBezTo>
                  <a:cubicBezTo>
                    <a:pt x="48" y="22"/>
                    <a:pt x="50" y="21"/>
                    <a:pt x="51" y="20"/>
                  </a:cubicBezTo>
                  <a:cubicBezTo>
                    <a:pt x="53" y="19"/>
                    <a:pt x="54" y="18"/>
                    <a:pt x="56" y="18"/>
                  </a:cubicBezTo>
                  <a:cubicBezTo>
                    <a:pt x="58" y="18"/>
                    <a:pt x="60" y="19"/>
                    <a:pt x="61" y="20"/>
                  </a:cubicBezTo>
                  <a:cubicBezTo>
                    <a:pt x="62" y="21"/>
                    <a:pt x="63" y="23"/>
                    <a:pt x="64" y="25"/>
                  </a:cubicBezTo>
                  <a:cubicBezTo>
                    <a:pt x="64" y="27"/>
                    <a:pt x="64" y="30"/>
                    <a:pt x="64" y="34"/>
                  </a:cubicBezTo>
                  <a:cubicBezTo>
                    <a:pt x="64" y="46"/>
                    <a:pt x="64" y="46"/>
                    <a:pt x="64" y="46"/>
                  </a:cubicBezTo>
                  <a:cubicBezTo>
                    <a:pt x="64" y="48"/>
                    <a:pt x="64" y="50"/>
                    <a:pt x="65" y="50"/>
                  </a:cubicBezTo>
                  <a:cubicBezTo>
                    <a:pt x="65" y="51"/>
                    <a:pt x="66" y="52"/>
                    <a:pt x="66" y="52"/>
                  </a:cubicBezTo>
                  <a:cubicBezTo>
                    <a:pt x="66" y="52"/>
                    <a:pt x="68" y="52"/>
                    <a:pt x="69" y="52"/>
                  </a:cubicBezTo>
                  <a:cubicBezTo>
                    <a:pt x="69" y="54"/>
                    <a:pt x="69" y="54"/>
                    <a:pt x="69" y="54"/>
                  </a:cubicBezTo>
                  <a:cubicBezTo>
                    <a:pt x="53" y="54"/>
                    <a:pt x="53" y="54"/>
                    <a:pt x="53" y="54"/>
                  </a:cubicBezTo>
                  <a:cubicBezTo>
                    <a:pt x="53" y="52"/>
                    <a:pt x="53" y="52"/>
                    <a:pt x="53" y="52"/>
                  </a:cubicBezTo>
                  <a:cubicBezTo>
                    <a:pt x="54" y="52"/>
                    <a:pt x="54" y="52"/>
                    <a:pt x="54" y="52"/>
                  </a:cubicBezTo>
                  <a:cubicBezTo>
                    <a:pt x="56" y="52"/>
                    <a:pt x="56" y="52"/>
                    <a:pt x="57" y="52"/>
                  </a:cubicBezTo>
                  <a:cubicBezTo>
                    <a:pt x="58" y="51"/>
                    <a:pt x="58" y="50"/>
                    <a:pt x="58" y="50"/>
                  </a:cubicBezTo>
                  <a:cubicBezTo>
                    <a:pt x="58" y="49"/>
                    <a:pt x="58" y="48"/>
                    <a:pt x="58" y="46"/>
                  </a:cubicBezTo>
                  <a:cubicBezTo>
                    <a:pt x="58" y="34"/>
                    <a:pt x="58" y="34"/>
                    <a:pt x="58" y="34"/>
                  </a:cubicBezTo>
                  <a:cubicBezTo>
                    <a:pt x="58" y="30"/>
                    <a:pt x="58" y="28"/>
                    <a:pt x="58" y="27"/>
                  </a:cubicBezTo>
                  <a:cubicBezTo>
                    <a:pt x="58" y="26"/>
                    <a:pt x="57" y="25"/>
                    <a:pt x="56" y="24"/>
                  </a:cubicBezTo>
                  <a:cubicBezTo>
                    <a:pt x="56" y="24"/>
                    <a:pt x="55" y="23"/>
                    <a:pt x="54" y="23"/>
                  </a:cubicBezTo>
                  <a:cubicBezTo>
                    <a:pt x="52" y="23"/>
                    <a:pt x="51" y="24"/>
                    <a:pt x="50" y="24"/>
                  </a:cubicBezTo>
                  <a:cubicBezTo>
                    <a:pt x="49" y="25"/>
                    <a:pt x="47" y="26"/>
                    <a:pt x="46" y="28"/>
                  </a:cubicBezTo>
                  <a:cubicBezTo>
                    <a:pt x="46" y="46"/>
                    <a:pt x="46" y="46"/>
                    <a:pt x="46" y="46"/>
                  </a:cubicBezTo>
                  <a:cubicBezTo>
                    <a:pt x="46" y="48"/>
                    <a:pt x="46" y="50"/>
                    <a:pt x="46" y="50"/>
                  </a:cubicBezTo>
                  <a:cubicBezTo>
                    <a:pt x="46" y="51"/>
                    <a:pt x="47" y="52"/>
                    <a:pt x="47" y="52"/>
                  </a:cubicBezTo>
                  <a:cubicBezTo>
                    <a:pt x="48" y="52"/>
                    <a:pt x="49" y="52"/>
                    <a:pt x="51" y="52"/>
                  </a:cubicBezTo>
                  <a:cubicBezTo>
                    <a:pt x="51" y="54"/>
                    <a:pt x="51" y="54"/>
                    <a:pt x="51" y="54"/>
                  </a:cubicBezTo>
                  <a:cubicBezTo>
                    <a:pt x="34" y="54"/>
                    <a:pt x="34" y="54"/>
                    <a:pt x="34" y="54"/>
                  </a:cubicBezTo>
                  <a:cubicBezTo>
                    <a:pt x="34" y="52"/>
                    <a:pt x="34" y="52"/>
                    <a:pt x="34" y="52"/>
                  </a:cubicBezTo>
                  <a:cubicBezTo>
                    <a:pt x="36" y="52"/>
                    <a:pt x="37" y="52"/>
                    <a:pt x="38" y="52"/>
                  </a:cubicBezTo>
                  <a:cubicBezTo>
                    <a:pt x="38" y="51"/>
                    <a:pt x="39" y="51"/>
                    <a:pt x="39" y="50"/>
                  </a:cubicBezTo>
                  <a:cubicBezTo>
                    <a:pt x="40" y="49"/>
                    <a:pt x="40" y="48"/>
                    <a:pt x="40" y="46"/>
                  </a:cubicBezTo>
                  <a:cubicBezTo>
                    <a:pt x="40" y="15"/>
                    <a:pt x="40" y="15"/>
                    <a:pt x="40" y="15"/>
                  </a:cubicBezTo>
                  <a:cubicBezTo>
                    <a:pt x="40" y="11"/>
                    <a:pt x="40" y="8"/>
                    <a:pt x="39" y="8"/>
                  </a:cubicBezTo>
                  <a:cubicBezTo>
                    <a:pt x="39" y="7"/>
                    <a:pt x="39" y="6"/>
                    <a:pt x="38" y="6"/>
                  </a:cubicBezTo>
                  <a:cubicBezTo>
                    <a:pt x="38" y="5"/>
                    <a:pt x="38" y="5"/>
                    <a:pt x="37" y="5"/>
                  </a:cubicBezTo>
                  <a:cubicBezTo>
                    <a:pt x="36" y="5"/>
                    <a:pt x="36" y="5"/>
                    <a:pt x="34" y="6"/>
                  </a:cubicBezTo>
                  <a:cubicBezTo>
                    <a:pt x="34" y="4"/>
                    <a:pt x="34" y="4"/>
                    <a:pt x="34" y="4"/>
                  </a:cubicBezTo>
                  <a:cubicBezTo>
                    <a:pt x="44" y="0"/>
                    <a:pt x="44" y="0"/>
                    <a:pt x="44" y="0"/>
                  </a:cubicBezTo>
                  <a:cubicBezTo>
                    <a:pt x="45" y="1"/>
                    <a:pt x="45" y="1"/>
                    <a:pt x="45" y="1"/>
                  </a:cubicBezTo>
                  <a:close/>
                  <a:moveTo>
                    <a:pt x="85" y="26"/>
                  </a:moveTo>
                  <a:cubicBezTo>
                    <a:pt x="89" y="21"/>
                    <a:pt x="92" y="19"/>
                    <a:pt x="96" y="19"/>
                  </a:cubicBezTo>
                  <a:cubicBezTo>
                    <a:pt x="97" y="19"/>
                    <a:pt x="99" y="19"/>
                    <a:pt x="100" y="20"/>
                  </a:cubicBezTo>
                  <a:cubicBezTo>
                    <a:pt x="102" y="21"/>
                    <a:pt x="103" y="22"/>
                    <a:pt x="104" y="24"/>
                  </a:cubicBezTo>
                  <a:cubicBezTo>
                    <a:pt x="104" y="26"/>
                    <a:pt x="104" y="28"/>
                    <a:pt x="104" y="31"/>
                  </a:cubicBezTo>
                  <a:cubicBezTo>
                    <a:pt x="104" y="46"/>
                    <a:pt x="104" y="46"/>
                    <a:pt x="104" y="46"/>
                  </a:cubicBezTo>
                  <a:cubicBezTo>
                    <a:pt x="104" y="48"/>
                    <a:pt x="104" y="49"/>
                    <a:pt x="105" y="50"/>
                  </a:cubicBezTo>
                  <a:cubicBezTo>
                    <a:pt x="105" y="51"/>
                    <a:pt x="106" y="51"/>
                    <a:pt x="106" y="52"/>
                  </a:cubicBezTo>
                  <a:cubicBezTo>
                    <a:pt x="106" y="52"/>
                    <a:pt x="108" y="52"/>
                    <a:pt x="109" y="52"/>
                  </a:cubicBezTo>
                  <a:cubicBezTo>
                    <a:pt x="109" y="53"/>
                    <a:pt x="109" y="53"/>
                    <a:pt x="109" y="53"/>
                  </a:cubicBezTo>
                  <a:cubicBezTo>
                    <a:pt x="93" y="53"/>
                    <a:pt x="93" y="53"/>
                    <a:pt x="93" y="53"/>
                  </a:cubicBezTo>
                  <a:cubicBezTo>
                    <a:pt x="93" y="52"/>
                    <a:pt x="93" y="52"/>
                    <a:pt x="93" y="52"/>
                  </a:cubicBezTo>
                  <a:cubicBezTo>
                    <a:pt x="94" y="52"/>
                    <a:pt x="94" y="52"/>
                    <a:pt x="94" y="52"/>
                  </a:cubicBezTo>
                  <a:cubicBezTo>
                    <a:pt x="96" y="52"/>
                    <a:pt x="96" y="52"/>
                    <a:pt x="97" y="51"/>
                  </a:cubicBezTo>
                  <a:cubicBezTo>
                    <a:pt x="98" y="51"/>
                    <a:pt x="98" y="50"/>
                    <a:pt x="98" y="49"/>
                  </a:cubicBezTo>
                  <a:cubicBezTo>
                    <a:pt x="98" y="49"/>
                    <a:pt x="98" y="48"/>
                    <a:pt x="98" y="46"/>
                  </a:cubicBezTo>
                  <a:cubicBezTo>
                    <a:pt x="98" y="32"/>
                    <a:pt x="98" y="32"/>
                    <a:pt x="98" y="32"/>
                  </a:cubicBezTo>
                  <a:cubicBezTo>
                    <a:pt x="98" y="28"/>
                    <a:pt x="98" y="26"/>
                    <a:pt x="97" y="25"/>
                  </a:cubicBezTo>
                  <a:cubicBezTo>
                    <a:pt x="96" y="24"/>
                    <a:pt x="95" y="23"/>
                    <a:pt x="93" y="23"/>
                  </a:cubicBezTo>
                  <a:cubicBezTo>
                    <a:pt x="90" y="23"/>
                    <a:pt x="88" y="24"/>
                    <a:pt x="85" y="28"/>
                  </a:cubicBezTo>
                  <a:cubicBezTo>
                    <a:pt x="85" y="46"/>
                    <a:pt x="85" y="46"/>
                    <a:pt x="85" y="46"/>
                  </a:cubicBezTo>
                  <a:cubicBezTo>
                    <a:pt x="85" y="48"/>
                    <a:pt x="85" y="49"/>
                    <a:pt x="85" y="50"/>
                  </a:cubicBezTo>
                  <a:cubicBezTo>
                    <a:pt x="86" y="51"/>
                    <a:pt x="86" y="51"/>
                    <a:pt x="86" y="52"/>
                  </a:cubicBezTo>
                  <a:cubicBezTo>
                    <a:pt x="87" y="52"/>
                    <a:pt x="88" y="52"/>
                    <a:pt x="90" y="52"/>
                  </a:cubicBezTo>
                  <a:cubicBezTo>
                    <a:pt x="90" y="53"/>
                    <a:pt x="90" y="53"/>
                    <a:pt x="90" y="53"/>
                  </a:cubicBezTo>
                  <a:cubicBezTo>
                    <a:pt x="74" y="53"/>
                    <a:pt x="74" y="53"/>
                    <a:pt x="74" y="53"/>
                  </a:cubicBezTo>
                  <a:cubicBezTo>
                    <a:pt x="74" y="52"/>
                    <a:pt x="74" y="52"/>
                    <a:pt x="74" y="52"/>
                  </a:cubicBezTo>
                  <a:cubicBezTo>
                    <a:pt x="75" y="52"/>
                    <a:pt x="75" y="52"/>
                    <a:pt x="75" y="52"/>
                  </a:cubicBezTo>
                  <a:cubicBezTo>
                    <a:pt x="76" y="52"/>
                    <a:pt x="78" y="52"/>
                    <a:pt x="78" y="51"/>
                  </a:cubicBezTo>
                  <a:cubicBezTo>
                    <a:pt x="78" y="50"/>
                    <a:pt x="79" y="48"/>
                    <a:pt x="79" y="46"/>
                  </a:cubicBezTo>
                  <a:cubicBezTo>
                    <a:pt x="79" y="33"/>
                    <a:pt x="79" y="33"/>
                    <a:pt x="79" y="33"/>
                  </a:cubicBezTo>
                  <a:cubicBezTo>
                    <a:pt x="79" y="29"/>
                    <a:pt x="79" y="26"/>
                    <a:pt x="78" y="25"/>
                  </a:cubicBezTo>
                  <a:cubicBezTo>
                    <a:pt x="78" y="24"/>
                    <a:pt x="78" y="24"/>
                    <a:pt x="78" y="23"/>
                  </a:cubicBezTo>
                  <a:cubicBezTo>
                    <a:pt x="77" y="23"/>
                    <a:pt x="77" y="23"/>
                    <a:pt x="76" y="23"/>
                  </a:cubicBezTo>
                  <a:cubicBezTo>
                    <a:pt x="75" y="23"/>
                    <a:pt x="74" y="23"/>
                    <a:pt x="74" y="23"/>
                  </a:cubicBezTo>
                  <a:cubicBezTo>
                    <a:pt x="73" y="22"/>
                    <a:pt x="73" y="22"/>
                    <a:pt x="73" y="22"/>
                  </a:cubicBezTo>
                  <a:cubicBezTo>
                    <a:pt x="83" y="18"/>
                    <a:pt x="83" y="18"/>
                    <a:pt x="83" y="18"/>
                  </a:cubicBezTo>
                  <a:cubicBezTo>
                    <a:pt x="85" y="18"/>
                    <a:pt x="85" y="18"/>
                    <a:pt x="85" y="18"/>
                  </a:cubicBezTo>
                  <a:cubicBezTo>
                    <a:pt x="85" y="26"/>
                    <a:pt x="85" y="26"/>
                    <a:pt x="85" y="26"/>
                  </a:cubicBezTo>
                  <a:close/>
                  <a:moveTo>
                    <a:pt x="132" y="19"/>
                  </a:moveTo>
                  <a:cubicBezTo>
                    <a:pt x="136" y="19"/>
                    <a:pt x="140" y="21"/>
                    <a:pt x="144" y="25"/>
                  </a:cubicBezTo>
                  <a:cubicBezTo>
                    <a:pt x="146" y="28"/>
                    <a:pt x="148" y="32"/>
                    <a:pt x="148" y="36"/>
                  </a:cubicBezTo>
                  <a:cubicBezTo>
                    <a:pt x="148" y="40"/>
                    <a:pt x="147" y="42"/>
                    <a:pt x="146" y="46"/>
                  </a:cubicBezTo>
                  <a:cubicBezTo>
                    <a:pt x="144" y="49"/>
                    <a:pt x="142" y="51"/>
                    <a:pt x="140" y="53"/>
                  </a:cubicBezTo>
                  <a:cubicBezTo>
                    <a:pt x="137" y="54"/>
                    <a:pt x="134" y="55"/>
                    <a:pt x="131" y="55"/>
                  </a:cubicBezTo>
                  <a:cubicBezTo>
                    <a:pt x="126" y="55"/>
                    <a:pt x="122" y="53"/>
                    <a:pt x="120" y="49"/>
                  </a:cubicBezTo>
                  <a:cubicBezTo>
                    <a:pt x="117" y="46"/>
                    <a:pt x="116" y="42"/>
                    <a:pt x="116" y="38"/>
                  </a:cubicBezTo>
                  <a:cubicBezTo>
                    <a:pt x="116" y="34"/>
                    <a:pt x="117" y="31"/>
                    <a:pt x="118" y="28"/>
                  </a:cubicBezTo>
                  <a:cubicBezTo>
                    <a:pt x="120" y="26"/>
                    <a:pt x="122" y="23"/>
                    <a:pt x="124" y="22"/>
                  </a:cubicBezTo>
                  <a:cubicBezTo>
                    <a:pt x="126" y="20"/>
                    <a:pt x="129" y="19"/>
                    <a:pt x="132" y="19"/>
                  </a:cubicBezTo>
                  <a:close/>
                  <a:moveTo>
                    <a:pt x="130" y="21"/>
                  </a:moveTo>
                  <a:cubicBezTo>
                    <a:pt x="129" y="21"/>
                    <a:pt x="128" y="22"/>
                    <a:pt x="127" y="22"/>
                  </a:cubicBezTo>
                  <a:cubicBezTo>
                    <a:pt x="126" y="23"/>
                    <a:pt x="124" y="24"/>
                    <a:pt x="124" y="26"/>
                  </a:cubicBezTo>
                  <a:cubicBezTo>
                    <a:pt x="123" y="28"/>
                    <a:pt x="122" y="31"/>
                    <a:pt x="122" y="34"/>
                  </a:cubicBezTo>
                  <a:cubicBezTo>
                    <a:pt x="122" y="39"/>
                    <a:pt x="123" y="43"/>
                    <a:pt x="125" y="47"/>
                  </a:cubicBezTo>
                  <a:cubicBezTo>
                    <a:pt x="127" y="50"/>
                    <a:pt x="130" y="52"/>
                    <a:pt x="133" y="52"/>
                  </a:cubicBezTo>
                  <a:cubicBezTo>
                    <a:pt x="135" y="52"/>
                    <a:pt x="137" y="51"/>
                    <a:pt x="138" y="49"/>
                  </a:cubicBezTo>
                  <a:cubicBezTo>
                    <a:pt x="140" y="47"/>
                    <a:pt x="141" y="44"/>
                    <a:pt x="141" y="39"/>
                  </a:cubicBezTo>
                  <a:cubicBezTo>
                    <a:pt x="141" y="33"/>
                    <a:pt x="140" y="28"/>
                    <a:pt x="137" y="25"/>
                  </a:cubicBezTo>
                  <a:cubicBezTo>
                    <a:pt x="135" y="22"/>
                    <a:pt x="133" y="21"/>
                    <a:pt x="130" y="21"/>
                  </a:cubicBezTo>
                  <a:close/>
                  <a:moveTo>
                    <a:pt x="167" y="1"/>
                  </a:moveTo>
                  <a:cubicBezTo>
                    <a:pt x="167" y="46"/>
                    <a:pt x="167" y="46"/>
                    <a:pt x="167" y="46"/>
                  </a:cubicBezTo>
                  <a:cubicBezTo>
                    <a:pt x="167" y="48"/>
                    <a:pt x="167" y="50"/>
                    <a:pt x="168" y="50"/>
                  </a:cubicBezTo>
                  <a:cubicBezTo>
                    <a:pt x="168" y="51"/>
                    <a:pt x="168" y="52"/>
                    <a:pt x="169" y="52"/>
                  </a:cubicBezTo>
                  <a:cubicBezTo>
                    <a:pt x="170" y="52"/>
                    <a:pt x="170" y="52"/>
                    <a:pt x="172" y="52"/>
                  </a:cubicBezTo>
                  <a:cubicBezTo>
                    <a:pt x="172" y="54"/>
                    <a:pt x="172" y="54"/>
                    <a:pt x="172" y="54"/>
                  </a:cubicBezTo>
                  <a:cubicBezTo>
                    <a:pt x="156" y="54"/>
                    <a:pt x="156" y="54"/>
                    <a:pt x="156" y="54"/>
                  </a:cubicBezTo>
                  <a:cubicBezTo>
                    <a:pt x="156" y="52"/>
                    <a:pt x="156" y="52"/>
                    <a:pt x="156" y="52"/>
                  </a:cubicBezTo>
                  <a:cubicBezTo>
                    <a:pt x="158" y="52"/>
                    <a:pt x="159" y="52"/>
                    <a:pt x="160" y="52"/>
                  </a:cubicBezTo>
                  <a:cubicBezTo>
                    <a:pt x="160" y="52"/>
                    <a:pt x="160" y="51"/>
                    <a:pt x="161" y="50"/>
                  </a:cubicBezTo>
                  <a:cubicBezTo>
                    <a:pt x="161" y="50"/>
                    <a:pt x="161" y="48"/>
                    <a:pt x="161" y="46"/>
                  </a:cubicBezTo>
                  <a:cubicBezTo>
                    <a:pt x="161" y="15"/>
                    <a:pt x="161" y="15"/>
                    <a:pt x="161" y="15"/>
                  </a:cubicBezTo>
                  <a:cubicBezTo>
                    <a:pt x="161" y="11"/>
                    <a:pt x="161" y="9"/>
                    <a:pt x="161" y="8"/>
                  </a:cubicBezTo>
                  <a:cubicBezTo>
                    <a:pt x="161" y="7"/>
                    <a:pt x="160" y="6"/>
                    <a:pt x="160" y="6"/>
                  </a:cubicBezTo>
                  <a:cubicBezTo>
                    <a:pt x="160" y="6"/>
                    <a:pt x="159" y="6"/>
                    <a:pt x="158" y="6"/>
                  </a:cubicBezTo>
                  <a:cubicBezTo>
                    <a:pt x="158" y="6"/>
                    <a:pt x="157" y="6"/>
                    <a:pt x="156" y="6"/>
                  </a:cubicBezTo>
                  <a:cubicBezTo>
                    <a:pt x="155" y="5"/>
                    <a:pt x="155" y="5"/>
                    <a:pt x="155" y="5"/>
                  </a:cubicBezTo>
                  <a:cubicBezTo>
                    <a:pt x="165" y="1"/>
                    <a:pt x="165" y="1"/>
                    <a:pt x="165" y="1"/>
                  </a:cubicBezTo>
                  <a:cubicBezTo>
                    <a:pt x="167" y="1"/>
                    <a:pt x="167" y="1"/>
                    <a:pt x="167" y="1"/>
                  </a:cubicBezTo>
                  <a:cubicBezTo>
                    <a:pt x="167" y="1"/>
                    <a:pt x="167" y="1"/>
                    <a:pt x="167" y="1"/>
                  </a:cubicBezTo>
                  <a:close/>
                  <a:moveTo>
                    <a:pt x="196" y="19"/>
                  </a:moveTo>
                  <a:cubicBezTo>
                    <a:pt x="201" y="19"/>
                    <a:pt x="205" y="21"/>
                    <a:pt x="208" y="25"/>
                  </a:cubicBezTo>
                  <a:cubicBezTo>
                    <a:pt x="210" y="28"/>
                    <a:pt x="212" y="32"/>
                    <a:pt x="212" y="36"/>
                  </a:cubicBezTo>
                  <a:cubicBezTo>
                    <a:pt x="212" y="40"/>
                    <a:pt x="211" y="42"/>
                    <a:pt x="210" y="46"/>
                  </a:cubicBezTo>
                  <a:cubicBezTo>
                    <a:pt x="209" y="49"/>
                    <a:pt x="207" y="51"/>
                    <a:pt x="204" y="53"/>
                  </a:cubicBezTo>
                  <a:cubicBezTo>
                    <a:pt x="202" y="54"/>
                    <a:pt x="199" y="55"/>
                    <a:pt x="196" y="55"/>
                  </a:cubicBezTo>
                  <a:cubicBezTo>
                    <a:pt x="191" y="55"/>
                    <a:pt x="187" y="53"/>
                    <a:pt x="184" y="49"/>
                  </a:cubicBezTo>
                  <a:cubicBezTo>
                    <a:pt x="182" y="46"/>
                    <a:pt x="181" y="42"/>
                    <a:pt x="181" y="38"/>
                  </a:cubicBezTo>
                  <a:cubicBezTo>
                    <a:pt x="181" y="34"/>
                    <a:pt x="182" y="31"/>
                    <a:pt x="183" y="28"/>
                  </a:cubicBezTo>
                  <a:cubicBezTo>
                    <a:pt x="185" y="26"/>
                    <a:pt x="187" y="23"/>
                    <a:pt x="189" y="22"/>
                  </a:cubicBezTo>
                  <a:cubicBezTo>
                    <a:pt x="190" y="20"/>
                    <a:pt x="193" y="19"/>
                    <a:pt x="196" y="19"/>
                  </a:cubicBezTo>
                  <a:close/>
                  <a:moveTo>
                    <a:pt x="195" y="21"/>
                  </a:moveTo>
                  <a:cubicBezTo>
                    <a:pt x="194" y="21"/>
                    <a:pt x="192" y="22"/>
                    <a:pt x="191" y="22"/>
                  </a:cubicBezTo>
                  <a:cubicBezTo>
                    <a:pt x="190" y="23"/>
                    <a:pt x="188" y="24"/>
                    <a:pt x="188" y="26"/>
                  </a:cubicBezTo>
                  <a:cubicBezTo>
                    <a:pt x="187" y="28"/>
                    <a:pt x="186" y="31"/>
                    <a:pt x="186" y="34"/>
                  </a:cubicBezTo>
                  <a:cubicBezTo>
                    <a:pt x="186" y="39"/>
                    <a:pt x="187" y="43"/>
                    <a:pt x="189" y="47"/>
                  </a:cubicBezTo>
                  <a:cubicBezTo>
                    <a:pt x="191" y="50"/>
                    <a:pt x="194" y="52"/>
                    <a:pt x="197" y="52"/>
                  </a:cubicBezTo>
                  <a:cubicBezTo>
                    <a:pt x="199" y="52"/>
                    <a:pt x="201" y="51"/>
                    <a:pt x="202" y="49"/>
                  </a:cubicBezTo>
                  <a:cubicBezTo>
                    <a:pt x="204" y="47"/>
                    <a:pt x="205" y="44"/>
                    <a:pt x="205" y="39"/>
                  </a:cubicBezTo>
                  <a:cubicBezTo>
                    <a:pt x="205" y="33"/>
                    <a:pt x="204" y="28"/>
                    <a:pt x="201" y="25"/>
                  </a:cubicBezTo>
                  <a:cubicBezTo>
                    <a:pt x="200" y="22"/>
                    <a:pt x="197" y="21"/>
                    <a:pt x="195" y="21"/>
                  </a:cubicBezTo>
                  <a:close/>
                  <a:moveTo>
                    <a:pt x="229" y="41"/>
                  </a:moveTo>
                  <a:cubicBezTo>
                    <a:pt x="227" y="40"/>
                    <a:pt x="225" y="39"/>
                    <a:pt x="224" y="37"/>
                  </a:cubicBezTo>
                  <a:cubicBezTo>
                    <a:pt x="223" y="35"/>
                    <a:pt x="222" y="33"/>
                    <a:pt x="222" y="31"/>
                  </a:cubicBezTo>
                  <a:cubicBezTo>
                    <a:pt x="222" y="28"/>
                    <a:pt x="224" y="24"/>
                    <a:pt x="226" y="22"/>
                  </a:cubicBezTo>
                  <a:cubicBezTo>
                    <a:pt x="228" y="20"/>
                    <a:pt x="232" y="18"/>
                    <a:pt x="235" y="18"/>
                  </a:cubicBezTo>
                  <a:cubicBezTo>
                    <a:pt x="238" y="18"/>
                    <a:pt x="241" y="19"/>
                    <a:pt x="243" y="21"/>
                  </a:cubicBezTo>
                  <a:cubicBezTo>
                    <a:pt x="250" y="21"/>
                    <a:pt x="250" y="21"/>
                    <a:pt x="250" y="21"/>
                  </a:cubicBezTo>
                  <a:cubicBezTo>
                    <a:pt x="251" y="21"/>
                    <a:pt x="252" y="21"/>
                    <a:pt x="252" y="21"/>
                  </a:cubicBezTo>
                  <a:cubicBezTo>
                    <a:pt x="252" y="21"/>
                    <a:pt x="252" y="21"/>
                    <a:pt x="252" y="21"/>
                  </a:cubicBezTo>
                  <a:cubicBezTo>
                    <a:pt x="252" y="22"/>
                    <a:pt x="252" y="22"/>
                    <a:pt x="252" y="22"/>
                  </a:cubicBezTo>
                  <a:cubicBezTo>
                    <a:pt x="252" y="23"/>
                    <a:pt x="252" y="24"/>
                    <a:pt x="252" y="24"/>
                  </a:cubicBezTo>
                  <a:cubicBezTo>
                    <a:pt x="252" y="24"/>
                    <a:pt x="252" y="24"/>
                    <a:pt x="252" y="24"/>
                  </a:cubicBezTo>
                  <a:cubicBezTo>
                    <a:pt x="252" y="24"/>
                    <a:pt x="251" y="24"/>
                    <a:pt x="250" y="24"/>
                  </a:cubicBezTo>
                  <a:cubicBezTo>
                    <a:pt x="246" y="24"/>
                    <a:pt x="246" y="24"/>
                    <a:pt x="246" y="24"/>
                  </a:cubicBezTo>
                  <a:cubicBezTo>
                    <a:pt x="247" y="26"/>
                    <a:pt x="248" y="28"/>
                    <a:pt x="248" y="31"/>
                  </a:cubicBezTo>
                  <a:cubicBezTo>
                    <a:pt x="248" y="34"/>
                    <a:pt x="246" y="37"/>
                    <a:pt x="244" y="39"/>
                  </a:cubicBezTo>
                  <a:cubicBezTo>
                    <a:pt x="242" y="41"/>
                    <a:pt x="238" y="42"/>
                    <a:pt x="235" y="42"/>
                  </a:cubicBezTo>
                  <a:cubicBezTo>
                    <a:pt x="233" y="42"/>
                    <a:pt x="232" y="42"/>
                    <a:pt x="230" y="41"/>
                  </a:cubicBezTo>
                  <a:cubicBezTo>
                    <a:pt x="229" y="42"/>
                    <a:pt x="228" y="43"/>
                    <a:pt x="228" y="44"/>
                  </a:cubicBezTo>
                  <a:cubicBezTo>
                    <a:pt x="228" y="44"/>
                    <a:pt x="228" y="45"/>
                    <a:pt x="228" y="45"/>
                  </a:cubicBezTo>
                  <a:cubicBezTo>
                    <a:pt x="228" y="46"/>
                    <a:pt x="228" y="46"/>
                    <a:pt x="228" y="46"/>
                  </a:cubicBezTo>
                  <a:cubicBezTo>
                    <a:pt x="228" y="47"/>
                    <a:pt x="229" y="47"/>
                    <a:pt x="230" y="47"/>
                  </a:cubicBezTo>
                  <a:cubicBezTo>
                    <a:pt x="231" y="47"/>
                    <a:pt x="233" y="47"/>
                    <a:pt x="236" y="48"/>
                  </a:cubicBezTo>
                  <a:cubicBezTo>
                    <a:pt x="240" y="48"/>
                    <a:pt x="244" y="48"/>
                    <a:pt x="245" y="48"/>
                  </a:cubicBezTo>
                  <a:cubicBezTo>
                    <a:pt x="248" y="48"/>
                    <a:pt x="249" y="49"/>
                    <a:pt x="250" y="50"/>
                  </a:cubicBezTo>
                  <a:cubicBezTo>
                    <a:pt x="252" y="52"/>
                    <a:pt x="252" y="54"/>
                    <a:pt x="252" y="56"/>
                  </a:cubicBezTo>
                  <a:cubicBezTo>
                    <a:pt x="252" y="58"/>
                    <a:pt x="251" y="61"/>
                    <a:pt x="249" y="64"/>
                  </a:cubicBezTo>
                  <a:cubicBezTo>
                    <a:pt x="245" y="67"/>
                    <a:pt x="240" y="69"/>
                    <a:pt x="234" y="69"/>
                  </a:cubicBezTo>
                  <a:cubicBezTo>
                    <a:pt x="230" y="69"/>
                    <a:pt x="226" y="68"/>
                    <a:pt x="223" y="66"/>
                  </a:cubicBezTo>
                  <a:cubicBezTo>
                    <a:pt x="221" y="65"/>
                    <a:pt x="220" y="64"/>
                    <a:pt x="220" y="62"/>
                  </a:cubicBezTo>
                  <a:cubicBezTo>
                    <a:pt x="220" y="62"/>
                    <a:pt x="220" y="61"/>
                    <a:pt x="220" y="60"/>
                  </a:cubicBezTo>
                  <a:cubicBezTo>
                    <a:pt x="221" y="60"/>
                    <a:pt x="222" y="58"/>
                    <a:pt x="223" y="56"/>
                  </a:cubicBezTo>
                  <a:cubicBezTo>
                    <a:pt x="223" y="56"/>
                    <a:pt x="224" y="55"/>
                    <a:pt x="226" y="52"/>
                  </a:cubicBezTo>
                  <a:cubicBezTo>
                    <a:pt x="225" y="52"/>
                    <a:pt x="224" y="51"/>
                    <a:pt x="224" y="50"/>
                  </a:cubicBezTo>
                  <a:cubicBezTo>
                    <a:pt x="223" y="50"/>
                    <a:pt x="223" y="49"/>
                    <a:pt x="223" y="48"/>
                  </a:cubicBezTo>
                  <a:cubicBezTo>
                    <a:pt x="223" y="48"/>
                    <a:pt x="223" y="46"/>
                    <a:pt x="224" y="45"/>
                  </a:cubicBezTo>
                  <a:cubicBezTo>
                    <a:pt x="225" y="45"/>
                    <a:pt x="226" y="44"/>
                    <a:pt x="229" y="41"/>
                  </a:cubicBezTo>
                  <a:close/>
                  <a:moveTo>
                    <a:pt x="235" y="20"/>
                  </a:moveTo>
                  <a:cubicBezTo>
                    <a:pt x="233" y="20"/>
                    <a:pt x="232" y="21"/>
                    <a:pt x="230" y="22"/>
                  </a:cubicBezTo>
                  <a:cubicBezTo>
                    <a:pt x="229" y="24"/>
                    <a:pt x="229" y="26"/>
                    <a:pt x="229" y="29"/>
                  </a:cubicBezTo>
                  <a:cubicBezTo>
                    <a:pt x="229" y="33"/>
                    <a:pt x="230" y="36"/>
                    <a:pt x="231" y="38"/>
                  </a:cubicBezTo>
                  <a:cubicBezTo>
                    <a:pt x="232" y="40"/>
                    <a:pt x="234" y="41"/>
                    <a:pt x="236" y="41"/>
                  </a:cubicBezTo>
                  <a:cubicBezTo>
                    <a:pt x="238" y="41"/>
                    <a:pt x="239" y="40"/>
                    <a:pt x="240" y="39"/>
                  </a:cubicBezTo>
                  <a:cubicBezTo>
                    <a:pt x="242" y="37"/>
                    <a:pt x="242" y="35"/>
                    <a:pt x="242" y="32"/>
                  </a:cubicBezTo>
                  <a:cubicBezTo>
                    <a:pt x="242" y="28"/>
                    <a:pt x="241" y="25"/>
                    <a:pt x="240" y="23"/>
                  </a:cubicBezTo>
                  <a:cubicBezTo>
                    <a:pt x="238" y="21"/>
                    <a:pt x="237" y="20"/>
                    <a:pt x="235" y="20"/>
                  </a:cubicBezTo>
                  <a:close/>
                  <a:moveTo>
                    <a:pt x="228" y="54"/>
                  </a:moveTo>
                  <a:cubicBezTo>
                    <a:pt x="227" y="55"/>
                    <a:pt x="226" y="56"/>
                    <a:pt x="226" y="57"/>
                  </a:cubicBezTo>
                  <a:cubicBezTo>
                    <a:pt x="226" y="58"/>
                    <a:pt x="225" y="59"/>
                    <a:pt x="225" y="60"/>
                  </a:cubicBezTo>
                  <a:cubicBezTo>
                    <a:pt x="225" y="62"/>
                    <a:pt x="226" y="63"/>
                    <a:pt x="227" y="64"/>
                  </a:cubicBezTo>
                  <a:cubicBezTo>
                    <a:pt x="230" y="65"/>
                    <a:pt x="233" y="66"/>
                    <a:pt x="238" y="66"/>
                  </a:cubicBezTo>
                  <a:cubicBezTo>
                    <a:pt x="242" y="66"/>
                    <a:pt x="245" y="65"/>
                    <a:pt x="247" y="64"/>
                  </a:cubicBezTo>
                  <a:cubicBezTo>
                    <a:pt x="249" y="62"/>
                    <a:pt x="250" y="60"/>
                    <a:pt x="250" y="58"/>
                  </a:cubicBezTo>
                  <a:cubicBezTo>
                    <a:pt x="250" y="57"/>
                    <a:pt x="250" y="56"/>
                    <a:pt x="248" y="56"/>
                  </a:cubicBezTo>
                  <a:cubicBezTo>
                    <a:pt x="247" y="55"/>
                    <a:pt x="245" y="55"/>
                    <a:pt x="241" y="55"/>
                  </a:cubicBezTo>
                  <a:cubicBezTo>
                    <a:pt x="236" y="54"/>
                    <a:pt x="231" y="54"/>
                    <a:pt x="228" y="54"/>
                  </a:cubicBezTo>
                  <a:close/>
                  <a:moveTo>
                    <a:pt x="258" y="20"/>
                  </a:moveTo>
                  <a:cubicBezTo>
                    <a:pt x="274" y="20"/>
                    <a:pt x="274" y="20"/>
                    <a:pt x="274" y="20"/>
                  </a:cubicBezTo>
                  <a:cubicBezTo>
                    <a:pt x="274" y="21"/>
                    <a:pt x="274" y="21"/>
                    <a:pt x="274" y="21"/>
                  </a:cubicBezTo>
                  <a:cubicBezTo>
                    <a:pt x="273" y="21"/>
                    <a:pt x="273" y="21"/>
                    <a:pt x="273" y="21"/>
                  </a:cubicBezTo>
                  <a:cubicBezTo>
                    <a:pt x="272" y="21"/>
                    <a:pt x="271" y="21"/>
                    <a:pt x="270" y="22"/>
                  </a:cubicBezTo>
                  <a:cubicBezTo>
                    <a:pt x="270" y="22"/>
                    <a:pt x="270" y="23"/>
                    <a:pt x="270" y="23"/>
                  </a:cubicBezTo>
                  <a:cubicBezTo>
                    <a:pt x="270" y="24"/>
                    <a:pt x="270" y="26"/>
                    <a:pt x="271" y="27"/>
                  </a:cubicBezTo>
                  <a:cubicBezTo>
                    <a:pt x="279" y="44"/>
                    <a:pt x="279" y="44"/>
                    <a:pt x="279" y="44"/>
                  </a:cubicBezTo>
                  <a:cubicBezTo>
                    <a:pt x="286" y="26"/>
                    <a:pt x="286" y="26"/>
                    <a:pt x="286" y="26"/>
                  </a:cubicBezTo>
                  <a:cubicBezTo>
                    <a:pt x="286" y="24"/>
                    <a:pt x="287" y="24"/>
                    <a:pt x="287" y="22"/>
                  </a:cubicBezTo>
                  <a:cubicBezTo>
                    <a:pt x="287" y="22"/>
                    <a:pt x="287" y="22"/>
                    <a:pt x="286" y="21"/>
                  </a:cubicBezTo>
                  <a:cubicBezTo>
                    <a:pt x="286" y="21"/>
                    <a:pt x="286" y="21"/>
                    <a:pt x="286" y="20"/>
                  </a:cubicBezTo>
                  <a:cubicBezTo>
                    <a:pt x="285" y="20"/>
                    <a:pt x="284" y="20"/>
                    <a:pt x="284" y="20"/>
                  </a:cubicBezTo>
                  <a:cubicBezTo>
                    <a:pt x="284" y="19"/>
                    <a:pt x="284" y="19"/>
                    <a:pt x="284" y="19"/>
                  </a:cubicBezTo>
                  <a:cubicBezTo>
                    <a:pt x="294" y="19"/>
                    <a:pt x="294" y="19"/>
                    <a:pt x="294" y="19"/>
                  </a:cubicBezTo>
                  <a:cubicBezTo>
                    <a:pt x="294" y="20"/>
                    <a:pt x="294" y="20"/>
                    <a:pt x="294" y="20"/>
                  </a:cubicBezTo>
                  <a:cubicBezTo>
                    <a:pt x="294" y="20"/>
                    <a:pt x="293" y="20"/>
                    <a:pt x="292" y="20"/>
                  </a:cubicBezTo>
                  <a:cubicBezTo>
                    <a:pt x="292" y="21"/>
                    <a:pt x="292" y="21"/>
                    <a:pt x="291" y="22"/>
                  </a:cubicBezTo>
                  <a:cubicBezTo>
                    <a:pt x="290" y="22"/>
                    <a:pt x="290" y="23"/>
                    <a:pt x="290" y="25"/>
                  </a:cubicBezTo>
                  <a:cubicBezTo>
                    <a:pt x="276" y="59"/>
                    <a:pt x="276" y="59"/>
                    <a:pt x="276" y="59"/>
                  </a:cubicBezTo>
                  <a:cubicBezTo>
                    <a:pt x="275" y="62"/>
                    <a:pt x="274" y="64"/>
                    <a:pt x="271" y="66"/>
                  </a:cubicBezTo>
                  <a:cubicBezTo>
                    <a:pt x="269" y="68"/>
                    <a:pt x="267" y="69"/>
                    <a:pt x="265" y="69"/>
                  </a:cubicBezTo>
                  <a:cubicBezTo>
                    <a:pt x="264" y="69"/>
                    <a:pt x="263" y="68"/>
                    <a:pt x="262" y="68"/>
                  </a:cubicBezTo>
                  <a:cubicBezTo>
                    <a:pt x="261" y="67"/>
                    <a:pt x="260" y="66"/>
                    <a:pt x="260" y="65"/>
                  </a:cubicBezTo>
                  <a:cubicBezTo>
                    <a:pt x="260" y="64"/>
                    <a:pt x="261" y="63"/>
                    <a:pt x="261" y="62"/>
                  </a:cubicBezTo>
                  <a:cubicBezTo>
                    <a:pt x="262" y="62"/>
                    <a:pt x="263" y="62"/>
                    <a:pt x="264" y="62"/>
                  </a:cubicBezTo>
                  <a:cubicBezTo>
                    <a:pt x="265" y="62"/>
                    <a:pt x="266" y="62"/>
                    <a:pt x="267" y="62"/>
                  </a:cubicBezTo>
                  <a:cubicBezTo>
                    <a:pt x="268" y="63"/>
                    <a:pt x="269" y="63"/>
                    <a:pt x="269" y="63"/>
                  </a:cubicBezTo>
                  <a:cubicBezTo>
                    <a:pt x="270" y="63"/>
                    <a:pt x="270" y="62"/>
                    <a:pt x="271" y="62"/>
                  </a:cubicBezTo>
                  <a:cubicBezTo>
                    <a:pt x="272" y="61"/>
                    <a:pt x="273" y="59"/>
                    <a:pt x="274" y="57"/>
                  </a:cubicBezTo>
                  <a:cubicBezTo>
                    <a:pt x="276" y="51"/>
                    <a:pt x="276" y="51"/>
                    <a:pt x="276" y="51"/>
                  </a:cubicBezTo>
                  <a:cubicBezTo>
                    <a:pt x="264" y="26"/>
                    <a:pt x="264" y="26"/>
                    <a:pt x="264" y="26"/>
                  </a:cubicBezTo>
                  <a:cubicBezTo>
                    <a:pt x="264" y="25"/>
                    <a:pt x="264" y="24"/>
                    <a:pt x="263" y="23"/>
                  </a:cubicBezTo>
                  <a:cubicBezTo>
                    <a:pt x="262" y="22"/>
                    <a:pt x="262" y="21"/>
                    <a:pt x="261" y="21"/>
                  </a:cubicBezTo>
                  <a:cubicBezTo>
                    <a:pt x="261" y="21"/>
                    <a:pt x="260" y="20"/>
                    <a:pt x="258" y="20"/>
                  </a:cubicBezTo>
                  <a:cubicBezTo>
                    <a:pt x="258" y="20"/>
                    <a:pt x="258" y="20"/>
                    <a:pt x="258" y="20"/>
                  </a:cubicBezTo>
                  <a:close/>
                  <a:moveTo>
                    <a:pt x="331" y="19"/>
                  </a:moveTo>
                  <a:cubicBezTo>
                    <a:pt x="336" y="19"/>
                    <a:pt x="340" y="21"/>
                    <a:pt x="343" y="25"/>
                  </a:cubicBezTo>
                  <a:cubicBezTo>
                    <a:pt x="346" y="28"/>
                    <a:pt x="347" y="32"/>
                    <a:pt x="347" y="36"/>
                  </a:cubicBezTo>
                  <a:cubicBezTo>
                    <a:pt x="347" y="40"/>
                    <a:pt x="346" y="42"/>
                    <a:pt x="345" y="46"/>
                  </a:cubicBezTo>
                  <a:cubicBezTo>
                    <a:pt x="344" y="49"/>
                    <a:pt x="342" y="51"/>
                    <a:pt x="339" y="53"/>
                  </a:cubicBezTo>
                  <a:cubicBezTo>
                    <a:pt x="336" y="54"/>
                    <a:pt x="334" y="55"/>
                    <a:pt x="331" y="55"/>
                  </a:cubicBezTo>
                  <a:cubicBezTo>
                    <a:pt x="326" y="55"/>
                    <a:pt x="322" y="53"/>
                    <a:pt x="319" y="49"/>
                  </a:cubicBezTo>
                  <a:cubicBezTo>
                    <a:pt x="317" y="46"/>
                    <a:pt x="316" y="42"/>
                    <a:pt x="316" y="38"/>
                  </a:cubicBezTo>
                  <a:cubicBezTo>
                    <a:pt x="316" y="34"/>
                    <a:pt x="316" y="31"/>
                    <a:pt x="318" y="28"/>
                  </a:cubicBezTo>
                  <a:cubicBezTo>
                    <a:pt x="320" y="26"/>
                    <a:pt x="322" y="23"/>
                    <a:pt x="324" y="22"/>
                  </a:cubicBezTo>
                  <a:cubicBezTo>
                    <a:pt x="326" y="20"/>
                    <a:pt x="328" y="19"/>
                    <a:pt x="331" y="19"/>
                  </a:cubicBezTo>
                  <a:close/>
                  <a:moveTo>
                    <a:pt x="330" y="21"/>
                  </a:moveTo>
                  <a:cubicBezTo>
                    <a:pt x="329" y="21"/>
                    <a:pt x="328" y="22"/>
                    <a:pt x="326" y="22"/>
                  </a:cubicBezTo>
                  <a:cubicBezTo>
                    <a:pt x="325" y="23"/>
                    <a:pt x="324" y="24"/>
                    <a:pt x="323" y="26"/>
                  </a:cubicBezTo>
                  <a:cubicBezTo>
                    <a:pt x="322" y="28"/>
                    <a:pt x="322" y="31"/>
                    <a:pt x="322" y="34"/>
                  </a:cubicBezTo>
                  <a:cubicBezTo>
                    <a:pt x="322" y="39"/>
                    <a:pt x="323" y="43"/>
                    <a:pt x="325" y="47"/>
                  </a:cubicBezTo>
                  <a:cubicBezTo>
                    <a:pt x="327" y="50"/>
                    <a:pt x="329" y="52"/>
                    <a:pt x="332" y="52"/>
                  </a:cubicBezTo>
                  <a:cubicBezTo>
                    <a:pt x="335" y="52"/>
                    <a:pt x="337" y="51"/>
                    <a:pt x="338" y="49"/>
                  </a:cubicBezTo>
                  <a:cubicBezTo>
                    <a:pt x="340" y="47"/>
                    <a:pt x="340" y="44"/>
                    <a:pt x="340" y="39"/>
                  </a:cubicBezTo>
                  <a:cubicBezTo>
                    <a:pt x="340" y="33"/>
                    <a:pt x="339" y="28"/>
                    <a:pt x="337" y="25"/>
                  </a:cubicBezTo>
                  <a:cubicBezTo>
                    <a:pt x="335" y="22"/>
                    <a:pt x="332" y="21"/>
                    <a:pt x="330" y="21"/>
                  </a:cubicBezTo>
                  <a:close/>
                  <a:moveTo>
                    <a:pt x="368" y="22"/>
                  </a:moveTo>
                  <a:cubicBezTo>
                    <a:pt x="368" y="45"/>
                    <a:pt x="368" y="45"/>
                    <a:pt x="368" y="45"/>
                  </a:cubicBezTo>
                  <a:cubicBezTo>
                    <a:pt x="368" y="48"/>
                    <a:pt x="368" y="50"/>
                    <a:pt x="369" y="51"/>
                  </a:cubicBezTo>
                  <a:cubicBezTo>
                    <a:pt x="370" y="52"/>
                    <a:pt x="371" y="52"/>
                    <a:pt x="373" y="52"/>
                  </a:cubicBezTo>
                  <a:cubicBezTo>
                    <a:pt x="376" y="52"/>
                    <a:pt x="376" y="52"/>
                    <a:pt x="376" y="52"/>
                  </a:cubicBezTo>
                  <a:cubicBezTo>
                    <a:pt x="376" y="54"/>
                    <a:pt x="376" y="54"/>
                    <a:pt x="376" y="54"/>
                  </a:cubicBezTo>
                  <a:cubicBezTo>
                    <a:pt x="356" y="54"/>
                    <a:pt x="356" y="54"/>
                    <a:pt x="356" y="54"/>
                  </a:cubicBezTo>
                  <a:cubicBezTo>
                    <a:pt x="356" y="52"/>
                    <a:pt x="356" y="52"/>
                    <a:pt x="356" y="52"/>
                  </a:cubicBezTo>
                  <a:cubicBezTo>
                    <a:pt x="358" y="52"/>
                    <a:pt x="358" y="52"/>
                    <a:pt x="358" y="52"/>
                  </a:cubicBezTo>
                  <a:cubicBezTo>
                    <a:pt x="358" y="52"/>
                    <a:pt x="360" y="52"/>
                    <a:pt x="360" y="52"/>
                  </a:cubicBezTo>
                  <a:cubicBezTo>
                    <a:pt x="361" y="51"/>
                    <a:pt x="362" y="50"/>
                    <a:pt x="362" y="50"/>
                  </a:cubicBezTo>
                  <a:cubicBezTo>
                    <a:pt x="362" y="49"/>
                    <a:pt x="362" y="47"/>
                    <a:pt x="362" y="45"/>
                  </a:cubicBezTo>
                  <a:cubicBezTo>
                    <a:pt x="362" y="22"/>
                    <a:pt x="362" y="22"/>
                    <a:pt x="362" y="22"/>
                  </a:cubicBezTo>
                  <a:cubicBezTo>
                    <a:pt x="356" y="22"/>
                    <a:pt x="356" y="22"/>
                    <a:pt x="356" y="22"/>
                  </a:cubicBezTo>
                  <a:cubicBezTo>
                    <a:pt x="356" y="20"/>
                    <a:pt x="356" y="20"/>
                    <a:pt x="356" y="20"/>
                  </a:cubicBezTo>
                  <a:cubicBezTo>
                    <a:pt x="362" y="20"/>
                    <a:pt x="362" y="20"/>
                    <a:pt x="362" y="20"/>
                  </a:cubicBezTo>
                  <a:cubicBezTo>
                    <a:pt x="362" y="17"/>
                    <a:pt x="362" y="17"/>
                    <a:pt x="362" y="17"/>
                  </a:cubicBezTo>
                  <a:cubicBezTo>
                    <a:pt x="362" y="14"/>
                    <a:pt x="363" y="11"/>
                    <a:pt x="364" y="8"/>
                  </a:cubicBezTo>
                  <a:cubicBezTo>
                    <a:pt x="365" y="6"/>
                    <a:pt x="367" y="4"/>
                    <a:pt x="369" y="3"/>
                  </a:cubicBezTo>
                  <a:cubicBezTo>
                    <a:pt x="371" y="2"/>
                    <a:pt x="373" y="1"/>
                    <a:pt x="376" y="1"/>
                  </a:cubicBezTo>
                  <a:cubicBezTo>
                    <a:pt x="378" y="1"/>
                    <a:pt x="381" y="2"/>
                    <a:pt x="383" y="3"/>
                  </a:cubicBezTo>
                  <a:cubicBezTo>
                    <a:pt x="384" y="4"/>
                    <a:pt x="385" y="6"/>
                    <a:pt x="385" y="7"/>
                  </a:cubicBezTo>
                  <a:cubicBezTo>
                    <a:pt x="385" y="8"/>
                    <a:pt x="384" y="8"/>
                    <a:pt x="384" y="9"/>
                  </a:cubicBezTo>
                  <a:cubicBezTo>
                    <a:pt x="383" y="10"/>
                    <a:pt x="383" y="10"/>
                    <a:pt x="382" y="10"/>
                  </a:cubicBezTo>
                  <a:cubicBezTo>
                    <a:pt x="382" y="10"/>
                    <a:pt x="381" y="9"/>
                    <a:pt x="380" y="9"/>
                  </a:cubicBezTo>
                  <a:cubicBezTo>
                    <a:pt x="380" y="8"/>
                    <a:pt x="379" y="8"/>
                    <a:pt x="378" y="6"/>
                  </a:cubicBezTo>
                  <a:cubicBezTo>
                    <a:pt x="377" y="5"/>
                    <a:pt x="376" y="4"/>
                    <a:pt x="376" y="3"/>
                  </a:cubicBezTo>
                  <a:cubicBezTo>
                    <a:pt x="375" y="3"/>
                    <a:pt x="374" y="2"/>
                    <a:pt x="373" y="2"/>
                  </a:cubicBezTo>
                  <a:cubicBezTo>
                    <a:pt x="372" y="2"/>
                    <a:pt x="371" y="3"/>
                    <a:pt x="370" y="3"/>
                  </a:cubicBezTo>
                  <a:cubicBezTo>
                    <a:pt x="370" y="4"/>
                    <a:pt x="369" y="5"/>
                    <a:pt x="369" y="6"/>
                  </a:cubicBezTo>
                  <a:cubicBezTo>
                    <a:pt x="368" y="7"/>
                    <a:pt x="368" y="10"/>
                    <a:pt x="368" y="16"/>
                  </a:cubicBezTo>
                  <a:cubicBezTo>
                    <a:pt x="368" y="18"/>
                    <a:pt x="368" y="18"/>
                    <a:pt x="368" y="18"/>
                  </a:cubicBezTo>
                  <a:cubicBezTo>
                    <a:pt x="377" y="18"/>
                    <a:pt x="377" y="18"/>
                    <a:pt x="377" y="18"/>
                  </a:cubicBezTo>
                  <a:cubicBezTo>
                    <a:pt x="377" y="22"/>
                    <a:pt x="377" y="22"/>
                    <a:pt x="377" y="22"/>
                  </a:cubicBezTo>
                  <a:cubicBezTo>
                    <a:pt x="368" y="22"/>
                    <a:pt x="368" y="22"/>
                    <a:pt x="368" y="22"/>
                  </a:cubicBezTo>
                  <a:close/>
                  <a:moveTo>
                    <a:pt x="440" y="2"/>
                  </a:moveTo>
                  <a:cubicBezTo>
                    <a:pt x="441" y="20"/>
                    <a:pt x="441" y="20"/>
                    <a:pt x="441" y="20"/>
                  </a:cubicBezTo>
                  <a:cubicBezTo>
                    <a:pt x="440" y="20"/>
                    <a:pt x="440" y="20"/>
                    <a:pt x="440" y="20"/>
                  </a:cubicBezTo>
                  <a:cubicBezTo>
                    <a:pt x="438" y="14"/>
                    <a:pt x="436" y="11"/>
                    <a:pt x="433" y="8"/>
                  </a:cubicBezTo>
                  <a:cubicBezTo>
                    <a:pt x="430" y="6"/>
                    <a:pt x="427" y="5"/>
                    <a:pt x="423" y="5"/>
                  </a:cubicBezTo>
                  <a:cubicBezTo>
                    <a:pt x="420" y="5"/>
                    <a:pt x="417" y="6"/>
                    <a:pt x="414" y="8"/>
                  </a:cubicBezTo>
                  <a:cubicBezTo>
                    <a:pt x="412" y="9"/>
                    <a:pt x="410" y="12"/>
                    <a:pt x="408" y="16"/>
                  </a:cubicBezTo>
                  <a:cubicBezTo>
                    <a:pt x="407" y="19"/>
                    <a:pt x="406" y="24"/>
                    <a:pt x="406" y="30"/>
                  </a:cubicBezTo>
                  <a:cubicBezTo>
                    <a:pt x="406" y="34"/>
                    <a:pt x="407" y="38"/>
                    <a:pt x="408" y="42"/>
                  </a:cubicBezTo>
                  <a:cubicBezTo>
                    <a:pt x="409" y="45"/>
                    <a:pt x="412" y="48"/>
                    <a:pt x="414" y="49"/>
                  </a:cubicBezTo>
                  <a:cubicBezTo>
                    <a:pt x="417" y="51"/>
                    <a:pt x="420" y="52"/>
                    <a:pt x="424" y="52"/>
                  </a:cubicBezTo>
                  <a:cubicBezTo>
                    <a:pt x="427" y="52"/>
                    <a:pt x="430" y="51"/>
                    <a:pt x="432" y="50"/>
                  </a:cubicBezTo>
                  <a:cubicBezTo>
                    <a:pt x="435" y="49"/>
                    <a:pt x="438" y="46"/>
                    <a:pt x="440" y="42"/>
                  </a:cubicBezTo>
                  <a:cubicBezTo>
                    <a:pt x="442" y="42"/>
                    <a:pt x="442" y="42"/>
                    <a:pt x="442" y="42"/>
                  </a:cubicBezTo>
                  <a:cubicBezTo>
                    <a:pt x="439" y="47"/>
                    <a:pt x="436" y="50"/>
                    <a:pt x="433" y="52"/>
                  </a:cubicBezTo>
                  <a:cubicBezTo>
                    <a:pt x="430" y="54"/>
                    <a:pt x="426" y="56"/>
                    <a:pt x="422" y="56"/>
                  </a:cubicBezTo>
                  <a:cubicBezTo>
                    <a:pt x="414" y="56"/>
                    <a:pt x="407" y="52"/>
                    <a:pt x="403" y="46"/>
                  </a:cubicBezTo>
                  <a:cubicBezTo>
                    <a:pt x="400" y="42"/>
                    <a:pt x="398" y="36"/>
                    <a:pt x="398" y="30"/>
                  </a:cubicBezTo>
                  <a:cubicBezTo>
                    <a:pt x="398" y="25"/>
                    <a:pt x="399" y="20"/>
                    <a:pt x="401" y="16"/>
                  </a:cubicBezTo>
                  <a:cubicBezTo>
                    <a:pt x="403" y="12"/>
                    <a:pt x="406" y="8"/>
                    <a:pt x="410" y="6"/>
                  </a:cubicBezTo>
                  <a:cubicBezTo>
                    <a:pt x="414" y="4"/>
                    <a:pt x="418" y="3"/>
                    <a:pt x="422" y="3"/>
                  </a:cubicBezTo>
                  <a:cubicBezTo>
                    <a:pt x="426" y="3"/>
                    <a:pt x="429" y="4"/>
                    <a:pt x="433" y="6"/>
                  </a:cubicBezTo>
                  <a:cubicBezTo>
                    <a:pt x="434" y="6"/>
                    <a:pt x="434" y="6"/>
                    <a:pt x="435" y="6"/>
                  </a:cubicBezTo>
                  <a:cubicBezTo>
                    <a:pt x="436" y="6"/>
                    <a:pt x="436" y="6"/>
                    <a:pt x="436" y="6"/>
                  </a:cubicBezTo>
                  <a:cubicBezTo>
                    <a:pt x="437" y="5"/>
                    <a:pt x="438" y="4"/>
                    <a:pt x="438" y="3"/>
                  </a:cubicBezTo>
                  <a:cubicBezTo>
                    <a:pt x="440" y="2"/>
                    <a:pt x="440" y="2"/>
                    <a:pt x="440" y="2"/>
                  </a:cubicBezTo>
                  <a:close/>
                  <a:moveTo>
                    <a:pt x="460" y="1"/>
                  </a:moveTo>
                  <a:cubicBezTo>
                    <a:pt x="460" y="26"/>
                    <a:pt x="460" y="26"/>
                    <a:pt x="460" y="26"/>
                  </a:cubicBezTo>
                  <a:cubicBezTo>
                    <a:pt x="463" y="22"/>
                    <a:pt x="465" y="21"/>
                    <a:pt x="466" y="20"/>
                  </a:cubicBezTo>
                  <a:cubicBezTo>
                    <a:pt x="468" y="19"/>
                    <a:pt x="470" y="18"/>
                    <a:pt x="471" y="18"/>
                  </a:cubicBezTo>
                  <a:cubicBezTo>
                    <a:pt x="473" y="18"/>
                    <a:pt x="475" y="19"/>
                    <a:pt x="476" y="20"/>
                  </a:cubicBezTo>
                  <a:cubicBezTo>
                    <a:pt x="477" y="21"/>
                    <a:pt x="478" y="23"/>
                    <a:pt x="479" y="25"/>
                  </a:cubicBezTo>
                  <a:cubicBezTo>
                    <a:pt x="479" y="27"/>
                    <a:pt x="480" y="30"/>
                    <a:pt x="480" y="34"/>
                  </a:cubicBezTo>
                  <a:cubicBezTo>
                    <a:pt x="480" y="46"/>
                    <a:pt x="480" y="46"/>
                    <a:pt x="480" y="46"/>
                  </a:cubicBezTo>
                  <a:cubicBezTo>
                    <a:pt x="480" y="48"/>
                    <a:pt x="480" y="50"/>
                    <a:pt x="480" y="50"/>
                  </a:cubicBezTo>
                  <a:cubicBezTo>
                    <a:pt x="480" y="51"/>
                    <a:pt x="481" y="52"/>
                    <a:pt x="481" y="52"/>
                  </a:cubicBezTo>
                  <a:cubicBezTo>
                    <a:pt x="482" y="52"/>
                    <a:pt x="483" y="52"/>
                    <a:pt x="484" y="52"/>
                  </a:cubicBezTo>
                  <a:cubicBezTo>
                    <a:pt x="484" y="54"/>
                    <a:pt x="484" y="54"/>
                    <a:pt x="484" y="54"/>
                  </a:cubicBezTo>
                  <a:cubicBezTo>
                    <a:pt x="468" y="54"/>
                    <a:pt x="468" y="54"/>
                    <a:pt x="468" y="54"/>
                  </a:cubicBezTo>
                  <a:cubicBezTo>
                    <a:pt x="468" y="52"/>
                    <a:pt x="468" y="52"/>
                    <a:pt x="468" y="52"/>
                  </a:cubicBezTo>
                  <a:cubicBezTo>
                    <a:pt x="469" y="52"/>
                    <a:pt x="469" y="52"/>
                    <a:pt x="469" y="52"/>
                  </a:cubicBezTo>
                  <a:cubicBezTo>
                    <a:pt x="471" y="52"/>
                    <a:pt x="472" y="52"/>
                    <a:pt x="472" y="52"/>
                  </a:cubicBezTo>
                  <a:cubicBezTo>
                    <a:pt x="473" y="51"/>
                    <a:pt x="474" y="50"/>
                    <a:pt x="474" y="50"/>
                  </a:cubicBezTo>
                  <a:cubicBezTo>
                    <a:pt x="474" y="49"/>
                    <a:pt x="474" y="48"/>
                    <a:pt x="474" y="46"/>
                  </a:cubicBezTo>
                  <a:cubicBezTo>
                    <a:pt x="474" y="34"/>
                    <a:pt x="474" y="34"/>
                    <a:pt x="474" y="34"/>
                  </a:cubicBezTo>
                  <a:cubicBezTo>
                    <a:pt x="474" y="30"/>
                    <a:pt x="474" y="28"/>
                    <a:pt x="473" y="27"/>
                  </a:cubicBezTo>
                  <a:cubicBezTo>
                    <a:pt x="473" y="26"/>
                    <a:pt x="472" y="25"/>
                    <a:pt x="472" y="24"/>
                  </a:cubicBezTo>
                  <a:cubicBezTo>
                    <a:pt x="471" y="24"/>
                    <a:pt x="470" y="23"/>
                    <a:pt x="469" y="23"/>
                  </a:cubicBezTo>
                  <a:cubicBezTo>
                    <a:pt x="468" y="23"/>
                    <a:pt x="466" y="24"/>
                    <a:pt x="465" y="24"/>
                  </a:cubicBezTo>
                  <a:cubicBezTo>
                    <a:pt x="464" y="25"/>
                    <a:pt x="462" y="26"/>
                    <a:pt x="461" y="28"/>
                  </a:cubicBezTo>
                  <a:cubicBezTo>
                    <a:pt x="461" y="46"/>
                    <a:pt x="461" y="46"/>
                    <a:pt x="461" y="46"/>
                  </a:cubicBezTo>
                  <a:cubicBezTo>
                    <a:pt x="461" y="48"/>
                    <a:pt x="461" y="50"/>
                    <a:pt x="461" y="50"/>
                  </a:cubicBezTo>
                  <a:cubicBezTo>
                    <a:pt x="462" y="51"/>
                    <a:pt x="462" y="52"/>
                    <a:pt x="462" y="52"/>
                  </a:cubicBezTo>
                  <a:cubicBezTo>
                    <a:pt x="463" y="52"/>
                    <a:pt x="464" y="52"/>
                    <a:pt x="466" y="52"/>
                  </a:cubicBezTo>
                  <a:cubicBezTo>
                    <a:pt x="466" y="54"/>
                    <a:pt x="466" y="54"/>
                    <a:pt x="466" y="54"/>
                  </a:cubicBezTo>
                  <a:cubicBezTo>
                    <a:pt x="450" y="54"/>
                    <a:pt x="450" y="54"/>
                    <a:pt x="450" y="54"/>
                  </a:cubicBezTo>
                  <a:cubicBezTo>
                    <a:pt x="450" y="52"/>
                    <a:pt x="450" y="52"/>
                    <a:pt x="450" y="52"/>
                  </a:cubicBezTo>
                  <a:cubicBezTo>
                    <a:pt x="451" y="52"/>
                    <a:pt x="452" y="52"/>
                    <a:pt x="453" y="52"/>
                  </a:cubicBezTo>
                  <a:cubicBezTo>
                    <a:pt x="454" y="51"/>
                    <a:pt x="454" y="51"/>
                    <a:pt x="454" y="50"/>
                  </a:cubicBezTo>
                  <a:cubicBezTo>
                    <a:pt x="455" y="49"/>
                    <a:pt x="455" y="48"/>
                    <a:pt x="455" y="46"/>
                  </a:cubicBezTo>
                  <a:cubicBezTo>
                    <a:pt x="455" y="15"/>
                    <a:pt x="455" y="15"/>
                    <a:pt x="455" y="15"/>
                  </a:cubicBezTo>
                  <a:cubicBezTo>
                    <a:pt x="455" y="11"/>
                    <a:pt x="455" y="8"/>
                    <a:pt x="454" y="8"/>
                  </a:cubicBezTo>
                  <a:cubicBezTo>
                    <a:pt x="454" y="7"/>
                    <a:pt x="454" y="6"/>
                    <a:pt x="454" y="6"/>
                  </a:cubicBezTo>
                  <a:cubicBezTo>
                    <a:pt x="453" y="5"/>
                    <a:pt x="453" y="5"/>
                    <a:pt x="452" y="5"/>
                  </a:cubicBezTo>
                  <a:cubicBezTo>
                    <a:pt x="452" y="5"/>
                    <a:pt x="451" y="5"/>
                    <a:pt x="450" y="6"/>
                  </a:cubicBezTo>
                  <a:cubicBezTo>
                    <a:pt x="449" y="4"/>
                    <a:pt x="449" y="4"/>
                    <a:pt x="449" y="4"/>
                  </a:cubicBezTo>
                  <a:cubicBezTo>
                    <a:pt x="459" y="0"/>
                    <a:pt x="459" y="0"/>
                    <a:pt x="459" y="0"/>
                  </a:cubicBezTo>
                  <a:cubicBezTo>
                    <a:pt x="460" y="1"/>
                    <a:pt x="460" y="1"/>
                    <a:pt x="460" y="1"/>
                  </a:cubicBezTo>
                  <a:close/>
                  <a:moveTo>
                    <a:pt x="499" y="1"/>
                  </a:moveTo>
                  <a:cubicBezTo>
                    <a:pt x="500" y="1"/>
                    <a:pt x="501" y="1"/>
                    <a:pt x="501" y="2"/>
                  </a:cubicBezTo>
                  <a:cubicBezTo>
                    <a:pt x="502" y="3"/>
                    <a:pt x="502" y="4"/>
                    <a:pt x="502" y="5"/>
                  </a:cubicBezTo>
                  <a:cubicBezTo>
                    <a:pt x="502" y="6"/>
                    <a:pt x="502" y="7"/>
                    <a:pt x="501" y="8"/>
                  </a:cubicBezTo>
                  <a:cubicBezTo>
                    <a:pt x="500" y="8"/>
                    <a:pt x="500" y="9"/>
                    <a:pt x="499" y="9"/>
                  </a:cubicBezTo>
                  <a:cubicBezTo>
                    <a:pt x="498" y="9"/>
                    <a:pt x="497" y="8"/>
                    <a:pt x="496" y="8"/>
                  </a:cubicBezTo>
                  <a:cubicBezTo>
                    <a:pt x="496" y="7"/>
                    <a:pt x="495" y="6"/>
                    <a:pt x="495" y="5"/>
                  </a:cubicBezTo>
                  <a:cubicBezTo>
                    <a:pt x="495" y="4"/>
                    <a:pt x="496" y="3"/>
                    <a:pt x="496" y="2"/>
                  </a:cubicBezTo>
                  <a:cubicBezTo>
                    <a:pt x="497" y="1"/>
                    <a:pt x="498" y="1"/>
                    <a:pt x="499" y="1"/>
                  </a:cubicBezTo>
                  <a:close/>
                  <a:moveTo>
                    <a:pt x="502" y="19"/>
                  </a:moveTo>
                  <a:cubicBezTo>
                    <a:pt x="502" y="46"/>
                    <a:pt x="502" y="46"/>
                    <a:pt x="502" y="46"/>
                  </a:cubicBezTo>
                  <a:cubicBezTo>
                    <a:pt x="502" y="48"/>
                    <a:pt x="502" y="50"/>
                    <a:pt x="502" y="50"/>
                  </a:cubicBezTo>
                  <a:cubicBezTo>
                    <a:pt x="503" y="51"/>
                    <a:pt x="503" y="52"/>
                    <a:pt x="504" y="52"/>
                  </a:cubicBezTo>
                  <a:cubicBezTo>
                    <a:pt x="504" y="52"/>
                    <a:pt x="505" y="52"/>
                    <a:pt x="507" y="52"/>
                  </a:cubicBezTo>
                  <a:cubicBezTo>
                    <a:pt x="507" y="54"/>
                    <a:pt x="507" y="54"/>
                    <a:pt x="507" y="54"/>
                  </a:cubicBezTo>
                  <a:cubicBezTo>
                    <a:pt x="491" y="54"/>
                    <a:pt x="491" y="54"/>
                    <a:pt x="491" y="54"/>
                  </a:cubicBezTo>
                  <a:cubicBezTo>
                    <a:pt x="491" y="52"/>
                    <a:pt x="491" y="52"/>
                    <a:pt x="491" y="52"/>
                  </a:cubicBezTo>
                  <a:cubicBezTo>
                    <a:pt x="492" y="52"/>
                    <a:pt x="494" y="52"/>
                    <a:pt x="494" y="52"/>
                  </a:cubicBezTo>
                  <a:cubicBezTo>
                    <a:pt x="494" y="52"/>
                    <a:pt x="495" y="51"/>
                    <a:pt x="495" y="50"/>
                  </a:cubicBezTo>
                  <a:cubicBezTo>
                    <a:pt x="496" y="50"/>
                    <a:pt x="496" y="48"/>
                    <a:pt x="496" y="46"/>
                  </a:cubicBezTo>
                  <a:cubicBezTo>
                    <a:pt x="496" y="33"/>
                    <a:pt x="496" y="33"/>
                    <a:pt x="496" y="33"/>
                  </a:cubicBezTo>
                  <a:cubicBezTo>
                    <a:pt x="496" y="29"/>
                    <a:pt x="496" y="27"/>
                    <a:pt x="495" y="26"/>
                  </a:cubicBezTo>
                  <a:cubicBezTo>
                    <a:pt x="495" y="25"/>
                    <a:pt x="495" y="24"/>
                    <a:pt x="494" y="24"/>
                  </a:cubicBezTo>
                  <a:cubicBezTo>
                    <a:pt x="494" y="24"/>
                    <a:pt x="494" y="24"/>
                    <a:pt x="493" y="24"/>
                  </a:cubicBezTo>
                  <a:cubicBezTo>
                    <a:pt x="492" y="24"/>
                    <a:pt x="491" y="24"/>
                    <a:pt x="490" y="24"/>
                  </a:cubicBezTo>
                  <a:cubicBezTo>
                    <a:pt x="490" y="23"/>
                    <a:pt x="490" y="23"/>
                    <a:pt x="490" y="23"/>
                  </a:cubicBezTo>
                  <a:cubicBezTo>
                    <a:pt x="500" y="19"/>
                    <a:pt x="500" y="19"/>
                    <a:pt x="500" y="19"/>
                  </a:cubicBezTo>
                  <a:cubicBezTo>
                    <a:pt x="502" y="19"/>
                    <a:pt x="502" y="19"/>
                    <a:pt x="502" y="19"/>
                  </a:cubicBezTo>
                  <a:close/>
                  <a:moveTo>
                    <a:pt x="524" y="26"/>
                  </a:moveTo>
                  <a:cubicBezTo>
                    <a:pt x="528" y="21"/>
                    <a:pt x="532" y="19"/>
                    <a:pt x="535" y="19"/>
                  </a:cubicBezTo>
                  <a:cubicBezTo>
                    <a:pt x="536" y="19"/>
                    <a:pt x="538" y="19"/>
                    <a:pt x="540" y="20"/>
                  </a:cubicBezTo>
                  <a:cubicBezTo>
                    <a:pt x="541" y="21"/>
                    <a:pt x="542" y="22"/>
                    <a:pt x="543" y="24"/>
                  </a:cubicBezTo>
                  <a:cubicBezTo>
                    <a:pt x="543" y="26"/>
                    <a:pt x="544" y="28"/>
                    <a:pt x="544" y="31"/>
                  </a:cubicBezTo>
                  <a:cubicBezTo>
                    <a:pt x="544" y="46"/>
                    <a:pt x="544" y="46"/>
                    <a:pt x="544" y="46"/>
                  </a:cubicBezTo>
                  <a:cubicBezTo>
                    <a:pt x="544" y="48"/>
                    <a:pt x="544" y="49"/>
                    <a:pt x="544" y="50"/>
                  </a:cubicBezTo>
                  <a:cubicBezTo>
                    <a:pt x="544" y="51"/>
                    <a:pt x="545" y="51"/>
                    <a:pt x="545" y="52"/>
                  </a:cubicBezTo>
                  <a:cubicBezTo>
                    <a:pt x="546" y="52"/>
                    <a:pt x="547" y="52"/>
                    <a:pt x="548" y="52"/>
                  </a:cubicBezTo>
                  <a:cubicBezTo>
                    <a:pt x="548" y="53"/>
                    <a:pt x="548" y="53"/>
                    <a:pt x="548" y="53"/>
                  </a:cubicBezTo>
                  <a:cubicBezTo>
                    <a:pt x="532" y="53"/>
                    <a:pt x="532" y="53"/>
                    <a:pt x="532" y="53"/>
                  </a:cubicBezTo>
                  <a:cubicBezTo>
                    <a:pt x="532" y="52"/>
                    <a:pt x="532" y="52"/>
                    <a:pt x="532" y="52"/>
                  </a:cubicBezTo>
                  <a:cubicBezTo>
                    <a:pt x="533" y="52"/>
                    <a:pt x="533" y="52"/>
                    <a:pt x="533" y="52"/>
                  </a:cubicBezTo>
                  <a:cubicBezTo>
                    <a:pt x="535" y="52"/>
                    <a:pt x="536" y="52"/>
                    <a:pt x="536" y="51"/>
                  </a:cubicBezTo>
                  <a:cubicBezTo>
                    <a:pt x="537" y="51"/>
                    <a:pt x="538" y="50"/>
                    <a:pt x="538" y="49"/>
                  </a:cubicBezTo>
                  <a:cubicBezTo>
                    <a:pt x="538" y="49"/>
                    <a:pt x="538" y="48"/>
                    <a:pt x="538" y="46"/>
                  </a:cubicBezTo>
                  <a:cubicBezTo>
                    <a:pt x="538" y="32"/>
                    <a:pt x="538" y="32"/>
                    <a:pt x="538" y="32"/>
                  </a:cubicBezTo>
                  <a:cubicBezTo>
                    <a:pt x="538" y="28"/>
                    <a:pt x="537" y="26"/>
                    <a:pt x="536" y="25"/>
                  </a:cubicBezTo>
                  <a:cubicBezTo>
                    <a:pt x="536" y="24"/>
                    <a:pt x="534" y="23"/>
                    <a:pt x="532" y="23"/>
                  </a:cubicBezTo>
                  <a:cubicBezTo>
                    <a:pt x="530" y="23"/>
                    <a:pt x="527" y="24"/>
                    <a:pt x="524" y="28"/>
                  </a:cubicBezTo>
                  <a:cubicBezTo>
                    <a:pt x="524" y="46"/>
                    <a:pt x="524" y="46"/>
                    <a:pt x="524" y="46"/>
                  </a:cubicBezTo>
                  <a:cubicBezTo>
                    <a:pt x="524" y="48"/>
                    <a:pt x="524" y="49"/>
                    <a:pt x="524" y="50"/>
                  </a:cubicBezTo>
                  <a:cubicBezTo>
                    <a:pt x="525" y="51"/>
                    <a:pt x="525" y="51"/>
                    <a:pt x="526" y="52"/>
                  </a:cubicBezTo>
                  <a:cubicBezTo>
                    <a:pt x="526" y="52"/>
                    <a:pt x="527" y="52"/>
                    <a:pt x="529" y="52"/>
                  </a:cubicBezTo>
                  <a:cubicBezTo>
                    <a:pt x="529" y="53"/>
                    <a:pt x="529" y="53"/>
                    <a:pt x="529" y="53"/>
                  </a:cubicBezTo>
                  <a:cubicBezTo>
                    <a:pt x="513" y="53"/>
                    <a:pt x="513" y="53"/>
                    <a:pt x="513" y="53"/>
                  </a:cubicBezTo>
                  <a:cubicBezTo>
                    <a:pt x="513" y="52"/>
                    <a:pt x="513" y="52"/>
                    <a:pt x="513" y="52"/>
                  </a:cubicBezTo>
                  <a:cubicBezTo>
                    <a:pt x="514" y="52"/>
                    <a:pt x="514" y="52"/>
                    <a:pt x="514" y="52"/>
                  </a:cubicBezTo>
                  <a:cubicBezTo>
                    <a:pt x="516" y="52"/>
                    <a:pt x="517" y="52"/>
                    <a:pt x="517" y="51"/>
                  </a:cubicBezTo>
                  <a:cubicBezTo>
                    <a:pt x="518" y="50"/>
                    <a:pt x="518" y="48"/>
                    <a:pt x="518" y="46"/>
                  </a:cubicBezTo>
                  <a:cubicBezTo>
                    <a:pt x="518" y="33"/>
                    <a:pt x="518" y="33"/>
                    <a:pt x="518" y="33"/>
                  </a:cubicBezTo>
                  <a:cubicBezTo>
                    <a:pt x="518" y="29"/>
                    <a:pt x="518" y="26"/>
                    <a:pt x="518" y="25"/>
                  </a:cubicBezTo>
                  <a:cubicBezTo>
                    <a:pt x="518" y="24"/>
                    <a:pt x="517" y="24"/>
                    <a:pt x="517" y="23"/>
                  </a:cubicBezTo>
                  <a:cubicBezTo>
                    <a:pt x="516" y="23"/>
                    <a:pt x="516" y="23"/>
                    <a:pt x="515" y="23"/>
                  </a:cubicBezTo>
                  <a:cubicBezTo>
                    <a:pt x="514" y="23"/>
                    <a:pt x="514" y="23"/>
                    <a:pt x="513" y="23"/>
                  </a:cubicBezTo>
                  <a:cubicBezTo>
                    <a:pt x="512" y="22"/>
                    <a:pt x="512" y="22"/>
                    <a:pt x="512" y="22"/>
                  </a:cubicBezTo>
                  <a:cubicBezTo>
                    <a:pt x="522" y="18"/>
                    <a:pt x="522" y="18"/>
                    <a:pt x="522" y="18"/>
                  </a:cubicBezTo>
                  <a:cubicBezTo>
                    <a:pt x="524" y="18"/>
                    <a:pt x="524" y="18"/>
                    <a:pt x="524" y="18"/>
                  </a:cubicBezTo>
                  <a:cubicBezTo>
                    <a:pt x="524" y="26"/>
                    <a:pt x="524" y="26"/>
                    <a:pt x="524" y="26"/>
                  </a:cubicBezTo>
                  <a:close/>
                  <a:moveTo>
                    <a:pt x="573" y="49"/>
                  </a:moveTo>
                  <a:cubicBezTo>
                    <a:pt x="570" y="52"/>
                    <a:pt x="568" y="53"/>
                    <a:pt x="567" y="54"/>
                  </a:cubicBezTo>
                  <a:cubicBezTo>
                    <a:pt x="566" y="54"/>
                    <a:pt x="564" y="54"/>
                    <a:pt x="563" y="54"/>
                  </a:cubicBezTo>
                  <a:cubicBezTo>
                    <a:pt x="560" y="54"/>
                    <a:pt x="559" y="54"/>
                    <a:pt x="557" y="52"/>
                  </a:cubicBezTo>
                  <a:cubicBezTo>
                    <a:pt x="556" y="50"/>
                    <a:pt x="555" y="48"/>
                    <a:pt x="555" y="46"/>
                  </a:cubicBezTo>
                  <a:cubicBezTo>
                    <a:pt x="555" y="44"/>
                    <a:pt x="556" y="42"/>
                    <a:pt x="556" y="41"/>
                  </a:cubicBezTo>
                  <a:cubicBezTo>
                    <a:pt x="557" y="40"/>
                    <a:pt x="559" y="38"/>
                    <a:pt x="562" y="36"/>
                  </a:cubicBezTo>
                  <a:cubicBezTo>
                    <a:pt x="564" y="35"/>
                    <a:pt x="568" y="33"/>
                    <a:pt x="574" y="31"/>
                  </a:cubicBezTo>
                  <a:cubicBezTo>
                    <a:pt x="574" y="30"/>
                    <a:pt x="574" y="30"/>
                    <a:pt x="574" y="30"/>
                  </a:cubicBezTo>
                  <a:cubicBezTo>
                    <a:pt x="574" y="26"/>
                    <a:pt x="573" y="24"/>
                    <a:pt x="572" y="23"/>
                  </a:cubicBezTo>
                  <a:cubicBezTo>
                    <a:pt x="571" y="22"/>
                    <a:pt x="570" y="21"/>
                    <a:pt x="568" y="21"/>
                  </a:cubicBezTo>
                  <a:cubicBezTo>
                    <a:pt x="566" y="21"/>
                    <a:pt x="565" y="21"/>
                    <a:pt x="564" y="22"/>
                  </a:cubicBezTo>
                  <a:cubicBezTo>
                    <a:pt x="563" y="23"/>
                    <a:pt x="563" y="24"/>
                    <a:pt x="563" y="25"/>
                  </a:cubicBezTo>
                  <a:cubicBezTo>
                    <a:pt x="563" y="27"/>
                    <a:pt x="563" y="27"/>
                    <a:pt x="563" y="27"/>
                  </a:cubicBezTo>
                  <a:cubicBezTo>
                    <a:pt x="563" y="28"/>
                    <a:pt x="562" y="29"/>
                    <a:pt x="562" y="30"/>
                  </a:cubicBezTo>
                  <a:cubicBezTo>
                    <a:pt x="562" y="30"/>
                    <a:pt x="561" y="30"/>
                    <a:pt x="560" y="30"/>
                  </a:cubicBezTo>
                  <a:cubicBezTo>
                    <a:pt x="559" y="30"/>
                    <a:pt x="558" y="30"/>
                    <a:pt x="558" y="30"/>
                  </a:cubicBezTo>
                  <a:cubicBezTo>
                    <a:pt x="558" y="29"/>
                    <a:pt x="557" y="28"/>
                    <a:pt x="557" y="27"/>
                  </a:cubicBezTo>
                  <a:cubicBezTo>
                    <a:pt x="557" y="25"/>
                    <a:pt x="558" y="23"/>
                    <a:pt x="560" y="21"/>
                  </a:cubicBezTo>
                  <a:cubicBezTo>
                    <a:pt x="562" y="19"/>
                    <a:pt x="566" y="18"/>
                    <a:pt x="569" y="18"/>
                  </a:cubicBezTo>
                  <a:cubicBezTo>
                    <a:pt x="572" y="18"/>
                    <a:pt x="574" y="18"/>
                    <a:pt x="576" y="20"/>
                  </a:cubicBezTo>
                  <a:cubicBezTo>
                    <a:pt x="578" y="20"/>
                    <a:pt x="579" y="22"/>
                    <a:pt x="580" y="23"/>
                  </a:cubicBezTo>
                  <a:cubicBezTo>
                    <a:pt x="580" y="24"/>
                    <a:pt x="580" y="26"/>
                    <a:pt x="580" y="30"/>
                  </a:cubicBezTo>
                  <a:cubicBezTo>
                    <a:pt x="580" y="41"/>
                    <a:pt x="580" y="41"/>
                    <a:pt x="580" y="41"/>
                  </a:cubicBezTo>
                  <a:cubicBezTo>
                    <a:pt x="580" y="44"/>
                    <a:pt x="580" y="46"/>
                    <a:pt x="580" y="47"/>
                  </a:cubicBezTo>
                  <a:cubicBezTo>
                    <a:pt x="580" y="48"/>
                    <a:pt x="581" y="48"/>
                    <a:pt x="581" y="49"/>
                  </a:cubicBezTo>
                  <a:cubicBezTo>
                    <a:pt x="581" y="49"/>
                    <a:pt x="581" y="49"/>
                    <a:pt x="582" y="49"/>
                  </a:cubicBezTo>
                  <a:cubicBezTo>
                    <a:pt x="582" y="49"/>
                    <a:pt x="582" y="49"/>
                    <a:pt x="583" y="49"/>
                  </a:cubicBezTo>
                  <a:cubicBezTo>
                    <a:pt x="583" y="48"/>
                    <a:pt x="584" y="48"/>
                    <a:pt x="586" y="46"/>
                  </a:cubicBezTo>
                  <a:cubicBezTo>
                    <a:pt x="586" y="48"/>
                    <a:pt x="586" y="48"/>
                    <a:pt x="586" y="48"/>
                  </a:cubicBezTo>
                  <a:cubicBezTo>
                    <a:pt x="583" y="52"/>
                    <a:pt x="580" y="54"/>
                    <a:pt x="578" y="54"/>
                  </a:cubicBezTo>
                  <a:cubicBezTo>
                    <a:pt x="577" y="54"/>
                    <a:pt x="576" y="53"/>
                    <a:pt x="575" y="52"/>
                  </a:cubicBezTo>
                  <a:cubicBezTo>
                    <a:pt x="574" y="52"/>
                    <a:pt x="573" y="51"/>
                    <a:pt x="573" y="49"/>
                  </a:cubicBezTo>
                  <a:close/>
                  <a:moveTo>
                    <a:pt x="573" y="46"/>
                  </a:moveTo>
                  <a:cubicBezTo>
                    <a:pt x="573" y="34"/>
                    <a:pt x="573" y="34"/>
                    <a:pt x="573" y="34"/>
                  </a:cubicBezTo>
                  <a:cubicBezTo>
                    <a:pt x="570" y="35"/>
                    <a:pt x="567" y="36"/>
                    <a:pt x="566" y="37"/>
                  </a:cubicBezTo>
                  <a:cubicBezTo>
                    <a:pt x="564" y="38"/>
                    <a:pt x="563" y="39"/>
                    <a:pt x="562" y="40"/>
                  </a:cubicBezTo>
                  <a:cubicBezTo>
                    <a:pt x="562" y="42"/>
                    <a:pt x="561" y="43"/>
                    <a:pt x="561" y="44"/>
                  </a:cubicBezTo>
                  <a:cubicBezTo>
                    <a:pt x="561" y="46"/>
                    <a:pt x="562" y="48"/>
                    <a:pt x="563" y="49"/>
                  </a:cubicBezTo>
                  <a:cubicBezTo>
                    <a:pt x="564" y="50"/>
                    <a:pt x="565" y="50"/>
                    <a:pt x="566" y="50"/>
                  </a:cubicBezTo>
                  <a:cubicBezTo>
                    <a:pt x="568" y="50"/>
                    <a:pt x="570" y="49"/>
                    <a:pt x="573" y="4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6" name="Freeform 36"/>
            <p:cNvSpPr>
              <a:spLocks noEditPoints="1"/>
            </p:cNvSpPr>
            <p:nvPr/>
          </p:nvSpPr>
          <p:spPr bwMode="auto">
            <a:xfrm>
              <a:off x="9304400" y="4596116"/>
              <a:ext cx="2255838" cy="300038"/>
            </a:xfrm>
            <a:custGeom>
              <a:avLst/>
              <a:gdLst>
                <a:gd name="T0" fmla="*/ 1465 w 1513"/>
                <a:gd name="T1" fmla="*/ 107 h 200"/>
                <a:gd name="T2" fmla="*/ 1416 w 1513"/>
                <a:gd name="T3" fmla="*/ 130 h 200"/>
                <a:gd name="T4" fmla="*/ 1450 w 1513"/>
                <a:gd name="T5" fmla="*/ 47 h 200"/>
                <a:gd name="T6" fmla="*/ 1458 w 1513"/>
                <a:gd name="T7" fmla="*/ 70 h 200"/>
                <a:gd name="T8" fmla="*/ 1467 w 1513"/>
                <a:gd name="T9" fmla="*/ 146 h 200"/>
                <a:gd name="T10" fmla="*/ 1410 w 1513"/>
                <a:gd name="T11" fmla="*/ 171 h 200"/>
                <a:gd name="T12" fmla="*/ 1408 w 1513"/>
                <a:gd name="T13" fmla="*/ 153 h 200"/>
                <a:gd name="T14" fmla="*/ 1272 w 1513"/>
                <a:gd name="T15" fmla="*/ 125 h 200"/>
                <a:gd name="T16" fmla="*/ 1257 w 1513"/>
                <a:gd name="T17" fmla="*/ 79 h 200"/>
                <a:gd name="T18" fmla="*/ 1298 w 1513"/>
                <a:gd name="T19" fmla="*/ 59 h 200"/>
                <a:gd name="T20" fmla="*/ 1220 w 1513"/>
                <a:gd name="T21" fmla="*/ 139 h 200"/>
                <a:gd name="T22" fmla="*/ 1112 w 1513"/>
                <a:gd name="T23" fmla="*/ 16 h 200"/>
                <a:gd name="T24" fmla="*/ 1064 w 1513"/>
                <a:gd name="T25" fmla="*/ 107 h 200"/>
                <a:gd name="T26" fmla="*/ 1074 w 1513"/>
                <a:gd name="T27" fmla="*/ 95 h 200"/>
                <a:gd name="T28" fmla="*/ 1096 w 1513"/>
                <a:gd name="T29" fmla="*/ 49 h 200"/>
                <a:gd name="T30" fmla="*/ 1098 w 1513"/>
                <a:gd name="T31" fmla="*/ 84 h 200"/>
                <a:gd name="T32" fmla="*/ 1101 w 1513"/>
                <a:gd name="T33" fmla="*/ 154 h 200"/>
                <a:gd name="T34" fmla="*/ 1038 w 1513"/>
                <a:gd name="T35" fmla="*/ 172 h 200"/>
                <a:gd name="T36" fmla="*/ 862 w 1513"/>
                <a:gd name="T37" fmla="*/ 136 h 200"/>
                <a:gd name="T38" fmla="*/ 895 w 1513"/>
                <a:gd name="T39" fmla="*/ 103 h 200"/>
                <a:gd name="T40" fmla="*/ 856 w 1513"/>
                <a:gd name="T41" fmla="*/ 83 h 200"/>
                <a:gd name="T42" fmla="*/ 873 w 1513"/>
                <a:gd name="T43" fmla="*/ 80 h 200"/>
                <a:gd name="T44" fmla="*/ 905 w 1513"/>
                <a:gd name="T45" fmla="*/ 38 h 200"/>
                <a:gd name="T46" fmla="*/ 908 w 1513"/>
                <a:gd name="T47" fmla="*/ 83 h 200"/>
                <a:gd name="T48" fmla="*/ 874 w 1513"/>
                <a:gd name="T49" fmla="*/ 168 h 200"/>
                <a:gd name="T50" fmla="*/ 809 w 1513"/>
                <a:gd name="T51" fmla="*/ 149 h 200"/>
                <a:gd name="T52" fmla="*/ 704 w 1513"/>
                <a:gd name="T53" fmla="*/ 45 h 200"/>
                <a:gd name="T54" fmla="*/ 658 w 1513"/>
                <a:gd name="T55" fmla="*/ 45 h 200"/>
                <a:gd name="T56" fmla="*/ 694 w 1513"/>
                <a:gd name="T57" fmla="*/ 50 h 200"/>
                <a:gd name="T58" fmla="*/ 705 w 1513"/>
                <a:gd name="T59" fmla="*/ 55 h 200"/>
                <a:gd name="T60" fmla="*/ 697 w 1513"/>
                <a:gd name="T61" fmla="*/ 139 h 200"/>
                <a:gd name="T62" fmla="*/ 662 w 1513"/>
                <a:gd name="T63" fmla="*/ 179 h 200"/>
                <a:gd name="T64" fmla="*/ 686 w 1513"/>
                <a:gd name="T65" fmla="*/ 141 h 200"/>
                <a:gd name="T66" fmla="*/ 720 w 1513"/>
                <a:gd name="T67" fmla="*/ 90 h 200"/>
                <a:gd name="T68" fmla="*/ 540 w 1513"/>
                <a:gd name="T69" fmla="*/ 92 h 200"/>
                <a:gd name="T70" fmla="*/ 491 w 1513"/>
                <a:gd name="T71" fmla="*/ 115 h 200"/>
                <a:gd name="T72" fmla="*/ 466 w 1513"/>
                <a:gd name="T73" fmla="*/ 70 h 200"/>
                <a:gd name="T74" fmla="*/ 444 w 1513"/>
                <a:gd name="T75" fmla="*/ 90 h 200"/>
                <a:gd name="T76" fmla="*/ 426 w 1513"/>
                <a:gd name="T77" fmla="*/ 96 h 200"/>
                <a:gd name="T78" fmla="*/ 414 w 1513"/>
                <a:gd name="T79" fmla="*/ 90 h 200"/>
                <a:gd name="T80" fmla="*/ 502 w 1513"/>
                <a:gd name="T81" fmla="*/ 43 h 200"/>
                <a:gd name="T82" fmla="*/ 560 w 1513"/>
                <a:gd name="T83" fmla="*/ 85 h 200"/>
                <a:gd name="T84" fmla="*/ 520 w 1513"/>
                <a:gd name="T85" fmla="*/ 187 h 200"/>
                <a:gd name="T86" fmla="*/ 465 w 1513"/>
                <a:gd name="T87" fmla="*/ 119 h 200"/>
                <a:gd name="T88" fmla="*/ 442 w 1513"/>
                <a:gd name="T89" fmla="*/ 153 h 200"/>
                <a:gd name="T90" fmla="*/ 282 w 1513"/>
                <a:gd name="T91" fmla="*/ 98 h 200"/>
                <a:gd name="T92" fmla="*/ 259 w 1513"/>
                <a:gd name="T93" fmla="*/ 93 h 200"/>
                <a:gd name="T94" fmla="*/ 226 w 1513"/>
                <a:gd name="T95" fmla="*/ 158 h 200"/>
                <a:gd name="T96" fmla="*/ 307 w 1513"/>
                <a:gd name="T97" fmla="*/ 43 h 200"/>
                <a:gd name="T98" fmla="*/ 290 w 1513"/>
                <a:gd name="T99" fmla="*/ 120 h 200"/>
                <a:gd name="T100" fmla="*/ 234 w 1513"/>
                <a:gd name="T101" fmla="*/ 93 h 200"/>
                <a:gd name="T102" fmla="*/ 205 w 1513"/>
                <a:gd name="T103" fmla="*/ 107 h 200"/>
                <a:gd name="T104" fmla="*/ 226 w 1513"/>
                <a:gd name="T105" fmla="*/ 171 h 200"/>
                <a:gd name="T106" fmla="*/ 101 w 1513"/>
                <a:gd name="T107" fmla="*/ 63 h 200"/>
                <a:gd name="T108" fmla="*/ 32 w 1513"/>
                <a:gd name="T109" fmla="*/ 94 h 200"/>
                <a:gd name="T110" fmla="*/ 58 w 1513"/>
                <a:gd name="T111" fmla="*/ 7 h 200"/>
                <a:gd name="T112" fmla="*/ 104 w 1513"/>
                <a:gd name="T113" fmla="*/ 90 h 200"/>
                <a:gd name="T114" fmla="*/ 48 w 1513"/>
                <a:gd name="T115" fmla="*/ 152 h 200"/>
                <a:gd name="T116" fmla="*/ 3 w 1513"/>
                <a:gd name="T117" fmla="*/ 66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513" h="200">
                  <a:moveTo>
                    <a:pt x="1410" y="31"/>
                  </a:moveTo>
                  <a:cubicBezTo>
                    <a:pt x="1410" y="28"/>
                    <a:pt x="1410" y="26"/>
                    <a:pt x="1410" y="23"/>
                  </a:cubicBezTo>
                  <a:cubicBezTo>
                    <a:pt x="1418" y="21"/>
                    <a:pt x="1413" y="3"/>
                    <a:pt x="1421" y="0"/>
                  </a:cubicBezTo>
                  <a:cubicBezTo>
                    <a:pt x="1424" y="0"/>
                    <a:pt x="1424" y="0"/>
                    <a:pt x="1424" y="0"/>
                  </a:cubicBezTo>
                  <a:cubicBezTo>
                    <a:pt x="1425" y="3"/>
                    <a:pt x="1427" y="7"/>
                    <a:pt x="1428" y="11"/>
                  </a:cubicBezTo>
                  <a:cubicBezTo>
                    <a:pt x="1428" y="13"/>
                    <a:pt x="1428" y="15"/>
                    <a:pt x="1428" y="17"/>
                  </a:cubicBezTo>
                  <a:cubicBezTo>
                    <a:pt x="1431" y="30"/>
                    <a:pt x="1429" y="36"/>
                    <a:pt x="1427" y="47"/>
                  </a:cubicBezTo>
                  <a:cubicBezTo>
                    <a:pt x="1414" y="49"/>
                    <a:pt x="1415" y="38"/>
                    <a:pt x="1410" y="31"/>
                  </a:cubicBezTo>
                  <a:close/>
                  <a:moveTo>
                    <a:pt x="1442" y="122"/>
                  </a:moveTo>
                  <a:cubicBezTo>
                    <a:pt x="1442" y="107"/>
                    <a:pt x="1454" y="110"/>
                    <a:pt x="1465" y="107"/>
                  </a:cubicBezTo>
                  <a:cubicBezTo>
                    <a:pt x="1470" y="105"/>
                    <a:pt x="1478" y="101"/>
                    <a:pt x="1482" y="97"/>
                  </a:cubicBezTo>
                  <a:cubicBezTo>
                    <a:pt x="1484" y="95"/>
                    <a:pt x="1484" y="93"/>
                    <a:pt x="1486" y="91"/>
                  </a:cubicBezTo>
                  <a:cubicBezTo>
                    <a:pt x="1485" y="90"/>
                    <a:pt x="1485" y="88"/>
                    <a:pt x="1484" y="87"/>
                  </a:cubicBezTo>
                  <a:cubicBezTo>
                    <a:pt x="1482" y="86"/>
                    <a:pt x="1479" y="83"/>
                    <a:pt x="1477" y="83"/>
                  </a:cubicBezTo>
                  <a:cubicBezTo>
                    <a:pt x="1474" y="81"/>
                    <a:pt x="1470" y="82"/>
                    <a:pt x="1468" y="81"/>
                  </a:cubicBezTo>
                  <a:cubicBezTo>
                    <a:pt x="1452" y="83"/>
                    <a:pt x="1429" y="95"/>
                    <a:pt x="1424" y="105"/>
                  </a:cubicBezTo>
                  <a:cubicBezTo>
                    <a:pt x="1424" y="108"/>
                    <a:pt x="1424" y="111"/>
                    <a:pt x="1424" y="113"/>
                  </a:cubicBezTo>
                  <a:cubicBezTo>
                    <a:pt x="1426" y="115"/>
                    <a:pt x="1428" y="117"/>
                    <a:pt x="1430" y="119"/>
                  </a:cubicBezTo>
                  <a:cubicBezTo>
                    <a:pt x="1430" y="126"/>
                    <a:pt x="1430" y="134"/>
                    <a:pt x="1422" y="135"/>
                  </a:cubicBezTo>
                  <a:cubicBezTo>
                    <a:pt x="1420" y="133"/>
                    <a:pt x="1418" y="132"/>
                    <a:pt x="1416" y="130"/>
                  </a:cubicBezTo>
                  <a:cubicBezTo>
                    <a:pt x="1414" y="132"/>
                    <a:pt x="1413" y="133"/>
                    <a:pt x="1409" y="132"/>
                  </a:cubicBezTo>
                  <a:cubicBezTo>
                    <a:pt x="1407" y="128"/>
                    <a:pt x="1397" y="105"/>
                    <a:pt x="1398" y="102"/>
                  </a:cubicBezTo>
                  <a:cubicBezTo>
                    <a:pt x="1399" y="99"/>
                    <a:pt x="1405" y="97"/>
                    <a:pt x="1408" y="96"/>
                  </a:cubicBezTo>
                  <a:cubicBezTo>
                    <a:pt x="1414" y="93"/>
                    <a:pt x="1418" y="86"/>
                    <a:pt x="1423" y="82"/>
                  </a:cubicBezTo>
                  <a:cubicBezTo>
                    <a:pt x="1426" y="80"/>
                    <a:pt x="1430" y="80"/>
                    <a:pt x="1433" y="79"/>
                  </a:cubicBezTo>
                  <a:cubicBezTo>
                    <a:pt x="1441" y="75"/>
                    <a:pt x="1447" y="65"/>
                    <a:pt x="1454" y="59"/>
                  </a:cubicBezTo>
                  <a:cubicBezTo>
                    <a:pt x="1462" y="51"/>
                    <a:pt x="1472" y="50"/>
                    <a:pt x="1478" y="41"/>
                  </a:cubicBezTo>
                  <a:cubicBezTo>
                    <a:pt x="1478" y="41"/>
                    <a:pt x="1478" y="41"/>
                    <a:pt x="1478" y="40"/>
                  </a:cubicBezTo>
                  <a:cubicBezTo>
                    <a:pt x="1477" y="40"/>
                    <a:pt x="1477" y="40"/>
                    <a:pt x="1477" y="40"/>
                  </a:cubicBezTo>
                  <a:cubicBezTo>
                    <a:pt x="1472" y="45"/>
                    <a:pt x="1459" y="54"/>
                    <a:pt x="1450" y="47"/>
                  </a:cubicBezTo>
                  <a:cubicBezTo>
                    <a:pt x="1446" y="45"/>
                    <a:pt x="1447" y="40"/>
                    <a:pt x="1444" y="37"/>
                  </a:cubicBezTo>
                  <a:cubicBezTo>
                    <a:pt x="1443" y="35"/>
                    <a:pt x="1440" y="34"/>
                    <a:pt x="1440" y="31"/>
                  </a:cubicBezTo>
                  <a:cubicBezTo>
                    <a:pt x="1440" y="29"/>
                    <a:pt x="1441" y="28"/>
                    <a:pt x="1441" y="27"/>
                  </a:cubicBezTo>
                  <a:cubicBezTo>
                    <a:pt x="1447" y="27"/>
                    <a:pt x="1459" y="35"/>
                    <a:pt x="1462" y="38"/>
                  </a:cubicBezTo>
                  <a:cubicBezTo>
                    <a:pt x="1471" y="35"/>
                    <a:pt x="1480" y="33"/>
                    <a:pt x="1488" y="28"/>
                  </a:cubicBezTo>
                  <a:cubicBezTo>
                    <a:pt x="1491" y="26"/>
                    <a:pt x="1496" y="30"/>
                    <a:pt x="1498" y="29"/>
                  </a:cubicBezTo>
                  <a:cubicBezTo>
                    <a:pt x="1502" y="32"/>
                    <a:pt x="1508" y="48"/>
                    <a:pt x="1500" y="52"/>
                  </a:cubicBezTo>
                  <a:cubicBezTo>
                    <a:pt x="1496" y="53"/>
                    <a:pt x="1490" y="53"/>
                    <a:pt x="1486" y="54"/>
                  </a:cubicBezTo>
                  <a:cubicBezTo>
                    <a:pt x="1476" y="56"/>
                    <a:pt x="1464" y="63"/>
                    <a:pt x="1457" y="69"/>
                  </a:cubicBezTo>
                  <a:cubicBezTo>
                    <a:pt x="1457" y="69"/>
                    <a:pt x="1458" y="69"/>
                    <a:pt x="1458" y="70"/>
                  </a:cubicBezTo>
                  <a:cubicBezTo>
                    <a:pt x="1458" y="70"/>
                    <a:pt x="1458" y="70"/>
                    <a:pt x="1458" y="70"/>
                  </a:cubicBezTo>
                  <a:cubicBezTo>
                    <a:pt x="1462" y="71"/>
                    <a:pt x="1469" y="68"/>
                    <a:pt x="1474" y="71"/>
                  </a:cubicBezTo>
                  <a:cubicBezTo>
                    <a:pt x="1485" y="76"/>
                    <a:pt x="1500" y="81"/>
                    <a:pt x="1500" y="99"/>
                  </a:cubicBezTo>
                  <a:cubicBezTo>
                    <a:pt x="1497" y="100"/>
                    <a:pt x="1496" y="102"/>
                    <a:pt x="1494" y="103"/>
                  </a:cubicBezTo>
                  <a:cubicBezTo>
                    <a:pt x="1488" y="105"/>
                    <a:pt x="1482" y="105"/>
                    <a:pt x="1477" y="108"/>
                  </a:cubicBezTo>
                  <a:cubicBezTo>
                    <a:pt x="1477" y="109"/>
                    <a:pt x="1477" y="109"/>
                    <a:pt x="1477" y="110"/>
                  </a:cubicBezTo>
                  <a:cubicBezTo>
                    <a:pt x="1478" y="112"/>
                    <a:pt x="1479" y="113"/>
                    <a:pt x="1479" y="118"/>
                  </a:cubicBezTo>
                  <a:cubicBezTo>
                    <a:pt x="1477" y="119"/>
                    <a:pt x="1478" y="122"/>
                    <a:pt x="1476" y="123"/>
                  </a:cubicBezTo>
                  <a:cubicBezTo>
                    <a:pt x="1472" y="130"/>
                    <a:pt x="1465" y="135"/>
                    <a:pt x="1463" y="142"/>
                  </a:cubicBezTo>
                  <a:cubicBezTo>
                    <a:pt x="1464" y="143"/>
                    <a:pt x="1466" y="145"/>
                    <a:pt x="1467" y="146"/>
                  </a:cubicBezTo>
                  <a:cubicBezTo>
                    <a:pt x="1476" y="149"/>
                    <a:pt x="1513" y="129"/>
                    <a:pt x="1508" y="151"/>
                  </a:cubicBezTo>
                  <a:cubicBezTo>
                    <a:pt x="1507" y="154"/>
                    <a:pt x="1505" y="156"/>
                    <a:pt x="1504" y="158"/>
                  </a:cubicBezTo>
                  <a:cubicBezTo>
                    <a:pt x="1500" y="158"/>
                    <a:pt x="1498" y="157"/>
                    <a:pt x="1495" y="157"/>
                  </a:cubicBezTo>
                  <a:cubicBezTo>
                    <a:pt x="1490" y="155"/>
                    <a:pt x="1472" y="161"/>
                    <a:pt x="1469" y="163"/>
                  </a:cubicBezTo>
                  <a:cubicBezTo>
                    <a:pt x="1470" y="169"/>
                    <a:pt x="1471" y="175"/>
                    <a:pt x="1471" y="182"/>
                  </a:cubicBezTo>
                  <a:cubicBezTo>
                    <a:pt x="1469" y="183"/>
                    <a:pt x="1469" y="185"/>
                    <a:pt x="1468" y="186"/>
                  </a:cubicBezTo>
                  <a:cubicBezTo>
                    <a:pt x="1465" y="188"/>
                    <a:pt x="1462" y="187"/>
                    <a:pt x="1458" y="189"/>
                  </a:cubicBezTo>
                  <a:cubicBezTo>
                    <a:pt x="1456" y="190"/>
                    <a:pt x="1453" y="193"/>
                    <a:pt x="1450" y="193"/>
                  </a:cubicBezTo>
                  <a:cubicBezTo>
                    <a:pt x="1432" y="200"/>
                    <a:pt x="1414" y="183"/>
                    <a:pt x="1410" y="171"/>
                  </a:cubicBezTo>
                  <a:cubicBezTo>
                    <a:pt x="1410" y="171"/>
                    <a:pt x="1410" y="171"/>
                    <a:pt x="1410" y="171"/>
                  </a:cubicBezTo>
                  <a:cubicBezTo>
                    <a:pt x="1416" y="171"/>
                    <a:pt x="1423" y="177"/>
                    <a:pt x="1428" y="179"/>
                  </a:cubicBezTo>
                  <a:cubicBezTo>
                    <a:pt x="1430" y="179"/>
                    <a:pt x="1433" y="179"/>
                    <a:pt x="1435" y="179"/>
                  </a:cubicBezTo>
                  <a:cubicBezTo>
                    <a:pt x="1449" y="179"/>
                    <a:pt x="1457" y="174"/>
                    <a:pt x="1463" y="165"/>
                  </a:cubicBezTo>
                  <a:cubicBezTo>
                    <a:pt x="1463" y="164"/>
                    <a:pt x="1463" y="163"/>
                    <a:pt x="1463" y="162"/>
                  </a:cubicBezTo>
                  <a:cubicBezTo>
                    <a:pt x="1462" y="162"/>
                    <a:pt x="1461" y="161"/>
                    <a:pt x="1460" y="161"/>
                  </a:cubicBezTo>
                  <a:cubicBezTo>
                    <a:pt x="1453" y="158"/>
                    <a:pt x="1440" y="165"/>
                    <a:pt x="1434" y="166"/>
                  </a:cubicBezTo>
                  <a:cubicBezTo>
                    <a:pt x="1428" y="167"/>
                    <a:pt x="1413" y="167"/>
                    <a:pt x="1408" y="164"/>
                  </a:cubicBezTo>
                  <a:cubicBezTo>
                    <a:pt x="1406" y="163"/>
                    <a:pt x="1405" y="161"/>
                    <a:pt x="1404" y="160"/>
                  </a:cubicBezTo>
                  <a:cubicBezTo>
                    <a:pt x="1404" y="159"/>
                    <a:pt x="1404" y="157"/>
                    <a:pt x="1404" y="156"/>
                  </a:cubicBezTo>
                  <a:cubicBezTo>
                    <a:pt x="1406" y="155"/>
                    <a:pt x="1407" y="154"/>
                    <a:pt x="1408" y="153"/>
                  </a:cubicBezTo>
                  <a:cubicBezTo>
                    <a:pt x="1418" y="153"/>
                    <a:pt x="1426" y="153"/>
                    <a:pt x="1436" y="153"/>
                  </a:cubicBezTo>
                  <a:cubicBezTo>
                    <a:pt x="1438" y="152"/>
                    <a:pt x="1442" y="149"/>
                    <a:pt x="1444" y="149"/>
                  </a:cubicBezTo>
                  <a:cubicBezTo>
                    <a:pt x="1448" y="147"/>
                    <a:pt x="1452" y="148"/>
                    <a:pt x="1455" y="147"/>
                  </a:cubicBezTo>
                  <a:cubicBezTo>
                    <a:pt x="1456" y="146"/>
                    <a:pt x="1456" y="146"/>
                    <a:pt x="1457" y="145"/>
                  </a:cubicBezTo>
                  <a:cubicBezTo>
                    <a:pt x="1456" y="143"/>
                    <a:pt x="1454" y="139"/>
                    <a:pt x="1456" y="136"/>
                  </a:cubicBezTo>
                  <a:cubicBezTo>
                    <a:pt x="1458" y="129"/>
                    <a:pt x="1460" y="125"/>
                    <a:pt x="1464" y="118"/>
                  </a:cubicBezTo>
                  <a:cubicBezTo>
                    <a:pt x="1463" y="117"/>
                    <a:pt x="1462" y="117"/>
                    <a:pt x="1461" y="117"/>
                  </a:cubicBezTo>
                  <a:cubicBezTo>
                    <a:pt x="1455" y="118"/>
                    <a:pt x="1451" y="121"/>
                    <a:pt x="1442" y="122"/>
                  </a:cubicBezTo>
                  <a:close/>
                  <a:moveTo>
                    <a:pt x="1272" y="127"/>
                  </a:moveTo>
                  <a:cubicBezTo>
                    <a:pt x="1272" y="125"/>
                    <a:pt x="1271" y="126"/>
                    <a:pt x="1272" y="125"/>
                  </a:cubicBezTo>
                  <a:cubicBezTo>
                    <a:pt x="1274" y="119"/>
                    <a:pt x="1285" y="115"/>
                    <a:pt x="1292" y="119"/>
                  </a:cubicBezTo>
                  <a:cubicBezTo>
                    <a:pt x="1301" y="125"/>
                    <a:pt x="1318" y="137"/>
                    <a:pt x="1316" y="154"/>
                  </a:cubicBezTo>
                  <a:cubicBezTo>
                    <a:pt x="1310" y="157"/>
                    <a:pt x="1309" y="164"/>
                    <a:pt x="1298" y="164"/>
                  </a:cubicBezTo>
                  <a:cubicBezTo>
                    <a:pt x="1298" y="161"/>
                    <a:pt x="1294" y="159"/>
                    <a:pt x="1293" y="157"/>
                  </a:cubicBezTo>
                  <a:cubicBezTo>
                    <a:pt x="1292" y="155"/>
                    <a:pt x="1292" y="152"/>
                    <a:pt x="1291" y="149"/>
                  </a:cubicBezTo>
                  <a:cubicBezTo>
                    <a:pt x="1288" y="143"/>
                    <a:pt x="1279" y="128"/>
                    <a:pt x="1272" y="127"/>
                  </a:cubicBezTo>
                  <a:close/>
                  <a:moveTo>
                    <a:pt x="1216" y="87"/>
                  </a:moveTo>
                  <a:cubicBezTo>
                    <a:pt x="1216" y="86"/>
                    <a:pt x="1217" y="85"/>
                    <a:pt x="1217" y="84"/>
                  </a:cubicBezTo>
                  <a:cubicBezTo>
                    <a:pt x="1222" y="85"/>
                    <a:pt x="1227" y="86"/>
                    <a:pt x="1232" y="87"/>
                  </a:cubicBezTo>
                  <a:cubicBezTo>
                    <a:pt x="1237" y="89"/>
                    <a:pt x="1256" y="82"/>
                    <a:pt x="1257" y="79"/>
                  </a:cubicBezTo>
                  <a:cubicBezTo>
                    <a:pt x="1260" y="74"/>
                    <a:pt x="1260" y="41"/>
                    <a:pt x="1257" y="36"/>
                  </a:cubicBezTo>
                  <a:cubicBezTo>
                    <a:pt x="1255" y="31"/>
                    <a:pt x="1252" y="30"/>
                    <a:pt x="1252" y="23"/>
                  </a:cubicBezTo>
                  <a:cubicBezTo>
                    <a:pt x="1256" y="21"/>
                    <a:pt x="1256" y="20"/>
                    <a:pt x="1264" y="20"/>
                  </a:cubicBezTo>
                  <a:cubicBezTo>
                    <a:pt x="1272" y="26"/>
                    <a:pt x="1273" y="39"/>
                    <a:pt x="1273" y="54"/>
                  </a:cubicBezTo>
                  <a:cubicBezTo>
                    <a:pt x="1273" y="59"/>
                    <a:pt x="1271" y="74"/>
                    <a:pt x="1272" y="74"/>
                  </a:cubicBezTo>
                  <a:cubicBezTo>
                    <a:pt x="1276" y="75"/>
                    <a:pt x="1290" y="70"/>
                    <a:pt x="1293" y="68"/>
                  </a:cubicBezTo>
                  <a:cubicBezTo>
                    <a:pt x="1293" y="63"/>
                    <a:pt x="1292" y="61"/>
                    <a:pt x="1288" y="58"/>
                  </a:cubicBezTo>
                  <a:cubicBezTo>
                    <a:pt x="1288" y="57"/>
                    <a:pt x="1288" y="55"/>
                    <a:pt x="1288" y="53"/>
                  </a:cubicBezTo>
                  <a:cubicBezTo>
                    <a:pt x="1289" y="53"/>
                    <a:pt x="1290" y="54"/>
                    <a:pt x="1290" y="54"/>
                  </a:cubicBezTo>
                  <a:cubicBezTo>
                    <a:pt x="1293" y="55"/>
                    <a:pt x="1295" y="59"/>
                    <a:pt x="1298" y="59"/>
                  </a:cubicBezTo>
                  <a:cubicBezTo>
                    <a:pt x="1306" y="62"/>
                    <a:pt x="1314" y="60"/>
                    <a:pt x="1321" y="63"/>
                  </a:cubicBezTo>
                  <a:cubicBezTo>
                    <a:pt x="1322" y="64"/>
                    <a:pt x="1322" y="63"/>
                    <a:pt x="1322" y="65"/>
                  </a:cubicBezTo>
                  <a:cubicBezTo>
                    <a:pt x="1322" y="67"/>
                    <a:pt x="1322" y="69"/>
                    <a:pt x="1322" y="71"/>
                  </a:cubicBezTo>
                  <a:cubicBezTo>
                    <a:pt x="1321" y="71"/>
                    <a:pt x="1320" y="74"/>
                    <a:pt x="1319" y="75"/>
                  </a:cubicBezTo>
                  <a:cubicBezTo>
                    <a:pt x="1317" y="76"/>
                    <a:pt x="1310" y="75"/>
                    <a:pt x="1308" y="76"/>
                  </a:cubicBezTo>
                  <a:cubicBezTo>
                    <a:pt x="1301" y="79"/>
                    <a:pt x="1273" y="90"/>
                    <a:pt x="1268" y="95"/>
                  </a:cubicBezTo>
                  <a:cubicBezTo>
                    <a:pt x="1264" y="99"/>
                    <a:pt x="1266" y="105"/>
                    <a:pt x="1264" y="110"/>
                  </a:cubicBezTo>
                  <a:cubicBezTo>
                    <a:pt x="1260" y="123"/>
                    <a:pt x="1250" y="153"/>
                    <a:pt x="1232" y="145"/>
                  </a:cubicBezTo>
                  <a:cubicBezTo>
                    <a:pt x="1230" y="145"/>
                    <a:pt x="1229" y="145"/>
                    <a:pt x="1228" y="145"/>
                  </a:cubicBezTo>
                  <a:cubicBezTo>
                    <a:pt x="1225" y="143"/>
                    <a:pt x="1223" y="141"/>
                    <a:pt x="1220" y="139"/>
                  </a:cubicBezTo>
                  <a:cubicBezTo>
                    <a:pt x="1220" y="138"/>
                    <a:pt x="1220" y="137"/>
                    <a:pt x="1220" y="135"/>
                  </a:cubicBezTo>
                  <a:cubicBezTo>
                    <a:pt x="1222" y="135"/>
                    <a:pt x="1225" y="131"/>
                    <a:pt x="1227" y="130"/>
                  </a:cubicBezTo>
                  <a:cubicBezTo>
                    <a:pt x="1232" y="128"/>
                    <a:pt x="1236" y="129"/>
                    <a:pt x="1240" y="127"/>
                  </a:cubicBezTo>
                  <a:cubicBezTo>
                    <a:pt x="1246" y="125"/>
                    <a:pt x="1256" y="107"/>
                    <a:pt x="1254" y="101"/>
                  </a:cubicBezTo>
                  <a:cubicBezTo>
                    <a:pt x="1246" y="100"/>
                    <a:pt x="1236" y="101"/>
                    <a:pt x="1228" y="101"/>
                  </a:cubicBezTo>
                  <a:cubicBezTo>
                    <a:pt x="1225" y="98"/>
                    <a:pt x="1222" y="96"/>
                    <a:pt x="1219" y="93"/>
                  </a:cubicBezTo>
                  <a:cubicBezTo>
                    <a:pt x="1217" y="91"/>
                    <a:pt x="1217" y="88"/>
                    <a:pt x="1216" y="87"/>
                  </a:cubicBezTo>
                  <a:close/>
                  <a:moveTo>
                    <a:pt x="1110" y="21"/>
                  </a:moveTo>
                  <a:cubicBezTo>
                    <a:pt x="1110" y="20"/>
                    <a:pt x="1110" y="19"/>
                    <a:pt x="1110" y="17"/>
                  </a:cubicBezTo>
                  <a:cubicBezTo>
                    <a:pt x="1110" y="17"/>
                    <a:pt x="1111" y="16"/>
                    <a:pt x="1112" y="16"/>
                  </a:cubicBezTo>
                  <a:cubicBezTo>
                    <a:pt x="1124" y="17"/>
                    <a:pt x="1148" y="19"/>
                    <a:pt x="1147" y="35"/>
                  </a:cubicBezTo>
                  <a:cubicBezTo>
                    <a:pt x="1142" y="43"/>
                    <a:pt x="1140" y="49"/>
                    <a:pt x="1128" y="45"/>
                  </a:cubicBezTo>
                  <a:cubicBezTo>
                    <a:pt x="1127" y="43"/>
                    <a:pt x="1126" y="41"/>
                    <a:pt x="1124" y="39"/>
                  </a:cubicBezTo>
                  <a:cubicBezTo>
                    <a:pt x="1123" y="38"/>
                    <a:pt x="1121" y="38"/>
                    <a:pt x="1119" y="37"/>
                  </a:cubicBezTo>
                  <a:cubicBezTo>
                    <a:pt x="1119" y="31"/>
                    <a:pt x="1113" y="23"/>
                    <a:pt x="1110" y="21"/>
                  </a:cubicBezTo>
                  <a:close/>
                  <a:moveTo>
                    <a:pt x="1055" y="126"/>
                  </a:moveTo>
                  <a:cubicBezTo>
                    <a:pt x="1058" y="127"/>
                    <a:pt x="1062" y="127"/>
                    <a:pt x="1064" y="125"/>
                  </a:cubicBezTo>
                  <a:cubicBezTo>
                    <a:pt x="1066" y="124"/>
                    <a:pt x="1068" y="125"/>
                    <a:pt x="1070" y="123"/>
                  </a:cubicBezTo>
                  <a:cubicBezTo>
                    <a:pt x="1074" y="119"/>
                    <a:pt x="1070" y="109"/>
                    <a:pt x="1066" y="107"/>
                  </a:cubicBezTo>
                  <a:cubicBezTo>
                    <a:pt x="1066" y="107"/>
                    <a:pt x="1064" y="107"/>
                    <a:pt x="1064" y="107"/>
                  </a:cubicBezTo>
                  <a:cubicBezTo>
                    <a:pt x="1056" y="125"/>
                    <a:pt x="1056" y="125"/>
                    <a:pt x="1056" y="125"/>
                  </a:cubicBezTo>
                  <a:cubicBezTo>
                    <a:pt x="1056" y="125"/>
                    <a:pt x="1056" y="126"/>
                    <a:pt x="1055" y="126"/>
                  </a:cubicBezTo>
                  <a:close/>
                  <a:moveTo>
                    <a:pt x="1021" y="158"/>
                  </a:moveTo>
                  <a:cubicBezTo>
                    <a:pt x="1021" y="153"/>
                    <a:pt x="1024" y="148"/>
                    <a:pt x="1024" y="143"/>
                  </a:cubicBezTo>
                  <a:cubicBezTo>
                    <a:pt x="1025" y="140"/>
                    <a:pt x="1023" y="136"/>
                    <a:pt x="1024" y="133"/>
                  </a:cubicBezTo>
                  <a:cubicBezTo>
                    <a:pt x="1031" y="132"/>
                    <a:pt x="1042" y="114"/>
                    <a:pt x="1048" y="108"/>
                  </a:cubicBezTo>
                  <a:cubicBezTo>
                    <a:pt x="1051" y="106"/>
                    <a:pt x="1056" y="103"/>
                    <a:pt x="1059" y="102"/>
                  </a:cubicBezTo>
                  <a:cubicBezTo>
                    <a:pt x="1060" y="102"/>
                    <a:pt x="1062" y="102"/>
                    <a:pt x="1063" y="103"/>
                  </a:cubicBezTo>
                  <a:cubicBezTo>
                    <a:pt x="1068" y="104"/>
                    <a:pt x="1072" y="102"/>
                    <a:pt x="1075" y="101"/>
                  </a:cubicBezTo>
                  <a:cubicBezTo>
                    <a:pt x="1075" y="99"/>
                    <a:pt x="1075" y="97"/>
                    <a:pt x="1074" y="95"/>
                  </a:cubicBezTo>
                  <a:cubicBezTo>
                    <a:pt x="1074" y="95"/>
                    <a:pt x="1072" y="92"/>
                    <a:pt x="1072" y="93"/>
                  </a:cubicBezTo>
                  <a:cubicBezTo>
                    <a:pt x="1069" y="93"/>
                    <a:pt x="1067" y="96"/>
                    <a:pt x="1065" y="97"/>
                  </a:cubicBezTo>
                  <a:cubicBezTo>
                    <a:pt x="1064" y="97"/>
                    <a:pt x="1062" y="97"/>
                    <a:pt x="1060" y="97"/>
                  </a:cubicBezTo>
                  <a:cubicBezTo>
                    <a:pt x="1051" y="97"/>
                    <a:pt x="1045" y="88"/>
                    <a:pt x="1047" y="79"/>
                  </a:cubicBezTo>
                  <a:cubicBezTo>
                    <a:pt x="1056" y="81"/>
                    <a:pt x="1069" y="81"/>
                    <a:pt x="1076" y="76"/>
                  </a:cubicBezTo>
                  <a:cubicBezTo>
                    <a:pt x="1078" y="64"/>
                    <a:pt x="1079" y="47"/>
                    <a:pt x="1083" y="37"/>
                  </a:cubicBezTo>
                  <a:cubicBezTo>
                    <a:pt x="1085" y="34"/>
                    <a:pt x="1081" y="25"/>
                    <a:pt x="1084" y="18"/>
                  </a:cubicBezTo>
                  <a:cubicBezTo>
                    <a:pt x="1085" y="18"/>
                    <a:pt x="1087" y="18"/>
                    <a:pt x="1089" y="18"/>
                  </a:cubicBezTo>
                  <a:cubicBezTo>
                    <a:pt x="1090" y="19"/>
                    <a:pt x="1091" y="21"/>
                    <a:pt x="1092" y="22"/>
                  </a:cubicBezTo>
                  <a:cubicBezTo>
                    <a:pt x="1092" y="24"/>
                    <a:pt x="1097" y="47"/>
                    <a:pt x="1096" y="49"/>
                  </a:cubicBezTo>
                  <a:cubicBezTo>
                    <a:pt x="1095" y="53"/>
                    <a:pt x="1090" y="67"/>
                    <a:pt x="1092" y="70"/>
                  </a:cubicBezTo>
                  <a:cubicBezTo>
                    <a:pt x="1092" y="71"/>
                    <a:pt x="1092" y="71"/>
                    <a:pt x="1093" y="71"/>
                  </a:cubicBezTo>
                  <a:cubicBezTo>
                    <a:pt x="1099" y="71"/>
                    <a:pt x="1107" y="67"/>
                    <a:pt x="1109" y="62"/>
                  </a:cubicBezTo>
                  <a:cubicBezTo>
                    <a:pt x="1110" y="58"/>
                    <a:pt x="1107" y="56"/>
                    <a:pt x="1108" y="54"/>
                  </a:cubicBezTo>
                  <a:cubicBezTo>
                    <a:pt x="1108" y="54"/>
                    <a:pt x="1109" y="54"/>
                    <a:pt x="1109" y="54"/>
                  </a:cubicBezTo>
                  <a:cubicBezTo>
                    <a:pt x="1113" y="56"/>
                    <a:pt x="1126" y="58"/>
                    <a:pt x="1132" y="59"/>
                  </a:cubicBezTo>
                  <a:cubicBezTo>
                    <a:pt x="1132" y="61"/>
                    <a:pt x="1132" y="63"/>
                    <a:pt x="1132" y="65"/>
                  </a:cubicBezTo>
                  <a:cubicBezTo>
                    <a:pt x="1131" y="65"/>
                    <a:pt x="1130" y="66"/>
                    <a:pt x="1130" y="66"/>
                  </a:cubicBezTo>
                  <a:cubicBezTo>
                    <a:pt x="1129" y="66"/>
                    <a:pt x="1129" y="65"/>
                    <a:pt x="1129" y="65"/>
                  </a:cubicBezTo>
                  <a:cubicBezTo>
                    <a:pt x="1120" y="68"/>
                    <a:pt x="1100" y="77"/>
                    <a:pt x="1098" y="84"/>
                  </a:cubicBezTo>
                  <a:cubicBezTo>
                    <a:pt x="1096" y="84"/>
                    <a:pt x="1093" y="83"/>
                    <a:pt x="1092" y="85"/>
                  </a:cubicBezTo>
                  <a:cubicBezTo>
                    <a:pt x="1085" y="89"/>
                    <a:pt x="1090" y="98"/>
                    <a:pt x="1088" y="106"/>
                  </a:cubicBezTo>
                  <a:cubicBezTo>
                    <a:pt x="1087" y="109"/>
                    <a:pt x="1086" y="112"/>
                    <a:pt x="1087" y="115"/>
                  </a:cubicBezTo>
                  <a:cubicBezTo>
                    <a:pt x="1088" y="115"/>
                    <a:pt x="1089" y="116"/>
                    <a:pt x="1090" y="116"/>
                  </a:cubicBezTo>
                  <a:cubicBezTo>
                    <a:pt x="1095" y="108"/>
                    <a:pt x="1106" y="105"/>
                    <a:pt x="1114" y="111"/>
                  </a:cubicBezTo>
                  <a:cubicBezTo>
                    <a:pt x="1122" y="117"/>
                    <a:pt x="1116" y="123"/>
                    <a:pt x="1119" y="131"/>
                  </a:cubicBezTo>
                  <a:cubicBezTo>
                    <a:pt x="1120" y="136"/>
                    <a:pt x="1126" y="139"/>
                    <a:pt x="1128" y="145"/>
                  </a:cubicBezTo>
                  <a:cubicBezTo>
                    <a:pt x="1128" y="145"/>
                    <a:pt x="1128" y="147"/>
                    <a:pt x="1129" y="146"/>
                  </a:cubicBezTo>
                  <a:cubicBezTo>
                    <a:pt x="1134" y="161"/>
                    <a:pt x="1113" y="161"/>
                    <a:pt x="1105" y="160"/>
                  </a:cubicBezTo>
                  <a:cubicBezTo>
                    <a:pt x="1104" y="158"/>
                    <a:pt x="1102" y="156"/>
                    <a:pt x="1101" y="154"/>
                  </a:cubicBezTo>
                  <a:cubicBezTo>
                    <a:pt x="1098" y="145"/>
                    <a:pt x="1098" y="133"/>
                    <a:pt x="1090" y="130"/>
                  </a:cubicBezTo>
                  <a:cubicBezTo>
                    <a:pt x="1076" y="139"/>
                    <a:pt x="1092" y="160"/>
                    <a:pt x="1085" y="177"/>
                  </a:cubicBezTo>
                  <a:cubicBezTo>
                    <a:pt x="1085" y="177"/>
                    <a:pt x="1085" y="177"/>
                    <a:pt x="1085" y="177"/>
                  </a:cubicBezTo>
                  <a:cubicBezTo>
                    <a:pt x="1083" y="175"/>
                    <a:pt x="1080" y="175"/>
                    <a:pt x="1079" y="173"/>
                  </a:cubicBezTo>
                  <a:cubicBezTo>
                    <a:pt x="1075" y="170"/>
                    <a:pt x="1072" y="163"/>
                    <a:pt x="1070" y="156"/>
                  </a:cubicBezTo>
                  <a:cubicBezTo>
                    <a:pt x="1068" y="149"/>
                    <a:pt x="1074" y="143"/>
                    <a:pt x="1072" y="139"/>
                  </a:cubicBezTo>
                  <a:cubicBezTo>
                    <a:pt x="1071" y="139"/>
                    <a:pt x="1071" y="138"/>
                    <a:pt x="1070" y="137"/>
                  </a:cubicBezTo>
                  <a:cubicBezTo>
                    <a:pt x="1065" y="137"/>
                    <a:pt x="1056" y="139"/>
                    <a:pt x="1054" y="144"/>
                  </a:cubicBezTo>
                  <a:cubicBezTo>
                    <a:pt x="1053" y="147"/>
                    <a:pt x="1054" y="149"/>
                    <a:pt x="1053" y="151"/>
                  </a:cubicBezTo>
                  <a:cubicBezTo>
                    <a:pt x="1050" y="156"/>
                    <a:pt x="1042" y="170"/>
                    <a:pt x="1038" y="172"/>
                  </a:cubicBezTo>
                  <a:cubicBezTo>
                    <a:pt x="1034" y="173"/>
                    <a:pt x="1030" y="171"/>
                    <a:pt x="1027" y="169"/>
                  </a:cubicBezTo>
                  <a:cubicBezTo>
                    <a:pt x="1028" y="163"/>
                    <a:pt x="1024" y="158"/>
                    <a:pt x="1021" y="158"/>
                  </a:cubicBezTo>
                  <a:close/>
                  <a:moveTo>
                    <a:pt x="913" y="65"/>
                  </a:moveTo>
                  <a:cubicBezTo>
                    <a:pt x="914" y="65"/>
                    <a:pt x="913" y="65"/>
                    <a:pt x="915" y="65"/>
                  </a:cubicBezTo>
                  <a:cubicBezTo>
                    <a:pt x="919" y="64"/>
                    <a:pt x="929" y="61"/>
                    <a:pt x="931" y="58"/>
                  </a:cubicBezTo>
                  <a:cubicBezTo>
                    <a:pt x="931" y="57"/>
                    <a:pt x="931" y="55"/>
                    <a:pt x="931" y="54"/>
                  </a:cubicBezTo>
                  <a:cubicBezTo>
                    <a:pt x="929" y="49"/>
                    <a:pt x="924" y="45"/>
                    <a:pt x="920" y="43"/>
                  </a:cubicBezTo>
                  <a:cubicBezTo>
                    <a:pt x="920" y="43"/>
                    <a:pt x="920" y="43"/>
                    <a:pt x="919" y="43"/>
                  </a:cubicBezTo>
                  <a:cubicBezTo>
                    <a:pt x="917" y="47"/>
                    <a:pt x="913" y="58"/>
                    <a:pt x="913" y="65"/>
                  </a:cubicBezTo>
                  <a:close/>
                  <a:moveTo>
                    <a:pt x="862" y="136"/>
                  </a:moveTo>
                  <a:cubicBezTo>
                    <a:pt x="863" y="139"/>
                    <a:pt x="864" y="143"/>
                    <a:pt x="865" y="147"/>
                  </a:cubicBezTo>
                  <a:cubicBezTo>
                    <a:pt x="870" y="155"/>
                    <a:pt x="887" y="161"/>
                    <a:pt x="898" y="154"/>
                  </a:cubicBezTo>
                  <a:cubicBezTo>
                    <a:pt x="900" y="149"/>
                    <a:pt x="886" y="129"/>
                    <a:pt x="882" y="126"/>
                  </a:cubicBezTo>
                  <a:cubicBezTo>
                    <a:pt x="886" y="126"/>
                    <a:pt x="890" y="126"/>
                    <a:pt x="894" y="126"/>
                  </a:cubicBezTo>
                  <a:cubicBezTo>
                    <a:pt x="896" y="127"/>
                    <a:pt x="913" y="133"/>
                    <a:pt x="914" y="132"/>
                  </a:cubicBezTo>
                  <a:cubicBezTo>
                    <a:pt x="918" y="129"/>
                    <a:pt x="918" y="106"/>
                    <a:pt x="916" y="105"/>
                  </a:cubicBezTo>
                  <a:cubicBezTo>
                    <a:pt x="914" y="104"/>
                    <a:pt x="913" y="104"/>
                    <a:pt x="912" y="104"/>
                  </a:cubicBezTo>
                  <a:cubicBezTo>
                    <a:pt x="910" y="107"/>
                    <a:pt x="907" y="113"/>
                    <a:pt x="904" y="116"/>
                  </a:cubicBezTo>
                  <a:cubicBezTo>
                    <a:pt x="903" y="116"/>
                    <a:pt x="902" y="116"/>
                    <a:pt x="902" y="116"/>
                  </a:cubicBezTo>
                  <a:cubicBezTo>
                    <a:pt x="900" y="112"/>
                    <a:pt x="897" y="108"/>
                    <a:pt x="895" y="103"/>
                  </a:cubicBezTo>
                  <a:cubicBezTo>
                    <a:pt x="893" y="99"/>
                    <a:pt x="896" y="91"/>
                    <a:pt x="894" y="87"/>
                  </a:cubicBezTo>
                  <a:cubicBezTo>
                    <a:pt x="881" y="85"/>
                    <a:pt x="881" y="95"/>
                    <a:pt x="876" y="101"/>
                  </a:cubicBezTo>
                  <a:cubicBezTo>
                    <a:pt x="869" y="111"/>
                    <a:pt x="862" y="119"/>
                    <a:pt x="862" y="136"/>
                  </a:cubicBezTo>
                  <a:close/>
                  <a:moveTo>
                    <a:pt x="801" y="141"/>
                  </a:moveTo>
                  <a:cubicBezTo>
                    <a:pt x="801" y="139"/>
                    <a:pt x="801" y="137"/>
                    <a:pt x="801" y="134"/>
                  </a:cubicBezTo>
                  <a:cubicBezTo>
                    <a:pt x="804" y="132"/>
                    <a:pt x="806" y="128"/>
                    <a:pt x="810" y="126"/>
                  </a:cubicBezTo>
                  <a:cubicBezTo>
                    <a:pt x="808" y="123"/>
                    <a:pt x="808" y="120"/>
                    <a:pt x="808" y="116"/>
                  </a:cubicBezTo>
                  <a:cubicBezTo>
                    <a:pt x="811" y="116"/>
                    <a:pt x="820" y="118"/>
                    <a:pt x="825" y="116"/>
                  </a:cubicBezTo>
                  <a:cubicBezTo>
                    <a:pt x="830" y="115"/>
                    <a:pt x="851" y="107"/>
                    <a:pt x="854" y="104"/>
                  </a:cubicBezTo>
                  <a:cubicBezTo>
                    <a:pt x="856" y="100"/>
                    <a:pt x="854" y="87"/>
                    <a:pt x="856" y="83"/>
                  </a:cubicBezTo>
                  <a:cubicBezTo>
                    <a:pt x="857" y="81"/>
                    <a:pt x="863" y="72"/>
                    <a:pt x="861" y="69"/>
                  </a:cubicBezTo>
                  <a:cubicBezTo>
                    <a:pt x="856" y="62"/>
                    <a:pt x="835" y="75"/>
                    <a:pt x="835" y="59"/>
                  </a:cubicBezTo>
                  <a:cubicBezTo>
                    <a:pt x="836" y="59"/>
                    <a:pt x="836" y="59"/>
                    <a:pt x="837" y="58"/>
                  </a:cubicBezTo>
                  <a:cubicBezTo>
                    <a:pt x="840" y="58"/>
                    <a:pt x="843" y="59"/>
                    <a:pt x="845" y="60"/>
                  </a:cubicBezTo>
                  <a:cubicBezTo>
                    <a:pt x="850" y="57"/>
                    <a:pt x="865" y="52"/>
                    <a:pt x="868" y="47"/>
                  </a:cubicBezTo>
                  <a:cubicBezTo>
                    <a:pt x="873" y="39"/>
                    <a:pt x="871" y="30"/>
                    <a:pt x="878" y="23"/>
                  </a:cubicBezTo>
                  <a:cubicBezTo>
                    <a:pt x="884" y="23"/>
                    <a:pt x="888" y="24"/>
                    <a:pt x="893" y="26"/>
                  </a:cubicBezTo>
                  <a:cubicBezTo>
                    <a:pt x="890" y="36"/>
                    <a:pt x="882" y="41"/>
                    <a:pt x="878" y="49"/>
                  </a:cubicBezTo>
                  <a:cubicBezTo>
                    <a:pt x="875" y="56"/>
                    <a:pt x="874" y="68"/>
                    <a:pt x="873" y="74"/>
                  </a:cubicBezTo>
                  <a:cubicBezTo>
                    <a:pt x="873" y="76"/>
                    <a:pt x="873" y="78"/>
                    <a:pt x="873" y="80"/>
                  </a:cubicBezTo>
                  <a:cubicBezTo>
                    <a:pt x="872" y="80"/>
                    <a:pt x="870" y="88"/>
                    <a:pt x="870" y="90"/>
                  </a:cubicBezTo>
                  <a:cubicBezTo>
                    <a:pt x="871" y="90"/>
                    <a:pt x="871" y="91"/>
                    <a:pt x="871" y="91"/>
                  </a:cubicBezTo>
                  <a:cubicBezTo>
                    <a:pt x="872" y="91"/>
                    <a:pt x="872" y="90"/>
                    <a:pt x="873" y="90"/>
                  </a:cubicBezTo>
                  <a:cubicBezTo>
                    <a:pt x="873" y="90"/>
                    <a:pt x="873" y="90"/>
                    <a:pt x="874" y="90"/>
                  </a:cubicBezTo>
                  <a:cubicBezTo>
                    <a:pt x="875" y="89"/>
                    <a:pt x="877" y="87"/>
                    <a:pt x="877" y="85"/>
                  </a:cubicBezTo>
                  <a:cubicBezTo>
                    <a:pt x="877" y="84"/>
                    <a:pt x="877" y="83"/>
                    <a:pt x="877" y="82"/>
                  </a:cubicBezTo>
                  <a:cubicBezTo>
                    <a:pt x="878" y="80"/>
                    <a:pt x="880" y="79"/>
                    <a:pt x="881" y="77"/>
                  </a:cubicBezTo>
                  <a:cubicBezTo>
                    <a:pt x="887" y="77"/>
                    <a:pt x="895" y="75"/>
                    <a:pt x="897" y="72"/>
                  </a:cubicBezTo>
                  <a:cubicBezTo>
                    <a:pt x="899" y="67"/>
                    <a:pt x="897" y="58"/>
                    <a:pt x="899" y="55"/>
                  </a:cubicBezTo>
                  <a:cubicBezTo>
                    <a:pt x="901" y="51"/>
                    <a:pt x="904" y="42"/>
                    <a:pt x="905" y="38"/>
                  </a:cubicBezTo>
                  <a:cubicBezTo>
                    <a:pt x="907" y="29"/>
                    <a:pt x="898" y="22"/>
                    <a:pt x="903" y="17"/>
                  </a:cubicBezTo>
                  <a:cubicBezTo>
                    <a:pt x="907" y="13"/>
                    <a:pt x="915" y="19"/>
                    <a:pt x="917" y="21"/>
                  </a:cubicBezTo>
                  <a:cubicBezTo>
                    <a:pt x="921" y="25"/>
                    <a:pt x="916" y="31"/>
                    <a:pt x="918" y="36"/>
                  </a:cubicBezTo>
                  <a:cubicBezTo>
                    <a:pt x="920" y="41"/>
                    <a:pt x="930" y="45"/>
                    <a:pt x="934" y="47"/>
                  </a:cubicBezTo>
                  <a:cubicBezTo>
                    <a:pt x="938" y="48"/>
                    <a:pt x="943" y="48"/>
                    <a:pt x="948" y="49"/>
                  </a:cubicBezTo>
                  <a:cubicBezTo>
                    <a:pt x="948" y="49"/>
                    <a:pt x="949" y="50"/>
                    <a:pt x="949" y="50"/>
                  </a:cubicBezTo>
                  <a:cubicBezTo>
                    <a:pt x="949" y="51"/>
                    <a:pt x="948" y="53"/>
                    <a:pt x="948" y="54"/>
                  </a:cubicBezTo>
                  <a:cubicBezTo>
                    <a:pt x="945" y="60"/>
                    <a:pt x="935" y="64"/>
                    <a:pt x="930" y="67"/>
                  </a:cubicBezTo>
                  <a:cubicBezTo>
                    <a:pt x="926" y="70"/>
                    <a:pt x="924" y="75"/>
                    <a:pt x="921" y="77"/>
                  </a:cubicBezTo>
                  <a:cubicBezTo>
                    <a:pt x="916" y="80"/>
                    <a:pt x="910" y="79"/>
                    <a:pt x="908" y="83"/>
                  </a:cubicBezTo>
                  <a:cubicBezTo>
                    <a:pt x="908" y="85"/>
                    <a:pt x="907" y="85"/>
                    <a:pt x="907" y="87"/>
                  </a:cubicBezTo>
                  <a:cubicBezTo>
                    <a:pt x="905" y="86"/>
                    <a:pt x="906" y="90"/>
                    <a:pt x="906" y="91"/>
                  </a:cubicBezTo>
                  <a:cubicBezTo>
                    <a:pt x="910" y="93"/>
                    <a:pt x="924" y="95"/>
                    <a:pt x="926" y="99"/>
                  </a:cubicBezTo>
                  <a:cubicBezTo>
                    <a:pt x="930" y="105"/>
                    <a:pt x="930" y="119"/>
                    <a:pt x="928" y="129"/>
                  </a:cubicBezTo>
                  <a:cubicBezTo>
                    <a:pt x="927" y="131"/>
                    <a:pt x="926" y="134"/>
                    <a:pt x="927" y="138"/>
                  </a:cubicBezTo>
                  <a:cubicBezTo>
                    <a:pt x="944" y="144"/>
                    <a:pt x="968" y="157"/>
                    <a:pt x="946" y="175"/>
                  </a:cubicBezTo>
                  <a:cubicBezTo>
                    <a:pt x="930" y="175"/>
                    <a:pt x="930" y="166"/>
                    <a:pt x="917" y="161"/>
                  </a:cubicBezTo>
                  <a:cubicBezTo>
                    <a:pt x="915" y="161"/>
                    <a:pt x="906" y="165"/>
                    <a:pt x="905" y="165"/>
                  </a:cubicBezTo>
                  <a:cubicBezTo>
                    <a:pt x="903" y="165"/>
                    <a:pt x="901" y="165"/>
                    <a:pt x="899" y="165"/>
                  </a:cubicBezTo>
                  <a:cubicBezTo>
                    <a:pt x="892" y="168"/>
                    <a:pt x="882" y="170"/>
                    <a:pt x="874" y="168"/>
                  </a:cubicBezTo>
                  <a:cubicBezTo>
                    <a:pt x="872" y="163"/>
                    <a:pt x="867" y="157"/>
                    <a:pt x="863" y="153"/>
                  </a:cubicBezTo>
                  <a:cubicBezTo>
                    <a:pt x="863" y="153"/>
                    <a:pt x="863" y="153"/>
                    <a:pt x="863" y="153"/>
                  </a:cubicBezTo>
                  <a:cubicBezTo>
                    <a:pt x="862" y="154"/>
                    <a:pt x="862" y="154"/>
                    <a:pt x="862" y="154"/>
                  </a:cubicBezTo>
                  <a:cubicBezTo>
                    <a:pt x="862" y="162"/>
                    <a:pt x="869" y="172"/>
                    <a:pt x="864" y="179"/>
                  </a:cubicBezTo>
                  <a:cubicBezTo>
                    <a:pt x="863" y="179"/>
                    <a:pt x="861" y="179"/>
                    <a:pt x="859" y="178"/>
                  </a:cubicBezTo>
                  <a:cubicBezTo>
                    <a:pt x="855" y="176"/>
                    <a:pt x="854" y="171"/>
                    <a:pt x="851" y="167"/>
                  </a:cubicBezTo>
                  <a:cubicBezTo>
                    <a:pt x="850" y="165"/>
                    <a:pt x="850" y="163"/>
                    <a:pt x="849" y="161"/>
                  </a:cubicBezTo>
                  <a:cubicBezTo>
                    <a:pt x="846" y="159"/>
                    <a:pt x="844" y="156"/>
                    <a:pt x="841" y="153"/>
                  </a:cubicBezTo>
                  <a:cubicBezTo>
                    <a:pt x="839" y="151"/>
                    <a:pt x="840" y="146"/>
                    <a:pt x="837" y="144"/>
                  </a:cubicBezTo>
                  <a:cubicBezTo>
                    <a:pt x="834" y="141"/>
                    <a:pt x="817" y="153"/>
                    <a:pt x="809" y="149"/>
                  </a:cubicBezTo>
                  <a:cubicBezTo>
                    <a:pt x="806" y="147"/>
                    <a:pt x="803" y="144"/>
                    <a:pt x="801" y="141"/>
                  </a:cubicBezTo>
                  <a:close/>
                  <a:moveTo>
                    <a:pt x="704" y="44"/>
                  </a:moveTo>
                  <a:cubicBezTo>
                    <a:pt x="705" y="43"/>
                    <a:pt x="706" y="43"/>
                    <a:pt x="707" y="42"/>
                  </a:cubicBezTo>
                  <a:cubicBezTo>
                    <a:pt x="707" y="41"/>
                    <a:pt x="707" y="41"/>
                    <a:pt x="706" y="40"/>
                  </a:cubicBezTo>
                  <a:cubicBezTo>
                    <a:pt x="706" y="40"/>
                    <a:pt x="706" y="40"/>
                    <a:pt x="706" y="40"/>
                  </a:cubicBezTo>
                  <a:cubicBezTo>
                    <a:pt x="706" y="40"/>
                    <a:pt x="706" y="40"/>
                    <a:pt x="705" y="40"/>
                  </a:cubicBezTo>
                  <a:cubicBezTo>
                    <a:pt x="705" y="41"/>
                    <a:pt x="705" y="43"/>
                    <a:pt x="704" y="44"/>
                  </a:cubicBezTo>
                  <a:close/>
                  <a:moveTo>
                    <a:pt x="702" y="45"/>
                  </a:moveTo>
                  <a:cubicBezTo>
                    <a:pt x="702" y="46"/>
                    <a:pt x="703" y="46"/>
                    <a:pt x="703" y="46"/>
                  </a:cubicBezTo>
                  <a:cubicBezTo>
                    <a:pt x="704" y="46"/>
                    <a:pt x="704" y="46"/>
                    <a:pt x="704" y="45"/>
                  </a:cubicBezTo>
                  <a:cubicBezTo>
                    <a:pt x="704" y="45"/>
                    <a:pt x="704" y="45"/>
                    <a:pt x="704" y="45"/>
                  </a:cubicBezTo>
                  <a:cubicBezTo>
                    <a:pt x="704" y="45"/>
                    <a:pt x="704" y="44"/>
                    <a:pt x="704" y="44"/>
                  </a:cubicBezTo>
                  <a:cubicBezTo>
                    <a:pt x="704" y="44"/>
                    <a:pt x="703" y="43"/>
                    <a:pt x="703" y="43"/>
                  </a:cubicBezTo>
                  <a:cubicBezTo>
                    <a:pt x="703" y="43"/>
                    <a:pt x="703" y="44"/>
                    <a:pt x="702" y="44"/>
                  </a:cubicBezTo>
                  <a:cubicBezTo>
                    <a:pt x="702" y="45"/>
                    <a:pt x="702" y="45"/>
                    <a:pt x="702" y="45"/>
                  </a:cubicBezTo>
                  <a:close/>
                  <a:moveTo>
                    <a:pt x="637" y="47"/>
                  </a:moveTo>
                  <a:cubicBezTo>
                    <a:pt x="637" y="41"/>
                    <a:pt x="637" y="35"/>
                    <a:pt x="639" y="30"/>
                  </a:cubicBezTo>
                  <a:cubicBezTo>
                    <a:pt x="639" y="27"/>
                    <a:pt x="639" y="25"/>
                    <a:pt x="638" y="23"/>
                  </a:cubicBezTo>
                  <a:cubicBezTo>
                    <a:pt x="640" y="23"/>
                    <a:pt x="647" y="21"/>
                    <a:pt x="647" y="21"/>
                  </a:cubicBezTo>
                  <a:cubicBezTo>
                    <a:pt x="652" y="29"/>
                    <a:pt x="651" y="39"/>
                    <a:pt x="658" y="45"/>
                  </a:cubicBezTo>
                  <a:cubicBezTo>
                    <a:pt x="658" y="48"/>
                    <a:pt x="658" y="51"/>
                    <a:pt x="658" y="55"/>
                  </a:cubicBezTo>
                  <a:cubicBezTo>
                    <a:pt x="656" y="55"/>
                    <a:pt x="654" y="58"/>
                    <a:pt x="653" y="59"/>
                  </a:cubicBezTo>
                  <a:cubicBezTo>
                    <a:pt x="643" y="59"/>
                    <a:pt x="640" y="53"/>
                    <a:pt x="637" y="47"/>
                  </a:cubicBezTo>
                  <a:close/>
                  <a:moveTo>
                    <a:pt x="621" y="118"/>
                  </a:moveTo>
                  <a:cubicBezTo>
                    <a:pt x="621" y="113"/>
                    <a:pt x="621" y="109"/>
                    <a:pt x="621" y="105"/>
                  </a:cubicBezTo>
                  <a:cubicBezTo>
                    <a:pt x="628" y="104"/>
                    <a:pt x="632" y="97"/>
                    <a:pt x="636" y="92"/>
                  </a:cubicBezTo>
                  <a:cubicBezTo>
                    <a:pt x="640" y="85"/>
                    <a:pt x="652" y="76"/>
                    <a:pt x="660" y="71"/>
                  </a:cubicBezTo>
                  <a:cubicBezTo>
                    <a:pt x="663" y="70"/>
                    <a:pt x="678" y="62"/>
                    <a:pt x="677" y="61"/>
                  </a:cubicBezTo>
                  <a:cubicBezTo>
                    <a:pt x="680" y="60"/>
                    <a:pt x="693" y="54"/>
                    <a:pt x="694" y="51"/>
                  </a:cubicBezTo>
                  <a:cubicBezTo>
                    <a:pt x="694" y="50"/>
                    <a:pt x="694" y="50"/>
                    <a:pt x="694" y="50"/>
                  </a:cubicBezTo>
                  <a:cubicBezTo>
                    <a:pt x="692" y="49"/>
                    <a:pt x="681" y="45"/>
                    <a:pt x="680" y="44"/>
                  </a:cubicBezTo>
                  <a:cubicBezTo>
                    <a:pt x="678" y="43"/>
                    <a:pt x="676" y="39"/>
                    <a:pt x="675" y="39"/>
                  </a:cubicBezTo>
                  <a:cubicBezTo>
                    <a:pt x="675" y="38"/>
                    <a:pt x="675" y="37"/>
                    <a:pt x="675" y="37"/>
                  </a:cubicBezTo>
                  <a:cubicBezTo>
                    <a:pt x="684" y="39"/>
                    <a:pt x="702" y="36"/>
                    <a:pt x="707" y="33"/>
                  </a:cubicBezTo>
                  <a:cubicBezTo>
                    <a:pt x="709" y="31"/>
                    <a:pt x="712" y="28"/>
                    <a:pt x="716" y="27"/>
                  </a:cubicBezTo>
                  <a:cubicBezTo>
                    <a:pt x="721" y="26"/>
                    <a:pt x="736" y="34"/>
                    <a:pt x="739" y="36"/>
                  </a:cubicBezTo>
                  <a:cubicBezTo>
                    <a:pt x="739" y="38"/>
                    <a:pt x="738" y="39"/>
                    <a:pt x="738" y="41"/>
                  </a:cubicBezTo>
                  <a:cubicBezTo>
                    <a:pt x="736" y="42"/>
                    <a:pt x="734" y="44"/>
                    <a:pt x="732" y="45"/>
                  </a:cubicBezTo>
                  <a:cubicBezTo>
                    <a:pt x="731" y="45"/>
                    <a:pt x="730" y="45"/>
                    <a:pt x="730" y="45"/>
                  </a:cubicBezTo>
                  <a:cubicBezTo>
                    <a:pt x="724" y="47"/>
                    <a:pt x="709" y="51"/>
                    <a:pt x="705" y="55"/>
                  </a:cubicBezTo>
                  <a:cubicBezTo>
                    <a:pt x="706" y="56"/>
                    <a:pt x="706" y="57"/>
                    <a:pt x="706" y="58"/>
                  </a:cubicBezTo>
                  <a:cubicBezTo>
                    <a:pt x="708" y="59"/>
                    <a:pt x="710" y="60"/>
                    <a:pt x="712" y="61"/>
                  </a:cubicBezTo>
                  <a:cubicBezTo>
                    <a:pt x="713" y="61"/>
                    <a:pt x="715" y="61"/>
                    <a:pt x="717" y="61"/>
                  </a:cubicBezTo>
                  <a:cubicBezTo>
                    <a:pt x="724" y="65"/>
                    <a:pt x="744" y="92"/>
                    <a:pt x="730" y="103"/>
                  </a:cubicBezTo>
                  <a:cubicBezTo>
                    <a:pt x="728" y="104"/>
                    <a:pt x="716" y="108"/>
                    <a:pt x="717" y="108"/>
                  </a:cubicBezTo>
                  <a:cubicBezTo>
                    <a:pt x="711" y="111"/>
                    <a:pt x="705" y="106"/>
                    <a:pt x="702" y="111"/>
                  </a:cubicBezTo>
                  <a:cubicBezTo>
                    <a:pt x="702" y="114"/>
                    <a:pt x="702" y="117"/>
                    <a:pt x="702" y="120"/>
                  </a:cubicBezTo>
                  <a:cubicBezTo>
                    <a:pt x="699" y="125"/>
                    <a:pt x="694" y="130"/>
                    <a:pt x="690" y="134"/>
                  </a:cubicBezTo>
                  <a:cubicBezTo>
                    <a:pt x="690" y="136"/>
                    <a:pt x="690" y="137"/>
                    <a:pt x="691" y="137"/>
                  </a:cubicBezTo>
                  <a:cubicBezTo>
                    <a:pt x="692" y="139"/>
                    <a:pt x="695" y="139"/>
                    <a:pt x="697" y="139"/>
                  </a:cubicBezTo>
                  <a:cubicBezTo>
                    <a:pt x="698" y="138"/>
                    <a:pt x="699" y="137"/>
                    <a:pt x="700" y="134"/>
                  </a:cubicBezTo>
                  <a:cubicBezTo>
                    <a:pt x="711" y="134"/>
                    <a:pt x="716" y="138"/>
                    <a:pt x="726" y="140"/>
                  </a:cubicBezTo>
                  <a:cubicBezTo>
                    <a:pt x="727" y="143"/>
                    <a:pt x="730" y="149"/>
                    <a:pt x="729" y="151"/>
                  </a:cubicBezTo>
                  <a:cubicBezTo>
                    <a:pt x="728" y="152"/>
                    <a:pt x="727" y="154"/>
                    <a:pt x="725" y="155"/>
                  </a:cubicBezTo>
                  <a:cubicBezTo>
                    <a:pt x="716" y="158"/>
                    <a:pt x="712" y="149"/>
                    <a:pt x="705" y="150"/>
                  </a:cubicBezTo>
                  <a:cubicBezTo>
                    <a:pt x="704" y="149"/>
                    <a:pt x="700" y="153"/>
                    <a:pt x="699" y="155"/>
                  </a:cubicBezTo>
                  <a:cubicBezTo>
                    <a:pt x="698" y="157"/>
                    <a:pt x="700" y="159"/>
                    <a:pt x="700" y="160"/>
                  </a:cubicBezTo>
                  <a:cubicBezTo>
                    <a:pt x="700" y="162"/>
                    <a:pt x="700" y="164"/>
                    <a:pt x="700" y="166"/>
                  </a:cubicBezTo>
                  <a:cubicBezTo>
                    <a:pt x="702" y="174"/>
                    <a:pt x="698" y="180"/>
                    <a:pt x="692" y="183"/>
                  </a:cubicBezTo>
                  <a:cubicBezTo>
                    <a:pt x="685" y="187"/>
                    <a:pt x="666" y="181"/>
                    <a:pt x="662" y="179"/>
                  </a:cubicBezTo>
                  <a:cubicBezTo>
                    <a:pt x="662" y="177"/>
                    <a:pt x="653" y="173"/>
                    <a:pt x="651" y="173"/>
                  </a:cubicBezTo>
                  <a:cubicBezTo>
                    <a:pt x="651" y="172"/>
                    <a:pt x="652" y="172"/>
                    <a:pt x="652" y="172"/>
                  </a:cubicBezTo>
                  <a:cubicBezTo>
                    <a:pt x="660" y="170"/>
                    <a:pt x="676" y="168"/>
                    <a:pt x="683" y="163"/>
                  </a:cubicBezTo>
                  <a:cubicBezTo>
                    <a:pt x="685" y="162"/>
                    <a:pt x="692" y="157"/>
                    <a:pt x="689" y="155"/>
                  </a:cubicBezTo>
                  <a:cubicBezTo>
                    <a:pt x="685" y="154"/>
                    <a:pt x="675" y="155"/>
                    <a:pt x="672" y="157"/>
                  </a:cubicBezTo>
                  <a:cubicBezTo>
                    <a:pt x="668" y="159"/>
                    <a:pt x="653" y="154"/>
                    <a:pt x="652" y="153"/>
                  </a:cubicBezTo>
                  <a:cubicBezTo>
                    <a:pt x="650" y="152"/>
                    <a:pt x="650" y="151"/>
                    <a:pt x="649" y="149"/>
                  </a:cubicBezTo>
                  <a:cubicBezTo>
                    <a:pt x="649" y="148"/>
                    <a:pt x="649" y="148"/>
                    <a:pt x="650" y="147"/>
                  </a:cubicBezTo>
                  <a:cubicBezTo>
                    <a:pt x="660" y="147"/>
                    <a:pt x="674" y="146"/>
                    <a:pt x="684" y="144"/>
                  </a:cubicBezTo>
                  <a:cubicBezTo>
                    <a:pt x="685" y="143"/>
                    <a:pt x="685" y="142"/>
                    <a:pt x="686" y="141"/>
                  </a:cubicBezTo>
                  <a:cubicBezTo>
                    <a:pt x="686" y="141"/>
                    <a:pt x="686" y="141"/>
                    <a:pt x="686" y="140"/>
                  </a:cubicBezTo>
                  <a:cubicBezTo>
                    <a:pt x="684" y="139"/>
                    <a:pt x="684" y="138"/>
                    <a:pt x="682" y="137"/>
                  </a:cubicBezTo>
                  <a:cubicBezTo>
                    <a:pt x="682" y="133"/>
                    <a:pt x="681" y="129"/>
                    <a:pt x="683" y="125"/>
                  </a:cubicBezTo>
                  <a:cubicBezTo>
                    <a:pt x="685" y="122"/>
                    <a:pt x="691" y="115"/>
                    <a:pt x="690" y="111"/>
                  </a:cubicBezTo>
                  <a:cubicBezTo>
                    <a:pt x="690" y="109"/>
                    <a:pt x="689" y="109"/>
                    <a:pt x="688" y="109"/>
                  </a:cubicBezTo>
                  <a:cubicBezTo>
                    <a:pt x="680" y="105"/>
                    <a:pt x="670" y="123"/>
                    <a:pt x="665" y="118"/>
                  </a:cubicBezTo>
                  <a:cubicBezTo>
                    <a:pt x="666" y="112"/>
                    <a:pt x="667" y="106"/>
                    <a:pt x="670" y="102"/>
                  </a:cubicBezTo>
                  <a:cubicBezTo>
                    <a:pt x="675" y="96"/>
                    <a:pt x="690" y="97"/>
                    <a:pt x="695" y="102"/>
                  </a:cubicBezTo>
                  <a:cubicBezTo>
                    <a:pt x="701" y="102"/>
                    <a:pt x="703" y="100"/>
                    <a:pt x="707" y="98"/>
                  </a:cubicBezTo>
                  <a:cubicBezTo>
                    <a:pt x="711" y="95"/>
                    <a:pt x="717" y="94"/>
                    <a:pt x="720" y="90"/>
                  </a:cubicBezTo>
                  <a:cubicBezTo>
                    <a:pt x="720" y="89"/>
                    <a:pt x="720" y="88"/>
                    <a:pt x="720" y="89"/>
                  </a:cubicBezTo>
                  <a:cubicBezTo>
                    <a:pt x="726" y="78"/>
                    <a:pt x="710" y="68"/>
                    <a:pt x="705" y="66"/>
                  </a:cubicBezTo>
                  <a:cubicBezTo>
                    <a:pt x="694" y="63"/>
                    <a:pt x="681" y="76"/>
                    <a:pt x="678" y="81"/>
                  </a:cubicBezTo>
                  <a:cubicBezTo>
                    <a:pt x="670" y="91"/>
                    <a:pt x="657" y="97"/>
                    <a:pt x="649" y="107"/>
                  </a:cubicBezTo>
                  <a:cubicBezTo>
                    <a:pt x="645" y="112"/>
                    <a:pt x="646" y="118"/>
                    <a:pt x="644" y="123"/>
                  </a:cubicBezTo>
                  <a:cubicBezTo>
                    <a:pt x="643" y="127"/>
                    <a:pt x="640" y="131"/>
                    <a:pt x="639" y="133"/>
                  </a:cubicBezTo>
                  <a:cubicBezTo>
                    <a:pt x="632" y="134"/>
                    <a:pt x="625" y="130"/>
                    <a:pt x="623" y="125"/>
                  </a:cubicBezTo>
                  <a:cubicBezTo>
                    <a:pt x="621" y="123"/>
                    <a:pt x="623" y="120"/>
                    <a:pt x="621" y="118"/>
                  </a:cubicBezTo>
                  <a:close/>
                  <a:moveTo>
                    <a:pt x="537" y="94"/>
                  </a:moveTo>
                  <a:cubicBezTo>
                    <a:pt x="538" y="94"/>
                    <a:pt x="540" y="93"/>
                    <a:pt x="540" y="92"/>
                  </a:cubicBezTo>
                  <a:cubicBezTo>
                    <a:pt x="541" y="91"/>
                    <a:pt x="540" y="90"/>
                    <a:pt x="540" y="89"/>
                  </a:cubicBezTo>
                  <a:cubicBezTo>
                    <a:pt x="539" y="90"/>
                    <a:pt x="539" y="90"/>
                    <a:pt x="539" y="90"/>
                  </a:cubicBezTo>
                  <a:cubicBezTo>
                    <a:pt x="538" y="91"/>
                    <a:pt x="538" y="93"/>
                    <a:pt x="537" y="94"/>
                  </a:cubicBezTo>
                  <a:close/>
                  <a:moveTo>
                    <a:pt x="503" y="79"/>
                  </a:moveTo>
                  <a:cubicBezTo>
                    <a:pt x="504" y="80"/>
                    <a:pt x="505" y="81"/>
                    <a:pt x="507" y="79"/>
                  </a:cubicBezTo>
                  <a:cubicBezTo>
                    <a:pt x="507" y="77"/>
                    <a:pt x="508" y="77"/>
                    <a:pt x="508" y="75"/>
                  </a:cubicBezTo>
                  <a:cubicBezTo>
                    <a:pt x="508" y="75"/>
                    <a:pt x="507" y="75"/>
                    <a:pt x="507" y="74"/>
                  </a:cubicBezTo>
                  <a:cubicBezTo>
                    <a:pt x="506" y="75"/>
                    <a:pt x="505" y="75"/>
                    <a:pt x="504" y="75"/>
                  </a:cubicBezTo>
                  <a:cubicBezTo>
                    <a:pt x="504" y="77"/>
                    <a:pt x="504" y="77"/>
                    <a:pt x="503" y="79"/>
                  </a:cubicBezTo>
                  <a:close/>
                  <a:moveTo>
                    <a:pt x="491" y="115"/>
                  </a:moveTo>
                  <a:cubicBezTo>
                    <a:pt x="496" y="117"/>
                    <a:pt x="504" y="111"/>
                    <a:pt x="507" y="108"/>
                  </a:cubicBezTo>
                  <a:cubicBezTo>
                    <a:pt x="506" y="107"/>
                    <a:pt x="506" y="105"/>
                    <a:pt x="506" y="104"/>
                  </a:cubicBezTo>
                  <a:cubicBezTo>
                    <a:pt x="505" y="104"/>
                    <a:pt x="505" y="103"/>
                    <a:pt x="504" y="103"/>
                  </a:cubicBezTo>
                  <a:cubicBezTo>
                    <a:pt x="501" y="105"/>
                    <a:pt x="494" y="109"/>
                    <a:pt x="491" y="113"/>
                  </a:cubicBezTo>
                  <a:cubicBezTo>
                    <a:pt x="491" y="113"/>
                    <a:pt x="491" y="114"/>
                    <a:pt x="491" y="115"/>
                  </a:cubicBezTo>
                  <a:close/>
                  <a:moveTo>
                    <a:pt x="460" y="78"/>
                  </a:moveTo>
                  <a:cubicBezTo>
                    <a:pt x="461" y="79"/>
                    <a:pt x="462" y="79"/>
                    <a:pt x="463" y="79"/>
                  </a:cubicBezTo>
                  <a:cubicBezTo>
                    <a:pt x="466" y="77"/>
                    <a:pt x="468" y="75"/>
                    <a:pt x="470" y="73"/>
                  </a:cubicBezTo>
                  <a:cubicBezTo>
                    <a:pt x="470" y="71"/>
                    <a:pt x="470" y="71"/>
                    <a:pt x="470" y="69"/>
                  </a:cubicBezTo>
                  <a:cubicBezTo>
                    <a:pt x="468" y="69"/>
                    <a:pt x="467" y="70"/>
                    <a:pt x="466" y="70"/>
                  </a:cubicBezTo>
                  <a:cubicBezTo>
                    <a:pt x="464" y="71"/>
                    <a:pt x="461" y="74"/>
                    <a:pt x="460" y="78"/>
                  </a:cubicBezTo>
                  <a:close/>
                  <a:moveTo>
                    <a:pt x="453" y="106"/>
                  </a:moveTo>
                  <a:cubicBezTo>
                    <a:pt x="454" y="106"/>
                    <a:pt x="454" y="106"/>
                    <a:pt x="455" y="106"/>
                  </a:cubicBezTo>
                  <a:cubicBezTo>
                    <a:pt x="457" y="103"/>
                    <a:pt x="473" y="90"/>
                    <a:pt x="469" y="87"/>
                  </a:cubicBezTo>
                  <a:cubicBezTo>
                    <a:pt x="458" y="82"/>
                    <a:pt x="453" y="96"/>
                    <a:pt x="453" y="106"/>
                  </a:cubicBezTo>
                  <a:close/>
                  <a:moveTo>
                    <a:pt x="438" y="93"/>
                  </a:moveTo>
                  <a:cubicBezTo>
                    <a:pt x="439" y="93"/>
                    <a:pt x="440" y="94"/>
                    <a:pt x="440" y="95"/>
                  </a:cubicBezTo>
                  <a:cubicBezTo>
                    <a:pt x="442" y="95"/>
                    <a:pt x="443" y="95"/>
                    <a:pt x="444" y="95"/>
                  </a:cubicBezTo>
                  <a:cubicBezTo>
                    <a:pt x="445" y="94"/>
                    <a:pt x="446" y="93"/>
                    <a:pt x="446" y="92"/>
                  </a:cubicBezTo>
                  <a:cubicBezTo>
                    <a:pt x="445" y="91"/>
                    <a:pt x="444" y="91"/>
                    <a:pt x="444" y="90"/>
                  </a:cubicBezTo>
                  <a:cubicBezTo>
                    <a:pt x="444" y="91"/>
                    <a:pt x="439" y="91"/>
                    <a:pt x="438" y="92"/>
                  </a:cubicBezTo>
                  <a:cubicBezTo>
                    <a:pt x="438" y="92"/>
                    <a:pt x="438" y="92"/>
                    <a:pt x="438" y="93"/>
                  </a:cubicBezTo>
                  <a:close/>
                  <a:moveTo>
                    <a:pt x="425" y="130"/>
                  </a:moveTo>
                  <a:cubicBezTo>
                    <a:pt x="429" y="129"/>
                    <a:pt x="448" y="117"/>
                    <a:pt x="439" y="112"/>
                  </a:cubicBezTo>
                  <a:cubicBezTo>
                    <a:pt x="438" y="112"/>
                    <a:pt x="438" y="112"/>
                    <a:pt x="437" y="112"/>
                  </a:cubicBezTo>
                  <a:cubicBezTo>
                    <a:pt x="435" y="119"/>
                    <a:pt x="428" y="123"/>
                    <a:pt x="425" y="130"/>
                  </a:cubicBezTo>
                  <a:close/>
                  <a:moveTo>
                    <a:pt x="398" y="150"/>
                  </a:moveTo>
                  <a:cubicBezTo>
                    <a:pt x="398" y="144"/>
                    <a:pt x="399" y="138"/>
                    <a:pt x="399" y="133"/>
                  </a:cubicBezTo>
                  <a:cubicBezTo>
                    <a:pt x="403" y="131"/>
                    <a:pt x="426" y="102"/>
                    <a:pt x="429" y="97"/>
                  </a:cubicBezTo>
                  <a:cubicBezTo>
                    <a:pt x="428" y="96"/>
                    <a:pt x="428" y="96"/>
                    <a:pt x="426" y="96"/>
                  </a:cubicBezTo>
                  <a:cubicBezTo>
                    <a:pt x="424" y="97"/>
                    <a:pt x="405" y="104"/>
                    <a:pt x="401" y="101"/>
                  </a:cubicBezTo>
                  <a:cubicBezTo>
                    <a:pt x="400" y="100"/>
                    <a:pt x="400" y="100"/>
                    <a:pt x="400" y="100"/>
                  </a:cubicBezTo>
                  <a:cubicBezTo>
                    <a:pt x="400" y="86"/>
                    <a:pt x="411" y="79"/>
                    <a:pt x="418" y="74"/>
                  </a:cubicBezTo>
                  <a:cubicBezTo>
                    <a:pt x="424" y="70"/>
                    <a:pt x="428" y="65"/>
                    <a:pt x="432" y="60"/>
                  </a:cubicBezTo>
                  <a:cubicBezTo>
                    <a:pt x="437" y="54"/>
                    <a:pt x="450" y="45"/>
                    <a:pt x="453" y="38"/>
                  </a:cubicBezTo>
                  <a:cubicBezTo>
                    <a:pt x="454" y="34"/>
                    <a:pt x="454" y="29"/>
                    <a:pt x="454" y="25"/>
                  </a:cubicBezTo>
                  <a:cubicBezTo>
                    <a:pt x="462" y="22"/>
                    <a:pt x="468" y="24"/>
                    <a:pt x="473" y="28"/>
                  </a:cubicBezTo>
                  <a:cubicBezTo>
                    <a:pt x="468" y="46"/>
                    <a:pt x="437" y="68"/>
                    <a:pt x="423" y="81"/>
                  </a:cubicBezTo>
                  <a:cubicBezTo>
                    <a:pt x="420" y="84"/>
                    <a:pt x="416" y="86"/>
                    <a:pt x="413" y="89"/>
                  </a:cubicBezTo>
                  <a:cubicBezTo>
                    <a:pt x="413" y="90"/>
                    <a:pt x="413" y="90"/>
                    <a:pt x="414" y="90"/>
                  </a:cubicBezTo>
                  <a:cubicBezTo>
                    <a:pt x="419" y="90"/>
                    <a:pt x="426" y="88"/>
                    <a:pt x="430" y="86"/>
                  </a:cubicBezTo>
                  <a:cubicBezTo>
                    <a:pt x="436" y="85"/>
                    <a:pt x="441" y="85"/>
                    <a:pt x="447" y="84"/>
                  </a:cubicBezTo>
                  <a:cubicBezTo>
                    <a:pt x="451" y="81"/>
                    <a:pt x="451" y="77"/>
                    <a:pt x="453" y="73"/>
                  </a:cubicBezTo>
                  <a:cubicBezTo>
                    <a:pt x="457" y="67"/>
                    <a:pt x="460" y="60"/>
                    <a:pt x="466" y="55"/>
                  </a:cubicBezTo>
                  <a:cubicBezTo>
                    <a:pt x="469" y="55"/>
                    <a:pt x="472" y="55"/>
                    <a:pt x="474" y="55"/>
                  </a:cubicBezTo>
                  <a:cubicBezTo>
                    <a:pt x="475" y="57"/>
                    <a:pt x="477" y="58"/>
                    <a:pt x="478" y="59"/>
                  </a:cubicBezTo>
                  <a:cubicBezTo>
                    <a:pt x="481" y="63"/>
                    <a:pt x="483" y="67"/>
                    <a:pt x="485" y="71"/>
                  </a:cubicBezTo>
                  <a:cubicBezTo>
                    <a:pt x="488" y="69"/>
                    <a:pt x="495" y="62"/>
                    <a:pt x="492" y="57"/>
                  </a:cubicBezTo>
                  <a:cubicBezTo>
                    <a:pt x="491" y="54"/>
                    <a:pt x="488" y="53"/>
                    <a:pt x="490" y="49"/>
                  </a:cubicBezTo>
                  <a:cubicBezTo>
                    <a:pt x="490" y="46"/>
                    <a:pt x="498" y="42"/>
                    <a:pt x="502" y="43"/>
                  </a:cubicBezTo>
                  <a:cubicBezTo>
                    <a:pt x="502" y="47"/>
                    <a:pt x="506" y="51"/>
                    <a:pt x="508" y="53"/>
                  </a:cubicBezTo>
                  <a:cubicBezTo>
                    <a:pt x="515" y="55"/>
                    <a:pt x="513" y="47"/>
                    <a:pt x="514" y="43"/>
                  </a:cubicBezTo>
                  <a:cubicBezTo>
                    <a:pt x="517" y="34"/>
                    <a:pt x="512" y="13"/>
                    <a:pt x="524" y="13"/>
                  </a:cubicBezTo>
                  <a:cubicBezTo>
                    <a:pt x="525" y="15"/>
                    <a:pt x="530" y="19"/>
                    <a:pt x="532" y="21"/>
                  </a:cubicBezTo>
                  <a:cubicBezTo>
                    <a:pt x="532" y="21"/>
                    <a:pt x="532" y="21"/>
                    <a:pt x="533" y="21"/>
                  </a:cubicBezTo>
                  <a:cubicBezTo>
                    <a:pt x="535" y="25"/>
                    <a:pt x="536" y="27"/>
                    <a:pt x="539" y="30"/>
                  </a:cubicBezTo>
                  <a:cubicBezTo>
                    <a:pt x="541" y="34"/>
                    <a:pt x="544" y="42"/>
                    <a:pt x="545" y="47"/>
                  </a:cubicBezTo>
                  <a:cubicBezTo>
                    <a:pt x="546" y="51"/>
                    <a:pt x="542" y="54"/>
                    <a:pt x="543" y="59"/>
                  </a:cubicBezTo>
                  <a:cubicBezTo>
                    <a:pt x="546" y="65"/>
                    <a:pt x="553" y="69"/>
                    <a:pt x="556" y="75"/>
                  </a:cubicBezTo>
                  <a:cubicBezTo>
                    <a:pt x="558" y="79"/>
                    <a:pt x="558" y="83"/>
                    <a:pt x="560" y="85"/>
                  </a:cubicBezTo>
                  <a:cubicBezTo>
                    <a:pt x="564" y="89"/>
                    <a:pt x="570" y="91"/>
                    <a:pt x="574" y="95"/>
                  </a:cubicBezTo>
                  <a:cubicBezTo>
                    <a:pt x="574" y="97"/>
                    <a:pt x="574" y="98"/>
                    <a:pt x="574" y="99"/>
                  </a:cubicBezTo>
                  <a:cubicBezTo>
                    <a:pt x="572" y="100"/>
                    <a:pt x="570" y="102"/>
                    <a:pt x="568" y="103"/>
                  </a:cubicBezTo>
                  <a:cubicBezTo>
                    <a:pt x="565" y="105"/>
                    <a:pt x="561" y="104"/>
                    <a:pt x="559" y="105"/>
                  </a:cubicBezTo>
                  <a:cubicBezTo>
                    <a:pt x="552" y="106"/>
                    <a:pt x="543" y="109"/>
                    <a:pt x="539" y="114"/>
                  </a:cubicBezTo>
                  <a:cubicBezTo>
                    <a:pt x="536" y="117"/>
                    <a:pt x="536" y="135"/>
                    <a:pt x="535" y="141"/>
                  </a:cubicBezTo>
                  <a:cubicBezTo>
                    <a:pt x="535" y="143"/>
                    <a:pt x="534" y="145"/>
                    <a:pt x="534" y="148"/>
                  </a:cubicBezTo>
                  <a:cubicBezTo>
                    <a:pt x="532" y="152"/>
                    <a:pt x="531" y="158"/>
                    <a:pt x="530" y="163"/>
                  </a:cubicBezTo>
                  <a:cubicBezTo>
                    <a:pt x="530" y="164"/>
                    <a:pt x="530" y="165"/>
                    <a:pt x="530" y="166"/>
                  </a:cubicBezTo>
                  <a:cubicBezTo>
                    <a:pt x="526" y="174"/>
                    <a:pt x="524" y="181"/>
                    <a:pt x="520" y="187"/>
                  </a:cubicBezTo>
                  <a:cubicBezTo>
                    <a:pt x="520" y="190"/>
                    <a:pt x="520" y="193"/>
                    <a:pt x="520" y="195"/>
                  </a:cubicBezTo>
                  <a:cubicBezTo>
                    <a:pt x="519" y="195"/>
                    <a:pt x="519" y="195"/>
                    <a:pt x="519" y="195"/>
                  </a:cubicBezTo>
                  <a:cubicBezTo>
                    <a:pt x="518" y="193"/>
                    <a:pt x="515" y="191"/>
                    <a:pt x="514" y="189"/>
                  </a:cubicBezTo>
                  <a:cubicBezTo>
                    <a:pt x="511" y="185"/>
                    <a:pt x="511" y="181"/>
                    <a:pt x="509" y="177"/>
                  </a:cubicBezTo>
                  <a:cubicBezTo>
                    <a:pt x="509" y="175"/>
                    <a:pt x="509" y="173"/>
                    <a:pt x="509" y="171"/>
                  </a:cubicBezTo>
                  <a:cubicBezTo>
                    <a:pt x="507" y="163"/>
                    <a:pt x="509" y="147"/>
                    <a:pt x="508" y="135"/>
                  </a:cubicBezTo>
                  <a:cubicBezTo>
                    <a:pt x="507" y="135"/>
                    <a:pt x="506" y="135"/>
                    <a:pt x="507" y="134"/>
                  </a:cubicBezTo>
                  <a:cubicBezTo>
                    <a:pt x="497" y="136"/>
                    <a:pt x="489" y="139"/>
                    <a:pt x="481" y="142"/>
                  </a:cubicBezTo>
                  <a:cubicBezTo>
                    <a:pt x="476" y="142"/>
                    <a:pt x="472" y="143"/>
                    <a:pt x="467" y="143"/>
                  </a:cubicBezTo>
                  <a:cubicBezTo>
                    <a:pt x="462" y="138"/>
                    <a:pt x="463" y="125"/>
                    <a:pt x="465" y="119"/>
                  </a:cubicBezTo>
                  <a:cubicBezTo>
                    <a:pt x="470" y="117"/>
                    <a:pt x="476" y="112"/>
                    <a:pt x="478" y="108"/>
                  </a:cubicBezTo>
                  <a:cubicBezTo>
                    <a:pt x="478" y="107"/>
                    <a:pt x="478" y="105"/>
                    <a:pt x="478" y="104"/>
                  </a:cubicBezTo>
                  <a:cubicBezTo>
                    <a:pt x="484" y="97"/>
                    <a:pt x="492" y="90"/>
                    <a:pt x="488" y="77"/>
                  </a:cubicBezTo>
                  <a:cubicBezTo>
                    <a:pt x="488" y="77"/>
                    <a:pt x="488" y="77"/>
                    <a:pt x="487" y="77"/>
                  </a:cubicBezTo>
                  <a:cubicBezTo>
                    <a:pt x="473" y="87"/>
                    <a:pt x="476" y="96"/>
                    <a:pt x="467" y="109"/>
                  </a:cubicBezTo>
                  <a:cubicBezTo>
                    <a:pt x="461" y="117"/>
                    <a:pt x="456" y="117"/>
                    <a:pt x="452" y="129"/>
                  </a:cubicBezTo>
                  <a:cubicBezTo>
                    <a:pt x="448" y="140"/>
                    <a:pt x="457" y="156"/>
                    <a:pt x="457" y="165"/>
                  </a:cubicBezTo>
                  <a:cubicBezTo>
                    <a:pt x="455" y="165"/>
                    <a:pt x="455" y="167"/>
                    <a:pt x="454" y="167"/>
                  </a:cubicBezTo>
                  <a:cubicBezTo>
                    <a:pt x="452" y="167"/>
                    <a:pt x="452" y="167"/>
                    <a:pt x="450" y="167"/>
                  </a:cubicBezTo>
                  <a:cubicBezTo>
                    <a:pt x="447" y="163"/>
                    <a:pt x="444" y="159"/>
                    <a:pt x="442" y="153"/>
                  </a:cubicBezTo>
                  <a:cubicBezTo>
                    <a:pt x="440" y="149"/>
                    <a:pt x="441" y="145"/>
                    <a:pt x="439" y="141"/>
                  </a:cubicBezTo>
                  <a:cubicBezTo>
                    <a:pt x="438" y="141"/>
                    <a:pt x="438" y="141"/>
                    <a:pt x="437" y="141"/>
                  </a:cubicBezTo>
                  <a:cubicBezTo>
                    <a:pt x="431" y="151"/>
                    <a:pt x="418" y="157"/>
                    <a:pt x="402" y="157"/>
                  </a:cubicBezTo>
                  <a:cubicBezTo>
                    <a:pt x="402" y="156"/>
                    <a:pt x="400" y="155"/>
                    <a:pt x="400" y="155"/>
                  </a:cubicBezTo>
                  <a:cubicBezTo>
                    <a:pt x="398" y="153"/>
                    <a:pt x="398" y="151"/>
                    <a:pt x="398" y="150"/>
                  </a:cubicBezTo>
                  <a:close/>
                  <a:moveTo>
                    <a:pt x="278" y="104"/>
                  </a:moveTo>
                  <a:cubicBezTo>
                    <a:pt x="279" y="106"/>
                    <a:pt x="280" y="109"/>
                    <a:pt x="281" y="111"/>
                  </a:cubicBezTo>
                  <a:cubicBezTo>
                    <a:pt x="282" y="111"/>
                    <a:pt x="282" y="111"/>
                    <a:pt x="282" y="111"/>
                  </a:cubicBezTo>
                  <a:cubicBezTo>
                    <a:pt x="283" y="108"/>
                    <a:pt x="286" y="101"/>
                    <a:pt x="283" y="99"/>
                  </a:cubicBezTo>
                  <a:cubicBezTo>
                    <a:pt x="283" y="99"/>
                    <a:pt x="282" y="99"/>
                    <a:pt x="282" y="98"/>
                  </a:cubicBezTo>
                  <a:cubicBezTo>
                    <a:pt x="281" y="98"/>
                    <a:pt x="280" y="98"/>
                    <a:pt x="279" y="99"/>
                  </a:cubicBezTo>
                  <a:cubicBezTo>
                    <a:pt x="279" y="102"/>
                    <a:pt x="278" y="101"/>
                    <a:pt x="278" y="104"/>
                  </a:cubicBezTo>
                  <a:close/>
                  <a:moveTo>
                    <a:pt x="257" y="97"/>
                  </a:moveTo>
                  <a:cubicBezTo>
                    <a:pt x="257" y="97"/>
                    <a:pt x="257" y="98"/>
                    <a:pt x="257" y="99"/>
                  </a:cubicBezTo>
                  <a:cubicBezTo>
                    <a:pt x="258" y="99"/>
                    <a:pt x="258" y="99"/>
                    <a:pt x="258" y="99"/>
                  </a:cubicBezTo>
                  <a:cubicBezTo>
                    <a:pt x="258" y="99"/>
                    <a:pt x="259" y="99"/>
                    <a:pt x="259" y="99"/>
                  </a:cubicBezTo>
                  <a:cubicBezTo>
                    <a:pt x="260" y="98"/>
                    <a:pt x="260" y="97"/>
                    <a:pt x="261" y="97"/>
                  </a:cubicBezTo>
                  <a:cubicBezTo>
                    <a:pt x="261" y="95"/>
                    <a:pt x="261" y="95"/>
                    <a:pt x="260" y="93"/>
                  </a:cubicBezTo>
                  <a:cubicBezTo>
                    <a:pt x="260" y="93"/>
                    <a:pt x="260" y="93"/>
                    <a:pt x="260" y="93"/>
                  </a:cubicBezTo>
                  <a:cubicBezTo>
                    <a:pt x="259" y="93"/>
                    <a:pt x="259" y="93"/>
                    <a:pt x="259" y="93"/>
                  </a:cubicBezTo>
                  <a:cubicBezTo>
                    <a:pt x="258" y="94"/>
                    <a:pt x="258" y="95"/>
                    <a:pt x="257" y="97"/>
                  </a:cubicBezTo>
                  <a:close/>
                  <a:moveTo>
                    <a:pt x="236" y="104"/>
                  </a:moveTo>
                  <a:cubicBezTo>
                    <a:pt x="236" y="105"/>
                    <a:pt x="237" y="105"/>
                    <a:pt x="238" y="105"/>
                  </a:cubicBezTo>
                  <a:cubicBezTo>
                    <a:pt x="241" y="104"/>
                    <a:pt x="242" y="102"/>
                    <a:pt x="245" y="100"/>
                  </a:cubicBezTo>
                  <a:cubicBezTo>
                    <a:pt x="245" y="99"/>
                    <a:pt x="245" y="98"/>
                    <a:pt x="245" y="97"/>
                  </a:cubicBezTo>
                  <a:cubicBezTo>
                    <a:pt x="244" y="97"/>
                    <a:pt x="244" y="97"/>
                    <a:pt x="244" y="97"/>
                  </a:cubicBezTo>
                  <a:cubicBezTo>
                    <a:pt x="244" y="97"/>
                    <a:pt x="243" y="97"/>
                    <a:pt x="242" y="97"/>
                  </a:cubicBezTo>
                  <a:cubicBezTo>
                    <a:pt x="240" y="99"/>
                    <a:pt x="238" y="101"/>
                    <a:pt x="236" y="104"/>
                  </a:cubicBezTo>
                  <a:close/>
                  <a:moveTo>
                    <a:pt x="216" y="151"/>
                  </a:moveTo>
                  <a:cubicBezTo>
                    <a:pt x="217" y="152"/>
                    <a:pt x="225" y="157"/>
                    <a:pt x="226" y="158"/>
                  </a:cubicBezTo>
                  <a:cubicBezTo>
                    <a:pt x="230" y="159"/>
                    <a:pt x="253" y="155"/>
                    <a:pt x="254" y="154"/>
                  </a:cubicBezTo>
                  <a:cubicBezTo>
                    <a:pt x="254" y="153"/>
                    <a:pt x="253" y="151"/>
                    <a:pt x="252" y="149"/>
                  </a:cubicBezTo>
                  <a:cubicBezTo>
                    <a:pt x="253" y="149"/>
                    <a:pt x="253" y="149"/>
                    <a:pt x="253" y="149"/>
                  </a:cubicBezTo>
                  <a:cubicBezTo>
                    <a:pt x="259" y="147"/>
                    <a:pt x="266" y="162"/>
                    <a:pt x="274" y="147"/>
                  </a:cubicBezTo>
                  <a:cubicBezTo>
                    <a:pt x="280" y="149"/>
                    <a:pt x="289" y="157"/>
                    <a:pt x="296" y="153"/>
                  </a:cubicBezTo>
                  <a:cubicBezTo>
                    <a:pt x="309" y="147"/>
                    <a:pt x="312" y="126"/>
                    <a:pt x="312" y="104"/>
                  </a:cubicBezTo>
                  <a:cubicBezTo>
                    <a:pt x="312" y="97"/>
                    <a:pt x="313" y="86"/>
                    <a:pt x="310" y="81"/>
                  </a:cubicBezTo>
                  <a:cubicBezTo>
                    <a:pt x="310" y="78"/>
                    <a:pt x="310" y="75"/>
                    <a:pt x="310" y="73"/>
                  </a:cubicBezTo>
                  <a:cubicBezTo>
                    <a:pt x="310" y="67"/>
                    <a:pt x="310" y="56"/>
                    <a:pt x="308" y="51"/>
                  </a:cubicBezTo>
                  <a:cubicBezTo>
                    <a:pt x="308" y="49"/>
                    <a:pt x="307" y="45"/>
                    <a:pt x="307" y="43"/>
                  </a:cubicBezTo>
                  <a:cubicBezTo>
                    <a:pt x="305" y="35"/>
                    <a:pt x="304" y="27"/>
                    <a:pt x="301" y="21"/>
                  </a:cubicBezTo>
                  <a:cubicBezTo>
                    <a:pt x="270" y="17"/>
                    <a:pt x="248" y="27"/>
                    <a:pt x="235" y="46"/>
                  </a:cubicBezTo>
                  <a:cubicBezTo>
                    <a:pt x="232" y="50"/>
                    <a:pt x="222" y="63"/>
                    <a:pt x="225" y="70"/>
                  </a:cubicBezTo>
                  <a:cubicBezTo>
                    <a:pt x="233" y="70"/>
                    <a:pt x="243" y="58"/>
                    <a:pt x="249" y="54"/>
                  </a:cubicBezTo>
                  <a:cubicBezTo>
                    <a:pt x="250" y="54"/>
                    <a:pt x="254" y="53"/>
                    <a:pt x="254" y="53"/>
                  </a:cubicBezTo>
                  <a:cubicBezTo>
                    <a:pt x="280" y="51"/>
                    <a:pt x="264" y="71"/>
                    <a:pt x="264" y="83"/>
                  </a:cubicBezTo>
                  <a:cubicBezTo>
                    <a:pt x="268" y="85"/>
                    <a:pt x="278" y="95"/>
                    <a:pt x="284" y="92"/>
                  </a:cubicBezTo>
                  <a:cubicBezTo>
                    <a:pt x="284" y="91"/>
                    <a:pt x="285" y="90"/>
                    <a:pt x="286" y="90"/>
                  </a:cubicBezTo>
                  <a:cubicBezTo>
                    <a:pt x="293" y="90"/>
                    <a:pt x="311" y="103"/>
                    <a:pt x="302" y="112"/>
                  </a:cubicBezTo>
                  <a:cubicBezTo>
                    <a:pt x="299" y="115"/>
                    <a:pt x="294" y="117"/>
                    <a:pt x="290" y="120"/>
                  </a:cubicBezTo>
                  <a:cubicBezTo>
                    <a:pt x="285" y="123"/>
                    <a:pt x="280" y="129"/>
                    <a:pt x="274" y="133"/>
                  </a:cubicBezTo>
                  <a:cubicBezTo>
                    <a:pt x="274" y="133"/>
                    <a:pt x="272" y="133"/>
                    <a:pt x="273" y="134"/>
                  </a:cubicBezTo>
                  <a:cubicBezTo>
                    <a:pt x="268" y="137"/>
                    <a:pt x="260" y="139"/>
                    <a:pt x="254" y="143"/>
                  </a:cubicBezTo>
                  <a:cubicBezTo>
                    <a:pt x="251" y="145"/>
                    <a:pt x="243" y="143"/>
                    <a:pt x="240" y="143"/>
                  </a:cubicBezTo>
                  <a:cubicBezTo>
                    <a:pt x="238" y="140"/>
                    <a:pt x="232" y="133"/>
                    <a:pt x="236" y="127"/>
                  </a:cubicBezTo>
                  <a:cubicBezTo>
                    <a:pt x="237" y="124"/>
                    <a:pt x="242" y="120"/>
                    <a:pt x="244" y="119"/>
                  </a:cubicBezTo>
                  <a:cubicBezTo>
                    <a:pt x="244" y="116"/>
                    <a:pt x="243" y="116"/>
                    <a:pt x="241" y="116"/>
                  </a:cubicBezTo>
                  <a:cubicBezTo>
                    <a:pt x="238" y="121"/>
                    <a:pt x="227" y="110"/>
                    <a:pt x="226" y="108"/>
                  </a:cubicBezTo>
                  <a:cubicBezTo>
                    <a:pt x="226" y="105"/>
                    <a:pt x="226" y="102"/>
                    <a:pt x="226" y="99"/>
                  </a:cubicBezTo>
                  <a:cubicBezTo>
                    <a:pt x="229" y="98"/>
                    <a:pt x="231" y="95"/>
                    <a:pt x="234" y="93"/>
                  </a:cubicBezTo>
                  <a:cubicBezTo>
                    <a:pt x="242" y="89"/>
                    <a:pt x="256" y="87"/>
                    <a:pt x="252" y="74"/>
                  </a:cubicBezTo>
                  <a:cubicBezTo>
                    <a:pt x="252" y="74"/>
                    <a:pt x="251" y="74"/>
                    <a:pt x="250" y="74"/>
                  </a:cubicBezTo>
                  <a:cubicBezTo>
                    <a:pt x="246" y="78"/>
                    <a:pt x="227" y="77"/>
                    <a:pt x="223" y="83"/>
                  </a:cubicBezTo>
                  <a:cubicBezTo>
                    <a:pt x="220" y="86"/>
                    <a:pt x="223" y="93"/>
                    <a:pt x="221" y="97"/>
                  </a:cubicBezTo>
                  <a:cubicBezTo>
                    <a:pt x="219" y="97"/>
                    <a:pt x="220" y="103"/>
                    <a:pt x="218" y="105"/>
                  </a:cubicBezTo>
                  <a:cubicBezTo>
                    <a:pt x="214" y="114"/>
                    <a:pt x="219" y="132"/>
                    <a:pt x="217" y="141"/>
                  </a:cubicBezTo>
                  <a:cubicBezTo>
                    <a:pt x="217" y="144"/>
                    <a:pt x="216" y="149"/>
                    <a:pt x="216" y="151"/>
                  </a:cubicBezTo>
                  <a:close/>
                  <a:moveTo>
                    <a:pt x="197" y="154"/>
                  </a:moveTo>
                  <a:cubicBezTo>
                    <a:pt x="197" y="141"/>
                    <a:pt x="202" y="127"/>
                    <a:pt x="205" y="115"/>
                  </a:cubicBezTo>
                  <a:cubicBezTo>
                    <a:pt x="205" y="113"/>
                    <a:pt x="205" y="110"/>
                    <a:pt x="205" y="107"/>
                  </a:cubicBezTo>
                  <a:cubicBezTo>
                    <a:pt x="205" y="93"/>
                    <a:pt x="199" y="79"/>
                    <a:pt x="201" y="66"/>
                  </a:cubicBezTo>
                  <a:cubicBezTo>
                    <a:pt x="205" y="39"/>
                    <a:pt x="229" y="25"/>
                    <a:pt x="252" y="17"/>
                  </a:cubicBezTo>
                  <a:cubicBezTo>
                    <a:pt x="261" y="15"/>
                    <a:pt x="289" y="6"/>
                    <a:pt x="300" y="13"/>
                  </a:cubicBezTo>
                  <a:cubicBezTo>
                    <a:pt x="302" y="13"/>
                    <a:pt x="306" y="13"/>
                    <a:pt x="308" y="15"/>
                  </a:cubicBezTo>
                  <a:cubicBezTo>
                    <a:pt x="330" y="29"/>
                    <a:pt x="324" y="79"/>
                    <a:pt x="325" y="113"/>
                  </a:cubicBezTo>
                  <a:cubicBezTo>
                    <a:pt x="325" y="129"/>
                    <a:pt x="328" y="154"/>
                    <a:pt x="320" y="163"/>
                  </a:cubicBezTo>
                  <a:cubicBezTo>
                    <a:pt x="318" y="166"/>
                    <a:pt x="294" y="183"/>
                    <a:pt x="287" y="179"/>
                  </a:cubicBezTo>
                  <a:cubicBezTo>
                    <a:pt x="280" y="175"/>
                    <a:pt x="274" y="165"/>
                    <a:pt x="264" y="164"/>
                  </a:cubicBezTo>
                  <a:cubicBezTo>
                    <a:pt x="261" y="163"/>
                    <a:pt x="257" y="167"/>
                    <a:pt x="254" y="168"/>
                  </a:cubicBezTo>
                  <a:cubicBezTo>
                    <a:pt x="252" y="169"/>
                    <a:pt x="230" y="173"/>
                    <a:pt x="226" y="171"/>
                  </a:cubicBezTo>
                  <a:cubicBezTo>
                    <a:pt x="221" y="170"/>
                    <a:pt x="220" y="167"/>
                    <a:pt x="216" y="164"/>
                  </a:cubicBezTo>
                  <a:cubicBezTo>
                    <a:pt x="216" y="164"/>
                    <a:pt x="216" y="164"/>
                    <a:pt x="216" y="164"/>
                  </a:cubicBezTo>
                  <a:cubicBezTo>
                    <a:pt x="213" y="166"/>
                    <a:pt x="211" y="170"/>
                    <a:pt x="206" y="170"/>
                  </a:cubicBezTo>
                  <a:cubicBezTo>
                    <a:pt x="204" y="168"/>
                    <a:pt x="202" y="166"/>
                    <a:pt x="201" y="164"/>
                  </a:cubicBezTo>
                  <a:cubicBezTo>
                    <a:pt x="199" y="161"/>
                    <a:pt x="199" y="158"/>
                    <a:pt x="197" y="154"/>
                  </a:cubicBezTo>
                  <a:close/>
                  <a:moveTo>
                    <a:pt x="83" y="79"/>
                  </a:moveTo>
                  <a:cubicBezTo>
                    <a:pt x="84" y="83"/>
                    <a:pt x="84" y="85"/>
                    <a:pt x="85" y="87"/>
                  </a:cubicBezTo>
                  <a:cubicBezTo>
                    <a:pt x="92" y="84"/>
                    <a:pt x="115" y="69"/>
                    <a:pt x="116" y="62"/>
                  </a:cubicBezTo>
                  <a:cubicBezTo>
                    <a:pt x="116" y="62"/>
                    <a:pt x="116" y="62"/>
                    <a:pt x="115" y="62"/>
                  </a:cubicBezTo>
                  <a:cubicBezTo>
                    <a:pt x="111" y="60"/>
                    <a:pt x="105" y="62"/>
                    <a:pt x="101" y="63"/>
                  </a:cubicBezTo>
                  <a:cubicBezTo>
                    <a:pt x="98" y="63"/>
                    <a:pt x="96" y="63"/>
                    <a:pt x="93" y="63"/>
                  </a:cubicBezTo>
                  <a:cubicBezTo>
                    <a:pt x="84" y="65"/>
                    <a:pt x="82" y="70"/>
                    <a:pt x="83" y="79"/>
                  </a:cubicBezTo>
                  <a:close/>
                  <a:moveTo>
                    <a:pt x="32" y="97"/>
                  </a:moveTo>
                  <a:cubicBezTo>
                    <a:pt x="36" y="101"/>
                    <a:pt x="36" y="104"/>
                    <a:pt x="36" y="112"/>
                  </a:cubicBezTo>
                  <a:cubicBezTo>
                    <a:pt x="38" y="113"/>
                    <a:pt x="38" y="113"/>
                    <a:pt x="38" y="114"/>
                  </a:cubicBezTo>
                  <a:cubicBezTo>
                    <a:pt x="41" y="114"/>
                    <a:pt x="44" y="114"/>
                    <a:pt x="46" y="113"/>
                  </a:cubicBezTo>
                  <a:cubicBezTo>
                    <a:pt x="47" y="111"/>
                    <a:pt x="50" y="108"/>
                    <a:pt x="50" y="106"/>
                  </a:cubicBezTo>
                  <a:cubicBezTo>
                    <a:pt x="52" y="100"/>
                    <a:pt x="53" y="86"/>
                    <a:pt x="49" y="83"/>
                  </a:cubicBezTo>
                  <a:cubicBezTo>
                    <a:pt x="49" y="83"/>
                    <a:pt x="49" y="82"/>
                    <a:pt x="48" y="82"/>
                  </a:cubicBezTo>
                  <a:cubicBezTo>
                    <a:pt x="42" y="82"/>
                    <a:pt x="34" y="89"/>
                    <a:pt x="32" y="94"/>
                  </a:cubicBezTo>
                  <a:cubicBezTo>
                    <a:pt x="32" y="95"/>
                    <a:pt x="32" y="96"/>
                    <a:pt x="32" y="97"/>
                  </a:cubicBezTo>
                  <a:close/>
                  <a:moveTo>
                    <a:pt x="3" y="66"/>
                  </a:moveTo>
                  <a:cubicBezTo>
                    <a:pt x="9" y="66"/>
                    <a:pt x="12" y="70"/>
                    <a:pt x="14" y="73"/>
                  </a:cubicBezTo>
                  <a:cubicBezTo>
                    <a:pt x="16" y="73"/>
                    <a:pt x="18" y="73"/>
                    <a:pt x="19" y="73"/>
                  </a:cubicBezTo>
                  <a:cubicBezTo>
                    <a:pt x="22" y="71"/>
                    <a:pt x="24" y="69"/>
                    <a:pt x="26" y="67"/>
                  </a:cubicBezTo>
                  <a:cubicBezTo>
                    <a:pt x="31" y="64"/>
                    <a:pt x="38" y="63"/>
                    <a:pt x="44" y="60"/>
                  </a:cubicBezTo>
                  <a:cubicBezTo>
                    <a:pt x="48" y="57"/>
                    <a:pt x="51" y="59"/>
                    <a:pt x="54" y="55"/>
                  </a:cubicBezTo>
                  <a:cubicBezTo>
                    <a:pt x="57" y="47"/>
                    <a:pt x="51" y="40"/>
                    <a:pt x="54" y="31"/>
                  </a:cubicBezTo>
                  <a:cubicBezTo>
                    <a:pt x="55" y="26"/>
                    <a:pt x="56" y="23"/>
                    <a:pt x="57" y="17"/>
                  </a:cubicBezTo>
                  <a:cubicBezTo>
                    <a:pt x="57" y="17"/>
                    <a:pt x="56" y="5"/>
                    <a:pt x="58" y="7"/>
                  </a:cubicBezTo>
                  <a:cubicBezTo>
                    <a:pt x="58" y="6"/>
                    <a:pt x="58" y="6"/>
                    <a:pt x="59" y="6"/>
                  </a:cubicBezTo>
                  <a:cubicBezTo>
                    <a:pt x="69" y="5"/>
                    <a:pt x="83" y="21"/>
                    <a:pt x="92" y="27"/>
                  </a:cubicBezTo>
                  <a:cubicBezTo>
                    <a:pt x="92" y="35"/>
                    <a:pt x="89" y="43"/>
                    <a:pt x="90" y="51"/>
                  </a:cubicBezTo>
                  <a:cubicBezTo>
                    <a:pt x="100" y="55"/>
                    <a:pt x="115" y="50"/>
                    <a:pt x="126" y="48"/>
                  </a:cubicBezTo>
                  <a:cubicBezTo>
                    <a:pt x="130" y="48"/>
                    <a:pt x="134" y="48"/>
                    <a:pt x="138" y="49"/>
                  </a:cubicBezTo>
                  <a:cubicBezTo>
                    <a:pt x="140" y="50"/>
                    <a:pt x="142" y="53"/>
                    <a:pt x="144" y="53"/>
                  </a:cubicBezTo>
                  <a:cubicBezTo>
                    <a:pt x="144" y="53"/>
                    <a:pt x="144" y="55"/>
                    <a:pt x="144" y="55"/>
                  </a:cubicBezTo>
                  <a:cubicBezTo>
                    <a:pt x="140" y="59"/>
                    <a:pt x="136" y="64"/>
                    <a:pt x="133" y="68"/>
                  </a:cubicBezTo>
                  <a:cubicBezTo>
                    <a:pt x="130" y="71"/>
                    <a:pt x="120" y="76"/>
                    <a:pt x="114" y="79"/>
                  </a:cubicBezTo>
                  <a:cubicBezTo>
                    <a:pt x="110" y="82"/>
                    <a:pt x="104" y="83"/>
                    <a:pt x="104" y="90"/>
                  </a:cubicBezTo>
                  <a:cubicBezTo>
                    <a:pt x="105" y="91"/>
                    <a:pt x="106" y="91"/>
                    <a:pt x="106" y="92"/>
                  </a:cubicBezTo>
                  <a:cubicBezTo>
                    <a:pt x="114" y="95"/>
                    <a:pt x="125" y="91"/>
                    <a:pt x="128" y="99"/>
                  </a:cubicBezTo>
                  <a:cubicBezTo>
                    <a:pt x="129" y="101"/>
                    <a:pt x="130" y="103"/>
                    <a:pt x="129" y="105"/>
                  </a:cubicBezTo>
                  <a:cubicBezTo>
                    <a:pt x="124" y="112"/>
                    <a:pt x="112" y="106"/>
                    <a:pt x="105" y="111"/>
                  </a:cubicBezTo>
                  <a:cubicBezTo>
                    <a:pt x="99" y="115"/>
                    <a:pt x="94" y="120"/>
                    <a:pt x="89" y="124"/>
                  </a:cubicBezTo>
                  <a:cubicBezTo>
                    <a:pt x="84" y="127"/>
                    <a:pt x="79" y="125"/>
                    <a:pt x="76" y="130"/>
                  </a:cubicBezTo>
                  <a:cubicBezTo>
                    <a:pt x="72" y="136"/>
                    <a:pt x="76" y="147"/>
                    <a:pt x="74" y="153"/>
                  </a:cubicBezTo>
                  <a:cubicBezTo>
                    <a:pt x="74" y="155"/>
                    <a:pt x="73" y="156"/>
                    <a:pt x="73" y="157"/>
                  </a:cubicBezTo>
                  <a:cubicBezTo>
                    <a:pt x="64" y="159"/>
                    <a:pt x="66" y="177"/>
                    <a:pt x="59" y="183"/>
                  </a:cubicBezTo>
                  <a:cubicBezTo>
                    <a:pt x="57" y="172"/>
                    <a:pt x="50" y="162"/>
                    <a:pt x="48" y="152"/>
                  </a:cubicBezTo>
                  <a:cubicBezTo>
                    <a:pt x="48" y="147"/>
                    <a:pt x="50" y="142"/>
                    <a:pt x="46" y="139"/>
                  </a:cubicBezTo>
                  <a:cubicBezTo>
                    <a:pt x="44" y="138"/>
                    <a:pt x="40" y="139"/>
                    <a:pt x="38" y="138"/>
                  </a:cubicBezTo>
                  <a:cubicBezTo>
                    <a:pt x="36" y="132"/>
                    <a:pt x="34" y="123"/>
                    <a:pt x="26" y="121"/>
                  </a:cubicBezTo>
                  <a:cubicBezTo>
                    <a:pt x="23" y="120"/>
                    <a:pt x="22" y="122"/>
                    <a:pt x="17" y="122"/>
                  </a:cubicBezTo>
                  <a:cubicBezTo>
                    <a:pt x="16" y="120"/>
                    <a:pt x="15" y="116"/>
                    <a:pt x="14" y="114"/>
                  </a:cubicBezTo>
                  <a:cubicBezTo>
                    <a:pt x="12" y="111"/>
                    <a:pt x="7" y="110"/>
                    <a:pt x="5" y="107"/>
                  </a:cubicBezTo>
                  <a:cubicBezTo>
                    <a:pt x="5" y="107"/>
                    <a:pt x="5" y="107"/>
                    <a:pt x="5" y="107"/>
                  </a:cubicBezTo>
                  <a:cubicBezTo>
                    <a:pt x="3" y="102"/>
                    <a:pt x="5" y="99"/>
                    <a:pt x="4" y="96"/>
                  </a:cubicBezTo>
                  <a:cubicBezTo>
                    <a:pt x="4" y="94"/>
                    <a:pt x="1" y="93"/>
                    <a:pt x="0" y="90"/>
                  </a:cubicBezTo>
                  <a:cubicBezTo>
                    <a:pt x="4" y="85"/>
                    <a:pt x="3" y="76"/>
                    <a:pt x="3" y="6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7" name="Freeform 37"/>
            <p:cNvSpPr>
              <a:spLocks noEditPoints="1"/>
            </p:cNvSpPr>
            <p:nvPr/>
          </p:nvSpPr>
          <p:spPr bwMode="auto">
            <a:xfrm>
              <a:off x="8797988" y="4643741"/>
              <a:ext cx="334963" cy="325438"/>
            </a:xfrm>
            <a:custGeom>
              <a:avLst/>
              <a:gdLst>
                <a:gd name="T0" fmla="*/ 218 w 225"/>
                <a:gd name="T1" fmla="*/ 76 h 216"/>
                <a:gd name="T2" fmla="*/ 170 w 225"/>
                <a:gd name="T3" fmla="*/ 32 h 216"/>
                <a:gd name="T4" fmla="*/ 113 w 225"/>
                <a:gd name="T5" fmla="*/ 0 h 216"/>
                <a:gd name="T6" fmla="*/ 56 w 225"/>
                <a:gd name="T7" fmla="*/ 32 h 216"/>
                <a:gd name="T8" fmla="*/ 8 w 225"/>
                <a:gd name="T9" fmla="*/ 76 h 216"/>
                <a:gd name="T10" fmla="*/ 21 w 225"/>
                <a:gd name="T11" fmla="*/ 140 h 216"/>
                <a:gd name="T12" fmla="*/ 48 w 225"/>
                <a:gd name="T13" fmla="*/ 200 h 216"/>
                <a:gd name="T14" fmla="*/ 112 w 225"/>
                <a:gd name="T15" fmla="*/ 207 h 216"/>
                <a:gd name="T16" fmla="*/ 177 w 225"/>
                <a:gd name="T17" fmla="*/ 200 h 216"/>
                <a:gd name="T18" fmla="*/ 204 w 225"/>
                <a:gd name="T19" fmla="*/ 140 h 216"/>
                <a:gd name="T20" fmla="*/ 218 w 225"/>
                <a:gd name="T21" fmla="*/ 76 h 216"/>
                <a:gd name="T22" fmla="*/ 113 w 225"/>
                <a:gd name="T23" fmla="*/ 201 h 216"/>
                <a:gd name="T24" fmla="*/ 22 w 225"/>
                <a:gd name="T25" fmla="*/ 110 h 216"/>
                <a:gd name="T26" fmla="*/ 113 w 225"/>
                <a:gd name="T27" fmla="*/ 20 h 216"/>
                <a:gd name="T28" fmla="*/ 204 w 225"/>
                <a:gd name="T29" fmla="*/ 111 h 216"/>
                <a:gd name="T30" fmla="*/ 113 w 225"/>
                <a:gd name="T31" fmla="*/ 201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5" h="216">
                  <a:moveTo>
                    <a:pt x="218" y="76"/>
                  </a:moveTo>
                  <a:cubicBezTo>
                    <a:pt x="210" y="53"/>
                    <a:pt x="191" y="37"/>
                    <a:pt x="170" y="32"/>
                  </a:cubicBezTo>
                  <a:cubicBezTo>
                    <a:pt x="158" y="13"/>
                    <a:pt x="137" y="0"/>
                    <a:pt x="113" y="0"/>
                  </a:cubicBezTo>
                  <a:cubicBezTo>
                    <a:pt x="89" y="0"/>
                    <a:pt x="68" y="13"/>
                    <a:pt x="56" y="32"/>
                  </a:cubicBezTo>
                  <a:cubicBezTo>
                    <a:pt x="34" y="37"/>
                    <a:pt x="15" y="53"/>
                    <a:pt x="8" y="76"/>
                  </a:cubicBezTo>
                  <a:cubicBezTo>
                    <a:pt x="0" y="99"/>
                    <a:pt x="6" y="123"/>
                    <a:pt x="21" y="140"/>
                  </a:cubicBezTo>
                  <a:cubicBezTo>
                    <a:pt x="18" y="163"/>
                    <a:pt x="28" y="185"/>
                    <a:pt x="48" y="200"/>
                  </a:cubicBezTo>
                  <a:cubicBezTo>
                    <a:pt x="67" y="214"/>
                    <a:pt x="92" y="216"/>
                    <a:pt x="112" y="207"/>
                  </a:cubicBezTo>
                  <a:cubicBezTo>
                    <a:pt x="133" y="216"/>
                    <a:pt x="158" y="214"/>
                    <a:pt x="177" y="200"/>
                  </a:cubicBezTo>
                  <a:cubicBezTo>
                    <a:pt x="197" y="186"/>
                    <a:pt x="206" y="163"/>
                    <a:pt x="204" y="140"/>
                  </a:cubicBezTo>
                  <a:cubicBezTo>
                    <a:pt x="220" y="123"/>
                    <a:pt x="225" y="99"/>
                    <a:pt x="218" y="76"/>
                  </a:cubicBezTo>
                  <a:close/>
                  <a:moveTo>
                    <a:pt x="113" y="201"/>
                  </a:moveTo>
                  <a:cubicBezTo>
                    <a:pt x="63" y="201"/>
                    <a:pt x="22" y="160"/>
                    <a:pt x="22" y="110"/>
                  </a:cubicBezTo>
                  <a:cubicBezTo>
                    <a:pt x="22" y="60"/>
                    <a:pt x="62" y="20"/>
                    <a:pt x="113" y="20"/>
                  </a:cubicBezTo>
                  <a:cubicBezTo>
                    <a:pt x="163" y="20"/>
                    <a:pt x="204" y="61"/>
                    <a:pt x="204" y="111"/>
                  </a:cubicBezTo>
                  <a:cubicBezTo>
                    <a:pt x="204" y="161"/>
                    <a:pt x="163" y="201"/>
                    <a:pt x="113" y="20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8" name="Freeform 38"/>
            <p:cNvSpPr>
              <a:spLocks noEditPoints="1"/>
            </p:cNvSpPr>
            <p:nvPr/>
          </p:nvSpPr>
          <p:spPr bwMode="auto">
            <a:xfrm>
              <a:off x="8872600" y="4775504"/>
              <a:ext cx="84138" cy="26988"/>
            </a:xfrm>
            <a:custGeom>
              <a:avLst/>
              <a:gdLst>
                <a:gd name="T0" fmla="*/ 4 w 56"/>
                <a:gd name="T1" fmla="*/ 17 h 18"/>
                <a:gd name="T2" fmla="*/ 0 w 56"/>
                <a:gd name="T3" fmla="*/ 7 h 18"/>
                <a:gd name="T4" fmla="*/ 3 w 56"/>
                <a:gd name="T5" fmla="*/ 2 h 18"/>
                <a:gd name="T6" fmla="*/ 8 w 56"/>
                <a:gd name="T7" fmla="*/ 0 h 18"/>
                <a:gd name="T8" fmla="*/ 15 w 56"/>
                <a:gd name="T9" fmla="*/ 13 h 18"/>
                <a:gd name="T10" fmla="*/ 19 w 56"/>
                <a:gd name="T11" fmla="*/ 14 h 18"/>
                <a:gd name="T12" fmla="*/ 22 w 56"/>
                <a:gd name="T13" fmla="*/ 14 h 18"/>
                <a:gd name="T14" fmla="*/ 20 w 56"/>
                <a:gd name="T15" fmla="*/ 12 h 18"/>
                <a:gd name="T16" fmla="*/ 14 w 56"/>
                <a:gd name="T17" fmla="*/ 6 h 18"/>
                <a:gd name="T18" fmla="*/ 20 w 56"/>
                <a:gd name="T19" fmla="*/ 0 h 18"/>
                <a:gd name="T20" fmla="*/ 26 w 56"/>
                <a:gd name="T21" fmla="*/ 8 h 18"/>
                <a:gd name="T22" fmla="*/ 19 w 56"/>
                <a:gd name="T23" fmla="*/ 18 h 18"/>
                <a:gd name="T24" fmla="*/ 15 w 56"/>
                <a:gd name="T25" fmla="*/ 13 h 18"/>
                <a:gd name="T26" fmla="*/ 22 w 56"/>
                <a:gd name="T27" fmla="*/ 3 h 18"/>
                <a:gd name="T28" fmla="*/ 18 w 56"/>
                <a:gd name="T29" fmla="*/ 3 h 18"/>
                <a:gd name="T30" fmla="*/ 18 w 56"/>
                <a:gd name="T31" fmla="*/ 8 h 18"/>
                <a:gd name="T32" fmla="*/ 22 w 56"/>
                <a:gd name="T33" fmla="*/ 8 h 18"/>
                <a:gd name="T34" fmla="*/ 30 w 56"/>
                <a:gd name="T35" fmla="*/ 13 h 18"/>
                <a:gd name="T36" fmla="*/ 34 w 56"/>
                <a:gd name="T37" fmla="*/ 14 h 18"/>
                <a:gd name="T38" fmla="*/ 38 w 56"/>
                <a:gd name="T39" fmla="*/ 14 h 18"/>
                <a:gd name="T40" fmla="*/ 38 w 56"/>
                <a:gd name="T41" fmla="*/ 9 h 18"/>
                <a:gd name="T42" fmla="*/ 33 w 56"/>
                <a:gd name="T43" fmla="*/ 10 h 18"/>
                <a:gd name="T44" fmla="*/ 32 w 56"/>
                <a:gd name="T45" fmla="*/ 0 h 18"/>
                <a:gd name="T46" fmla="*/ 41 w 56"/>
                <a:gd name="T47" fmla="*/ 3 h 18"/>
                <a:gd name="T48" fmla="*/ 34 w 56"/>
                <a:gd name="T49" fmla="*/ 6 h 18"/>
                <a:gd name="T50" fmla="*/ 41 w 56"/>
                <a:gd name="T51" fmla="*/ 8 h 18"/>
                <a:gd name="T52" fmla="*/ 41 w 56"/>
                <a:gd name="T53" fmla="*/ 16 h 18"/>
                <a:gd name="T54" fmla="*/ 32 w 56"/>
                <a:gd name="T55" fmla="*/ 17 h 18"/>
                <a:gd name="T56" fmla="*/ 48 w 56"/>
                <a:gd name="T57" fmla="*/ 8 h 18"/>
                <a:gd name="T58" fmla="*/ 45 w 56"/>
                <a:gd name="T59" fmla="*/ 4 h 18"/>
                <a:gd name="T60" fmla="*/ 50 w 56"/>
                <a:gd name="T61" fmla="*/ 0 h 18"/>
                <a:gd name="T62" fmla="*/ 56 w 56"/>
                <a:gd name="T63" fmla="*/ 4 h 18"/>
                <a:gd name="T64" fmla="*/ 53 w 56"/>
                <a:gd name="T65" fmla="*/ 8 h 18"/>
                <a:gd name="T66" fmla="*/ 56 w 56"/>
                <a:gd name="T67" fmla="*/ 12 h 18"/>
                <a:gd name="T68" fmla="*/ 50 w 56"/>
                <a:gd name="T69" fmla="*/ 18 h 18"/>
                <a:gd name="T70" fmla="*/ 44 w 56"/>
                <a:gd name="T71" fmla="*/ 13 h 18"/>
                <a:gd name="T72" fmla="*/ 48 w 56"/>
                <a:gd name="T73" fmla="*/ 8 h 18"/>
                <a:gd name="T74" fmla="*/ 49 w 56"/>
                <a:gd name="T75" fmla="*/ 6 h 18"/>
                <a:gd name="T76" fmla="*/ 52 w 56"/>
                <a:gd name="T77" fmla="*/ 6 h 18"/>
                <a:gd name="T78" fmla="*/ 52 w 56"/>
                <a:gd name="T79" fmla="*/ 3 h 18"/>
                <a:gd name="T80" fmla="*/ 49 w 56"/>
                <a:gd name="T81" fmla="*/ 3 h 18"/>
                <a:gd name="T82" fmla="*/ 48 w 56"/>
                <a:gd name="T83" fmla="*/ 12 h 18"/>
                <a:gd name="T84" fmla="*/ 51 w 56"/>
                <a:gd name="T85" fmla="*/ 15 h 18"/>
                <a:gd name="T86" fmla="*/ 54 w 56"/>
                <a:gd name="T87" fmla="*/ 12 h 18"/>
                <a:gd name="T88" fmla="*/ 51 w 56"/>
                <a:gd name="T89" fmla="*/ 9 h 18"/>
                <a:gd name="T90" fmla="*/ 48 w 56"/>
                <a:gd name="T91" fmla="*/ 12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6" h="18">
                  <a:moveTo>
                    <a:pt x="8" y="17"/>
                  </a:moveTo>
                  <a:cubicBezTo>
                    <a:pt x="4" y="17"/>
                    <a:pt x="4" y="17"/>
                    <a:pt x="4" y="17"/>
                  </a:cubicBezTo>
                  <a:cubicBezTo>
                    <a:pt x="4" y="4"/>
                    <a:pt x="4" y="4"/>
                    <a:pt x="4" y="4"/>
                  </a:cubicBezTo>
                  <a:cubicBezTo>
                    <a:pt x="3" y="6"/>
                    <a:pt x="2" y="6"/>
                    <a:pt x="0" y="7"/>
                  </a:cubicBezTo>
                  <a:cubicBezTo>
                    <a:pt x="0" y="4"/>
                    <a:pt x="0" y="4"/>
                    <a:pt x="0" y="4"/>
                  </a:cubicBezTo>
                  <a:cubicBezTo>
                    <a:pt x="1" y="4"/>
                    <a:pt x="2" y="3"/>
                    <a:pt x="3" y="2"/>
                  </a:cubicBezTo>
                  <a:cubicBezTo>
                    <a:pt x="4" y="2"/>
                    <a:pt x="4" y="1"/>
                    <a:pt x="5" y="0"/>
                  </a:cubicBezTo>
                  <a:cubicBezTo>
                    <a:pt x="8" y="0"/>
                    <a:pt x="8" y="0"/>
                    <a:pt x="8" y="0"/>
                  </a:cubicBezTo>
                  <a:cubicBezTo>
                    <a:pt x="8" y="17"/>
                    <a:pt x="8" y="17"/>
                    <a:pt x="8" y="17"/>
                  </a:cubicBezTo>
                  <a:close/>
                  <a:moveTo>
                    <a:pt x="15" y="13"/>
                  </a:moveTo>
                  <a:cubicBezTo>
                    <a:pt x="18" y="13"/>
                    <a:pt x="18" y="13"/>
                    <a:pt x="18" y="13"/>
                  </a:cubicBezTo>
                  <a:cubicBezTo>
                    <a:pt x="18" y="14"/>
                    <a:pt x="18" y="14"/>
                    <a:pt x="19" y="14"/>
                  </a:cubicBezTo>
                  <a:cubicBezTo>
                    <a:pt x="19" y="15"/>
                    <a:pt x="20" y="15"/>
                    <a:pt x="20" y="15"/>
                  </a:cubicBezTo>
                  <a:cubicBezTo>
                    <a:pt x="21" y="15"/>
                    <a:pt x="21" y="14"/>
                    <a:pt x="22" y="14"/>
                  </a:cubicBezTo>
                  <a:cubicBezTo>
                    <a:pt x="22" y="13"/>
                    <a:pt x="23" y="12"/>
                    <a:pt x="23" y="10"/>
                  </a:cubicBezTo>
                  <a:cubicBezTo>
                    <a:pt x="22" y="11"/>
                    <a:pt x="21" y="12"/>
                    <a:pt x="20" y="12"/>
                  </a:cubicBezTo>
                  <a:cubicBezTo>
                    <a:pt x="18" y="12"/>
                    <a:pt x="17" y="11"/>
                    <a:pt x="16" y="10"/>
                  </a:cubicBezTo>
                  <a:cubicBezTo>
                    <a:pt x="15" y="9"/>
                    <a:pt x="14" y="8"/>
                    <a:pt x="14" y="6"/>
                  </a:cubicBezTo>
                  <a:cubicBezTo>
                    <a:pt x="14" y="4"/>
                    <a:pt x="15" y="2"/>
                    <a:pt x="16" y="1"/>
                  </a:cubicBezTo>
                  <a:cubicBezTo>
                    <a:pt x="17" y="0"/>
                    <a:pt x="18" y="0"/>
                    <a:pt x="20" y="0"/>
                  </a:cubicBezTo>
                  <a:cubicBezTo>
                    <a:pt x="22" y="0"/>
                    <a:pt x="23" y="0"/>
                    <a:pt x="24" y="2"/>
                  </a:cubicBezTo>
                  <a:cubicBezTo>
                    <a:pt x="26" y="3"/>
                    <a:pt x="26" y="5"/>
                    <a:pt x="26" y="8"/>
                  </a:cubicBezTo>
                  <a:cubicBezTo>
                    <a:pt x="26" y="12"/>
                    <a:pt x="25" y="14"/>
                    <a:pt x="24" y="16"/>
                  </a:cubicBezTo>
                  <a:cubicBezTo>
                    <a:pt x="23" y="17"/>
                    <a:pt x="21" y="18"/>
                    <a:pt x="19" y="18"/>
                  </a:cubicBezTo>
                  <a:cubicBezTo>
                    <a:pt x="18" y="18"/>
                    <a:pt x="17" y="17"/>
                    <a:pt x="16" y="16"/>
                  </a:cubicBezTo>
                  <a:cubicBezTo>
                    <a:pt x="16" y="16"/>
                    <a:pt x="15" y="15"/>
                    <a:pt x="15" y="13"/>
                  </a:cubicBezTo>
                  <a:close/>
                  <a:moveTo>
                    <a:pt x="22" y="6"/>
                  </a:moveTo>
                  <a:cubicBezTo>
                    <a:pt x="22" y="4"/>
                    <a:pt x="22" y="4"/>
                    <a:pt x="22" y="3"/>
                  </a:cubicBezTo>
                  <a:cubicBezTo>
                    <a:pt x="21" y="2"/>
                    <a:pt x="21" y="2"/>
                    <a:pt x="20" y="2"/>
                  </a:cubicBezTo>
                  <a:cubicBezTo>
                    <a:pt x="19" y="2"/>
                    <a:pt x="19" y="3"/>
                    <a:pt x="18" y="3"/>
                  </a:cubicBezTo>
                  <a:cubicBezTo>
                    <a:pt x="18" y="4"/>
                    <a:pt x="18" y="4"/>
                    <a:pt x="18" y="6"/>
                  </a:cubicBezTo>
                  <a:cubicBezTo>
                    <a:pt x="18" y="7"/>
                    <a:pt x="18" y="8"/>
                    <a:pt x="18" y="8"/>
                  </a:cubicBezTo>
                  <a:cubicBezTo>
                    <a:pt x="19" y="8"/>
                    <a:pt x="20" y="9"/>
                    <a:pt x="20" y="9"/>
                  </a:cubicBezTo>
                  <a:cubicBezTo>
                    <a:pt x="21" y="9"/>
                    <a:pt x="21" y="8"/>
                    <a:pt x="22" y="8"/>
                  </a:cubicBezTo>
                  <a:cubicBezTo>
                    <a:pt x="22" y="8"/>
                    <a:pt x="22" y="7"/>
                    <a:pt x="22" y="6"/>
                  </a:cubicBezTo>
                  <a:close/>
                  <a:moveTo>
                    <a:pt x="30" y="13"/>
                  </a:moveTo>
                  <a:cubicBezTo>
                    <a:pt x="34" y="12"/>
                    <a:pt x="34" y="12"/>
                    <a:pt x="34" y="12"/>
                  </a:cubicBezTo>
                  <a:cubicBezTo>
                    <a:pt x="34" y="13"/>
                    <a:pt x="34" y="14"/>
                    <a:pt x="34" y="14"/>
                  </a:cubicBezTo>
                  <a:cubicBezTo>
                    <a:pt x="35" y="15"/>
                    <a:pt x="36" y="15"/>
                    <a:pt x="36" y="15"/>
                  </a:cubicBezTo>
                  <a:cubicBezTo>
                    <a:pt x="37" y="15"/>
                    <a:pt x="37" y="15"/>
                    <a:pt x="38" y="14"/>
                  </a:cubicBezTo>
                  <a:cubicBezTo>
                    <a:pt x="38" y="14"/>
                    <a:pt x="39" y="13"/>
                    <a:pt x="39" y="12"/>
                  </a:cubicBezTo>
                  <a:cubicBezTo>
                    <a:pt x="39" y="10"/>
                    <a:pt x="38" y="10"/>
                    <a:pt x="38" y="9"/>
                  </a:cubicBezTo>
                  <a:cubicBezTo>
                    <a:pt x="38" y="9"/>
                    <a:pt x="37" y="8"/>
                    <a:pt x="36" y="8"/>
                  </a:cubicBezTo>
                  <a:cubicBezTo>
                    <a:pt x="35" y="8"/>
                    <a:pt x="34" y="9"/>
                    <a:pt x="33" y="10"/>
                  </a:cubicBezTo>
                  <a:cubicBezTo>
                    <a:pt x="30" y="9"/>
                    <a:pt x="30" y="9"/>
                    <a:pt x="30" y="9"/>
                  </a:cubicBezTo>
                  <a:cubicBezTo>
                    <a:pt x="32" y="0"/>
                    <a:pt x="32" y="0"/>
                    <a:pt x="32" y="0"/>
                  </a:cubicBezTo>
                  <a:cubicBezTo>
                    <a:pt x="41" y="0"/>
                    <a:pt x="41" y="0"/>
                    <a:pt x="41" y="0"/>
                  </a:cubicBezTo>
                  <a:cubicBezTo>
                    <a:pt x="41" y="3"/>
                    <a:pt x="41" y="3"/>
                    <a:pt x="41" y="3"/>
                  </a:cubicBezTo>
                  <a:cubicBezTo>
                    <a:pt x="35" y="3"/>
                    <a:pt x="35" y="3"/>
                    <a:pt x="35" y="3"/>
                  </a:cubicBezTo>
                  <a:cubicBezTo>
                    <a:pt x="34" y="6"/>
                    <a:pt x="34" y="6"/>
                    <a:pt x="34" y="6"/>
                  </a:cubicBezTo>
                  <a:cubicBezTo>
                    <a:pt x="35" y="6"/>
                    <a:pt x="36" y="6"/>
                    <a:pt x="37" y="6"/>
                  </a:cubicBezTo>
                  <a:cubicBezTo>
                    <a:pt x="38" y="6"/>
                    <a:pt x="40" y="6"/>
                    <a:pt x="41" y="8"/>
                  </a:cubicBezTo>
                  <a:cubicBezTo>
                    <a:pt x="42" y="9"/>
                    <a:pt x="42" y="10"/>
                    <a:pt x="42" y="12"/>
                  </a:cubicBezTo>
                  <a:cubicBezTo>
                    <a:pt x="42" y="14"/>
                    <a:pt x="42" y="15"/>
                    <a:pt x="41" y="16"/>
                  </a:cubicBezTo>
                  <a:cubicBezTo>
                    <a:pt x="40" y="18"/>
                    <a:pt x="38" y="18"/>
                    <a:pt x="36" y="18"/>
                  </a:cubicBezTo>
                  <a:cubicBezTo>
                    <a:pt x="35" y="18"/>
                    <a:pt x="33" y="18"/>
                    <a:pt x="32" y="17"/>
                  </a:cubicBezTo>
                  <a:cubicBezTo>
                    <a:pt x="31" y="16"/>
                    <a:pt x="30" y="14"/>
                    <a:pt x="30" y="13"/>
                  </a:cubicBezTo>
                  <a:close/>
                  <a:moveTo>
                    <a:pt x="48" y="8"/>
                  </a:moveTo>
                  <a:cubicBezTo>
                    <a:pt x="47" y="7"/>
                    <a:pt x="46" y="7"/>
                    <a:pt x="46" y="6"/>
                  </a:cubicBezTo>
                  <a:cubicBezTo>
                    <a:pt x="46" y="5"/>
                    <a:pt x="45" y="5"/>
                    <a:pt x="45" y="4"/>
                  </a:cubicBezTo>
                  <a:cubicBezTo>
                    <a:pt x="45" y="3"/>
                    <a:pt x="46" y="2"/>
                    <a:pt x="46" y="1"/>
                  </a:cubicBezTo>
                  <a:cubicBezTo>
                    <a:pt x="47" y="0"/>
                    <a:pt x="49" y="0"/>
                    <a:pt x="50" y="0"/>
                  </a:cubicBezTo>
                  <a:cubicBezTo>
                    <a:pt x="52" y="0"/>
                    <a:pt x="54" y="0"/>
                    <a:pt x="54" y="1"/>
                  </a:cubicBezTo>
                  <a:cubicBezTo>
                    <a:pt x="55" y="2"/>
                    <a:pt x="56" y="3"/>
                    <a:pt x="56" y="4"/>
                  </a:cubicBezTo>
                  <a:cubicBezTo>
                    <a:pt x="56" y="5"/>
                    <a:pt x="56" y="6"/>
                    <a:pt x="55" y="6"/>
                  </a:cubicBezTo>
                  <a:cubicBezTo>
                    <a:pt x="55" y="7"/>
                    <a:pt x="54" y="8"/>
                    <a:pt x="53" y="8"/>
                  </a:cubicBezTo>
                  <a:cubicBezTo>
                    <a:pt x="54" y="8"/>
                    <a:pt x="55" y="9"/>
                    <a:pt x="56" y="10"/>
                  </a:cubicBezTo>
                  <a:cubicBezTo>
                    <a:pt x="56" y="10"/>
                    <a:pt x="56" y="11"/>
                    <a:pt x="56" y="12"/>
                  </a:cubicBezTo>
                  <a:cubicBezTo>
                    <a:pt x="56" y="14"/>
                    <a:pt x="56" y="15"/>
                    <a:pt x="55" y="16"/>
                  </a:cubicBezTo>
                  <a:cubicBezTo>
                    <a:pt x="54" y="18"/>
                    <a:pt x="52" y="18"/>
                    <a:pt x="50" y="18"/>
                  </a:cubicBezTo>
                  <a:cubicBezTo>
                    <a:pt x="49" y="18"/>
                    <a:pt x="48" y="18"/>
                    <a:pt x="46" y="17"/>
                  </a:cubicBezTo>
                  <a:cubicBezTo>
                    <a:pt x="45" y="16"/>
                    <a:pt x="44" y="14"/>
                    <a:pt x="44" y="13"/>
                  </a:cubicBezTo>
                  <a:cubicBezTo>
                    <a:pt x="44" y="12"/>
                    <a:pt x="45" y="11"/>
                    <a:pt x="45" y="10"/>
                  </a:cubicBezTo>
                  <a:cubicBezTo>
                    <a:pt x="46" y="9"/>
                    <a:pt x="47" y="8"/>
                    <a:pt x="48" y="8"/>
                  </a:cubicBezTo>
                  <a:close/>
                  <a:moveTo>
                    <a:pt x="49" y="4"/>
                  </a:moveTo>
                  <a:cubicBezTo>
                    <a:pt x="49" y="5"/>
                    <a:pt x="49" y="6"/>
                    <a:pt x="49" y="6"/>
                  </a:cubicBezTo>
                  <a:cubicBezTo>
                    <a:pt x="50" y="6"/>
                    <a:pt x="50" y="6"/>
                    <a:pt x="51" y="6"/>
                  </a:cubicBezTo>
                  <a:cubicBezTo>
                    <a:pt x="52" y="6"/>
                    <a:pt x="52" y="6"/>
                    <a:pt x="52" y="6"/>
                  </a:cubicBezTo>
                  <a:cubicBezTo>
                    <a:pt x="53" y="6"/>
                    <a:pt x="53" y="5"/>
                    <a:pt x="53" y="4"/>
                  </a:cubicBezTo>
                  <a:cubicBezTo>
                    <a:pt x="53" y="4"/>
                    <a:pt x="53" y="3"/>
                    <a:pt x="52" y="3"/>
                  </a:cubicBezTo>
                  <a:cubicBezTo>
                    <a:pt x="52" y="2"/>
                    <a:pt x="52" y="2"/>
                    <a:pt x="51" y="2"/>
                  </a:cubicBezTo>
                  <a:cubicBezTo>
                    <a:pt x="50" y="2"/>
                    <a:pt x="50" y="2"/>
                    <a:pt x="49" y="3"/>
                  </a:cubicBezTo>
                  <a:cubicBezTo>
                    <a:pt x="49" y="3"/>
                    <a:pt x="49" y="4"/>
                    <a:pt x="49" y="4"/>
                  </a:cubicBezTo>
                  <a:close/>
                  <a:moveTo>
                    <a:pt x="48" y="12"/>
                  </a:moveTo>
                  <a:cubicBezTo>
                    <a:pt x="48" y="13"/>
                    <a:pt x="49" y="14"/>
                    <a:pt x="49" y="14"/>
                  </a:cubicBezTo>
                  <a:cubicBezTo>
                    <a:pt x="50" y="15"/>
                    <a:pt x="50" y="15"/>
                    <a:pt x="51" y="15"/>
                  </a:cubicBezTo>
                  <a:cubicBezTo>
                    <a:pt x="52" y="15"/>
                    <a:pt x="52" y="15"/>
                    <a:pt x="53" y="14"/>
                  </a:cubicBezTo>
                  <a:cubicBezTo>
                    <a:pt x="53" y="14"/>
                    <a:pt x="54" y="13"/>
                    <a:pt x="54" y="12"/>
                  </a:cubicBezTo>
                  <a:cubicBezTo>
                    <a:pt x="54" y="11"/>
                    <a:pt x="53" y="10"/>
                    <a:pt x="53" y="10"/>
                  </a:cubicBezTo>
                  <a:cubicBezTo>
                    <a:pt x="52" y="10"/>
                    <a:pt x="52" y="9"/>
                    <a:pt x="51" y="9"/>
                  </a:cubicBezTo>
                  <a:cubicBezTo>
                    <a:pt x="50" y="9"/>
                    <a:pt x="50" y="10"/>
                    <a:pt x="49" y="10"/>
                  </a:cubicBezTo>
                  <a:cubicBezTo>
                    <a:pt x="49" y="11"/>
                    <a:pt x="48" y="11"/>
                    <a:pt x="48"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9" name="Freeform 39"/>
            <p:cNvSpPr>
              <a:spLocks noEditPoints="1"/>
            </p:cNvSpPr>
            <p:nvPr/>
          </p:nvSpPr>
          <p:spPr bwMode="auto">
            <a:xfrm>
              <a:off x="8729725" y="4570716"/>
              <a:ext cx="474663" cy="477838"/>
            </a:xfrm>
            <a:custGeom>
              <a:avLst/>
              <a:gdLst>
                <a:gd name="T0" fmla="*/ 159 w 318"/>
                <a:gd name="T1" fmla="*/ 0 h 318"/>
                <a:gd name="T2" fmla="*/ 0 w 318"/>
                <a:gd name="T3" fmla="*/ 159 h 318"/>
                <a:gd name="T4" fmla="*/ 159 w 318"/>
                <a:gd name="T5" fmla="*/ 318 h 318"/>
                <a:gd name="T6" fmla="*/ 318 w 318"/>
                <a:gd name="T7" fmla="*/ 159 h 318"/>
                <a:gd name="T8" fmla="*/ 159 w 318"/>
                <a:gd name="T9" fmla="*/ 0 h 318"/>
                <a:gd name="T10" fmla="*/ 159 w 318"/>
                <a:gd name="T11" fmla="*/ 312 h 318"/>
                <a:gd name="T12" fmla="*/ 6 w 318"/>
                <a:gd name="T13" fmla="*/ 159 h 318"/>
                <a:gd name="T14" fmla="*/ 159 w 318"/>
                <a:gd name="T15" fmla="*/ 6 h 318"/>
                <a:gd name="T16" fmla="*/ 312 w 318"/>
                <a:gd name="T17" fmla="*/ 160 h 318"/>
                <a:gd name="T18" fmla="*/ 159 w 318"/>
                <a:gd name="T19" fmla="*/ 31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18" h="318">
                  <a:moveTo>
                    <a:pt x="159" y="0"/>
                  </a:moveTo>
                  <a:cubicBezTo>
                    <a:pt x="71" y="0"/>
                    <a:pt x="0" y="72"/>
                    <a:pt x="0" y="159"/>
                  </a:cubicBezTo>
                  <a:cubicBezTo>
                    <a:pt x="0" y="247"/>
                    <a:pt x="71" y="318"/>
                    <a:pt x="159" y="318"/>
                  </a:cubicBezTo>
                  <a:cubicBezTo>
                    <a:pt x="246" y="318"/>
                    <a:pt x="318" y="247"/>
                    <a:pt x="318" y="159"/>
                  </a:cubicBezTo>
                  <a:cubicBezTo>
                    <a:pt x="317" y="72"/>
                    <a:pt x="246" y="0"/>
                    <a:pt x="159" y="0"/>
                  </a:cubicBezTo>
                  <a:close/>
                  <a:moveTo>
                    <a:pt x="159" y="312"/>
                  </a:moveTo>
                  <a:cubicBezTo>
                    <a:pt x="74" y="312"/>
                    <a:pt x="6" y="244"/>
                    <a:pt x="6" y="159"/>
                  </a:cubicBezTo>
                  <a:cubicBezTo>
                    <a:pt x="6" y="75"/>
                    <a:pt x="74" y="6"/>
                    <a:pt x="159" y="6"/>
                  </a:cubicBezTo>
                  <a:cubicBezTo>
                    <a:pt x="243" y="6"/>
                    <a:pt x="312" y="75"/>
                    <a:pt x="312" y="160"/>
                  </a:cubicBezTo>
                  <a:cubicBezTo>
                    <a:pt x="312" y="244"/>
                    <a:pt x="243" y="312"/>
                    <a:pt x="159" y="3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0" name="Freeform 40"/>
            <p:cNvSpPr>
              <a:spLocks noEditPoints="1"/>
            </p:cNvSpPr>
            <p:nvPr/>
          </p:nvSpPr>
          <p:spPr bwMode="auto">
            <a:xfrm>
              <a:off x="8763063" y="4810429"/>
              <a:ext cx="407988" cy="204788"/>
            </a:xfrm>
            <a:custGeom>
              <a:avLst/>
              <a:gdLst>
                <a:gd name="T0" fmla="*/ 258 w 274"/>
                <a:gd name="T1" fmla="*/ 63 h 137"/>
                <a:gd name="T2" fmla="*/ 1 w 274"/>
                <a:gd name="T3" fmla="*/ 12 h 137"/>
                <a:gd name="T4" fmla="*/ 14 w 274"/>
                <a:gd name="T5" fmla="*/ 9 h 137"/>
                <a:gd name="T6" fmla="*/ 1 w 274"/>
                <a:gd name="T7" fmla="*/ 17 h 137"/>
                <a:gd name="T8" fmla="*/ 16 w 274"/>
                <a:gd name="T9" fmla="*/ 29 h 137"/>
                <a:gd name="T10" fmla="*/ 11 w 274"/>
                <a:gd name="T11" fmla="*/ 27 h 137"/>
                <a:gd name="T12" fmla="*/ 14 w 274"/>
                <a:gd name="T13" fmla="*/ 36 h 137"/>
                <a:gd name="T14" fmla="*/ 18 w 274"/>
                <a:gd name="T15" fmla="*/ 47 h 137"/>
                <a:gd name="T16" fmla="*/ 21 w 274"/>
                <a:gd name="T17" fmla="*/ 57 h 137"/>
                <a:gd name="T18" fmla="*/ 21 w 274"/>
                <a:gd name="T19" fmla="*/ 55 h 137"/>
                <a:gd name="T20" fmla="*/ 19 w 274"/>
                <a:gd name="T21" fmla="*/ 66 h 137"/>
                <a:gd name="T22" fmla="*/ 22 w 274"/>
                <a:gd name="T23" fmla="*/ 62 h 137"/>
                <a:gd name="T24" fmla="*/ 22 w 274"/>
                <a:gd name="T25" fmla="*/ 71 h 137"/>
                <a:gd name="T26" fmla="*/ 30 w 274"/>
                <a:gd name="T27" fmla="*/ 71 h 137"/>
                <a:gd name="T28" fmla="*/ 30 w 274"/>
                <a:gd name="T29" fmla="*/ 86 h 137"/>
                <a:gd name="T30" fmla="*/ 36 w 274"/>
                <a:gd name="T31" fmla="*/ 79 h 137"/>
                <a:gd name="T32" fmla="*/ 47 w 274"/>
                <a:gd name="T33" fmla="*/ 90 h 137"/>
                <a:gd name="T34" fmla="*/ 58 w 274"/>
                <a:gd name="T35" fmla="*/ 96 h 137"/>
                <a:gd name="T36" fmla="*/ 51 w 274"/>
                <a:gd name="T37" fmla="*/ 95 h 137"/>
                <a:gd name="T38" fmla="*/ 58 w 274"/>
                <a:gd name="T39" fmla="*/ 105 h 137"/>
                <a:gd name="T40" fmla="*/ 67 w 274"/>
                <a:gd name="T41" fmla="*/ 106 h 137"/>
                <a:gd name="T42" fmla="*/ 76 w 274"/>
                <a:gd name="T43" fmla="*/ 112 h 137"/>
                <a:gd name="T44" fmla="*/ 82 w 274"/>
                <a:gd name="T45" fmla="*/ 111 h 137"/>
                <a:gd name="T46" fmla="*/ 78 w 274"/>
                <a:gd name="T47" fmla="*/ 113 h 137"/>
                <a:gd name="T48" fmla="*/ 83 w 274"/>
                <a:gd name="T49" fmla="*/ 123 h 137"/>
                <a:gd name="T50" fmla="*/ 97 w 274"/>
                <a:gd name="T51" fmla="*/ 121 h 137"/>
                <a:gd name="T52" fmla="*/ 100 w 274"/>
                <a:gd name="T53" fmla="*/ 125 h 137"/>
                <a:gd name="T54" fmla="*/ 108 w 274"/>
                <a:gd name="T55" fmla="*/ 126 h 137"/>
                <a:gd name="T56" fmla="*/ 113 w 274"/>
                <a:gd name="T57" fmla="*/ 126 h 137"/>
                <a:gd name="T58" fmla="*/ 132 w 274"/>
                <a:gd name="T59" fmla="*/ 136 h 137"/>
                <a:gd name="T60" fmla="*/ 126 w 274"/>
                <a:gd name="T61" fmla="*/ 130 h 137"/>
                <a:gd name="T62" fmla="*/ 128 w 274"/>
                <a:gd name="T63" fmla="*/ 135 h 137"/>
                <a:gd name="T64" fmla="*/ 135 w 274"/>
                <a:gd name="T65" fmla="*/ 135 h 137"/>
                <a:gd name="T66" fmla="*/ 149 w 274"/>
                <a:gd name="T67" fmla="*/ 136 h 137"/>
                <a:gd name="T68" fmla="*/ 152 w 274"/>
                <a:gd name="T69" fmla="*/ 133 h 137"/>
                <a:gd name="T70" fmla="*/ 167 w 274"/>
                <a:gd name="T71" fmla="*/ 131 h 137"/>
                <a:gd name="T72" fmla="*/ 180 w 274"/>
                <a:gd name="T73" fmla="*/ 128 h 137"/>
                <a:gd name="T74" fmla="*/ 175 w 274"/>
                <a:gd name="T75" fmla="*/ 122 h 137"/>
                <a:gd name="T76" fmla="*/ 187 w 274"/>
                <a:gd name="T77" fmla="*/ 119 h 137"/>
                <a:gd name="T78" fmla="*/ 192 w 274"/>
                <a:gd name="T79" fmla="*/ 117 h 137"/>
                <a:gd name="T80" fmla="*/ 199 w 274"/>
                <a:gd name="T81" fmla="*/ 119 h 137"/>
                <a:gd name="T82" fmla="*/ 203 w 274"/>
                <a:gd name="T83" fmla="*/ 119 h 137"/>
                <a:gd name="T84" fmla="*/ 217 w 274"/>
                <a:gd name="T85" fmla="*/ 111 h 137"/>
                <a:gd name="T86" fmla="*/ 217 w 274"/>
                <a:gd name="T87" fmla="*/ 106 h 137"/>
                <a:gd name="T88" fmla="*/ 232 w 274"/>
                <a:gd name="T89" fmla="*/ 96 h 137"/>
                <a:gd name="T90" fmla="*/ 231 w 274"/>
                <a:gd name="T91" fmla="*/ 97 h 137"/>
                <a:gd name="T92" fmla="*/ 238 w 274"/>
                <a:gd name="T93" fmla="*/ 95 h 137"/>
                <a:gd name="T94" fmla="*/ 234 w 274"/>
                <a:gd name="T95" fmla="*/ 85 h 137"/>
                <a:gd name="T96" fmla="*/ 242 w 274"/>
                <a:gd name="T97" fmla="*/ 73 h 137"/>
                <a:gd name="T98" fmla="*/ 238 w 274"/>
                <a:gd name="T99" fmla="*/ 77 h 137"/>
                <a:gd name="T100" fmla="*/ 252 w 274"/>
                <a:gd name="T101" fmla="*/ 71 h 137"/>
                <a:gd name="T102" fmla="*/ 266 w 274"/>
                <a:gd name="T103" fmla="*/ 40 h 137"/>
                <a:gd name="T104" fmla="*/ 258 w 274"/>
                <a:gd name="T105" fmla="*/ 48 h 137"/>
                <a:gd name="T106" fmla="*/ 268 w 274"/>
                <a:gd name="T107" fmla="*/ 35 h 137"/>
                <a:gd name="T108" fmla="*/ 259 w 274"/>
                <a:gd name="T109" fmla="*/ 22 h 137"/>
                <a:gd name="T110" fmla="*/ 262 w 274"/>
                <a:gd name="T111" fmla="*/ 27 h 137"/>
                <a:gd name="T112" fmla="*/ 273 w 274"/>
                <a:gd name="T113" fmla="*/ 17 h 137"/>
                <a:gd name="T114" fmla="*/ 273 w 274"/>
                <a:gd name="T115" fmla="*/ 12 h 137"/>
                <a:gd name="T116" fmla="*/ 266 w 274"/>
                <a:gd name="T117" fmla="*/ 7 h 137"/>
                <a:gd name="T118" fmla="*/ 269 w 274"/>
                <a:gd name="T119" fmla="*/ 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74" h="137">
                  <a:moveTo>
                    <a:pt x="250" y="51"/>
                  </a:moveTo>
                  <a:cubicBezTo>
                    <a:pt x="250" y="51"/>
                    <a:pt x="250" y="51"/>
                    <a:pt x="250" y="51"/>
                  </a:cubicBezTo>
                  <a:cubicBezTo>
                    <a:pt x="250" y="52"/>
                    <a:pt x="250" y="52"/>
                    <a:pt x="250" y="52"/>
                  </a:cubicBezTo>
                  <a:cubicBezTo>
                    <a:pt x="250" y="53"/>
                    <a:pt x="250" y="53"/>
                    <a:pt x="249" y="53"/>
                  </a:cubicBezTo>
                  <a:cubicBezTo>
                    <a:pt x="249" y="53"/>
                    <a:pt x="248" y="53"/>
                    <a:pt x="248" y="53"/>
                  </a:cubicBezTo>
                  <a:cubicBezTo>
                    <a:pt x="248" y="53"/>
                    <a:pt x="248" y="53"/>
                    <a:pt x="248" y="53"/>
                  </a:cubicBezTo>
                  <a:cubicBezTo>
                    <a:pt x="248" y="54"/>
                    <a:pt x="248" y="54"/>
                    <a:pt x="249" y="55"/>
                  </a:cubicBezTo>
                  <a:cubicBezTo>
                    <a:pt x="251" y="56"/>
                    <a:pt x="251" y="56"/>
                    <a:pt x="251" y="56"/>
                  </a:cubicBezTo>
                  <a:cubicBezTo>
                    <a:pt x="252" y="53"/>
                    <a:pt x="252" y="53"/>
                    <a:pt x="252" y="53"/>
                  </a:cubicBezTo>
                  <a:cubicBezTo>
                    <a:pt x="253" y="54"/>
                    <a:pt x="253" y="54"/>
                    <a:pt x="253" y="54"/>
                  </a:cubicBezTo>
                  <a:cubicBezTo>
                    <a:pt x="252" y="56"/>
                    <a:pt x="252" y="56"/>
                    <a:pt x="252" y="56"/>
                  </a:cubicBezTo>
                  <a:cubicBezTo>
                    <a:pt x="258" y="59"/>
                    <a:pt x="258" y="59"/>
                    <a:pt x="258" y="59"/>
                  </a:cubicBezTo>
                  <a:cubicBezTo>
                    <a:pt x="258" y="60"/>
                    <a:pt x="259" y="59"/>
                    <a:pt x="260" y="58"/>
                  </a:cubicBezTo>
                  <a:cubicBezTo>
                    <a:pt x="260" y="58"/>
                    <a:pt x="260" y="58"/>
                    <a:pt x="260" y="58"/>
                  </a:cubicBezTo>
                  <a:cubicBezTo>
                    <a:pt x="258" y="63"/>
                    <a:pt x="258" y="63"/>
                    <a:pt x="258" y="63"/>
                  </a:cubicBezTo>
                  <a:cubicBezTo>
                    <a:pt x="257" y="63"/>
                    <a:pt x="257" y="63"/>
                    <a:pt x="257" y="63"/>
                  </a:cubicBezTo>
                  <a:cubicBezTo>
                    <a:pt x="258" y="62"/>
                    <a:pt x="258" y="62"/>
                    <a:pt x="257" y="61"/>
                  </a:cubicBezTo>
                  <a:cubicBezTo>
                    <a:pt x="251" y="58"/>
                    <a:pt x="251" y="58"/>
                    <a:pt x="251" y="58"/>
                  </a:cubicBezTo>
                  <a:cubicBezTo>
                    <a:pt x="250" y="60"/>
                    <a:pt x="250" y="60"/>
                    <a:pt x="250" y="60"/>
                  </a:cubicBezTo>
                  <a:cubicBezTo>
                    <a:pt x="250" y="59"/>
                    <a:pt x="250" y="59"/>
                    <a:pt x="250" y="59"/>
                  </a:cubicBezTo>
                  <a:cubicBezTo>
                    <a:pt x="250" y="58"/>
                    <a:pt x="250" y="58"/>
                    <a:pt x="250" y="58"/>
                  </a:cubicBezTo>
                  <a:cubicBezTo>
                    <a:pt x="250" y="57"/>
                    <a:pt x="250" y="57"/>
                    <a:pt x="250" y="57"/>
                  </a:cubicBezTo>
                  <a:cubicBezTo>
                    <a:pt x="249" y="57"/>
                    <a:pt x="248" y="56"/>
                    <a:pt x="248" y="55"/>
                  </a:cubicBezTo>
                  <a:cubicBezTo>
                    <a:pt x="247" y="54"/>
                    <a:pt x="247" y="53"/>
                    <a:pt x="248" y="52"/>
                  </a:cubicBezTo>
                  <a:cubicBezTo>
                    <a:pt x="248" y="52"/>
                    <a:pt x="249" y="51"/>
                    <a:pt x="250" y="51"/>
                  </a:cubicBezTo>
                  <a:cubicBezTo>
                    <a:pt x="250" y="51"/>
                    <a:pt x="250" y="51"/>
                    <a:pt x="250" y="51"/>
                  </a:cubicBezTo>
                  <a:close/>
                  <a:moveTo>
                    <a:pt x="14" y="15"/>
                  </a:moveTo>
                  <a:cubicBezTo>
                    <a:pt x="14" y="14"/>
                    <a:pt x="14" y="13"/>
                    <a:pt x="12" y="13"/>
                  </a:cubicBezTo>
                  <a:cubicBezTo>
                    <a:pt x="5" y="13"/>
                    <a:pt x="5" y="13"/>
                    <a:pt x="5" y="13"/>
                  </a:cubicBezTo>
                  <a:cubicBezTo>
                    <a:pt x="4" y="13"/>
                    <a:pt x="2" y="13"/>
                    <a:pt x="1" y="12"/>
                  </a:cubicBezTo>
                  <a:cubicBezTo>
                    <a:pt x="0" y="11"/>
                    <a:pt x="0" y="10"/>
                    <a:pt x="0" y="8"/>
                  </a:cubicBezTo>
                  <a:cubicBezTo>
                    <a:pt x="0" y="7"/>
                    <a:pt x="0" y="5"/>
                    <a:pt x="1" y="5"/>
                  </a:cubicBezTo>
                  <a:cubicBezTo>
                    <a:pt x="2" y="3"/>
                    <a:pt x="3" y="3"/>
                    <a:pt x="5" y="3"/>
                  </a:cubicBezTo>
                  <a:cubicBezTo>
                    <a:pt x="12" y="2"/>
                    <a:pt x="12" y="2"/>
                    <a:pt x="12" y="2"/>
                  </a:cubicBezTo>
                  <a:cubicBezTo>
                    <a:pt x="13" y="2"/>
                    <a:pt x="13" y="1"/>
                    <a:pt x="13" y="0"/>
                  </a:cubicBezTo>
                  <a:cubicBezTo>
                    <a:pt x="14" y="0"/>
                    <a:pt x="14" y="0"/>
                    <a:pt x="14" y="0"/>
                  </a:cubicBezTo>
                  <a:cubicBezTo>
                    <a:pt x="14" y="6"/>
                    <a:pt x="14" y="6"/>
                    <a:pt x="14" y="6"/>
                  </a:cubicBezTo>
                  <a:cubicBezTo>
                    <a:pt x="14" y="6"/>
                    <a:pt x="14" y="6"/>
                    <a:pt x="14" y="6"/>
                  </a:cubicBezTo>
                  <a:cubicBezTo>
                    <a:pt x="14" y="5"/>
                    <a:pt x="13" y="4"/>
                    <a:pt x="12" y="4"/>
                  </a:cubicBezTo>
                  <a:cubicBezTo>
                    <a:pt x="5" y="5"/>
                    <a:pt x="5" y="5"/>
                    <a:pt x="5" y="5"/>
                  </a:cubicBezTo>
                  <a:cubicBezTo>
                    <a:pt x="4" y="5"/>
                    <a:pt x="3" y="5"/>
                    <a:pt x="2" y="5"/>
                  </a:cubicBezTo>
                  <a:cubicBezTo>
                    <a:pt x="1" y="6"/>
                    <a:pt x="1" y="7"/>
                    <a:pt x="1" y="8"/>
                  </a:cubicBezTo>
                  <a:cubicBezTo>
                    <a:pt x="1" y="11"/>
                    <a:pt x="3" y="12"/>
                    <a:pt x="6" y="12"/>
                  </a:cubicBezTo>
                  <a:cubicBezTo>
                    <a:pt x="13" y="11"/>
                    <a:pt x="13" y="11"/>
                    <a:pt x="13" y="11"/>
                  </a:cubicBezTo>
                  <a:cubicBezTo>
                    <a:pt x="14" y="11"/>
                    <a:pt x="14" y="11"/>
                    <a:pt x="14" y="9"/>
                  </a:cubicBezTo>
                  <a:cubicBezTo>
                    <a:pt x="14" y="9"/>
                    <a:pt x="14" y="9"/>
                    <a:pt x="14" y="9"/>
                  </a:cubicBezTo>
                  <a:cubicBezTo>
                    <a:pt x="14" y="15"/>
                    <a:pt x="14" y="15"/>
                    <a:pt x="14" y="15"/>
                  </a:cubicBezTo>
                  <a:cubicBezTo>
                    <a:pt x="14" y="15"/>
                    <a:pt x="14" y="15"/>
                    <a:pt x="14" y="15"/>
                  </a:cubicBezTo>
                  <a:close/>
                  <a:moveTo>
                    <a:pt x="3" y="27"/>
                  </a:moveTo>
                  <a:cubicBezTo>
                    <a:pt x="2" y="23"/>
                    <a:pt x="2" y="23"/>
                    <a:pt x="2" y="23"/>
                  </a:cubicBezTo>
                  <a:cubicBezTo>
                    <a:pt x="2" y="23"/>
                    <a:pt x="2" y="23"/>
                    <a:pt x="2" y="23"/>
                  </a:cubicBezTo>
                  <a:cubicBezTo>
                    <a:pt x="2" y="23"/>
                    <a:pt x="3" y="24"/>
                    <a:pt x="4" y="24"/>
                  </a:cubicBezTo>
                  <a:cubicBezTo>
                    <a:pt x="9" y="23"/>
                    <a:pt x="9" y="23"/>
                    <a:pt x="9" y="23"/>
                  </a:cubicBezTo>
                  <a:cubicBezTo>
                    <a:pt x="10" y="23"/>
                    <a:pt x="10" y="23"/>
                    <a:pt x="10" y="22"/>
                  </a:cubicBezTo>
                  <a:cubicBezTo>
                    <a:pt x="11" y="22"/>
                    <a:pt x="11" y="21"/>
                    <a:pt x="10" y="21"/>
                  </a:cubicBezTo>
                  <a:cubicBezTo>
                    <a:pt x="10" y="20"/>
                    <a:pt x="10" y="19"/>
                    <a:pt x="9" y="19"/>
                  </a:cubicBezTo>
                  <a:cubicBezTo>
                    <a:pt x="3" y="20"/>
                    <a:pt x="3" y="20"/>
                    <a:pt x="3" y="20"/>
                  </a:cubicBezTo>
                  <a:cubicBezTo>
                    <a:pt x="2" y="20"/>
                    <a:pt x="2" y="21"/>
                    <a:pt x="2" y="21"/>
                  </a:cubicBezTo>
                  <a:cubicBezTo>
                    <a:pt x="2" y="21"/>
                    <a:pt x="2" y="21"/>
                    <a:pt x="2" y="21"/>
                  </a:cubicBezTo>
                  <a:cubicBezTo>
                    <a:pt x="1" y="17"/>
                    <a:pt x="1" y="17"/>
                    <a:pt x="1" y="17"/>
                  </a:cubicBezTo>
                  <a:cubicBezTo>
                    <a:pt x="1" y="17"/>
                    <a:pt x="1" y="17"/>
                    <a:pt x="1" y="17"/>
                  </a:cubicBezTo>
                  <a:cubicBezTo>
                    <a:pt x="1" y="18"/>
                    <a:pt x="2" y="18"/>
                    <a:pt x="3" y="18"/>
                  </a:cubicBezTo>
                  <a:cubicBezTo>
                    <a:pt x="8" y="17"/>
                    <a:pt x="8" y="17"/>
                    <a:pt x="8" y="17"/>
                  </a:cubicBezTo>
                  <a:cubicBezTo>
                    <a:pt x="9" y="17"/>
                    <a:pt x="9" y="17"/>
                    <a:pt x="9" y="17"/>
                  </a:cubicBezTo>
                  <a:cubicBezTo>
                    <a:pt x="9" y="17"/>
                    <a:pt x="9" y="17"/>
                    <a:pt x="9" y="16"/>
                  </a:cubicBezTo>
                  <a:cubicBezTo>
                    <a:pt x="10" y="16"/>
                    <a:pt x="10" y="16"/>
                    <a:pt x="10" y="16"/>
                  </a:cubicBezTo>
                  <a:cubicBezTo>
                    <a:pt x="11" y="19"/>
                    <a:pt x="11" y="19"/>
                    <a:pt x="11" y="19"/>
                  </a:cubicBezTo>
                  <a:cubicBezTo>
                    <a:pt x="10" y="19"/>
                    <a:pt x="10" y="19"/>
                    <a:pt x="10" y="19"/>
                  </a:cubicBezTo>
                  <a:cubicBezTo>
                    <a:pt x="11" y="20"/>
                    <a:pt x="12" y="21"/>
                    <a:pt x="12" y="22"/>
                  </a:cubicBezTo>
                  <a:cubicBezTo>
                    <a:pt x="12" y="23"/>
                    <a:pt x="11" y="24"/>
                    <a:pt x="9" y="25"/>
                  </a:cubicBezTo>
                  <a:cubicBezTo>
                    <a:pt x="4" y="25"/>
                    <a:pt x="4" y="25"/>
                    <a:pt x="4" y="25"/>
                  </a:cubicBezTo>
                  <a:cubicBezTo>
                    <a:pt x="3" y="26"/>
                    <a:pt x="3" y="26"/>
                    <a:pt x="3" y="27"/>
                  </a:cubicBezTo>
                  <a:cubicBezTo>
                    <a:pt x="3" y="27"/>
                    <a:pt x="3" y="27"/>
                    <a:pt x="3" y="27"/>
                  </a:cubicBezTo>
                  <a:close/>
                  <a:moveTo>
                    <a:pt x="16" y="29"/>
                  </a:moveTo>
                  <a:cubicBezTo>
                    <a:pt x="16" y="29"/>
                    <a:pt x="16" y="29"/>
                    <a:pt x="16" y="29"/>
                  </a:cubicBezTo>
                  <a:cubicBezTo>
                    <a:pt x="15" y="29"/>
                    <a:pt x="15" y="29"/>
                    <a:pt x="15" y="29"/>
                  </a:cubicBezTo>
                  <a:cubicBezTo>
                    <a:pt x="15" y="28"/>
                    <a:pt x="15" y="28"/>
                    <a:pt x="15" y="28"/>
                  </a:cubicBezTo>
                  <a:cubicBezTo>
                    <a:pt x="15" y="27"/>
                    <a:pt x="16" y="27"/>
                    <a:pt x="16" y="27"/>
                  </a:cubicBezTo>
                  <a:cubicBezTo>
                    <a:pt x="16" y="27"/>
                    <a:pt x="16" y="27"/>
                    <a:pt x="17" y="27"/>
                  </a:cubicBezTo>
                  <a:cubicBezTo>
                    <a:pt x="17" y="27"/>
                    <a:pt x="17" y="28"/>
                    <a:pt x="17" y="28"/>
                  </a:cubicBezTo>
                  <a:cubicBezTo>
                    <a:pt x="17" y="29"/>
                    <a:pt x="17" y="29"/>
                    <a:pt x="17" y="29"/>
                  </a:cubicBezTo>
                  <a:cubicBezTo>
                    <a:pt x="17" y="29"/>
                    <a:pt x="17" y="29"/>
                    <a:pt x="16" y="29"/>
                  </a:cubicBezTo>
                  <a:close/>
                  <a:moveTo>
                    <a:pt x="4" y="33"/>
                  </a:moveTo>
                  <a:cubicBezTo>
                    <a:pt x="3" y="29"/>
                    <a:pt x="3" y="29"/>
                    <a:pt x="3" y="29"/>
                  </a:cubicBezTo>
                  <a:cubicBezTo>
                    <a:pt x="4" y="29"/>
                    <a:pt x="4" y="29"/>
                    <a:pt x="4" y="29"/>
                  </a:cubicBezTo>
                  <a:cubicBezTo>
                    <a:pt x="4" y="30"/>
                    <a:pt x="4" y="30"/>
                    <a:pt x="5" y="30"/>
                  </a:cubicBezTo>
                  <a:cubicBezTo>
                    <a:pt x="10" y="29"/>
                    <a:pt x="10" y="29"/>
                    <a:pt x="10" y="29"/>
                  </a:cubicBezTo>
                  <a:cubicBezTo>
                    <a:pt x="11" y="29"/>
                    <a:pt x="11" y="28"/>
                    <a:pt x="11" y="28"/>
                  </a:cubicBezTo>
                  <a:cubicBezTo>
                    <a:pt x="11" y="27"/>
                    <a:pt x="11" y="27"/>
                    <a:pt x="11" y="27"/>
                  </a:cubicBezTo>
                  <a:cubicBezTo>
                    <a:pt x="11" y="27"/>
                    <a:pt x="11" y="27"/>
                    <a:pt x="11" y="27"/>
                  </a:cubicBezTo>
                  <a:cubicBezTo>
                    <a:pt x="13" y="30"/>
                    <a:pt x="13" y="30"/>
                    <a:pt x="13" y="30"/>
                  </a:cubicBezTo>
                  <a:cubicBezTo>
                    <a:pt x="5" y="32"/>
                    <a:pt x="5" y="32"/>
                    <a:pt x="5" y="32"/>
                  </a:cubicBezTo>
                  <a:cubicBezTo>
                    <a:pt x="5" y="32"/>
                    <a:pt x="4" y="33"/>
                    <a:pt x="4" y="33"/>
                  </a:cubicBezTo>
                  <a:cubicBezTo>
                    <a:pt x="4" y="33"/>
                    <a:pt x="4" y="33"/>
                    <a:pt x="4" y="33"/>
                  </a:cubicBezTo>
                  <a:close/>
                  <a:moveTo>
                    <a:pt x="16" y="42"/>
                  </a:moveTo>
                  <a:cubicBezTo>
                    <a:pt x="16" y="41"/>
                    <a:pt x="15" y="41"/>
                    <a:pt x="14" y="41"/>
                  </a:cubicBezTo>
                  <a:cubicBezTo>
                    <a:pt x="6" y="40"/>
                    <a:pt x="6" y="40"/>
                    <a:pt x="6" y="40"/>
                  </a:cubicBezTo>
                  <a:cubicBezTo>
                    <a:pt x="6" y="40"/>
                    <a:pt x="6" y="40"/>
                    <a:pt x="6" y="40"/>
                  </a:cubicBezTo>
                  <a:cubicBezTo>
                    <a:pt x="6" y="40"/>
                    <a:pt x="6" y="40"/>
                    <a:pt x="6" y="40"/>
                  </a:cubicBezTo>
                  <a:cubicBezTo>
                    <a:pt x="13" y="35"/>
                    <a:pt x="13" y="35"/>
                    <a:pt x="13" y="35"/>
                  </a:cubicBezTo>
                  <a:cubicBezTo>
                    <a:pt x="14" y="34"/>
                    <a:pt x="14" y="33"/>
                    <a:pt x="14" y="33"/>
                  </a:cubicBezTo>
                  <a:cubicBezTo>
                    <a:pt x="14" y="33"/>
                    <a:pt x="14" y="33"/>
                    <a:pt x="14" y="33"/>
                  </a:cubicBezTo>
                  <a:cubicBezTo>
                    <a:pt x="15" y="37"/>
                    <a:pt x="15" y="37"/>
                    <a:pt x="15" y="37"/>
                  </a:cubicBezTo>
                  <a:cubicBezTo>
                    <a:pt x="15" y="37"/>
                    <a:pt x="15" y="37"/>
                    <a:pt x="15" y="37"/>
                  </a:cubicBezTo>
                  <a:cubicBezTo>
                    <a:pt x="15" y="37"/>
                    <a:pt x="14" y="36"/>
                    <a:pt x="14" y="36"/>
                  </a:cubicBezTo>
                  <a:cubicBezTo>
                    <a:pt x="14" y="36"/>
                    <a:pt x="14" y="36"/>
                    <a:pt x="13" y="37"/>
                  </a:cubicBezTo>
                  <a:cubicBezTo>
                    <a:pt x="9" y="40"/>
                    <a:pt x="9" y="40"/>
                    <a:pt x="9" y="40"/>
                  </a:cubicBezTo>
                  <a:cubicBezTo>
                    <a:pt x="14" y="40"/>
                    <a:pt x="14" y="40"/>
                    <a:pt x="14" y="40"/>
                  </a:cubicBezTo>
                  <a:cubicBezTo>
                    <a:pt x="14" y="40"/>
                    <a:pt x="15" y="40"/>
                    <a:pt x="15" y="40"/>
                  </a:cubicBezTo>
                  <a:cubicBezTo>
                    <a:pt x="16" y="40"/>
                    <a:pt x="16" y="40"/>
                    <a:pt x="16" y="39"/>
                  </a:cubicBezTo>
                  <a:cubicBezTo>
                    <a:pt x="16" y="39"/>
                    <a:pt x="16" y="39"/>
                    <a:pt x="16" y="39"/>
                  </a:cubicBezTo>
                  <a:cubicBezTo>
                    <a:pt x="16" y="42"/>
                    <a:pt x="16" y="42"/>
                    <a:pt x="16" y="42"/>
                  </a:cubicBezTo>
                  <a:cubicBezTo>
                    <a:pt x="16" y="42"/>
                    <a:pt x="16" y="42"/>
                    <a:pt x="16" y="42"/>
                  </a:cubicBezTo>
                  <a:close/>
                  <a:moveTo>
                    <a:pt x="14" y="53"/>
                  </a:moveTo>
                  <a:cubicBezTo>
                    <a:pt x="13" y="53"/>
                    <a:pt x="12" y="53"/>
                    <a:pt x="11" y="52"/>
                  </a:cubicBezTo>
                  <a:cubicBezTo>
                    <a:pt x="10" y="51"/>
                    <a:pt x="10" y="51"/>
                    <a:pt x="9" y="50"/>
                  </a:cubicBezTo>
                  <a:cubicBezTo>
                    <a:pt x="9" y="49"/>
                    <a:pt x="9" y="48"/>
                    <a:pt x="9" y="47"/>
                  </a:cubicBezTo>
                  <a:cubicBezTo>
                    <a:pt x="10" y="46"/>
                    <a:pt x="11" y="45"/>
                    <a:pt x="12" y="45"/>
                  </a:cubicBezTo>
                  <a:cubicBezTo>
                    <a:pt x="13" y="44"/>
                    <a:pt x="14" y="44"/>
                    <a:pt x="16" y="45"/>
                  </a:cubicBezTo>
                  <a:cubicBezTo>
                    <a:pt x="17" y="45"/>
                    <a:pt x="18" y="46"/>
                    <a:pt x="18" y="47"/>
                  </a:cubicBezTo>
                  <a:cubicBezTo>
                    <a:pt x="18" y="48"/>
                    <a:pt x="18" y="49"/>
                    <a:pt x="18" y="50"/>
                  </a:cubicBezTo>
                  <a:cubicBezTo>
                    <a:pt x="18" y="51"/>
                    <a:pt x="17" y="51"/>
                    <a:pt x="16" y="52"/>
                  </a:cubicBezTo>
                  <a:cubicBezTo>
                    <a:pt x="14" y="46"/>
                    <a:pt x="14" y="46"/>
                    <a:pt x="14" y="46"/>
                  </a:cubicBezTo>
                  <a:cubicBezTo>
                    <a:pt x="12" y="46"/>
                    <a:pt x="12" y="47"/>
                    <a:pt x="11" y="48"/>
                  </a:cubicBezTo>
                  <a:cubicBezTo>
                    <a:pt x="10" y="49"/>
                    <a:pt x="10" y="49"/>
                    <a:pt x="10" y="51"/>
                  </a:cubicBezTo>
                  <a:cubicBezTo>
                    <a:pt x="11" y="51"/>
                    <a:pt x="11" y="52"/>
                    <a:pt x="12" y="52"/>
                  </a:cubicBezTo>
                  <a:cubicBezTo>
                    <a:pt x="13" y="52"/>
                    <a:pt x="14" y="52"/>
                    <a:pt x="14" y="53"/>
                  </a:cubicBezTo>
                  <a:cubicBezTo>
                    <a:pt x="14" y="53"/>
                    <a:pt x="14" y="53"/>
                    <a:pt x="14" y="53"/>
                  </a:cubicBezTo>
                  <a:close/>
                  <a:moveTo>
                    <a:pt x="16" y="49"/>
                  </a:moveTo>
                  <a:cubicBezTo>
                    <a:pt x="18" y="49"/>
                    <a:pt x="18" y="48"/>
                    <a:pt x="18" y="47"/>
                  </a:cubicBezTo>
                  <a:cubicBezTo>
                    <a:pt x="17" y="45"/>
                    <a:pt x="16" y="45"/>
                    <a:pt x="14" y="45"/>
                  </a:cubicBezTo>
                  <a:cubicBezTo>
                    <a:pt x="16" y="49"/>
                    <a:pt x="16" y="49"/>
                    <a:pt x="16" y="49"/>
                  </a:cubicBezTo>
                  <a:close/>
                  <a:moveTo>
                    <a:pt x="22" y="58"/>
                  </a:moveTo>
                  <a:cubicBezTo>
                    <a:pt x="22" y="58"/>
                    <a:pt x="21" y="58"/>
                    <a:pt x="21" y="57"/>
                  </a:cubicBezTo>
                  <a:cubicBezTo>
                    <a:pt x="21" y="57"/>
                    <a:pt x="21" y="57"/>
                    <a:pt x="21" y="57"/>
                  </a:cubicBezTo>
                  <a:cubicBezTo>
                    <a:pt x="21" y="56"/>
                    <a:pt x="21" y="56"/>
                    <a:pt x="21" y="56"/>
                  </a:cubicBezTo>
                  <a:cubicBezTo>
                    <a:pt x="21" y="55"/>
                    <a:pt x="21" y="55"/>
                    <a:pt x="20" y="55"/>
                  </a:cubicBezTo>
                  <a:cubicBezTo>
                    <a:pt x="20" y="55"/>
                    <a:pt x="20" y="55"/>
                    <a:pt x="19" y="55"/>
                  </a:cubicBezTo>
                  <a:cubicBezTo>
                    <a:pt x="15" y="57"/>
                    <a:pt x="15" y="57"/>
                    <a:pt x="15" y="57"/>
                  </a:cubicBezTo>
                  <a:cubicBezTo>
                    <a:pt x="14" y="58"/>
                    <a:pt x="14" y="59"/>
                    <a:pt x="14" y="59"/>
                  </a:cubicBezTo>
                  <a:cubicBezTo>
                    <a:pt x="14" y="59"/>
                    <a:pt x="14" y="59"/>
                    <a:pt x="14" y="59"/>
                  </a:cubicBezTo>
                  <a:cubicBezTo>
                    <a:pt x="12" y="55"/>
                    <a:pt x="12" y="55"/>
                    <a:pt x="12" y="55"/>
                  </a:cubicBezTo>
                  <a:cubicBezTo>
                    <a:pt x="12" y="55"/>
                    <a:pt x="12" y="55"/>
                    <a:pt x="12" y="55"/>
                  </a:cubicBezTo>
                  <a:cubicBezTo>
                    <a:pt x="13" y="56"/>
                    <a:pt x="14" y="56"/>
                    <a:pt x="14" y="56"/>
                  </a:cubicBezTo>
                  <a:cubicBezTo>
                    <a:pt x="19" y="54"/>
                    <a:pt x="19" y="54"/>
                    <a:pt x="19" y="54"/>
                  </a:cubicBezTo>
                  <a:cubicBezTo>
                    <a:pt x="20" y="53"/>
                    <a:pt x="20" y="53"/>
                    <a:pt x="20" y="53"/>
                  </a:cubicBezTo>
                  <a:cubicBezTo>
                    <a:pt x="20" y="53"/>
                    <a:pt x="20" y="52"/>
                    <a:pt x="20" y="52"/>
                  </a:cubicBezTo>
                  <a:cubicBezTo>
                    <a:pt x="20" y="52"/>
                    <a:pt x="20" y="52"/>
                    <a:pt x="20" y="52"/>
                  </a:cubicBezTo>
                  <a:cubicBezTo>
                    <a:pt x="22" y="54"/>
                    <a:pt x="22" y="54"/>
                    <a:pt x="22" y="54"/>
                  </a:cubicBezTo>
                  <a:cubicBezTo>
                    <a:pt x="21" y="55"/>
                    <a:pt x="21" y="55"/>
                    <a:pt x="21" y="55"/>
                  </a:cubicBezTo>
                  <a:cubicBezTo>
                    <a:pt x="22" y="55"/>
                    <a:pt x="23" y="56"/>
                    <a:pt x="24" y="57"/>
                  </a:cubicBezTo>
                  <a:cubicBezTo>
                    <a:pt x="24" y="57"/>
                    <a:pt x="24" y="57"/>
                    <a:pt x="24" y="57"/>
                  </a:cubicBezTo>
                  <a:cubicBezTo>
                    <a:pt x="23" y="58"/>
                    <a:pt x="22" y="58"/>
                    <a:pt x="22" y="58"/>
                  </a:cubicBezTo>
                  <a:close/>
                  <a:moveTo>
                    <a:pt x="21" y="67"/>
                  </a:moveTo>
                  <a:cubicBezTo>
                    <a:pt x="20" y="68"/>
                    <a:pt x="19" y="68"/>
                    <a:pt x="18" y="67"/>
                  </a:cubicBezTo>
                  <a:cubicBezTo>
                    <a:pt x="18" y="67"/>
                    <a:pt x="17" y="67"/>
                    <a:pt x="17" y="66"/>
                  </a:cubicBezTo>
                  <a:cubicBezTo>
                    <a:pt x="17" y="65"/>
                    <a:pt x="16" y="65"/>
                    <a:pt x="16" y="65"/>
                  </a:cubicBezTo>
                  <a:cubicBezTo>
                    <a:pt x="16" y="64"/>
                    <a:pt x="16" y="64"/>
                    <a:pt x="16" y="63"/>
                  </a:cubicBezTo>
                  <a:cubicBezTo>
                    <a:pt x="16" y="63"/>
                    <a:pt x="16" y="63"/>
                    <a:pt x="16" y="63"/>
                  </a:cubicBezTo>
                  <a:cubicBezTo>
                    <a:pt x="16" y="63"/>
                    <a:pt x="16" y="63"/>
                    <a:pt x="16" y="63"/>
                  </a:cubicBezTo>
                  <a:cubicBezTo>
                    <a:pt x="18" y="61"/>
                    <a:pt x="18" y="61"/>
                    <a:pt x="18" y="61"/>
                  </a:cubicBezTo>
                  <a:cubicBezTo>
                    <a:pt x="18" y="61"/>
                    <a:pt x="18" y="61"/>
                    <a:pt x="18" y="61"/>
                  </a:cubicBezTo>
                  <a:cubicBezTo>
                    <a:pt x="17" y="63"/>
                    <a:pt x="16" y="64"/>
                    <a:pt x="17" y="65"/>
                  </a:cubicBezTo>
                  <a:cubicBezTo>
                    <a:pt x="18" y="65"/>
                    <a:pt x="18" y="66"/>
                    <a:pt x="18" y="66"/>
                  </a:cubicBezTo>
                  <a:cubicBezTo>
                    <a:pt x="18" y="66"/>
                    <a:pt x="19" y="66"/>
                    <a:pt x="19" y="66"/>
                  </a:cubicBezTo>
                  <a:cubicBezTo>
                    <a:pt x="20" y="65"/>
                    <a:pt x="20" y="65"/>
                    <a:pt x="20" y="63"/>
                  </a:cubicBezTo>
                  <a:cubicBezTo>
                    <a:pt x="20" y="62"/>
                    <a:pt x="20" y="62"/>
                    <a:pt x="20" y="62"/>
                  </a:cubicBezTo>
                  <a:cubicBezTo>
                    <a:pt x="20" y="61"/>
                    <a:pt x="20" y="60"/>
                    <a:pt x="21" y="59"/>
                  </a:cubicBezTo>
                  <a:cubicBezTo>
                    <a:pt x="22" y="59"/>
                    <a:pt x="22" y="59"/>
                    <a:pt x="23" y="59"/>
                  </a:cubicBezTo>
                  <a:cubicBezTo>
                    <a:pt x="24" y="59"/>
                    <a:pt x="24" y="60"/>
                    <a:pt x="25" y="61"/>
                  </a:cubicBezTo>
                  <a:cubicBezTo>
                    <a:pt x="25" y="61"/>
                    <a:pt x="25" y="61"/>
                    <a:pt x="25" y="62"/>
                  </a:cubicBezTo>
                  <a:cubicBezTo>
                    <a:pt x="25" y="62"/>
                    <a:pt x="25" y="63"/>
                    <a:pt x="26" y="63"/>
                  </a:cubicBezTo>
                  <a:cubicBezTo>
                    <a:pt x="26" y="63"/>
                    <a:pt x="26" y="63"/>
                    <a:pt x="26" y="63"/>
                  </a:cubicBezTo>
                  <a:cubicBezTo>
                    <a:pt x="26" y="63"/>
                    <a:pt x="26" y="63"/>
                    <a:pt x="26" y="63"/>
                  </a:cubicBezTo>
                  <a:cubicBezTo>
                    <a:pt x="24" y="64"/>
                    <a:pt x="24" y="64"/>
                    <a:pt x="24" y="64"/>
                  </a:cubicBezTo>
                  <a:cubicBezTo>
                    <a:pt x="24" y="64"/>
                    <a:pt x="24" y="64"/>
                    <a:pt x="24" y="64"/>
                  </a:cubicBezTo>
                  <a:cubicBezTo>
                    <a:pt x="25" y="63"/>
                    <a:pt x="25" y="61"/>
                    <a:pt x="25" y="61"/>
                  </a:cubicBezTo>
                  <a:cubicBezTo>
                    <a:pt x="25" y="60"/>
                    <a:pt x="24" y="60"/>
                    <a:pt x="24" y="60"/>
                  </a:cubicBezTo>
                  <a:cubicBezTo>
                    <a:pt x="24" y="60"/>
                    <a:pt x="23" y="60"/>
                    <a:pt x="23" y="60"/>
                  </a:cubicBezTo>
                  <a:cubicBezTo>
                    <a:pt x="22" y="60"/>
                    <a:pt x="22" y="61"/>
                    <a:pt x="22" y="62"/>
                  </a:cubicBezTo>
                  <a:cubicBezTo>
                    <a:pt x="22" y="64"/>
                    <a:pt x="22" y="64"/>
                    <a:pt x="22" y="64"/>
                  </a:cubicBezTo>
                  <a:cubicBezTo>
                    <a:pt x="22" y="66"/>
                    <a:pt x="22" y="67"/>
                    <a:pt x="21" y="67"/>
                  </a:cubicBezTo>
                  <a:close/>
                  <a:moveTo>
                    <a:pt x="33" y="67"/>
                  </a:moveTo>
                  <a:cubicBezTo>
                    <a:pt x="32" y="67"/>
                    <a:pt x="32" y="67"/>
                    <a:pt x="32" y="67"/>
                  </a:cubicBezTo>
                  <a:cubicBezTo>
                    <a:pt x="32" y="67"/>
                    <a:pt x="32" y="66"/>
                    <a:pt x="31" y="66"/>
                  </a:cubicBezTo>
                  <a:cubicBezTo>
                    <a:pt x="31" y="66"/>
                    <a:pt x="31" y="66"/>
                    <a:pt x="31" y="65"/>
                  </a:cubicBezTo>
                  <a:cubicBezTo>
                    <a:pt x="31" y="65"/>
                    <a:pt x="32" y="65"/>
                    <a:pt x="32" y="65"/>
                  </a:cubicBezTo>
                  <a:cubicBezTo>
                    <a:pt x="32" y="65"/>
                    <a:pt x="32" y="64"/>
                    <a:pt x="32" y="65"/>
                  </a:cubicBezTo>
                  <a:cubicBezTo>
                    <a:pt x="33" y="65"/>
                    <a:pt x="33" y="65"/>
                    <a:pt x="33" y="65"/>
                  </a:cubicBezTo>
                  <a:cubicBezTo>
                    <a:pt x="33" y="65"/>
                    <a:pt x="34" y="65"/>
                    <a:pt x="33" y="66"/>
                  </a:cubicBezTo>
                  <a:cubicBezTo>
                    <a:pt x="33" y="66"/>
                    <a:pt x="33" y="66"/>
                    <a:pt x="33" y="67"/>
                  </a:cubicBezTo>
                  <a:close/>
                  <a:moveTo>
                    <a:pt x="22" y="75"/>
                  </a:moveTo>
                  <a:cubicBezTo>
                    <a:pt x="20" y="71"/>
                    <a:pt x="20" y="71"/>
                    <a:pt x="20" y="71"/>
                  </a:cubicBezTo>
                  <a:cubicBezTo>
                    <a:pt x="20" y="71"/>
                    <a:pt x="20" y="71"/>
                    <a:pt x="20" y="71"/>
                  </a:cubicBezTo>
                  <a:cubicBezTo>
                    <a:pt x="21" y="71"/>
                    <a:pt x="22" y="72"/>
                    <a:pt x="22" y="71"/>
                  </a:cubicBezTo>
                  <a:cubicBezTo>
                    <a:pt x="27" y="69"/>
                    <a:pt x="27" y="69"/>
                    <a:pt x="27" y="69"/>
                  </a:cubicBezTo>
                  <a:cubicBezTo>
                    <a:pt x="28" y="68"/>
                    <a:pt x="28" y="68"/>
                    <a:pt x="28" y="67"/>
                  </a:cubicBezTo>
                  <a:cubicBezTo>
                    <a:pt x="27" y="67"/>
                    <a:pt x="27" y="67"/>
                    <a:pt x="27" y="67"/>
                  </a:cubicBezTo>
                  <a:cubicBezTo>
                    <a:pt x="28" y="67"/>
                    <a:pt x="28" y="67"/>
                    <a:pt x="28" y="67"/>
                  </a:cubicBezTo>
                  <a:cubicBezTo>
                    <a:pt x="30" y="69"/>
                    <a:pt x="30" y="69"/>
                    <a:pt x="30" y="69"/>
                  </a:cubicBezTo>
                  <a:cubicBezTo>
                    <a:pt x="24" y="73"/>
                    <a:pt x="24" y="73"/>
                    <a:pt x="24" y="73"/>
                  </a:cubicBezTo>
                  <a:cubicBezTo>
                    <a:pt x="22" y="73"/>
                    <a:pt x="22" y="73"/>
                    <a:pt x="22" y="75"/>
                  </a:cubicBezTo>
                  <a:cubicBezTo>
                    <a:pt x="22" y="75"/>
                    <a:pt x="22" y="75"/>
                    <a:pt x="22" y="75"/>
                  </a:cubicBezTo>
                  <a:close/>
                  <a:moveTo>
                    <a:pt x="28" y="80"/>
                  </a:moveTo>
                  <a:cubicBezTo>
                    <a:pt x="27" y="80"/>
                    <a:pt x="26" y="80"/>
                    <a:pt x="26" y="79"/>
                  </a:cubicBezTo>
                  <a:cubicBezTo>
                    <a:pt x="26" y="79"/>
                    <a:pt x="25" y="79"/>
                    <a:pt x="25" y="79"/>
                  </a:cubicBezTo>
                  <a:cubicBezTo>
                    <a:pt x="24" y="78"/>
                    <a:pt x="24" y="77"/>
                    <a:pt x="26" y="76"/>
                  </a:cubicBezTo>
                  <a:cubicBezTo>
                    <a:pt x="31" y="73"/>
                    <a:pt x="31" y="73"/>
                    <a:pt x="31" y="73"/>
                  </a:cubicBezTo>
                  <a:cubicBezTo>
                    <a:pt x="30" y="71"/>
                    <a:pt x="30" y="71"/>
                    <a:pt x="30" y="71"/>
                  </a:cubicBezTo>
                  <a:cubicBezTo>
                    <a:pt x="30" y="71"/>
                    <a:pt x="30" y="71"/>
                    <a:pt x="30" y="71"/>
                  </a:cubicBezTo>
                  <a:cubicBezTo>
                    <a:pt x="30" y="71"/>
                    <a:pt x="30" y="71"/>
                    <a:pt x="30" y="71"/>
                  </a:cubicBezTo>
                  <a:cubicBezTo>
                    <a:pt x="31" y="72"/>
                    <a:pt x="32" y="72"/>
                    <a:pt x="34" y="72"/>
                  </a:cubicBezTo>
                  <a:cubicBezTo>
                    <a:pt x="34" y="72"/>
                    <a:pt x="34" y="72"/>
                    <a:pt x="34" y="72"/>
                  </a:cubicBezTo>
                  <a:cubicBezTo>
                    <a:pt x="32" y="73"/>
                    <a:pt x="32" y="73"/>
                    <a:pt x="32" y="73"/>
                  </a:cubicBezTo>
                  <a:cubicBezTo>
                    <a:pt x="33" y="75"/>
                    <a:pt x="33" y="75"/>
                    <a:pt x="33" y="75"/>
                  </a:cubicBezTo>
                  <a:cubicBezTo>
                    <a:pt x="33" y="75"/>
                    <a:pt x="33" y="75"/>
                    <a:pt x="33" y="75"/>
                  </a:cubicBezTo>
                  <a:cubicBezTo>
                    <a:pt x="32" y="74"/>
                    <a:pt x="32" y="74"/>
                    <a:pt x="32" y="74"/>
                  </a:cubicBezTo>
                  <a:cubicBezTo>
                    <a:pt x="27" y="77"/>
                    <a:pt x="27" y="77"/>
                    <a:pt x="27" y="77"/>
                  </a:cubicBezTo>
                  <a:cubicBezTo>
                    <a:pt x="26" y="78"/>
                    <a:pt x="26" y="79"/>
                    <a:pt x="26" y="79"/>
                  </a:cubicBezTo>
                  <a:cubicBezTo>
                    <a:pt x="27" y="79"/>
                    <a:pt x="27" y="79"/>
                    <a:pt x="28" y="80"/>
                  </a:cubicBezTo>
                  <a:cubicBezTo>
                    <a:pt x="28" y="80"/>
                    <a:pt x="28" y="80"/>
                    <a:pt x="28" y="80"/>
                  </a:cubicBezTo>
                  <a:close/>
                  <a:moveTo>
                    <a:pt x="40" y="84"/>
                  </a:moveTo>
                  <a:cubicBezTo>
                    <a:pt x="40" y="84"/>
                    <a:pt x="40" y="83"/>
                    <a:pt x="40" y="83"/>
                  </a:cubicBezTo>
                  <a:cubicBezTo>
                    <a:pt x="39" y="83"/>
                    <a:pt x="39" y="83"/>
                    <a:pt x="39" y="83"/>
                  </a:cubicBezTo>
                  <a:cubicBezTo>
                    <a:pt x="30" y="86"/>
                    <a:pt x="30" y="86"/>
                    <a:pt x="30" y="86"/>
                  </a:cubicBezTo>
                  <a:cubicBezTo>
                    <a:pt x="28" y="87"/>
                    <a:pt x="26" y="87"/>
                    <a:pt x="25" y="86"/>
                  </a:cubicBezTo>
                  <a:cubicBezTo>
                    <a:pt x="24" y="85"/>
                    <a:pt x="25" y="84"/>
                    <a:pt x="25" y="84"/>
                  </a:cubicBezTo>
                  <a:cubicBezTo>
                    <a:pt x="25" y="84"/>
                    <a:pt x="26" y="84"/>
                    <a:pt x="26" y="84"/>
                  </a:cubicBezTo>
                  <a:cubicBezTo>
                    <a:pt x="26" y="84"/>
                    <a:pt x="26" y="84"/>
                    <a:pt x="26" y="84"/>
                  </a:cubicBezTo>
                  <a:cubicBezTo>
                    <a:pt x="26" y="84"/>
                    <a:pt x="27" y="85"/>
                    <a:pt x="27" y="85"/>
                  </a:cubicBezTo>
                  <a:cubicBezTo>
                    <a:pt x="27" y="85"/>
                    <a:pt x="27" y="85"/>
                    <a:pt x="27" y="85"/>
                  </a:cubicBezTo>
                  <a:cubicBezTo>
                    <a:pt x="28" y="86"/>
                    <a:pt x="29" y="86"/>
                    <a:pt x="31" y="85"/>
                  </a:cubicBezTo>
                  <a:cubicBezTo>
                    <a:pt x="34" y="78"/>
                    <a:pt x="34" y="78"/>
                    <a:pt x="34" y="78"/>
                  </a:cubicBezTo>
                  <a:cubicBezTo>
                    <a:pt x="35" y="77"/>
                    <a:pt x="35" y="77"/>
                    <a:pt x="35" y="77"/>
                  </a:cubicBezTo>
                  <a:cubicBezTo>
                    <a:pt x="35" y="77"/>
                    <a:pt x="35" y="77"/>
                    <a:pt x="34" y="76"/>
                  </a:cubicBezTo>
                  <a:cubicBezTo>
                    <a:pt x="35" y="76"/>
                    <a:pt x="35" y="76"/>
                    <a:pt x="35" y="76"/>
                  </a:cubicBezTo>
                  <a:cubicBezTo>
                    <a:pt x="38" y="79"/>
                    <a:pt x="38" y="79"/>
                    <a:pt x="38" y="79"/>
                  </a:cubicBezTo>
                  <a:cubicBezTo>
                    <a:pt x="37" y="79"/>
                    <a:pt x="37" y="79"/>
                    <a:pt x="37" y="79"/>
                  </a:cubicBezTo>
                  <a:cubicBezTo>
                    <a:pt x="37" y="79"/>
                    <a:pt x="36" y="79"/>
                    <a:pt x="36" y="79"/>
                  </a:cubicBezTo>
                  <a:cubicBezTo>
                    <a:pt x="36" y="79"/>
                    <a:pt x="36" y="79"/>
                    <a:pt x="36" y="79"/>
                  </a:cubicBezTo>
                  <a:cubicBezTo>
                    <a:pt x="33" y="84"/>
                    <a:pt x="33" y="84"/>
                    <a:pt x="33" y="84"/>
                  </a:cubicBezTo>
                  <a:cubicBezTo>
                    <a:pt x="38" y="83"/>
                    <a:pt x="38" y="83"/>
                    <a:pt x="38" y="83"/>
                  </a:cubicBezTo>
                  <a:cubicBezTo>
                    <a:pt x="38" y="83"/>
                    <a:pt x="39" y="82"/>
                    <a:pt x="39" y="82"/>
                  </a:cubicBezTo>
                  <a:cubicBezTo>
                    <a:pt x="39" y="82"/>
                    <a:pt x="39" y="82"/>
                    <a:pt x="39" y="82"/>
                  </a:cubicBezTo>
                  <a:cubicBezTo>
                    <a:pt x="39" y="81"/>
                    <a:pt x="39" y="81"/>
                    <a:pt x="38" y="81"/>
                  </a:cubicBezTo>
                  <a:cubicBezTo>
                    <a:pt x="39" y="81"/>
                    <a:pt x="39" y="81"/>
                    <a:pt x="39" y="81"/>
                  </a:cubicBezTo>
                  <a:cubicBezTo>
                    <a:pt x="40" y="84"/>
                    <a:pt x="40" y="84"/>
                    <a:pt x="40" y="84"/>
                  </a:cubicBezTo>
                  <a:cubicBezTo>
                    <a:pt x="40" y="84"/>
                    <a:pt x="40" y="84"/>
                    <a:pt x="40" y="84"/>
                  </a:cubicBezTo>
                  <a:close/>
                  <a:moveTo>
                    <a:pt x="47" y="97"/>
                  </a:moveTo>
                  <a:cubicBezTo>
                    <a:pt x="46" y="97"/>
                    <a:pt x="45" y="98"/>
                    <a:pt x="44" y="98"/>
                  </a:cubicBezTo>
                  <a:cubicBezTo>
                    <a:pt x="42" y="98"/>
                    <a:pt x="41" y="98"/>
                    <a:pt x="40" y="97"/>
                  </a:cubicBezTo>
                  <a:cubicBezTo>
                    <a:pt x="40" y="96"/>
                    <a:pt x="39" y="95"/>
                    <a:pt x="39" y="94"/>
                  </a:cubicBezTo>
                  <a:cubicBezTo>
                    <a:pt x="39" y="93"/>
                    <a:pt x="40" y="91"/>
                    <a:pt x="41" y="91"/>
                  </a:cubicBezTo>
                  <a:cubicBezTo>
                    <a:pt x="42" y="90"/>
                    <a:pt x="43" y="89"/>
                    <a:pt x="44" y="89"/>
                  </a:cubicBezTo>
                  <a:cubicBezTo>
                    <a:pt x="45" y="89"/>
                    <a:pt x="46" y="89"/>
                    <a:pt x="47" y="90"/>
                  </a:cubicBezTo>
                  <a:cubicBezTo>
                    <a:pt x="48" y="91"/>
                    <a:pt x="49" y="92"/>
                    <a:pt x="49" y="93"/>
                  </a:cubicBezTo>
                  <a:cubicBezTo>
                    <a:pt x="49" y="95"/>
                    <a:pt x="48" y="95"/>
                    <a:pt x="47" y="97"/>
                  </a:cubicBezTo>
                  <a:close/>
                  <a:moveTo>
                    <a:pt x="45" y="96"/>
                  </a:moveTo>
                  <a:cubicBezTo>
                    <a:pt x="46" y="95"/>
                    <a:pt x="47" y="94"/>
                    <a:pt x="47" y="93"/>
                  </a:cubicBezTo>
                  <a:cubicBezTo>
                    <a:pt x="48" y="92"/>
                    <a:pt x="47" y="91"/>
                    <a:pt x="47" y="90"/>
                  </a:cubicBezTo>
                  <a:cubicBezTo>
                    <a:pt x="46" y="90"/>
                    <a:pt x="46" y="89"/>
                    <a:pt x="45" y="90"/>
                  </a:cubicBezTo>
                  <a:cubicBezTo>
                    <a:pt x="44" y="90"/>
                    <a:pt x="44" y="91"/>
                    <a:pt x="43" y="91"/>
                  </a:cubicBezTo>
                  <a:cubicBezTo>
                    <a:pt x="42" y="92"/>
                    <a:pt x="41" y="93"/>
                    <a:pt x="41" y="94"/>
                  </a:cubicBezTo>
                  <a:cubicBezTo>
                    <a:pt x="40" y="95"/>
                    <a:pt x="40" y="96"/>
                    <a:pt x="41" y="97"/>
                  </a:cubicBezTo>
                  <a:cubicBezTo>
                    <a:pt x="42" y="97"/>
                    <a:pt x="42" y="97"/>
                    <a:pt x="43" y="97"/>
                  </a:cubicBezTo>
                  <a:cubicBezTo>
                    <a:pt x="44" y="97"/>
                    <a:pt x="44" y="97"/>
                    <a:pt x="45" y="96"/>
                  </a:cubicBezTo>
                  <a:close/>
                  <a:moveTo>
                    <a:pt x="60" y="97"/>
                  </a:moveTo>
                  <a:cubicBezTo>
                    <a:pt x="59" y="97"/>
                    <a:pt x="59" y="97"/>
                    <a:pt x="59" y="97"/>
                  </a:cubicBezTo>
                  <a:cubicBezTo>
                    <a:pt x="59" y="97"/>
                    <a:pt x="59" y="97"/>
                    <a:pt x="59" y="97"/>
                  </a:cubicBezTo>
                  <a:cubicBezTo>
                    <a:pt x="58" y="97"/>
                    <a:pt x="58" y="97"/>
                    <a:pt x="58" y="96"/>
                  </a:cubicBezTo>
                  <a:cubicBezTo>
                    <a:pt x="58" y="96"/>
                    <a:pt x="58" y="95"/>
                    <a:pt x="58" y="95"/>
                  </a:cubicBezTo>
                  <a:cubicBezTo>
                    <a:pt x="58" y="95"/>
                    <a:pt x="58" y="95"/>
                    <a:pt x="58" y="95"/>
                  </a:cubicBezTo>
                  <a:cubicBezTo>
                    <a:pt x="58" y="94"/>
                    <a:pt x="57" y="94"/>
                    <a:pt x="56" y="95"/>
                  </a:cubicBezTo>
                  <a:cubicBezTo>
                    <a:pt x="54" y="97"/>
                    <a:pt x="54" y="97"/>
                    <a:pt x="54" y="97"/>
                  </a:cubicBezTo>
                  <a:cubicBezTo>
                    <a:pt x="56" y="99"/>
                    <a:pt x="56" y="99"/>
                    <a:pt x="56" y="99"/>
                  </a:cubicBezTo>
                  <a:cubicBezTo>
                    <a:pt x="56" y="99"/>
                    <a:pt x="56" y="99"/>
                    <a:pt x="56" y="99"/>
                  </a:cubicBezTo>
                  <a:cubicBezTo>
                    <a:pt x="54" y="97"/>
                    <a:pt x="54" y="97"/>
                    <a:pt x="54" y="97"/>
                  </a:cubicBezTo>
                  <a:cubicBezTo>
                    <a:pt x="50" y="103"/>
                    <a:pt x="50" y="103"/>
                    <a:pt x="50" y="103"/>
                  </a:cubicBezTo>
                  <a:cubicBezTo>
                    <a:pt x="49" y="103"/>
                    <a:pt x="49" y="104"/>
                    <a:pt x="50" y="105"/>
                  </a:cubicBezTo>
                  <a:cubicBezTo>
                    <a:pt x="50" y="105"/>
                    <a:pt x="50" y="105"/>
                    <a:pt x="50" y="105"/>
                  </a:cubicBezTo>
                  <a:cubicBezTo>
                    <a:pt x="46" y="102"/>
                    <a:pt x="46" y="102"/>
                    <a:pt x="46" y="102"/>
                  </a:cubicBezTo>
                  <a:cubicBezTo>
                    <a:pt x="46" y="101"/>
                    <a:pt x="46" y="101"/>
                    <a:pt x="46" y="101"/>
                  </a:cubicBezTo>
                  <a:cubicBezTo>
                    <a:pt x="47" y="102"/>
                    <a:pt x="48" y="102"/>
                    <a:pt x="48" y="101"/>
                  </a:cubicBezTo>
                  <a:cubicBezTo>
                    <a:pt x="52" y="96"/>
                    <a:pt x="52" y="96"/>
                    <a:pt x="52" y="96"/>
                  </a:cubicBezTo>
                  <a:cubicBezTo>
                    <a:pt x="51" y="95"/>
                    <a:pt x="51" y="95"/>
                    <a:pt x="51" y="95"/>
                  </a:cubicBezTo>
                  <a:cubicBezTo>
                    <a:pt x="52" y="95"/>
                    <a:pt x="52" y="95"/>
                    <a:pt x="52" y="95"/>
                  </a:cubicBezTo>
                  <a:cubicBezTo>
                    <a:pt x="53" y="96"/>
                    <a:pt x="53" y="96"/>
                    <a:pt x="53" y="96"/>
                  </a:cubicBezTo>
                  <a:cubicBezTo>
                    <a:pt x="53" y="95"/>
                    <a:pt x="53" y="95"/>
                    <a:pt x="53" y="95"/>
                  </a:cubicBezTo>
                  <a:cubicBezTo>
                    <a:pt x="54" y="95"/>
                    <a:pt x="55" y="94"/>
                    <a:pt x="56" y="94"/>
                  </a:cubicBezTo>
                  <a:cubicBezTo>
                    <a:pt x="57" y="94"/>
                    <a:pt x="58" y="94"/>
                    <a:pt x="59" y="95"/>
                  </a:cubicBezTo>
                  <a:cubicBezTo>
                    <a:pt x="59" y="95"/>
                    <a:pt x="60" y="95"/>
                    <a:pt x="60" y="96"/>
                  </a:cubicBezTo>
                  <a:cubicBezTo>
                    <a:pt x="60" y="96"/>
                    <a:pt x="60" y="96"/>
                    <a:pt x="60" y="97"/>
                  </a:cubicBezTo>
                  <a:close/>
                  <a:moveTo>
                    <a:pt x="65" y="111"/>
                  </a:moveTo>
                  <a:cubicBezTo>
                    <a:pt x="64" y="113"/>
                    <a:pt x="63" y="113"/>
                    <a:pt x="62" y="113"/>
                  </a:cubicBezTo>
                  <a:cubicBezTo>
                    <a:pt x="61" y="113"/>
                    <a:pt x="60" y="113"/>
                    <a:pt x="59" y="112"/>
                  </a:cubicBezTo>
                  <a:cubicBezTo>
                    <a:pt x="58" y="112"/>
                    <a:pt x="58" y="111"/>
                    <a:pt x="58" y="111"/>
                  </a:cubicBezTo>
                  <a:cubicBezTo>
                    <a:pt x="57" y="111"/>
                    <a:pt x="57" y="110"/>
                    <a:pt x="57" y="110"/>
                  </a:cubicBezTo>
                  <a:cubicBezTo>
                    <a:pt x="56" y="109"/>
                    <a:pt x="56" y="110"/>
                    <a:pt x="56" y="110"/>
                  </a:cubicBezTo>
                  <a:cubicBezTo>
                    <a:pt x="56" y="109"/>
                    <a:pt x="56" y="109"/>
                    <a:pt x="56" y="109"/>
                  </a:cubicBezTo>
                  <a:cubicBezTo>
                    <a:pt x="58" y="105"/>
                    <a:pt x="58" y="105"/>
                    <a:pt x="58" y="105"/>
                  </a:cubicBezTo>
                  <a:cubicBezTo>
                    <a:pt x="58" y="106"/>
                    <a:pt x="58" y="106"/>
                    <a:pt x="58" y="106"/>
                  </a:cubicBezTo>
                  <a:cubicBezTo>
                    <a:pt x="57" y="108"/>
                    <a:pt x="58" y="110"/>
                    <a:pt x="59" y="111"/>
                  </a:cubicBezTo>
                  <a:cubicBezTo>
                    <a:pt x="60" y="112"/>
                    <a:pt x="60" y="112"/>
                    <a:pt x="61" y="112"/>
                  </a:cubicBezTo>
                  <a:cubicBezTo>
                    <a:pt x="62" y="112"/>
                    <a:pt x="62" y="111"/>
                    <a:pt x="62" y="111"/>
                  </a:cubicBezTo>
                  <a:cubicBezTo>
                    <a:pt x="63" y="110"/>
                    <a:pt x="63" y="109"/>
                    <a:pt x="62" y="107"/>
                  </a:cubicBezTo>
                  <a:cubicBezTo>
                    <a:pt x="62" y="105"/>
                    <a:pt x="62" y="105"/>
                    <a:pt x="62" y="105"/>
                  </a:cubicBezTo>
                  <a:cubicBezTo>
                    <a:pt x="61" y="104"/>
                    <a:pt x="61" y="102"/>
                    <a:pt x="62" y="101"/>
                  </a:cubicBezTo>
                  <a:cubicBezTo>
                    <a:pt x="62" y="100"/>
                    <a:pt x="63" y="100"/>
                    <a:pt x="64" y="99"/>
                  </a:cubicBezTo>
                  <a:cubicBezTo>
                    <a:pt x="65" y="99"/>
                    <a:pt x="66" y="99"/>
                    <a:pt x="67" y="100"/>
                  </a:cubicBezTo>
                  <a:cubicBezTo>
                    <a:pt x="67" y="101"/>
                    <a:pt x="68" y="101"/>
                    <a:pt x="68" y="101"/>
                  </a:cubicBezTo>
                  <a:cubicBezTo>
                    <a:pt x="68" y="102"/>
                    <a:pt x="68" y="102"/>
                    <a:pt x="69" y="102"/>
                  </a:cubicBezTo>
                  <a:cubicBezTo>
                    <a:pt x="69" y="102"/>
                    <a:pt x="69" y="102"/>
                    <a:pt x="70" y="102"/>
                  </a:cubicBezTo>
                  <a:cubicBezTo>
                    <a:pt x="70" y="103"/>
                    <a:pt x="70" y="103"/>
                    <a:pt x="70" y="103"/>
                  </a:cubicBezTo>
                  <a:cubicBezTo>
                    <a:pt x="68" y="107"/>
                    <a:pt x="68" y="107"/>
                    <a:pt x="68" y="107"/>
                  </a:cubicBezTo>
                  <a:cubicBezTo>
                    <a:pt x="67" y="106"/>
                    <a:pt x="67" y="106"/>
                    <a:pt x="67" y="106"/>
                  </a:cubicBezTo>
                  <a:cubicBezTo>
                    <a:pt x="68" y="104"/>
                    <a:pt x="68" y="102"/>
                    <a:pt x="66" y="101"/>
                  </a:cubicBezTo>
                  <a:cubicBezTo>
                    <a:pt x="66" y="101"/>
                    <a:pt x="65" y="101"/>
                    <a:pt x="64" y="101"/>
                  </a:cubicBezTo>
                  <a:cubicBezTo>
                    <a:pt x="64" y="101"/>
                    <a:pt x="64" y="101"/>
                    <a:pt x="63" y="101"/>
                  </a:cubicBezTo>
                  <a:cubicBezTo>
                    <a:pt x="63" y="102"/>
                    <a:pt x="63" y="102"/>
                    <a:pt x="63" y="103"/>
                  </a:cubicBezTo>
                  <a:cubicBezTo>
                    <a:pt x="63" y="103"/>
                    <a:pt x="63" y="104"/>
                    <a:pt x="64" y="105"/>
                  </a:cubicBezTo>
                  <a:cubicBezTo>
                    <a:pt x="64" y="107"/>
                    <a:pt x="64" y="107"/>
                    <a:pt x="64" y="107"/>
                  </a:cubicBezTo>
                  <a:cubicBezTo>
                    <a:pt x="66" y="109"/>
                    <a:pt x="66" y="111"/>
                    <a:pt x="65" y="111"/>
                  </a:cubicBezTo>
                  <a:close/>
                  <a:moveTo>
                    <a:pt x="74" y="117"/>
                  </a:moveTo>
                  <a:cubicBezTo>
                    <a:pt x="73" y="118"/>
                    <a:pt x="72" y="119"/>
                    <a:pt x="71" y="119"/>
                  </a:cubicBezTo>
                  <a:cubicBezTo>
                    <a:pt x="70" y="119"/>
                    <a:pt x="69" y="119"/>
                    <a:pt x="68" y="118"/>
                  </a:cubicBezTo>
                  <a:cubicBezTo>
                    <a:pt x="68" y="118"/>
                    <a:pt x="67" y="117"/>
                    <a:pt x="67" y="116"/>
                  </a:cubicBezTo>
                  <a:cubicBezTo>
                    <a:pt x="66" y="115"/>
                    <a:pt x="67" y="113"/>
                    <a:pt x="68" y="112"/>
                  </a:cubicBezTo>
                  <a:cubicBezTo>
                    <a:pt x="68" y="111"/>
                    <a:pt x="69" y="110"/>
                    <a:pt x="70" y="110"/>
                  </a:cubicBezTo>
                  <a:cubicBezTo>
                    <a:pt x="72" y="109"/>
                    <a:pt x="73" y="109"/>
                    <a:pt x="74" y="110"/>
                  </a:cubicBezTo>
                  <a:cubicBezTo>
                    <a:pt x="75" y="111"/>
                    <a:pt x="75" y="111"/>
                    <a:pt x="76" y="112"/>
                  </a:cubicBezTo>
                  <a:cubicBezTo>
                    <a:pt x="76" y="113"/>
                    <a:pt x="76" y="113"/>
                    <a:pt x="76" y="113"/>
                  </a:cubicBezTo>
                  <a:cubicBezTo>
                    <a:pt x="76" y="114"/>
                    <a:pt x="75" y="114"/>
                    <a:pt x="75" y="114"/>
                  </a:cubicBezTo>
                  <a:cubicBezTo>
                    <a:pt x="75" y="114"/>
                    <a:pt x="75" y="114"/>
                    <a:pt x="74" y="114"/>
                  </a:cubicBezTo>
                  <a:cubicBezTo>
                    <a:pt x="74" y="114"/>
                    <a:pt x="74" y="113"/>
                    <a:pt x="74" y="113"/>
                  </a:cubicBezTo>
                  <a:cubicBezTo>
                    <a:pt x="74" y="113"/>
                    <a:pt x="74" y="113"/>
                    <a:pt x="74" y="113"/>
                  </a:cubicBezTo>
                  <a:cubicBezTo>
                    <a:pt x="74" y="112"/>
                    <a:pt x="74" y="112"/>
                    <a:pt x="74" y="111"/>
                  </a:cubicBezTo>
                  <a:cubicBezTo>
                    <a:pt x="74" y="111"/>
                    <a:pt x="74" y="111"/>
                    <a:pt x="73" y="111"/>
                  </a:cubicBezTo>
                  <a:cubicBezTo>
                    <a:pt x="72" y="110"/>
                    <a:pt x="72" y="110"/>
                    <a:pt x="70" y="111"/>
                  </a:cubicBezTo>
                  <a:cubicBezTo>
                    <a:pt x="70" y="111"/>
                    <a:pt x="69" y="111"/>
                    <a:pt x="69" y="112"/>
                  </a:cubicBezTo>
                  <a:cubicBezTo>
                    <a:pt x="68" y="113"/>
                    <a:pt x="68" y="114"/>
                    <a:pt x="68" y="115"/>
                  </a:cubicBezTo>
                  <a:cubicBezTo>
                    <a:pt x="68" y="116"/>
                    <a:pt x="68" y="117"/>
                    <a:pt x="69" y="117"/>
                  </a:cubicBezTo>
                  <a:cubicBezTo>
                    <a:pt x="71" y="118"/>
                    <a:pt x="72" y="118"/>
                    <a:pt x="74" y="117"/>
                  </a:cubicBezTo>
                  <a:cubicBezTo>
                    <a:pt x="74" y="117"/>
                    <a:pt x="74" y="117"/>
                    <a:pt x="74" y="117"/>
                  </a:cubicBezTo>
                  <a:close/>
                  <a:moveTo>
                    <a:pt x="83" y="111"/>
                  </a:moveTo>
                  <a:cubicBezTo>
                    <a:pt x="83" y="111"/>
                    <a:pt x="82" y="111"/>
                    <a:pt x="82" y="111"/>
                  </a:cubicBezTo>
                  <a:cubicBezTo>
                    <a:pt x="82" y="111"/>
                    <a:pt x="82" y="111"/>
                    <a:pt x="81" y="111"/>
                  </a:cubicBezTo>
                  <a:cubicBezTo>
                    <a:pt x="81" y="111"/>
                    <a:pt x="81" y="111"/>
                    <a:pt x="81" y="111"/>
                  </a:cubicBezTo>
                  <a:cubicBezTo>
                    <a:pt x="81" y="110"/>
                    <a:pt x="81" y="110"/>
                    <a:pt x="81" y="110"/>
                  </a:cubicBezTo>
                  <a:cubicBezTo>
                    <a:pt x="81" y="109"/>
                    <a:pt x="81" y="109"/>
                    <a:pt x="82" y="109"/>
                  </a:cubicBezTo>
                  <a:cubicBezTo>
                    <a:pt x="82" y="109"/>
                    <a:pt x="82" y="109"/>
                    <a:pt x="82" y="109"/>
                  </a:cubicBezTo>
                  <a:cubicBezTo>
                    <a:pt x="83" y="109"/>
                    <a:pt x="83" y="110"/>
                    <a:pt x="83" y="110"/>
                  </a:cubicBezTo>
                  <a:cubicBezTo>
                    <a:pt x="83" y="111"/>
                    <a:pt x="83" y="111"/>
                    <a:pt x="83" y="111"/>
                  </a:cubicBezTo>
                  <a:close/>
                  <a:moveTo>
                    <a:pt x="78" y="123"/>
                  </a:moveTo>
                  <a:cubicBezTo>
                    <a:pt x="74" y="121"/>
                    <a:pt x="74" y="121"/>
                    <a:pt x="74" y="121"/>
                  </a:cubicBezTo>
                  <a:cubicBezTo>
                    <a:pt x="74" y="121"/>
                    <a:pt x="74" y="121"/>
                    <a:pt x="74" y="121"/>
                  </a:cubicBezTo>
                  <a:cubicBezTo>
                    <a:pt x="75" y="121"/>
                    <a:pt x="76" y="121"/>
                    <a:pt x="76" y="120"/>
                  </a:cubicBezTo>
                  <a:cubicBezTo>
                    <a:pt x="78" y="115"/>
                    <a:pt x="78" y="115"/>
                    <a:pt x="78" y="115"/>
                  </a:cubicBezTo>
                  <a:cubicBezTo>
                    <a:pt x="79" y="115"/>
                    <a:pt x="79" y="114"/>
                    <a:pt x="78" y="114"/>
                  </a:cubicBezTo>
                  <a:cubicBezTo>
                    <a:pt x="78" y="114"/>
                    <a:pt x="78" y="114"/>
                    <a:pt x="78" y="114"/>
                  </a:cubicBezTo>
                  <a:cubicBezTo>
                    <a:pt x="78" y="113"/>
                    <a:pt x="78" y="113"/>
                    <a:pt x="78" y="113"/>
                  </a:cubicBezTo>
                  <a:cubicBezTo>
                    <a:pt x="81" y="114"/>
                    <a:pt x="81" y="114"/>
                    <a:pt x="81" y="114"/>
                  </a:cubicBezTo>
                  <a:cubicBezTo>
                    <a:pt x="78" y="121"/>
                    <a:pt x="78" y="121"/>
                    <a:pt x="78" y="121"/>
                  </a:cubicBezTo>
                  <a:cubicBezTo>
                    <a:pt x="77" y="122"/>
                    <a:pt x="78" y="123"/>
                    <a:pt x="78" y="123"/>
                  </a:cubicBezTo>
                  <a:cubicBezTo>
                    <a:pt x="78" y="123"/>
                    <a:pt x="78" y="123"/>
                    <a:pt x="78" y="123"/>
                  </a:cubicBezTo>
                  <a:close/>
                  <a:moveTo>
                    <a:pt x="89" y="124"/>
                  </a:moveTo>
                  <a:cubicBezTo>
                    <a:pt x="88" y="125"/>
                    <a:pt x="87" y="125"/>
                    <a:pt x="86" y="126"/>
                  </a:cubicBezTo>
                  <a:cubicBezTo>
                    <a:pt x="85" y="126"/>
                    <a:pt x="84" y="126"/>
                    <a:pt x="84" y="126"/>
                  </a:cubicBezTo>
                  <a:cubicBezTo>
                    <a:pt x="82" y="125"/>
                    <a:pt x="82" y="125"/>
                    <a:pt x="82" y="124"/>
                  </a:cubicBezTo>
                  <a:cubicBezTo>
                    <a:pt x="81" y="123"/>
                    <a:pt x="81" y="121"/>
                    <a:pt x="82" y="120"/>
                  </a:cubicBezTo>
                  <a:cubicBezTo>
                    <a:pt x="82" y="119"/>
                    <a:pt x="83" y="118"/>
                    <a:pt x="84" y="117"/>
                  </a:cubicBezTo>
                  <a:cubicBezTo>
                    <a:pt x="85" y="117"/>
                    <a:pt x="86" y="117"/>
                    <a:pt x="87" y="117"/>
                  </a:cubicBezTo>
                  <a:cubicBezTo>
                    <a:pt x="88" y="118"/>
                    <a:pt x="89" y="119"/>
                    <a:pt x="89" y="119"/>
                  </a:cubicBezTo>
                  <a:cubicBezTo>
                    <a:pt x="90" y="120"/>
                    <a:pt x="90" y="121"/>
                    <a:pt x="89" y="122"/>
                  </a:cubicBezTo>
                  <a:cubicBezTo>
                    <a:pt x="83" y="119"/>
                    <a:pt x="83" y="119"/>
                    <a:pt x="83" y="119"/>
                  </a:cubicBezTo>
                  <a:cubicBezTo>
                    <a:pt x="83" y="121"/>
                    <a:pt x="83" y="122"/>
                    <a:pt x="83" y="123"/>
                  </a:cubicBezTo>
                  <a:cubicBezTo>
                    <a:pt x="83" y="124"/>
                    <a:pt x="84" y="124"/>
                    <a:pt x="84" y="125"/>
                  </a:cubicBezTo>
                  <a:cubicBezTo>
                    <a:pt x="85" y="125"/>
                    <a:pt x="86" y="125"/>
                    <a:pt x="86" y="125"/>
                  </a:cubicBezTo>
                  <a:cubicBezTo>
                    <a:pt x="88" y="125"/>
                    <a:pt x="88" y="124"/>
                    <a:pt x="89" y="124"/>
                  </a:cubicBezTo>
                  <a:cubicBezTo>
                    <a:pt x="89" y="124"/>
                    <a:pt x="89" y="124"/>
                    <a:pt x="89" y="124"/>
                  </a:cubicBezTo>
                  <a:close/>
                  <a:moveTo>
                    <a:pt x="88" y="120"/>
                  </a:moveTo>
                  <a:cubicBezTo>
                    <a:pt x="88" y="119"/>
                    <a:pt x="88" y="118"/>
                    <a:pt x="87" y="117"/>
                  </a:cubicBezTo>
                  <a:cubicBezTo>
                    <a:pt x="86" y="117"/>
                    <a:pt x="84" y="117"/>
                    <a:pt x="84" y="119"/>
                  </a:cubicBezTo>
                  <a:cubicBezTo>
                    <a:pt x="88" y="120"/>
                    <a:pt x="88" y="120"/>
                    <a:pt x="88" y="120"/>
                  </a:cubicBezTo>
                  <a:close/>
                  <a:moveTo>
                    <a:pt x="98" y="131"/>
                  </a:moveTo>
                  <a:cubicBezTo>
                    <a:pt x="94" y="129"/>
                    <a:pt x="94" y="129"/>
                    <a:pt x="94" y="129"/>
                  </a:cubicBezTo>
                  <a:cubicBezTo>
                    <a:pt x="94" y="129"/>
                    <a:pt x="94" y="129"/>
                    <a:pt x="94" y="129"/>
                  </a:cubicBezTo>
                  <a:cubicBezTo>
                    <a:pt x="95" y="129"/>
                    <a:pt x="96" y="129"/>
                    <a:pt x="96" y="128"/>
                  </a:cubicBezTo>
                  <a:cubicBezTo>
                    <a:pt x="98" y="123"/>
                    <a:pt x="98" y="123"/>
                    <a:pt x="98" y="123"/>
                  </a:cubicBezTo>
                  <a:cubicBezTo>
                    <a:pt x="98" y="123"/>
                    <a:pt x="98" y="123"/>
                    <a:pt x="98" y="122"/>
                  </a:cubicBezTo>
                  <a:cubicBezTo>
                    <a:pt x="98" y="122"/>
                    <a:pt x="97" y="122"/>
                    <a:pt x="97" y="121"/>
                  </a:cubicBezTo>
                  <a:cubicBezTo>
                    <a:pt x="96" y="121"/>
                    <a:pt x="95" y="121"/>
                    <a:pt x="94" y="122"/>
                  </a:cubicBezTo>
                  <a:cubicBezTo>
                    <a:pt x="93" y="127"/>
                    <a:pt x="93" y="127"/>
                    <a:pt x="93" y="127"/>
                  </a:cubicBezTo>
                  <a:cubicBezTo>
                    <a:pt x="92" y="128"/>
                    <a:pt x="93" y="129"/>
                    <a:pt x="94" y="129"/>
                  </a:cubicBezTo>
                  <a:cubicBezTo>
                    <a:pt x="94" y="129"/>
                    <a:pt x="94" y="129"/>
                    <a:pt x="94" y="129"/>
                  </a:cubicBezTo>
                  <a:cubicBezTo>
                    <a:pt x="90" y="128"/>
                    <a:pt x="90" y="128"/>
                    <a:pt x="90" y="128"/>
                  </a:cubicBezTo>
                  <a:cubicBezTo>
                    <a:pt x="90" y="127"/>
                    <a:pt x="90" y="127"/>
                    <a:pt x="90" y="127"/>
                  </a:cubicBezTo>
                  <a:cubicBezTo>
                    <a:pt x="90" y="128"/>
                    <a:pt x="91" y="127"/>
                    <a:pt x="91" y="127"/>
                  </a:cubicBezTo>
                  <a:cubicBezTo>
                    <a:pt x="93" y="121"/>
                    <a:pt x="93" y="121"/>
                    <a:pt x="93" y="121"/>
                  </a:cubicBezTo>
                  <a:cubicBezTo>
                    <a:pt x="93" y="121"/>
                    <a:pt x="93" y="121"/>
                    <a:pt x="93" y="121"/>
                  </a:cubicBezTo>
                  <a:cubicBezTo>
                    <a:pt x="93" y="121"/>
                    <a:pt x="93" y="120"/>
                    <a:pt x="92" y="120"/>
                  </a:cubicBezTo>
                  <a:cubicBezTo>
                    <a:pt x="92" y="120"/>
                    <a:pt x="92" y="120"/>
                    <a:pt x="92" y="120"/>
                  </a:cubicBezTo>
                  <a:cubicBezTo>
                    <a:pt x="96" y="120"/>
                    <a:pt x="96" y="120"/>
                    <a:pt x="96" y="120"/>
                  </a:cubicBezTo>
                  <a:cubicBezTo>
                    <a:pt x="95" y="121"/>
                    <a:pt x="95" y="121"/>
                    <a:pt x="95" y="121"/>
                  </a:cubicBezTo>
                  <a:cubicBezTo>
                    <a:pt x="96" y="121"/>
                    <a:pt x="98" y="121"/>
                    <a:pt x="99" y="121"/>
                  </a:cubicBezTo>
                  <a:cubicBezTo>
                    <a:pt x="100" y="121"/>
                    <a:pt x="101" y="123"/>
                    <a:pt x="100" y="125"/>
                  </a:cubicBezTo>
                  <a:cubicBezTo>
                    <a:pt x="98" y="129"/>
                    <a:pt x="98" y="129"/>
                    <a:pt x="98" y="129"/>
                  </a:cubicBezTo>
                  <a:cubicBezTo>
                    <a:pt x="98" y="130"/>
                    <a:pt x="98" y="131"/>
                    <a:pt x="98" y="131"/>
                  </a:cubicBezTo>
                  <a:cubicBezTo>
                    <a:pt x="98" y="131"/>
                    <a:pt x="98" y="131"/>
                    <a:pt x="98" y="131"/>
                  </a:cubicBezTo>
                  <a:close/>
                  <a:moveTo>
                    <a:pt x="109" y="130"/>
                  </a:moveTo>
                  <a:cubicBezTo>
                    <a:pt x="108" y="131"/>
                    <a:pt x="107" y="132"/>
                    <a:pt x="107" y="132"/>
                  </a:cubicBezTo>
                  <a:cubicBezTo>
                    <a:pt x="106" y="133"/>
                    <a:pt x="105" y="133"/>
                    <a:pt x="104" y="133"/>
                  </a:cubicBezTo>
                  <a:cubicBezTo>
                    <a:pt x="103" y="132"/>
                    <a:pt x="102" y="132"/>
                    <a:pt x="102" y="131"/>
                  </a:cubicBezTo>
                  <a:cubicBezTo>
                    <a:pt x="101" y="129"/>
                    <a:pt x="101" y="128"/>
                    <a:pt x="101" y="127"/>
                  </a:cubicBezTo>
                  <a:cubicBezTo>
                    <a:pt x="102" y="126"/>
                    <a:pt x="102" y="125"/>
                    <a:pt x="103" y="124"/>
                  </a:cubicBezTo>
                  <a:cubicBezTo>
                    <a:pt x="104" y="123"/>
                    <a:pt x="106" y="123"/>
                    <a:pt x="107" y="123"/>
                  </a:cubicBezTo>
                  <a:cubicBezTo>
                    <a:pt x="108" y="123"/>
                    <a:pt x="108" y="123"/>
                    <a:pt x="109" y="124"/>
                  </a:cubicBezTo>
                  <a:cubicBezTo>
                    <a:pt x="109" y="125"/>
                    <a:pt x="110" y="125"/>
                    <a:pt x="109" y="126"/>
                  </a:cubicBezTo>
                  <a:cubicBezTo>
                    <a:pt x="109" y="126"/>
                    <a:pt x="109" y="126"/>
                    <a:pt x="109" y="126"/>
                  </a:cubicBezTo>
                  <a:cubicBezTo>
                    <a:pt x="108" y="126"/>
                    <a:pt x="108" y="126"/>
                    <a:pt x="108" y="126"/>
                  </a:cubicBezTo>
                  <a:cubicBezTo>
                    <a:pt x="108" y="126"/>
                    <a:pt x="108" y="126"/>
                    <a:pt x="108" y="126"/>
                  </a:cubicBezTo>
                  <a:cubicBezTo>
                    <a:pt x="108" y="125"/>
                    <a:pt x="108" y="125"/>
                    <a:pt x="108" y="125"/>
                  </a:cubicBezTo>
                  <a:cubicBezTo>
                    <a:pt x="108" y="125"/>
                    <a:pt x="108" y="124"/>
                    <a:pt x="108" y="124"/>
                  </a:cubicBezTo>
                  <a:cubicBezTo>
                    <a:pt x="107" y="123"/>
                    <a:pt x="107" y="123"/>
                    <a:pt x="107" y="123"/>
                  </a:cubicBezTo>
                  <a:cubicBezTo>
                    <a:pt x="106" y="123"/>
                    <a:pt x="105" y="123"/>
                    <a:pt x="104" y="124"/>
                  </a:cubicBezTo>
                  <a:cubicBezTo>
                    <a:pt x="104" y="124"/>
                    <a:pt x="104" y="125"/>
                    <a:pt x="103" y="126"/>
                  </a:cubicBezTo>
                  <a:cubicBezTo>
                    <a:pt x="103" y="127"/>
                    <a:pt x="103" y="128"/>
                    <a:pt x="104" y="129"/>
                  </a:cubicBezTo>
                  <a:cubicBezTo>
                    <a:pt x="104" y="129"/>
                    <a:pt x="105" y="130"/>
                    <a:pt x="106" y="130"/>
                  </a:cubicBezTo>
                  <a:cubicBezTo>
                    <a:pt x="106" y="131"/>
                    <a:pt x="107" y="131"/>
                    <a:pt x="109" y="130"/>
                  </a:cubicBezTo>
                  <a:cubicBezTo>
                    <a:pt x="109" y="130"/>
                    <a:pt x="109" y="130"/>
                    <a:pt x="109" y="130"/>
                  </a:cubicBezTo>
                  <a:close/>
                  <a:moveTo>
                    <a:pt x="119" y="132"/>
                  </a:moveTo>
                  <a:cubicBezTo>
                    <a:pt x="118" y="133"/>
                    <a:pt x="118" y="133"/>
                    <a:pt x="117" y="134"/>
                  </a:cubicBezTo>
                  <a:cubicBezTo>
                    <a:pt x="116" y="134"/>
                    <a:pt x="115" y="135"/>
                    <a:pt x="114" y="134"/>
                  </a:cubicBezTo>
                  <a:cubicBezTo>
                    <a:pt x="113" y="134"/>
                    <a:pt x="112" y="133"/>
                    <a:pt x="112" y="133"/>
                  </a:cubicBezTo>
                  <a:cubicBezTo>
                    <a:pt x="111" y="131"/>
                    <a:pt x="111" y="130"/>
                    <a:pt x="111" y="129"/>
                  </a:cubicBezTo>
                  <a:cubicBezTo>
                    <a:pt x="112" y="128"/>
                    <a:pt x="112" y="127"/>
                    <a:pt x="113" y="126"/>
                  </a:cubicBezTo>
                  <a:cubicBezTo>
                    <a:pt x="114" y="125"/>
                    <a:pt x="115" y="125"/>
                    <a:pt x="116" y="125"/>
                  </a:cubicBezTo>
                  <a:cubicBezTo>
                    <a:pt x="118" y="125"/>
                    <a:pt x="118" y="126"/>
                    <a:pt x="119" y="127"/>
                  </a:cubicBezTo>
                  <a:cubicBezTo>
                    <a:pt x="119" y="127"/>
                    <a:pt x="120" y="128"/>
                    <a:pt x="119" y="129"/>
                  </a:cubicBezTo>
                  <a:cubicBezTo>
                    <a:pt x="113" y="128"/>
                    <a:pt x="113" y="128"/>
                    <a:pt x="113" y="128"/>
                  </a:cubicBezTo>
                  <a:cubicBezTo>
                    <a:pt x="112" y="129"/>
                    <a:pt x="113" y="131"/>
                    <a:pt x="113" y="131"/>
                  </a:cubicBezTo>
                  <a:cubicBezTo>
                    <a:pt x="114" y="132"/>
                    <a:pt x="114" y="133"/>
                    <a:pt x="115" y="133"/>
                  </a:cubicBezTo>
                  <a:cubicBezTo>
                    <a:pt x="116" y="133"/>
                    <a:pt x="116" y="133"/>
                    <a:pt x="117" y="133"/>
                  </a:cubicBezTo>
                  <a:cubicBezTo>
                    <a:pt x="118" y="133"/>
                    <a:pt x="118" y="132"/>
                    <a:pt x="119" y="132"/>
                  </a:cubicBezTo>
                  <a:cubicBezTo>
                    <a:pt x="119" y="132"/>
                    <a:pt x="119" y="132"/>
                    <a:pt x="119" y="132"/>
                  </a:cubicBezTo>
                  <a:close/>
                  <a:moveTo>
                    <a:pt x="117" y="129"/>
                  </a:moveTo>
                  <a:cubicBezTo>
                    <a:pt x="117" y="127"/>
                    <a:pt x="116" y="126"/>
                    <a:pt x="115" y="126"/>
                  </a:cubicBezTo>
                  <a:cubicBezTo>
                    <a:pt x="114" y="125"/>
                    <a:pt x="113" y="126"/>
                    <a:pt x="112" y="128"/>
                  </a:cubicBezTo>
                  <a:cubicBezTo>
                    <a:pt x="117" y="129"/>
                    <a:pt x="117" y="129"/>
                    <a:pt x="117" y="129"/>
                  </a:cubicBezTo>
                  <a:close/>
                  <a:moveTo>
                    <a:pt x="133" y="135"/>
                  </a:moveTo>
                  <a:cubicBezTo>
                    <a:pt x="132" y="136"/>
                    <a:pt x="132" y="136"/>
                    <a:pt x="132" y="136"/>
                  </a:cubicBezTo>
                  <a:cubicBezTo>
                    <a:pt x="132" y="137"/>
                    <a:pt x="131" y="137"/>
                    <a:pt x="131" y="137"/>
                  </a:cubicBezTo>
                  <a:cubicBezTo>
                    <a:pt x="130" y="137"/>
                    <a:pt x="130" y="136"/>
                    <a:pt x="130" y="135"/>
                  </a:cubicBezTo>
                  <a:cubicBezTo>
                    <a:pt x="130" y="135"/>
                    <a:pt x="129" y="136"/>
                    <a:pt x="128" y="136"/>
                  </a:cubicBezTo>
                  <a:cubicBezTo>
                    <a:pt x="128" y="136"/>
                    <a:pt x="127" y="136"/>
                    <a:pt x="127" y="136"/>
                  </a:cubicBezTo>
                  <a:cubicBezTo>
                    <a:pt x="126" y="136"/>
                    <a:pt x="126" y="136"/>
                    <a:pt x="125" y="135"/>
                  </a:cubicBezTo>
                  <a:cubicBezTo>
                    <a:pt x="125" y="135"/>
                    <a:pt x="125" y="135"/>
                    <a:pt x="125" y="134"/>
                  </a:cubicBezTo>
                  <a:cubicBezTo>
                    <a:pt x="125" y="133"/>
                    <a:pt x="126" y="132"/>
                    <a:pt x="127" y="131"/>
                  </a:cubicBezTo>
                  <a:cubicBezTo>
                    <a:pt x="128" y="131"/>
                    <a:pt x="129" y="130"/>
                    <a:pt x="130" y="130"/>
                  </a:cubicBezTo>
                  <a:cubicBezTo>
                    <a:pt x="130" y="129"/>
                    <a:pt x="130" y="129"/>
                    <a:pt x="130" y="129"/>
                  </a:cubicBezTo>
                  <a:cubicBezTo>
                    <a:pt x="130" y="128"/>
                    <a:pt x="130" y="127"/>
                    <a:pt x="129" y="127"/>
                  </a:cubicBezTo>
                  <a:cubicBezTo>
                    <a:pt x="128" y="127"/>
                    <a:pt x="128" y="127"/>
                    <a:pt x="128" y="128"/>
                  </a:cubicBezTo>
                  <a:cubicBezTo>
                    <a:pt x="128" y="128"/>
                    <a:pt x="128" y="128"/>
                    <a:pt x="128" y="128"/>
                  </a:cubicBezTo>
                  <a:cubicBezTo>
                    <a:pt x="128" y="129"/>
                    <a:pt x="128" y="129"/>
                    <a:pt x="128" y="129"/>
                  </a:cubicBezTo>
                  <a:cubicBezTo>
                    <a:pt x="128" y="129"/>
                    <a:pt x="128" y="129"/>
                    <a:pt x="127" y="129"/>
                  </a:cubicBezTo>
                  <a:cubicBezTo>
                    <a:pt x="127" y="130"/>
                    <a:pt x="127" y="130"/>
                    <a:pt x="126" y="130"/>
                  </a:cubicBezTo>
                  <a:cubicBezTo>
                    <a:pt x="126" y="130"/>
                    <a:pt x="126" y="130"/>
                    <a:pt x="126" y="129"/>
                  </a:cubicBezTo>
                  <a:cubicBezTo>
                    <a:pt x="125" y="129"/>
                    <a:pt x="125" y="129"/>
                    <a:pt x="126" y="129"/>
                  </a:cubicBezTo>
                  <a:cubicBezTo>
                    <a:pt x="126" y="128"/>
                    <a:pt x="126" y="128"/>
                    <a:pt x="127" y="127"/>
                  </a:cubicBezTo>
                  <a:cubicBezTo>
                    <a:pt x="128" y="127"/>
                    <a:pt x="128" y="127"/>
                    <a:pt x="129" y="127"/>
                  </a:cubicBezTo>
                  <a:cubicBezTo>
                    <a:pt x="130" y="127"/>
                    <a:pt x="131" y="127"/>
                    <a:pt x="132" y="128"/>
                  </a:cubicBezTo>
                  <a:cubicBezTo>
                    <a:pt x="132" y="128"/>
                    <a:pt x="132" y="129"/>
                    <a:pt x="132" y="130"/>
                  </a:cubicBezTo>
                  <a:cubicBezTo>
                    <a:pt x="132" y="135"/>
                    <a:pt x="132" y="135"/>
                    <a:pt x="132" y="135"/>
                  </a:cubicBezTo>
                  <a:cubicBezTo>
                    <a:pt x="132" y="135"/>
                    <a:pt x="132" y="135"/>
                    <a:pt x="132" y="135"/>
                  </a:cubicBezTo>
                  <a:cubicBezTo>
                    <a:pt x="132" y="135"/>
                    <a:pt x="132" y="135"/>
                    <a:pt x="133" y="135"/>
                  </a:cubicBezTo>
                  <a:cubicBezTo>
                    <a:pt x="133" y="135"/>
                    <a:pt x="133" y="135"/>
                    <a:pt x="133" y="135"/>
                  </a:cubicBezTo>
                  <a:close/>
                  <a:moveTo>
                    <a:pt x="130" y="134"/>
                  </a:moveTo>
                  <a:cubicBezTo>
                    <a:pt x="130" y="131"/>
                    <a:pt x="130" y="131"/>
                    <a:pt x="130" y="131"/>
                  </a:cubicBezTo>
                  <a:cubicBezTo>
                    <a:pt x="129" y="131"/>
                    <a:pt x="128" y="131"/>
                    <a:pt x="128" y="131"/>
                  </a:cubicBezTo>
                  <a:cubicBezTo>
                    <a:pt x="127" y="132"/>
                    <a:pt x="126" y="132"/>
                    <a:pt x="126" y="133"/>
                  </a:cubicBezTo>
                  <a:cubicBezTo>
                    <a:pt x="126" y="134"/>
                    <a:pt x="127" y="135"/>
                    <a:pt x="128" y="135"/>
                  </a:cubicBezTo>
                  <a:cubicBezTo>
                    <a:pt x="128" y="135"/>
                    <a:pt x="129" y="135"/>
                    <a:pt x="130" y="134"/>
                  </a:cubicBezTo>
                  <a:close/>
                  <a:moveTo>
                    <a:pt x="144" y="136"/>
                  </a:moveTo>
                  <a:cubicBezTo>
                    <a:pt x="140" y="136"/>
                    <a:pt x="140" y="136"/>
                    <a:pt x="140" y="136"/>
                  </a:cubicBezTo>
                  <a:cubicBezTo>
                    <a:pt x="140" y="136"/>
                    <a:pt x="140" y="136"/>
                    <a:pt x="140" y="136"/>
                  </a:cubicBezTo>
                  <a:cubicBezTo>
                    <a:pt x="140" y="136"/>
                    <a:pt x="141" y="135"/>
                    <a:pt x="141" y="135"/>
                  </a:cubicBezTo>
                  <a:cubicBezTo>
                    <a:pt x="141" y="129"/>
                    <a:pt x="141" y="129"/>
                    <a:pt x="141" y="129"/>
                  </a:cubicBezTo>
                  <a:cubicBezTo>
                    <a:pt x="141" y="129"/>
                    <a:pt x="141" y="129"/>
                    <a:pt x="140" y="128"/>
                  </a:cubicBezTo>
                  <a:cubicBezTo>
                    <a:pt x="140" y="128"/>
                    <a:pt x="140" y="128"/>
                    <a:pt x="139" y="128"/>
                  </a:cubicBezTo>
                  <a:cubicBezTo>
                    <a:pt x="138" y="128"/>
                    <a:pt x="138" y="128"/>
                    <a:pt x="137" y="129"/>
                  </a:cubicBezTo>
                  <a:cubicBezTo>
                    <a:pt x="137" y="135"/>
                    <a:pt x="137" y="135"/>
                    <a:pt x="137" y="135"/>
                  </a:cubicBezTo>
                  <a:cubicBezTo>
                    <a:pt x="137" y="135"/>
                    <a:pt x="137" y="136"/>
                    <a:pt x="138" y="136"/>
                  </a:cubicBezTo>
                  <a:cubicBezTo>
                    <a:pt x="138" y="136"/>
                    <a:pt x="138" y="136"/>
                    <a:pt x="138" y="136"/>
                  </a:cubicBezTo>
                  <a:cubicBezTo>
                    <a:pt x="134" y="136"/>
                    <a:pt x="134" y="136"/>
                    <a:pt x="134" y="136"/>
                  </a:cubicBezTo>
                  <a:cubicBezTo>
                    <a:pt x="134" y="136"/>
                    <a:pt x="134" y="136"/>
                    <a:pt x="134" y="136"/>
                  </a:cubicBezTo>
                  <a:cubicBezTo>
                    <a:pt x="134" y="136"/>
                    <a:pt x="135" y="135"/>
                    <a:pt x="135" y="135"/>
                  </a:cubicBezTo>
                  <a:cubicBezTo>
                    <a:pt x="135" y="129"/>
                    <a:pt x="135" y="129"/>
                    <a:pt x="135" y="129"/>
                  </a:cubicBezTo>
                  <a:cubicBezTo>
                    <a:pt x="135" y="129"/>
                    <a:pt x="135" y="128"/>
                    <a:pt x="134" y="128"/>
                  </a:cubicBezTo>
                  <a:cubicBezTo>
                    <a:pt x="134" y="128"/>
                    <a:pt x="134" y="128"/>
                    <a:pt x="133" y="128"/>
                  </a:cubicBezTo>
                  <a:cubicBezTo>
                    <a:pt x="133" y="128"/>
                    <a:pt x="133" y="128"/>
                    <a:pt x="133" y="128"/>
                  </a:cubicBezTo>
                  <a:cubicBezTo>
                    <a:pt x="136" y="127"/>
                    <a:pt x="136" y="127"/>
                    <a:pt x="136" y="127"/>
                  </a:cubicBezTo>
                  <a:cubicBezTo>
                    <a:pt x="136" y="128"/>
                    <a:pt x="136" y="128"/>
                    <a:pt x="136" y="128"/>
                  </a:cubicBezTo>
                  <a:cubicBezTo>
                    <a:pt x="137" y="127"/>
                    <a:pt x="138" y="127"/>
                    <a:pt x="140" y="127"/>
                  </a:cubicBezTo>
                  <a:cubicBezTo>
                    <a:pt x="141" y="127"/>
                    <a:pt x="142" y="127"/>
                    <a:pt x="142" y="130"/>
                  </a:cubicBezTo>
                  <a:cubicBezTo>
                    <a:pt x="142" y="135"/>
                    <a:pt x="142" y="135"/>
                    <a:pt x="142" y="135"/>
                  </a:cubicBezTo>
                  <a:cubicBezTo>
                    <a:pt x="143" y="135"/>
                    <a:pt x="143" y="136"/>
                    <a:pt x="144" y="136"/>
                  </a:cubicBezTo>
                  <a:cubicBezTo>
                    <a:pt x="144" y="136"/>
                    <a:pt x="144" y="136"/>
                    <a:pt x="144" y="136"/>
                  </a:cubicBezTo>
                  <a:close/>
                  <a:moveTo>
                    <a:pt x="155" y="134"/>
                  </a:moveTo>
                  <a:cubicBezTo>
                    <a:pt x="154" y="135"/>
                    <a:pt x="153" y="135"/>
                    <a:pt x="152" y="136"/>
                  </a:cubicBezTo>
                  <a:cubicBezTo>
                    <a:pt x="152" y="134"/>
                    <a:pt x="152" y="134"/>
                    <a:pt x="152" y="134"/>
                  </a:cubicBezTo>
                  <a:cubicBezTo>
                    <a:pt x="151" y="135"/>
                    <a:pt x="150" y="136"/>
                    <a:pt x="149" y="136"/>
                  </a:cubicBezTo>
                  <a:cubicBezTo>
                    <a:pt x="148" y="136"/>
                    <a:pt x="148" y="136"/>
                    <a:pt x="147" y="135"/>
                  </a:cubicBezTo>
                  <a:cubicBezTo>
                    <a:pt x="146" y="134"/>
                    <a:pt x="145" y="133"/>
                    <a:pt x="145" y="131"/>
                  </a:cubicBezTo>
                  <a:cubicBezTo>
                    <a:pt x="145" y="130"/>
                    <a:pt x="146" y="129"/>
                    <a:pt x="146" y="128"/>
                  </a:cubicBezTo>
                  <a:cubicBezTo>
                    <a:pt x="146" y="127"/>
                    <a:pt x="148" y="126"/>
                    <a:pt x="149" y="126"/>
                  </a:cubicBezTo>
                  <a:cubicBezTo>
                    <a:pt x="150" y="126"/>
                    <a:pt x="150" y="126"/>
                    <a:pt x="151" y="127"/>
                  </a:cubicBezTo>
                  <a:cubicBezTo>
                    <a:pt x="150" y="124"/>
                    <a:pt x="150" y="124"/>
                    <a:pt x="150" y="124"/>
                  </a:cubicBezTo>
                  <a:cubicBezTo>
                    <a:pt x="150" y="123"/>
                    <a:pt x="150" y="123"/>
                    <a:pt x="150" y="123"/>
                  </a:cubicBezTo>
                  <a:cubicBezTo>
                    <a:pt x="150" y="123"/>
                    <a:pt x="150" y="123"/>
                    <a:pt x="149" y="123"/>
                  </a:cubicBezTo>
                  <a:cubicBezTo>
                    <a:pt x="149" y="123"/>
                    <a:pt x="149" y="123"/>
                    <a:pt x="149" y="123"/>
                  </a:cubicBezTo>
                  <a:cubicBezTo>
                    <a:pt x="150" y="123"/>
                    <a:pt x="150" y="122"/>
                    <a:pt x="152" y="121"/>
                  </a:cubicBezTo>
                  <a:cubicBezTo>
                    <a:pt x="153" y="133"/>
                    <a:pt x="153" y="133"/>
                    <a:pt x="153" y="133"/>
                  </a:cubicBezTo>
                  <a:cubicBezTo>
                    <a:pt x="153" y="134"/>
                    <a:pt x="153" y="134"/>
                    <a:pt x="153" y="134"/>
                  </a:cubicBezTo>
                  <a:cubicBezTo>
                    <a:pt x="154" y="134"/>
                    <a:pt x="155" y="134"/>
                    <a:pt x="155" y="134"/>
                  </a:cubicBezTo>
                  <a:cubicBezTo>
                    <a:pt x="155" y="134"/>
                    <a:pt x="155" y="134"/>
                    <a:pt x="155" y="134"/>
                  </a:cubicBezTo>
                  <a:close/>
                  <a:moveTo>
                    <a:pt x="152" y="133"/>
                  </a:moveTo>
                  <a:cubicBezTo>
                    <a:pt x="152" y="129"/>
                    <a:pt x="152" y="129"/>
                    <a:pt x="152" y="129"/>
                  </a:cubicBezTo>
                  <a:cubicBezTo>
                    <a:pt x="152" y="128"/>
                    <a:pt x="151" y="128"/>
                    <a:pt x="151" y="127"/>
                  </a:cubicBezTo>
                  <a:cubicBezTo>
                    <a:pt x="150" y="127"/>
                    <a:pt x="150" y="127"/>
                    <a:pt x="149" y="127"/>
                  </a:cubicBezTo>
                  <a:cubicBezTo>
                    <a:pt x="148" y="127"/>
                    <a:pt x="148" y="127"/>
                    <a:pt x="147" y="128"/>
                  </a:cubicBezTo>
                  <a:cubicBezTo>
                    <a:pt x="147" y="129"/>
                    <a:pt x="147" y="130"/>
                    <a:pt x="147" y="131"/>
                  </a:cubicBezTo>
                  <a:cubicBezTo>
                    <a:pt x="147" y="132"/>
                    <a:pt x="147" y="133"/>
                    <a:pt x="148" y="134"/>
                  </a:cubicBezTo>
                  <a:cubicBezTo>
                    <a:pt x="148" y="135"/>
                    <a:pt x="149" y="135"/>
                    <a:pt x="150" y="135"/>
                  </a:cubicBezTo>
                  <a:cubicBezTo>
                    <a:pt x="150" y="135"/>
                    <a:pt x="150" y="135"/>
                    <a:pt x="151" y="135"/>
                  </a:cubicBezTo>
                  <a:cubicBezTo>
                    <a:pt x="152" y="134"/>
                    <a:pt x="152" y="134"/>
                    <a:pt x="152" y="133"/>
                  </a:cubicBezTo>
                  <a:close/>
                  <a:moveTo>
                    <a:pt x="170" y="122"/>
                  </a:moveTo>
                  <a:cubicBezTo>
                    <a:pt x="170" y="122"/>
                    <a:pt x="170" y="122"/>
                    <a:pt x="170" y="122"/>
                  </a:cubicBezTo>
                  <a:cubicBezTo>
                    <a:pt x="169" y="121"/>
                    <a:pt x="169" y="120"/>
                    <a:pt x="169" y="120"/>
                  </a:cubicBezTo>
                  <a:cubicBezTo>
                    <a:pt x="168" y="120"/>
                    <a:pt x="168" y="120"/>
                    <a:pt x="167" y="120"/>
                  </a:cubicBezTo>
                  <a:cubicBezTo>
                    <a:pt x="165" y="120"/>
                    <a:pt x="165" y="120"/>
                    <a:pt x="165" y="120"/>
                  </a:cubicBezTo>
                  <a:cubicBezTo>
                    <a:pt x="167" y="131"/>
                    <a:pt x="167" y="131"/>
                    <a:pt x="167" y="131"/>
                  </a:cubicBezTo>
                  <a:cubicBezTo>
                    <a:pt x="168" y="132"/>
                    <a:pt x="168" y="132"/>
                    <a:pt x="170" y="132"/>
                  </a:cubicBezTo>
                  <a:cubicBezTo>
                    <a:pt x="170" y="132"/>
                    <a:pt x="170" y="132"/>
                    <a:pt x="170" y="132"/>
                  </a:cubicBezTo>
                  <a:cubicBezTo>
                    <a:pt x="164" y="133"/>
                    <a:pt x="164" y="133"/>
                    <a:pt x="164" y="133"/>
                  </a:cubicBezTo>
                  <a:cubicBezTo>
                    <a:pt x="164" y="133"/>
                    <a:pt x="164" y="133"/>
                    <a:pt x="164" y="133"/>
                  </a:cubicBezTo>
                  <a:cubicBezTo>
                    <a:pt x="165" y="133"/>
                    <a:pt x="166" y="132"/>
                    <a:pt x="165" y="131"/>
                  </a:cubicBezTo>
                  <a:cubicBezTo>
                    <a:pt x="163" y="121"/>
                    <a:pt x="163" y="121"/>
                    <a:pt x="163" y="121"/>
                  </a:cubicBezTo>
                  <a:cubicBezTo>
                    <a:pt x="161" y="121"/>
                    <a:pt x="161" y="121"/>
                    <a:pt x="161" y="121"/>
                  </a:cubicBezTo>
                  <a:cubicBezTo>
                    <a:pt x="160" y="121"/>
                    <a:pt x="160" y="122"/>
                    <a:pt x="159" y="122"/>
                  </a:cubicBezTo>
                  <a:cubicBezTo>
                    <a:pt x="159" y="123"/>
                    <a:pt x="159" y="123"/>
                    <a:pt x="159" y="124"/>
                  </a:cubicBezTo>
                  <a:cubicBezTo>
                    <a:pt x="159" y="124"/>
                    <a:pt x="159" y="124"/>
                    <a:pt x="159" y="124"/>
                  </a:cubicBezTo>
                  <a:cubicBezTo>
                    <a:pt x="158" y="121"/>
                    <a:pt x="158" y="121"/>
                    <a:pt x="158" y="121"/>
                  </a:cubicBezTo>
                  <a:cubicBezTo>
                    <a:pt x="169" y="118"/>
                    <a:pt x="169" y="118"/>
                    <a:pt x="169" y="118"/>
                  </a:cubicBezTo>
                  <a:cubicBezTo>
                    <a:pt x="170" y="122"/>
                    <a:pt x="170" y="122"/>
                    <a:pt x="170" y="122"/>
                  </a:cubicBezTo>
                  <a:close/>
                  <a:moveTo>
                    <a:pt x="181" y="125"/>
                  </a:moveTo>
                  <a:cubicBezTo>
                    <a:pt x="181" y="126"/>
                    <a:pt x="181" y="127"/>
                    <a:pt x="180" y="128"/>
                  </a:cubicBezTo>
                  <a:cubicBezTo>
                    <a:pt x="180" y="129"/>
                    <a:pt x="179" y="130"/>
                    <a:pt x="178" y="130"/>
                  </a:cubicBezTo>
                  <a:cubicBezTo>
                    <a:pt x="177" y="131"/>
                    <a:pt x="176" y="131"/>
                    <a:pt x="176" y="130"/>
                  </a:cubicBezTo>
                  <a:cubicBezTo>
                    <a:pt x="174" y="129"/>
                    <a:pt x="174" y="128"/>
                    <a:pt x="173" y="127"/>
                  </a:cubicBezTo>
                  <a:cubicBezTo>
                    <a:pt x="173" y="126"/>
                    <a:pt x="173" y="125"/>
                    <a:pt x="173" y="123"/>
                  </a:cubicBezTo>
                  <a:cubicBezTo>
                    <a:pt x="174" y="122"/>
                    <a:pt x="174" y="121"/>
                    <a:pt x="176" y="121"/>
                  </a:cubicBezTo>
                  <a:cubicBezTo>
                    <a:pt x="177" y="121"/>
                    <a:pt x="178" y="121"/>
                    <a:pt x="178" y="121"/>
                  </a:cubicBezTo>
                  <a:cubicBezTo>
                    <a:pt x="179" y="121"/>
                    <a:pt x="180" y="122"/>
                    <a:pt x="180" y="123"/>
                  </a:cubicBezTo>
                  <a:cubicBezTo>
                    <a:pt x="174" y="125"/>
                    <a:pt x="174" y="125"/>
                    <a:pt x="174" y="125"/>
                  </a:cubicBezTo>
                  <a:cubicBezTo>
                    <a:pt x="175" y="126"/>
                    <a:pt x="176" y="127"/>
                    <a:pt x="176" y="128"/>
                  </a:cubicBezTo>
                  <a:cubicBezTo>
                    <a:pt x="177" y="129"/>
                    <a:pt x="178" y="129"/>
                    <a:pt x="179" y="128"/>
                  </a:cubicBezTo>
                  <a:cubicBezTo>
                    <a:pt x="180" y="128"/>
                    <a:pt x="180" y="127"/>
                    <a:pt x="181" y="127"/>
                  </a:cubicBezTo>
                  <a:cubicBezTo>
                    <a:pt x="180" y="127"/>
                    <a:pt x="181" y="126"/>
                    <a:pt x="181" y="125"/>
                  </a:cubicBezTo>
                  <a:cubicBezTo>
                    <a:pt x="181" y="125"/>
                    <a:pt x="181" y="125"/>
                    <a:pt x="181" y="125"/>
                  </a:cubicBezTo>
                  <a:close/>
                  <a:moveTo>
                    <a:pt x="178" y="123"/>
                  </a:moveTo>
                  <a:cubicBezTo>
                    <a:pt x="177" y="122"/>
                    <a:pt x="176" y="121"/>
                    <a:pt x="175" y="122"/>
                  </a:cubicBezTo>
                  <a:cubicBezTo>
                    <a:pt x="174" y="122"/>
                    <a:pt x="173" y="123"/>
                    <a:pt x="173" y="125"/>
                  </a:cubicBezTo>
                  <a:cubicBezTo>
                    <a:pt x="178" y="123"/>
                    <a:pt x="178" y="123"/>
                    <a:pt x="178" y="123"/>
                  </a:cubicBezTo>
                  <a:close/>
                  <a:moveTo>
                    <a:pt x="190" y="122"/>
                  </a:moveTo>
                  <a:cubicBezTo>
                    <a:pt x="190" y="123"/>
                    <a:pt x="190" y="124"/>
                    <a:pt x="190" y="125"/>
                  </a:cubicBezTo>
                  <a:cubicBezTo>
                    <a:pt x="189" y="126"/>
                    <a:pt x="188" y="127"/>
                    <a:pt x="188" y="127"/>
                  </a:cubicBezTo>
                  <a:cubicBezTo>
                    <a:pt x="186" y="127"/>
                    <a:pt x="186" y="127"/>
                    <a:pt x="184" y="127"/>
                  </a:cubicBezTo>
                  <a:cubicBezTo>
                    <a:pt x="183" y="127"/>
                    <a:pt x="182" y="125"/>
                    <a:pt x="182" y="124"/>
                  </a:cubicBezTo>
                  <a:cubicBezTo>
                    <a:pt x="182" y="123"/>
                    <a:pt x="182" y="122"/>
                    <a:pt x="182" y="121"/>
                  </a:cubicBezTo>
                  <a:cubicBezTo>
                    <a:pt x="182" y="119"/>
                    <a:pt x="183" y="119"/>
                    <a:pt x="185" y="118"/>
                  </a:cubicBezTo>
                  <a:cubicBezTo>
                    <a:pt x="186" y="118"/>
                    <a:pt x="186" y="118"/>
                    <a:pt x="187" y="118"/>
                  </a:cubicBezTo>
                  <a:cubicBezTo>
                    <a:pt x="188" y="118"/>
                    <a:pt x="188" y="118"/>
                    <a:pt x="188" y="119"/>
                  </a:cubicBezTo>
                  <a:cubicBezTo>
                    <a:pt x="188" y="119"/>
                    <a:pt x="188" y="119"/>
                    <a:pt x="188" y="119"/>
                  </a:cubicBezTo>
                  <a:cubicBezTo>
                    <a:pt x="188" y="120"/>
                    <a:pt x="188" y="120"/>
                    <a:pt x="188" y="120"/>
                  </a:cubicBezTo>
                  <a:cubicBezTo>
                    <a:pt x="188" y="120"/>
                    <a:pt x="188" y="120"/>
                    <a:pt x="187" y="120"/>
                  </a:cubicBezTo>
                  <a:cubicBezTo>
                    <a:pt x="187" y="120"/>
                    <a:pt x="187" y="119"/>
                    <a:pt x="187" y="119"/>
                  </a:cubicBezTo>
                  <a:cubicBezTo>
                    <a:pt x="187" y="119"/>
                    <a:pt x="186" y="119"/>
                    <a:pt x="186" y="119"/>
                  </a:cubicBezTo>
                  <a:cubicBezTo>
                    <a:pt x="186" y="119"/>
                    <a:pt x="185" y="119"/>
                    <a:pt x="185" y="119"/>
                  </a:cubicBezTo>
                  <a:cubicBezTo>
                    <a:pt x="184" y="119"/>
                    <a:pt x="183" y="120"/>
                    <a:pt x="183" y="121"/>
                  </a:cubicBezTo>
                  <a:cubicBezTo>
                    <a:pt x="183" y="121"/>
                    <a:pt x="183" y="122"/>
                    <a:pt x="184" y="123"/>
                  </a:cubicBezTo>
                  <a:cubicBezTo>
                    <a:pt x="184" y="124"/>
                    <a:pt x="185" y="125"/>
                    <a:pt x="186" y="125"/>
                  </a:cubicBezTo>
                  <a:cubicBezTo>
                    <a:pt x="186" y="126"/>
                    <a:pt x="187" y="126"/>
                    <a:pt x="188" y="126"/>
                  </a:cubicBezTo>
                  <a:cubicBezTo>
                    <a:pt x="189" y="125"/>
                    <a:pt x="190" y="124"/>
                    <a:pt x="190" y="122"/>
                  </a:cubicBezTo>
                  <a:cubicBezTo>
                    <a:pt x="190" y="122"/>
                    <a:pt x="190" y="122"/>
                    <a:pt x="190" y="122"/>
                  </a:cubicBezTo>
                  <a:close/>
                  <a:moveTo>
                    <a:pt x="202" y="120"/>
                  </a:moveTo>
                  <a:cubicBezTo>
                    <a:pt x="198" y="122"/>
                    <a:pt x="198" y="122"/>
                    <a:pt x="198" y="122"/>
                  </a:cubicBezTo>
                  <a:cubicBezTo>
                    <a:pt x="198" y="121"/>
                    <a:pt x="198" y="121"/>
                    <a:pt x="198" y="121"/>
                  </a:cubicBezTo>
                  <a:cubicBezTo>
                    <a:pt x="199" y="121"/>
                    <a:pt x="199" y="121"/>
                    <a:pt x="198" y="120"/>
                  </a:cubicBezTo>
                  <a:cubicBezTo>
                    <a:pt x="196" y="115"/>
                    <a:pt x="196" y="115"/>
                    <a:pt x="196" y="115"/>
                  </a:cubicBezTo>
                  <a:cubicBezTo>
                    <a:pt x="195" y="114"/>
                    <a:pt x="195" y="114"/>
                    <a:pt x="194" y="115"/>
                  </a:cubicBezTo>
                  <a:cubicBezTo>
                    <a:pt x="193" y="115"/>
                    <a:pt x="192" y="116"/>
                    <a:pt x="192" y="117"/>
                  </a:cubicBezTo>
                  <a:cubicBezTo>
                    <a:pt x="194" y="121"/>
                    <a:pt x="194" y="121"/>
                    <a:pt x="194" y="121"/>
                  </a:cubicBezTo>
                  <a:cubicBezTo>
                    <a:pt x="195" y="122"/>
                    <a:pt x="196" y="122"/>
                    <a:pt x="196" y="122"/>
                  </a:cubicBezTo>
                  <a:cubicBezTo>
                    <a:pt x="196" y="122"/>
                    <a:pt x="196" y="122"/>
                    <a:pt x="196" y="122"/>
                  </a:cubicBezTo>
                  <a:cubicBezTo>
                    <a:pt x="192" y="124"/>
                    <a:pt x="192" y="124"/>
                    <a:pt x="192" y="124"/>
                  </a:cubicBezTo>
                  <a:cubicBezTo>
                    <a:pt x="192" y="124"/>
                    <a:pt x="192" y="124"/>
                    <a:pt x="192" y="124"/>
                  </a:cubicBezTo>
                  <a:cubicBezTo>
                    <a:pt x="193" y="123"/>
                    <a:pt x="193" y="123"/>
                    <a:pt x="192" y="122"/>
                  </a:cubicBezTo>
                  <a:cubicBezTo>
                    <a:pt x="188" y="113"/>
                    <a:pt x="188" y="113"/>
                    <a:pt x="188" y="113"/>
                  </a:cubicBezTo>
                  <a:cubicBezTo>
                    <a:pt x="187" y="113"/>
                    <a:pt x="187" y="113"/>
                    <a:pt x="187" y="113"/>
                  </a:cubicBezTo>
                  <a:cubicBezTo>
                    <a:pt x="187" y="113"/>
                    <a:pt x="186" y="113"/>
                    <a:pt x="186" y="113"/>
                  </a:cubicBezTo>
                  <a:cubicBezTo>
                    <a:pt x="186" y="113"/>
                    <a:pt x="186" y="113"/>
                    <a:pt x="186" y="113"/>
                  </a:cubicBezTo>
                  <a:cubicBezTo>
                    <a:pt x="186" y="112"/>
                    <a:pt x="187" y="111"/>
                    <a:pt x="188" y="110"/>
                  </a:cubicBezTo>
                  <a:cubicBezTo>
                    <a:pt x="191" y="116"/>
                    <a:pt x="191" y="116"/>
                    <a:pt x="191" y="116"/>
                  </a:cubicBezTo>
                  <a:cubicBezTo>
                    <a:pt x="192" y="114"/>
                    <a:pt x="192" y="113"/>
                    <a:pt x="193" y="113"/>
                  </a:cubicBezTo>
                  <a:cubicBezTo>
                    <a:pt x="195" y="112"/>
                    <a:pt x="196" y="113"/>
                    <a:pt x="197" y="115"/>
                  </a:cubicBezTo>
                  <a:cubicBezTo>
                    <a:pt x="199" y="119"/>
                    <a:pt x="199" y="119"/>
                    <a:pt x="199" y="119"/>
                  </a:cubicBezTo>
                  <a:cubicBezTo>
                    <a:pt x="200" y="120"/>
                    <a:pt x="201" y="120"/>
                    <a:pt x="202" y="120"/>
                  </a:cubicBezTo>
                  <a:cubicBezTo>
                    <a:pt x="202" y="120"/>
                    <a:pt x="202" y="120"/>
                    <a:pt x="202" y="120"/>
                  </a:cubicBezTo>
                  <a:close/>
                  <a:moveTo>
                    <a:pt x="212" y="114"/>
                  </a:moveTo>
                  <a:cubicBezTo>
                    <a:pt x="208" y="116"/>
                    <a:pt x="208" y="116"/>
                    <a:pt x="208" y="116"/>
                  </a:cubicBezTo>
                  <a:cubicBezTo>
                    <a:pt x="208" y="116"/>
                    <a:pt x="208" y="116"/>
                    <a:pt x="208" y="116"/>
                  </a:cubicBezTo>
                  <a:cubicBezTo>
                    <a:pt x="209" y="115"/>
                    <a:pt x="209" y="115"/>
                    <a:pt x="209" y="114"/>
                  </a:cubicBezTo>
                  <a:cubicBezTo>
                    <a:pt x="206" y="110"/>
                    <a:pt x="206" y="110"/>
                    <a:pt x="206" y="110"/>
                  </a:cubicBezTo>
                  <a:cubicBezTo>
                    <a:pt x="206" y="109"/>
                    <a:pt x="206" y="109"/>
                    <a:pt x="206" y="109"/>
                  </a:cubicBezTo>
                  <a:cubicBezTo>
                    <a:pt x="205" y="109"/>
                    <a:pt x="205" y="109"/>
                    <a:pt x="204" y="109"/>
                  </a:cubicBezTo>
                  <a:cubicBezTo>
                    <a:pt x="203" y="110"/>
                    <a:pt x="202" y="111"/>
                    <a:pt x="202" y="111"/>
                  </a:cubicBezTo>
                  <a:cubicBezTo>
                    <a:pt x="205" y="116"/>
                    <a:pt x="205" y="116"/>
                    <a:pt x="205" y="116"/>
                  </a:cubicBezTo>
                  <a:cubicBezTo>
                    <a:pt x="206" y="117"/>
                    <a:pt x="206" y="117"/>
                    <a:pt x="207" y="117"/>
                  </a:cubicBezTo>
                  <a:cubicBezTo>
                    <a:pt x="207" y="117"/>
                    <a:pt x="207" y="117"/>
                    <a:pt x="207" y="117"/>
                  </a:cubicBezTo>
                  <a:cubicBezTo>
                    <a:pt x="203" y="119"/>
                    <a:pt x="203" y="119"/>
                    <a:pt x="203" y="119"/>
                  </a:cubicBezTo>
                  <a:cubicBezTo>
                    <a:pt x="203" y="119"/>
                    <a:pt x="203" y="119"/>
                    <a:pt x="203" y="119"/>
                  </a:cubicBezTo>
                  <a:cubicBezTo>
                    <a:pt x="204" y="119"/>
                    <a:pt x="204" y="118"/>
                    <a:pt x="204" y="117"/>
                  </a:cubicBezTo>
                  <a:cubicBezTo>
                    <a:pt x="201" y="113"/>
                    <a:pt x="201" y="113"/>
                    <a:pt x="201" y="113"/>
                  </a:cubicBezTo>
                  <a:cubicBezTo>
                    <a:pt x="200" y="112"/>
                    <a:pt x="200" y="112"/>
                    <a:pt x="200" y="112"/>
                  </a:cubicBezTo>
                  <a:cubicBezTo>
                    <a:pt x="200" y="112"/>
                    <a:pt x="200" y="112"/>
                    <a:pt x="199" y="113"/>
                  </a:cubicBezTo>
                  <a:cubicBezTo>
                    <a:pt x="199" y="112"/>
                    <a:pt x="199" y="112"/>
                    <a:pt x="199" y="112"/>
                  </a:cubicBezTo>
                  <a:cubicBezTo>
                    <a:pt x="201" y="110"/>
                    <a:pt x="201" y="110"/>
                    <a:pt x="201" y="110"/>
                  </a:cubicBezTo>
                  <a:cubicBezTo>
                    <a:pt x="202" y="111"/>
                    <a:pt x="202" y="111"/>
                    <a:pt x="202" y="111"/>
                  </a:cubicBezTo>
                  <a:cubicBezTo>
                    <a:pt x="202" y="110"/>
                    <a:pt x="203" y="109"/>
                    <a:pt x="204" y="108"/>
                  </a:cubicBezTo>
                  <a:cubicBezTo>
                    <a:pt x="205" y="107"/>
                    <a:pt x="206" y="108"/>
                    <a:pt x="208" y="110"/>
                  </a:cubicBezTo>
                  <a:cubicBezTo>
                    <a:pt x="210" y="114"/>
                    <a:pt x="210" y="114"/>
                    <a:pt x="210" y="114"/>
                  </a:cubicBezTo>
                  <a:cubicBezTo>
                    <a:pt x="210" y="114"/>
                    <a:pt x="211" y="115"/>
                    <a:pt x="212" y="114"/>
                  </a:cubicBezTo>
                  <a:cubicBezTo>
                    <a:pt x="212" y="114"/>
                    <a:pt x="212" y="114"/>
                    <a:pt x="212" y="114"/>
                  </a:cubicBezTo>
                  <a:close/>
                  <a:moveTo>
                    <a:pt x="218" y="104"/>
                  </a:moveTo>
                  <a:cubicBezTo>
                    <a:pt x="219" y="105"/>
                    <a:pt x="219" y="107"/>
                    <a:pt x="219" y="108"/>
                  </a:cubicBezTo>
                  <a:cubicBezTo>
                    <a:pt x="219" y="109"/>
                    <a:pt x="218" y="110"/>
                    <a:pt x="217" y="111"/>
                  </a:cubicBezTo>
                  <a:cubicBezTo>
                    <a:pt x="216" y="112"/>
                    <a:pt x="215" y="112"/>
                    <a:pt x="214" y="112"/>
                  </a:cubicBezTo>
                  <a:cubicBezTo>
                    <a:pt x="212" y="111"/>
                    <a:pt x="211" y="111"/>
                    <a:pt x="210" y="110"/>
                  </a:cubicBezTo>
                  <a:cubicBezTo>
                    <a:pt x="210" y="109"/>
                    <a:pt x="209" y="107"/>
                    <a:pt x="209" y="106"/>
                  </a:cubicBezTo>
                  <a:cubicBezTo>
                    <a:pt x="209" y="105"/>
                    <a:pt x="210" y="104"/>
                    <a:pt x="211" y="103"/>
                  </a:cubicBezTo>
                  <a:cubicBezTo>
                    <a:pt x="212" y="102"/>
                    <a:pt x="214" y="102"/>
                    <a:pt x="215" y="102"/>
                  </a:cubicBezTo>
                  <a:cubicBezTo>
                    <a:pt x="216" y="102"/>
                    <a:pt x="217" y="103"/>
                    <a:pt x="218" y="104"/>
                  </a:cubicBezTo>
                  <a:close/>
                  <a:moveTo>
                    <a:pt x="217" y="106"/>
                  </a:moveTo>
                  <a:cubicBezTo>
                    <a:pt x="216" y="105"/>
                    <a:pt x="215" y="104"/>
                    <a:pt x="214" y="103"/>
                  </a:cubicBezTo>
                  <a:cubicBezTo>
                    <a:pt x="213" y="103"/>
                    <a:pt x="212" y="103"/>
                    <a:pt x="212" y="103"/>
                  </a:cubicBezTo>
                  <a:cubicBezTo>
                    <a:pt x="211" y="104"/>
                    <a:pt x="211" y="105"/>
                    <a:pt x="211" y="105"/>
                  </a:cubicBezTo>
                  <a:cubicBezTo>
                    <a:pt x="211" y="106"/>
                    <a:pt x="211" y="107"/>
                    <a:pt x="212" y="108"/>
                  </a:cubicBezTo>
                  <a:cubicBezTo>
                    <a:pt x="212" y="109"/>
                    <a:pt x="213" y="110"/>
                    <a:pt x="214" y="110"/>
                  </a:cubicBezTo>
                  <a:cubicBezTo>
                    <a:pt x="215" y="111"/>
                    <a:pt x="216" y="111"/>
                    <a:pt x="217" y="110"/>
                  </a:cubicBezTo>
                  <a:cubicBezTo>
                    <a:pt x="218" y="110"/>
                    <a:pt x="218" y="109"/>
                    <a:pt x="218" y="108"/>
                  </a:cubicBezTo>
                  <a:cubicBezTo>
                    <a:pt x="218" y="107"/>
                    <a:pt x="217" y="107"/>
                    <a:pt x="217" y="106"/>
                  </a:cubicBezTo>
                  <a:close/>
                  <a:moveTo>
                    <a:pt x="226" y="103"/>
                  </a:moveTo>
                  <a:cubicBezTo>
                    <a:pt x="222" y="107"/>
                    <a:pt x="222" y="107"/>
                    <a:pt x="222" y="107"/>
                  </a:cubicBezTo>
                  <a:cubicBezTo>
                    <a:pt x="222" y="106"/>
                    <a:pt x="222" y="106"/>
                    <a:pt x="222" y="106"/>
                  </a:cubicBezTo>
                  <a:cubicBezTo>
                    <a:pt x="223" y="105"/>
                    <a:pt x="223" y="105"/>
                    <a:pt x="223" y="104"/>
                  </a:cubicBezTo>
                  <a:cubicBezTo>
                    <a:pt x="216" y="97"/>
                    <a:pt x="216" y="97"/>
                    <a:pt x="216" y="97"/>
                  </a:cubicBezTo>
                  <a:cubicBezTo>
                    <a:pt x="216" y="96"/>
                    <a:pt x="216" y="96"/>
                    <a:pt x="215" y="96"/>
                  </a:cubicBezTo>
                  <a:cubicBezTo>
                    <a:pt x="215" y="96"/>
                    <a:pt x="215" y="96"/>
                    <a:pt x="214" y="97"/>
                  </a:cubicBezTo>
                  <a:cubicBezTo>
                    <a:pt x="214" y="97"/>
                    <a:pt x="214" y="97"/>
                    <a:pt x="214" y="97"/>
                  </a:cubicBezTo>
                  <a:cubicBezTo>
                    <a:pt x="214" y="97"/>
                    <a:pt x="214" y="97"/>
                    <a:pt x="214" y="97"/>
                  </a:cubicBezTo>
                  <a:cubicBezTo>
                    <a:pt x="214" y="96"/>
                    <a:pt x="215" y="95"/>
                    <a:pt x="216" y="94"/>
                  </a:cubicBezTo>
                  <a:cubicBezTo>
                    <a:pt x="224" y="103"/>
                    <a:pt x="224" y="103"/>
                    <a:pt x="224" y="103"/>
                  </a:cubicBezTo>
                  <a:cubicBezTo>
                    <a:pt x="224" y="104"/>
                    <a:pt x="225" y="104"/>
                    <a:pt x="226" y="103"/>
                  </a:cubicBezTo>
                  <a:cubicBezTo>
                    <a:pt x="226" y="103"/>
                    <a:pt x="226" y="103"/>
                    <a:pt x="226" y="103"/>
                  </a:cubicBezTo>
                  <a:close/>
                  <a:moveTo>
                    <a:pt x="231" y="93"/>
                  </a:moveTo>
                  <a:cubicBezTo>
                    <a:pt x="232" y="94"/>
                    <a:pt x="232" y="95"/>
                    <a:pt x="232" y="96"/>
                  </a:cubicBezTo>
                  <a:cubicBezTo>
                    <a:pt x="232" y="97"/>
                    <a:pt x="232" y="99"/>
                    <a:pt x="230" y="99"/>
                  </a:cubicBezTo>
                  <a:cubicBezTo>
                    <a:pt x="230" y="100"/>
                    <a:pt x="228" y="101"/>
                    <a:pt x="227" y="101"/>
                  </a:cubicBezTo>
                  <a:cubicBezTo>
                    <a:pt x="226" y="101"/>
                    <a:pt x="225" y="100"/>
                    <a:pt x="224" y="99"/>
                  </a:cubicBezTo>
                  <a:cubicBezTo>
                    <a:pt x="223" y="98"/>
                    <a:pt x="222" y="97"/>
                    <a:pt x="222" y="96"/>
                  </a:cubicBezTo>
                  <a:cubicBezTo>
                    <a:pt x="222" y="95"/>
                    <a:pt x="223" y="93"/>
                    <a:pt x="224" y="93"/>
                  </a:cubicBezTo>
                  <a:cubicBezTo>
                    <a:pt x="225" y="92"/>
                    <a:pt x="226" y="91"/>
                    <a:pt x="227" y="91"/>
                  </a:cubicBezTo>
                  <a:cubicBezTo>
                    <a:pt x="229" y="91"/>
                    <a:pt x="230" y="91"/>
                    <a:pt x="231" y="93"/>
                  </a:cubicBezTo>
                  <a:close/>
                  <a:moveTo>
                    <a:pt x="230" y="95"/>
                  </a:moveTo>
                  <a:cubicBezTo>
                    <a:pt x="229" y="94"/>
                    <a:pt x="228" y="93"/>
                    <a:pt x="227" y="93"/>
                  </a:cubicBezTo>
                  <a:cubicBezTo>
                    <a:pt x="226" y="92"/>
                    <a:pt x="225" y="92"/>
                    <a:pt x="224" y="93"/>
                  </a:cubicBezTo>
                  <a:cubicBezTo>
                    <a:pt x="224" y="93"/>
                    <a:pt x="224" y="94"/>
                    <a:pt x="224" y="95"/>
                  </a:cubicBezTo>
                  <a:cubicBezTo>
                    <a:pt x="224" y="96"/>
                    <a:pt x="224" y="96"/>
                    <a:pt x="225" y="97"/>
                  </a:cubicBezTo>
                  <a:cubicBezTo>
                    <a:pt x="226" y="98"/>
                    <a:pt x="227" y="99"/>
                    <a:pt x="228" y="99"/>
                  </a:cubicBezTo>
                  <a:cubicBezTo>
                    <a:pt x="229" y="99"/>
                    <a:pt x="230" y="99"/>
                    <a:pt x="231" y="99"/>
                  </a:cubicBezTo>
                  <a:cubicBezTo>
                    <a:pt x="232" y="98"/>
                    <a:pt x="232" y="97"/>
                    <a:pt x="231" y="97"/>
                  </a:cubicBezTo>
                  <a:cubicBezTo>
                    <a:pt x="231" y="96"/>
                    <a:pt x="231" y="95"/>
                    <a:pt x="230" y="95"/>
                  </a:cubicBezTo>
                  <a:close/>
                  <a:moveTo>
                    <a:pt x="236" y="82"/>
                  </a:moveTo>
                  <a:cubicBezTo>
                    <a:pt x="234" y="83"/>
                    <a:pt x="234" y="83"/>
                    <a:pt x="234" y="83"/>
                  </a:cubicBezTo>
                  <a:cubicBezTo>
                    <a:pt x="235" y="83"/>
                    <a:pt x="236" y="84"/>
                    <a:pt x="236" y="84"/>
                  </a:cubicBezTo>
                  <a:cubicBezTo>
                    <a:pt x="237" y="85"/>
                    <a:pt x="237" y="85"/>
                    <a:pt x="237" y="87"/>
                  </a:cubicBezTo>
                  <a:cubicBezTo>
                    <a:pt x="237" y="87"/>
                    <a:pt x="237" y="88"/>
                    <a:pt x="236" y="89"/>
                  </a:cubicBezTo>
                  <a:cubicBezTo>
                    <a:pt x="236" y="89"/>
                    <a:pt x="236" y="89"/>
                    <a:pt x="236" y="90"/>
                  </a:cubicBezTo>
                  <a:cubicBezTo>
                    <a:pt x="236" y="91"/>
                    <a:pt x="236" y="91"/>
                    <a:pt x="236" y="91"/>
                  </a:cubicBezTo>
                  <a:cubicBezTo>
                    <a:pt x="236" y="92"/>
                    <a:pt x="237" y="91"/>
                    <a:pt x="238" y="90"/>
                  </a:cubicBezTo>
                  <a:cubicBezTo>
                    <a:pt x="239" y="89"/>
                    <a:pt x="240" y="88"/>
                    <a:pt x="240" y="87"/>
                  </a:cubicBezTo>
                  <a:cubicBezTo>
                    <a:pt x="241" y="87"/>
                    <a:pt x="242" y="87"/>
                    <a:pt x="242" y="88"/>
                  </a:cubicBezTo>
                  <a:cubicBezTo>
                    <a:pt x="243" y="88"/>
                    <a:pt x="243" y="89"/>
                    <a:pt x="243" y="91"/>
                  </a:cubicBezTo>
                  <a:cubicBezTo>
                    <a:pt x="243" y="92"/>
                    <a:pt x="242" y="93"/>
                    <a:pt x="242" y="94"/>
                  </a:cubicBezTo>
                  <a:cubicBezTo>
                    <a:pt x="241" y="95"/>
                    <a:pt x="240" y="95"/>
                    <a:pt x="239" y="96"/>
                  </a:cubicBezTo>
                  <a:cubicBezTo>
                    <a:pt x="238" y="96"/>
                    <a:pt x="238" y="96"/>
                    <a:pt x="238" y="95"/>
                  </a:cubicBezTo>
                  <a:cubicBezTo>
                    <a:pt x="237" y="95"/>
                    <a:pt x="237" y="95"/>
                    <a:pt x="237" y="94"/>
                  </a:cubicBezTo>
                  <a:cubicBezTo>
                    <a:pt x="237" y="94"/>
                    <a:pt x="237" y="93"/>
                    <a:pt x="237" y="93"/>
                  </a:cubicBezTo>
                  <a:cubicBezTo>
                    <a:pt x="237" y="93"/>
                    <a:pt x="237" y="93"/>
                    <a:pt x="236" y="93"/>
                  </a:cubicBezTo>
                  <a:cubicBezTo>
                    <a:pt x="236" y="93"/>
                    <a:pt x="236" y="93"/>
                    <a:pt x="236" y="93"/>
                  </a:cubicBezTo>
                  <a:cubicBezTo>
                    <a:pt x="235" y="93"/>
                    <a:pt x="235" y="92"/>
                    <a:pt x="235" y="92"/>
                  </a:cubicBezTo>
                  <a:cubicBezTo>
                    <a:pt x="235" y="91"/>
                    <a:pt x="235" y="91"/>
                    <a:pt x="235" y="90"/>
                  </a:cubicBezTo>
                  <a:cubicBezTo>
                    <a:pt x="234" y="91"/>
                    <a:pt x="233" y="91"/>
                    <a:pt x="232" y="90"/>
                  </a:cubicBezTo>
                  <a:cubicBezTo>
                    <a:pt x="231" y="89"/>
                    <a:pt x="230" y="89"/>
                    <a:pt x="230" y="87"/>
                  </a:cubicBezTo>
                  <a:cubicBezTo>
                    <a:pt x="230" y="87"/>
                    <a:pt x="231" y="85"/>
                    <a:pt x="232" y="85"/>
                  </a:cubicBezTo>
                  <a:cubicBezTo>
                    <a:pt x="232" y="84"/>
                    <a:pt x="232" y="84"/>
                    <a:pt x="233" y="83"/>
                  </a:cubicBezTo>
                  <a:cubicBezTo>
                    <a:pt x="234" y="83"/>
                    <a:pt x="234" y="83"/>
                    <a:pt x="234" y="83"/>
                  </a:cubicBezTo>
                  <a:cubicBezTo>
                    <a:pt x="235" y="81"/>
                    <a:pt x="235" y="81"/>
                    <a:pt x="235" y="81"/>
                  </a:cubicBezTo>
                  <a:cubicBezTo>
                    <a:pt x="236" y="82"/>
                    <a:pt x="236" y="82"/>
                    <a:pt x="236" y="82"/>
                  </a:cubicBezTo>
                  <a:close/>
                  <a:moveTo>
                    <a:pt x="236" y="86"/>
                  </a:moveTo>
                  <a:cubicBezTo>
                    <a:pt x="235" y="86"/>
                    <a:pt x="234" y="85"/>
                    <a:pt x="234" y="85"/>
                  </a:cubicBezTo>
                  <a:cubicBezTo>
                    <a:pt x="233" y="85"/>
                    <a:pt x="232" y="85"/>
                    <a:pt x="232" y="85"/>
                  </a:cubicBezTo>
                  <a:cubicBezTo>
                    <a:pt x="231" y="86"/>
                    <a:pt x="231" y="86"/>
                    <a:pt x="231" y="87"/>
                  </a:cubicBezTo>
                  <a:cubicBezTo>
                    <a:pt x="231" y="87"/>
                    <a:pt x="232" y="87"/>
                    <a:pt x="232" y="88"/>
                  </a:cubicBezTo>
                  <a:cubicBezTo>
                    <a:pt x="233" y="88"/>
                    <a:pt x="233" y="89"/>
                    <a:pt x="234" y="89"/>
                  </a:cubicBezTo>
                  <a:cubicBezTo>
                    <a:pt x="235" y="89"/>
                    <a:pt x="235" y="89"/>
                    <a:pt x="236" y="89"/>
                  </a:cubicBezTo>
                  <a:cubicBezTo>
                    <a:pt x="237" y="88"/>
                    <a:pt x="236" y="87"/>
                    <a:pt x="236" y="86"/>
                  </a:cubicBezTo>
                  <a:close/>
                  <a:moveTo>
                    <a:pt x="242" y="89"/>
                  </a:moveTo>
                  <a:cubicBezTo>
                    <a:pt x="242" y="89"/>
                    <a:pt x="241" y="89"/>
                    <a:pt x="240" y="89"/>
                  </a:cubicBezTo>
                  <a:cubicBezTo>
                    <a:pt x="240" y="90"/>
                    <a:pt x="240" y="90"/>
                    <a:pt x="239" y="91"/>
                  </a:cubicBezTo>
                  <a:cubicBezTo>
                    <a:pt x="238" y="92"/>
                    <a:pt x="238" y="92"/>
                    <a:pt x="237" y="93"/>
                  </a:cubicBezTo>
                  <a:cubicBezTo>
                    <a:pt x="237" y="93"/>
                    <a:pt x="238" y="94"/>
                    <a:pt x="238" y="95"/>
                  </a:cubicBezTo>
                  <a:cubicBezTo>
                    <a:pt x="239" y="95"/>
                    <a:pt x="240" y="95"/>
                    <a:pt x="241" y="93"/>
                  </a:cubicBezTo>
                  <a:cubicBezTo>
                    <a:pt x="242" y="93"/>
                    <a:pt x="242" y="91"/>
                    <a:pt x="243" y="91"/>
                  </a:cubicBezTo>
                  <a:cubicBezTo>
                    <a:pt x="243" y="90"/>
                    <a:pt x="242" y="89"/>
                    <a:pt x="242" y="89"/>
                  </a:cubicBezTo>
                  <a:close/>
                  <a:moveTo>
                    <a:pt x="242" y="73"/>
                  </a:moveTo>
                  <a:cubicBezTo>
                    <a:pt x="242" y="73"/>
                    <a:pt x="242" y="73"/>
                    <a:pt x="242" y="74"/>
                  </a:cubicBezTo>
                  <a:cubicBezTo>
                    <a:pt x="242" y="74"/>
                    <a:pt x="242" y="74"/>
                    <a:pt x="242" y="75"/>
                  </a:cubicBezTo>
                  <a:cubicBezTo>
                    <a:pt x="247" y="83"/>
                    <a:pt x="247" y="83"/>
                    <a:pt x="247" y="83"/>
                  </a:cubicBezTo>
                  <a:cubicBezTo>
                    <a:pt x="248" y="85"/>
                    <a:pt x="248" y="86"/>
                    <a:pt x="247" y="87"/>
                  </a:cubicBezTo>
                  <a:cubicBezTo>
                    <a:pt x="246" y="88"/>
                    <a:pt x="246" y="88"/>
                    <a:pt x="245" y="87"/>
                  </a:cubicBezTo>
                  <a:cubicBezTo>
                    <a:pt x="245" y="87"/>
                    <a:pt x="245" y="87"/>
                    <a:pt x="245" y="87"/>
                  </a:cubicBezTo>
                  <a:cubicBezTo>
                    <a:pt x="245" y="86"/>
                    <a:pt x="245" y="86"/>
                    <a:pt x="245" y="86"/>
                  </a:cubicBezTo>
                  <a:cubicBezTo>
                    <a:pt x="245" y="86"/>
                    <a:pt x="246" y="85"/>
                    <a:pt x="246" y="85"/>
                  </a:cubicBezTo>
                  <a:cubicBezTo>
                    <a:pt x="246" y="85"/>
                    <a:pt x="246" y="85"/>
                    <a:pt x="246" y="85"/>
                  </a:cubicBezTo>
                  <a:cubicBezTo>
                    <a:pt x="247" y="85"/>
                    <a:pt x="246" y="83"/>
                    <a:pt x="245" y="81"/>
                  </a:cubicBezTo>
                  <a:cubicBezTo>
                    <a:pt x="238" y="80"/>
                    <a:pt x="238" y="80"/>
                    <a:pt x="238" y="80"/>
                  </a:cubicBezTo>
                  <a:cubicBezTo>
                    <a:pt x="237" y="80"/>
                    <a:pt x="237" y="80"/>
                    <a:pt x="236" y="80"/>
                  </a:cubicBezTo>
                  <a:cubicBezTo>
                    <a:pt x="236" y="80"/>
                    <a:pt x="236" y="80"/>
                    <a:pt x="236" y="80"/>
                  </a:cubicBezTo>
                  <a:cubicBezTo>
                    <a:pt x="235" y="80"/>
                    <a:pt x="235" y="80"/>
                    <a:pt x="235" y="80"/>
                  </a:cubicBezTo>
                  <a:cubicBezTo>
                    <a:pt x="238" y="77"/>
                    <a:pt x="238" y="77"/>
                    <a:pt x="238" y="77"/>
                  </a:cubicBezTo>
                  <a:cubicBezTo>
                    <a:pt x="238" y="77"/>
                    <a:pt x="238" y="77"/>
                    <a:pt x="238" y="77"/>
                  </a:cubicBezTo>
                  <a:cubicBezTo>
                    <a:pt x="238" y="78"/>
                    <a:pt x="238" y="78"/>
                    <a:pt x="238" y="78"/>
                  </a:cubicBezTo>
                  <a:cubicBezTo>
                    <a:pt x="238" y="78"/>
                    <a:pt x="238" y="79"/>
                    <a:pt x="239" y="79"/>
                  </a:cubicBezTo>
                  <a:cubicBezTo>
                    <a:pt x="244" y="80"/>
                    <a:pt x="244" y="80"/>
                    <a:pt x="244" y="80"/>
                  </a:cubicBezTo>
                  <a:cubicBezTo>
                    <a:pt x="242" y="75"/>
                    <a:pt x="242" y="75"/>
                    <a:pt x="242" y="75"/>
                  </a:cubicBezTo>
                  <a:cubicBezTo>
                    <a:pt x="241" y="75"/>
                    <a:pt x="241" y="75"/>
                    <a:pt x="241" y="75"/>
                  </a:cubicBezTo>
                  <a:cubicBezTo>
                    <a:pt x="241" y="75"/>
                    <a:pt x="241" y="75"/>
                    <a:pt x="241" y="75"/>
                  </a:cubicBezTo>
                  <a:cubicBezTo>
                    <a:pt x="240" y="75"/>
                    <a:pt x="240" y="75"/>
                    <a:pt x="240" y="75"/>
                  </a:cubicBezTo>
                  <a:cubicBezTo>
                    <a:pt x="240" y="75"/>
                    <a:pt x="240" y="75"/>
                    <a:pt x="240" y="75"/>
                  </a:cubicBezTo>
                  <a:cubicBezTo>
                    <a:pt x="242" y="73"/>
                    <a:pt x="242" y="73"/>
                    <a:pt x="242" y="73"/>
                  </a:cubicBezTo>
                  <a:cubicBezTo>
                    <a:pt x="242" y="73"/>
                    <a:pt x="242" y="73"/>
                    <a:pt x="242" y="73"/>
                  </a:cubicBezTo>
                  <a:close/>
                  <a:moveTo>
                    <a:pt x="253" y="63"/>
                  </a:moveTo>
                  <a:cubicBezTo>
                    <a:pt x="254" y="64"/>
                    <a:pt x="255" y="65"/>
                    <a:pt x="255" y="66"/>
                  </a:cubicBezTo>
                  <a:cubicBezTo>
                    <a:pt x="256" y="67"/>
                    <a:pt x="256" y="68"/>
                    <a:pt x="255" y="69"/>
                  </a:cubicBezTo>
                  <a:cubicBezTo>
                    <a:pt x="254" y="71"/>
                    <a:pt x="253" y="71"/>
                    <a:pt x="252" y="71"/>
                  </a:cubicBezTo>
                  <a:cubicBezTo>
                    <a:pt x="251" y="72"/>
                    <a:pt x="250" y="71"/>
                    <a:pt x="248" y="71"/>
                  </a:cubicBezTo>
                  <a:cubicBezTo>
                    <a:pt x="247" y="70"/>
                    <a:pt x="246" y="69"/>
                    <a:pt x="246" y="68"/>
                  </a:cubicBezTo>
                  <a:cubicBezTo>
                    <a:pt x="246" y="67"/>
                    <a:pt x="246" y="66"/>
                    <a:pt x="246" y="65"/>
                  </a:cubicBezTo>
                  <a:cubicBezTo>
                    <a:pt x="247" y="63"/>
                    <a:pt x="248" y="63"/>
                    <a:pt x="249" y="62"/>
                  </a:cubicBezTo>
                  <a:cubicBezTo>
                    <a:pt x="250" y="62"/>
                    <a:pt x="252" y="62"/>
                    <a:pt x="253" y="63"/>
                  </a:cubicBezTo>
                  <a:close/>
                  <a:moveTo>
                    <a:pt x="252" y="65"/>
                  </a:moveTo>
                  <a:cubicBezTo>
                    <a:pt x="251" y="64"/>
                    <a:pt x="250" y="64"/>
                    <a:pt x="249" y="64"/>
                  </a:cubicBezTo>
                  <a:cubicBezTo>
                    <a:pt x="248" y="64"/>
                    <a:pt x="247" y="64"/>
                    <a:pt x="247" y="65"/>
                  </a:cubicBezTo>
                  <a:cubicBezTo>
                    <a:pt x="246" y="66"/>
                    <a:pt x="246" y="66"/>
                    <a:pt x="247" y="67"/>
                  </a:cubicBezTo>
                  <a:cubicBezTo>
                    <a:pt x="247" y="68"/>
                    <a:pt x="248" y="68"/>
                    <a:pt x="249" y="69"/>
                  </a:cubicBezTo>
                  <a:cubicBezTo>
                    <a:pt x="250" y="69"/>
                    <a:pt x="251" y="69"/>
                    <a:pt x="252" y="70"/>
                  </a:cubicBezTo>
                  <a:cubicBezTo>
                    <a:pt x="253" y="70"/>
                    <a:pt x="254" y="69"/>
                    <a:pt x="254" y="69"/>
                  </a:cubicBezTo>
                  <a:cubicBezTo>
                    <a:pt x="255" y="68"/>
                    <a:pt x="255" y="67"/>
                    <a:pt x="254" y="66"/>
                  </a:cubicBezTo>
                  <a:cubicBezTo>
                    <a:pt x="254" y="66"/>
                    <a:pt x="253" y="65"/>
                    <a:pt x="252" y="65"/>
                  </a:cubicBezTo>
                  <a:close/>
                  <a:moveTo>
                    <a:pt x="266" y="40"/>
                  </a:moveTo>
                  <a:cubicBezTo>
                    <a:pt x="267" y="42"/>
                    <a:pt x="267" y="44"/>
                    <a:pt x="266" y="46"/>
                  </a:cubicBezTo>
                  <a:cubicBezTo>
                    <a:pt x="265" y="48"/>
                    <a:pt x="264" y="49"/>
                    <a:pt x="262" y="50"/>
                  </a:cubicBezTo>
                  <a:cubicBezTo>
                    <a:pt x="261" y="51"/>
                    <a:pt x="259" y="51"/>
                    <a:pt x="257" y="50"/>
                  </a:cubicBezTo>
                  <a:cubicBezTo>
                    <a:pt x="255" y="49"/>
                    <a:pt x="254" y="48"/>
                    <a:pt x="253" y="47"/>
                  </a:cubicBezTo>
                  <a:cubicBezTo>
                    <a:pt x="252" y="45"/>
                    <a:pt x="252" y="43"/>
                    <a:pt x="253" y="41"/>
                  </a:cubicBezTo>
                  <a:cubicBezTo>
                    <a:pt x="254" y="41"/>
                    <a:pt x="254" y="40"/>
                    <a:pt x="254" y="39"/>
                  </a:cubicBezTo>
                  <a:cubicBezTo>
                    <a:pt x="255" y="39"/>
                    <a:pt x="255" y="38"/>
                    <a:pt x="255" y="38"/>
                  </a:cubicBezTo>
                  <a:cubicBezTo>
                    <a:pt x="255" y="38"/>
                    <a:pt x="255" y="37"/>
                    <a:pt x="255" y="37"/>
                  </a:cubicBezTo>
                  <a:cubicBezTo>
                    <a:pt x="255" y="37"/>
                    <a:pt x="255" y="37"/>
                    <a:pt x="255" y="37"/>
                  </a:cubicBezTo>
                  <a:cubicBezTo>
                    <a:pt x="259" y="38"/>
                    <a:pt x="259" y="38"/>
                    <a:pt x="259" y="38"/>
                  </a:cubicBezTo>
                  <a:cubicBezTo>
                    <a:pt x="259" y="39"/>
                    <a:pt x="259" y="39"/>
                    <a:pt x="259" y="39"/>
                  </a:cubicBezTo>
                  <a:cubicBezTo>
                    <a:pt x="258" y="39"/>
                    <a:pt x="257" y="39"/>
                    <a:pt x="256" y="39"/>
                  </a:cubicBezTo>
                  <a:cubicBezTo>
                    <a:pt x="255" y="39"/>
                    <a:pt x="254" y="40"/>
                    <a:pt x="254" y="41"/>
                  </a:cubicBezTo>
                  <a:cubicBezTo>
                    <a:pt x="254" y="43"/>
                    <a:pt x="254" y="44"/>
                    <a:pt x="254" y="45"/>
                  </a:cubicBezTo>
                  <a:cubicBezTo>
                    <a:pt x="255" y="47"/>
                    <a:pt x="256" y="47"/>
                    <a:pt x="258" y="48"/>
                  </a:cubicBezTo>
                  <a:cubicBezTo>
                    <a:pt x="260" y="49"/>
                    <a:pt x="261" y="49"/>
                    <a:pt x="263" y="49"/>
                  </a:cubicBezTo>
                  <a:cubicBezTo>
                    <a:pt x="264" y="48"/>
                    <a:pt x="265" y="47"/>
                    <a:pt x="266" y="46"/>
                  </a:cubicBezTo>
                  <a:cubicBezTo>
                    <a:pt x="266" y="45"/>
                    <a:pt x="266" y="43"/>
                    <a:pt x="266" y="42"/>
                  </a:cubicBezTo>
                  <a:cubicBezTo>
                    <a:pt x="266" y="42"/>
                    <a:pt x="266" y="41"/>
                    <a:pt x="266" y="40"/>
                  </a:cubicBezTo>
                  <a:cubicBezTo>
                    <a:pt x="266" y="40"/>
                    <a:pt x="266" y="40"/>
                    <a:pt x="266" y="40"/>
                  </a:cubicBezTo>
                  <a:close/>
                  <a:moveTo>
                    <a:pt x="270" y="30"/>
                  </a:moveTo>
                  <a:cubicBezTo>
                    <a:pt x="269" y="34"/>
                    <a:pt x="269" y="34"/>
                    <a:pt x="269" y="34"/>
                  </a:cubicBezTo>
                  <a:cubicBezTo>
                    <a:pt x="269" y="34"/>
                    <a:pt x="269" y="34"/>
                    <a:pt x="269" y="34"/>
                  </a:cubicBezTo>
                  <a:cubicBezTo>
                    <a:pt x="269" y="33"/>
                    <a:pt x="269" y="33"/>
                    <a:pt x="268" y="32"/>
                  </a:cubicBezTo>
                  <a:cubicBezTo>
                    <a:pt x="263" y="31"/>
                    <a:pt x="263" y="31"/>
                    <a:pt x="263" y="31"/>
                  </a:cubicBezTo>
                  <a:cubicBezTo>
                    <a:pt x="262" y="31"/>
                    <a:pt x="261" y="31"/>
                    <a:pt x="261" y="32"/>
                  </a:cubicBezTo>
                  <a:cubicBezTo>
                    <a:pt x="260" y="33"/>
                    <a:pt x="261" y="33"/>
                    <a:pt x="261" y="34"/>
                  </a:cubicBezTo>
                  <a:cubicBezTo>
                    <a:pt x="266" y="36"/>
                    <a:pt x="266" y="36"/>
                    <a:pt x="266" y="36"/>
                  </a:cubicBezTo>
                  <a:cubicBezTo>
                    <a:pt x="267" y="36"/>
                    <a:pt x="268" y="36"/>
                    <a:pt x="268" y="35"/>
                  </a:cubicBezTo>
                  <a:cubicBezTo>
                    <a:pt x="268" y="35"/>
                    <a:pt x="268" y="35"/>
                    <a:pt x="268" y="35"/>
                  </a:cubicBezTo>
                  <a:cubicBezTo>
                    <a:pt x="267" y="39"/>
                    <a:pt x="267" y="39"/>
                    <a:pt x="267" y="39"/>
                  </a:cubicBezTo>
                  <a:cubicBezTo>
                    <a:pt x="267" y="39"/>
                    <a:pt x="267" y="39"/>
                    <a:pt x="267" y="39"/>
                  </a:cubicBezTo>
                  <a:cubicBezTo>
                    <a:pt x="267" y="38"/>
                    <a:pt x="267" y="38"/>
                    <a:pt x="266" y="37"/>
                  </a:cubicBezTo>
                  <a:cubicBezTo>
                    <a:pt x="256" y="35"/>
                    <a:pt x="256" y="35"/>
                    <a:pt x="256" y="35"/>
                  </a:cubicBezTo>
                  <a:cubicBezTo>
                    <a:pt x="256" y="35"/>
                    <a:pt x="255" y="35"/>
                    <a:pt x="255" y="35"/>
                  </a:cubicBezTo>
                  <a:cubicBezTo>
                    <a:pt x="255" y="35"/>
                    <a:pt x="255" y="35"/>
                    <a:pt x="255" y="35"/>
                  </a:cubicBezTo>
                  <a:cubicBezTo>
                    <a:pt x="254" y="35"/>
                    <a:pt x="254" y="35"/>
                    <a:pt x="254" y="35"/>
                  </a:cubicBezTo>
                  <a:cubicBezTo>
                    <a:pt x="254" y="35"/>
                    <a:pt x="254" y="34"/>
                    <a:pt x="254" y="32"/>
                  </a:cubicBezTo>
                  <a:cubicBezTo>
                    <a:pt x="260" y="34"/>
                    <a:pt x="260" y="34"/>
                    <a:pt x="260" y="34"/>
                  </a:cubicBezTo>
                  <a:cubicBezTo>
                    <a:pt x="260" y="33"/>
                    <a:pt x="259" y="31"/>
                    <a:pt x="260" y="31"/>
                  </a:cubicBezTo>
                  <a:cubicBezTo>
                    <a:pt x="260" y="29"/>
                    <a:pt x="261" y="28"/>
                    <a:pt x="263" y="29"/>
                  </a:cubicBezTo>
                  <a:cubicBezTo>
                    <a:pt x="268" y="30"/>
                    <a:pt x="268" y="30"/>
                    <a:pt x="268" y="30"/>
                  </a:cubicBezTo>
                  <a:cubicBezTo>
                    <a:pt x="270" y="31"/>
                    <a:pt x="270" y="31"/>
                    <a:pt x="270" y="30"/>
                  </a:cubicBezTo>
                  <a:cubicBezTo>
                    <a:pt x="270" y="30"/>
                    <a:pt x="270" y="30"/>
                    <a:pt x="270" y="30"/>
                  </a:cubicBezTo>
                  <a:close/>
                  <a:moveTo>
                    <a:pt x="259" y="22"/>
                  </a:moveTo>
                  <a:cubicBezTo>
                    <a:pt x="259" y="22"/>
                    <a:pt x="259" y="22"/>
                    <a:pt x="260" y="23"/>
                  </a:cubicBezTo>
                  <a:cubicBezTo>
                    <a:pt x="260" y="23"/>
                    <a:pt x="260" y="23"/>
                    <a:pt x="260" y="23"/>
                  </a:cubicBezTo>
                  <a:cubicBezTo>
                    <a:pt x="259" y="24"/>
                    <a:pt x="260" y="24"/>
                    <a:pt x="259" y="24"/>
                  </a:cubicBezTo>
                  <a:cubicBezTo>
                    <a:pt x="259" y="24"/>
                    <a:pt x="259" y="25"/>
                    <a:pt x="258" y="24"/>
                  </a:cubicBezTo>
                  <a:cubicBezTo>
                    <a:pt x="258" y="24"/>
                    <a:pt x="258" y="24"/>
                    <a:pt x="258" y="24"/>
                  </a:cubicBezTo>
                  <a:cubicBezTo>
                    <a:pt x="258" y="23"/>
                    <a:pt x="257" y="23"/>
                    <a:pt x="258" y="23"/>
                  </a:cubicBezTo>
                  <a:cubicBezTo>
                    <a:pt x="258" y="23"/>
                    <a:pt x="258" y="23"/>
                    <a:pt x="258" y="22"/>
                  </a:cubicBezTo>
                  <a:cubicBezTo>
                    <a:pt x="258" y="22"/>
                    <a:pt x="258" y="22"/>
                    <a:pt x="259" y="22"/>
                  </a:cubicBezTo>
                  <a:close/>
                  <a:moveTo>
                    <a:pt x="272" y="23"/>
                  </a:moveTo>
                  <a:cubicBezTo>
                    <a:pt x="271" y="28"/>
                    <a:pt x="271" y="28"/>
                    <a:pt x="271" y="28"/>
                  </a:cubicBezTo>
                  <a:cubicBezTo>
                    <a:pt x="270" y="28"/>
                    <a:pt x="270" y="28"/>
                    <a:pt x="270" y="28"/>
                  </a:cubicBezTo>
                  <a:cubicBezTo>
                    <a:pt x="270" y="27"/>
                    <a:pt x="270" y="26"/>
                    <a:pt x="269" y="26"/>
                  </a:cubicBezTo>
                  <a:cubicBezTo>
                    <a:pt x="264" y="25"/>
                    <a:pt x="264" y="25"/>
                    <a:pt x="264" y="25"/>
                  </a:cubicBezTo>
                  <a:cubicBezTo>
                    <a:pt x="263" y="25"/>
                    <a:pt x="262" y="25"/>
                    <a:pt x="262" y="26"/>
                  </a:cubicBezTo>
                  <a:cubicBezTo>
                    <a:pt x="262" y="26"/>
                    <a:pt x="262" y="26"/>
                    <a:pt x="262" y="27"/>
                  </a:cubicBezTo>
                  <a:cubicBezTo>
                    <a:pt x="262" y="27"/>
                    <a:pt x="262" y="27"/>
                    <a:pt x="262" y="27"/>
                  </a:cubicBezTo>
                  <a:cubicBezTo>
                    <a:pt x="262" y="23"/>
                    <a:pt x="262" y="23"/>
                    <a:pt x="262" y="23"/>
                  </a:cubicBezTo>
                  <a:cubicBezTo>
                    <a:pt x="269" y="24"/>
                    <a:pt x="269" y="24"/>
                    <a:pt x="269" y="24"/>
                  </a:cubicBezTo>
                  <a:cubicBezTo>
                    <a:pt x="271" y="25"/>
                    <a:pt x="271" y="24"/>
                    <a:pt x="272" y="23"/>
                  </a:cubicBezTo>
                  <a:cubicBezTo>
                    <a:pt x="272" y="23"/>
                    <a:pt x="272" y="23"/>
                    <a:pt x="272" y="23"/>
                  </a:cubicBezTo>
                  <a:close/>
                  <a:moveTo>
                    <a:pt x="273" y="12"/>
                  </a:moveTo>
                  <a:cubicBezTo>
                    <a:pt x="273" y="16"/>
                    <a:pt x="273" y="16"/>
                    <a:pt x="273" y="16"/>
                  </a:cubicBezTo>
                  <a:cubicBezTo>
                    <a:pt x="272" y="16"/>
                    <a:pt x="272" y="16"/>
                    <a:pt x="272" y="16"/>
                  </a:cubicBezTo>
                  <a:cubicBezTo>
                    <a:pt x="272" y="15"/>
                    <a:pt x="272" y="15"/>
                    <a:pt x="271" y="15"/>
                  </a:cubicBezTo>
                  <a:cubicBezTo>
                    <a:pt x="266" y="14"/>
                    <a:pt x="266" y="14"/>
                    <a:pt x="266" y="14"/>
                  </a:cubicBezTo>
                  <a:cubicBezTo>
                    <a:pt x="266" y="14"/>
                    <a:pt x="266" y="14"/>
                    <a:pt x="265" y="14"/>
                  </a:cubicBezTo>
                  <a:cubicBezTo>
                    <a:pt x="265" y="15"/>
                    <a:pt x="265" y="15"/>
                    <a:pt x="265" y="15"/>
                  </a:cubicBezTo>
                  <a:cubicBezTo>
                    <a:pt x="265" y="16"/>
                    <a:pt x="265" y="17"/>
                    <a:pt x="266" y="18"/>
                  </a:cubicBezTo>
                  <a:cubicBezTo>
                    <a:pt x="271" y="19"/>
                    <a:pt x="271" y="19"/>
                    <a:pt x="271" y="19"/>
                  </a:cubicBezTo>
                  <a:cubicBezTo>
                    <a:pt x="272" y="19"/>
                    <a:pt x="272" y="18"/>
                    <a:pt x="273" y="17"/>
                  </a:cubicBezTo>
                  <a:cubicBezTo>
                    <a:pt x="273" y="17"/>
                    <a:pt x="273" y="17"/>
                    <a:pt x="273" y="17"/>
                  </a:cubicBezTo>
                  <a:cubicBezTo>
                    <a:pt x="273" y="22"/>
                    <a:pt x="273" y="22"/>
                    <a:pt x="273" y="22"/>
                  </a:cubicBezTo>
                  <a:cubicBezTo>
                    <a:pt x="272" y="22"/>
                    <a:pt x="272" y="22"/>
                    <a:pt x="272" y="22"/>
                  </a:cubicBezTo>
                  <a:cubicBezTo>
                    <a:pt x="272" y="21"/>
                    <a:pt x="272" y="21"/>
                    <a:pt x="271" y="20"/>
                  </a:cubicBezTo>
                  <a:cubicBezTo>
                    <a:pt x="265" y="19"/>
                    <a:pt x="265" y="19"/>
                    <a:pt x="265" y="19"/>
                  </a:cubicBezTo>
                  <a:cubicBezTo>
                    <a:pt x="265" y="19"/>
                    <a:pt x="264" y="19"/>
                    <a:pt x="264" y="19"/>
                  </a:cubicBezTo>
                  <a:cubicBezTo>
                    <a:pt x="264" y="19"/>
                    <a:pt x="264" y="20"/>
                    <a:pt x="264" y="21"/>
                  </a:cubicBezTo>
                  <a:cubicBezTo>
                    <a:pt x="264" y="21"/>
                    <a:pt x="264" y="21"/>
                    <a:pt x="264" y="21"/>
                  </a:cubicBezTo>
                  <a:cubicBezTo>
                    <a:pt x="263" y="17"/>
                    <a:pt x="263" y="17"/>
                    <a:pt x="263" y="17"/>
                  </a:cubicBezTo>
                  <a:cubicBezTo>
                    <a:pt x="265" y="18"/>
                    <a:pt x="265" y="18"/>
                    <a:pt x="265" y="18"/>
                  </a:cubicBezTo>
                  <a:cubicBezTo>
                    <a:pt x="264" y="17"/>
                    <a:pt x="263" y="16"/>
                    <a:pt x="264" y="15"/>
                  </a:cubicBezTo>
                  <a:cubicBezTo>
                    <a:pt x="264" y="13"/>
                    <a:pt x="265" y="12"/>
                    <a:pt x="267" y="13"/>
                  </a:cubicBezTo>
                  <a:cubicBezTo>
                    <a:pt x="272" y="13"/>
                    <a:pt x="272" y="13"/>
                    <a:pt x="272" y="13"/>
                  </a:cubicBezTo>
                  <a:cubicBezTo>
                    <a:pt x="272" y="13"/>
                    <a:pt x="273" y="13"/>
                    <a:pt x="273" y="12"/>
                  </a:cubicBezTo>
                  <a:cubicBezTo>
                    <a:pt x="273" y="12"/>
                    <a:pt x="273" y="12"/>
                    <a:pt x="273" y="12"/>
                  </a:cubicBezTo>
                  <a:close/>
                  <a:moveTo>
                    <a:pt x="273" y="1"/>
                  </a:moveTo>
                  <a:cubicBezTo>
                    <a:pt x="273" y="2"/>
                    <a:pt x="273" y="2"/>
                    <a:pt x="274" y="2"/>
                  </a:cubicBezTo>
                  <a:cubicBezTo>
                    <a:pt x="274" y="3"/>
                    <a:pt x="274" y="3"/>
                    <a:pt x="274" y="3"/>
                  </a:cubicBezTo>
                  <a:cubicBezTo>
                    <a:pt x="274" y="4"/>
                    <a:pt x="274" y="4"/>
                    <a:pt x="272" y="5"/>
                  </a:cubicBezTo>
                  <a:cubicBezTo>
                    <a:pt x="273" y="5"/>
                    <a:pt x="273" y="5"/>
                    <a:pt x="274" y="6"/>
                  </a:cubicBezTo>
                  <a:cubicBezTo>
                    <a:pt x="274" y="7"/>
                    <a:pt x="274" y="7"/>
                    <a:pt x="274" y="7"/>
                  </a:cubicBezTo>
                  <a:cubicBezTo>
                    <a:pt x="274" y="8"/>
                    <a:pt x="274" y="9"/>
                    <a:pt x="273" y="9"/>
                  </a:cubicBezTo>
                  <a:cubicBezTo>
                    <a:pt x="273" y="9"/>
                    <a:pt x="272" y="10"/>
                    <a:pt x="272" y="10"/>
                  </a:cubicBezTo>
                  <a:cubicBezTo>
                    <a:pt x="270" y="10"/>
                    <a:pt x="270" y="9"/>
                    <a:pt x="269" y="8"/>
                  </a:cubicBezTo>
                  <a:cubicBezTo>
                    <a:pt x="268" y="7"/>
                    <a:pt x="268" y="6"/>
                    <a:pt x="268" y="5"/>
                  </a:cubicBezTo>
                  <a:cubicBezTo>
                    <a:pt x="267" y="5"/>
                    <a:pt x="267" y="5"/>
                    <a:pt x="267" y="5"/>
                  </a:cubicBezTo>
                  <a:cubicBezTo>
                    <a:pt x="265" y="5"/>
                    <a:pt x="264" y="5"/>
                    <a:pt x="264" y="6"/>
                  </a:cubicBezTo>
                  <a:cubicBezTo>
                    <a:pt x="264" y="7"/>
                    <a:pt x="265" y="7"/>
                    <a:pt x="265" y="7"/>
                  </a:cubicBezTo>
                  <a:cubicBezTo>
                    <a:pt x="266" y="7"/>
                    <a:pt x="266" y="7"/>
                    <a:pt x="266" y="7"/>
                  </a:cubicBezTo>
                  <a:cubicBezTo>
                    <a:pt x="266" y="7"/>
                    <a:pt x="266" y="7"/>
                    <a:pt x="266" y="7"/>
                  </a:cubicBezTo>
                  <a:cubicBezTo>
                    <a:pt x="266" y="7"/>
                    <a:pt x="266" y="7"/>
                    <a:pt x="267" y="8"/>
                  </a:cubicBezTo>
                  <a:cubicBezTo>
                    <a:pt x="267" y="8"/>
                    <a:pt x="267" y="8"/>
                    <a:pt x="267" y="9"/>
                  </a:cubicBezTo>
                  <a:cubicBezTo>
                    <a:pt x="267" y="9"/>
                    <a:pt x="267" y="9"/>
                    <a:pt x="267" y="9"/>
                  </a:cubicBezTo>
                  <a:cubicBezTo>
                    <a:pt x="266" y="10"/>
                    <a:pt x="266" y="10"/>
                    <a:pt x="266" y="10"/>
                  </a:cubicBezTo>
                  <a:cubicBezTo>
                    <a:pt x="266" y="10"/>
                    <a:pt x="265" y="9"/>
                    <a:pt x="265" y="9"/>
                  </a:cubicBezTo>
                  <a:cubicBezTo>
                    <a:pt x="264" y="8"/>
                    <a:pt x="264" y="7"/>
                    <a:pt x="264" y="7"/>
                  </a:cubicBezTo>
                  <a:cubicBezTo>
                    <a:pt x="264" y="5"/>
                    <a:pt x="265" y="5"/>
                    <a:pt x="265" y="4"/>
                  </a:cubicBezTo>
                  <a:cubicBezTo>
                    <a:pt x="266" y="4"/>
                    <a:pt x="266" y="3"/>
                    <a:pt x="268" y="3"/>
                  </a:cubicBezTo>
                  <a:cubicBezTo>
                    <a:pt x="272" y="3"/>
                    <a:pt x="272" y="3"/>
                    <a:pt x="272" y="3"/>
                  </a:cubicBezTo>
                  <a:cubicBezTo>
                    <a:pt x="272" y="3"/>
                    <a:pt x="273" y="3"/>
                    <a:pt x="273" y="3"/>
                  </a:cubicBezTo>
                  <a:cubicBezTo>
                    <a:pt x="273" y="3"/>
                    <a:pt x="273" y="3"/>
                    <a:pt x="272" y="2"/>
                  </a:cubicBezTo>
                  <a:cubicBezTo>
                    <a:pt x="273" y="1"/>
                    <a:pt x="273" y="1"/>
                    <a:pt x="273" y="1"/>
                  </a:cubicBezTo>
                  <a:close/>
                  <a:moveTo>
                    <a:pt x="272" y="5"/>
                  </a:moveTo>
                  <a:cubicBezTo>
                    <a:pt x="268" y="5"/>
                    <a:pt x="268" y="5"/>
                    <a:pt x="268" y="5"/>
                  </a:cubicBezTo>
                  <a:cubicBezTo>
                    <a:pt x="269" y="6"/>
                    <a:pt x="269" y="7"/>
                    <a:pt x="269" y="7"/>
                  </a:cubicBezTo>
                  <a:cubicBezTo>
                    <a:pt x="270" y="8"/>
                    <a:pt x="270" y="8"/>
                    <a:pt x="271" y="8"/>
                  </a:cubicBezTo>
                  <a:cubicBezTo>
                    <a:pt x="272" y="8"/>
                    <a:pt x="272" y="8"/>
                    <a:pt x="272" y="7"/>
                  </a:cubicBezTo>
                  <a:cubicBezTo>
                    <a:pt x="273" y="6"/>
                    <a:pt x="272" y="5"/>
                    <a:pt x="272"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1" name="Freeform 41"/>
            <p:cNvSpPr/>
            <p:nvPr/>
          </p:nvSpPr>
          <p:spPr bwMode="auto">
            <a:xfrm>
              <a:off x="8913875" y="4712004"/>
              <a:ext cx="161925" cy="150813"/>
            </a:xfrm>
            <a:custGeom>
              <a:avLst/>
              <a:gdLst>
                <a:gd name="T0" fmla="*/ 86 w 108"/>
                <a:gd name="T1" fmla="*/ 99 h 100"/>
                <a:gd name="T2" fmla="*/ 46 w 108"/>
                <a:gd name="T3" fmla="*/ 0 h 100"/>
                <a:gd name="T4" fmla="*/ 56 w 108"/>
                <a:gd name="T5" fmla="*/ 58 h 100"/>
                <a:gd name="T6" fmla="*/ 0 w 108"/>
                <a:gd name="T7" fmla="*/ 100 h 100"/>
                <a:gd name="T8" fmla="*/ 57 w 108"/>
                <a:gd name="T9" fmla="*/ 59 h 100"/>
                <a:gd name="T10" fmla="*/ 65 w 108"/>
                <a:gd name="T11" fmla="*/ 18 h 100"/>
                <a:gd name="T12" fmla="*/ 41 w 108"/>
                <a:gd name="T13" fmla="*/ 97 h 100"/>
                <a:gd name="T14" fmla="*/ 64 w 108"/>
                <a:gd name="T15" fmla="*/ 14 h 100"/>
                <a:gd name="T16" fmla="*/ 65 w 108"/>
                <a:gd name="T17" fmla="*/ 98 h 100"/>
                <a:gd name="T18" fmla="*/ 62 w 108"/>
                <a:gd name="T19" fmla="*/ 9 h 100"/>
                <a:gd name="T20" fmla="*/ 86 w 108"/>
                <a:gd name="T21" fmla="*/ 99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8" h="100">
                  <a:moveTo>
                    <a:pt x="86" y="99"/>
                  </a:moveTo>
                  <a:cubicBezTo>
                    <a:pt x="108" y="48"/>
                    <a:pt x="88" y="16"/>
                    <a:pt x="46" y="0"/>
                  </a:cubicBezTo>
                  <a:cubicBezTo>
                    <a:pt x="71" y="10"/>
                    <a:pt x="66" y="42"/>
                    <a:pt x="56" y="58"/>
                  </a:cubicBezTo>
                  <a:cubicBezTo>
                    <a:pt x="45" y="74"/>
                    <a:pt x="28" y="87"/>
                    <a:pt x="0" y="100"/>
                  </a:cubicBezTo>
                  <a:cubicBezTo>
                    <a:pt x="30" y="88"/>
                    <a:pt x="48" y="73"/>
                    <a:pt x="57" y="59"/>
                  </a:cubicBezTo>
                  <a:cubicBezTo>
                    <a:pt x="65" y="44"/>
                    <a:pt x="67" y="32"/>
                    <a:pt x="65" y="18"/>
                  </a:cubicBezTo>
                  <a:cubicBezTo>
                    <a:pt x="78" y="47"/>
                    <a:pt x="67" y="72"/>
                    <a:pt x="41" y="97"/>
                  </a:cubicBezTo>
                  <a:cubicBezTo>
                    <a:pt x="71" y="71"/>
                    <a:pt x="81" y="43"/>
                    <a:pt x="64" y="14"/>
                  </a:cubicBezTo>
                  <a:cubicBezTo>
                    <a:pt x="89" y="42"/>
                    <a:pt x="82" y="72"/>
                    <a:pt x="65" y="98"/>
                  </a:cubicBezTo>
                  <a:cubicBezTo>
                    <a:pt x="86" y="68"/>
                    <a:pt x="90" y="36"/>
                    <a:pt x="62" y="9"/>
                  </a:cubicBezTo>
                  <a:cubicBezTo>
                    <a:pt x="96" y="30"/>
                    <a:pt x="101" y="59"/>
                    <a:pt x="86" y="9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2" name="Freeform 42"/>
            <p:cNvSpPr/>
            <p:nvPr/>
          </p:nvSpPr>
          <p:spPr bwMode="auto">
            <a:xfrm>
              <a:off x="8942450" y="4694541"/>
              <a:ext cx="49213" cy="20638"/>
            </a:xfrm>
            <a:custGeom>
              <a:avLst/>
              <a:gdLst>
                <a:gd name="T0" fmla="*/ 19 w 33"/>
                <a:gd name="T1" fmla="*/ 14 h 14"/>
                <a:gd name="T2" fmla="*/ 0 w 33"/>
                <a:gd name="T3" fmla="*/ 0 h 14"/>
                <a:gd name="T4" fmla="*/ 33 w 33"/>
                <a:gd name="T5" fmla="*/ 5 h 14"/>
                <a:gd name="T6" fmla="*/ 18 w 33"/>
                <a:gd name="T7" fmla="*/ 6 h 14"/>
                <a:gd name="T8" fmla="*/ 19 w 33"/>
                <a:gd name="T9" fmla="*/ 14 h 14"/>
              </a:gdLst>
              <a:ahLst/>
              <a:cxnLst>
                <a:cxn ang="0">
                  <a:pos x="T0" y="T1"/>
                </a:cxn>
                <a:cxn ang="0">
                  <a:pos x="T2" y="T3"/>
                </a:cxn>
                <a:cxn ang="0">
                  <a:pos x="T4" y="T5"/>
                </a:cxn>
                <a:cxn ang="0">
                  <a:pos x="T6" y="T7"/>
                </a:cxn>
                <a:cxn ang="0">
                  <a:pos x="T8" y="T9"/>
                </a:cxn>
              </a:cxnLst>
              <a:rect l="0" t="0" r="r" b="b"/>
              <a:pathLst>
                <a:path w="33" h="14">
                  <a:moveTo>
                    <a:pt x="19" y="14"/>
                  </a:moveTo>
                  <a:cubicBezTo>
                    <a:pt x="13" y="8"/>
                    <a:pt x="8" y="4"/>
                    <a:pt x="0" y="0"/>
                  </a:cubicBezTo>
                  <a:cubicBezTo>
                    <a:pt x="11" y="0"/>
                    <a:pt x="25" y="3"/>
                    <a:pt x="33" y="5"/>
                  </a:cubicBezTo>
                  <a:cubicBezTo>
                    <a:pt x="24" y="4"/>
                    <a:pt x="20" y="5"/>
                    <a:pt x="18" y="6"/>
                  </a:cubicBezTo>
                  <a:cubicBezTo>
                    <a:pt x="16" y="8"/>
                    <a:pt x="17" y="10"/>
                    <a:pt x="19"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3" name="Freeform 43"/>
            <p:cNvSpPr/>
            <p:nvPr/>
          </p:nvSpPr>
          <p:spPr bwMode="auto">
            <a:xfrm>
              <a:off x="8867838" y="4856466"/>
              <a:ext cx="195263" cy="30163"/>
            </a:xfrm>
            <a:custGeom>
              <a:avLst/>
              <a:gdLst>
                <a:gd name="T0" fmla="*/ 70 w 131"/>
                <a:gd name="T1" fmla="*/ 20 h 20"/>
                <a:gd name="T2" fmla="*/ 77 w 131"/>
                <a:gd name="T3" fmla="*/ 12 h 20"/>
                <a:gd name="T4" fmla="*/ 100 w 131"/>
                <a:gd name="T5" fmla="*/ 12 h 20"/>
                <a:gd name="T6" fmla="*/ 131 w 131"/>
                <a:gd name="T7" fmla="*/ 14 h 20"/>
                <a:gd name="T8" fmla="*/ 124 w 131"/>
                <a:gd name="T9" fmla="*/ 8 h 20"/>
                <a:gd name="T10" fmla="*/ 101 w 131"/>
                <a:gd name="T11" fmla="*/ 5 h 20"/>
                <a:gd name="T12" fmla="*/ 77 w 131"/>
                <a:gd name="T13" fmla="*/ 0 h 20"/>
                <a:gd name="T14" fmla="*/ 65 w 131"/>
                <a:gd name="T15" fmla="*/ 12 h 20"/>
                <a:gd name="T16" fmla="*/ 53 w 131"/>
                <a:gd name="T17" fmla="*/ 0 h 20"/>
                <a:gd name="T18" fmla="*/ 30 w 131"/>
                <a:gd name="T19" fmla="*/ 5 h 20"/>
                <a:gd name="T20" fmla="*/ 7 w 131"/>
                <a:gd name="T21" fmla="*/ 8 h 20"/>
                <a:gd name="T22" fmla="*/ 0 w 131"/>
                <a:gd name="T23" fmla="*/ 14 h 20"/>
                <a:gd name="T24" fmla="*/ 31 w 131"/>
                <a:gd name="T25" fmla="*/ 12 h 20"/>
                <a:gd name="T26" fmla="*/ 54 w 131"/>
                <a:gd name="T27" fmla="*/ 12 h 20"/>
                <a:gd name="T28" fmla="*/ 61 w 131"/>
                <a:gd name="T29" fmla="*/ 20 h 20"/>
                <a:gd name="T30" fmla="*/ 70 w 131"/>
                <a:gd name="T31"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31" h="20">
                  <a:moveTo>
                    <a:pt x="70" y="20"/>
                  </a:moveTo>
                  <a:cubicBezTo>
                    <a:pt x="70" y="16"/>
                    <a:pt x="71" y="14"/>
                    <a:pt x="77" y="12"/>
                  </a:cubicBezTo>
                  <a:cubicBezTo>
                    <a:pt x="83" y="10"/>
                    <a:pt x="89" y="11"/>
                    <a:pt x="100" y="12"/>
                  </a:cubicBezTo>
                  <a:cubicBezTo>
                    <a:pt x="111" y="14"/>
                    <a:pt x="120" y="15"/>
                    <a:pt x="131" y="14"/>
                  </a:cubicBezTo>
                  <a:cubicBezTo>
                    <a:pt x="127" y="12"/>
                    <a:pt x="126" y="10"/>
                    <a:pt x="124" y="8"/>
                  </a:cubicBezTo>
                  <a:cubicBezTo>
                    <a:pt x="115" y="8"/>
                    <a:pt x="109" y="7"/>
                    <a:pt x="101" y="5"/>
                  </a:cubicBezTo>
                  <a:cubicBezTo>
                    <a:pt x="93" y="2"/>
                    <a:pt x="83" y="0"/>
                    <a:pt x="77" y="0"/>
                  </a:cubicBezTo>
                  <a:cubicBezTo>
                    <a:pt x="71" y="1"/>
                    <a:pt x="67" y="4"/>
                    <a:pt x="65" y="12"/>
                  </a:cubicBezTo>
                  <a:cubicBezTo>
                    <a:pt x="63" y="4"/>
                    <a:pt x="59" y="1"/>
                    <a:pt x="53" y="0"/>
                  </a:cubicBezTo>
                  <a:cubicBezTo>
                    <a:pt x="47" y="0"/>
                    <a:pt x="38" y="2"/>
                    <a:pt x="30" y="5"/>
                  </a:cubicBezTo>
                  <a:cubicBezTo>
                    <a:pt x="22" y="7"/>
                    <a:pt x="16" y="8"/>
                    <a:pt x="7" y="8"/>
                  </a:cubicBezTo>
                  <a:cubicBezTo>
                    <a:pt x="5" y="10"/>
                    <a:pt x="4" y="12"/>
                    <a:pt x="0" y="14"/>
                  </a:cubicBezTo>
                  <a:cubicBezTo>
                    <a:pt x="11" y="15"/>
                    <a:pt x="20" y="14"/>
                    <a:pt x="31" y="12"/>
                  </a:cubicBezTo>
                  <a:cubicBezTo>
                    <a:pt x="41" y="11"/>
                    <a:pt x="48" y="10"/>
                    <a:pt x="54" y="12"/>
                  </a:cubicBezTo>
                  <a:cubicBezTo>
                    <a:pt x="60" y="14"/>
                    <a:pt x="61" y="16"/>
                    <a:pt x="61" y="20"/>
                  </a:cubicBezTo>
                  <a:cubicBezTo>
                    <a:pt x="70" y="20"/>
                    <a:pt x="70" y="20"/>
                    <a:pt x="70" y="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4" name="Freeform 44"/>
            <p:cNvSpPr>
              <a:spLocks noEditPoints="1"/>
            </p:cNvSpPr>
            <p:nvPr/>
          </p:nvSpPr>
          <p:spPr bwMode="auto">
            <a:xfrm>
              <a:off x="8840850" y="4681841"/>
              <a:ext cx="252413" cy="257175"/>
            </a:xfrm>
            <a:custGeom>
              <a:avLst/>
              <a:gdLst>
                <a:gd name="T0" fmla="*/ 85 w 170"/>
                <a:gd name="T1" fmla="*/ 0 h 171"/>
                <a:gd name="T2" fmla="*/ 0 w 170"/>
                <a:gd name="T3" fmla="*/ 86 h 171"/>
                <a:gd name="T4" fmla="*/ 85 w 170"/>
                <a:gd name="T5" fmla="*/ 171 h 171"/>
                <a:gd name="T6" fmla="*/ 170 w 170"/>
                <a:gd name="T7" fmla="*/ 86 h 171"/>
                <a:gd name="T8" fmla="*/ 85 w 170"/>
                <a:gd name="T9" fmla="*/ 0 h 171"/>
                <a:gd name="T10" fmla="*/ 85 w 170"/>
                <a:gd name="T11" fmla="*/ 168 h 171"/>
                <a:gd name="T12" fmla="*/ 2 w 170"/>
                <a:gd name="T13" fmla="*/ 85 h 171"/>
                <a:gd name="T14" fmla="*/ 85 w 170"/>
                <a:gd name="T15" fmla="*/ 3 h 171"/>
                <a:gd name="T16" fmla="*/ 167 w 170"/>
                <a:gd name="T17" fmla="*/ 85 h 171"/>
                <a:gd name="T18" fmla="*/ 85 w 170"/>
                <a:gd name="T19" fmla="*/ 168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0" h="171">
                  <a:moveTo>
                    <a:pt x="85" y="0"/>
                  </a:moveTo>
                  <a:cubicBezTo>
                    <a:pt x="38" y="0"/>
                    <a:pt x="0" y="38"/>
                    <a:pt x="0" y="86"/>
                  </a:cubicBezTo>
                  <a:cubicBezTo>
                    <a:pt x="0" y="132"/>
                    <a:pt x="38" y="171"/>
                    <a:pt x="85" y="171"/>
                  </a:cubicBezTo>
                  <a:cubicBezTo>
                    <a:pt x="132" y="171"/>
                    <a:pt x="170" y="133"/>
                    <a:pt x="170" y="86"/>
                  </a:cubicBezTo>
                  <a:cubicBezTo>
                    <a:pt x="170" y="38"/>
                    <a:pt x="132" y="0"/>
                    <a:pt x="85" y="0"/>
                  </a:cubicBezTo>
                  <a:close/>
                  <a:moveTo>
                    <a:pt x="85" y="168"/>
                  </a:moveTo>
                  <a:cubicBezTo>
                    <a:pt x="39" y="168"/>
                    <a:pt x="2" y="131"/>
                    <a:pt x="2" y="85"/>
                  </a:cubicBezTo>
                  <a:cubicBezTo>
                    <a:pt x="2" y="40"/>
                    <a:pt x="39" y="3"/>
                    <a:pt x="85" y="3"/>
                  </a:cubicBezTo>
                  <a:cubicBezTo>
                    <a:pt x="130" y="3"/>
                    <a:pt x="167" y="40"/>
                    <a:pt x="167" y="85"/>
                  </a:cubicBezTo>
                  <a:cubicBezTo>
                    <a:pt x="167" y="131"/>
                    <a:pt x="130" y="168"/>
                    <a:pt x="85" y="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5" name="Freeform 45"/>
            <p:cNvSpPr>
              <a:spLocks noEditPoints="1"/>
            </p:cNvSpPr>
            <p:nvPr/>
          </p:nvSpPr>
          <p:spPr bwMode="auto">
            <a:xfrm>
              <a:off x="9091675" y="4667554"/>
              <a:ext cx="39688" cy="36513"/>
            </a:xfrm>
            <a:custGeom>
              <a:avLst/>
              <a:gdLst>
                <a:gd name="T0" fmla="*/ 13 w 26"/>
                <a:gd name="T1" fmla="*/ 16 h 25"/>
                <a:gd name="T2" fmla="*/ 11 w 26"/>
                <a:gd name="T3" fmla="*/ 25 h 25"/>
                <a:gd name="T4" fmla="*/ 7 w 26"/>
                <a:gd name="T5" fmla="*/ 24 h 25"/>
                <a:gd name="T6" fmla="*/ 9 w 26"/>
                <a:gd name="T7" fmla="*/ 19 h 25"/>
                <a:gd name="T8" fmla="*/ 10 w 26"/>
                <a:gd name="T9" fmla="*/ 14 h 25"/>
                <a:gd name="T10" fmla="*/ 10 w 26"/>
                <a:gd name="T11" fmla="*/ 14 h 25"/>
                <a:gd name="T12" fmla="*/ 13 w 26"/>
                <a:gd name="T13" fmla="*/ 16 h 25"/>
                <a:gd name="T14" fmla="*/ 25 w 26"/>
                <a:gd name="T15" fmla="*/ 0 h 25"/>
                <a:gd name="T16" fmla="*/ 26 w 26"/>
                <a:gd name="T17" fmla="*/ 2 h 25"/>
                <a:gd name="T18" fmla="*/ 21 w 26"/>
                <a:gd name="T19" fmla="*/ 7 h 25"/>
                <a:gd name="T20" fmla="*/ 18 w 26"/>
                <a:gd name="T21" fmla="*/ 9 h 25"/>
                <a:gd name="T22" fmla="*/ 22 w 26"/>
                <a:gd name="T23" fmla="*/ 11 h 25"/>
                <a:gd name="T24" fmla="*/ 22 w 26"/>
                <a:gd name="T25" fmla="*/ 11 h 25"/>
                <a:gd name="T26" fmla="*/ 23 w 26"/>
                <a:gd name="T27" fmla="*/ 9 h 25"/>
                <a:gd name="T28" fmla="*/ 23 w 26"/>
                <a:gd name="T29" fmla="*/ 9 h 25"/>
                <a:gd name="T30" fmla="*/ 24 w 26"/>
                <a:gd name="T31" fmla="*/ 9 h 25"/>
                <a:gd name="T32" fmla="*/ 25 w 26"/>
                <a:gd name="T33" fmla="*/ 14 h 25"/>
                <a:gd name="T34" fmla="*/ 26 w 26"/>
                <a:gd name="T35" fmla="*/ 15 h 25"/>
                <a:gd name="T36" fmla="*/ 26 w 26"/>
                <a:gd name="T37" fmla="*/ 16 h 25"/>
                <a:gd name="T38" fmla="*/ 25 w 26"/>
                <a:gd name="T39" fmla="*/ 16 h 25"/>
                <a:gd name="T40" fmla="*/ 23 w 26"/>
                <a:gd name="T41" fmla="*/ 16 h 25"/>
                <a:gd name="T42" fmla="*/ 22 w 26"/>
                <a:gd name="T43" fmla="*/ 15 h 25"/>
                <a:gd name="T44" fmla="*/ 13 w 26"/>
                <a:gd name="T45" fmla="*/ 11 h 25"/>
                <a:gd name="T46" fmla="*/ 4 w 26"/>
                <a:gd name="T47" fmla="*/ 13 h 25"/>
                <a:gd name="T48" fmla="*/ 2 w 26"/>
                <a:gd name="T49" fmla="*/ 8 h 25"/>
                <a:gd name="T50" fmla="*/ 2 w 26"/>
                <a:gd name="T51" fmla="*/ 8 h 25"/>
                <a:gd name="T52" fmla="*/ 3 w 26"/>
                <a:gd name="T53" fmla="*/ 8 h 25"/>
                <a:gd name="T54" fmla="*/ 5 w 26"/>
                <a:gd name="T55" fmla="*/ 10 h 25"/>
                <a:gd name="T56" fmla="*/ 11 w 26"/>
                <a:gd name="T57" fmla="*/ 10 h 25"/>
                <a:gd name="T58" fmla="*/ 11 w 26"/>
                <a:gd name="T59" fmla="*/ 9 h 25"/>
                <a:gd name="T60" fmla="*/ 8 w 26"/>
                <a:gd name="T61" fmla="*/ 3 h 25"/>
                <a:gd name="T62" fmla="*/ 9 w 26"/>
                <a:gd name="T63" fmla="*/ 2 h 25"/>
                <a:gd name="T64" fmla="*/ 10 w 26"/>
                <a:gd name="T65" fmla="*/ 2 h 25"/>
                <a:gd name="T66" fmla="*/ 11 w 26"/>
                <a:gd name="T67" fmla="*/ 5 h 25"/>
                <a:gd name="T68" fmla="*/ 12 w 26"/>
                <a:gd name="T69" fmla="*/ 6 h 25"/>
                <a:gd name="T70" fmla="*/ 15 w 26"/>
                <a:gd name="T71" fmla="*/ 8 h 25"/>
                <a:gd name="T72" fmla="*/ 22 w 26"/>
                <a:gd name="T73" fmla="*/ 2 h 25"/>
                <a:gd name="T74" fmla="*/ 24 w 26"/>
                <a:gd name="T75" fmla="*/ 0 h 25"/>
                <a:gd name="T76" fmla="*/ 25 w 26"/>
                <a:gd name="T77"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6" h="25">
                  <a:moveTo>
                    <a:pt x="13" y="16"/>
                  </a:moveTo>
                  <a:cubicBezTo>
                    <a:pt x="14" y="18"/>
                    <a:pt x="13" y="24"/>
                    <a:pt x="11" y="25"/>
                  </a:cubicBezTo>
                  <a:cubicBezTo>
                    <a:pt x="10" y="25"/>
                    <a:pt x="7" y="25"/>
                    <a:pt x="7" y="24"/>
                  </a:cubicBezTo>
                  <a:cubicBezTo>
                    <a:pt x="7" y="22"/>
                    <a:pt x="8" y="21"/>
                    <a:pt x="9" y="19"/>
                  </a:cubicBezTo>
                  <a:cubicBezTo>
                    <a:pt x="10" y="18"/>
                    <a:pt x="9" y="16"/>
                    <a:pt x="10" y="14"/>
                  </a:cubicBezTo>
                  <a:cubicBezTo>
                    <a:pt x="10" y="14"/>
                    <a:pt x="10" y="14"/>
                    <a:pt x="10" y="14"/>
                  </a:cubicBezTo>
                  <a:cubicBezTo>
                    <a:pt x="11" y="15"/>
                    <a:pt x="12" y="15"/>
                    <a:pt x="13" y="16"/>
                  </a:cubicBezTo>
                  <a:close/>
                  <a:moveTo>
                    <a:pt x="25" y="0"/>
                  </a:moveTo>
                  <a:cubicBezTo>
                    <a:pt x="25" y="0"/>
                    <a:pt x="26" y="1"/>
                    <a:pt x="26" y="2"/>
                  </a:cubicBezTo>
                  <a:cubicBezTo>
                    <a:pt x="26" y="3"/>
                    <a:pt x="23" y="6"/>
                    <a:pt x="21" y="7"/>
                  </a:cubicBezTo>
                  <a:cubicBezTo>
                    <a:pt x="20" y="8"/>
                    <a:pt x="19" y="8"/>
                    <a:pt x="18" y="9"/>
                  </a:cubicBezTo>
                  <a:cubicBezTo>
                    <a:pt x="19" y="10"/>
                    <a:pt x="20" y="11"/>
                    <a:pt x="22" y="11"/>
                  </a:cubicBezTo>
                  <a:cubicBezTo>
                    <a:pt x="22" y="11"/>
                    <a:pt x="22" y="11"/>
                    <a:pt x="22" y="11"/>
                  </a:cubicBezTo>
                  <a:cubicBezTo>
                    <a:pt x="23" y="10"/>
                    <a:pt x="23" y="10"/>
                    <a:pt x="23" y="9"/>
                  </a:cubicBezTo>
                  <a:cubicBezTo>
                    <a:pt x="23" y="9"/>
                    <a:pt x="23" y="9"/>
                    <a:pt x="23" y="9"/>
                  </a:cubicBezTo>
                  <a:cubicBezTo>
                    <a:pt x="23" y="9"/>
                    <a:pt x="23" y="9"/>
                    <a:pt x="24" y="9"/>
                  </a:cubicBezTo>
                  <a:cubicBezTo>
                    <a:pt x="23" y="11"/>
                    <a:pt x="24" y="12"/>
                    <a:pt x="25" y="14"/>
                  </a:cubicBezTo>
                  <a:cubicBezTo>
                    <a:pt x="26" y="14"/>
                    <a:pt x="25" y="15"/>
                    <a:pt x="26" y="15"/>
                  </a:cubicBezTo>
                  <a:cubicBezTo>
                    <a:pt x="26" y="16"/>
                    <a:pt x="26" y="15"/>
                    <a:pt x="26" y="16"/>
                  </a:cubicBezTo>
                  <a:cubicBezTo>
                    <a:pt x="25" y="16"/>
                    <a:pt x="25" y="16"/>
                    <a:pt x="25" y="16"/>
                  </a:cubicBezTo>
                  <a:cubicBezTo>
                    <a:pt x="24" y="16"/>
                    <a:pt x="24" y="16"/>
                    <a:pt x="23" y="16"/>
                  </a:cubicBezTo>
                  <a:cubicBezTo>
                    <a:pt x="23" y="16"/>
                    <a:pt x="22" y="15"/>
                    <a:pt x="22" y="15"/>
                  </a:cubicBezTo>
                  <a:cubicBezTo>
                    <a:pt x="19" y="13"/>
                    <a:pt x="16" y="11"/>
                    <a:pt x="13" y="11"/>
                  </a:cubicBezTo>
                  <a:cubicBezTo>
                    <a:pt x="11" y="12"/>
                    <a:pt x="6" y="14"/>
                    <a:pt x="4" y="13"/>
                  </a:cubicBezTo>
                  <a:cubicBezTo>
                    <a:pt x="2" y="13"/>
                    <a:pt x="0" y="9"/>
                    <a:pt x="2" y="8"/>
                  </a:cubicBezTo>
                  <a:cubicBezTo>
                    <a:pt x="2" y="8"/>
                    <a:pt x="2" y="8"/>
                    <a:pt x="2" y="8"/>
                  </a:cubicBezTo>
                  <a:cubicBezTo>
                    <a:pt x="2" y="8"/>
                    <a:pt x="3" y="8"/>
                    <a:pt x="3" y="8"/>
                  </a:cubicBezTo>
                  <a:cubicBezTo>
                    <a:pt x="4" y="9"/>
                    <a:pt x="5" y="10"/>
                    <a:pt x="5" y="10"/>
                  </a:cubicBezTo>
                  <a:cubicBezTo>
                    <a:pt x="7" y="10"/>
                    <a:pt x="10" y="10"/>
                    <a:pt x="11" y="10"/>
                  </a:cubicBezTo>
                  <a:cubicBezTo>
                    <a:pt x="11" y="9"/>
                    <a:pt x="11" y="9"/>
                    <a:pt x="11" y="9"/>
                  </a:cubicBezTo>
                  <a:cubicBezTo>
                    <a:pt x="9" y="6"/>
                    <a:pt x="7" y="6"/>
                    <a:pt x="8" y="3"/>
                  </a:cubicBezTo>
                  <a:cubicBezTo>
                    <a:pt x="8" y="2"/>
                    <a:pt x="9" y="2"/>
                    <a:pt x="9" y="2"/>
                  </a:cubicBezTo>
                  <a:cubicBezTo>
                    <a:pt x="9" y="2"/>
                    <a:pt x="10" y="2"/>
                    <a:pt x="10" y="2"/>
                  </a:cubicBezTo>
                  <a:cubicBezTo>
                    <a:pt x="10" y="3"/>
                    <a:pt x="11" y="4"/>
                    <a:pt x="11" y="5"/>
                  </a:cubicBezTo>
                  <a:cubicBezTo>
                    <a:pt x="12" y="5"/>
                    <a:pt x="12" y="6"/>
                    <a:pt x="12" y="6"/>
                  </a:cubicBezTo>
                  <a:cubicBezTo>
                    <a:pt x="13" y="6"/>
                    <a:pt x="14" y="8"/>
                    <a:pt x="15" y="8"/>
                  </a:cubicBezTo>
                  <a:cubicBezTo>
                    <a:pt x="16" y="8"/>
                    <a:pt x="21" y="4"/>
                    <a:pt x="22" y="2"/>
                  </a:cubicBezTo>
                  <a:cubicBezTo>
                    <a:pt x="23" y="2"/>
                    <a:pt x="23" y="0"/>
                    <a:pt x="24" y="0"/>
                  </a:cubicBezTo>
                  <a:cubicBezTo>
                    <a:pt x="25" y="0"/>
                    <a:pt x="25" y="0"/>
                    <a:pt x="2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6" name="Freeform 46"/>
            <p:cNvSpPr>
              <a:spLocks noEditPoints="1"/>
            </p:cNvSpPr>
            <p:nvPr/>
          </p:nvSpPr>
          <p:spPr bwMode="auto">
            <a:xfrm>
              <a:off x="9120250" y="4715179"/>
              <a:ext cx="53975" cy="44450"/>
            </a:xfrm>
            <a:custGeom>
              <a:avLst/>
              <a:gdLst>
                <a:gd name="T0" fmla="*/ 32 w 36"/>
                <a:gd name="T1" fmla="*/ 11 h 30"/>
                <a:gd name="T2" fmla="*/ 36 w 36"/>
                <a:gd name="T3" fmla="*/ 16 h 30"/>
                <a:gd name="T4" fmla="*/ 30 w 36"/>
                <a:gd name="T5" fmla="*/ 16 h 30"/>
                <a:gd name="T6" fmla="*/ 26 w 36"/>
                <a:gd name="T7" fmla="*/ 13 h 30"/>
                <a:gd name="T8" fmla="*/ 27 w 36"/>
                <a:gd name="T9" fmla="*/ 16 h 30"/>
                <a:gd name="T10" fmla="*/ 23 w 36"/>
                <a:gd name="T11" fmla="*/ 22 h 30"/>
                <a:gd name="T12" fmla="*/ 14 w 36"/>
                <a:gd name="T13" fmla="*/ 21 h 30"/>
                <a:gd name="T14" fmla="*/ 14 w 36"/>
                <a:gd name="T15" fmla="*/ 24 h 30"/>
                <a:gd name="T16" fmla="*/ 14 w 36"/>
                <a:gd name="T17" fmla="*/ 30 h 30"/>
                <a:gd name="T18" fmla="*/ 10 w 36"/>
                <a:gd name="T19" fmla="*/ 24 h 30"/>
                <a:gd name="T20" fmla="*/ 1 w 36"/>
                <a:gd name="T21" fmla="*/ 18 h 30"/>
                <a:gd name="T22" fmla="*/ 3 w 36"/>
                <a:gd name="T23" fmla="*/ 19 h 30"/>
                <a:gd name="T24" fmla="*/ 9 w 36"/>
                <a:gd name="T25" fmla="*/ 24 h 30"/>
                <a:gd name="T26" fmla="*/ 9 w 36"/>
                <a:gd name="T27" fmla="*/ 23 h 30"/>
                <a:gd name="T28" fmla="*/ 6 w 36"/>
                <a:gd name="T29" fmla="*/ 20 h 30"/>
                <a:gd name="T30" fmla="*/ 4 w 36"/>
                <a:gd name="T31" fmla="*/ 12 h 30"/>
                <a:gd name="T32" fmla="*/ 8 w 36"/>
                <a:gd name="T33" fmla="*/ 18 h 30"/>
                <a:gd name="T34" fmla="*/ 12 w 36"/>
                <a:gd name="T35" fmla="*/ 20 h 30"/>
                <a:gd name="T36" fmla="*/ 17 w 36"/>
                <a:gd name="T37" fmla="*/ 19 h 30"/>
                <a:gd name="T38" fmla="*/ 14 w 36"/>
                <a:gd name="T39" fmla="*/ 16 h 30"/>
                <a:gd name="T40" fmla="*/ 21 w 36"/>
                <a:gd name="T41" fmla="*/ 20 h 30"/>
                <a:gd name="T42" fmla="*/ 24 w 36"/>
                <a:gd name="T43" fmla="*/ 18 h 30"/>
                <a:gd name="T44" fmla="*/ 14 w 36"/>
                <a:gd name="T45" fmla="*/ 12 h 30"/>
                <a:gd name="T46" fmla="*/ 10 w 36"/>
                <a:gd name="T47" fmla="*/ 14 h 30"/>
                <a:gd name="T48" fmla="*/ 10 w 36"/>
                <a:gd name="T49" fmla="*/ 12 h 30"/>
                <a:gd name="T50" fmla="*/ 14 w 36"/>
                <a:gd name="T51" fmla="*/ 6 h 30"/>
                <a:gd name="T52" fmla="*/ 21 w 36"/>
                <a:gd name="T53" fmla="*/ 10 h 30"/>
                <a:gd name="T54" fmla="*/ 32 w 36"/>
                <a:gd name="T55" fmla="*/ 14 h 30"/>
                <a:gd name="T56" fmla="*/ 32 w 36"/>
                <a:gd name="T57" fmla="*/ 14 h 30"/>
                <a:gd name="T58" fmla="*/ 29 w 36"/>
                <a:gd name="T59" fmla="*/ 6 h 30"/>
                <a:gd name="T60" fmla="*/ 32 w 36"/>
                <a:gd name="T61" fmla="*/ 6 h 30"/>
                <a:gd name="T62" fmla="*/ 34 w 36"/>
                <a:gd name="T63" fmla="*/ 0 h 30"/>
                <a:gd name="T64" fmla="*/ 29 w 36"/>
                <a:gd name="T65"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6" h="30">
                  <a:moveTo>
                    <a:pt x="32" y="6"/>
                  </a:moveTo>
                  <a:cubicBezTo>
                    <a:pt x="33" y="8"/>
                    <a:pt x="31" y="10"/>
                    <a:pt x="32" y="11"/>
                  </a:cubicBezTo>
                  <a:cubicBezTo>
                    <a:pt x="32" y="11"/>
                    <a:pt x="32" y="12"/>
                    <a:pt x="32" y="12"/>
                  </a:cubicBezTo>
                  <a:cubicBezTo>
                    <a:pt x="34" y="12"/>
                    <a:pt x="36" y="14"/>
                    <a:pt x="36" y="16"/>
                  </a:cubicBezTo>
                  <a:cubicBezTo>
                    <a:pt x="36" y="17"/>
                    <a:pt x="34" y="19"/>
                    <a:pt x="33" y="19"/>
                  </a:cubicBezTo>
                  <a:cubicBezTo>
                    <a:pt x="32" y="18"/>
                    <a:pt x="30" y="16"/>
                    <a:pt x="30" y="16"/>
                  </a:cubicBezTo>
                  <a:cubicBezTo>
                    <a:pt x="29" y="14"/>
                    <a:pt x="27" y="14"/>
                    <a:pt x="26" y="13"/>
                  </a:cubicBezTo>
                  <a:cubicBezTo>
                    <a:pt x="26" y="13"/>
                    <a:pt x="26" y="13"/>
                    <a:pt x="26" y="13"/>
                  </a:cubicBezTo>
                  <a:cubicBezTo>
                    <a:pt x="26" y="13"/>
                    <a:pt x="26" y="13"/>
                    <a:pt x="26" y="13"/>
                  </a:cubicBezTo>
                  <a:cubicBezTo>
                    <a:pt x="26" y="14"/>
                    <a:pt x="27" y="14"/>
                    <a:pt x="27" y="16"/>
                  </a:cubicBezTo>
                  <a:cubicBezTo>
                    <a:pt x="27" y="18"/>
                    <a:pt x="28" y="21"/>
                    <a:pt x="24" y="23"/>
                  </a:cubicBezTo>
                  <a:cubicBezTo>
                    <a:pt x="24" y="22"/>
                    <a:pt x="24" y="22"/>
                    <a:pt x="23" y="22"/>
                  </a:cubicBezTo>
                  <a:cubicBezTo>
                    <a:pt x="22" y="22"/>
                    <a:pt x="21" y="20"/>
                    <a:pt x="20" y="20"/>
                  </a:cubicBezTo>
                  <a:cubicBezTo>
                    <a:pt x="19" y="22"/>
                    <a:pt x="16" y="21"/>
                    <a:pt x="14" y="21"/>
                  </a:cubicBezTo>
                  <a:cubicBezTo>
                    <a:pt x="13" y="21"/>
                    <a:pt x="13" y="22"/>
                    <a:pt x="13" y="22"/>
                  </a:cubicBezTo>
                  <a:cubicBezTo>
                    <a:pt x="14" y="22"/>
                    <a:pt x="14" y="23"/>
                    <a:pt x="14" y="24"/>
                  </a:cubicBezTo>
                  <a:cubicBezTo>
                    <a:pt x="15" y="24"/>
                    <a:pt x="18" y="26"/>
                    <a:pt x="18" y="28"/>
                  </a:cubicBezTo>
                  <a:cubicBezTo>
                    <a:pt x="18" y="29"/>
                    <a:pt x="16" y="30"/>
                    <a:pt x="14" y="30"/>
                  </a:cubicBezTo>
                  <a:cubicBezTo>
                    <a:pt x="14" y="28"/>
                    <a:pt x="13" y="26"/>
                    <a:pt x="11" y="25"/>
                  </a:cubicBezTo>
                  <a:cubicBezTo>
                    <a:pt x="10" y="25"/>
                    <a:pt x="11" y="24"/>
                    <a:pt x="10" y="24"/>
                  </a:cubicBezTo>
                  <a:cubicBezTo>
                    <a:pt x="9" y="25"/>
                    <a:pt x="8" y="26"/>
                    <a:pt x="7" y="26"/>
                  </a:cubicBezTo>
                  <a:cubicBezTo>
                    <a:pt x="3" y="25"/>
                    <a:pt x="0" y="22"/>
                    <a:pt x="1" y="18"/>
                  </a:cubicBezTo>
                  <a:cubicBezTo>
                    <a:pt x="2" y="17"/>
                    <a:pt x="2" y="16"/>
                    <a:pt x="2" y="15"/>
                  </a:cubicBezTo>
                  <a:cubicBezTo>
                    <a:pt x="3" y="16"/>
                    <a:pt x="3" y="18"/>
                    <a:pt x="3" y="19"/>
                  </a:cubicBezTo>
                  <a:cubicBezTo>
                    <a:pt x="3" y="19"/>
                    <a:pt x="3" y="20"/>
                    <a:pt x="4" y="20"/>
                  </a:cubicBezTo>
                  <a:cubicBezTo>
                    <a:pt x="5" y="22"/>
                    <a:pt x="7" y="23"/>
                    <a:pt x="9" y="24"/>
                  </a:cubicBezTo>
                  <a:cubicBezTo>
                    <a:pt x="9" y="24"/>
                    <a:pt x="9" y="24"/>
                    <a:pt x="9" y="23"/>
                  </a:cubicBezTo>
                  <a:cubicBezTo>
                    <a:pt x="9" y="23"/>
                    <a:pt x="9" y="23"/>
                    <a:pt x="9" y="23"/>
                  </a:cubicBezTo>
                  <a:cubicBezTo>
                    <a:pt x="9" y="22"/>
                    <a:pt x="8" y="22"/>
                    <a:pt x="8" y="21"/>
                  </a:cubicBezTo>
                  <a:cubicBezTo>
                    <a:pt x="8" y="21"/>
                    <a:pt x="7" y="20"/>
                    <a:pt x="6" y="20"/>
                  </a:cubicBezTo>
                  <a:cubicBezTo>
                    <a:pt x="5" y="19"/>
                    <a:pt x="3" y="14"/>
                    <a:pt x="4" y="13"/>
                  </a:cubicBezTo>
                  <a:cubicBezTo>
                    <a:pt x="4" y="13"/>
                    <a:pt x="4" y="12"/>
                    <a:pt x="4" y="12"/>
                  </a:cubicBezTo>
                  <a:cubicBezTo>
                    <a:pt x="5" y="12"/>
                    <a:pt x="5" y="12"/>
                    <a:pt x="5" y="13"/>
                  </a:cubicBezTo>
                  <a:cubicBezTo>
                    <a:pt x="6" y="14"/>
                    <a:pt x="7" y="16"/>
                    <a:pt x="8" y="18"/>
                  </a:cubicBezTo>
                  <a:cubicBezTo>
                    <a:pt x="9" y="18"/>
                    <a:pt x="10" y="19"/>
                    <a:pt x="11" y="20"/>
                  </a:cubicBezTo>
                  <a:cubicBezTo>
                    <a:pt x="11" y="20"/>
                    <a:pt x="11" y="20"/>
                    <a:pt x="12" y="20"/>
                  </a:cubicBezTo>
                  <a:cubicBezTo>
                    <a:pt x="13" y="19"/>
                    <a:pt x="14" y="19"/>
                    <a:pt x="16" y="19"/>
                  </a:cubicBezTo>
                  <a:cubicBezTo>
                    <a:pt x="16" y="19"/>
                    <a:pt x="17" y="19"/>
                    <a:pt x="17" y="19"/>
                  </a:cubicBezTo>
                  <a:cubicBezTo>
                    <a:pt x="17" y="18"/>
                    <a:pt x="15" y="17"/>
                    <a:pt x="15" y="17"/>
                  </a:cubicBezTo>
                  <a:cubicBezTo>
                    <a:pt x="14" y="16"/>
                    <a:pt x="14" y="16"/>
                    <a:pt x="14" y="16"/>
                  </a:cubicBezTo>
                  <a:cubicBezTo>
                    <a:pt x="16" y="14"/>
                    <a:pt x="17" y="16"/>
                    <a:pt x="19" y="18"/>
                  </a:cubicBezTo>
                  <a:cubicBezTo>
                    <a:pt x="20" y="19"/>
                    <a:pt x="20" y="19"/>
                    <a:pt x="21" y="20"/>
                  </a:cubicBezTo>
                  <a:cubicBezTo>
                    <a:pt x="22" y="20"/>
                    <a:pt x="23" y="21"/>
                    <a:pt x="24" y="20"/>
                  </a:cubicBezTo>
                  <a:cubicBezTo>
                    <a:pt x="24" y="19"/>
                    <a:pt x="24" y="19"/>
                    <a:pt x="24" y="18"/>
                  </a:cubicBezTo>
                  <a:cubicBezTo>
                    <a:pt x="24" y="15"/>
                    <a:pt x="20" y="12"/>
                    <a:pt x="17" y="12"/>
                  </a:cubicBezTo>
                  <a:cubicBezTo>
                    <a:pt x="16" y="11"/>
                    <a:pt x="14" y="10"/>
                    <a:pt x="14" y="12"/>
                  </a:cubicBezTo>
                  <a:cubicBezTo>
                    <a:pt x="14" y="12"/>
                    <a:pt x="13" y="14"/>
                    <a:pt x="13" y="14"/>
                  </a:cubicBezTo>
                  <a:cubicBezTo>
                    <a:pt x="12" y="14"/>
                    <a:pt x="11" y="14"/>
                    <a:pt x="10" y="14"/>
                  </a:cubicBezTo>
                  <a:cubicBezTo>
                    <a:pt x="10" y="14"/>
                    <a:pt x="10" y="14"/>
                    <a:pt x="10" y="14"/>
                  </a:cubicBezTo>
                  <a:cubicBezTo>
                    <a:pt x="10" y="13"/>
                    <a:pt x="10" y="13"/>
                    <a:pt x="10" y="12"/>
                  </a:cubicBezTo>
                  <a:cubicBezTo>
                    <a:pt x="10" y="12"/>
                    <a:pt x="9" y="12"/>
                    <a:pt x="9" y="11"/>
                  </a:cubicBezTo>
                  <a:cubicBezTo>
                    <a:pt x="9" y="10"/>
                    <a:pt x="13" y="6"/>
                    <a:pt x="14" y="6"/>
                  </a:cubicBezTo>
                  <a:cubicBezTo>
                    <a:pt x="16" y="8"/>
                    <a:pt x="17" y="8"/>
                    <a:pt x="19" y="9"/>
                  </a:cubicBezTo>
                  <a:cubicBezTo>
                    <a:pt x="20" y="9"/>
                    <a:pt x="21" y="10"/>
                    <a:pt x="21" y="10"/>
                  </a:cubicBezTo>
                  <a:cubicBezTo>
                    <a:pt x="23" y="11"/>
                    <a:pt x="24" y="11"/>
                    <a:pt x="26" y="12"/>
                  </a:cubicBezTo>
                  <a:cubicBezTo>
                    <a:pt x="28" y="12"/>
                    <a:pt x="30" y="14"/>
                    <a:pt x="32" y="14"/>
                  </a:cubicBezTo>
                  <a:cubicBezTo>
                    <a:pt x="32" y="14"/>
                    <a:pt x="32" y="14"/>
                    <a:pt x="32" y="14"/>
                  </a:cubicBezTo>
                  <a:cubicBezTo>
                    <a:pt x="32" y="14"/>
                    <a:pt x="32" y="14"/>
                    <a:pt x="32" y="14"/>
                  </a:cubicBezTo>
                  <a:cubicBezTo>
                    <a:pt x="30" y="13"/>
                    <a:pt x="27" y="12"/>
                    <a:pt x="28" y="10"/>
                  </a:cubicBezTo>
                  <a:cubicBezTo>
                    <a:pt x="28" y="8"/>
                    <a:pt x="30" y="8"/>
                    <a:pt x="29" y="6"/>
                  </a:cubicBezTo>
                  <a:cubicBezTo>
                    <a:pt x="30" y="6"/>
                    <a:pt x="30" y="6"/>
                    <a:pt x="30" y="6"/>
                  </a:cubicBezTo>
                  <a:cubicBezTo>
                    <a:pt x="31" y="6"/>
                    <a:pt x="31" y="6"/>
                    <a:pt x="32" y="6"/>
                  </a:cubicBezTo>
                  <a:close/>
                  <a:moveTo>
                    <a:pt x="34" y="0"/>
                  </a:moveTo>
                  <a:cubicBezTo>
                    <a:pt x="34" y="0"/>
                    <a:pt x="34" y="0"/>
                    <a:pt x="34" y="0"/>
                  </a:cubicBezTo>
                  <a:cubicBezTo>
                    <a:pt x="33" y="2"/>
                    <a:pt x="29" y="6"/>
                    <a:pt x="26" y="6"/>
                  </a:cubicBezTo>
                  <a:cubicBezTo>
                    <a:pt x="25" y="4"/>
                    <a:pt x="27" y="2"/>
                    <a:pt x="29" y="0"/>
                  </a:cubicBezTo>
                  <a:cubicBezTo>
                    <a:pt x="30" y="1"/>
                    <a:pt x="32" y="0"/>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7" name="Freeform 47"/>
            <p:cNvSpPr>
              <a:spLocks noEditPoints="1"/>
            </p:cNvSpPr>
            <p:nvPr/>
          </p:nvSpPr>
          <p:spPr bwMode="auto">
            <a:xfrm>
              <a:off x="9037700" y="4621516"/>
              <a:ext cx="53975" cy="46038"/>
            </a:xfrm>
            <a:custGeom>
              <a:avLst/>
              <a:gdLst>
                <a:gd name="T0" fmla="*/ 13 w 36"/>
                <a:gd name="T1" fmla="*/ 14 h 30"/>
                <a:gd name="T2" fmla="*/ 10 w 36"/>
                <a:gd name="T3" fmla="*/ 17 h 30"/>
                <a:gd name="T4" fmla="*/ 10 w 36"/>
                <a:gd name="T5" fmla="*/ 17 h 30"/>
                <a:gd name="T6" fmla="*/ 13 w 36"/>
                <a:gd name="T7" fmla="*/ 14 h 30"/>
                <a:gd name="T8" fmla="*/ 13 w 36"/>
                <a:gd name="T9" fmla="*/ 14 h 30"/>
                <a:gd name="T10" fmla="*/ 26 w 36"/>
                <a:gd name="T11" fmla="*/ 1 h 30"/>
                <a:gd name="T12" fmla="*/ 27 w 36"/>
                <a:gd name="T13" fmla="*/ 1 h 30"/>
                <a:gd name="T14" fmla="*/ 25 w 36"/>
                <a:gd name="T15" fmla="*/ 7 h 30"/>
                <a:gd name="T16" fmla="*/ 22 w 36"/>
                <a:gd name="T17" fmla="*/ 10 h 30"/>
                <a:gd name="T18" fmla="*/ 22 w 36"/>
                <a:gd name="T19" fmla="*/ 11 h 30"/>
                <a:gd name="T20" fmla="*/ 25 w 36"/>
                <a:gd name="T21" fmla="*/ 11 h 30"/>
                <a:gd name="T22" fmla="*/ 26 w 36"/>
                <a:gd name="T23" fmla="*/ 10 h 30"/>
                <a:gd name="T24" fmla="*/ 29 w 36"/>
                <a:gd name="T25" fmla="*/ 13 h 30"/>
                <a:gd name="T26" fmla="*/ 28 w 36"/>
                <a:gd name="T27" fmla="*/ 14 h 30"/>
                <a:gd name="T28" fmla="*/ 21 w 36"/>
                <a:gd name="T29" fmla="*/ 14 h 30"/>
                <a:gd name="T30" fmla="*/ 19 w 36"/>
                <a:gd name="T31" fmla="*/ 13 h 30"/>
                <a:gd name="T32" fmla="*/ 16 w 36"/>
                <a:gd name="T33" fmla="*/ 18 h 30"/>
                <a:gd name="T34" fmla="*/ 16 w 36"/>
                <a:gd name="T35" fmla="*/ 18 h 30"/>
                <a:gd name="T36" fmla="*/ 21 w 36"/>
                <a:gd name="T37" fmla="*/ 20 h 30"/>
                <a:gd name="T38" fmla="*/ 20 w 36"/>
                <a:gd name="T39" fmla="*/ 24 h 30"/>
                <a:gd name="T40" fmla="*/ 20 w 36"/>
                <a:gd name="T41" fmla="*/ 27 h 30"/>
                <a:gd name="T42" fmla="*/ 14 w 36"/>
                <a:gd name="T43" fmla="*/ 27 h 30"/>
                <a:gd name="T44" fmla="*/ 15 w 36"/>
                <a:gd name="T45" fmla="*/ 21 h 30"/>
                <a:gd name="T46" fmla="*/ 14 w 36"/>
                <a:gd name="T47" fmla="*/ 21 h 30"/>
                <a:gd name="T48" fmla="*/ 9 w 36"/>
                <a:gd name="T49" fmla="*/ 28 h 30"/>
                <a:gd name="T50" fmla="*/ 9 w 36"/>
                <a:gd name="T51" fmla="*/ 28 h 30"/>
                <a:gd name="T52" fmla="*/ 9 w 36"/>
                <a:gd name="T53" fmla="*/ 22 h 30"/>
                <a:gd name="T54" fmla="*/ 11 w 36"/>
                <a:gd name="T55" fmla="*/ 20 h 30"/>
                <a:gd name="T56" fmla="*/ 8 w 36"/>
                <a:gd name="T57" fmla="*/ 20 h 30"/>
                <a:gd name="T58" fmla="*/ 6 w 36"/>
                <a:gd name="T59" fmla="*/ 21 h 30"/>
                <a:gd name="T60" fmla="*/ 1 w 36"/>
                <a:gd name="T61" fmla="*/ 23 h 30"/>
                <a:gd name="T62" fmla="*/ 0 w 36"/>
                <a:gd name="T63" fmla="*/ 22 h 30"/>
                <a:gd name="T64" fmla="*/ 1 w 36"/>
                <a:gd name="T65" fmla="*/ 19 h 30"/>
                <a:gd name="T66" fmla="*/ 3 w 36"/>
                <a:gd name="T67" fmla="*/ 15 h 30"/>
                <a:gd name="T68" fmla="*/ 13 w 36"/>
                <a:gd name="T69" fmla="*/ 13 h 30"/>
                <a:gd name="T70" fmla="*/ 16 w 36"/>
                <a:gd name="T71" fmla="*/ 14 h 30"/>
                <a:gd name="T72" fmla="*/ 16 w 36"/>
                <a:gd name="T73" fmla="*/ 14 h 30"/>
                <a:gd name="T74" fmla="*/ 16 w 36"/>
                <a:gd name="T75" fmla="*/ 13 h 30"/>
                <a:gd name="T76" fmla="*/ 15 w 36"/>
                <a:gd name="T77" fmla="*/ 13 h 30"/>
                <a:gd name="T78" fmla="*/ 13 w 36"/>
                <a:gd name="T79" fmla="*/ 8 h 30"/>
                <a:gd name="T80" fmla="*/ 13 w 36"/>
                <a:gd name="T81" fmla="*/ 8 h 30"/>
                <a:gd name="T82" fmla="*/ 18 w 36"/>
                <a:gd name="T83" fmla="*/ 11 h 30"/>
                <a:gd name="T84" fmla="*/ 20 w 36"/>
                <a:gd name="T85" fmla="*/ 9 h 30"/>
                <a:gd name="T86" fmla="*/ 21 w 36"/>
                <a:gd name="T87" fmla="*/ 7 h 30"/>
                <a:gd name="T88" fmla="*/ 24 w 36"/>
                <a:gd name="T89" fmla="*/ 4 h 30"/>
                <a:gd name="T90" fmla="*/ 26 w 36"/>
                <a:gd name="T91" fmla="*/ 1 h 30"/>
                <a:gd name="T92" fmla="*/ 26 w 36"/>
                <a:gd name="T93" fmla="*/ 1 h 30"/>
                <a:gd name="T94" fmla="*/ 31 w 36"/>
                <a:gd name="T95" fmla="*/ 3 h 30"/>
                <a:gd name="T96" fmla="*/ 35 w 36"/>
                <a:gd name="T97" fmla="*/ 7 h 30"/>
                <a:gd name="T98" fmla="*/ 36 w 36"/>
                <a:gd name="T99" fmla="*/ 9 h 30"/>
                <a:gd name="T100" fmla="*/ 31 w 36"/>
                <a:gd name="T101" fmla="*/ 10 h 30"/>
                <a:gd name="T102" fmla="*/ 31 w 36"/>
                <a:gd name="T103" fmla="*/ 8 h 30"/>
                <a:gd name="T104" fmla="*/ 30 w 36"/>
                <a:gd name="T105" fmla="*/ 8 h 30"/>
                <a:gd name="T106" fmla="*/ 31 w 36"/>
                <a:gd name="T107" fmla="*/ 3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6" h="30">
                  <a:moveTo>
                    <a:pt x="13" y="14"/>
                  </a:moveTo>
                  <a:cubicBezTo>
                    <a:pt x="13" y="14"/>
                    <a:pt x="10" y="16"/>
                    <a:pt x="10" y="17"/>
                  </a:cubicBezTo>
                  <a:cubicBezTo>
                    <a:pt x="10" y="17"/>
                    <a:pt x="10" y="17"/>
                    <a:pt x="10" y="17"/>
                  </a:cubicBezTo>
                  <a:cubicBezTo>
                    <a:pt x="13" y="19"/>
                    <a:pt x="14" y="17"/>
                    <a:pt x="13" y="14"/>
                  </a:cubicBezTo>
                  <a:cubicBezTo>
                    <a:pt x="13" y="14"/>
                    <a:pt x="13" y="14"/>
                    <a:pt x="13" y="14"/>
                  </a:cubicBezTo>
                  <a:close/>
                  <a:moveTo>
                    <a:pt x="26" y="1"/>
                  </a:moveTo>
                  <a:cubicBezTo>
                    <a:pt x="26" y="1"/>
                    <a:pt x="26" y="1"/>
                    <a:pt x="27" y="1"/>
                  </a:cubicBezTo>
                  <a:cubicBezTo>
                    <a:pt x="27" y="2"/>
                    <a:pt x="25" y="6"/>
                    <a:pt x="25" y="7"/>
                  </a:cubicBezTo>
                  <a:cubicBezTo>
                    <a:pt x="24" y="8"/>
                    <a:pt x="22" y="10"/>
                    <a:pt x="22" y="10"/>
                  </a:cubicBezTo>
                  <a:cubicBezTo>
                    <a:pt x="22" y="10"/>
                    <a:pt x="22" y="10"/>
                    <a:pt x="22" y="11"/>
                  </a:cubicBezTo>
                  <a:cubicBezTo>
                    <a:pt x="23" y="12"/>
                    <a:pt x="25" y="12"/>
                    <a:pt x="25" y="11"/>
                  </a:cubicBezTo>
                  <a:cubicBezTo>
                    <a:pt x="26" y="10"/>
                    <a:pt x="25" y="10"/>
                    <a:pt x="26" y="10"/>
                  </a:cubicBezTo>
                  <a:cubicBezTo>
                    <a:pt x="27" y="10"/>
                    <a:pt x="29" y="12"/>
                    <a:pt x="29" y="13"/>
                  </a:cubicBezTo>
                  <a:cubicBezTo>
                    <a:pt x="29" y="13"/>
                    <a:pt x="29" y="14"/>
                    <a:pt x="28" y="14"/>
                  </a:cubicBezTo>
                  <a:cubicBezTo>
                    <a:pt x="25" y="13"/>
                    <a:pt x="23" y="14"/>
                    <a:pt x="21" y="14"/>
                  </a:cubicBezTo>
                  <a:cubicBezTo>
                    <a:pt x="20" y="14"/>
                    <a:pt x="20" y="13"/>
                    <a:pt x="19" y="13"/>
                  </a:cubicBezTo>
                  <a:cubicBezTo>
                    <a:pt x="18" y="14"/>
                    <a:pt x="16" y="17"/>
                    <a:pt x="16" y="18"/>
                  </a:cubicBezTo>
                  <a:cubicBezTo>
                    <a:pt x="16" y="18"/>
                    <a:pt x="16" y="18"/>
                    <a:pt x="16" y="18"/>
                  </a:cubicBezTo>
                  <a:cubicBezTo>
                    <a:pt x="18" y="19"/>
                    <a:pt x="19" y="17"/>
                    <a:pt x="21" y="20"/>
                  </a:cubicBezTo>
                  <a:cubicBezTo>
                    <a:pt x="21" y="22"/>
                    <a:pt x="20" y="22"/>
                    <a:pt x="20" y="24"/>
                  </a:cubicBezTo>
                  <a:cubicBezTo>
                    <a:pt x="19" y="25"/>
                    <a:pt x="20" y="26"/>
                    <a:pt x="20" y="27"/>
                  </a:cubicBezTo>
                  <a:cubicBezTo>
                    <a:pt x="19" y="30"/>
                    <a:pt x="15" y="29"/>
                    <a:pt x="14" y="27"/>
                  </a:cubicBezTo>
                  <a:cubicBezTo>
                    <a:pt x="13" y="26"/>
                    <a:pt x="15" y="22"/>
                    <a:pt x="15" y="21"/>
                  </a:cubicBezTo>
                  <a:cubicBezTo>
                    <a:pt x="14" y="21"/>
                    <a:pt x="14" y="21"/>
                    <a:pt x="14" y="21"/>
                  </a:cubicBezTo>
                  <a:cubicBezTo>
                    <a:pt x="11" y="22"/>
                    <a:pt x="11" y="26"/>
                    <a:pt x="9" y="28"/>
                  </a:cubicBezTo>
                  <a:cubicBezTo>
                    <a:pt x="9" y="28"/>
                    <a:pt x="9" y="28"/>
                    <a:pt x="9" y="28"/>
                  </a:cubicBezTo>
                  <a:cubicBezTo>
                    <a:pt x="8" y="27"/>
                    <a:pt x="9" y="24"/>
                    <a:pt x="9" y="22"/>
                  </a:cubicBezTo>
                  <a:cubicBezTo>
                    <a:pt x="10" y="22"/>
                    <a:pt x="11" y="21"/>
                    <a:pt x="11" y="20"/>
                  </a:cubicBezTo>
                  <a:cubicBezTo>
                    <a:pt x="10" y="20"/>
                    <a:pt x="9" y="19"/>
                    <a:pt x="8" y="20"/>
                  </a:cubicBezTo>
                  <a:cubicBezTo>
                    <a:pt x="7" y="20"/>
                    <a:pt x="7" y="21"/>
                    <a:pt x="6" y="21"/>
                  </a:cubicBezTo>
                  <a:cubicBezTo>
                    <a:pt x="5" y="22"/>
                    <a:pt x="3" y="23"/>
                    <a:pt x="1" y="23"/>
                  </a:cubicBezTo>
                  <a:cubicBezTo>
                    <a:pt x="1" y="23"/>
                    <a:pt x="1" y="22"/>
                    <a:pt x="0" y="22"/>
                  </a:cubicBezTo>
                  <a:cubicBezTo>
                    <a:pt x="1" y="20"/>
                    <a:pt x="1" y="20"/>
                    <a:pt x="1" y="19"/>
                  </a:cubicBezTo>
                  <a:cubicBezTo>
                    <a:pt x="1" y="18"/>
                    <a:pt x="3" y="17"/>
                    <a:pt x="3" y="15"/>
                  </a:cubicBezTo>
                  <a:cubicBezTo>
                    <a:pt x="7" y="15"/>
                    <a:pt x="9" y="13"/>
                    <a:pt x="13" y="13"/>
                  </a:cubicBezTo>
                  <a:cubicBezTo>
                    <a:pt x="14" y="13"/>
                    <a:pt x="15" y="15"/>
                    <a:pt x="16" y="14"/>
                  </a:cubicBezTo>
                  <a:cubicBezTo>
                    <a:pt x="16" y="14"/>
                    <a:pt x="16" y="14"/>
                    <a:pt x="16" y="14"/>
                  </a:cubicBezTo>
                  <a:cubicBezTo>
                    <a:pt x="16" y="14"/>
                    <a:pt x="16" y="14"/>
                    <a:pt x="16" y="13"/>
                  </a:cubicBezTo>
                  <a:cubicBezTo>
                    <a:pt x="15" y="13"/>
                    <a:pt x="15" y="13"/>
                    <a:pt x="15" y="13"/>
                  </a:cubicBezTo>
                  <a:cubicBezTo>
                    <a:pt x="12" y="12"/>
                    <a:pt x="12" y="10"/>
                    <a:pt x="13" y="8"/>
                  </a:cubicBezTo>
                  <a:cubicBezTo>
                    <a:pt x="13" y="8"/>
                    <a:pt x="13" y="8"/>
                    <a:pt x="13" y="8"/>
                  </a:cubicBezTo>
                  <a:cubicBezTo>
                    <a:pt x="14" y="10"/>
                    <a:pt x="17" y="11"/>
                    <a:pt x="18" y="11"/>
                  </a:cubicBezTo>
                  <a:cubicBezTo>
                    <a:pt x="19" y="10"/>
                    <a:pt x="19" y="10"/>
                    <a:pt x="20" y="9"/>
                  </a:cubicBezTo>
                  <a:cubicBezTo>
                    <a:pt x="20" y="8"/>
                    <a:pt x="21" y="8"/>
                    <a:pt x="21" y="7"/>
                  </a:cubicBezTo>
                  <a:cubicBezTo>
                    <a:pt x="22" y="6"/>
                    <a:pt x="23" y="5"/>
                    <a:pt x="24" y="4"/>
                  </a:cubicBezTo>
                  <a:cubicBezTo>
                    <a:pt x="24" y="4"/>
                    <a:pt x="25" y="1"/>
                    <a:pt x="26" y="1"/>
                  </a:cubicBezTo>
                  <a:cubicBezTo>
                    <a:pt x="25" y="0"/>
                    <a:pt x="26" y="1"/>
                    <a:pt x="26" y="1"/>
                  </a:cubicBezTo>
                  <a:close/>
                  <a:moveTo>
                    <a:pt x="31" y="3"/>
                  </a:moveTo>
                  <a:cubicBezTo>
                    <a:pt x="32" y="4"/>
                    <a:pt x="34" y="5"/>
                    <a:pt x="35" y="7"/>
                  </a:cubicBezTo>
                  <a:cubicBezTo>
                    <a:pt x="35" y="8"/>
                    <a:pt x="36" y="9"/>
                    <a:pt x="36" y="9"/>
                  </a:cubicBezTo>
                  <a:cubicBezTo>
                    <a:pt x="35" y="12"/>
                    <a:pt x="32" y="12"/>
                    <a:pt x="31" y="10"/>
                  </a:cubicBezTo>
                  <a:cubicBezTo>
                    <a:pt x="31" y="10"/>
                    <a:pt x="31" y="9"/>
                    <a:pt x="31" y="8"/>
                  </a:cubicBezTo>
                  <a:cubicBezTo>
                    <a:pt x="30" y="8"/>
                    <a:pt x="30" y="8"/>
                    <a:pt x="30" y="8"/>
                  </a:cubicBezTo>
                  <a:cubicBezTo>
                    <a:pt x="31" y="6"/>
                    <a:pt x="29" y="4"/>
                    <a:pt x="3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8" name="Freeform 48"/>
            <p:cNvSpPr>
              <a:spLocks noEditPoints="1"/>
            </p:cNvSpPr>
            <p:nvPr/>
          </p:nvSpPr>
          <p:spPr bwMode="auto">
            <a:xfrm>
              <a:off x="8913875" y="4588179"/>
              <a:ext cx="36513" cy="52388"/>
            </a:xfrm>
            <a:custGeom>
              <a:avLst/>
              <a:gdLst>
                <a:gd name="T0" fmla="*/ 14 w 24"/>
                <a:gd name="T1" fmla="*/ 5 h 34"/>
                <a:gd name="T2" fmla="*/ 14 w 24"/>
                <a:gd name="T3" fmla="*/ 5 h 34"/>
                <a:gd name="T4" fmla="*/ 14 w 24"/>
                <a:gd name="T5" fmla="*/ 5 h 34"/>
                <a:gd name="T6" fmla="*/ 14 w 24"/>
                <a:gd name="T7" fmla="*/ 4 h 34"/>
                <a:gd name="T8" fmla="*/ 14 w 24"/>
                <a:gd name="T9" fmla="*/ 4 h 34"/>
                <a:gd name="T10" fmla="*/ 14 w 24"/>
                <a:gd name="T11" fmla="*/ 4 h 34"/>
                <a:gd name="T12" fmla="*/ 14 w 24"/>
                <a:gd name="T13" fmla="*/ 4 h 34"/>
                <a:gd name="T14" fmla="*/ 20 w 24"/>
                <a:gd name="T15" fmla="*/ 2 h 34"/>
                <a:gd name="T16" fmla="*/ 14 w 24"/>
                <a:gd name="T17" fmla="*/ 7 h 34"/>
                <a:gd name="T18" fmla="*/ 22 w 24"/>
                <a:gd name="T19" fmla="*/ 15 h 34"/>
                <a:gd name="T20" fmla="*/ 16 w 24"/>
                <a:gd name="T21" fmla="*/ 18 h 34"/>
                <a:gd name="T22" fmla="*/ 15 w 24"/>
                <a:gd name="T23" fmla="*/ 23 h 34"/>
                <a:gd name="T24" fmla="*/ 17 w 24"/>
                <a:gd name="T25" fmla="*/ 22 h 34"/>
                <a:gd name="T26" fmla="*/ 24 w 24"/>
                <a:gd name="T27" fmla="*/ 24 h 34"/>
                <a:gd name="T28" fmla="*/ 18 w 24"/>
                <a:gd name="T29" fmla="*/ 26 h 34"/>
                <a:gd name="T30" fmla="*/ 9 w 24"/>
                <a:gd name="T31" fmla="*/ 32 h 34"/>
                <a:gd name="T32" fmla="*/ 16 w 24"/>
                <a:gd name="T33" fmla="*/ 27 h 34"/>
                <a:gd name="T34" fmla="*/ 10 w 24"/>
                <a:gd name="T35" fmla="*/ 29 h 34"/>
                <a:gd name="T36" fmla="*/ 7 w 24"/>
                <a:gd name="T37" fmla="*/ 28 h 34"/>
                <a:gd name="T38" fmla="*/ 14 w 24"/>
                <a:gd name="T39" fmla="*/ 25 h 34"/>
                <a:gd name="T40" fmla="*/ 13 w 24"/>
                <a:gd name="T41" fmla="*/ 24 h 34"/>
                <a:gd name="T42" fmla="*/ 14 w 24"/>
                <a:gd name="T43" fmla="*/ 19 h 34"/>
                <a:gd name="T44" fmla="*/ 9 w 24"/>
                <a:gd name="T45" fmla="*/ 22 h 34"/>
                <a:gd name="T46" fmla="*/ 9 w 24"/>
                <a:gd name="T47" fmla="*/ 20 h 34"/>
                <a:gd name="T48" fmla="*/ 17 w 24"/>
                <a:gd name="T49" fmla="*/ 16 h 34"/>
                <a:gd name="T50" fmla="*/ 14 w 24"/>
                <a:gd name="T51" fmla="*/ 10 h 34"/>
                <a:gd name="T52" fmla="*/ 7 w 24"/>
                <a:gd name="T53" fmla="*/ 17 h 34"/>
                <a:gd name="T54" fmla="*/ 4 w 24"/>
                <a:gd name="T55" fmla="*/ 26 h 34"/>
                <a:gd name="T56" fmla="*/ 2 w 24"/>
                <a:gd name="T57" fmla="*/ 19 h 34"/>
                <a:gd name="T58" fmla="*/ 6 w 24"/>
                <a:gd name="T59" fmla="*/ 12 h 34"/>
                <a:gd name="T60" fmla="*/ 12 w 24"/>
                <a:gd name="T61" fmla="*/ 7 h 34"/>
                <a:gd name="T62" fmla="*/ 8 w 24"/>
                <a:gd name="T63" fmla="*/ 6 h 34"/>
                <a:gd name="T64" fmla="*/ 1 w 24"/>
                <a:gd name="T65" fmla="*/ 3 h 34"/>
                <a:gd name="T66" fmla="*/ 4 w 24"/>
                <a:gd name="T67" fmla="*/ 7 h 34"/>
                <a:gd name="T68" fmla="*/ 0 w 24"/>
                <a:gd name="T69" fmla="*/ 5 h 34"/>
                <a:gd name="T70" fmla="*/ 1 w 24"/>
                <a:gd name="T71" fmla="*/ 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4" h="34">
                  <a:moveTo>
                    <a:pt x="14" y="5"/>
                  </a:moveTo>
                  <a:cubicBezTo>
                    <a:pt x="14" y="5"/>
                    <a:pt x="14" y="5"/>
                    <a:pt x="14" y="5"/>
                  </a:cubicBezTo>
                  <a:cubicBezTo>
                    <a:pt x="14" y="5"/>
                    <a:pt x="14" y="5"/>
                    <a:pt x="14" y="5"/>
                  </a:cubicBezTo>
                  <a:cubicBezTo>
                    <a:pt x="14" y="5"/>
                    <a:pt x="14" y="5"/>
                    <a:pt x="14" y="5"/>
                  </a:cubicBezTo>
                  <a:cubicBezTo>
                    <a:pt x="14" y="5"/>
                    <a:pt x="14" y="5"/>
                    <a:pt x="14" y="5"/>
                  </a:cubicBezTo>
                  <a:cubicBezTo>
                    <a:pt x="14" y="5"/>
                    <a:pt x="14" y="5"/>
                    <a:pt x="14" y="5"/>
                  </a:cubicBezTo>
                  <a:cubicBezTo>
                    <a:pt x="14" y="5"/>
                    <a:pt x="14" y="5"/>
                    <a:pt x="14" y="5"/>
                  </a:cubicBezTo>
                  <a:close/>
                  <a:moveTo>
                    <a:pt x="14" y="4"/>
                  </a:moveTo>
                  <a:cubicBezTo>
                    <a:pt x="14" y="4"/>
                    <a:pt x="14" y="4"/>
                    <a:pt x="14" y="4"/>
                  </a:cubicBezTo>
                  <a:cubicBezTo>
                    <a:pt x="14" y="4"/>
                    <a:pt x="14" y="4"/>
                    <a:pt x="14" y="4"/>
                  </a:cubicBezTo>
                  <a:cubicBezTo>
                    <a:pt x="14" y="4"/>
                    <a:pt x="14" y="4"/>
                    <a:pt x="14" y="4"/>
                  </a:cubicBezTo>
                  <a:cubicBezTo>
                    <a:pt x="14" y="4"/>
                    <a:pt x="14" y="4"/>
                    <a:pt x="14" y="4"/>
                  </a:cubicBezTo>
                  <a:cubicBezTo>
                    <a:pt x="14" y="4"/>
                    <a:pt x="14" y="4"/>
                    <a:pt x="14" y="4"/>
                  </a:cubicBezTo>
                  <a:cubicBezTo>
                    <a:pt x="14" y="4"/>
                    <a:pt x="14" y="4"/>
                    <a:pt x="14" y="4"/>
                  </a:cubicBezTo>
                  <a:close/>
                  <a:moveTo>
                    <a:pt x="16" y="1"/>
                  </a:moveTo>
                  <a:cubicBezTo>
                    <a:pt x="17" y="0"/>
                    <a:pt x="19" y="1"/>
                    <a:pt x="20" y="2"/>
                  </a:cubicBezTo>
                  <a:cubicBezTo>
                    <a:pt x="20" y="2"/>
                    <a:pt x="21" y="2"/>
                    <a:pt x="20" y="2"/>
                  </a:cubicBezTo>
                  <a:cubicBezTo>
                    <a:pt x="20" y="4"/>
                    <a:pt x="16" y="5"/>
                    <a:pt x="14" y="7"/>
                  </a:cubicBezTo>
                  <a:cubicBezTo>
                    <a:pt x="15" y="8"/>
                    <a:pt x="16" y="7"/>
                    <a:pt x="18" y="8"/>
                  </a:cubicBezTo>
                  <a:cubicBezTo>
                    <a:pt x="20" y="8"/>
                    <a:pt x="24" y="12"/>
                    <a:pt x="22" y="15"/>
                  </a:cubicBezTo>
                  <a:cubicBezTo>
                    <a:pt x="21" y="16"/>
                    <a:pt x="20" y="16"/>
                    <a:pt x="19" y="16"/>
                  </a:cubicBezTo>
                  <a:cubicBezTo>
                    <a:pt x="18" y="17"/>
                    <a:pt x="17" y="16"/>
                    <a:pt x="16" y="18"/>
                  </a:cubicBezTo>
                  <a:cubicBezTo>
                    <a:pt x="16" y="18"/>
                    <a:pt x="16" y="19"/>
                    <a:pt x="17" y="20"/>
                  </a:cubicBezTo>
                  <a:cubicBezTo>
                    <a:pt x="16" y="21"/>
                    <a:pt x="16" y="22"/>
                    <a:pt x="15" y="23"/>
                  </a:cubicBezTo>
                  <a:cubicBezTo>
                    <a:pt x="16" y="24"/>
                    <a:pt x="16" y="24"/>
                    <a:pt x="17" y="24"/>
                  </a:cubicBezTo>
                  <a:cubicBezTo>
                    <a:pt x="17" y="23"/>
                    <a:pt x="17" y="23"/>
                    <a:pt x="17" y="22"/>
                  </a:cubicBezTo>
                  <a:cubicBezTo>
                    <a:pt x="18" y="22"/>
                    <a:pt x="21" y="22"/>
                    <a:pt x="22" y="22"/>
                  </a:cubicBezTo>
                  <a:cubicBezTo>
                    <a:pt x="23" y="22"/>
                    <a:pt x="23" y="24"/>
                    <a:pt x="24" y="24"/>
                  </a:cubicBezTo>
                  <a:cubicBezTo>
                    <a:pt x="23" y="25"/>
                    <a:pt x="23" y="25"/>
                    <a:pt x="23" y="26"/>
                  </a:cubicBezTo>
                  <a:cubicBezTo>
                    <a:pt x="21" y="27"/>
                    <a:pt x="20" y="24"/>
                    <a:pt x="18" y="26"/>
                  </a:cubicBezTo>
                  <a:cubicBezTo>
                    <a:pt x="17" y="27"/>
                    <a:pt x="19" y="29"/>
                    <a:pt x="19" y="31"/>
                  </a:cubicBezTo>
                  <a:cubicBezTo>
                    <a:pt x="18" y="34"/>
                    <a:pt x="11" y="34"/>
                    <a:pt x="9" y="32"/>
                  </a:cubicBezTo>
                  <a:cubicBezTo>
                    <a:pt x="9" y="32"/>
                    <a:pt x="9" y="32"/>
                    <a:pt x="9" y="32"/>
                  </a:cubicBezTo>
                  <a:cubicBezTo>
                    <a:pt x="12" y="30"/>
                    <a:pt x="16" y="30"/>
                    <a:pt x="16" y="27"/>
                  </a:cubicBezTo>
                  <a:cubicBezTo>
                    <a:pt x="16" y="27"/>
                    <a:pt x="16" y="27"/>
                    <a:pt x="16" y="27"/>
                  </a:cubicBezTo>
                  <a:cubicBezTo>
                    <a:pt x="14" y="27"/>
                    <a:pt x="12" y="29"/>
                    <a:pt x="10" y="29"/>
                  </a:cubicBezTo>
                  <a:cubicBezTo>
                    <a:pt x="10" y="29"/>
                    <a:pt x="8" y="29"/>
                    <a:pt x="8" y="29"/>
                  </a:cubicBezTo>
                  <a:cubicBezTo>
                    <a:pt x="8" y="28"/>
                    <a:pt x="7" y="28"/>
                    <a:pt x="7" y="28"/>
                  </a:cubicBezTo>
                  <a:cubicBezTo>
                    <a:pt x="7" y="28"/>
                    <a:pt x="7" y="28"/>
                    <a:pt x="7" y="28"/>
                  </a:cubicBezTo>
                  <a:cubicBezTo>
                    <a:pt x="9" y="27"/>
                    <a:pt x="14" y="26"/>
                    <a:pt x="14" y="25"/>
                  </a:cubicBezTo>
                  <a:cubicBezTo>
                    <a:pt x="14" y="24"/>
                    <a:pt x="14" y="24"/>
                    <a:pt x="14" y="24"/>
                  </a:cubicBezTo>
                  <a:cubicBezTo>
                    <a:pt x="14" y="24"/>
                    <a:pt x="13" y="24"/>
                    <a:pt x="13" y="24"/>
                  </a:cubicBezTo>
                  <a:cubicBezTo>
                    <a:pt x="13" y="23"/>
                    <a:pt x="13" y="22"/>
                    <a:pt x="13" y="22"/>
                  </a:cubicBezTo>
                  <a:cubicBezTo>
                    <a:pt x="13" y="21"/>
                    <a:pt x="14" y="20"/>
                    <a:pt x="14" y="19"/>
                  </a:cubicBezTo>
                  <a:cubicBezTo>
                    <a:pt x="14" y="19"/>
                    <a:pt x="14" y="19"/>
                    <a:pt x="13" y="19"/>
                  </a:cubicBezTo>
                  <a:cubicBezTo>
                    <a:pt x="12" y="18"/>
                    <a:pt x="10" y="21"/>
                    <a:pt x="9" y="22"/>
                  </a:cubicBezTo>
                  <a:cubicBezTo>
                    <a:pt x="9" y="22"/>
                    <a:pt x="9" y="22"/>
                    <a:pt x="9" y="22"/>
                  </a:cubicBezTo>
                  <a:cubicBezTo>
                    <a:pt x="9" y="22"/>
                    <a:pt x="9" y="21"/>
                    <a:pt x="9" y="20"/>
                  </a:cubicBezTo>
                  <a:cubicBezTo>
                    <a:pt x="9" y="18"/>
                    <a:pt x="12" y="16"/>
                    <a:pt x="14" y="17"/>
                  </a:cubicBezTo>
                  <a:cubicBezTo>
                    <a:pt x="15" y="17"/>
                    <a:pt x="16" y="16"/>
                    <a:pt x="17" y="16"/>
                  </a:cubicBezTo>
                  <a:cubicBezTo>
                    <a:pt x="17" y="15"/>
                    <a:pt x="18" y="14"/>
                    <a:pt x="18" y="14"/>
                  </a:cubicBezTo>
                  <a:cubicBezTo>
                    <a:pt x="19" y="11"/>
                    <a:pt x="16" y="10"/>
                    <a:pt x="14" y="10"/>
                  </a:cubicBezTo>
                  <a:cubicBezTo>
                    <a:pt x="12" y="10"/>
                    <a:pt x="10" y="12"/>
                    <a:pt x="10" y="13"/>
                  </a:cubicBezTo>
                  <a:cubicBezTo>
                    <a:pt x="9" y="14"/>
                    <a:pt x="8" y="16"/>
                    <a:pt x="7" y="17"/>
                  </a:cubicBezTo>
                  <a:cubicBezTo>
                    <a:pt x="6" y="18"/>
                    <a:pt x="6" y="19"/>
                    <a:pt x="5" y="20"/>
                  </a:cubicBezTo>
                  <a:cubicBezTo>
                    <a:pt x="4" y="22"/>
                    <a:pt x="5" y="24"/>
                    <a:pt x="4" y="26"/>
                  </a:cubicBezTo>
                  <a:cubicBezTo>
                    <a:pt x="1" y="26"/>
                    <a:pt x="0" y="24"/>
                    <a:pt x="0" y="21"/>
                  </a:cubicBezTo>
                  <a:cubicBezTo>
                    <a:pt x="0" y="21"/>
                    <a:pt x="1" y="20"/>
                    <a:pt x="2" y="19"/>
                  </a:cubicBezTo>
                  <a:cubicBezTo>
                    <a:pt x="2" y="18"/>
                    <a:pt x="3" y="17"/>
                    <a:pt x="3" y="16"/>
                  </a:cubicBezTo>
                  <a:cubicBezTo>
                    <a:pt x="4" y="15"/>
                    <a:pt x="5" y="14"/>
                    <a:pt x="6" y="12"/>
                  </a:cubicBezTo>
                  <a:cubicBezTo>
                    <a:pt x="8" y="11"/>
                    <a:pt x="11" y="9"/>
                    <a:pt x="12" y="7"/>
                  </a:cubicBezTo>
                  <a:cubicBezTo>
                    <a:pt x="12" y="7"/>
                    <a:pt x="12" y="7"/>
                    <a:pt x="12" y="7"/>
                  </a:cubicBezTo>
                  <a:cubicBezTo>
                    <a:pt x="10" y="7"/>
                    <a:pt x="8" y="7"/>
                    <a:pt x="8" y="6"/>
                  </a:cubicBezTo>
                  <a:cubicBezTo>
                    <a:pt x="8" y="6"/>
                    <a:pt x="8" y="6"/>
                    <a:pt x="8" y="6"/>
                  </a:cubicBezTo>
                  <a:cubicBezTo>
                    <a:pt x="12" y="4"/>
                    <a:pt x="14" y="2"/>
                    <a:pt x="16" y="1"/>
                  </a:cubicBezTo>
                  <a:close/>
                  <a:moveTo>
                    <a:pt x="1" y="3"/>
                  </a:moveTo>
                  <a:cubicBezTo>
                    <a:pt x="2" y="3"/>
                    <a:pt x="2" y="3"/>
                    <a:pt x="2" y="3"/>
                  </a:cubicBezTo>
                  <a:cubicBezTo>
                    <a:pt x="2" y="4"/>
                    <a:pt x="4" y="7"/>
                    <a:pt x="4" y="7"/>
                  </a:cubicBezTo>
                  <a:cubicBezTo>
                    <a:pt x="4" y="9"/>
                    <a:pt x="5" y="9"/>
                    <a:pt x="4" y="10"/>
                  </a:cubicBezTo>
                  <a:cubicBezTo>
                    <a:pt x="1" y="10"/>
                    <a:pt x="0" y="9"/>
                    <a:pt x="0" y="5"/>
                  </a:cubicBezTo>
                  <a:cubicBezTo>
                    <a:pt x="0" y="4"/>
                    <a:pt x="0" y="4"/>
                    <a:pt x="0" y="3"/>
                  </a:cubicBezTo>
                  <a:cubicBezTo>
                    <a:pt x="0" y="3"/>
                    <a:pt x="1" y="3"/>
                    <a:pt x="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9" name="Freeform 49"/>
            <p:cNvSpPr>
              <a:spLocks noEditPoints="1"/>
            </p:cNvSpPr>
            <p:nvPr/>
          </p:nvSpPr>
          <p:spPr bwMode="auto">
            <a:xfrm>
              <a:off x="8971025" y="4589766"/>
              <a:ext cx="50800" cy="52388"/>
            </a:xfrm>
            <a:custGeom>
              <a:avLst/>
              <a:gdLst>
                <a:gd name="T0" fmla="*/ 17 w 34"/>
                <a:gd name="T1" fmla="*/ 16 h 34"/>
                <a:gd name="T2" fmla="*/ 20 w 34"/>
                <a:gd name="T3" fmla="*/ 27 h 34"/>
                <a:gd name="T4" fmla="*/ 18 w 34"/>
                <a:gd name="T5" fmla="*/ 21 h 34"/>
                <a:gd name="T6" fmla="*/ 20 w 34"/>
                <a:gd name="T7" fmla="*/ 21 h 34"/>
                <a:gd name="T8" fmla="*/ 25 w 34"/>
                <a:gd name="T9" fmla="*/ 18 h 34"/>
                <a:gd name="T10" fmla="*/ 22 w 34"/>
                <a:gd name="T11" fmla="*/ 20 h 34"/>
                <a:gd name="T12" fmla="*/ 21 w 34"/>
                <a:gd name="T13" fmla="*/ 14 h 34"/>
                <a:gd name="T14" fmla="*/ 28 w 34"/>
                <a:gd name="T15" fmla="*/ 6 h 34"/>
                <a:gd name="T16" fmla="*/ 26 w 34"/>
                <a:gd name="T17" fmla="*/ 10 h 34"/>
                <a:gd name="T18" fmla="*/ 28 w 34"/>
                <a:gd name="T19" fmla="*/ 6 h 34"/>
                <a:gd name="T20" fmla="*/ 26 w 34"/>
                <a:gd name="T21" fmla="*/ 0 h 34"/>
                <a:gd name="T22" fmla="*/ 28 w 34"/>
                <a:gd name="T23" fmla="*/ 5 h 34"/>
                <a:gd name="T24" fmla="*/ 34 w 34"/>
                <a:gd name="T25" fmla="*/ 9 h 34"/>
                <a:gd name="T26" fmla="*/ 28 w 34"/>
                <a:gd name="T27" fmla="*/ 13 h 34"/>
                <a:gd name="T28" fmla="*/ 28 w 34"/>
                <a:gd name="T29" fmla="*/ 17 h 34"/>
                <a:gd name="T30" fmla="*/ 27 w 34"/>
                <a:gd name="T31" fmla="*/ 25 h 34"/>
                <a:gd name="T32" fmla="*/ 32 w 34"/>
                <a:gd name="T33" fmla="*/ 31 h 34"/>
                <a:gd name="T34" fmla="*/ 26 w 34"/>
                <a:gd name="T35" fmla="*/ 30 h 34"/>
                <a:gd name="T36" fmla="*/ 22 w 34"/>
                <a:gd name="T37" fmla="*/ 30 h 34"/>
                <a:gd name="T38" fmla="*/ 15 w 34"/>
                <a:gd name="T39" fmla="*/ 29 h 34"/>
                <a:gd name="T40" fmla="*/ 13 w 34"/>
                <a:gd name="T41" fmla="*/ 26 h 34"/>
                <a:gd name="T42" fmla="*/ 13 w 34"/>
                <a:gd name="T43" fmla="*/ 31 h 34"/>
                <a:gd name="T44" fmla="*/ 10 w 34"/>
                <a:gd name="T45" fmla="*/ 27 h 34"/>
                <a:gd name="T46" fmla="*/ 8 w 34"/>
                <a:gd name="T47" fmla="*/ 23 h 34"/>
                <a:gd name="T48" fmla="*/ 2 w 34"/>
                <a:gd name="T49" fmla="*/ 19 h 34"/>
                <a:gd name="T50" fmla="*/ 4 w 34"/>
                <a:gd name="T51" fmla="*/ 16 h 34"/>
                <a:gd name="T52" fmla="*/ 13 w 34"/>
                <a:gd name="T53" fmla="*/ 15 h 34"/>
                <a:gd name="T54" fmla="*/ 16 w 34"/>
                <a:gd name="T55" fmla="*/ 9 h 34"/>
                <a:gd name="T56" fmla="*/ 11 w 34"/>
                <a:gd name="T57" fmla="*/ 7 h 34"/>
                <a:gd name="T58" fmla="*/ 10 w 34"/>
                <a:gd name="T59" fmla="*/ 5 h 34"/>
                <a:gd name="T60" fmla="*/ 12 w 34"/>
                <a:gd name="T61" fmla="*/ 6 h 34"/>
                <a:gd name="T62" fmla="*/ 20 w 34"/>
                <a:gd name="T63" fmla="*/ 0 h 34"/>
                <a:gd name="T64" fmla="*/ 23 w 34"/>
                <a:gd name="T65" fmla="*/ 1 h 34"/>
                <a:gd name="T66" fmla="*/ 17 w 34"/>
                <a:gd name="T67" fmla="*/ 11 h 34"/>
                <a:gd name="T68" fmla="*/ 19 w 34"/>
                <a:gd name="T69" fmla="*/ 11 h 34"/>
                <a:gd name="T70" fmla="*/ 23 w 34"/>
                <a:gd name="T71" fmla="*/ 7 h 34"/>
                <a:gd name="T72" fmla="*/ 26 w 34"/>
                <a:gd name="T73"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4" h="34">
                  <a:moveTo>
                    <a:pt x="21" y="13"/>
                  </a:moveTo>
                  <a:cubicBezTo>
                    <a:pt x="19" y="14"/>
                    <a:pt x="18" y="15"/>
                    <a:pt x="17" y="16"/>
                  </a:cubicBezTo>
                  <a:cubicBezTo>
                    <a:pt x="16" y="18"/>
                    <a:pt x="12" y="21"/>
                    <a:pt x="14" y="24"/>
                  </a:cubicBezTo>
                  <a:cubicBezTo>
                    <a:pt x="15" y="26"/>
                    <a:pt x="17" y="28"/>
                    <a:pt x="20" y="27"/>
                  </a:cubicBezTo>
                  <a:cubicBezTo>
                    <a:pt x="20" y="27"/>
                    <a:pt x="20" y="27"/>
                    <a:pt x="21" y="27"/>
                  </a:cubicBezTo>
                  <a:cubicBezTo>
                    <a:pt x="20" y="25"/>
                    <a:pt x="19" y="22"/>
                    <a:pt x="18" y="21"/>
                  </a:cubicBezTo>
                  <a:cubicBezTo>
                    <a:pt x="18" y="21"/>
                    <a:pt x="18" y="21"/>
                    <a:pt x="18" y="21"/>
                  </a:cubicBezTo>
                  <a:cubicBezTo>
                    <a:pt x="19" y="21"/>
                    <a:pt x="20" y="21"/>
                    <a:pt x="20" y="21"/>
                  </a:cubicBezTo>
                  <a:cubicBezTo>
                    <a:pt x="21" y="22"/>
                    <a:pt x="24" y="24"/>
                    <a:pt x="24" y="23"/>
                  </a:cubicBezTo>
                  <a:cubicBezTo>
                    <a:pt x="25" y="22"/>
                    <a:pt x="26" y="19"/>
                    <a:pt x="25" y="18"/>
                  </a:cubicBezTo>
                  <a:cubicBezTo>
                    <a:pt x="25" y="18"/>
                    <a:pt x="25" y="18"/>
                    <a:pt x="24" y="18"/>
                  </a:cubicBezTo>
                  <a:cubicBezTo>
                    <a:pt x="24" y="18"/>
                    <a:pt x="23" y="19"/>
                    <a:pt x="22" y="20"/>
                  </a:cubicBezTo>
                  <a:cubicBezTo>
                    <a:pt x="22" y="20"/>
                    <a:pt x="22" y="19"/>
                    <a:pt x="21" y="19"/>
                  </a:cubicBezTo>
                  <a:cubicBezTo>
                    <a:pt x="21" y="17"/>
                    <a:pt x="21" y="16"/>
                    <a:pt x="21" y="14"/>
                  </a:cubicBezTo>
                  <a:cubicBezTo>
                    <a:pt x="22" y="13"/>
                    <a:pt x="21" y="13"/>
                    <a:pt x="21" y="13"/>
                  </a:cubicBezTo>
                  <a:close/>
                  <a:moveTo>
                    <a:pt x="28" y="6"/>
                  </a:moveTo>
                  <a:cubicBezTo>
                    <a:pt x="28" y="7"/>
                    <a:pt x="26" y="9"/>
                    <a:pt x="26" y="10"/>
                  </a:cubicBezTo>
                  <a:cubicBezTo>
                    <a:pt x="26" y="10"/>
                    <a:pt x="26" y="10"/>
                    <a:pt x="26" y="10"/>
                  </a:cubicBezTo>
                  <a:cubicBezTo>
                    <a:pt x="27" y="10"/>
                    <a:pt x="30" y="9"/>
                    <a:pt x="30" y="9"/>
                  </a:cubicBezTo>
                  <a:cubicBezTo>
                    <a:pt x="30" y="8"/>
                    <a:pt x="29" y="7"/>
                    <a:pt x="28" y="6"/>
                  </a:cubicBezTo>
                  <a:cubicBezTo>
                    <a:pt x="28" y="6"/>
                    <a:pt x="28" y="6"/>
                    <a:pt x="28" y="6"/>
                  </a:cubicBezTo>
                  <a:close/>
                  <a:moveTo>
                    <a:pt x="26" y="0"/>
                  </a:moveTo>
                  <a:cubicBezTo>
                    <a:pt x="28" y="1"/>
                    <a:pt x="29" y="1"/>
                    <a:pt x="29" y="3"/>
                  </a:cubicBezTo>
                  <a:cubicBezTo>
                    <a:pt x="29" y="3"/>
                    <a:pt x="28" y="4"/>
                    <a:pt x="28" y="5"/>
                  </a:cubicBezTo>
                  <a:cubicBezTo>
                    <a:pt x="29" y="7"/>
                    <a:pt x="32" y="7"/>
                    <a:pt x="34" y="8"/>
                  </a:cubicBezTo>
                  <a:cubicBezTo>
                    <a:pt x="34" y="9"/>
                    <a:pt x="34" y="9"/>
                    <a:pt x="34" y="9"/>
                  </a:cubicBezTo>
                  <a:cubicBezTo>
                    <a:pt x="32" y="11"/>
                    <a:pt x="30" y="11"/>
                    <a:pt x="29" y="11"/>
                  </a:cubicBezTo>
                  <a:cubicBezTo>
                    <a:pt x="28" y="12"/>
                    <a:pt x="28" y="12"/>
                    <a:pt x="28" y="13"/>
                  </a:cubicBezTo>
                  <a:cubicBezTo>
                    <a:pt x="26" y="13"/>
                    <a:pt x="25" y="13"/>
                    <a:pt x="24" y="15"/>
                  </a:cubicBezTo>
                  <a:cubicBezTo>
                    <a:pt x="25" y="16"/>
                    <a:pt x="28" y="16"/>
                    <a:pt x="28" y="17"/>
                  </a:cubicBezTo>
                  <a:cubicBezTo>
                    <a:pt x="28" y="18"/>
                    <a:pt x="28" y="21"/>
                    <a:pt x="28" y="22"/>
                  </a:cubicBezTo>
                  <a:cubicBezTo>
                    <a:pt x="27" y="23"/>
                    <a:pt x="26" y="24"/>
                    <a:pt x="27" y="25"/>
                  </a:cubicBezTo>
                  <a:cubicBezTo>
                    <a:pt x="27" y="26"/>
                    <a:pt x="29" y="26"/>
                    <a:pt x="30" y="27"/>
                  </a:cubicBezTo>
                  <a:cubicBezTo>
                    <a:pt x="31" y="28"/>
                    <a:pt x="32" y="29"/>
                    <a:pt x="32" y="31"/>
                  </a:cubicBezTo>
                  <a:cubicBezTo>
                    <a:pt x="32" y="32"/>
                    <a:pt x="30" y="34"/>
                    <a:pt x="28" y="33"/>
                  </a:cubicBezTo>
                  <a:cubicBezTo>
                    <a:pt x="27" y="33"/>
                    <a:pt x="26" y="31"/>
                    <a:pt x="26" y="30"/>
                  </a:cubicBezTo>
                  <a:cubicBezTo>
                    <a:pt x="25" y="30"/>
                    <a:pt x="25" y="30"/>
                    <a:pt x="24" y="29"/>
                  </a:cubicBezTo>
                  <a:cubicBezTo>
                    <a:pt x="24" y="29"/>
                    <a:pt x="22" y="30"/>
                    <a:pt x="22" y="30"/>
                  </a:cubicBezTo>
                  <a:cubicBezTo>
                    <a:pt x="21" y="30"/>
                    <a:pt x="21" y="30"/>
                    <a:pt x="20" y="30"/>
                  </a:cubicBezTo>
                  <a:cubicBezTo>
                    <a:pt x="19" y="30"/>
                    <a:pt x="17" y="30"/>
                    <a:pt x="15" y="29"/>
                  </a:cubicBezTo>
                  <a:cubicBezTo>
                    <a:pt x="15" y="28"/>
                    <a:pt x="14" y="27"/>
                    <a:pt x="14" y="26"/>
                  </a:cubicBezTo>
                  <a:cubicBezTo>
                    <a:pt x="14" y="26"/>
                    <a:pt x="14" y="26"/>
                    <a:pt x="13" y="26"/>
                  </a:cubicBezTo>
                  <a:cubicBezTo>
                    <a:pt x="13" y="26"/>
                    <a:pt x="13" y="26"/>
                    <a:pt x="13" y="26"/>
                  </a:cubicBezTo>
                  <a:cubicBezTo>
                    <a:pt x="13" y="27"/>
                    <a:pt x="14" y="31"/>
                    <a:pt x="13" y="31"/>
                  </a:cubicBezTo>
                  <a:cubicBezTo>
                    <a:pt x="12" y="31"/>
                    <a:pt x="12" y="30"/>
                    <a:pt x="11" y="30"/>
                  </a:cubicBezTo>
                  <a:cubicBezTo>
                    <a:pt x="10" y="29"/>
                    <a:pt x="11" y="28"/>
                    <a:pt x="10" y="27"/>
                  </a:cubicBezTo>
                  <a:cubicBezTo>
                    <a:pt x="10" y="26"/>
                    <a:pt x="9" y="25"/>
                    <a:pt x="9" y="25"/>
                  </a:cubicBezTo>
                  <a:cubicBezTo>
                    <a:pt x="8" y="24"/>
                    <a:pt x="9" y="23"/>
                    <a:pt x="8" y="23"/>
                  </a:cubicBezTo>
                  <a:cubicBezTo>
                    <a:pt x="8" y="23"/>
                    <a:pt x="4" y="24"/>
                    <a:pt x="3" y="23"/>
                  </a:cubicBezTo>
                  <a:cubicBezTo>
                    <a:pt x="2" y="23"/>
                    <a:pt x="0" y="21"/>
                    <a:pt x="2" y="19"/>
                  </a:cubicBezTo>
                  <a:cubicBezTo>
                    <a:pt x="2" y="19"/>
                    <a:pt x="3" y="19"/>
                    <a:pt x="3" y="18"/>
                  </a:cubicBezTo>
                  <a:cubicBezTo>
                    <a:pt x="4" y="18"/>
                    <a:pt x="3" y="17"/>
                    <a:pt x="4" y="16"/>
                  </a:cubicBezTo>
                  <a:cubicBezTo>
                    <a:pt x="4" y="16"/>
                    <a:pt x="6" y="17"/>
                    <a:pt x="6" y="17"/>
                  </a:cubicBezTo>
                  <a:cubicBezTo>
                    <a:pt x="8" y="17"/>
                    <a:pt x="12" y="16"/>
                    <a:pt x="13" y="15"/>
                  </a:cubicBezTo>
                  <a:cubicBezTo>
                    <a:pt x="13" y="14"/>
                    <a:pt x="14" y="12"/>
                    <a:pt x="14" y="11"/>
                  </a:cubicBezTo>
                  <a:cubicBezTo>
                    <a:pt x="14" y="10"/>
                    <a:pt x="15" y="10"/>
                    <a:pt x="16" y="9"/>
                  </a:cubicBezTo>
                  <a:cubicBezTo>
                    <a:pt x="16" y="9"/>
                    <a:pt x="16" y="9"/>
                    <a:pt x="15" y="8"/>
                  </a:cubicBezTo>
                  <a:cubicBezTo>
                    <a:pt x="14" y="8"/>
                    <a:pt x="13" y="8"/>
                    <a:pt x="11" y="7"/>
                  </a:cubicBezTo>
                  <a:cubicBezTo>
                    <a:pt x="11" y="7"/>
                    <a:pt x="11" y="7"/>
                    <a:pt x="10" y="6"/>
                  </a:cubicBezTo>
                  <a:cubicBezTo>
                    <a:pt x="10" y="6"/>
                    <a:pt x="10" y="6"/>
                    <a:pt x="10" y="5"/>
                  </a:cubicBezTo>
                  <a:cubicBezTo>
                    <a:pt x="10" y="5"/>
                    <a:pt x="10" y="5"/>
                    <a:pt x="11" y="5"/>
                  </a:cubicBezTo>
                  <a:cubicBezTo>
                    <a:pt x="12" y="5"/>
                    <a:pt x="12" y="6"/>
                    <a:pt x="12" y="6"/>
                  </a:cubicBezTo>
                  <a:cubicBezTo>
                    <a:pt x="13" y="6"/>
                    <a:pt x="17" y="5"/>
                    <a:pt x="17" y="4"/>
                  </a:cubicBezTo>
                  <a:cubicBezTo>
                    <a:pt x="18" y="3"/>
                    <a:pt x="18" y="1"/>
                    <a:pt x="20" y="0"/>
                  </a:cubicBezTo>
                  <a:cubicBezTo>
                    <a:pt x="21" y="0"/>
                    <a:pt x="22" y="0"/>
                    <a:pt x="23" y="1"/>
                  </a:cubicBezTo>
                  <a:cubicBezTo>
                    <a:pt x="23" y="1"/>
                    <a:pt x="23" y="1"/>
                    <a:pt x="23" y="1"/>
                  </a:cubicBezTo>
                  <a:cubicBezTo>
                    <a:pt x="22" y="3"/>
                    <a:pt x="21" y="3"/>
                    <a:pt x="20" y="5"/>
                  </a:cubicBezTo>
                  <a:cubicBezTo>
                    <a:pt x="18" y="6"/>
                    <a:pt x="18" y="9"/>
                    <a:pt x="17" y="11"/>
                  </a:cubicBezTo>
                  <a:cubicBezTo>
                    <a:pt x="17" y="11"/>
                    <a:pt x="16" y="12"/>
                    <a:pt x="16" y="13"/>
                  </a:cubicBezTo>
                  <a:cubicBezTo>
                    <a:pt x="18" y="13"/>
                    <a:pt x="18" y="11"/>
                    <a:pt x="19" y="11"/>
                  </a:cubicBezTo>
                  <a:cubicBezTo>
                    <a:pt x="20" y="11"/>
                    <a:pt x="22" y="11"/>
                    <a:pt x="22" y="10"/>
                  </a:cubicBezTo>
                  <a:cubicBezTo>
                    <a:pt x="23" y="9"/>
                    <a:pt x="22" y="8"/>
                    <a:pt x="23" y="7"/>
                  </a:cubicBezTo>
                  <a:cubicBezTo>
                    <a:pt x="24" y="6"/>
                    <a:pt x="24" y="4"/>
                    <a:pt x="25" y="3"/>
                  </a:cubicBezTo>
                  <a:cubicBezTo>
                    <a:pt x="26" y="2"/>
                    <a:pt x="25" y="1"/>
                    <a:pt x="2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0" name="Freeform 50"/>
            <p:cNvSpPr>
              <a:spLocks noEditPoints="1"/>
            </p:cNvSpPr>
            <p:nvPr/>
          </p:nvSpPr>
          <p:spPr bwMode="auto">
            <a:xfrm>
              <a:off x="8756713" y="4715179"/>
              <a:ext cx="52388" cy="44450"/>
            </a:xfrm>
            <a:custGeom>
              <a:avLst/>
              <a:gdLst>
                <a:gd name="T0" fmla="*/ 15 w 35"/>
                <a:gd name="T1" fmla="*/ 20 h 30"/>
                <a:gd name="T2" fmla="*/ 16 w 35"/>
                <a:gd name="T3" fmla="*/ 24 h 30"/>
                <a:gd name="T4" fmla="*/ 18 w 35"/>
                <a:gd name="T5" fmla="*/ 23 h 30"/>
                <a:gd name="T6" fmla="*/ 20 w 35"/>
                <a:gd name="T7" fmla="*/ 24 h 30"/>
                <a:gd name="T8" fmla="*/ 20 w 35"/>
                <a:gd name="T9" fmla="*/ 24 h 30"/>
                <a:gd name="T10" fmla="*/ 21 w 35"/>
                <a:gd name="T11" fmla="*/ 22 h 30"/>
                <a:gd name="T12" fmla="*/ 16 w 35"/>
                <a:gd name="T13" fmla="*/ 20 h 30"/>
                <a:gd name="T14" fmla="*/ 15 w 35"/>
                <a:gd name="T15" fmla="*/ 20 h 30"/>
                <a:gd name="T16" fmla="*/ 14 w 35"/>
                <a:gd name="T17" fmla="*/ 7 h 30"/>
                <a:gd name="T18" fmla="*/ 16 w 35"/>
                <a:gd name="T19" fmla="*/ 13 h 30"/>
                <a:gd name="T20" fmla="*/ 18 w 35"/>
                <a:gd name="T21" fmla="*/ 13 h 30"/>
                <a:gd name="T22" fmla="*/ 18 w 35"/>
                <a:gd name="T23" fmla="*/ 13 h 30"/>
                <a:gd name="T24" fmla="*/ 14 w 35"/>
                <a:gd name="T25" fmla="*/ 6 h 30"/>
                <a:gd name="T26" fmla="*/ 14 w 35"/>
                <a:gd name="T27" fmla="*/ 6 h 30"/>
                <a:gd name="T28" fmla="*/ 14 w 35"/>
                <a:gd name="T29" fmla="*/ 7 h 30"/>
                <a:gd name="T30" fmla="*/ 0 w 35"/>
                <a:gd name="T31" fmla="*/ 14 h 30"/>
                <a:gd name="T32" fmla="*/ 6 w 35"/>
                <a:gd name="T33" fmla="*/ 9 h 30"/>
                <a:gd name="T34" fmla="*/ 11 w 35"/>
                <a:gd name="T35" fmla="*/ 10 h 30"/>
                <a:gd name="T36" fmla="*/ 12 w 35"/>
                <a:gd name="T37" fmla="*/ 3 h 30"/>
                <a:gd name="T38" fmla="*/ 15 w 35"/>
                <a:gd name="T39" fmla="*/ 0 h 30"/>
                <a:gd name="T40" fmla="*/ 18 w 35"/>
                <a:gd name="T41" fmla="*/ 6 h 30"/>
                <a:gd name="T42" fmla="*/ 20 w 35"/>
                <a:gd name="T43" fmla="*/ 10 h 30"/>
                <a:gd name="T44" fmla="*/ 20 w 35"/>
                <a:gd name="T45" fmla="*/ 9 h 30"/>
                <a:gd name="T46" fmla="*/ 22 w 35"/>
                <a:gd name="T47" fmla="*/ 5 h 30"/>
                <a:gd name="T48" fmla="*/ 24 w 35"/>
                <a:gd name="T49" fmla="*/ 5 h 30"/>
                <a:gd name="T50" fmla="*/ 24 w 35"/>
                <a:gd name="T51" fmla="*/ 9 h 30"/>
                <a:gd name="T52" fmla="*/ 25 w 35"/>
                <a:gd name="T53" fmla="*/ 14 h 30"/>
                <a:gd name="T54" fmla="*/ 25 w 35"/>
                <a:gd name="T55" fmla="*/ 16 h 30"/>
                <a:gd name="T56" fmla="*/ 30 w 35"/>
                <a:gd name="T57" fmla="*/ 18 h 30"/>
                <a:gd name="T58" fmla="*/ 31 w 35"/>
                <a:gd name="T59" fmla="*/ 20 h 30"/>
                <a:gd name="T60" fmla="*/ 34 w 35"/>
                <a:gd name="T61" fmla="*/ 22 h 30"/>
                <a:gd name="T62" fmla="*/ 35 w 35"/>
                <a:gd name="T63" fmla="*/ 23 h 30"/>
                <a:gd name="T64" fmla="*/ 35 w 35"/>
                <a:gd name="T65" fmla="*/ 23 h 30"/>
                <a:gd name="T66" fmla="*/ 29 w 35"/>
                <a:gd name="T67" fmla="*/ 23 h 30"/>
                <a:gd name="T68" fmla="*/ 26 w 35"/>
                <a:gd name="T69" fmla="*/ 23 h 30"/>
                <a:gd name="T70" fmla="*/ 25 w 35"/>
                <a:gd name="T71" fmla="*/ 24 h 30"/>
                <a:gd name="T72" fmla="*/ 21 w 35"/>
                <a:gd name="T73" fmla="*/ 26 h 30"/>
                <a:gd name="T74" fmla="*/ 21 w 35"/>
                <a:gd name="T75" fmla="*/ 28 h 30"/>
                <a:gd name="T76" fmla="*/ 19 w 35"/>
                <a:gd name="T77" fmla="*/ 28 h 30"/>
                <a:gd name="T78" fmla="*/ 17 w 35"/>
                <a:gd name="T79" fmla="*/ 30 h 30"/>
                <a:gd name="T80" fmla="*/ 14 w 35"/>
                <a:gd name="T81" fmla="*/ 30 h 30"/>
                <a:gd name="T82" fmla="*/ 14 w 35"/>
                <a:gd name="T83" fmla="*/ 30 h 30"/>
                <a:gd name="T84" fmla="*/ 9 w 35"/>
                <a:gd name="T85" fmla="*/ 28 h 30"/>
                <a:gd name="T86" fmla="*/ 11 w 35"/>
                <a:gd name="T87" fmla="*/ 26 h 30"/>
                <a:gd name="T88" fmla="*/ 11 w 35"/>
                <a:gd name="T89" fmla="*/ 23 h 30"/>
                <a:gd name="T90" fmla="*/ 10 w 35"/>
                <a:gd name="T91" fmla="*/ 17 h 30"/>
                <a:gd name="T92" fmla="*/ 8 w 35"/>
                <a:gd name="T93" fmla="*/ 16 h 30"/>
                <a:gd name="T94" fmla="*/ 6 w 35"/>
                <a:gd name="T95" fmla="*/ 16 h 30"/>
                <a:gd name="T96" fmla="*/ 4 w 35"/>
                <a:gd name="T97" fmla="*/ 15 h 30"/>
                <a:gd name="T98" fmla="*/ 0 w 35"/>
                <a:gd name="T99" fmla="*/ 14 h 30"/>
                <a:gd name="T100" fmla="*/ 0 w 35"/>
                <a:gd name="T101" fmla="*/ 14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5" h="30">
                  <a:moveTo>
                    <a:pt x="15" y="20"/>
                  </a:moveTo>
                  <a:cubicBezTo>
                    <a:pt x="15" y="22"/>
                    <a:pt x="16" y="22"/>
                    <a:pt x="16" y="24"/>
                  </a:cubicBezTo>
                  <a:cubicBezTo>
                    <a:pt x="18" y="24"/>
                    <a:pt x="18" y="23"/>
                    <a:pt x="18" y="23"/>
                  </a:cubicBezTo>
                  <a:cubicBezTo>
                    <a:pt x="19" y="23"/>
                    <a:pt x="20" y="24"/>
                    <a:pt x="20" y="24"/>
                  </a:cubicBezTo>
                  <a:cubicBezTo>
                    <a:pt x="20" y="24"/>
                    <a:pt x="20" y="24"/>
                    <a:pt x="20" y="24"/>
                  </a:cubicBezTo>
                  <a:cubicBezTo>
                    <a:pt x="20" y="24"/>
                    <a:pt x="21" y="23"/>
                    <a:pt x="21" y="22"/>
                  </a:cubicBezTo>
                  <a:cubicBezTo>
                    <a:pt x="20" y="21"/>
                    <a:pt x="18" y="20"/>
                    <a:pt x="16" y="20"/>
                  </a:cubicBezTo>
                  <a:cubicBezTo>
                    <a:pt x="15" y="20"/>
                    <a:pt x="15" y="20"/>
                    <a:pt x="15" y="20"/>
                  </a:cubicBezTo>
                  <a:close/>
                  <a:moveTo>
                    <a:pt x="14" y="7"/>
                  </a:moveTo>
                  <a:cubicBezTo>
                    <a:pt x="14" y="10"/>
                    <a:pt x="12" y="12"/>
                    <a:pt x="16" y="13"/>
                  </a:cubicBezTo>
                  <a:cubicBezTo>
                    <a:pt x="17" y="13"/>
                    <a:pt x="17" y="13"/>
                    <a:pt x="18" y="13"/>
                  </a:cubicBezTo>
                  <a:cubicBezTo>
                    <a:pt x="18" y="13"/>
                    <a:pt x="18" y="13"/>
                    <a:pt x="18" y="13"/>
                  </a:cubicBezTo>
                  <a:cubicBezTo>
                    <a:pt x="16" y="11"/>
                    <a:pt x="16" y="8"/>
                    <a:pt x="14" y="6"/>
                  </a:cubicBezTo>
                  <a:cubicBezTo>
                    <a:pt x="14" y="6"/>
                    <a:pt x="14" y="6"/>
                    <a:pt x="14" y="6"/>
                  </a:cubicBezTo>
                  <a:cubicBezTo>
                    <a:pt x="14" y="6"/>
                    <a:pt x="14" y="6"/>
                    <a:pt x="14" y="7"/>
                  </a:cubicBezTo>
                  <a:close/>
                  <a:moveTo>
                    <a:pt x="0" y="14"/>
                  </a:moveTo>
                  <a:cubicBezTo>
                    <a:pt x="1" y="13"/>
                    <a:pt x="5" y="9"/>
                    <a:pt x="6" y="9"/>
                  </a:cubicBezTo>
                  <a:cubicBezTo>
                    <a:pt x="8" y="9"/>
                    <a:pt x="9" y="10"/>
                    <a:pt x="11" y="10"/>
                  </a:cubicBezTo>
                  <a:cubicBezTo>
                    <a:pt x="12" y="8"/>
                    <a:pt x="12" y="6"/>
                    <a:pt x="12" y="3"/>
                  </a:cubicBezTo>
                  <a:cubicBezTo>
                    <a:pt x="12" y="2"/>
                    <a:pt x="14" y="0"/>
                    <a:pt x="15" y="0"/>
                  </a:cubicBezTo>
                  <a:cubicBezTo>
                    <a:pt x="16" y="2"/>
                    <a:pt x="17" y="4"/>
                    <a:pt x="18" y="6"/>
                  </a:cubicBezTo>
                  <a:cubicBezTo>
                    <a:pt x="18" y="7"/>
                    <a:pt x="18" y="9"/>
                    <a:pt x="20" y="10"/>
                  </a:cubicBezTo>
                  <a:cubicBezTo>
                    <a:pt x="20" y="10"/>
                    <a:pt x="20" y="10"/>
                    <a:pt x="20" y="9"/>
                  </a:cubicBezTo>
                  <a:cubicBezTo>
                    <a:pt x="21" y="9"/>
                    <a:pt x="21" y="6"/>
                    <a:pt x="22" y="5"/>
                  </a:cubicBezTo>
                  <a:cubicBezTo>
                    <a:pt x="22" y="5"/>
                    <a:pt x="23" y="5"/>
                    <a:pt x="24" y="5"/>
                  </a:cubicBezTo>
                  <a:cubicBezTo>
                    <a:pt x="25" y="6"/>
                    <a:pt x="24" y="8"/>
                    <a:pt x="24" y="9"/>
                  </a:cubicBezTo>
                  <a:cubicBezTo>
                    <a:pt x="24" y="11"/>
                    <a:pt x="25" y="12"/>
                    <a:pt x="25" y="14"/>
                  </a:cubicBezTo>
                  <a:cubicBezTo>
                    <a:pt x="26" y="15"/>
                    <a:pt x="25" y="15"/>
                    <a:pt x="25" y="16"/>
                  </a:cubicBezTo>
                  <a:cubicBezTo>
                    <a:pt x="26" y="18"/>
                    <a:pt x="29" y="17"/>
                    <a:pt x="30" y="18"/>
                  </a:cubicBezTo>
                  <a:cubicBezTo>
                    <a:pt x="31" y="19"/>
                    <a:pt x="31" y="20"/>
                    <a:pt x="31" y="20"/>
                  </a:cubicBezTo>
                  <a:cubicBezTo>
                    <a:pt x="32" y="21"/>
                    <a:pt x="33" y="21"/>
                    <a:pt x="34" y="22"/>
                  </a:cubicBezTo>
                  <a:cubicBezTo>
                    <a:pt x="34" y="22"/>
                    <a:pt x="35" y="22"/>
                    <a:pt x="35" y="23"/>
                  </a:cubicBezTo>
                  <a:cubicBezTo>
                    <a:pt x="35" y="23"/>
                    <a:pt x="35" y="23"/>
                    <a:pt x="35" y="23"/>
                  </a:cubicBezTo>
                  <a:cubicBezTo>
                    <a:pt x="33" y="22"/>
                    <a:pt x="31" y="23"/>
                    <a:pt x="29" y="23"/>
                  </a:cubicBezTo>
                  <a:cubicBezTo>
                    <a:pt x="28" y="23"/>
                    <a:pt x="27" y="22"/>
                    <a:pt x="26" y="23"/>
                  </a:cubicBezTo>
                  <a:cubicBezTo>
                    <a:pt x="26" y="23"/>
                    <a:pt x="25" y="24"/>
                    <a:pt x="25" y="24"/>
                  </a:cubicBezTo>
                  <a:cubicBezTo>
                    <a:pt x="24" y="25"/>
                    <a:pt x="22" y="24"/>
                    <a:pt x="21" y="26"/>
                  </a:cubicBezTo>
                  <a:cubicBezTo>
                    <a:pt x="21" y="26"/>
                    <a:pt x="21" y="27"/>
                    <a:pt x="21" y="28"/>
                  </a:cubicBezTo>
                  <a:cubicBezTo>
                    <a:pt x="20" y="28"/>
                    <a:pt x="20" y="28"/>
                    <a:pt x="19" y="28"/>
                  </a:cubicBezTo>
                  <a:cubicBezTo>
                    <a:pt x="18" y="28"/>
                    <a:pt x="18" y="29"/>
                    <a:pt x="17" y="30"/>
                  </a:cubicBezTo>
                  <a:cubicBezTo>
                    <a:pt x="16" y="30"/>
                    <a:pt x="15" y="28"/>
                    <a:pt x="14" y="30"/>
                  </a:cubicBezTo>
                  <a:cubicBezTo>
                    <a:pt x="14" y="30"/>
                    <a:pt x="14" y="30"/>
                    <a:pt x="14" y="30"/>
                  </a:cubicBezTo>
                  <a:cubicBezTo>
                    <a:pt x="13" y="28"/>
                    <a:pt x="11" y="28"/>
                    <a:pt x="9" y="28"/>
                  </a:cubicBezTo>
                  <a:cubicBezTo>
                    <a:pt x="10" y="26"/>
                    <a:pt x="11" y="26"/>
                    <a:pt x="11" y="26"/>
                  </a:cubicBezTo>
                  <a:cubicBezTo>
                    <a:pt x="12" y="25"/>
                    <a:pt x="11" y="24"/>
                    <a:pt x="11" y="23"/>
                  </a:cubicBezTo>
                  <a:cubicBezTo>
                    <a:pt x="10" y="21"/>
                    <a:pt x="10" y="19"/>
                    <a:pt x="10" y="17"/>
                  </a:cubicBezTo>
                  <a:cubicBezTo>
                    <a:pt x="9" y="17"/>
                    <a:pt x="9" y="17"/>
                    <a:pt x="8" y="16"/>
                  </a:cubicBezTo>
                  <a:cubicBezTo>
                    <a:pt x="7" y="16"/>
                    <a:pt x="6" y="16"/>
                    <a:pt x="6" y="16"/>
                  </a:cubicBezTo>
                  <a:cubicBezTo>
                    <a:pt x="5" y="16"/>
                    <a:pt x="4" y="15"/>
                    <a:pt x="4" y="15"/>
                  </a:cubicBezTo>
                  <a:cubicBezTo>
                    <a:pt x="2" y="14"/>
                    <a:pt x="1" y="15"/>
                    <a:pt x="0" y="14"/>
                  </a:cubicBezTo>
                  <a:cubicBezTo>
                    <a:pt x="0" y="14"/>
                    <a:pt x="0" y="14"/>
                    <a:pt x="0"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1" name="Freeform 51"/>
            <p:cNvSpPr>
              <a:spLocks noEditPoints="1"/>
            </p:cNvSpPr>
            <p:nvPr/>
          </p:nvSpPr>
          <p:spPr bwMode="auto">
            <a:xfrm>
              <a:off x="8791638" y="4653266"/>
              <a:ext cx="50800" cy="55563"/>
            </a:xfrm>
            <a:custGeom>
              <a:avLst/>
              <a:gdLst>
                <a:gd name="T0" fmla="*/ 20 w 34"/>
                <a:gd name="T1" fmla="*/ 18 h 37"/>
                <a:gd name="T2" fmla="*/ 22 w 34"/>
                <a:gd name="T3" fmla="*/ 19 h 37"/>
                <a:gd name="T4" fmla="*/ 20 w 34"/>
                <a:gd name="T5" fmla="*/ 17 h 37"/>
                <a:gd name="T6" fmla="*/ 14 w 34"/>
                <a:gd name="T7" fmla="*/ 22 h 37"/>
                <a:gd name="T8" fmla="*/ 14 w 34"/>
                <a:gd name="T9" fmla="*/ 24 h 37"/>
                <a:gd name="T10" fmla="*/ 15 w 34"/>
                <a:gd name="T11" fmla="*/ 22 h 37"/>
                <a:gd name="T12" fmla="*/ 14 w 34"/>
                <a:gd name="T13" fmla="*/ 22 h 37"/>
                <a:gd name="T14" fmla="*/ 16 w 34"/>
                <a:gd name="T15" fmla="*/ 20 h 37"/>
                <a:gd name="T16" fmla="*/ 16 w 34"/>
                <a:gd name="T17" fmla="*/ 20 h 37"/>
                <a:gd name="T18" fmla="*/ 16 w 34"/>
                <a:gd name="T19" fmla="*/ 19 h 37"/>
                <a:gd name="T20" fmla="*/ 10 w 34"/>
                <a:gd name="T21" fmla="*/ 5 h 37"/>
                <a:gd name="T22" fmla="*/ 6 w 34"/>
                <a:gd name="T23" fmla="*/ 17 h 37"/>
                <a:gd name="T24" fmla="*/ 8 w 34"/>
                <a:gd name="T25" fmla="*/ 20 h 37"/>
                <a:gd name="T26" fmla="*/ 15 w 34"/>
                <a:gd name="T27" fmla="*/ 16 h 37"/>
                <a:gd name="T28" fmla="*/ 20 w 34"/>
                <a:gd name="T29" fmla="*/ 14 h 37"/>
                <a:gd name="T30" fmla="*/ 25 w 34"/>
                <a:gd name="T31" fmla="*/ 15 h 37"/>
                <a:gd name="T32" fmla="*/ 23 w 34"/>
                <a:gd name="T33" fmla="*/ 27 h 37"/>
                <a:gd name="T34" fmla="*/ 18 w 34"/>
                <a:gd name="T35" fmla="*/ 27 h 37"/>
                <a:gd name="T36" fmla="*/ 17 w 34"/>
                <a:gd name="T37" fmla="*/ 24 h 37"/>
                <a:gd name="T38" fmla="*/ 13 w 34"/>
                <a:gd name="T39" fmla="*/ 25 h 37"/>
                <a:gd name="T40" fmla="*/ 12 w 34"/>
                <a:gd name="T41" fmla="*/ 17 h 37"/>
                <a:gd name="T42" fmla="*/ 10 w 34"/>
                <a:gd name="T43" fmla="*/ 22 h 37"/>
                <a:gd name="T44" fmla="*/ 17 w 34"/>
                <a:gd name="T45" fmla="*/ 32 h 37"/>
                <a:gd name="T46" fmla="*/ 20 w 34"/>
                <a:gd name="T47" fmla="*/ 33 h 37"/>
                <a:gd name="T48" fmla="*/ 24 w 34"/>
                <a:gd name="T49" fmla="*/ 29 h 37"/>
                <a:gd name="T50" fmla="*/ 23 w 34"/>
                <a:gd name="T51" fmla="*/ 28 h 37"/>
                <a:gd name="T52" fmla="*/ 26 w 34"/>
                <a:gd name="T53" fmla="*/ 25 h 37"/>
                <a:gd name="T54" fmla="*/ 21 w 34"/>
                <a:gd name="T55" fmla="*/ 10 h 37"/>
                <a:gd name="T56" fmla="*/ 17 w 34"/>
                <a:gd name="T57" fmla="*/ 6 h 37"/>
                <a:gd name="T58" fmla="*/ 10 w 34"/>
                <a:gd name="T59" fmla="*/ 5 h 37"/>
                <a:gd name="T60" fmla="*/ 12 w 34"/>
                <a:gd name="T61" fmla="*/ 1 h 37"/>
                <a:gd name="T62" fmla="*/ 27 w 34"/>
                <a:gd name="T63" fmla="*/ 12 h 37"/>
                <a:gd name="T64" fmla="*/ 31 w 34"/>
                <a:gd name="T65" fmla="*/ 27 h 37"/>
                <a:gd name="T66" fmla="*/ 26 w 34"/>
                <a:gd name="T67" fmla="*/ 30 h 37"/>
                <a:gd name="T68" fmla="*/ 20 w 34"/>
                <a:gd name="T69" fmla="*/ 35 h 37"/>
                <a:gd name="T70" fmla="*/ 19 w 34"/>
                <a:gd name="T71" fmla="*/ 37 h 37"/>
                <a:gd name="T72" fmla="*/ 14 w 34"/>
                <a:gd name="T73" fmla="*/ 35 h 37"/>
                <a:gd name="T74" fmla="*/ 8 w 34"/>
                <a:gd name="T75" fmla="*/ 27 h 37"/>
                <a:gd name="T76" fmla="*/ 3 w 34"/>
                <a:gd name="T77" fmla="*/ 23 h 37"/>
                <a:gd name="T78" fmla="*/ 4 w 34"/>
                <a:gd name="T79" fmla="*/ 8 h 37"/>
                <a:gd name="T80" fmla="*/ 5 w 34"/>
                <a:gd name="T81" fmla="*/ 5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4" h="37">
                  <a:moveTo>
                    <a:pt x="20" y="17"/>
                  </a:moveTo>
                  <a:cubicBezTo>
                    <a:pt x="20" y="17"/>
                    <a:pt x="20" y="18"/>
                    <a:pt x="20" y="18"/>
                  </a:cubicBezTo>
                  <a:cubicBezTo>
                    <a:pt x="20" y="18"/>
                    <a:pt x="21" y="19"/>
                    <a:pt x="22" y="19"/>
                  </a:cubicBezTo>
                  <a:cubicBezTo>
                    <a:pt x="22" y="19"/>
                    <a:pt x="22" y="19"/>
                    <a:pt x="22" y="19"/>
                  </a:cubicBezTo>
                  <a:cubicBezTo>
                    <a:pt x="22" y="18"/>
                    <a:pt x="22" y="18"/>
                    <a:pt x="22" y="18"/>
                  </a:cubicBezTo>
                  <a:cubicBezTo>
                    <a:pt x="21" y="17"/>
                    <a:pt x="21" y="17"/>
                    <a:pt x="20" y="17"/>
                  </a:cubicBezTo>
                  <a:cubicBezTo>
                    <a:pt x="20" y="17"/>
                    <a:pt x="20" y="17"/>
                    <a:pt x="20" y="17"/>
                  </a:cubicBezTo>
                  <a:close/>
                  <a:moveTo>
                    <a:pt x="14" y="22"/>
                  </a:moveTo>
                  <a:cubicBezTo>
                    <a:pt x="14" y="23"/>
                    <a:pt x="14" y="23"/>
                    <a:pt x="14" y="24"/>
                  </a:cubicBezTo>
                  <a:cubicBezTo>
                    <a:pt x="14" y="24"/>
                    <a:pt x="14" y="24"/>
                    <a:pt x="14" y="24"/>
                  </a:cubicBezTo>
                  <a:cubicBezTo>
                    <a:pt x="14" y="24"/>
                    <a:pt x="14" y="24"/>
                    <a:pt x="14" y="24"/>
                  </a:cubicBezTo>
                  <a:cubicBezTo>
                    <a:pt x="15" y="23"/>
                    <a:pt x="14" y="23"/>
                    <a:pt x="15" y="22"/>
                  </a:cubicBezTo>
                  <a:cubicBezTo>
                    <a:pt x="15" y="22"/>
                    <a:pt x="14" y="22"/>
                    <a:pt x="14" y="22"/>
                  </a:cubicBezTo>
                  <a:cubicBezTo>
                    <a:pt x="14" y="22"/>
                    <a:pt x="14" y="22"/>
                    <a:pt x="14" y="22"/>
                  </a:cubicBezTo>
                  <a:close/>
                  <a:moveTo>
                    <a:pt x="16" y="19"/>
                  </a:moveTo>
                  <a:cubicBezTo>
                    <a:pt x="16" y="19"/>
                    <a:pt x="16" y="19"/>
                    <a:pt x="16" y="20"/>
                  </a:cubicBezTo>
                  <a:cubicBezTo>
                    <a:pt x="16" y="20"/>
                    <a:pt x="16" y="20"/>
                    <a:pt x="16" y="20"/>
                  </a:cubicBezTo>
                  <a:cubicBezTo>
                    <a:pt x="16" y="20"/>
                    <a:pt x="16" y="20"/>
                    <a:pt x="16" y="20"/>
                  </a:cubicBezTo>
                  <a:cubicBezTo>
                    <a:pt x="16" y="19"/>
                    <a:pt x="16" y="19"/>
                    <a:pt x="16" y="19"/>
                  </a:cubicBezTo>
                  <a:cubicBezTo>
                    <a:pt x="16" y="19"/>
                    <a:pt x="16" y="19"/>
                    <a:pt x="16" y="19"/>
                  </a:cubicBezTo>
                  <a:cubicBezTo>
                    <a:pt x="16" y="19"/>
                    <a:pt x="16" y="19"/>
                    <a:pt x="16" y="19"/>
                  </a:cubicBezTo>
                  <a:close/>
                  <a:moveTo>
                    <a:pt x="10" y="5"/>
                  </a:moveTo>
                  <a:cubicBezTo>
                    <a:pt x="9" y="6"/>
                    <a:pt x="8" y="7"/>
                    <a:pt x="7" y="8"/>
                  </a:cubicBezTo>
                  <a:cubicBezTo>
                    <a:pt x="5" y="11"/>
                    <a:pt x="6" y="14"/>
                    <a:pt x="6" y="17"/>
                  </a:cubicBezTo>
                  <a:cubicBezTo>
                    <a:pt x="6" y="18"/>
                    <a:pt x="7" y="20"/>
                    <a:pt x="8" y="20"/>
                  </a:cubicBezTo>
                  <a:cubicBezTo>
                    <a:pt x="8" y="20"/>
                    <a:pt x="8" y="20"/>
                    <a:pt x="8" y="20"/>
                  </a:cubicBezTo>
                  <a:cubicBezTo>
                    <a:pt x="9" y="19"/>
                    <a:pt x="8" y="12"/>
                    <a:pt x="12" y="12"/>
                  </a:cubicBezTo>
                  <a:cubicBezTo>
                    <a:pt x="13" y="12"/>
                    <a:pt x="14" y="15"/>
                    <a:pt x="15" y="16"/>
                  </a:cubicBezTo>
                  <a:cubicBezTo>
                    <a:pt x="16" y="16"/>
                    <a:pt x="18" y="16"/>
                    <a:pt x="19" y="15"/>
                  </a:cubicBezTo>
                  <a:cubicBezTo>
                    <a:pt x="19" y="15"/>
                    <a:pt x="19" y="15"/>
                    <a:pt x="20" y="14"/>
                  </a:cubicBezTo>
                  <a:cubicBezTo>
                    <a:pt x="21" y="14"/>
                    <a:pt x="22" y="13"/>
                    <a:pt x="24" y="13"/>
                  </a:cubicBezTo>
                  <a:cubicBezTo>
                    <a:pt x="24" y="14"/>
                    <a:pt x="24" y="14"/>
                    <a:pt x="25" y="15"/>
                  </a:cubicBezTo>
                  <a:cubicBezTo>
                    <a:pt x="25" y="16"/>
                    <a:pt x="24" y="17"/>
                    <a:pt x="24" y="18"/>
                  </a:cubicBezTo>
                  <a:cubicBezTo>
                    <a:pt x="24" y="21"/>
                    <a:pt x="24" y="24"/>
                    <a:pt x="23" y="27"/>
                  </a:cubicBezTo>
                  <a:cubicBezTo>
                    <a:pt x="22" y="27"/>
                    <a:pt x="22" y="28"/>
                    <a:pt x="21" y="29"/>
                  </a:cubicBezTo>
                  <a:cubicBezTo>
                    <a:pt x="20" y="28"/>
                    <a:pt x="19" y="28"/>
                    <a:pt x="18" y="27"/>
                  </a:cubicBezTo>
                  <a:cubicBezTo>
                    <a:pt x="18" y="26"/>
                    <a:pt x="18" y="25"/>
                    <a:pt x="18" y="25"/>
                  </a:cubicBezTo>
                  <a:cubicBezTo>
                    <a:pt x="18" y="25"/>
                    <a:pt x="17" y="25"/>
                    <a:pt x="17" y="24"/>
                  </a:cubicBezTo>
                  <a:cubicBezTo>
                    <a:pt x="17" y="24"/>
                    <a:pt x="17" y="25"/>
                    <a:pt x="16" y="25"/>
                  </a:cubicBezTo>
                  <a:cubicBezTo>
                    <a:pt x="15" y="25"/>
                    <a:pt x="14" y="26"/>
                    <a:pt x="13" y="25"/>
                  </a:cubicBezTo>
                  <a:cubicBezTo>
                    <a:pt x="13" y="25"/>
                    <a:pt x="12" y="24"/>
                    <a:pt x="12" y="24"/>
                  </a:cubicBezTo>
                  <a:cubicBezTo>
                    <a:pt x="12" y="23"/>
                    <a:pt x="15" y="17"/>
                    <a:pt x="12" y="17"/>
                  </a:cubicBezTo>
                  <a:cubicBezTo>
                    <a:pt x="12" y="17"/>
                    <a:pt x="12" y="17"/>
                    <a:pt x="12" y="17"/>
                  </a:cubicBezTo>
                  <a:cubicBezTo>
                    <a:pt x="12" y="18"/>
                    <a:pt x="10" y="21"/>
                    <a:pt x="10" y="22"/>
                  </a:cubicBezTo>
                  <a:cubicBezTo>
                    <a:pt x="10" y="23"/>
                    <a:pt x="11" y="23"/>
                    <a:pt x="11" y="25"/>
                  </a:cubicBezTo>
                  <a:cubicBezTo>
                    <a:pt x="12" y="27"/>
                    <a:pt x="15" y="30"/>
                    <a:pt x="17" y="32"/>
                  </a:cubicBezTo>
                  <a:cubicBezTo>
                    <a:pt x="18" y="33"/>
                    <a:pt x="18" y="33"/>
                    <a:pt x="18" y="33"/>
                  </a:cubicBezTo>
                  <a:cubicBezTo>
                    <a:pt x="19" y="33"/>
                    <a:pt x="20" y="33"/>
                    <a:pt x="20" y="33"/>
                  </a:cubicBezTo>
                  <a:cubicBezTo>
                    <a:pt x="21" y="33"/>
                    <a:pt x="23" y="29"/>
                    <a:pt x="24" y="29"/>
                  </a:cubicBezTo>
                  <a:cubicBezTo>
                    <a:pt x="24" y="29"/>
                    <a:pt x="24" y="29"/>
                    <a:pt x="24" y="29"/>
                  </a:cubicBezTo>
                  <a:cubicBezTo>
                    <a:pt x="24" y="29"/>
                    <a:pt x="24" y="29"/>
                    <a:pt x="23" y="28"/>
                  </a:cubicBezTo>
                  <a:cubicBezTo>
                    <a:pt x="23" y="28"/>
                    <a:pt x="23" y="28"/>
                    <a:pt x="23" y="28"/>
                  </a:cubicBezTo>
                  <a:cubicBezTo>
                    <a:pt x="24" y="27"/>
                    <a:pt x="25" y="28"/>
                    <a:pt x="26" y="27"/>
                  </a:cubicBezTo>
                  <a:cubicBezTo>
                    <a:pt x="26" y="26"/>
                    <a:pt x="26" y="25"/>
                    <a:pt x="26" y="25"/>
                  </a:cubicBezTo>
                  <a:cubicBezTo>
                    <a:pt x="27" y="24"/>
                    <a:pt x="29" y="24"/>
                    <a:pt x="30" y="23"/>
                  </a:cubicBezTo>
                  <a:cubicBezTo>
                    <a:pt x="31" y="19"/>
                    <a:pt x="25" y="12"/>
                    <a:pt x="21" y="10"/>
                  </a:cubicBezTo>
                  <a:cubicBezTo>
                    <a:pt x="21" y="9"/>
                    <a:pt x="20" y="8"/>
                    <a:pt x="19" y="7"/>
                  </a:cubicBezTo>
                  <a:cubicBezTo>
                    <a:pt x="18" y="7"/>
                    <a:pt x="18" y="7"/>
                    <a:pt x="17" y="6"/>
                  </a:cubicBezTo>
                  <a:cubicBezTo>
                    <a:pt x="15" y="5"/>
                    <a:pt x="14" y="3"/>
                    <a:pt x="12" y="3"/>
                  </a:cubicBezTo>
                  <a:cubicBezTo>
                    <a:pt x="11" y="3"/>
                    <a:pt x="10" y="4"/>
                    <a:pt x="10" y="5"/>
                  </a:cubicBezTo>
                  <a:close/>
                  <a:moveTo>
                    <a:pt x="7" y="5"/>
                  </a:moveTo>
                  <a:cubicBezTo>
                    <a:pt x="9" y="3"/>
                    <a:pt x="10" y="1"/>
                    <a:pt x="12" y="1"/>
                  </a:cubicBezTo>
                  <a:cubicBezTo>
                    <a:pt x="16" y="0"/>
                    <a:pt x="20" y="5"/>
                    <a:pt x="24" y="9"/>
                  </a:cubicBezTo>
                  <a:cubicBezTo>
                    <a:pt x="25" y="10"/>
                    <a:pt x="26" y="11"/>
                    <a:pt x="27" y="12"/>
                  </a:cubicBezTo>
                  <a:cubicBezTo>
                    <a:pt x="29" y="15"/>
                    <a:pt x="33" y="17"/>
                    <a:pt x="34" y="20"/>
                  </a:cubicBezTo>
                  <a:cubicBezTo>
                    <a:pt x="34" y="21"/>
                    <a:pt x="33" y="27"/>
                    <a:pt x="31" y="27"/>
                  </a:cubicBezTo>
                  <a:cubicBezTo>
                    <a:pt x="30" y="28"/>
                    <a:pt x="27" y="27"/>
                    <a:pt x="26" y="29"/>
                  </a:cubicBezTo>
                  <a:cubicBezTo>
                    <a:pt x="26" y="29"/>
                    <a:pt x="26" y="30"/>
                    <a:pt x="26" y="30"/>
                  </a:cubicBezTo>
                  <a:cubicBezTo>
                    <a:pt x="26" y="31"/>
                    <a:pt x="23" y="34"/>
                    <a:pt x="22" y="35"/>
                  </a:cubicBezTo>
                  <a:cubicBezTo>
                    <a:pt x="21" y="35"/>
                    <a:pt x="20" y="35"/>
                    <a:pt x="20" y="35"/>
                  </a:cubicBezTo>
                  <a:cubicBezTo>
                    <a:pt x="19" y="36"/>
                    <a:pt x="20" y="37"/>
                    <a:pt x="19" y="37"/>
                  </a:cubicBezTo>
                  <a:cubicBezTo>
                    <a:pt x="19" y="37"/>
                    <a:pt x="19" y="37"/>
                    <a:pt x="19" y="37"/>
                  </a:cubicBezTo>
                  <a:cubicBezTo>
                    <a:pt x="18" y="37"/>
                    <a:pt x="17" y="37"/>
                    <a:pt x="16" y="37"/>
                  </a:cubicBezTo>
                  <a:cubicBezTo>
                    <a:pt x="16" y="37"/>
                    <a:pt x="14" y="35"/>
                    <a:pt x="14" y="35"/>
                  </a:cubicBezTo>
                  <a:cubicBezTo>
                    <a:pt x="14" y="33"/>
                    <a:pt x="12" y="31"/>
                    <a:pt x="11" y="29"/>
                  </a:cubicBezTo>
                  <a:cubicBezTo>
                    <a:pt x="10" y="28"/>
                    <a:pt x="8" y="27"/>
                    <a:pt x="8" y="27"/>
                  </a:cubicBezTo>
                  <a:cubicBezTo>
                    <a:pt x="7" y="26"/>
                    <a:pt x="6" y="25"/>
                    <a:pt x="5" y="25"/>
                  </a:cubicBezTo>
                  <a:cubicBezTo>
                    <a:pt x="5" y="24"/>
                    <a:pt x="4" y="23"/>
                    <a:pt x="3" y="23"/>
                  </a:cubicBezTo>
                  <a:cubicBezTo>
                    <a:pt x="0" y="18"/>
                    <a:pt x="1" y="17"/>
                    <a:pt x="2" y="12"/>
                  </a:cubicBezTo>
                  <a:cubicBezTo>
                    <a:pt x="2" y="11"/>
                    <a:pt x="3" y="9"/>
                    <a:pt x="4" y="8"/>
                  </a:cubicBezTo>
                  <a:cubicBezTo>
                    <a:pt x="4" y="8"/>
                    <a:pt x="4" y="8"/>
                    <a:pt x="4" y="8"/>
                  </a:cubicBezTo>
                  <a:cubicBezTo>
                    <a:pt x="4" y="7"/>
                    <a:pt x="5" y="6"/>
                    <a:pt x="5" y="5"/>
                  </a:cubicBezTo>
                  <a:cubicBezTo>
                    <a:pt x="6" y="5"/>
                    <a:pt x="7" y="5"/>
                    <a:pt x="7"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2" name="Freeform 52"/>
            <p:cNvSpPr>
              <a:spLocks noEditPoints="1"/>
            </p:cNvSpPr>
            <p:nvPr/>
          </p:nvSpPr>
          <p:spPr bwMode="auto">
            <a:xfrm>
              <a:off x="8847200" y="4611991"/>
              <a:ext cx="46038" cy="58738"/>
            </a:xfrm>
            <a:custGeom>
              <a:avLst/>
              <a:gdLst>
                <a:gd name="T0" fmla="*/ 8 w 31"/>
                <a:gd name="T1" fmla="*/ 31 h 39"/>
                <a:gd name="T2" fmla="*/ 9 w 31"/>
                <a:gd name="T3" fmla="*/ 30 h 39"/>
                <a:gd name="T4" fmla="*/ 8 w 31"/>
                <a:gd name="T5" fmla="*/ 26 h 39"/>
                <a:gd name="T6" fmla="*/ 18 w 31"/>
                <a:gd name="T7" fmla="*/ 18 h 39"/>
                <a:gd name="T8" fmla="*/ 18 w 31"/>
                <a:gd name="T9" fmla="*/ 21 h 39"/>
                <a:gd name="T10" fmla="*/ 19 w 31"/>
                <a:gd name="T11" fmla="*/ 18 h 39"/>
                <a:gd name="T12" fmla="*/ 7 w 31"/>
                <a:gd name="T13" fmla="*/ 22 h 39"/>
                <a:gd name="T14" fmla="*/ 6 w 31"/>
                <a:gd name="T15" fmla="*/ 23 h 39"/>
                <a:gd name="T16" fmla="*/ 7 w 31"/>
                <a:gd name="T17" fmla="*/ 22 h 39"/>
                <a:gd name="T18" fmla="*/ 7 w 31"/>
                <a:gd name="T19" fmla="*/ 22 h 39"/>
                <a:gd name="T20" fmla="*/ 23 w 31"/>
                <a:gd name="T21" fmla="*/ 12 h 39"/>
                <a:gd name="T22" fmla="*/ 23 w 31"/>
                <a:gd name="T23" fmla="*/ 12 h 39"/>
                <a:gd name="T24" fmla="*/ 23 w 31"/>
                <a:gd name="T25" fmla="*/ 11 h 39"/>
                <a:gd name="T26" fmla="*/ 10 w 31"/>
                <a:gd name="T27" fmla="*/ 19 h 39"/>
                <a:gd name="T28" fmla="*/ 10 w 31"/>
                <a:gd name="T29" fmla="*/ 23 h 39"/>
                <a:gd name="T30" fmla="*/ 10 w 31"/>
                <a:gd name="T31" fmla="*/ 19 h 39"/>
                <a:gd name="T32" fmla="*/ 15 w 31"/>
                <a:gd name="T33" fmla="*/ 13 h 39"/>
                <a:gd name="T34" fmla="*/ 16 w 31"/>
                <a:gd name="T35" fmla="*/ 14 h 39"/>
                <a:gd name="T36" fmla="*/ 15 w 31"/>
                <a:gd name="T37" fmla="*/ 13 h 39"/>
                <a:gd name="T38" fmla="*/ 9 w 31"/>
                <a:gd name="T39" fmla="*/ 16 h 39"/>
                <a:gd name="T40" fmla="*/ 9 w 31"/>
                <a:gd name="T41" fmla="*/ 18 h 39"/>
                <a:gd name="T42" fmla="*/ 9 w 31"/>
                <a:gd name="T43" fmla="*/ 16 h 39"/>
                <a:gd name="T44" fmla="*/ 19 w 31"/>
                <a:gd name="T45" fmla="*/ 4 h 39"/>
                <a:gd name="T46" fmla="*/ 23 w 31"/>
                <a:gd name="T47" fmla="*/ 7 h 39"/>
                <a:gd name="T48" fmla="*/ 29 w 31"/>
                <a:gd name="T49" fmla="*/ 9 h 39"/>
                <a:gd name="T50" fmla="*/ 25 w 31"/>
                <a:gd name="T51" fmla="*/ 16 h 39"/>
                <a:gd name="T52" fmla="*/ 29 w 31"/>
                <a:gd name="T53" fmla="*/ 26 h 39"/>
                <a:gd name="T54" fmla="*/ 30 w 31"/>
                <a:gd name="T55" fmla="*/ 30 h 39"/>
                <a:gd name="T56" fmla="*/ 31 w 31"/>
                <a:gd name="T57" fmla="*/ 32 h 39"/>
                <a:gd name="T58" fmla="*/ 22 w 31"/>
                <a:gd name="T59" fmla="*/ 23 h 39"/>
                <a:gd name="T60" fmla="*/ 16 w 31"/>
                <a:gd name="T61" fmla="*/ 29 h 39"/>
                <a:gd name="T62" fmla="*/ 15 w 31"/>
                <a:gd name="T63" fmla="*/ 22 h 39"/>
                <a:gd name="T64" fmla="*/ 15 w 31"/>
                <a:gd name="T65" fmla="*/ 19 h 39"/>
                <a:gd name="T66" fmla="*/ 12 w 31"/>
                <a:gd name="T67" fmla="*/ 19 h 39"/>
                <a:gd name="T68" fmla="*/ 13 w 31"/>
                <a:gd name="T69" fmla="*/ 29 h 39"/>
                <a:gd name="T70" fmla="*/ 17 w 31"/>
                <a:gd name="T71" fmla="*/ 34 h 39"/>
                <a:gd name="T72" fmla="*/ 14 w 31"/>
                <a:gd name="T73" fmla="*/ 33 h 39"/>
                <a:gd name="T74" fmla="*/ 12 w 31"/>
                <a:gd name="T75" fmla="*/ 32 h 39"/>
                <a:gd name="T76" fmla="*/ 7 w 31"/>
                <a:gd name="T77" fmla="*/ 39 h 39"/>
                <a:gd name="T78" fmla="*/ 6 w 31"/>
                <a:gd name="T79" fmla="*/ 33 h 39"/>
                <a:gd name="T80" fmla="*/ 6 w 31"/>
                <a:gd name="T81" fmla="*/ 26 h 39"/>
                <a:gd name="T82" fmla="*/ 2 w 31"/>
                <a:gd name="T83" fmla="*/ 29 h 39"/>
                <a:gd name="T84" fmla="*/ 4 w 31"/>
                <a:gd name="T85" fmla="*/ 13 h 39"/>
                <a:gd name="T86" fmla="*/ 6 w 31"/>
                <a:gd name="T87" fmla="*/ 9 h 39"/>
                <a:gd name="T88" fmla="*/ 3 w 31"/>
                <a:gd name="T89" fmla="*/ 23 h 39"/>
                <a:gd name="T90" fmla="*/ 3 w 31"/>
                <a:gd name="T91" fmla="*/ 27 h 39"/>
                <a:gd name="T92" fmla="*/ 9 w 31"/>
                <a:gd name="T93" fmla="*/ 14 h 39"/>
                <a:gd name="T94" fmla="*/ 13 w 31"/>
                <a:gd name="T95" fmla="*/ 15 h 39"/>
                <a:gd name="T96" fmla="*/ 12 w 31"/>
                <a:gd name="T97" fmla="*/ 9 h 39"/>
                <a:gd name="T98" fmla="*/ 11 w 31"/>
                <a:gd name="T99" fmla="*/ 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1" h="39">
                  <a:moveTo>
                    <a:pt x="8" y="26"/>
                  </a:moveTo>
                  <a:cubicBezTo>
                    <a:pt x="8" y="27"/>
                    <a:pt x="8" y="30"/>
                    <a:pt x="8" y="31"/>
                  </a:cubicBezTo>
                  <a:cubicBezTo>
                    <a:pt x="8" y="31"/>
                    <a:pt x="8" y="31"/>
                    <a:pt x="8" y="31"/>
                  </a:cubicBezTo>
                  <a:cubicBezTo>
                    <a:pt x="8" y="31"/>
                    <a:pt x="9" y="31"/>
                    <a:pt x="9" y="30"/>
                  </a:cubicBezTo>
                  <a:cubicBezTo>
                    <a:pt x="9" y="29"/>
                    <a:pt x="11" y="27"/>
                    <a:pt x="9" y="26"/>
                  </a:cubicBezTo>
                  <a:cubicBezTo>
                    <a:pt x="9" y="26"/>
                    <a:pt x="9" y="26"/>
                    <a:pt x="8" y="26"/>
                  </a:cubicBezTo>
                  <a:cubicBezTo>
                    <a:pt x="9" y="26"/>
                    <a:pt x="8" y="26"/>
                    <a:pt x="8" y="26"/>
                  </a:cubicBezTo>
                  <a:close/>
                  <a:moveTo>
                    <a:pt x="18" y="18"/>
                  </a:moveTo>
                  <a:cubicBezTo>
                    <a:pt x="18" y="19"/>
                    <a:pt x="17" y="20"/>
                    <a:pt x="17" y="21"/>
                  </a:cubicBezTo>
                  <a:cubicBezTo>
                    <a:pt x="17" y="21"/>
                    <a:pt x="17" y="21"/>
                    <a:pt x="18" y="21"/>
                  </a:cubicBezTo>
                  <a:cubicBezTo>
                    <a:pt x="18" y="21"/>
                    <a:pt x="18" y="21"/>
                    <a:pt x="18" y="21"/>
                  </a:cubicBezTo>
                  <a:cubicBezTo>
                    <a:pt x="19" y="21"/>
                    <a:pt x="21" y="19"/>
                    <a:pt x="19" y="18"/>
                  </a:cubicBezTo>
                  <a:cubicBezTo>
                    <a:pt x="19" y="17"/>
                    <a:pt x="19" y="17"/>
                    <a:pt x="18" y="18"/>
                  </a:cubicBezTo>
                  <a:close/>
                  <a:moveTo>
                    <a:pt x="7" y="22"/>
                  </a:moveTo>
                  <a:cubicBezTo>
                    <a:pt x="7" y="22"/>
                    <a:pt x="7" y="23"/>
                    <a:pt x="6" y="23"/>
                  </a:cubicBezTo>
                  <a:cubicBezTo>
                    <a:pt x="6" y="23"/>
                    <a:pt x="6" y="23"/>
                    <a:pt x="6" y="23"/>
                  </a:cubicBezTo>
                  <a:cubicBezTo>
                    <a:pt x="7" y="23"/>
                    <a:pt x="7" y="23"/>
                    <a:pt x="7" y="23"/>
                  </a:cubicBezTo>
                  <a:cubicBezTo>
                    <a:pt x="7" y="22"/>
                    <a:pt x="7" y="22"/>
                    <a:pt x="7" y="22"/>
                  </a:cubicBezTo>
                  <a:cubicBezTo>
                    <a:pt x="7" y="22"/>
                    <a:pt x="7" y="22"/>
                    <a:pt x="7" y="22"/>
                  </a:cubicBezTo>
                  <a:cubicBezTo>
                    <a:pt x="7" y="22"/>
                    <a:pt x="7" y="22"/>
                    <a:pt x="7" y="22"/>
                  </a:cubicBezTo>
                  <a:close/>
                  <a:moveTo>
                    <a:pt x="23" y="11"/>
                  </a:moveTo>
                  <a:cubicBezTo>
                    <a:pt x="23" y="12"/>
                    <a:pt x="23" y="12"/>
                    <a:pt x="23" y="12"/>
                  </a:cubicBezTo>
                  <a:cubicBezTo>
                    <a:pt x="23" y="12"/>
                    <a:pt x="23" y="12"/>
                    <a:pt x="23" y="12"/>
                  </a:cubicBezTo>
                  <a:cubicBezTo>
                    <a:pt x="23" y="12"/>
                    <a:pt x="23" y="12"/>
                    <a:pt x="23" y="12"/>
                  </a:cubicBezTo>
                  <a:cubicBezTo>
                    <a:pt x="23" y="12"/>
                    <a:pt x="23" y="12"/>
                    <a:pt x="23" y="11"/>
                  </a:cubicBezTo>
                  <a:cubicBezTo>
                    <a:pt x="23" y="11"/>
                    <a:pt x="23" y="11"/>
                    <a:pt x="23" y="11"/>
                  </a:cubicBezTo>
                  <a:cubicBezTo>
                    <a:pt x="23" y="11"/>
                    <a:pt x="23" y="11"/>
                    <a:pt x="23" y="11"/>
                  </a:cubicBezTo>
                  <a:close/>
                  <a:moveTo>
                    <a:pt x="10" y="19"/>
                  </a:moveTo>
                  <a:cubicBezTo>
                    <a:pt x="9" y="20"/>
                    <a:pt x="9" y="23"/>
                    <a:pt x="10" y="23"/>
                  </a:cubicBezTo>
                  <a:cubicBezTo>
                    <a:pt x="10" y="23"/>
                    <a:pt x="10" y="23"/>
                    <a:pt x="10" y="23"/>
                  </a:cubicBezTo>
                  <a:cubicBezTo>
                    <a:pt x="11" y="22"/>
                    <a:pt x="11" y="20"/>
                    <a:pt x="11" y="19"/>
                  </a:cubicBezTo>
                  <a:cubicBezTo>
                    <a:pt x="11" y="19"/>
                    <a:pt x="10" y="19"/>
                    <a:pt x="10" y="19"/>
                  </a:cubicBezTo>
                  <a:close/>
                  <a:moveTo>
                    <a:pt x="15" y="13"/>
                  </a:moveTo>
                  <a:cubicBezTo>
                    <a:pt x="15" y="13"/>
                    <a:pt x="15" y="13"/>
                    <a:pt x="15" y="13"/>
                  </a:cubicBezTo>
                  <a:cubicBezTo>
                    <a:pt x="15" y="14"/>
                    <a:pt x="15" y="14"/>
                    <a:pt x="15" y="14"/>
                  </a:cubicBezTo>
                  <a:cubicBezTo>
                    <a:pt x="16" y="14"/>
                    <a:pt x="16" y="14"/>
                    <a:pt x="16" y="14"/>
                  </a:cubicBezTo>
                  <a:cubicBezTo>
                    <a:pt x="16" y="14"/>
                    <a:pt x="16" y="13"/>
                    <a:pt x="16" y="13"/>
                  </a:cubicBezTo>
                  <a:cubicBezTo>
                    <a:pt x="16" y="13"/>
                    <a:pt x="16" y="13"/>
                    <a:pt x="15" y="13"/>
                  </a:cubicBezTo>
                  <a:cubicBezTo>
                    <a:pt x="16" y="13"/>
                    <a:pt x="16" y="13"/>
                    <a:pt x="15" y="13"/>
                  </a:cubicBezTo>
                  <a:close/>
                  <a:moveTo>
                    <a:pt x="9" y="16"/>
                  </a:moveTo>
                  <a:cubicBezTo>
                    <a:pt x="8" y="17"/>
                    <a:pt x="8" y="18"/>
                    <a:pt x="9" y="18"/>
                  </a:cubicBezTo>
                  <a:cubicBezTo>
                    <a:pt x="9" y="18"/>
                    <a:pt x="9" y="18"/>
                    <a:pt x="9" y="18"/>
                  </a:cubicBezTo>
                  <a:cubicBezTo>
                    <a:pt x="9" y="17"/>
                    <a:pt x="9" y="17"/>
                    <a:pt x="9" y="16"/>
                  </a:cubicBezTo>
                  <a:cubicBezTo>
                    <a:pt x="9" y="15"/>
                    <a:pt x="9" y="16"/>
                    <a:pt x="9" y="16"/>
                  </a:cubicBezTo>
                  <a:close/>
                  <a:moveTo>
                    <a:pt x="11" y="1"/>
                  </a:moveTo>
                  <a:cubicBezTo>
                    <a:pt x="13" y="0"/>
                    <a:pt x="17" y="2"/>
                    <a:pt x="19" y="4"/>
                  </a:cubicBezTo>
                  <a:cubicBezTo>
                    <a:pt x="19" y="5"/>
                    <a:pt x="19" y="6"/>
                    <a:pt x="20" y="6"/>
                  </a:cubicBezTo>
                  <a:cubicBezTo>
                    <a:pt x="21" y="7"/>
                    <a:pt x="22" y="7"/>
                    <a:pt x="23" y="7"/>
                  </a:cubicBezTo>
                  <a:cubicBezTo>
                    <a:pt x="24" y="8"/>
                    <a:pt x="25" y="9"/>
                    <a:pt x="25" y="9"/>
                  </a:cubicBezTo>
                  <a:cubicBezTo>
                    <a:pt x="27" y="9"/>
                    <a:pt x="28" y="9"/>
                    <a:pt x="29" y="9"/>
                  </a:cubicBezTo>
                  <a:cubicBezTo>
                    <a:pt x="29" y="9"/>
                    <a:pt x="29" y="9"/>
                    <a:pt x="29" y="10"/>
                  </a:cubicBezTo>
                  <a:cubicBezTo>
                    <a:pt x="28" y="12"/>
                    <a:pt x="25" y="14"/>
                    <a:pt x="25" y="16"/>
                  </a:cubicBezTo>
                  <a:cubicBezTo>
                    <a:pt x="25" y="18"/>
                    <a:pt x="27" y="19"/>
                    <a:pt x="27" y="21"/>
                  </a:cubicBezTo>
                  <a:cubicBezTo>
                    <a:pt x="28" y="23"/>
                    <a:pt x="29" y="24"/>
                    <a:pt x="29" y="26"/>
                  </a:cubicBezTo>
                  <a:cubicBezTo>
                    <a:pt x="29" y="26"/>
                    <a:pt x="29" y="27"/>
                    <a:pt x="30" y="27"/>
                  </a:cubicBezTo>
                  <a:cubicBezTo>
                    <a:pt x="30" y="28"/>
                    <a:pt x="30" y="29"/>
                    <a:pt x="30" y="30"/>
                  </a:cubicBezTo>
                  <a:cubicBezTo>
                    <a:pt x="30" y="31"/>
                    <a:pt x="31" y="31"/>
                    <a:pt x="31" y="32"/>
                  </a:cubicBezTo>
                  <a:cubicBezTo>
                    <a:pt x="31" y="32"/>
                    <a:pt x="31" y="32"/>
                    <a:pt x="31" y="32"/>
                  </a:cubicBezTo>
                  <a:cubicBezTo>
                    <a:pt x="29" y="31"/>
                    <a:pt x="27" y="30"/>
                    <a:pt x="25" y="28"/>
                  </a:cubicBezTo>
                  <a:cubicBezTo>
                    <a:pt x="24" y="26"/>
                    <a:pt x="23" y="24"/>
                    <a:pt x="22" y="23"/>
                  </a:cubicBezTo>
                  <a:cubicBezTo>
                    <a:pt x="22" y="23"/>
                    <a:pt x="22" y="23"/>
                    <a:pt x="22" y="23"/>
                  </a:cubicBezTo>
                  <a:cubicBezTo>
                    <a:pt x="20" y="25"/>
                    <a:pt x="19" y="27"/>
                    <a:pt x="16" y="29"/>
                  </a:cubicBezTo>
                  <a:cubicBezTo>
                    <a:pt x="15" y="28"/>
                    <a:pt x="13" y="26"/>
                    <a:pt x="14" y="25"/>
                  </a:cubicBezTo>
                  <a:cubicBezTo>
                    <a:pt x="14" y="24"/>
                    <a:pt x="15" y="23"/>
                    <a:pt x="15" y="22"/>
                  </a:cubicBezTo>
                  <a:cubicBezTo>
                    <a:pt x="15" y="22"/>
                    <a:pt x="14" y="21"/>
                    <a:pt x="14" y="21"/>
                  </a:cubicBezTo>
                  <a:cubicBezTo>
                    <a:pt x="14" y="20"/>
                    <a:pt x="14" y="19"/>
                    <a:pt x="15" y="19"/>
                  </a:cubicBezTo>
                  <a:cubicBezTo>
                    <a:pt x="15" y="18"/>
                    <a:pt x="14" y="15"/>
                    <a:pt x="13" y="16"/>
                  </a:cubicBezTo>
                  <a:cubicBezTo>
                    <a:pt x="12" y="16"/>
                    <a:pt x="12" y="18"/>
                    <a:pt x="12" y="19"/>
                  </a:cubicBezTo>
                  <a:cubicBezTo>
                    <a:pt x="12" y="20"/>
                    <a:pt x="13" y="21"/>
                    <a:pt x="13" y="23"/>
                  </a:cubicBezTo>
                  <a:cubicBezTo>
                    <a:pt x="13" y="25"/>
                    <a:pt x="11" y="26"/>
                    <a:pt x="13" y="29"/>
                  </a:cubicBezTo>
                  <a:cubicBezTo>
                    <a:pt x="14" y="31"/>
                    <a:pt x="17" y="33"/>
                    <a:pt x="17" y="34"/>
                  </a:cubicBezTo>
                  <a:cubicBezTo>
                    <a:pt x="17" y="34"/>
                    <a:pt x="17" y="34"/>
                    <a:pt x="17" y="34"/>
                  </a:cubicBezTo>
                  <a:cubicBezTo>
                    <a:pt x="17" y="35"/>
                    <a:pt x="17" y="35"/>
                    <a:pt x="17" y="35"/>
                  </a:cubicBezTo>
                  <a:cubicBezTo>
                    <a:pt x="16" y="34"/>
                    <a:pt x="15" y="34"/>
                    <a:pt x="14" y="33"/>
                  </a:cubicBezTo>
                  <a:cubicBezTo>
                    <a:pt x="13" y="33"/>
                    <a:pt x="13" y="32"/>
                    <a:pt x="12" y="32"/>
                  </a:cubicBezTo>
                  <a:cubicBezTo>
                    <a:pt x="12" y="32"/>
                    <a:pt x="12" y="32"/>
                    <a:pt x="12" y="32"/>
                  </a:cubicBezTo>
                  <a:cubicBezTo>
                    <a:pt x="11" y="34"/>
                    <a:pt x="11" y="37"/>
                    <a:pt x="8" y="39"/>
                  </a:cubicBezTo>
                  <a:cubicBezTo>
                    <a:pt x="7" y="39"/>
                    <a:pt x="7" y="39"/>
                    <a:pt x="7" y="39"/>
                  </a:cubicBezTo>
                  <a:cubicBezTo>
                    <a:pt x="7" y="38"/>
                    <a:pt x="5" y="36"/>
                    <a:pt x="5" y="35"/>
                  </a:cubicBezTo>
                  <a:cubicBezTo>
                    <a:pt x="5" y="34"/>
                    <a:pt x="5" y="33"/>
                    <a:pt x="6" y="33"/>
                  </a:cubicBezTo>
                  <a:cubicBezTo>
                    <a:pt x="6" y="31"/>
                    <a:pt x="6" y="28"/>
                    <a:pt x="6" y="26"/>
                  </a:cubicBezTo>
                  <a:cubicBezTo>
                    <a:pt x="6" y="26"/>
                    <a:pt x="6" y="26"/>
                    <a:pt x="6" y="26"/>
                  </a:cubicBezTo>
                  <a:cubicBezTo>
                    <a:pt x="6" y="26"/>
                    <a:pt x="6" y="26"/>
                    <a:pt x="6" y="26"/>
                  </a:cubicBezTo>
                  <a:cubicBezTo>
                    <a:pt x="5" y="27"/>
                    <a:pt x="3" y="29"/>
                    <a:pt x="2" y="29"/>
                  </a:cubicBezTo>
                  <a:cubicBezTo>
                    <a:pt x="0" y="27"/>
                    <a:pt x="2" y="23"/>
                    <a:pt x="3" y="21"/>
                  </a:cubicBezTo>
                  <a:cubicBezTo>
                    <a:pt x="3" y="19"/>
                    <a:pt x="4" y="14"/>
                    <a:pt x="4" y="13"/>
                  </a:cubicBezTo>
                  <a:cubicBezTo>
                    <a:pt x="3" y="12"/>
                    <a:pt x="3" y="11"/>
                    <a:pt x="3" y="11"/>
                  </a:cubicBezTo>
                  <a:cubicBezTo>
                    <a:pt x="3" y="9"/>
                    <a:pt x="5" y="9"/>
                    <a:pt x="6" y="9"/>
                  </a:cubicBezTo>
                  <a:cubicBezTo>
                    <a:pt x="7" y="11"/>
                    <a:pt x="6" y="12"/>
                    <a:pt x="6" y="14"/>
                  </a:cubicBezTo>
                  <a:cubicBezTo>
                    <a:pt x="5" y="17"/>
                    <a:pt x="4" y="21"/>
                    <a:pt x="3" y="23"/>
                  </a:cubicBezTo>
                  <a:cubicBezTo>
                    <a:pt x="3" y="24"/>
                    <a:pt x="3" y="25"/>
                    <a:pt x="3" y="26"/>
                  </a:cubicBezTo>
                  <a:cubicBezTo>
                    <a:pt x="3" y="26"/>
                    <a:pt x="3" y="26"/>
                    <a:pt x="3" y="27"/>
                  </a:cubicBezTo>
                  <a:cubicBezTo>
                    <a:pt x="3" y="26"/>
                    <a:pt x="8" y="22"/>
                    <a:pt x="8" y="22"/>
                  </a:cubicBezTo>
                  <a:cubicBezTo>
                    <a:pt x="9" y="20"/>
                    <a:pt x="5" y="15"/>
                    <a:pt x="9" y="14"/>
                  </a:cubicBezTo>
                  <a:cubicBezTo>
                    <a:pt x="10" y="15"/>
                    <a:pt x="12" y="15"/>
                    <a:pt x="13" y="15"/>
                  </a:cubicBezTo>
                  <a:cubicBezTo>
                    <a:pt x="13" y="15"/>
                    <a:pt x="13" y="15"/>
                    <a:pt x="13" y="15"/>
                  </a:cubicBezTo>
                  <a:cubicBezTo>
                    <a:pt x="13" y="13"/>
                    <a:pt x="13" y="13"/>
                    <a:pt x="11" y="12"/>
                  </a:cubicBezTo>
                  <a:cubicBezTo>
                    <a:pt x="11" y="11"/>
                    <a:pt x="11" y="10"/>
                    <a:pt x="12" y="9"/>
                  </a:cubicBezTo>
                  <a:cubicBezTo>
                    <a:pt x="13" y="10"/>
                    <a:pt x="14" y="10"/>
                    <a:pt x="15" y="10"/>
                  </a:cubicBezTo>
                  <a:cubicBezTo>
                    <a:pt x="15" y="7"/>
                    <a:pt x="11" y="3"/>
                    <a:pt x="1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76" name="任意多边形 75"/>
          <p:cNvSpPr/>
          <p:nvPr/>
        </p:nvSpPr>
        <p:spPr>
          <a:xfrm>
            <a:off x="0" y="316846"/>
            <a:ext cx="366713" cy="613429"/>
          </a:xfrm>
          <a:custGeom>
            <a:avLst/>
            <a:gdLst>
              <a:gd name="connsiteX0" fmla="*/ 0 w 366713"/>
              <a:gd name="connsiteY0" fmla="*/ 0 h 613429"/>
              <a:gd name="connsiteX1" fmla="*/ 366713 w 366713"/>
              <a:gd name="connsiteY1" fmla="*/ 0 h 613429"/>
              <a:gd name="connsiteX2" fmla="*/ 315070 w 366713"/>
              <a:gd name="connsiteY2" fmla="*/ 613429 h 613429"/>
              <a:gd name="connsiteX3" fmla="*/ 0 w 366713"/>
              <a:gd name="connsiteY3" fmla="*/ 613429 h 613429"/>
            </a:gdLst>
            <a:ahLst/>
            <a:cxnLst>
              <a:cxn ang="0">
                <a:pos x="connsiteX0" y="connsiteY0"/>
              </a:cxn>
              <a:cxn ang="0">
                <a:pos x="connsiteX1" y="connsiteY1"/>
              </a:cxn>
              <a:cxn ang="0">
                <a:pos x="connsiteX2" y="connsiteY2"/>
              </a:cxn>
              <a:cxn ang="0">
                <a:pos x="connsiteX3" y="connsiteY3"/>
              </a:cxn>
            </a:cxnLst>
            <a:rect l="l" t="t" r="r" b="b"/>
            <a:pathLst>
              <a:path w="366713" h="613429">
                <a:moveTo>
                  <a:pt x="0" y="0"/>
                </a:moveTo>
                <a:lnTo>
                  <a:pt x="366713" y="0"/>
                </a:lnTo>
                <a:lnTo>
                  <a:pt x="315070" y="613429"/>
                </a:lnTo>
                <a:lnTo>
                  <a:pt x="0" y="613429"/>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任意多边形 76"/>
          <p:cNvSpPr/>
          <p:nvPr/>
        </p:nvSpPr>
        <p:spPr>
          <a:xfrm>
            <a:off x="0" y="264459"/>
            <a:ext cx="271463" cy="613429"/>
          </a:xfrm>
          <a:custGeom>
            <a:avLst/>
            <a:gdLst>
              <a:gd name="connsiteX0" fmla="*/ 0 w 271463"/>
              <a:gd name="connsiteY0" fmla="*/ 0 h 613429"/>
              <a:gd name="connsiteX1" fmla="*/ 271463 w 271463"/>
              <a:gd name="connsiteY1" fmla="*/ 0 h 613429"/>
              <a:gd name="connsiteX2" fmla="*/ 219820 w 271463"/>
              <a:gd name="connsiteY2" fmla="*/ 613429 h 613429"/>
              <a:gd name="connsiteX3" fmla="*/ 0 w 271463"/>
              <a:gd name="connsiteY3" fmla="*/ 613429 h 613429"/>
            </a:gdLst>
            <a:ahLst/>
            <a:cxnLst>
              <a:cxn ang="0">
                <a:pos x="connsiteX0" y="connsiteY0"/>
              </a:cxn>
              <a:cxn ang="0">
                <a:pos x="connsiteX1" y="connsiteY1"/>
              </a:cxn>
              <a:cxn ang="0">
                <a:pos x="connsiteX2" y="connsiteY2"/>
              </a:cxn>
              <a:cxn ang="0">
                <a:pos x="connsiteX3" y="connsiteY3"/>
              </a:cxn>
            </a:cxnLst>
            <a:rect l="l" t="t" r="r" b="b"/>
            <a:pathLst>
              <a:path w="271463" h="613429">
                <a:moveTo>
                  <a:pt x="0" y="0"/>
                </a:moveTo>
                <a:lnTo>
                  <a:pt x="271463" y="0"/>
                </a:lnTo>
                <a:lnTo>
                  <a:pt x="219820" y="613429"/>
                </a:lnTo>
                <a:lnTo>
                  <a:pt x="0" y="613429"/>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仅内容">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457200" y="635001"/>
            <a:ext cx="8055866" cy="5291666"/>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dirty="0"/>
          </a:p>
        </p:txBody>
      </p:sp>
      <p:sp>
        <p:nvSpPr>
          <p:cNvPr id="50" name="任意多边形 49"/>
          <p:cNvSpPr/>
          <p:nvPr/>
        </p:nvSpPr>
        <p:spPr>
          <a:xfrm>
            <a:off x="1" y="6477000"/>
            <a:ext cx="7919911" cy="381000"/>
          </a:xfrm>
          <a:custGeom>
            <a:avLst/>
            <a:gdLst>
              <a:gd name="connsiteX0" fmla="*/ 0 w 10559881"/>
              <a:gd name="connsiteY0" fmla="*/ 0 h 381000"/>
              <a:gd name="connsiteX1" fmla="*/ 10559881 w 10559881"/>
              <a:gd name="connsiteY1" fmla="*/ 0 h 381000"/>
              <a:gd name="connsiteX2" fmla="*/ 10519784 w 10559881"/>
              <a:gd name="connsiteY2" fmla="*/ 381000 h 381000"/>
              <a:gd name="connsiteX3" fmla="*/ 0 w 10559881"/>
              <a:gd name="connsiteY3" fmla="*/ 381000 h 381000"/>
            </a:gdLst>
            <a:ahLst/>
            <a:cxnLst>
              <a:cxn ang="0">
                <a:pos x="connsiteX0" y="connsiteY0"/>
              </a:cxn>
              <a:cxn ang="0">
                <a:pos x="connsiteX1" y="connsiteY1"/>
              </a:cxn>
              <a:cxn ang="0">
                <a:pos x="connsiteX2" y="connsiteY2"/>
              </a:cxn>
              <a:cxn ang="0">
                <a:pos x="connsiteX3" y="connsiteY3"/>
              </a:cxn>
            </a:cxnLst>
            <a:rect l="l" t="t" r="r" b="b"/>
            <a:pathLst>
              <a:path w="10559881" h="381000">
                <a:moveTo>
                  <a:pt x="0" y="0"/>
                </a:moveTo>
                <a:lnTo>
                  <a:pt x="10559881" y="0"/>
                </a:lnTo>
                <a:lnTo>
                  <a:pt x="10519784" y="381000"/>
                </a:lnTo>
                <a:lnTo>
                  <a:pt x="0" y="38100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1" name="任意多边形 50"/>
          <p:cNvSpPr/>
          <p:nvPr/>
        </p:nvSpPr>
        <p:spPr>
          <a:xfrm>
            <a:off x="0" y="6336064"/>
            <a:ext cx="7791672" cy="521937"/>
          </a:xfrm>
          <a:custGeom>
            <a:avLst/>
            <a:gdLst>
              <a:gd name="connsiteX0" fmla="*/ 0 w 10388896"/>
              <a:gd name="connsiteY0" fmla="*/ 0 h 521937"/>
              <a:gd name="connsiteX1" fmla="*/ 10388896 w 10388896"/>
              <a:gd name="connsiteY1" fmla="*/ 0 h 521937"/>
              <a:gd name="connsiteX2" fmla="*/ 10333967 w 10388896"/>
              <a:gd name="connsiteY2" fmla="*/ 521937 h 521937"/>
              <a:gd name="connsiteX3" fmla="*/ 0 w 10388896"/>
              <a:gd name="connsiteY3" fmla="*/ 521937 h 521937"/>
            </a:gdLst>
            <a:ahLst/>
            <a:cxnLst>
              <a:cxn ang="0">
                <a:pos x="connsiteX0" y="connsiteY0"/>
              </a:cxn>
              <a:cxn ang="0">
                <a:pos x="connsiteX1" y="connsiteY1"/>
              </a:cxn>
              <a:cxn ang="0">
                <a:pos x="connsiteX2" y="connsiteY2"/>
              </a:cxn>
              <a:cxn ang="0">
                <a:pos x="connsiteX3" y="connsiteY3"/>
              </a:cxn>
            </a:cxnLst>
            <a:rect l="l" t="t" r="r" b="b"/>
            <a:pathLst>
              <a:path w="10388896" h="521937">
                <a:moveTo>
                  <a:pt x="0" y="0"/>
                </a:moveTo>
                <a:lnTo>
                  <a:pt x="10388896" y="0"/>
                </a:lnTo>
                <a:lnTo>
                  <a:pt x="10333967" y="521937"/>
                </a:lnTo>
                <a:lnTo>
                  <a:pt x="0" y="521937"/>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2" name="任意多边形 51"/>
          <p:cNvSpPr/>
          <p:nvPr/>
        </p:nvSpPr>
        <p:spPr>
          <a:xfrm>
            <a:off x="8403167" y="6163733"/>
            <a:ext cx="766052" cy="529167"/>
          </a:xfrm>
          <a:custGeom>
            <a:avLst/>
            <a:gdLst>
              <a:gd name="connsiteX0" fmla="*/ 60660 w 874872"/>
              <a:gd name="connsiteY0" fmla="*/ 0 h 662516"/>
              <a:gd name="connsiteX1" fmla="*/ 874872 w 874872"/>
              <a:gd name="connsiteY1" fmla="*/ 0 h 662516"/>
              <a:gd name="connsiteX2" fmla="*/ 874872 w 874872"/>
              <a:gd name="connsiteY2" fmla="*/ 464985 h 662516"/>
              <a:gd name="connsiteX3" fmla="*/ 856786 w 874872"/>
              <a:gd name="connsiteY3" fmla="*/ 662516 h 662516"/>
              <a:gd name="connsiteX4" fmla="*/ 0 w 874872"/>
              <a:gd name="connsiteY4" fmla="*/ 662516 h 6625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4872" h="662516">
                <a:moveTo>
                  <a:pt x="60660" y="0"/>
                </a:moveTo>
                <a:lnTo>
                  <a:pt x="874872" y="0"/>
                </a:lnTo>
                <a:lnTo>
                  <a:pt x="874872" y="464985"/>
                </a:lnTo>
                <a:lnTo>
                  <a:pt x="856786" y="662516"/>
                </a:lnTo>
                <a:lnTo>
                  <a:pt x="0" y="662516"/>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350" dirty="0"/>
              <a:t>          </a:t>
            </a:r>
            <a:endParaRPr lang="zh-CN" altLang="en-US" sz="1350" dirty="0"/>
          </a:p>
        </p:txBody>
      </p:sp>
      <p:sp>
        <p:nvSpPr>
          <p:cNvPr id="53" name="任意多边形 52"/>
          <p:cNvSpPr/>
          <p:nvPr/>
        </p:nvSpPr>
        <p:spPr>
          <a:xfrm>
            <a:off x="8501632" y="6115049"/>
            <a:ext cx="667589" cy="529167"/>
          </a:xfrm>
          <a:custGeom>
            <a:avLst/>
            <a:gdLst>
              <a:gd name="connsiteX0" fmla="*/ 60660 w 762423"/>
              <a:gd name="connsiteY0" fmla="*/ 0 h 662516"/>
              <a:gd name="connsiteX1" fmla="*/ 762423 w 762423"/>
              <a:gd name="connsiteY1" fmla="*/ 0 h 662516"/>
              <a:gd name="connsiteX2" fmla="*/ 762423 w 762423"/>
              <a:gd name="connsiteY2" fmla="*/ 662516 h 662516"/>
              <a:gd name="connsiteX3" fmla="*/ 0 w 762423"/>
              <a:gd name="connsiteY3" fmla="*/ 662516 h 662516"/>
            </a:gdLst>
            <a:ahLst/>
            <a:cxnLst>
              <a:cxn ang="0">
                <a:pos x="connsiteX0" y="connsiteY0"/>
              </a:cxn>
              <a:cxn ang="0">
                <a:pos x="connsiteX1" y="connsiteY1"/>
              </a:cxn>
              <a:cxn ang="0">
                <a:pos x="connsiteX2" y="connsiteY2"/>
              </a:cxn>
              <a:cxn ang="0">
                <a:pos x="connsiteX3" y="connsiteY3"/>
              </a:cxn>
            </a:cxnLst>
            <a:rect l="l" t="t" r="r" b="b"/>
            <a:pathLst>
              <a:path w="762423" h="662516">
                <a:moveTo>
                  <a:pt x="60660" y="0"/>
                </a:moveTo>
                <a:lnTo>
                  <a:pt x="762423" y="0"/>
                </a:lnTo>
                <a:lnTo>
                  <a:pt x="762423" y="662516"/>
                </a:lnTo>
                <a:lnTo>
                  <a:pt x="0" y="662516"/>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350" dirty="0"/>
              <a:t>          </a:t>
            </a:r>
            <a:endParaRPr lang="zh-CN" altLang="en-US" sz="1350" dirty="0"/>
          </a:p>
        </p:txBody>
      </p:sp>
      <p:sp>
        <p:nvSpPr>
          <p:cNvPr id="54" name="灯片编号占位符 1"/>
          <p:cNvSpPr>
            <a:spLocks noGrp="1"/>
          </p:cNvSpPr>
          <p:nvPr>
            <p:ph type="sldNum" sz="quarter" idx="14"/>
          </p:nvPr>
        </p:nvSpPr>
        <p:spPr>
          <a:xfrm>
            <a:off x="8623298" y="6142411"/>
            <a:ext cx="460164" cy="461588"/>
          </a:xfrm>
        </p:spPr>
        <p:txBody>
          <a:bodyPr/>
          <a:lstStyle/>
          <a:p>
            <a:fld id="{5BFD90BE-674B-4941-8A47-F36542803188}" type="slidenum">
              <a:rPr lang="zh-CN" altLang="en-US" smtClean="0"/>
            </a:fld>
            <a:endParaRPr lang="zh-CN" altLang="en-US"/>
          </a:p>
        </p:txBody>
      </p:sp>
      <p:grpSp>
        <p:nvGrpSpPr>
          <p:cNvPr id="55" name="组合 54"/>
          <p:cNvGrpSpPr>
            <a:grpSpLocks noChangeAspect="1"/>
          </p:cNvGrpSpPr>
          <p:nvPr/>
        </p:nvGrpSpPr>
        <p:grpSpPr>
          <a:xfrm>
            <a:off x="137516" y="6473825"/>
            <a:ext cx="1683197" cy="284152"/>
            <a:chOff x="8729725" y="4570716"/>
            <a:chExt cx="2830513" cy="477838"/>
          </a:xfrm>
          <a:solidFill>
            <a:schemeClr val="accent4"/>
          </a:solidFill>
        </p:grpSpPr>
        <p:sp>
          <p:nvSpPr>
            <p:cNvPr id="56" name="Freeform 34"/>
            <p:cNvSpPr>
              <a:spLocks noEditPoints="1"/>
            </p:cNvSpPr>
            <p:nvPr/>
          </p:nvSpPr>
          <p:spPr bwMode="auto">
            <a:xfrm>
              <a:off x="9304400" y="4945366"/>
              <a:ext cx="1363663" cy="101600"/>
            </a:xfrm>
            <a:custGeom>
              <a:avLst/>
              <a:gdLst>
                <a:gd name="T0" fmla="*/ 15 w 915"/>
                <a:gd name="T1" fmla="*/ 51 h 68"/>
                <a:gd name="T2" fmla="*/ 14 w 915"/>
                <a:gd name="T3" fmla="*/ 11 h 68"/>
                <a:gd name="T4" fmla="*/ 35 w 915"/>
                <a:gd name="T5" fmla="*/ 4 h 68"/>
                <a:gd name="T6" fmla="*/ 77 w 915"/>
                <a:gd name="T7" fmla="*/ 51 h 68"/>
                <a:gd name="T8" fmla="*/ 74 w 915"/>
                <a:gd name="T9" fmla="*/ 51 h 68"/>
                <a:gd name="T10" fmla="*/ 57 w 915"/>
                <a:gd name="T11" fmla="*/ 21 h 68"/>
                <a:gd name="T12" fmla="*/ 108 w 915"/>
                <a:gd name="T13" fmla="*/ 0 h 68"/>
                <a:gd name="T14" fmla="*/ 104 w 915"/>
                <a:gd name="T15" fmla="*/ 32 h 68"/>
                <a:gd name="T16" fmla="*/ 134 w 915"/>
                <a:gd name="T17" fmla="*/ 21 h 68"/>
                <a:gd name="T18" fmla="*/ 155 w 915"/>
                <a:gd name="T19" fmla="*/ 21 h 68"/>
                <a:gd name="T20" fmla="*/ 187 w 915"/>
                <a:gd name="T21" fmla="*/ 46 h 68"/>
                <a:gd name="T22" fmla="*/ 169 w 915"/>
                <a:gd name="T23" fmla="*/ 29 h 68"/>
                <a:gd name="T24" fmla="*/ 221 w 915"/>
                <a:gd name="T25" fmla="*/ 24 h 68"/>
                <a:gd name="T26" fmla="*/ 198 w 915"/>
                <a:gd name="T27" fmla="*/ 52 h 68"/>
                <a:gd name="T28" fmla="*/ 209 w 915"/>
                <a:gd name="T29" fmla="*/ 18 h 68"/>
                <a:gd name="T30" fmla="*/ 247 w 915"/>
                <a:gd name="T31" fmla="*/ 51 h 68"/>
                <a:gd name="T32" fmla="*/ 244 w 915"/>
                <a:gd name="T33" fmla="*/ 42 h 68"/>
                <a:gd name="T34" fmla="*/ 271 w 915"/>
                <a:gd name="T35" fmla="*/ 1 h 68"/>
                <a:gd name="T36" fmla="*/ 276 w 915"/>
                <a:gd name="T37" fmla="*/ 51 h 68"/>
                <a:gd name="T38" fmla="*/ 259 w 915"/>
                <a:gd name="T39" fmla="*/ 22 h 68"/>
                <a:gd name="T40" fmla="*/ 301 w 915"/>
                <a:gd name="T41" fmla="*/ 46 h 68"/>
                <a:gd name="T42" fmla="*/ 292 w 915"/>
                <a:gd name="T43" fmla="*/ 7 h 68"/>
                <a:gd name="T44" fmla="*/ 333 w 915"/>
                <a:gd name="T45" fmla="*/ 20 h 68"/>
                <a:gd name="T46" fmla="*/ 309 w 915"/>
                <a:gd name="T47" fmla="*/ 67 h 68"/>
                <a:gd name="T48" fmla="*/ 305 w 915"/>
                <a:gd name="T49" fmla="*/ 19 h 68"/>
                <a:gd name="T50" fmla="*/ 379 w 915"/>
                <a:gd name="T51" fmla="*/ 18 h 68"/>
                <a:gd name="T52" fmla="*/ 415 w 915"/>
                <a:gd name="T53" fmla="*/ 44 h 68"/>
                <a:gd name="T54" fmla="*/ 403 w 915"/>
                <a:gd name="T55" fmla="*/ 21 h 68"/>
                <a:gd name="T56" fmla="*/ 425 w 915"/>
                <a:gd name="T57" fmla="*/ 5 h 68"/>
                <a:gd name="T58" fmla="*/ 475 w 915"/>
                <a:gd name="T59" fmla="*/ 19 h 68"/>
                <a:gd name="T60" fmla="*/ 465 w 915"/>
                <a:gd name="T61" fmla="*/ 54 h 68"/>
                <a:gd name="T62" fmla="*/ 471 w 915"/>
                <a:gd name="T63" fmla="*/ 48 h 68"/>
                <a:gd name="T64" fmla="*/ 474 w 915"/>
                <a:gd name="T65" fmla="*/ 4 h 68"/>
                <a:gd name="T66" fmla="*/ 516 w 915"/>
                <a:gd name="T67" fmla="*/ 28 h 68"/>
                <a:gd name="T68" fmla="*/ 517 w 915"/>
                <a:gd name="T69" fmla="*/ 40 h 68"/>
                <a:gd name="T70" fmla="*/ 537 w 915"/>
                <a:gd name="T71" fmla="*/ 49 h 68"/>
                <a:gd name="T72" fmla="*/ 528 w 915"/>
                <a:gd name="T73" fmla="*/ 23 h 68"/>
                <a:gd name="T74" fmla="*/ 565 w 915"/>
                <a:gd name="T75" fmla="*/ 53 h 68"/>
                <a:gd name="T76" fmla="*/ 563 w 915"/>
                <a:gd name="T77" fmla="*/ 21 h 68"/>
                <a:gd name="T78" fmla="*/ 620 w 915"/>
                <a:gd name="T79" fmla="*/ 52 h 68"/>
                <a:gd name="T80" fmla="*/ 596 w 915"/>
                <a:gd name="T81" fmla="*/ 49 h 68"/>
                <a:gd name="T82" fmla="*/ 587 w 915"/>
                <a:gd name="T83" fmla="*/ 22 h 68"/>
                <a:gd name="T84" fmla="*/ 642 w 915"/>
                <a:gd name="T85" fmla="*/ 17 h 68"/>
                <a:gd name="T86" fmla="*/ 643 w 915"/>
                <a:gd name="T87" fmla="*/ 48 h 68"/>
                <a:gd name="T88" fmla="*/ 667 w 915"/>
                <a:gd name="T89" fmla="*/ 49 h 68"/>
                <a:gd name="T90" fmla="*/ 671 w 915"/>
                <a:gd name="T91" fmla="*/ 23 h 68"/>
                <a:gd name="T92" fmla="*/ 726 w 915"/>
                <a:gd name="T93" fmla="*/ 20 h 68"/>
                <a:gd name="T94" fmla="*/ 739 w 915"/>
                <a:gd name="T95" fmla="*/ 29 h 68"/>
                <a:gd name="T96" fmla="*/ 731 w 915"/>
                <a:gd name="T97" fmla="*/ 33 h 68"/>
                <a:gd name="T98" fmla="*/ 778 w 915"/>
                <a:gd name="T99" fmla="*/ 45 h 68"/>
                <a:gd name="T100" fmla="*/ 771 w 915"/>
                <a:gd name="T101" fmla="*/ 24 h 68"/>
                <a:gd name="T102" fmla="*/ 753 w 915"/>
                <a:gd name="T103" fmla="*/ 45 h 68"/>
                <a:gd name="T104" fmla="*/ 803 w 915"/>
                <a:gd name="T105" fmla="*/ 54 h 68"/>
                <a:gd name="T106" fmla="*/ 816 w 915"/>
                <a:gd name="T107" fmla="*/ 0 h 68"/>
                <a:gd name="T108" fmla="*/ 812 w 915"/>
                <a:gd name="T109" fmla="*/ 29 h 68"/>
                <a:gd name="T110" fmla="*/ 881 w 915"/>
                <a:gd name="T111" fmla="*/ 10 h 68"/>
                <a:gd name="T112" fmla="*/ 859 w 915"/>
                <a:gd name="T113" fmla="*/ 49 h 68"/>
                <a:gd name="T114" fmla="*/ 903 w 915"/>
                <a:gd name="T115" fmla="*/ 48 h 68"/>
                <a:gd name="T116" fmla="*/ 891 w 915"/>
                <a:gd name="T117" fmla="*/ 31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915" h="68">
                  <a:moveTo>
                    <a:pt x="35" y="4"/>
                  </a:moveTo>
                  <a:cubicBezTo>
                    <a:pt x="35" y="3"/>
                    <a:pt x="35" y="3"/>
                    <a:pt x="35" y="3"/>
                  </a:cubicBezTo>
                  <a:cubicBezTo>
                    <a:pt x="53" y="3"/>
                    <a:pt x="53" y="3"/>
                    <a:pt x="53" y="3"/>
                  </a:cubicBezTo>
                  <a:cubicBezTo>
                    <a:pt x="53" y="4"/>
                    <a:pt x="53" y="4"/>
                    <a:pt x="53" y="4"/>
                  </a:cubicBezTo>
                  <a:cubicBezTo>
                    <a:pt x="51" y="4"/>
                    <a:pt x="51" y="4"/>
                    <a:pt x="51" y="4"/>
                  </a:cubicBezTo>
                  <a:cubicBezTo>
                    <a:pt x="49" y="4"/>
                    <a:pt x="47" y="5"/>
                    <a:pt x="46" y="6"/>
                  </a:cubicBezTo>
                  <a:cubicBezTo>
                    <a:pt x="46" y="7"/>
                    <a:pt x="45" y="9"/>
                    <a:pt x="45" y="11"/>
                  </a:cubicBezTo>
                  <a:cubicBezTo>
                    <a:pt x="45" y="32"/>
                    <a:pt x="45" y="32"/>
                    <a:pt x="45" y="32"/>
                  </a:cubicBezTo>
                  <a:cubicBezTo>
                    <a:pt x="45" y="37"/>
                    <a:pt x="45" y="41"/>
                    <a:pt x="44" y="43"/>
                  </a:cubicBezTo>
                  <a:cubicBezTo>
                    <a:pt x="43" y="46"/>
                    <a:pt x="41" y="49"/>
                    <a:pt x="38" y="51"/>
                  </a:cubicBezTo>
                  <a:cubicBezTo>
                    <a:pt x="35" y="53"/>
                    <a:pt x="31" y="53"/>
                    <a:pt x="27" y="53"/>
                  </a:cubicBezTo>
                  <a:cubicBezTo>
                    <a:pt x="21" y="53"/>
                    <a:pt x="17" y="53"/>
                    <a:pt x="15" y="51"/>
                  </a:cubicBezTo>
                  <a:cubicBezTo>
                    <a:pt x="12" y="49"/>
                    <a:pt x="10" y="46"/>
                    <a:pt x="9" y="43"/>
                  </a:cubicBezTo>
                  <a:cubicBezTo>
                    <a:pt x="8" y="41"/>
                    <a:pt x="7" y="37"/>
                    <a:pt x="7" y="31"/>
                  </a:cubicBezTo>
                  <a:cubicBezTo>
                    <a:pt x="7" y="11"/>
                    <a:pt x="7" y="11"/>
                    <a:pt x="7" y="11"/>
                  </a:cubicBezTo>
                  <a:cubicBezTo>
                    <a:pt x="7" y="8"/>
                    <a:pt x="7" y="6"/>
                    <a:pt x="6" y="5"/>
                  </a:cubicBezTo>
                  <a:cubicBezTo>
                    <a:pt x="5" y="4"/>
                    <a:pt x="4" y="3"/>
                    <a:pt x="2" y="3"/>
                  </a:cubicBezTo>
                  <a:cubicBezTo>
                    <a:pt x="0" y="3"/>
                    <a:pt x="0" y="3"/>
                    <a:pt x="0" y="3"/>
                  </a:cubicBezTo>
                  <a:cubicBezTo>
                    <a:pt x="0" y="2"/>
                    <a:pt x="0" y="2"/>
                    <a:pt x="0" y="2"/>
                  </a:cubicBezTo>
                  <a:cubicBezTo>
                    <a:pt x="21" y="2"/>
                    <a:pt x="21" y="2"/>
                    <a:pt x="21" y="2"/>
                  </a:cubicBezTo>
                  <a:cubicBezTo>
                    <a:pt x="21" y="3"/>
                    <a:pt x="21" y="3"/>
                    <a:pt x="21" y="3"/>
                  </a:cubicBezTo>
                  <a:cubicBezTo>
                    <a:pt x="19" y="3"/>
                    <a:pt x="19" y="3"/>
                    <a:pt x="19" y="3"/>
                  </a:cubicBezTo>
                  <a:cubicBezTo>
                    <a:pt x="17" y="3"/>
                    <a:pt x="15" y="4"/>
                    <a:pt x="15" y="5"/>
                  </a:cubicBezTo>
                  <a:cubicBezTo>
                    <a:pt x="14" y="6"/>
                    <a:pt x="14" y="8"/>
                    <a:pt x="14" y="11"/>
                  </a:cubicBezTo>
                  <a:cubicBezTo>
                    <a:pt x="14" y="33"/>
                    <a:pt x="14" y="33"/>
                    <a:pt x="14" y="33"/>
                  </a:cubicBezTo>
                  <a:cubicBezTo>
                    <a:pt x="14" y="35"/>
                    <a:pt x="14" y="37"/>
                    <a:pt x="14" y="40"/>
                  </a:cubicBezTo>
                  <a:cubicBezTo>
                    <a:pt x="15" y="43"/>
                    <a:pt x="15" y="45"/>
                    <a:pt x="16" y="46"/>
                  </a:cubicBezTo>
                  <a:cubicBezTo>
                    <a:pt x="17" y="48"/>
                    <a:pt x="19" y="49"/>
                    <a:pt x="20" y="50"/>
                  </a:cubicBezTo>
                  <a:cubicBezTo>
                    <a:pt x="22" y="51"/>
                    <a:pt x="24" y="51"/>
                    <a:pt x="27" y="51"/>
                  </a:cubicBezTo>
                  <a:cubicBezTo>
                    <a:pt x="30" y="51"/>
                    <a:pt x="33" y="50"/>
                    <a:pt x="35" y="49"/>
                  </a:cubicBezTo>
                  <a:cubicBezTo>
                    <a:pt x="37" y="47"/>
                    <a:pt x="39" y="46"/>
                    <a:pt x="40" y="43"/>
                  </a:cubicBezTo>
                  <a:cubicBezTo>
                    <a:pt x="41" y="41"/>
                    <a:pt x="41" y="37"/>
                    <a:pt x="41" y="32"/>
                  </a:cubicBezTo>
                  <a:cubicBezTo>
                    <a:pt x="41" y="12"/>
                    <a:pt x="41" y="12"/>
                    <a:pt x="41" y="12"/>
                  </a:cubicBezTo>
                  <a:cubicBezTo>
                    <a:pt x="41" y="9"/>
                    <a:pt x="41" y="7"/>
                    <a:pt x="40" y="6"/>
                  </a:cubicBezTo>
                  <a:cubicBezTo>
                    <a:pt x="39" y="5"/>
                    <a:pt x="38" y="4"/>
                    <a:pt x="36" y="4"/>
                  </a:cubicBezTo>
                  <a:cubicBezTo>
                    <a:pt x="35" y="4"/>
                    <a:pt x="35" y="4"/>
                    <a:pt x="35" y="4"/>
                  </a:cubicBezTo>
                  <a:close/>
                  <a:moveTo>
                    <a:pt x="69" y="25"/>
                  </a:moveTo>
                  <a:cubicBezTo>
                    <a:pt x="73" y="20"/>
                    <a:pt x="76" y="18"/>
                    <a:pt x="79" y="18"/>
                  </a:cubicBezTo>
                  <a:cubicBezTo>
                    <a:pt x="81" y="18"/>
                    <a:pt x="83" y="18"/>
                    <a:pt x="84" y="19"/>
                  </a:cubicBezTo>
                  <a:cubicBezTo>
                    <a:pt x="85" y="20"/>
                    <a:pt x="87" y="21"/>
                    <a:pt x="87" y="23"/>
                  </a:cubicBezTo>
                  <a:cubicBezTo>
                    <a:pt x="88" y="25"/>
                    <a:pt x="88" y="27"/>
                    <a:pt x="88" y="30"/>
                  </a:cubicBezTo>
                  <a:cubicBezTo>
                    <a:pt x="88" y="45"/>
                    <a:pt x="88" y="45"/>
                    <a:pt x="88" y="45"/>
                  </a:cubicBezTo>
                  <a:cubicBezTo>
                    <a:pt x="88" y="47"/>
                    <a:pt x="88" y="48"/>
                    <a:pt x="89" y="49"/>
                  </a:cubicBezTo>
                  <a:cubicBezTo>
                    <a:pt x="89" y="50"/>
                    <a:pt x="89" y="50"/>
                    <a:pt x="90" y="51"/>
                  </a:cubicBezTo>
                  <a:cubicBezTo>
                    <a:pt x="90" y="51"/>
                    <a:pt x="91" y="51"/>
                    <a:pt x="93" y="51"/>
                  </a:cubicBezTo>
                  <a:cubicBezTo>
                    <a:pt x="93" y="52"/>
                    <a:pt x="93" y="52"/>
                    <a:pt x="93" y="52"/>
                  </a:cubicBezTo>
                  <a:cubicBezTo>
                    <a:pt x="77" y="52"/>
                    <a:pt x="77" y="52"/>
                    <a:pt x="77" y="52"/>
                  </a:cubicBezTo>
                  <a:cubicBezTo>
                    <a:pt x="77" y="51"/>
                    <a:pt x="77" y="51"/>
                    <a:pt x="77" y="51"/>
                  </a:cubicBezTo>
                  <a:cubicBezTo>
                    <a:pt x="78" y="51"/>
                    <a:pt x="78" y="51"/>
                    <a:pt x="78" y="51"/>
                  </a:cubicBezTo>
                  <a:cubicBezTo>
                    <a:pt x="79" y="51"/>
                    <a:pt x="80" y="51"/>
                    <a:pt x="81" y="50"/>
                  </a:cubicBezTo>
                  <a:cubicBezTo>
                    <a:pt x="82" y="50"/>
                    <a:pt x="82" y="49"/>
                    <a:pt x="82" y="48"/>
                  </a:cubicBezTo>
                  <a:cubicBezTo>
                    <a:pt x="82" y="48"/>
                    <a:pt x="82" y="47"/>
                    <a:pt x="82" y="45"/>
                  </a:cubicBezTo>
                  <a:cubicBezTo>
                    <a:pt x="82" y="31"/>
                    <a:pt x="82" y="31"/>
                    <a:pt x="82" y="31"/>
                  </a:cubicBezTo>
                  <a:cubicBezTo>
                    <a:pt x="82" y="27"/>
                    <a:pt x="82" y="25"/>
                    <a:pt x="81" y="24"/>
                  </a:cubicBezTo>
                  <a:cubicBezTo>
                    <a:pt x="80" y="23"/>
                    <a:pt x="79" y="22"/>
                    <a:pt x="77" y="22"/>
                  </a:cubicBezTo>
                  <a:cubicBezTo>
                    <a:pt x="74" y="22"/>
                    <a:pt x="71" y="23"/>
                    <a:pt x="69" y="27"/>
                  </a:cubicBezTo>
                  <a:cubicBezTo>
                    <a:pt x="69" y="45"/>
                    <a:pt x="69" y="45"/>
                    <a:pt x="69" y="45"/>
                  </a:cubicBezTo>
                  <a:cubicBezTo>
                    <a:pt x="69" y="47"/>
                    <a:pt x="69" y="48"/>
                    <a:pt x="69" y="49"/>
                  </a:cubicBezTo>
                  <a:cubicBezTo>
                    <a:pt x="69" y="50"/>
                    <a:pt x="70" y="50"/>
                    <a:pt x="70" y="51"/>
                  </a:cubicBezTo>
                  <a:cubicBezTo>
                    <a:pt x="71" y="51"/>
                    <a:pt x="72" y="51"/>
                    <a:pt x="74" y="51"/>
                  </a:cubicBezTo>
                  <a:cubicBezTo>
                    <a:pt x="74" y="52"/>
                    <a:pt x="74" y="52"/>
                    <a:pt x="74" y="52"/>
                  </a:cubicBezTo>
                  <a:cubicBezTo>
                    <a:pt x="58" y="52"/>
                    <a:pt x="58" y="52"/>
                    <a:pt x="58" y="52"/>
                  </a:cubicBezTo>
                  <a:cubicBezTo>
                    <a:pt x="58" y="51"/>
                    <a:pt x="58" y="51"/>
                    <a:pt x="58" y="51"/>
                  </a:cubicBezTo>
                  <a:cubicBezTo>
                    <a:pt x="59" y="51"/>
                    <a:pt x="59" y="51"/>
                    <a:pt x="59" y="51"/>
                  </a:cubicBezTo>
                  <a:cubicBezTo>
                    <a:pt x="60" y="51"/>
                    <a:pt x="61" y="51"/>
                    <a:pt x="62" y="50"/>
                  </a:cubicBezTo>
                  <a:cubicBezTo>
                    <a:pt x="62" y="49"/>
                    <a:pt x="63" y="47"/>
                    <a:pt x="63" y="45"/>
                  </a:cubicBezTo>
                  <a:cubicBezTo>
                    <a:pt x="63" y="32"/>
                    <a:pt x="63" y="32"/>
                    <a:pt x="63" y="32"/>
                  </a:cubicBezTo>
                  <a:cubicBezTo>
                    <a:pt x="63" y="28"/>
                    <a:pt x="63" y="25"/>
                    <a:pt x="62" y="24"/>
                  </a:cubicBezTo>
                  <a:cubicBezTo>
                    <a:pt x="62" y="23"/>
                    <a:pt x="62" y="23"/>
                    <a:pt x="61" y="22"/>
                  </a:cubicBezTo>
                  <a:cubicBezTo>
                    <a:pt x="61" y="22"/>
                    <a:pt x="61" y="22"/>
                    <a:pt x="60" y="22"/>
                  </a:cubicBezTo>
                  <a:cubicBezTo>
                    <a:pt x="59" y="22"/>
                    <a:pt x="58" y="22"/>
                    <a:pt x="57" y="22"/>
                  </a:cubicBezTo>
                  <a:cubicBezTo>
                    <a:pt x="57" y="21"/>
                    <a:pt x="57" y="21"/>
                    <a:pt x="57" y="21"/>
                  </a:cubicBezTo>
                  <a:cubicBezTo>
                    <a:pt x="67" y="17"/>
                    <a:pt x="67" y="17"/>
                    <a:pt x="67" y="17"/>
                  </a:cubicBezTo>
                  <a:cubicBezTo>
                    <a:pt x="69" y="17"/>
                    <a:pt x="69" y="17"/>
                    <a:pt x="69" y="17"/>
                  </a:cubicBezTo>
                  <a:cubicBezTo>
                    <a:pt x="69" y="25"/>
                    <a:pt x="69" y="25"/>
                    <a:pt x="69" y="25"/>
                  </a:cubicBezTo>
                  <a:close/>
                  <a:moveTo>
                    <a:pt x="108" y="0"/>
                  </a:moveTo>
                  <a:cubicBezTo>
                    <a:pt x="109" y="0"/>
                    <a:pt x="110" y="0"/>
                    <a:pt x="110" y="1"/>
                  </a:cubicBezTo>
                  <a:cubicBezTo>
                    <a:pt x="111" y="2"/>
                    <a:pt x="111" y="3"/>
                    <a:pt x="111" y="4"/>
                  </a:cubicBezTo>
                  <a:cubicBezTo>
                    <a:pt x="111" y="5"/>
                    <a:pt x="111" y="6"/>
                    <a:pt x="110" y="7"/>
                  </a:cubicBezTo>
                  <a:cubicBezTo>
                    <a:pt x="109" y="7"/>
                    <a:pt x="109" y="8"/>
                    <a:pt x="108" y="8"/>
                  </a:cubicBezTo>
                  <a:cubicBezTo>
                    <a:pt x="107" y="8"/>
                    <a:pt x="106" y="7"/>
                    <a:pt x="105" y="7"/>
                  </a:cubicBezTo>
                  <a:cubicBezTo>
                    <a:pt x="105" y="6"/>
                    <a:pt x="104" y="5"/>
                    <a:pt x="104" y="4"/>
                  </a:cubicBezTo>
                  <a:cubicBezTo>
                    <a:pt x="104" y="3"/>
                    <a:pt x="105" y="2"/>
                    <a:pt x="105" y="1"/>
                  </a:cubicBezTo>
                  <a:cubicBezTo>
                    <a:pt x="106" y="0"/>
                    <a:pt x="107" y="0"/>
                    <a:pt x="108" y="0"/>
                  </a:cubicBezTo>
                  <a:close/>
                  <a:moveTo>
                    <a:pt x="111" y="18"/>
                  </a:moveTo>
                  <a:cubicBezTo>
                    <a:pt x="111" y="45"/>
                    <a:pt x="111" y="45"/>
                    <a:pt x="111" y="45"/>
                  </a:cubicBezTo>
                  <a:cubicBezTo>
                    <a:pt x="111" y="47"/>
                    <a:pt x="111" y="49"/>
                    <a:pt x="111" y="49"/>
                  </a:cubicBezTo>
                  <a:cubicBezTo>
                    <a:pt x="111" y="50"/>
                    <a:pt x="112" y="51"/>
                    <a:pt x="112" y="51"/>
                  </a:cubicBezTo>
                  <a:cubicBezTo>
                    <a:pt x="113" y="51"/>
                    <a:pt x="114" y="51"/>
                    <a:pt x="115" y="51"/>
                  </a:cubicBezTo>
                  <a:cubicBezTo>
                    <a:pt x="115" y="53"/>
                    <a:pt x="115" y="53"/>
                    <a:pt x="115" y="53"/>
                  </a:cubicBezTo>
                  <a:cubicBezTo>
                    <a:pt x="99" y="53"/>
                    <a:pt x="99" y="53"/>
                    <a:pt x="99" y="53"/>
                  </a:cubicBezTo>
                  <a:cubicBezTo>
                    <a:pt x="99" y="51"/>
                    <a:pt x="99" y="51"/>
                    <a:pt x="99" y="51"/>
                  </a:cubicBezTo>
                  <a:cubicBezTo>
                    <a:pt x="101" y="51"/>
                    <a:pt x="102" y="51"/>
                    <a:pt x="103" y="51"/>
                  </a:cubicBezTo>
                  <a:cubicBezTo>
                    <a:pt x="103" y="51"/>
                    <a:pt x="103" y="50"/>
                    <a:pt x="104" y="49"/>
                  </a:cubicBezTo>
                  <a:cubicBezTo>
                    <a:pt x="104" y="49"/>
                    <a:pt x="104" y="47"/>
                    <a:pt x="104" y="45"/>
                  </a:cubicBezTo>
                  <a:cubicBezTo>
                    <a:pt x="104" y="32"/>
                    <a:pt x="104" y="32"/>
                    <a:pt x="104" y="32"/>
                  </a:cubicBezTo>
                  <a:cubicBezTo>
                    <a:pt x="104" y="28"/>
                    <a:pt x="104" y="26"/>
                    <a:pt x="104" y="25"/>
                  </a:cubicBezTo>
                  <a:cubicBezTo>
                    <a:pt x="104" y="24"/>
                    <a:pt x="103" y="23"/>
                    <a:pt x="103" y="23"/>
                  </a:cubicBezTo>
                  <a:cubicBezTo>
                    <a:pt x="103" y="23"/>
                    <a:pt x="102" y="23"/>
                    <a:pt x="101" y="23"/>
                  </a:cubicBezTo>
                  <a:cubicBezTo>
                    <a:pt x="101" y="23"/>
                    <a:pt x="100" y="23"/>
                    <a:pt x="99" y="23"/>
                  </a:cubicBezTo>
                  <a:cubicBezTo>
                    <a:pt x="99" y="22"/>
                    <a:pt x="99" y="22"/>
                    <a:pt x="99" y="22"/>
                  </a:cubicBezTo>
                  <a:cubicBezTo>
                    <a:pt x="109" y="18"/>
                    <a:pt x="109" y="18"/>
                    <a:pt x="109" y="18"/>
                  </a:cubicBezTo>
                  <a:cubicBezTo>
                    <a:pt x="111" y="18"/>
                    <a:pt x="111" y="18"/>
                    <a:pt x="111" y="18"/>
                  </a:cubicBezTo>
                  <a:close/>
                  <a:moveTo>
                    <a:pt x="122" y="19"/>
                  </a:moveTo>
                  <a:cubicBezTo>
                    <a:pt x="137" y="19"/>
                    <a:pt x="137" y="19"/>
                    <a:pt x="137" y="19"/>
                  </a:cubicBezTo>
                  <a:cubicBezTo>
                    <a:pt x="137" y="20"/>
                    <a:pt x="137" y="20"/>
                    <a:pt x="137" y="20"/>
                  </a:cubicBezTo>
                  <a:cubicBezTo>
                    <a:pt x="136" y="20"/>
                    <a:pt x="136" y="20"/>
                    <a:pt x="136" y="20"/>
                  </a:cubicBezTo>
                  <a:cubicBezTo>
                    <a:pt x="135" y="20"/>
                    <a:pt x="134" y="20"/>
                    <a:pt x="134" y="21"/>
                  </a:cubicBezTo>
                  <a:cubicBezTo>
                    <a:pt x="133" y="21"/>
                    <a:pt x="133" y="22"/>
                    <a:pt x="133" y="23"/>
                  </a:cubicBezTo>
                  <a:cubicBezTo>
                    <a:pt x="133" y="23"/>
                    <a:pt x="133" y="25"/>
                    <a:pt x="134" y="26"/>
                  </a:cubicBezTo>
                  <a:cubicBezTo>
                    <a:pt x="141" y="45"/>
                    <a:pt x="141" y="45"/>
                    <a:pt x="141" y="45"/>
                  </a:cubicBezTo>
                  <a:cubicBezTo>
                    <a:pt x="149" y="25"/>
                    <a:pt x="149" y="25"/>
                    <a:pt x="149" y="25"/>
                  </a:cubicBezTo>
                  <a:cubicBezTo>
                    <a:pt x="149" y="24"/>
                    <a:pt x="150" y="23"/>
                    <a:pt x="150" y="22"/>
                  </a:cubicBezTo>
                  <a:cubicBezTo>
                    <a:pt x="150" y="21"/>
                    <a:pt x="150" y="21"/>
                    <a:pt x="149" y="21"/>
                  </a:cubicBezTo>
                  <a:cubicBezTo>
                    <a:pt x="149" y="21"/>
                    <a:pt x="149" y="20"/>
                    <a:pt x="149" y="20"/>
                  </a:cubicBezTo>
                  <a:cubicBezTo>
                    <a:pt x="148" y="20"/>
                    <a:pt x="147" y="20"/>
                    <a:pt x="146" y="20"/>
                  </a:cubicBezTo>
                  <a:cubicBezTo>
                    <a:pt x="146" y="19"/>
                    <a:pt x="146" y="19"/>
                    <a:pt x="146" y="19"/>
                  </a:cubicBezTo>
                  <a:cubicBezTo>
                    <a:pt x="157" y="19"/>
                    <a:pt x="157" y="19"/>
                    <a:pt x="157" y="19"/>
                  </a:cubicBezTo>
                  <a:cubicBezTo>
                    <a:pt x="157" y="20"/>
                    <a:pt x="157" y="20"/>
                    <a:pt x="157" y="20"/>
                  </a:cubicBezTo>
                  <a:cubicBezTo>
                    <a:pt x="156" y="20"/>
                    <a:pt x="155" y="20"/>
                    <a:pt x="155" y="21"/>
                  </a:cubicBezTo>
                  <a:cubicBezTo>
                    <a:pt x="154" y="21"/>
                    <a:pt x="153" y="23"/>
                    <a:pt x="152" y="24"/>
                  </a:cubicBezTo>
                  <a:cubicBezTo>
                    <a:pt x="141" y="53"/>
                    <a:pt x="141" y="53"/>
                    <a:pt x="141" y="53"/>
                  </a:cubicBezTo>
                  <a:cubicBezTo>
                    <a:pt x="139" y="53"/>
                    <a:pt x="139" y="53"/>
                    <a:pt x="139" y="53"/>
                  </a:cubicBezTo>
                  <a:cubicBezTo>
                    <a:pt x="127" y="25"/>
                    <a:pt x="127" y="25"/>
                    <a:pt x="127" y="25"/>
                  </a:cubicBezTo>
                  <a:cubicBezTo>
                    <a:pt x="127" y="23"/>
                    <a:pt x="126" y="22"/>
                    <a:pt x="126" y="22"/>
                  </a:cubicBezTo>
                  <a:cubicBezTo>
                    <a:pt x="125" y="21"/>
                    <a:pt x="125" y="21"/>
                    <a:pt x="124" y="20"/>
                  </a:cubicBezTo>
                  <a:cubicBezTo>
                    <a:pt x="123" y="20"/>
                    <a:pt x="123" y="20"/>
                    <a:pt x="121" y="19"/>
                  </a:cubicBezTo>
                  <a:cubicBezTo>
                    <a:pt x="122" y="19"/>
                    <a:pt x="122" y="19"/>
                    <a:pt x="122" y="19"/>
                  </a:cubicBezTo>
                  <a:close/>
                  <a:moveTo>
                    <a:pt x="169" y="31"/>
                  </a:moveTo>
                  <a:cubicBezTo>
                    <a:pt x="169" y="37"/>
                    <a:pt x="170" y="40"/>
                    <a:pt x="173" y="43"/>
                  </a:cubicBezTo>
                  <a:cubicBezTo>
                    <a:pt x="175" y="46"/>
                    <a:pt x="178" y="48"/>
                    <a:pt x="181" y="48"/>
                  </a:cubicBezTo>
                  <a:cubicBezTo>
                    <a:pt x="183" y="48"/>
                    <a:pt x="185" y="47"/>
                    <a:pt x="187" y="46"/>
                  </a:cubicBezTo>
                  <a:cubicBezTo>
                    <a:pt x="188" y="45"/>
                    <a:pt x="189" y="43"/>
                    <a:pt x="191" y="39"/>
                  </a:cubicBezTo>
                  <a:cubicBezTo>
                    <a:pt x="192" y="40"/>
                    <a:pt x="192" y="40"/>
                    <a:pt x="192" y="40"/>
                  </a:cubicBezTo>
                  <a:cubicBezTo>
                    <a:pt x="191" y="43"/>
                    <a:pt x="190" y="47"/>
                    <a:pt x="187" y="49"/>
                  </a:cubicBezTo>
                  <a:cubicBezTo>
                    <a:pt x="185" y="52"/>
                    <a:pt x="182" y="53"/>
                    <a:pt x="178" y="53"/>
                  </a:cubicBezTo>
                  <a:cubicBezTo>
                    <a:pt x="174" y="53"/>
                    <a:pt x="171" y="52"/>
                    <a:pt x="168" y="49"/>
                  </a:cubicBezTo>
                  <a:cubicBezTo>
                    <a:pt x="165" y="45"/>
                    <a:pt x="164" y="41"/>
                    <a:pt x="164" y="36"/>
                  </a:cubicBezTo>
                  <a:cubicBezTo>
                    <a:pt x="164" y="30"/>
                    <a:pt x="166" y="25"/>
                    <a:pt x="169" y="22"/>
                  </a:cubicBezTo>
                  <a:cubicBezTo>
                    <a:pt x="171" y="19"/>
                    <a:pt x="175" y="17"/>
                    <a:pt x="179" y="17"/>
                  </a:cubicBezTo>
                  <a:cubicBezTo>
                    <a:pt x="183" y="17"/>
                    <a:pt x="186" y="19"/>
                    <a:pt x="189" y="21"/>
                  </a:cubicBezTo>
                  <a:cubicBezTo>
                    <a:pt x="191" y="23"/>
                    <a:pt x="192" y="27"/>
                    <a:pt x="192" y="31"/>
                  </a:cubicBezTo>
                  <a:cubicBezTo>
                    <a:pt x="169" y="31"/>
                    <a:pt x="169" y="31"/>
                    <a:pt x="169" y="31"/>
                  </a:cubicBezTo>
                  <a:close/>
                  <a:moveTo>
                    <a:pt x="169" y="29"/>
                  </a:moveTo>
                  <a:cubicBezTo>
                    <a:pt x="184" y="29"/>
                    <a:pt x="184" y="29"/>
                    <a:pt x="184" y="29"/>
                  </a:cubicBezTo>
                  <a:cubicBezTo>
                    <a:pt x="184" y="27"/>
                    <a:pt x="184" y="26"/>
                    <a:pt x="183" y="25"/>
                  </a:cubicBezTo>
                  <a:cubicBezTo>
                    <a:pt x="183" y="24"/>
                    <a:pt x="182" y="23"/>
                    <a:pt x="181" y="22"/>
                  </a:cubicBezTo>
                  <a:cubicBezTo>
                    <a:pt x="179" y="21"/>
                    <a:pt x="178" y="21"/>
                    <a:pt x="177" y="21"/>
                  </a:cubicBezTo>
                  <a:cubicBezTo>
                    <a:pt x="175" y="21"/>
                    <a:pt x="173" y="21"/>
                    <a:pt x="172" y="23"/>
                  </a:cubicBezTo>
                  <a:cubicBezTo>
                    <a:pt x="170" y="24"/>
                    <a:pt x="169" y="27"/>
                    <a:pt x="169" y="29"/>
                  </a:cubicBezTo>
                  <a:close/>
                  <a:moveTo>
                    <a:pt x="209" y="18"/>
                  </a:moveTo>
                  <a:cubicBezTo>
                    <a:pt x="209" y="25"/>
                    <a:pt x="209" y="25"/>
                    <a:pt x="209" y="25"/>
                  </a:cubicBezTo>
                  <a:cubicBezTo>
                    <a:pt x="212" y="20"/>
                    <a:pt x="215" y="18"/>
                    <a:pt x="218" y="18"/>
                  </a:cubicBezTo>
                  <a:cubicBezTo>
                    <a:pt x="219" y="18"/>
                    <a:pt x="220" y="18"/>
                    <a:pt x="221" y="19"/>
                  </a:cubicBezTo>
                  <a:cubicBezTo>
                    <a:pt x="222" y="20"/>
                    <a:pt x="222" y="21"/>
                    <a:pt x="222" y="22"/>
                  </a:cubicBezTo>
                  <a:cubicBezTo>
                    <a:pt x="222" y="23"/>
                    <a:pt x="222" y="23"/>
                    <a:pt x="221" y="24"/>
                  </a:cubicBezTo>
                  <a:cubicBezTo>
                    <a:pt x="221" y="25"/>
                    <a:pt x="220" y="25"/>
                    <a:pt x="219" y="25"/>
                  </a:cubicBezTo>
                  <a:cubicBezTo>
                    <a:pt x="218" y="25"/>
                    <a:pt x="217" y="25"/>
                    <a:pt x="216" y="24"/>
                  </a:cubicBezTo>
                  <a:cubicBezTo>
                    <a:pt x="215" y="23"/>
                    <a:pt x="214" y="23"/>
                    <a:pt x="214" y="23"/>
                  </a:cubicBezTo>
                  <a:cubicBezTo>
                    <a:pt x="213" y="23"/>
                    <a:pt x="213" y="23"/>
                    <a:pt x="213" y="24"/>
                  </a:cubicBezTo>
                  <a:cubicBezTo>
                    <a:pt x="211" y="25"/>
                    <a:pt x="211" y="27"/>
                    <a:pt x="209" y="29"/>
                  </a:cubicBezTo>
                  <a:cubicBezTo>
                    <a:pt x="209" y="45"/>
                    <a:pt x="209" y="45"/>
                    <a:pt x="209" y="45"/>
                  </a:cubicBezTo>
                  <a:cubicBezTo>
                    <a:pt x="209" y="47"/>
                    <a:pt x="210" y="49"/>
                    <a:pt x="210" y="50"/>
                  </a:cubicBezTo>
                  <a:cubicBezTo>
                    <a:pt x="211" y="51"/>
                    <a:pt x="211" y="51"/>
                    <a:pt x="212" y="51"/>
                  </a:cubicBezTo>
                  <a:cubicBezTo>
                    <a:pt x="213" y="52"/>
                    <a:pt x="214" y="52"/>
                    <a:pt x="215" y="52"/>
                  </a:cubicBezTo>
                  <a:cubicBezTo>
                    <a:pt x="215" y="53"/>
                    <a:pt x="215" y="53"/>
                    <a:pt x="215" y="53"/>
                  </a:cubicBezTo>
                  <a:cubicBezTo>
                    <a:pt x="198" y="53"/>
                    <a:pt x="198" y="53"/>
                    <a:pt x="198" y="53"/>
                  </a:cubicBezTo>
                  <a:cubicBezTo>
                    <a:pt x="198" y="52"/>
                    <a:pt x="198" y="52"/>
                    <a:pt x="198" y="52"/>
                  </a:cubicBezTo>
                  <a:cubicBezTo>
                    <a:pt x="200" y="52"/>
                    <a:pt x="201" y="52"/>
                    <a:pt x="202" y="51"/>
                  </a:cubicBezTo>
                  <a:cubicBezTo>
                    <a:pt x="202" y="51"/>
                    <a:pt x="203" y="50"/>
                    <a:pt x="203" y="49"/>
                  </a:cubicBezTo>
                  <a:cubicBezTo>
                    <a:pt x="203" y="49"/>
                    <a:pt x="203" y="48"/>
                    <a:pt x="203" y="46"/>
                  </a:cubicBezTo>
                  <a:cubicBezTo>
                    <a:pt x="203" y="33"/>
                    <a:pt x="203" y="33"/>
                    <a:pt x="203" y="33"/>
                  </a:cubicBezTo>
                  <a:cubicBezTo>
                    <a:pt x="203" y="29"/>
                    <a:pt x="203" y="26"/>
                    <a:pt x="203" y="25"/>
                  </a:cubicBezTo>
                  <a:cubicBezTo>
                    <a:pt x="203" y="25"/>
                    <a:pt x="202" y="24"/>
                    <a:pt x="202" y="24"/>
                  </a:cubicBezTo>
                  <a:cubicBezTo>
                    <a:pt x="201" y="23"/>
                    <a:pt x="201" y="23"/>
                    <a:pt x="200" y="23"/>
                  </a:cubicBezTo>
                  <a:cubicBezTo>
                    <a:pt x="199" y="23"/>
                    <a:pt x="199" y="23"/>
                    <a:pt x="198" y="24"/>
                  </a:cubicBezTo>
                  <a:cubicBezTo>
                    <a:pt x="197" y="23"/>
                    <a:pt x="197" y="23"/>
                    <a:pt x="197" y="23"/>
                  </a:cubicBezTo>
                  <a:cubicBezTo>
                    <a:pt x="207" y="19"/>
                    <a:pt x="207" y="19"/>
                    <a:pt x="207" y="19"/>
                  </a:cubicBezTo>
                  <a:cubicBezTo>
                    <a:pt x="209" y="19"/>
                    <a:pt x="209" y="19"/>
                    <a:pt x="209" y="19"/>
                  </a:cubicBezTo>
                  <a:cubicBezTo>
                    <a:pt x="209" y="18"/>
                    <a:pt x="209" y="18"/>
                    <a:pt x="209" y="18"/>
                  </a:cubicBezTo>
                  <a:close/>
                  <a:moveTo>
                    <a:pt x="249" y="18"/>
                  </a:moveTo>
                  <a:cubicBezTo>
                    <a:pt x="249" y="29"/>
                    <a:pt x="249" y="29"/>
                    <a:pt x="249" y="29"/>
                  </a:cubicBezTo>
                  <a:cubicBezTo>
                    <a:pt x="247" y="29"/>
                    <a:pt x="247" y="29"/>
                    <a:pt x="247" y="29"/>
                  </a:cubicBezTo>
                  <a:cubicBezTo>
                    <a:pt x="247" y="26"/>
                    <a:pt x="245" y="23"/>
                    <a:pt x="244" y="22"/>
                  </a:cubicBezTo>
                  <a:cubicBezTo>
                    <a:pt x="242" y="21"/>
                    <a:pt x="241" y="20"/>
                    <a:pt x="238" y="20"/>
                  </a:cubicBezTo>
                  <a:cubicBezTo>
                    <a:pt x="237" y="20"/>
                    <a:pt x="235" y="20"/>
                    <a:pt x="234" y="21"/>
                  </a:cubicBezTo>
                  <a:cubicBezTo>
                    <a:pt x="233" y="22"/>
                    <a:pt x="233" y="23"/>
                    <a:pt x="233" y="24"/>
                  </a:cubicBezTo>
                  <a:cubicBezTo>
                    <a:pt x="233" y="25"/>
                    <a:pt x="233" y="27"/>
                    <a:pt x="234" y="28"/>
                  </a:cubicBezTo>
                  <a:cubicBezTo>
                    <a:pt x="235" y="29"/>
                    <a:pt x="236" y="30"/>
                    <a:pt x="238" y="31"/>
                  </a:cubicBezTo>
                  <a:cubicBezTo>
                    <a:pt x="243" y="34"/>
                    <a:pt x="243" y="34"/>
                    <a:pt x="243" y="34"/>
                  </a:cubicBezTo>
                  <a:cubicBezTo>
                    <a:pt x="248" y="36"/>
                    <a:pt x="251" y="39"/>
                    <a:pt x="251" y="43"/>
                  </a:cubicBezTo>
                  <a:cubicBezTo>
                    <a:pt x="251" y="47"/>
                    <a:pt x="249" y="49"/>
                    <a:pt x="247" y="51"/>
                  </a:cubicBezTo>
                  <a:cubicBezTo>
                    <a:pt x="245" y="53"/>
                    <a:pt x="243" y="54"/>
                    <a:pt x="240" y="54"/>
                  </a:cubicBezTo>
                  <a:cubicBezTo>
                    <a:pt x="238" y="54"/>
                    <a:pt x="235" y="53"/>
                    <a:pt x="233" y="53"/>
                  </a:cubicBezTo>
                  <a:cubicBezTo>
                    <a:pt x="232" y="52"/>
                    <a:pt x="231" y="52"/>
                    <a:pt x="231" y="52"/>
                  </a:cubicBezTo>
                  <a:cubicBezTo>
                    <a:pt x="231" y="52"/>
                    <a:pt x="230" y="53"/>
                    <a:pt x="230" y="53"/>
                  </a:cubicBezTo>
                  <a:cubicBezTo>
                    <a:pt x="229" y="53"/>
                    <a:pt x="229" y="53"/>
                    <a:pt x="229" y="53"/>
                  </a:cubicBezTo>
                  <a:cubicBezTo>
                    <a:pt x="229" y="41"/>
                    <a:pt x="229" y="41"/>
                    <a:pt x="229" y="41"/>
                  </a:cubicBezTo>
                  <a:cubicBezTo>
                    <a:pt x="230" y="41"/>
                    <a:pt x="230" y="41"/>
                    <a:pt x="230" y="41"/>
                  </a:cubicBezTo>
                  <a:cubicBezTo>
                    <a:pt x="231" y="45"/>
                    <a:pt x="232" y="47"/>
                    <a:pt x="234" y="49"/>
                  </a:cubicBezTo>
                  <a:cubicBezTo>
                    <a:pt x="236" y="51"/>
                    <a:pt x="238" y="52"/>
                    <a:pt x="240" y="52"/>
                  </a:cubicBezTo>
                  <a:cubicBezTo>
                    <a:pt x="242" y="52"/>
                    <a:pt x="243" y="51"/>
                    <a:pt x="244" y="50"/>
                  </a:cubicBezTo>
                  <a:cubicBezTo>
                    <a:pt x="245" y="49"/>
                    <a:pt x="246" y="48"/>
                    <a:pt x="246" y="47"/>
                  </a:cubicBezTo>
                  <a:cubicBezTo>
                    <a:pt x="246" y="45"/>
                    <a:pt x="245" y="43"/>
                    <a:pt x="244" y="42"/>
                  </a:cubicBezTo>
                  <a:cubicBezTo>
                    <a:pt x="243" y="41"/>
                    <a:pt x="241" y="39"/>
                    <a:pt x="237" y="38"/>
                  </a:cubicBezTo>
                  <a:cubicBezTo>
                    <a:pt x="234" y="36"/>
                    <a:pt x="232" y="35"/>
                    <a:pt x="231" y="33"/>
                  </a:cubicBezTo>
                  <a:cubicBezTo>
                    <a:pt x="229" y="31"/>
                    <a:pt x="229" y="30"/>
                    <a:pt x="229" y="28"/>
                  </a:cubicBezTo>
                  <a:cubicBezTo>
                    <a:pt x="229" y="25"/>
                    <a:pt x="230" y="23"/>
                    <a:pt x="232" y="21"/>
                  </a:cubicBezTo>
                  <a:cubicBezTo>
                    <a:pt x="234" y="19"/>
                    <a:pt x="236" y="18"/>
                    <a:pt x="239" y="18"/>
                  </a:cubicBezTo>
                  <a:cubicBezTo>
                    <a:pt x="240" y="18"/>
                    <a:pt x="242" y="18"/>
                    <a:pt x="244" y="19"/>
                  </a:cubicBezTo>
                  <a:cubicBezTo>
                    <a:pt x="245" y="19"/>
                    <a:pt x="246" y="19"/>
                    <a:pt x="246" y="19"/>
                  </a:cubicBezTo>
                  <a:cubicBezTo>
                    <a:pt x="247" y="19"/>
                    <a:pt x="247" y="19"/>
                    <a:pt x="247" y="19"/>
                  </a:cubicBezTo>
                  <a:cubicBezTo>
                    <a:pt x="247" y="19"/>
                    <a:pt x="247" y="18"/>
                    <a:pt x="248" y="17"/>
                  </a:cubicBezTo>
                  <a:cubicBezTo>
                    <a:pt x="249" y="18"/>
                    <a:pt x="249" y="18"/>
                    <a:pt x="249" y="18"/>
                  </a:cubicBezTo>
                  <a:close/>
                  <a:moveTo>
                    <a:pt x="268" y="0"/>
                  </a:moveTo>
                  <a:cubicBezTo>
                    <a:pt x="269" y="0"/>
                    <a:pt x="270" y="0"/>
                    <a:pt x="271" y="1"/>
                  </a:cubicBezTo>
                  <a:cubicBezTo>
                    <a:pt x="271" y="2"/>
                    <a:pt x="272" y="3"/>
                    <a:pt x="272" y="4"/>
                  </a:cubicBezTo>
                  <a:cubicBezTo>
                    <a:pt x="272" y="5"/>
                    <a:pt x="271" y="6"/>
                    <a:pt x="271" y="7"/>
                  </a:cubicBezTo>
                  <a:cubicBezTo>
                    <a:pt x="270" y="7"/>
                    <a:pt x="269" y="8"/>
                    <a:pt x="268" y="8"/>
                  </a:cubicBezTo>
                  <a:cubicBezTo>
                    <a:pt x="267" y="8"/>
                    <a:pt x="266" y="7"/>
                    <a:pt x="266" y="7"/>
                  </a:cubicBezTo>
                  <a:cubicBezTo>
                    <a:pt x="265" y="6"/>
                    <a:pt x="265" y="5"/>
                    <a:pt x="265" y="4"/>
                  </a:cubicBezTo>
                  <a:cubicBezTo>
                    <a:pt x="265" y="3"/>
                    <a:pt x="265" y="2"/>
                    <a:pt x="266" y="1"/>
                  </a:cubicBezTo>
                  <a:cubicBezTo>
                    <a:pt x="266" y="0"/>
                    <a:pt x="267" y="0"/>
                    <a:pt x="268" y="0"/>
                  </a:cubicBezTo>
                  <a:close/>
                  <a:moveTo>
                    <a:pt x="271" y="18"/>
                  </a:moveTo>
                  <a:cubicBezTo>
                    <a:pt x="271" y="45"/>
                    <a:pt x="271" y="45"/>
                    <a:pt x="271" y="45"/>
                  </a:cubicBezTo>
                  <a:cubicBezTo>
                    <a:pt x="271" y="47"/>
                    <a:pt x="271" y="49"/>
                    <a:pt x="271" y="49"/>
                  </a:cubicBezTo>
                  <a:cubicBezTo>
                    <a:pt x="272" y="50"/>
                    <a:pt x="272" y="51"/>
                    <a:pt x="273" y="51"/>
                  </a:cubicBezTo>
                  <a:cubicBezTo>
                    <a:pt x="273" y="51"/>
                    <a:pt x="274" y="51"/>
                    <a:pt x="276" y="51"/>
                  </a:cubicBezTo>
                  <a:cubicBezTo>
                    <a:pt x="276" y="53"/>
                    <a:pt x="276" y="53"/>
                    <a:pt x="276" y="53"/>
                  </a:cubicBezTo>
                  <a:cubicBezTo>
                    <a:pt x="260" y="53"/>
                    <a:pt x="260" y="53"/>
                    <a:pt x="260" y="53"/>
                  </a:cubicBezTo>
                  <a:cubicBezTo>
                    <a:pt x="260" y="51"/>
                    <a:pt x="260" y="51"/>
                    <a:pt x="260" y="51"/>
                  </a:cubicBezTo>
                  <a:cubicBezTo>
                    <a:pt x="261" y="51"/>
                    <a:pt x="263" y="51"/>
                    <a:pt x="263" y="51"/>
                  </a:cubicBezTo>
                  <a:cubicBezTo>
                    <a:pt x="263" y="51"/>
                    <a:pt x="264" y="50"/>
                    <a:pt x="264" y="49"/>
                  </a:cubicBezTo>
                  <a:cubicBezTo>
                    <a:pt x="265" y="49"/>
                    <a:pt x="265" y="47"/>
                    <a:pt x="265" y="45"/>
                  </a:cubicBezTo>
                  <a:cubicBezTo>
                    <a:pt x="265" y="32"/>
                    <a:pt x="265" y="32"/>
                    <a:pt x="265" y="32"/>
                  </a:cubicBezTo>
                  <a:cubicBezTo>
                    <a:pt x="265" y="28"/>
                    <a:pt x="265" y="26"/>
                    <a:pt x="264" y="25"/>
                  </a:cubicBezTo>
                  <a:cubicBezTo>
                    <a:pt x="264" y="24"/>
                    <a:pt x="264" y="23"/>
                    <a:pt x="263" y="23"/>
                  </a:cubicBezTo>
                  <a:cubicBezTo>
                    <a:pt x="263" y="23"/>
                    <a:pt x="263" y="23"/>
                    <a:pt x="262" y="23"/>
                  </a:cubicBezTo>
                  <a:cubicBezTo>
                    <a:pt x="261" y="23"/>
                    <a:pt x="260" y="23"/>
                    <a:pt x="259" y="23"/>
                  </a:cubicBezTo>
                  <a:cubicBezTo>
                    <a:pt x="259" y="22"/>
                    <a:pt x="259" y="22"/>
                    <a:pt x="259" y="22"/>
                  </a:cubicBezTo>
                  <a:cubicBezTo>
                    <a:pt x="269" y="18"/>
                    <a:pt x="269" y="18"/>
                    <a:pt x="269" y="18"/>
                  </a:cubicBezTo>
                  <a:cubicBezTo>
                    <a:pt x="271" y="18"/>
                    <a:pt x="271" y="18"/>
                    <a:pt x="271" y="18"/>
                  </a:cubicBezTo>
                  <a:close/>
                  <a:moveTo>
                    <a:pt x="293" y="7"/>
                  </a:moveTo>
                  <a:cubicBezTo>
                    <a:pt x="293" y="19"/>
                    <a:pt x="293" y="19"/>
                    <a:pt x="293" y="19"/>
                  </a:cubicBezTo>
                  <a:cubicBezTo>
                    <a:pt x="301" y="19"/>
                    <a:pt x="301" y="19"/>
                    <a:pt x="301" y="19"/>
                  </a:cubicBezTo>
                  <a:cubicBezTo>
                    <a:pt x="301" y="21"/>
                    <a:pt x="301" y="21"/>
                    <a:pt x="301" y="21"/>
                  </a:cubicBezTo>
                  <a:cubicBezTo>
                    <a:pt x="293" y="21"/>
                    <a:pt x="293" y="21"/>
                    <a:pt x="293" y="21"/>
                  </a:cubicBezTo>
                  <a:cubicBezTo>
                    <a:pt x="293" y="43"/>
                    <a:pt x="293" y="43"/>
                    <a:pt x="293" y="43"/>
                  </a:cubicBezTo>
                  <a:cubicBezTo>
                    <a:pt x="293" y="45"/>
                    <a:pt x="294" y="47"/>
                    <a:pt x="294" y="48"/>
                  </a:cubicBezTo>
                  <a:cubicBezTo>
                    <a:pt x="295" y="49"/>
                    <a:pt x="295" y="49"/>
                    <a:pt x="297" y="49"/>
                  </a:cubicBezTo>
                  <a:cubicBezTo>
                    <a:pt x="297" y="49"/>
                    <a:pt x="298" y="49"/>
                    <a:pt x="299" y="48"/>
                  </a:cubicBezTo>
                  <a:cubicBezTo>
                    <a:pt x="300" y="48"/>
                    <a:pt x="300" y="47"/>
                    <a:pt x="301" y="46"/>
                  </a:cubicBezTo>
                  <a:cubicBezTo>
                    <a:pt x="302" y="46"/>
                    <a:pt x="302" y="46"/>
                    <a:pt x="302" y="46"/>
                  </a:cubicBezTo>
                  <a:cubicBezTo>
                    <a:pt x="301" y="48"/>
                    <a:pt x="300" y="50"/>
                    <a:pt x="298" y="51"/>
                  </a:cubicBezTo>
                  <a:cubicBezTo>
                    <a:pt x="297" y="53"/>
                    <a:pt x="295" y="53"/>
                    <a:pt x="293" y="53"/>
                  </a:cubicBezTo>
                  <a:cubicBezTo>
                    <a:pt x="292" y="53"/>
                    <a:pt x="291" y="53"/>
                    <a:pt x="290" y="53"/>
                  </a:cubicBezTo>
                  <a:cubicBezTo>
                    <a:pt x="289" y="52"/>
                    <a:pt x="288" y="51"/>
                    <a:pt x="288" y="50"/>
                  </a:cubicBezTo>
                  <a:cubicBezTo>
                    <a:pt x="287" y="49"/>
                    <a:pt x="287" y="47"/>
                    <a:pt x="287" y="44"/>
                  </a:cubicBezTo>
                  <a:cubicBezTo>
                    <a:pt x="287" y="21"/>
                    <a:pt x="287" y="21"/>
                    <a:pt x="287" y="21"/>
                  </a:cubicBezTo>
                  <a:cubicBezTo>
                    <a:pt x="282" y="21"/>
                    <a:pt x="282" y="21"/>
                    <a:pt x="282" y="21"/>
                  </a:cubicBezTo>
                  <a:cubicBezTo>
                    <a:pt x="282" y="20"/>
                    <a:pt x="282" y="20"/>
                    <a:pt x="282" y="20"/>
                  </a:cubicBezTo>
                  <a:cubicBezTo>
                    <a:pt x="283" y="20"/>
                    <a:pt x="285" y="19"/>
                    <a:pt x="286" y="17"/>
                  </a:cubicBezTo>
                  <a:cubicBezTo>
                    <a:pt x="287" y="16"/>
                    <a:pt x="288" y="15"/>
                    <a:pt x="289" y="13"/>
                  </a:cubicBezTo>
                  <a:cubicBezTo>
                    <a:pt x="290" y="12"/>
                    <a:pt x="291" y="10"/>
                    <a:pt x="292" y="7"/>
                  </a:cubicBezTo>
                  <a:cubicBezTo>
                    <a:pt x="293" y="7"/>
                    <a:pt x="293" y="7"/>
                    <a:pt x="293" y="7"/>
                  </a:cubicBezTo>
                  <a:close/>
                  <a:moveTo>
                    <a:pt x="306" y="19"/>
                  </a:moveTo>
                  <a:cubicBezTo>
                    <a:pt x="321" y="19"/>
                    <a:pt x="321" y="19"/>
                    <a:pt x="321" y="19"/>
                  </a:cubicBezTo>
                  <a:cubicBezTo>
                    <a:pt x="321" y="20"/>
                    <a:pt x="321" y="20"/>
                    <a:pt x="321" y="20"/>
                  </a:cubicBezTo>
                  <a:cubicBezTo>
                    <a:pt x="320" y="20"/>
                    <a:pt x="320" y="20"/>
                    <a:pt x="320" y="20"/>
                  </a:cubicBezTo>
                  <a:cubicBezTo>
                    <a:pt x="319" y="20"/>
                    <a:pt x="318" y="20"/>
                    <a:pt x="318" y="21"/>
                  </a:cubicBezTo>
                  <a:cubicBezTo>
                    <a:pt x="317" y="21"/>
                    <a:pt x="317" y="22"/>
                    <a:pt x="317" y="22"/>
                  </a:cubicBezTo>
                  <a:cubicBezTo>
                    <a:pt x="317" y="23"/>
                    <a:pt x="317" y="25"/>
                    <a:pt x="318" y="26"/>
                  </a:cubicBezTo>
                  <a:cubicBezTo>
                    <a:pt x="326" y="43"/>
                    <a:pt x="326" y="43"/>
                    <a:pt x="326" y="43"/>
                  </a:cubicBezTo>
                  <a:cubicBezTo>
                    <a:pt x="333" y="25"/>
                    <a:pt x="333" y="25"/>
                    <a:pt x="333" y="25"/>
                  </a:cubicBezTo>
                  <a:cubicBezTo>
                    <a:pt x="334" y="23"/>
                    <a:pt x="334" y="23"/>
                    <a:pt x="334" y="21"/>
                  </a:cubicBezTo>
                  <a:cubicBezTo>
                    <a:pt x="334" y="21"/>
                    <a:pt x="334" y="21"/>
                    <a:pt x="333" y="20"/>
                  </a:cubicBezTo>
                  <a:cubicBezTo>
                    <a:pt x="333" y="20"/>
                    <a:pt x="333" y="20"/>
                    <a:pt x="333" y="19"/>
                  </a:cubicBezTo>
                  <a:cubicBezTo>
                    <a:pt x="332" y="19"/>
                    <a:pt x="331" y="19"/>
                    <a:pt x="331" y="19"/>
                  </a:cubicBezTo>
                  <a:cubicBezTo>
                    <a:pt x="331" y="18"/>
                    <a:pt x="331" y="18"/>
                    <a:pt x="331" y="18"/>
                  </a:cubicBezTo>
                  <a:cubicBezTo>
                    <a:pt x="341" y="18"/>
                    <a:pt x="341" y="18"/>
                    <a:pt x="341" y="18"/>
                  </a:cubicBezTo>
                  <a:cubicBezTo>
                    <a:pt x="341" y="19"/>
                    <a:pt x="341" y="19"/>
                    <a:pt x="341" y="19"/>
                  </a:cubicBezTo>
                  <a:cubicBezTo>
                    <a:pt x="341" y="19"/>
                    <a:pt x="340" y="19"/>
                    <a:pt x="339" y="19"/>
                  </a:cubicBezTo>
                  <a:cubicBezTo>
                    <a:pt x="339" y="20"/>
                    <a:pt x="338" y="20"/>
                    <a:pt x="338" y="21"/>
                  </a:cubicBezTo>
                  <a:cubicBezTo>
                    <a:pt x="337" y="21"/>
                    <a:pt x="337" y="22"/>
                    <a:pt x="337" y="24"/>
                  </a:cubicBezTo>
                  <a:cubicBezTo>
                    <a:pt x="323" y="58"/>
                    <a:pt x="323" y="58"/>
                    <a:pt x="323" y="58"/>
                  </a:cubicBezTo>
                  <a:cubicBezTo>
                    <a:pt x="322" y="61"/>
                    <a:pt x="321" y="63"/>
                    <a:pt x="318" y="65"/>
                  </a:cubicBezTo>
                  <a:cubicBezTo>
                    <a:pt x="316" y="67"/>
                    <a:pt x="314" y="68"/>
                    <a:pt x="312" y="68"/>
                  </a:cubicBezTo>
                  <a:cubicBezTo>
                    <a:pt x="311" y="68"/>
                    <a:pt x="310" y="67"/>
                    <a:pt x="309" y="67"/>
                  </a:cubicBezTo>
                  <a:cubicBezTo>
                    <a:pt x="308" y="66"/>
                    <a:pt x="307" y="65"/>
                    <a:pt x="307" y="64"/>
                  </a:cubicBezTo>
                  <a:cubicBezTo>
                    <a:pt x="307" y="63"/>
                    <a:pt x="308" y="62"/>
                    <a:pt x="308" y="61"/>
                  </a:cubicBezTo>
                  <a:cubicBezTo>
                    <a:pt x="309" y="61"/>
                    <a:pt x="310" y="61"/>
                    <a:pt x="311" y="61"/>
                  </a:cubicBezTo>
                  <a:cubicBezTo>
                    <a:pt x="312" y="61"/>
                    <a:pt x="313" y="61"/>
                    <a:pt x="314" y="61"/>
                  </a:cubicBezTo>
                  <a:cubicBezTo>
                    <a:pt x="315" y="62"/>
                    <a:pt x="316" y="62"/>
                    <a:pt x="316" y="62"/>
                  </a:cubicBezTo>
                  <a:cubicBezTo>
                    <a:pt x="317" y="62"/>
                    <a:pt x="317" y="61"/>
                    <a:pt x="318" y="61"/>
                  </a:cubicBezTo>
                  <a:cubicBezTo>
                    <a:pt x="319" y="60"/>
                    <a:pt x="320" y="58"/>
                    <a:pt x="321" y="56"/>
                  </a:cubicBezTo>
                  <a:cubicBezTo>
                    <a:pt x="323" y="50"/>
                    <a:pt x="323" y="50"/>
                    <a:pt x="323" y="50"/>
                  </a:cubicBezTo>
                  <a:cubicBezTo>
                    <a:pt x="311" y="25"/>
                    <a:pt x="311" y="25"/>
                    <a:pt x="311" y="25"/>
                  </a:cubicBezTo>
                  <a:cubicBezTo>
                    <a:pt x="311" y="24"/>
                    <a:pt x="311" y="23"/>
                    <a:pt x="310" y="22"/>
                  </a:cubicBezTo>
                  <a:cubicBezTo>
                    <a:pt x="309" y="21"/>
                    <a:pt x="309" y="20"/>
                    <a:pt x="308" y="20"/>
                  </a:cubicBezTo>
                  <a:cubicBezTo>
                    <a:pt x="308" y="20"/>
                    <a:pt x="307" y="19"/>
                    <a:pt x="305" y="19"/>
                  </a:cubicBezTo>
                  <a:cubicBezTo>
                    <a:pt x="306" y="19"/>
                    <a:pt x="306" y="19"/>
                    <a:pt x="306" y="19"/>
                  </a:cubicBezTo>
                  <a:close/>
                  <a:moveTo>
                    <a:pt x="379" y="18"/>
                  </a:moveTo>
                  <a:cubicBezTo>
                    <a:pt x="383" y="18"/>
                    <a:pt x="387" y="20"/>
                    <a:pt x="391" y="24"/>
                  </a:cubicBezTo>
                  <a:cubicBezTo>
                    <a:pt x="393" y="27"/>
                    <a:pt x="395" y="31"/>
                    <a:pt x="395" y="35"/>
                  </a:cubicBezTo>
                  <a:cubicBezTo>
                    <a:pt x="395" y="39"/>
                    <a:pt x="394" y="41"/>
                    <a:pt x="393" y="45"/>
                  </a:cubicBezTo>
                  <a:cubicBezTo>
                    <a:pt x="391" y="48"/>
                    <a:pt x="389" y="50"/>
                    <a:pt x="387" y="52"/>
                  </a:cubicBezTo>
                  <a:cubicBezTo>
                    <a:pt x="385" y="53"/>
                    <a:pt x="382" y="54"/>
                    <a:pt x="379" y="54"/>
                  </a:cubicBezTo>
                  <a:cubicBezTo>
                    <a:pt x="374" y="54"/>
                    <a:pt x="370" y="52"/>
                    <a:pt x="367" y="48"/>
                  </a:cubicBezTo>
                  <a:cubicBezTo>
                    <a:pt x="365" y="45"/>
                    <a:pt x="363" y="41"/>
                    <a:pt x="363" y="37"/>
                  </a:cubicBezTo>
                  <a:cubicBezTo>
                    <a:pt x="363" y="33"/>
                    <a:pt x="364" y="30"/>
                    <a:pt x="366" y="27"/>
                  </a:cubicBezTo>
                  <a:cubicBezTo>
                    <a:pt x="367" y="24"/>
                    <a:pt x="369" y="22"/>
                    <a:pt x="372" y="21"/>
                  </a:cubicBezTo>
                  <a:cubicBezTo>
                    <a:pt x="373" y="19"/>
                    <a:pt x="376" y="18"/>
                    <a:pt x="379" y="18"/>
                  </a:cubicBezTo>
                  <a:close/>
                  <a:moveTo>
                    <a:pt x="377" y="20"/>
                  </a:moveTo>
                  <a:cubicBezTo>
                    <a:pt x="376" y="20"/>
                    <a:pt x="375" y="21"/>
                    <a:pt x="373" y="21"/>
                  </a:cubicBezTo>
                  <a:cubicBezTo>
                    <a:pt x="372" y="22"/>
                    <a:pt x="371" y="23"/>
                    <a:pt x="370" y="25"/>
                  </a:cubicBezTo>
                  <a:cubicBezTo>
                    <a:pt x="369" y="27"/>
                    <a:pt x="369" y="30"/>
                    <a:pt x="369" y="33"/>
                  </a:cubicBezTo>
                  <a:cubicBezTo>
                    <a:pt x="369" y="38"/>
                    <a:pt x="370" y="42"/>
                    <a:pt x="372" y="46"/>
                  </a:cubicBezTo>
                  <a:cubicBezTo>
                    <a:pt x="374" y="49"/>
                    <a:pt x="376" y="51"/>
                    <a:pt x="379" y="51"/>
                  </a:cubicBezTo>
                  <a:cubicBezTo>
                    <a:pt x="382" y="51"/>
                    <a:pt x="384" y="50"/>
                    <a:pt x="385" y="48"/>
                  </a:cubicBezTo>
                  <a:cubicBezTo>
                    <a:pt x="387" y="46"/>
                    <a:pt x="387" y="43"/>
                    <a:pt x="387" y="38"/>
                  </a:cubicBezTo>
                  <a:cubicBezTo>
                    <a:pt x="387" y="32"/>
                    <a:pt x="386" y="27"/>
                    <a:pt x="384" y="24"/>
                  </a:cubicBezTo>
                  <a:cubicBezTo>
                    <a:pt x="382" y="21"/>
                    <a:pt x="380" y="20"/>
                    <a:pt x="377" y="20"/>
                  </a:cubicBezTo>
                  <a:close/>
                  <a:moveTo>
                    <a:pt x="415" y="21"/>
                  </a:moveTo>
                  <a:cubicBezTo>
                    <a:pt x="415" y="44"/>
                    <a:pt x="415" y="44"/>
                    <a:pt x="415" y="44"/>
                  </a:cubicBezTo>
                  <a:cubicBezTo>
                    <a:pt x="415" y="47"/>
                    <a:pt x="416" y="49"/>
                    <a:pt x="416" y="50"/>
                  </a:cubicBezTo>
                  <a:cubicBezTo>
                    <a:pt x="417" y="51"/>
                    <a:pt x="418" y="51"/>
                    <a:pt x="420" y="51"/>
                  </a:cubicBezTo>
                  <a:cubicBezTo>
                    <a:pt x="423" y="51"/>
                    <a:pt x="423" y="51"/>
                    <a:pt x="423" y="51"/>
                  </a:cubicBezTo>
                  <a:cubicBezTo>
                    <a:pt x="423" y="53"/>
                    <a:pt x="423" y="53"/>
                    <a:pt x="423" y="53"/>
                  </a:cubicBezTo>
                  <a:cubicBezTo>
                    <a:pt x="403" y="53"/>
                    <a:pt x="403" y="53"/>
                    <a:pt x="403" y="53"/>
                  </a:cubicBezTo>
                  <a:cubicBezTo>
                    <a:pt x="403" y="51"/>
                    <a:pt x="403" y="51"/>
                    <a:pt x="403" y="51"/>
                  </a:cubicBezTo>
                  <a:cubicBezTo>
                    <a:pt x="405" y="51"/>
                    <a:pt x="405" y="51"/>
                    <a:pt x="405" y="51"/>
                  </a:cubicBezTo>
                  <a:cubicBezTo>
                    <a:pt x="406" y="51"/>
                    <a:pt x="407" y="51"/>
                    <a:pt x="408" y="51"/>
                  </a:cubicBezTo>
                  <a:cubicBezTo>
                    <a:pt x="409" y="50"/>
                    <a:pt x="409" y="49"/>
                    <a:pt x="409" y="49"/>
                  </a:cubicBezTo>
                  <a:cubicBezTo>
                    <a:pt x="410" y="48"/>
                    <a:pt x="410" y="46"/>
                    <a:pt x="410" y="44"/>
                  </a:cubicBezTo>
                  <a:cubicBezTo>
                    <a:pt x="410" y="21"/>
                    <a:pt x="410" y="21"/>
                    <a:pt x="410" y="21"/>
                  </a:cubicBezTo>
                  <a:cubicBezTo>
                    <a:pt x="403" y="21"/>
                    <a:pt x="403" y="21"/>
                    <a:pt x="403" y="21"/>
                  </a:cubicBezTo>
                  <a:cubicBezTo>
                    <a:pt x="403" y="19"/>
                    <a:pt x="403" y="19"/>
                    <a:pt x="403" y="19"/>
                  </a:cubicBezTo>
                  <a:cubicBezTo>
                    <a:pt x="410" y="19"/>
                    <a:pt x="410" y="19"/>
                    <a:pt x="410" y="19"/>
                  </a:cubicBezTo>
                  <a:cubicBezTo>
                    <a:pt x="410" y="16"/>
                    <a:pt x="410" y="16"/>
                    <a:pt x="410" y="16"/>
                  </a:cubicBezTo>
                  <a:cubicBezTo>
                    <a:pt x="410" y="13"/>
                    <a:pt x="410" y="10"/>
                    <a:pt x="411" y="7"/>
                  </a:cubicBezTo>
                  <a:cubicBezTo>
                    <a:pt x="413" y="5"/>
                    <a:pt x="414" y="3"/>
                    <a:pt x="416" y="2"/>
                  </a:cubicBezTo>
                  <a:cubicBezTo>
                    <a:pt x="418" y="0"/>
                    <a:pt x="421" y="0"/>
                    <a:pt x="423" y="0"/>
                  </a:cubicBezTo>
                  <a:cubicBezTo>
                    <a:pt x="426" y="0"/>
                    <a:pt x="428" y="1"/>
                    <a:pt x="430" y="2"/>
                  </a:cubicBezTo>
                  <a:cubicBezTo>
                    <a:pt x="431" y="3"/>
                    <a:pt x="432" y="5"/>
                    <a:pt x="432" y="6"/>
                  </a:cubicBezTo>
                  <a:cubicBezTo>
                    <a:pt x="432" y="7"/>
                    <a:pt x="432" y="7"/>
                    <a:pt x="431" y="8"/>
                  </a:cubicBezTo>
                  <a:cubicBezTo>
                    <a:pt x="431" y="9"/>
                    <a:pt x="430" y="9"/>
                    <a:pt x="429" y="9"/>
                  </a:cubicBezTo>
                  <a:cubicBezTo>
                    <a:pt x="429" y="9"/>
                    <a:pt x="428" y="8"/>
                    <a:pt x="428" y="8"/>
                  </a:cubicBezTo>
                  <a:cubicBezTo>
                    <a:pt x="427" y="7"/>
                    <a:pt x="427" y="7"/>
                    <a:pt x="425" y="5"/>
                  </a:cubicBezTo>
                  <a:cubicBezTo>
                    <a:pt x="425" y="4"/>
                    <a:pt x="424" y="3"/>
                    <a:pt x="423" y="2"/>
                  </a:cubicBezTo>
                  <a:cubicBezTo>
                    <a:pt x="422" y="2"/>
                    <a:pt x="421" y="1"/>
                    <a:pt x="421" y="1"/>
                  </a:cubicBezTo>
                  <a:cubicBezTo>
                    <a:pt x="419" y="1"/>
                    <a:pt x="419" y="2"/>
                    <a:pt x="418" y="2"/>
                  </a:cubicBezTo>
                  <a:cubicBezTo>
                    <a:pt x="417" y="3"/>
                    <a:pt x="417" y="4"/>
                    <a:pt x="416" y="5"/>
                  </a:cubicBezTo>
                  <a:cubicBezTo>
                    <a:pt x="416" y="6"/>
                    <a:pt x="416" y="9"/>
                    <a:pt x="416" y="15"/>
                  </a:cubicBezTo>
                  <a:cubicBezTo>
                    <a:pt x="416" y="17"/>
                    <a:pt x="416" y="17"/>
                    <a:pt x="416" y="17"/>
                  </a:cubicBezTo>
                  <a:cubicBezTo>
                    <a:pt x="424" y="17"/>
                    <a:pt x="424" y="17"/>
                    <a:pt x="424" y="17"/>
                  </a:cubicBezTo>
                  <a:cubicBezTo>
                    <a:pt x="424" y="21"/>
                    <a:pt x="424" y="21"/>
                    <a:pt x="424" y="21"/>
                  </a:cubicBezTo>
                  <a:cubicBezTo>
                    <a:pt x="415" y="21"/>
                    <a:pt x="415" y="21"/>
                    <a:pt x="415" y="21"/>
                  </a:cubicBezTo>
                  <a:close/>
                  <a:moveTo>
                    <a:pt x="477" y="1"/>
                  </a:moveTo>
                  <a:cubicBezTo>
                    <a:pt x="477" y="19"/>
                    <a:pt x="477" y="19"/>
                    <a:pt x="477" y="19"/>
                  </a:cubicBezTo>
                  <a:cubicBezTo>
                    <a:pt x="475" y="19"/>
                    <a:pt x="475" y="19"/>
                    <a:pt x="475" y="19"/>
                  </a:cubicBezTo>
                  <a:cubicBezTo>
                    <a:pt x="475" y="15"/>
                    <a:pt x="474" y="13"/>
                    <a:pt x="473" y="11"/>
                  </a:cubicBezTo>
                  <a:cubicBezTo>
                    <a:pt x="472" y="9"/>
                    <a:pt x="470" y="7"/>
                    <a:pt x="468" y="6"/>
                  </a:cubicBezTo>
                  <a:cubicBezTo>
                    <a:pt x="466" y="5"/>
                    <a:pt x="464" y="4"/>
                    <a:pt x="462" y="4"/>
                  </a:cubicBezTo>
                  <a:cubicBezTo>
                    <a:pt x="459" y="4"/>
                    <a:pt x="457" y="5"/>
                    <a:pt x="456" y="7"/>
                  </a:cubicBezTo>
                  <a:cubicBezTo>
                    <a:pt x="454" y="8"/>
                    <a:pt x="453" y="10"/>
                    <a:pt x="453" y="12"/>
                  </a:cubicBezTo>
                  <a:cubicBezTo>
                    <a:pt x="453" y="13"/>
                    <a:pt x="454" y="15"/>
                    <a:pt x="455" y="16"/>
                  </a:cubicBezTo>
                  <a:cubicBezTo>
                    <a:pt x="457" y="18"/>
                    <a:pt x="460" y="20"/>
                    <a:pt x="465" y="23"/>
                  </a:cubicBezTo>
                  <a:cubicBezTo>
                    <a:pt x="470" y="26"/>
                    <a:pt x="473" y="28"/>
                    <a:pt x="475" y="29"/>
                  </a:cubicBezTo>
                  <a:cubicBezTo>
                    <a:pt x="476" y="31"/>
                    <a:pt x="477" y="32"/>
                    <a:pt x="479" y="34"/>
                  </a:cubicBezTo>
                  <a:cubicBezTo>
                    <a:pt x="479" y="36"/>
                    <a:pt x="480" y="38"/>
                    <a:pt x="480" y="40"/>
                  </a:cubicBezTo>
                  <a:cubicBezTo>
                    <a:pt x="480" y="44"/>
                    <a:pt x="478" y="47"/>
                    <a:pt x="475" y="50"/>
                  </a:cubicBezTo>
                  <a:cubicBezTo>
                    <a:pt x="473" y="53"/>
                    <a:pt x="469" y="54"/>
                    <a:pt x="465" y="54"/>
                  </a:cubicBezTo>
                  <a:cubicBezTo>
                    <a:pt x="463" y="54"/>
                    <a:pt x="462" y="54"/>
                    <a:pt x="461" y="53"/>
                  </a:cubicBezTo>
                  <a:cubicBezTo>
                    <a:pt x="460" y="53"/>
                    <a:pt x="458" y="53"/>
                    <a:pt x="456" y="52"/>
                  </a:cubicBezTo>
                  <a:cubicBezTo>
                    <a:pt x="454" y="51"/>
                    <a:pt x="453" y="51"/>
                    <a:pt x="452" y="51"/>
                  </a:cubicBezTo>
                  <a:cubicBezTo>
                    <a:pt x="451" y="51"/>
                    <a:pt x="451" y="51"/>
                    <a:pt x="450" y="51"/>
                  </a:cubicBezTo>
                  <a:cubicBezTo>
                    <a:pt x="450" y="52"/>
                    <a:pt x="450" y="53"/>
                    <a:pt x="449" y="54"/>
                  </a:cubicBezTo>
                  <a:cubicBezTo>
                    <a:pt x="448" y="54"/>
                    <a:pt x="448" y="54"/>
                    <a:pt x="448" y="54"/>
                  </a:cubicBezTo>
                  <a:cubicBezTo>
                    <a:pt x="448" y="37"/>
                    <a:pt x="448" y="37"/>
                    <a:pt x="448" y="37"/>
                  </a:cubicBezTo>
                  <a:cubicBezTo>
                    <a:pt x="449" y="37"/>
                    <a:pt x="449" y="37"/>
                    <a:pt x="449" y="37"/>
                  </a:cubicBezTo>
                  <a:cubicBezTo>
                    <a:pt x="450" y="40"/>
                    <a:pt x="451" y="43"/>
                    <a:pt x="452" y="45"/>
                  </a:cubicBezTo>
                  <a:cubicBezTo>
                    <a:pt x="453" y="46"/>
                    <a:pt x="455" y="48"/>
                    <a:pt x="457" y="49"/>
                  </a:cubicBezTo>
                  <a:cubicBezTo>
                    <a:pt x="459" y="50"/>
                    <a:pt x="461" y="51"/>
                    <a:pt x="464" y="51"/>
                  </a:cubicBezTo>
                  <a:cubicBezTo>
                    <a:pt x="467" y="51"/>
                    <a:pt x="469" y="50"/>
                    <a:pt x="471" y="48"/>
                  </a:cubicBezTo>
                  <a:cubicBezTo>
                    <a:pt x="473" y="47"/>
                    <a:pt x="473" y="45"/>
                    <a:pt x="473" y="43"/>
                  </a:cubicBezTo>
                  <a:cubicBezTo>
                    <a:pt x="473" y="41"/>
                    <a:pt x="473" y="40"/>
                    <a:pt x="473" y="39"/>
                  </a:cubicBezTo>
                  <a:cubicBezTo>
                    <a:pt x="472" y="38"/>
                    <a:pt x="471" y="37"/>
                    <a:pt x="469" y="35"/>
                  </a:cubicBezTo>
                  <a:cubicBezTo>
                    <a:pt x="469" y="35"/>
                    <a:pt x="466" y="33"/>
                    <a:pt x="462" y="31"/>
                  </a:cubicBezTo>
                  <a:cubicBezTo>
                    <a:pt x="458" y="28"/>
                    <a:pt x="455" y="26"/>
                    <a:pt x="453" y="25"/>
                  </a:cubicBezTo>
                  <a:cubicBezTo>
                    <a:pt x="451" y="23"/>
                    <a:pt x="450" y="22"/>
                    <a:pt x="449" y="20"/>
                  </a:cubicBezTo>
                  <a:cubicBezTo>
                    <a:pt x="448" y="19"/>
                    <a:pt x="448" y="17"/>
                    <a:pt x="448" y="15"/>
                  </a:cubicBezTo>
                  <a:cubicBezTo>
                    <a:pt x="448" y="11"/>
                    <a:pt x="449" y="8"/>
                    <a:pt x="452" y="5"/>
                  </a:cubicBezTo>
                  <a:cubicBezTo>
                    <a:pt x="455" y="3"/>
                    <a:pt x="458" y="1"/>
                    <a:pt x="462" y="1"/>
                  </a:cubicBezTo>
                  <a:cubicBezTo>
                    <a:pt x="464" y="1"/>
                    <a:pt x="467" y="2"/>
                    <a:pt x="470" y="3"/>
                  </a:cubicBezTo>
                  <a:cubicBezTo>
                    <a:pt x="471" y="4"/>
                    <a:pt x="472" y="4"/>
                    <a:pt x="473" y="4"/>
                  </a:cubicBezTo>
                  <a:cubicBezTo>
                    <a:pt x="473" y="4"/>
                    <a:pt x="474" y="4"/>
                    <a:pt x="474" y="4"/>
                  </a:cubicBezTo>
                  <a:cubicBezTo>
                    <a:pt x="475" y="3"/>
                    <a:pt x="475" y="3"/>
                    <a:pt x="475" y="1"/>
                  </a:cubicBezTo>
                  <a:cubicBezTo>
                    <a:pt x="477" y="1"/>
                    <a:pt x="477" y="1"/>
                    <a:pt x="477" y="1"/>
                  </a:cubicBezTo>
                  <a:close/>
                  <a:moveTo>
                    <a:pt x="517" y="40"/>
                  </a:moveTo>
                  <a:cubicBezTo>
                    <a:pt x="517" y="44"/>
                    <a:pt x="515" y="48"/>
                    <a:pt x="512" y="50"/>
                  </a:cubicBezTo>
                  <a:cubicBezTo>
                    <a:pt x="510" y="53"/>
                    <a:pt x="507" y="54"/>
                    <a:pt x="504" y="54"/>
                  </a:cubicBezTo>
                  <a:cubicBezTo>
                    <a:pt x="500" y="54"/>
                    <a:pt x="497" y="52"/>
                    <a:pt x="494" y="49"/>
                  </a:cubicBezTo>
                  <a:cubicBezTo>
                    <a:pt x="491" y="46"/>
                    <a:pt x="490" y="41"/>
                    <a:pt x="490" y="36"/>
                  </a:cubicBezTo>
                  <a:cubicBezTo>
                    <a:pt x="490" y="31"/>
                    <a:pt x="492" y="26"/>
                    <a:pt x="495" y="23"/>
                  </a:cubicBezTo>
                  <a:cubicBezTo>
                    <a:pt x="498" y="19"/>
                    <a:pt x="501" y="17"/>
                    <a:pt x="506" y="17"/>
                  </a:cubicBezTo>
                  <a:cubicBezTo>
                    <a:pt x="509" y="17"/>
                    <a:pt x="512" y="18"/>
                    <a:pt x="514" y="20"/>
                  </a:cubicBezTo>
                  <a:cubicBezTo>
                    <a:pt x="516" y="22"/>
                    <a:pt x="517" y="24"/>
                    <a:pt x="517" y="26"/>
                  </a:cubicBezTo>
                  <a:cubicBezTo>
                    <a:pt x="517" y="27"/>
                    <a:pt x="517" y="27"/>
                    <a:pt x="516" y="28"/>
                  </a:cubicBezTo>
                  <a:cubicBezTo>
                    <a:pt x="516" y="29"/>
                    <a:pt x="515" y="29"/>
                    <a:pt x="514" y="29"/>
                  </a:cubicBezTo>
                  <a:cubicBezTo>
                    <a:pt x="512" y="29"/>
                    <a:pt x="511" y="29"/>
                    <a:pt x="511" y="27"/>
                  </a:cubicBezTo>
                  <a:cubicBezTo>
                    <a:pt x="510" y="27"/>
                    <a:pt x="510" y="26"/>
                    <a:pt x="510" y="25"/>
                  </a:cubicBezTo>
                  <a:cubicBezTo>
                    <a:pt x="510" y="23"/>
                    <a:pt x="509" y="22"/>
                    <a:pt x="508" y="21"/>
                  </a:cubicBezTo>
                  <a:cubicBezTo>
                    <a:pt x="507" y="21"/>
                    <a:pt x="506" y="20"/>
                    <a:pt x="505" y="20"/>
                  </a:cubicBezTo>
                  <a:cubicBezTo>
                    <a:pt x="502" y="20"/>
                    <a:pt x="500" y="21"/>
                    <a:pt x="499" y="23"/>
                  </a:cubicBezTo>
                  <a:cubicBezTo>
                    <a:pt x="497" y="25"/>
                    <a:pt x="496" y="29"/>
                    <a:pt x="496" y="33"/>
                  </a:cubicBezTo>
                  <a:cubicBezTo>
                    <a:pt x="496" y="37"/>
                    <a:pt x="497" y="40"/>
                    <a:pt x="499" y="43"/>
                  </a:cubicBezTo>
                  <a:cubicBezTo>
                    <a:pt x="501" y="47"/>
                    <a:pt x="503" y="48"/>
                    <a:pt x="507" y="48"/>
                  </a:cubicBezTo>
                  <a:cubicBezTo>
                    <a:pt x="509" y="48"/>
                    <a:pt x="511" y="47"/>
                    <a:pt x="513" y="46"/>
                  </a:cubicBezTo>
                  <a:cubicBezTo>
                    <a:pt x="514" y="45"/>
                    <a:pt x="515" y="43"/>
                    <a:pt x="517" y="40"/>
                  </a:cubicBezTo>
                  <a:cubicBezTo>
                    <a:pt x="517" y="40"/>
                    <a:pt x="517" y="40"/>
                    <a:pt x="517" y="40"/>
                  </a:cubicBezTo>
                  <a:close/>
                  <a:moveTo>
                    <a:pt x="534" y="0"/>
                  </a:moveTo>
                  <a:cubicBezTo>
                    <a:pt x="535" y="0"/>
                    <a:pt x="536" y="0"/>
                    <a:pt x="537" y="1"/>
                  </a:cubicBezTo>
                  <a:cubicBezTo>
                    <a:pt x="537" y="2"/>
                    <a:pt x="538" y="3"/>
                    <a:pt x="538" y="4"/>
                  </a:cubicBezTo>
                  <a:cubicBezTo>
                    <a:pt x="538" y="5"/>
                    <a:pt x="537" y="6"/>
                    <a:pt x="537" y="7"/>
                  </a:cubicBezTo>
                  <a:cubicBezTo>
                    <a:pt x="536" y="7"/>
                    <a:pt x="535" y="8"/>
                    <a:pt x="534" y="8"/>
                  </a:cubicBezTo>
                  <a:cubicBezTo>
                    <a:pt x="533" y="8"/>
                    <a:pt x="532" y="7"/>
                    <a:pt x="532" y="7"/>
                  </a:cubicBezTo>
                  <a:cubicBezTo>
                    <a:pt x="531" y="6"/>
                    <a:pt x="531" y="5"/>
                    <a:pt x="531" y="4"/>
                  </a:cubicBezTo>
                  <a:cubicBezTo>
                    <a:pt x="531" y="3"/>
                    <a:pt x="531" y="2"/>
                    <a:pt x="532" y="1"/>
                  </a:cubicBezTo>
                  <a:cubicBezTo>
                    <a:pt x="532" y="0"/>
                    <a:pt x="533" y="0"/>
                    <a:pt x="534" y="0"/>
                  </a:cubicBezTo>
                  <a:close/>
                  <a:moveTo>
                    <a:pt x="537" y="18"/>
                  </a:moveTo>
                  <a:cubicBezTo>
                    <a:pt x="537" y="45"/>
                    <a:pt x="537" y="45"/>
                    <a:pt x="537" y="45"/>
                  </a:cubicBezTo>
                  <a:cubicBezTo>
                    <a:pt x="537" y="47"/>
                    <a:pt x="537" y="49"/>
                    <a:pt x="537" y="49"/>
                  </a:cubicBezTo>
                  <a:cubicBezTo>
                    <a:pt x="538" y="50"/>
                    <a:pt x="538" y="51"/>
                    <a:pt x="539" y="51"/>
                  </a:cubicBezTo>
                  <a:cubicBezTo>
                    <a:pt x="539" y="51"/>
                    <a:pt x="540" y="51"/>
                    <a:pt x="542" y="51"/>
                  </a:cubicBezTo>
                  <a:cubicBezTo>
                    <a:pt x="542" y="53"/>
                    <a:pt x="542" y="53"/>
                    <a:pt x="542" y="53"/>
                  </a:cubicBezTo>
                  <a:cubicBezTo>
                    <a:pt x="526" y="53"/>
                    <a:pt x="526" y="53"/>
                    <a:pt x="526" y="53"/>
                  </a:cubicBezTo>
                  <a:cubicBezTo>
                    <a:pt x="526" y="51"/>
                    <a:pt x="526" y="51"/>
                    <a:pt x="526" y="51"/>
                  </a:cubicBezTo>
                  <a:cubicBezTo>
                    <a:pt x="527" y="51"/>
                    <a:pt x="529" y="51"/>
                    <a:pt x="529" y="51"/>
                  </a:cubicBezTo>
                  <a:cubicBezTo>
                    <a:pt x="529" y="51"/>
                    <a:pt x="530" y="50"/>
                    <a:pt x="530" y="49"/>
                  </a:cubicBezTo>
                  <a:cubicBezTo>
                    <a:pt x="531" y="49"/>
                    <a:pt x="531" y="47"/>
                    <a:pt x="531" y="45"/>
                  </a:cubicBezTo>
                  <a:cubicBezTo>
                    <a:pt x="531" y="32"/>
                    <a:pt x="531" y="32"/>
                    <a:pt x="531" y="32"/>
                  </a:cubicBezTo>
                  <a:cubicBezTo>
                    <a:pt x="531" y="28"/>
                    <a:pt x="531" y="26"/>
                    <a:pt x="530" y="25"/>
                  </a:cubicBezTo>
                  <a:cubicBezTo>
                    <a:pt x="530" y="24"/>
                    <a:pt x="530" y="23"/>
                    <a:pt x="529" y="23"/>
                  </a:cubicBezTo>
                  <a:cubicBezTo>
                    <a:pt x="529" y="23"/>
                    <a:pt x="529" y="23"/>
                    <a:pt x="528" y="23"/>
                  </a:cubicBezTo>
                  <a:cubicBezTo>
                    <a:pt x="527" y="23"/>
                    <a:pt x="526" y="23"/>
                    <a:pt x="525" y="23"/>
                  </a:cubicBezTo>
                  <a:cubicBezTo>
                    <a:pt x="525" y="22"/>
                    <a:pt x="525" y="22"/>
                    <a:pt x="525" y="22"/>
                  </a:cubicBezTo>
                  <a:cubicBezTo>
                    <a:pt x="535" y="18"/>
                    <a:pt x="535" y="18"/>
                    <a:pt x="535" y="18"/>
                  </a:cubicBezTo>
                  <a:cubicBezTo>
                    <a:pt x="537" y="18"/>
                    <a:pt x="537" y="18"/>
                    <a:pt x="537" y="18"/>
                  </a:cubicBezTo>
                  <a:close/>
                  <a:moveTo>
                    <a:pt x="555" y="31"/>
                  </a:moveTo>
                  <a:cubicBezTo>
                    <a:pt x="555" y="37"/>
                    <a:pt x="557" y="40"/>
                    <a:pt x="559" y="43"/>
                  </a:cubicBezTo>
                  <a:cubicBezTo>
                    <a:pt x="561" y="46"/>
                    <a:pt x="564" y="48"/>
                    <a:pt x="567" y="48"/>
                  </a:cubicBezTo>
                  <a:cubicBezTo>
                    <a:pt x="569" y="48"/>
                    <a:pt x="571" y="47"/>
                    <a:pt x="573" y="46"/>
                  </a:cubicBezTo>
                  <a:cubicBezTo>
                    <a:pt x="575" y="45"/>
                    <a:pt x="576" y="43"/>
                    <a:pt x="577" y="39"/>
                  </a:cubicBezTo>
                  <a:cubicBezTo>
                    <a:pt x="578" y="40"/>
                    <a:pt x="578" y="40"/>
                    <a:pt x="578" y="40"/>
                  </a:cubicBezTo>
                  <a:cubicBezTo>
                    <a:pt x="578" y="43"/>
                    <a:pt x="576" y="47"/>
                    <a:pt x="574" y="49"/>
                  </a:cubicBezTo>
                  <a:cubicBezTo>
                    <a:pt x="571" y="52"/>
                    <a:pt x="568" y="53"/>
                    <a:pt x="565" y="53"/>
                  </a:cubicBezTo>
                  <a:cubicBezTo>
                    <a:pt x="561" y="53"/>
                    <a:pt x="557" y="52"/>
                    <a:pt x="555" y="49"/>
                  </a:cubicBezTo>
                  <a:cubicBezTo>
                    <a:pt x="552" y="45"/>
                    <a:pt x="551" y="41"/>
                    <a:pt x="551" y="36"/>
                  </a:cubicBezTo>
                  <a:cubicBezTo>
                    <a:pt x="551" y="30"/>
                    <a:pt x="552" y="25"/>
                    <a:pt x="555" y="22"/>
                  </a:cubicBezTo>
                  <a:cubicBezTo>
                    <a:pt x="558" y="19"/>
                    <a:pt x="561" y="17"/>
                    <a:pt x="566" y="17"/>
                  </a:cubicBezTo>
                  <a:cubicBezTo>
                    <a:pt x="569" y="17"/>
                    <a:pt x="573" y="19"/>
                    <a:pt x="575" y="21"/>
                  </a:cubicBezTo>
                  <a:cubicBezTo>
                    <a:pt x="577" y="23"/>
                    <a:pt x="579" y="27"/>
                    <a:pt x="579" y="31"/>
                  </a:cubicBezTo>
                  <a:cubicBezTo>
                    <a:pt x="555" y="31"/>
                    <a:pt x="555" y="31"/>
                    <a:pt x="555" y="31"/>
                  </a:cubicBezTo>
                  <a:close/>
                  <a:moveTo>
                    <a:pt x="555" y="29"/>
                  </a:moveTo>
                  <a:cubicBezTo>
                    <a:pt x="571" y="29"/>
                    <a:pt x="571" y="29"/>
                    <a:pt x="571" y="29"/>
                  </a:cubicBezTo>
                  <a:cubicBezTo>
                    <a:pt x="571" y="27"/>
                    <a:pt x="570" y="26"/>
                    <a:pt x="570" y="25"/>
                  </a:cubicBezTo>
                  <a:cubicBezTo>
                    <a:pt x="569" y="24"/>
                    <a:pt x="568" y="23"/>
                    <a:pt x="567" y="22"/>
                  </a:cubicBezTo>
                  <a:cubicBezTo>
                    <a:pt x="566" y="21"/>
                    <a:pt x="565" y="21"/>
                    <a:pt x="563" y="21"/>
                  </a:cubicBezTo>
                  <a:cubicBezTo>
                    <a:pt x="561" y="21"/>
                    <a:pt x="560" y="21"/>
                    <a:pt x="558" y="23"/>
                  </a:cubicBezTo>
                  <a:cubicBezTo>
                    <a:pt x="557" y="24"/>
                    <a:pt x="555" y="27"/>
                    <a:pt x="555" y="29"/>
                  </a:cubicBezTo>
                  <a:close/>
                  <a:moveTo>
                    <a:pt x="595" y="25"/>
                  </a:moveTo>
                  <a:cubicBezTo>
                    <a:pt x="599" y="20"/>
                    <a:pt x="603" y="18"/>
                    <a:pt x="606" y="18"/>
                  </a:cubicBezTo>
                  <a:cubicBezTo>
                    <a:pt x="608" y="18"/>
                    <a:pt x="609" y="18"/>
                    <a:pt x="611" y="19"/>
                  </a:cubicBezTo>
                  <a:cubicBezTo>
                    <a:pt x="612" y="20"/>
                    <a:pt x="613" y="21"/>
                    <a:pt x="614" y="23"/>
                  </a:cubicBezTo>
                  <a:cubicBezTo>
                    <a:pt x="615" y="25"/>
                    <a:pt x="615" y="27"/>
                    <a:pt x="615" y="30"/>
                  </a:cubicBezTo>
                  <a:cubicBezTo>
                    <a:pt x="615" y="45"/>
                    <a:pt x="615" y="45"/>
                    <a:pt x="615" y="45"/>
                  </a:cubicBezTo>
                  <a:cubicBezTo>
                    <a:pt x="615" y="47"/>
                    <a:pt x="615" y="48"/>
                    <a:pt x="615" y="49"/>
                  </a:cubicBezTo>
                  <a:cubicBezTo>
                    <a:pt x="616" y="50"/>
                    <a:pt x="616" y="50"/>
                    <a:pt x="617" y="51"/>
                  </a:cubicBezTo>
                  <a:cubicBezTo>
                    <a:pt x="617" y="51"/>
                    <a:pt x="618" y="51"/>
                    <a:pt x="620" y="51"/>
                  </a:cubicBezTo>
                  <a:cubicBezTo>
                    <a:pt x="620" y="52"/>
                    <a:pt x="620" y="52"/>
                    <a:pt x="620" y="52"/>
                  </a:cubicBezTo>
                  <a:cubicBezTo>
                    <a:pt x="604" y="52"/>
                    <a:pt x="604" y="52"/>
                    <a:pt x="604" y="52"/>
                  </a:cubicBezTo>
                  <a:cubicBezTo>
                    <a:pt x="604" y="51"/>
                    <a:pt x="604" y="51"/>
                    <a:pt x="604" y="51"/>
                  </a:cubicBezTo>
                  <a:cubicBezTo>
                    <a:pt x="605" y="51"/>
                    <a:pt x="605" y="51"/>
                    <a:pt x="605" y="51"/>
                  </a:cubicBezTo>
                  <a:cubicBezTo>
                    <a:pt x="606" y="51"/>
                    <a:pt x="607" y="51"/>
                    <a:pt x="608" y="50"/>
                  </a:cubicBezTo>
                  <a:cubicBezTo>
                    <a:pt x="609" y="50"/>
                    <a:pt x="609" y="49"/>
                    <a:pt x="609" y="48"/>
                  </a:cubicBezTo>
                  <a:cubicBezTo>
                    <a:pt x="609" y="48"/>
                    <a:pt x="609" y="47"/>
                    <a:pt x="609" y="45"/>
                  </a:cubicBezTo>
                  <a:cubicBezTo>
                    <a:pt x="609" y="31"/>
                    <a:pt x="609" y="31"/>
                    <a:pt x="609" y="31"/>
                  </a:cubicBezTo>
                  <a:cubicBezTo>
                    <a:pt x="609" y="27"/>
                    <a:pt x="609" y="25"/>
                    <a:pt x="608" y="24"/>
                  </a:cubicBezTo>
                  <a:cubicBezTo>
                    <a:pt x="607" y="23"/>
                    <a:pt x="606" y="22"/>
                    <a:pt x="604" y="22"/>
                  </a:cubicBezTo>
                  <a:cubicBezTo>
                    <a:pt x="601" y="22"/>
                    <a:pt x="598" y="23"/>
                    <a:pt x="595" y="27"/>
                  </a:cubicBezTo>
                  <a:cubicBezTo>
                    <a:pt x="595" y="45"/>
                    <a:pt x="595" y="45"/>
                    <a:pt x="595" y="45"/>
                  </a:cubicBezTo>
                  <a:cubicBezTo>
                    <a:pt x="595" y="47"/>
                    <a:pt x="595" y="48"/>
                    <a:pt x="596" y="49"/>
                  </a:cubicBezTo>
                  <a:cubicBezTo>
                    <a:pt x="596" y="50"/>
                    <a:pt x="597" y="50"/>
                    <a:pt x="597" y="51"/>
                  </a:cubicBezTo>
                  <a:cubicBezTo>
                    <a:pt x="597" y="51"/>
                    <a:pt x="599" y="51"/>
                    <a:pt x="601" y="51"/>
                  </a:cubicBezTo>
                  <a:cubicBezTo>
                    <a:pt x="601" y="52"/>
                    <a:pt x="601" y="52"/>
                    <a:pt x="601" y="52"/>
                  </a:cubicBezTo>
                  <a:cubicBezTo>
                    <a:pt x="585" y="52"/>
                    <a:pt x="585" y="52"/>
                    <a:pt x="585" y="52"/>
                  </a:cubicBezTo>
                  <a:cubicBezTo>
                    <a:pt x="585" y="51"/>
                    <a:pt x="585" y="51"/>
                    <a:pt x="585" y="51"/>
                  </a:cubicBezTo>
                  <a:cubicBezTo>
                    <a:pt x="585" y="51"/>
                    <a:pt x="585" y="51"/>
                    <a:pt x="585" y="51"/>
                  </a:cubicBezTo>
                  <a:cubicBezTo>
                    <a:pt x="587" y="51"/>
                    <a:pt x="588" y="51"/>
                    <a:pt x="589" y="50"/>
                  </a:cubicBezTo>
                  <a:cubicBezTo>
                    <a:pt x="589" y="49"/>
                    <a:pt x="589" y="47"/>
                    <a:pt x="589" y="45"/>
                  </a:cubicBezTo>
                  <a:cubicBezTo>
                    <a:pt x="589" y="32"/>
                    <a:pt x="589" y="32"/>
                    <a:pt x="589" y="32"/>
                  </a:cubicBezTo>
                  <a:cubicBezTo>
                    <a:pt x="589" y="28"/>
                    <a:pt x="589" y="25"/>
                    <a:pt x="589" y="24"/>
                  </a:cubicBezTo>
                  <a:cubicBezTo>
                    <a:pt x="589" y="23"/>
                    <a:pt x="589" y="23"/>
                    <a:pt x="588" y="22"/>
                  </a:cubicBezTo>
                  <a:cubicBezTo>
                    <a:pt x="588" y="22"/>
                    <a:pt x="587" y="22"/>
                    <a:pt x="587" y="22"/>
                  </a:cubicBezTo>
                  <a:cubicBezTo>
                    <a:pt x="586" y="22"/>
                    <a:pt x="585" y="22"/>
                    <a:pt x="584" y="22"/>
                  </a:cubicBezTo>
                  <a:cubicBezTo>
                    <a:pt x="584" y="21"/>
                    <a:pt x="584" y="21"/>
                    <a:pt x="584" y="21"/>
                  </a:cubicBezTo>
                  <a:cubicBezTo>
                    <a:pt x="594" y="17"/>
                    <a:pt x="594" y="17"/>
                    <a:pt x="594" y="17"/>
                  </a:cubicBezTo>
                  <a:cubicBezTo>
                    <a:pt x="595" y="17"/>
                    <a:pt x="595" y="17"/>
                    <a:pt x="595" y="17"/>
                  </a:cubicBezTo>
                  <a:cubicBezTo>
                    <a:pt x="595" y="25"/>
                    <a:pt x="595" y="25"/>
                    <a:pt x="595" y="25"/>
                  </a:cubicBezTo>
                  <a:close/>
                  <a:moveTo>
                    <a:pt x="654" y="40"/>
                  </a:moveTo>
                  <a:cubicBezTo>
                    <a:pt x="653" y="44"/>
                    <a:pt x="651" y="48"/>
                    <a:pt x="649" y="50"/>
                  </a:cubicBezTo>
                  <a:cubicBezTo>
                    <a:pt x="646" y="53"/>
                    <a:pt x="643" y="54"/>
                    <a:pt x="640" y="54"/>
                  </a:cubicBezTo>
                  <a:cubicBezTo>
                    <a:pt x="637" y="54"/>
                    <a:pt x="633" y="52"/>
                    <a:pt x="631" y="49"/>
                  </a:cubicBezTo>
                  <a:cubicBezTo>
                    <a:pt x="628" y="46"/>
                    <a:pt x="627" y="41"/>
                    <a:pt x="627" y="36"/>
                  </a:cubicBezTo>
                  <a:cubicBezTo>
                    <a:pt x="627" y="31"/>
                    <a:pt x="628" y="26"/>
                    <a:pt x="631" y="23"/>
                  </a:cubicBezTo>
                  <a:cubicBezTo>
                    <a:pt x="634" y="19"/>
                    <a:pt x="638" y="17"/>
                    <a:pt x="642" y="17"/>
                  </a:cubicBezTo>
                  <a:cubicBezTo>
                    <a:pt x="645" y="17"/>
                    <a:pt x="648" y="18"/>
                    <a:pt x="650" y="20"/>
                  </a:cubicBezTo>
                  <a:cubicBezTo>
                    <a:pt x="652" y="22"/>
                    <a:pt x="653" y="24"/>
                    <a:pt x="653" y="26"/>
                  </a:cubicBezTo>
                  <a:cubicBezTo>
                    <a:pt x="653" y="27"/>
                    <a:pt x="653" y="27"/>
                    <a:pt x="653" y="28"/>
                  </a:cubicBezTo>
                  <a:cubicBezTo>
                    <a:pt x="652" y="29"/>
                    <a:pt x="651" y="29"/>
                    <a:pt x="650" y="29"/>
                  </a:cubicBezTo>
                  <a:cubicBezTo>
                    <a:pt x="649" y="29"/>
                    <a:pt x="648" y="29"/>
                    <a:pt x="647" y="27"/>
                  </a:cubicBezTo>
                  <a:cubicBezTo>
                    <a:pt x="647" y="27"/>
                    <a:pt x="646" y="26"/>
                    <a:pt x="646" y="25"/>
                  </a:cubicBezTo>
                  <a:cubicBezTo>
                    <a:pt x="646" y="23"/>
                    <a:pt x="645" y="22"/>
                    <a:pt x="645" y="21"/>
                  </a:cubicBezTo>
                  <a:cubicBezTo>
                    <a:pt x="644" y="21"/>
                    <a:pt x="643" y="20"/>
                    <a:pt x="641" y="20"/>
                  </a:cubicBezTo>
                  <a:cubicBezTo>
                    <a:pt x="639" y="20"/>
                    <a:pt x="637" y="21"/>
                    <a:pt x="635" y="23"/>
                  </a:cubicBezTo>
                  <a:cubicBezTo>
                    <a:pt x="633" y="25"/>
                    <a:pt x="633" y="29"/>
                    <a:pt x="633" y="33"/>
                  </a:cubicBezTo>
                  <a:cubicBezTo>
                    <a:pt x="633" y="37"/>
                    <a:pt x="633" y="40"/>
                    <a:pt x="635" y="43"/>
                  </a:cubicBezTo>
                  <a:cubicBezTo>
                    <a:pt x="637" y="47"/>
                    <a:pt x="640" y="48"/>
                    <a:pt x="643" y="48"/>
                  </a:cubicBezTo>
                  <a:cubicBezTo>
                    <a:pt x="645" y="48"/>
                    <a:pt x="647" y="47"/>
                    <a:pt x="649" y="46"/>
                  </a:cubicBezTo>
                  <a:cubicBezTo>
                    <a:pt x="651" y="45"/>
                    <a:pt x="652" y="43"/>
                    <a:pt x="654" y="40"/>
                  </a:cubicBezTo>
                  <a:cubicBezTo>
                    <a:pt x="654" y="40"/>
                    <a:pt x="654" y="40"/>
                    <a:pt x="654" y="40"/>
                  </a:cubicBezTo>
                  <a:close/>
                  <a:moveTo>
                    <a:pt x="668" y="31"/>
                  </a:moveTo>
                  <a:cubicBezTo>
                    <a:pt x="668" y="37"/>
                    <a:pt x="669" y="40"/>
                    <a:pt x="671" y="43"/>
                  </a:cubicBezTo>
                  <a:cubicBezTo>
                    <a:pt x="674" y="46"/>
                    <a:pt x="677" y="48"/>
                    <a:pt x="680" y="48"/>
                  </a:cubicBezTo>
                  <a:cubicBezTo>
                    <a:pt x="682" y="48"/>
                    <a:pt x="684" y="47"/>
                    <a:pt x="685" y="46"/>
                  </a:cubicBezTo>
                  <a:cubicBezTo>
                    <a:pt x="687" y="45"/>
                    <a:pt x="688" y="43"/>
                    <a:pt x="689" y="39"/>
                  </a:cubicBezTo>
                  <a:cubicBezTo>
                    <a:pt x="691" y="40"/>
                    <a:pt x="691" y="40"/>
                    <a:pt x="691" y="40"/>
                  </a:cubicBezTo>
                  <a:cubicBezTo>
                    <a:pt x="690" y="43"/>
                    <a:pt x="689" y="47"/>
                    <a:pt x="686" y="49"/>
                  </a:cubicBezTo>
                  <a:cubicBezTo>
                    <a:pt x="684" y="52"/>
                    <a:pt x="681" y="53"/>
                    <a:pt x="677" y="53"/>
                  </a:cubicBezTo>
                  <a:cubicBezTo>
                    <a:pt x="673" y="53"/>
                    <a:pt x="670" y="52"/>
                    <a:pt x="667" y="49"/>
                  </a:cubicBezTo>
                  <a:cubicBezTo>
                    <a:pt x="664" y="45"/>
                    <a:pt x="663" y="41"/>
                    <a:pt x="663" y="36"/>
                  </a:cubicBezTo>
                  <a:cubicBezTo>
                    <a:pt x="663" y="30"/>
                    <a:pt x="665" y="25"/>
                    <a:pt x="667" y="22"/>
                  </a:cubicBezTo>
                  <a:cubicBezTo>
                    <a:pt x="670" y="19"/>
                    <a:pt x="674" y="17"/>
                    <a:pt x="678" y="17"/>
                  </a:cubicBezTo>
                  <a:cubicBezTo>
                    <a:pt x="682" y="17"/>
                    <a:pt x="685" y="19"/>
                    <a:pt x="687" y="21"/>
                  </a:cubicBezTo>
                  <a:cubicBezTo>
                    <a:pt x="690" y="23"/>
                    <a:pt x="691" y="27"/>
                    <a:pt x="691" y="31"/>
                  </a:cubicBezTo>
                  <a:cubicBezTo>
                    <a:pt x="668" y="31"/>
                    <a:pt x="668" y="31"/>
                    <a:pt x="668" y="31"/>
                  </a:cubicBezTo>
                  <a:close/>
                  <a:moveTo>
                    <a:pt x="668" y="29"/>
                  </a:moveTo>
                  <a:cubicBezTo>
                    <a:pt x="683" y="29"/>
                    <a:pt x="683" y="29"/>
                    <a:pt x="683" y="29"/>
                  </a:cubicBezTo>
                  <a:cubicBezTo>
                    <a:pt x="683" y="27"/>
                    <a:pt x="683" y="26"/>
                    <a:pt x="682" y="25"/>
                  </a:cubicBezTo>
                  <a:cubicBezTo>
                    <a:pt x="682" y="24"/>
                    <a:pt x="681" y="23"/>
                    <a:pt x="679" y="22"/>
                  </a:cubicBezTo>
                  <a:cubicBezTo>
                    <a:pt x="678" y="21"/>
                    <a:pt x="677" y="21"/>
                    <a:pt x="676" y="21"/>
                  </a:cubicBezTo>
                  <a:cubicBezTo>
                    <a:pt x="674" y="21"/>
                    <a:pt x="672" y="21"/>
                    <a:pt x="671" y="23"/>
                  </a:cubicBezTo>
                  <a:cubicBezTo>
                    <a:pt x="669" y="24"/>
                    <a:pt x="668" y="27"/>
                    <a:pt x="668" y="29"/>
                  </a:cubicBezTo>
                  <a:close/>
                  <a:moveTo>
                    <a:pt x="731" y="48"/>
                  </a:moveTo>
                  <a:cubicBezTo>
                    <a:pt x="728" y="51"/>
                    <a:pt x="726" y="52"/>
                    <a:pt x="725" y="53"/>
                  </a:cubicBezTo>
                  <a:cubicBezTo>
                    <a:pt x="724" y="53"/>
                    <a:pt x="722" y="53"/>
                    <a:pt x="721" y="53"/>
                  </a:cubicBezTo>
                  <a:cubicBezTo>
                    <a:pt x="719" y="53"/>
                    <a:pt x="717" y="53"/>
                    <a:pt x="715" y="51"/>
                  </a:cubicBezTo>
                  <a:cubicBezTo>
                    <a:pt x="714" y="49"/>
                    <a:pt x="713" y="47"/>
                    <a:pt x="713" y="45"/>
                  </a:cubicBezTo>
                  <a:cubicBezTo>
                    <a:pt x="713" y="43"/>
                    <a:pt x="714" y="41"/>
                    <a:pt x="715" y="40"/>
                  </a:cubicBezTo>
                  <a:cubicBezTo>
                    <a:pt x="715" y="39"/>
                    <a:pt x="717" y="37"/>
                    <a:pt x="720" y="35"/>
                  </a:cubicBezTo>
                  <a:cubicBezTo>
                    <a:pt x="722" y="34"/>
                    <a:pt x="726" y="32"/>
                    <a:pt x="732" y="30"/>
                  </a:cubicBezTo>
                  <a:cubicBezTo>
                    <a:pt x="732" y="29"/>
                    <a:pt x="732" y="29"/>
                    <a:pt x="732" y="29"/>
                  </a:cubicBezTo>
                  <a:cubicBezTo>
                    <a:pt x="732" y="25"/>
                    <a:pt x="731" y="23"/>
                    <a:pt x="730" y="22"/>
                  </a:cubicBezTo>
                  <a:cubicBezTo>
                    <a:pt x="729" y="21"/>
                    <a:pt x="728" y="20"/>
                    <a:pt x="726" y="20"/>
                  </a:cubicBezTo>
                  <a:cubicBezTo>
                    <a:pt x="724" y="20"/>
                    <a:pt x="723" y="20"/>
                    <a:pt x="722" y="21"/>
                  </a:cubicBezTo>
                  <a:cubicBezTo>
                    <a:pt x="721" y="22"/>
                    <a:pt x="721" y="23"/>
                    <a:pt x="721" y="24"/>
                  </a:cubicBezTo>
                  <a:cubicBezTo>
                    <a:pt x="721" y="26"/>
                    <a:pt x="721" y="26"/>
                    <a:pt x="721" y="26"/>
                  </a:cubicBezTo>
                  <a:cubicBezTo>
                    <a:pt x="721" y="27"/>
                    <a:pt x="721" y="28"/>
                    <a:pt x="720" y="29"/>
                  </a:cubicBezTo>
                  <a:cubicBezTo>
                    <a:pt x="720" y="29"/>
                    <a:pt x="719" y="29"/>
                    <a:pt x="718" y="29"/>
                  </a:cubicBezTo>
                  <a:cubicBezTo>
                    <a:pt x="717" y="29"/>
                    <a:pt x="717" y="29"/>
                    <a:pt x="716" y="29"/>
                  </a:cubicBezTo>
                  <a:cubicBezTo>
                    <a:pt x="716" y="28"/>
                    <a:pt x="715" y="27"/>
                    <a:pt x="715" y="26"/>
                  </a:cubicBezTo>
                  <a:cubicBezTo>
                    <a:pt x="715" y="24"/>
                    <a:pt x="717" y="22"/>
                    <a:pt x="719" y="20"/>
                  </a:cubicBezTo>
                  <a:cubicBezTo>
                    <a:pt x="721" y="18"/>
                    <a:pt x="724" y="17"/>
                    <a:pt x="727" y="17"/>
                  </a:cubicBezTo>
                  <a:cubicBezTo>
                    <a:pt x="730" y="17"/>
                    <a:pt x="733" y="17"/>
                    <a:pt x="735" y="19"/>
                  </a:cubicBezTo>
                  <a:cubicBezTo>
                    <a:pt x="736" y="19"/>
                    <a:pt x="737" y="21"/>
                    <a:pt x="738" y="22"/>
                  </a:cubicBezTo>
                  <a:cubicBezTo>
                    <a:pt x="738" y="23"/>
                    <a:pt x="739" y="25"/>
                    <a:pt x="739" y="29"/>
                  </a:cubicBezTo>
                  <a:cubicBezTo>
                    <a:pt x="739" y="40"/>
                    <a:pt x="739" y="40"/>
                    <a:pt x="739" y="40"/>
                  </a:cubicBezTo>
                  <a:cubicBezTo>
                    <a:pt x="739" y="43"/>
                    <a:pt x="739" y="45"/>
                    <a:pt x="739" y="46"/>
                  </a:cubicBezTo>
                  <a:cubicBezTo>
                    <a:pt x="739" y="47"/>
                    <a:pt x="739" y="47"/>
                    <a:pt x="739" y="48"/>
                  </a:cubicBezTo>
                  <a:cubicBezTo>
                    <a:pt x="739" y="48"/>
                    <a:pt x="739" y="48"/>
                    <a:pt x="740" y="48"/>
                  </a:cubicBezTo>
                  <a:cubicBezTo>
                    <a:pt x="740" y="48"/>
                    <a:pt x="741" y="48"/>
                    <a:pt x="741" y="48"/>
                  </a:cubicBezTo>
                  <a:cubicBezTo>
                    <a:pt x="741" y="47"/>
                    <a:pt x="743" y="47"/>
                    <a:pt x="744" y="45"/>
                  </a:cubicBezTo>
                  <a:cubicBezTo>
                    <a:pt x="744" y="47"/>
                    <a:pt x="744" y="47"/>
                    <a:pt x="744" y="47"/>
                  </a:cubicBezTo>
                  <a:cubicBezTo>
                    <a:pt x="741" y="51"/>
                    <a:pt x="739" y="53"/>
                    <a:pt x="736" y="53"/>
                  </a:cubicBezTo>
                  <a:cubicBezTo>
                    <a:pt x="735" y="53"/>
                    <a:pt x="734" y="52"/>
                    <a:pt x="733" y="51"/>
                  </a:cubicBezTo>
                  <a:cubicBezTo>
                    <a:pt x="732" y="51"/>
                    <a:pt x="731" y="50"/>
                    <a:pt x="731" y="48"/>
                  </a:cubicBezTo>
                  <a:close/>
                  <a:moveTo>
                    <a:pt x="731" y="45"/>
                  </a:moveTo>
                  <a:cubicBezTo>
                    <a:pt x="731" y="33"/>
                    <a:pt x="731" y="33"/>
                    <a:pt x="731" y="33"/>
                  </a:cubicBezTo>
                  <a:cubicBezTo>
                    <a:pt x="728" y="34"/>
                    <a:pt x="725" y="35"/>
                    <a:pt x="725" y="36"/>
                  </a:cubicBezTo>
                  <a:cubicBezTo>
                    <a:pt x="723" y="37"/>
                    <a:pt x="721" y="38"/>
                    <a:pt x="721" y="39"/>
                  </a:cubicBezTo>
                  <a:cubicBezTo>
                    <a:pt x="720" y="41"/>
                    <a:pt x="719" y="42"/>
                    <a:pt x="719" y="43"/>
                  </a:cubicBezTo>
                  <a:cubicBezTo>
                    <a:pt x="719" y="45"/>
                    <a:pt x="720" y="47"/>
                    <a:pt x="721" y="48"/>
                  </a:cubicBezTo>
                  <a:cubicBezTo>
                    <a:pt x="722" y="49"/>
                    <a:pt x="723" y="49"/>
                    <a:pt x="725" y="49"/>
                  </a:cubicBezTo>
                  <a:cubicBezTo>
                    <a:pt x="726" y="49"/>
                    <a:pt x="729" y="48"/>
                    <a:pt x="731" y="45"/>
                  </a:cubicBezTo>
                  <a:close/>
                  <a:moveTo>
                    <a:pt x="759" y="25"/>
                  </a:moveTo>
                  <a:cubicBezTo>
                    <a:pt x="763" y="20"/>
                    <a:pt x="766" y="18"/>
                    <a:pt x="769" y="18"/>
                  </a:cubicBezTo>
                  <a:cubicBezTo>
                    <a:pt x="771" y="18"/>
                    <a:pt x="773" y="18"/>
                    <a:pt x="774" y="19"/>
                  </a:cubicBezTo>
                  <a:cubicBezTo>
                    <a:pt x="775" y="20"/>
                    <a:pt x="777" y="21"/>
                    <a:pt x="777" y="23"/>
                  </a:cubicBezTo>
                  <a:cubicBezTo>
                    <a:pt x="778" y="25"/>
                    <a:pt x="778" y="27"/>
                    <a:pt x="778" y="30"/>
                  </a:cubicBezTo>
                  <a:cubicBezTo>
                    <a:pt x="778" y="45"/>
                    <a:pt x="778" y="45"/>
                    <a:pt x="778" y="45"/>
                  </a:cubicBezTo>
                  <a:cubicBezTo>
                    <a:pt x="778" y="47"/>
                    <a:pt x="778" y="48"/>
                    <a:pt x="779" y="49"/>
                  </a:cubicBezTo>
                  <a:cubicBezTo>
                    <a:pt x="779" y="50"/>
                    <a:pt x="779" y="50"/>
                    <a:pt x="780" y="51"/>
                  </a:cubicBezTo>
                  <a:cubicBezTo>
                    <a:pt x="780" y="51"/>
                    <a:pt x="781" y="51"/>
                    <a:pt x="783" y="51"/>
                  </a:cubicBezTo>
                  <a:cubicBezTo>
                    <a:pt x="783" y="52"/>
                    <a:pt x="783" y="52"/>
                    <a:pt x="783" y="52"/>
                  </a:cubicBezTo>
                  <a:cubicBezTo>
                    <a:pt x="767" y="52"/>
                    <a:pt x="767" y="52"/>
                    <a:pt x="767" y="52"/>
                  </a:cubicBezTo>
                  <a:cubicBezTo>
                    <a:pt x="767" y="51"/>
                    <a:pt x="767" y="51"/>
                    <a:pt x="767" y="51"/>
                  </a:cubicBezTo>
                  <a:cubicBezTo>
                    <a:pt x="768" y="51"/>
                    <a:pt x="768" y="51"/>
                    <a:pt x="768" y="51"/>
                  </a:cubicBezTo>
                  <a:cubicBezTo>
                    <a:pt x="769" y="51"/>
                    <a:pt x="770" y="51"/>
                    <a:pt x="771" y="50"/>
                  </a:cubicBezTo>
                  <a:cubicBezTo>
                    <a:pt x="772" y="50"/>
                    <a:pt x="772" y="49"/>
                    <a:pt x="772" y="48"/>
                  </a:cubicBezTo>
                  <a:cubicBezTo>
                    <a:pt x="772" y="48"/>
                    <a:pt x="772" y="47"/>
                    <a:pt x="772" y="45"/>
                  </a:cubicBezTo>
                  <a:cubicBezTo>
                    <a:pt x="772" y="31"/>
                    <a:pt x="772" y="31"/>
                    <a:pt x="772" y="31"/>
                  </a:cubicBezTo>
                  <a:cubicBezTo>
                    <a:pt x="772" y="27"/>
                    <a:pt x="772" y="25"/>
                    <a:pt x="771" y="24"/>
                  </a:cubicBezTo>
                  <a:cubicBezTo>
                    <a:pt x="770" y="23"/>
                    <a:pt x="769" y="22"/>
                    <a:pt x="767" y="22"/>
                  </a:cubicBezTo>
                  <a:cubicBezTo>
                    <a:pt x="764" y="22"/>
                    <a:pt x="761" y="23"/>
                    <a:pt x="759" y="27"/>
                  </a:cubicBezTo>
                  <a:cubicBezTo>
                    <a:pt x="759" y="45"/>
                    <a:pt x="759" y="45"/>
                    <a:pt x="759" y="45"/>
                  </a:cubicBezTo>
                  <a:cubicBezTo>
                    <a:pt x="759" y="47"/>
                    <a:pt x="759" y="48"/>
                    <a:pt x="759" y="49"/>
                  </a:cubicBezTo>
                  <a:cubicBezTo>
                    <a:pt x="759" y="50"/>
                    <a:pt x="760" y="50"/>
                    <a:pt x="760" y="51"/>
                  </a:cubicBezTo>
                  <a:cubicBezTo>
                    <a:pt x="761" y="51"/>
                    <a:pt x="762" y="51"/>
                    <a:pt x="764" y="51"/>
                  </a:cubicBezTo>
                  <a:cubicBezTo>
                    <a:pt x="764" y="52"/>
                    <a:pt x="764" y="52"/>
                    <a:pt x="764" y="52"/>
                  </a:cubicBezTo>
                  <a:cubicBezTo>
                    <a:pt x="748" y="52"/>
                    <a:pt x="748" y="52"/>
                    <a:pt x="748" y="52"/>
                  </a:cubicBezTo>
                  <a:cubicBezTo>
                    <a:pt x="748" y="51"/>
                    <a:pt x="748" y="51"/>
                    <a:pt x="748" y="51"/>
                  </a:cubicBezTo>
                  <a:cubicBezTo>
                    <a:pt x="749" y="51"/>
                    <a:pt x="749" y="51"/>
                    <a:pt x="749" y="51"/>
                  </a:cubicBezTo>
                  <a:cubicBezTo>
                    <a:pt x="750" y="51"/>
                    <a:pt x="751" y="51"/>
                    <a:pt x="752" y="50"/>
                  </a:cubicBezTo>
                  <a:cubicBezTo>
                    <a:pt x="752" y="49"/>
                    <a:pt x="753" y="47"/>
                    <a:pt x="753" y="45"/>
                  </a:cubicBezTo>
                  <a:cubicBezTo>
                    <a:pt x="753" y="32"/>
                    <a:pt x="753" y="32"/>
                    <a:pt x="753" y="32"/>
                  </a:cubicBezTo>
                  <a:cubicBezTo>
                    <a:pt x="753" y="28"/>
                    <a:pt x="753" y="25"/>
                    <a:pt x="752" y="24"/>
                  </a:cubicBezTo>
                  <a:cubicBezTo>
                    <a:pt x="752" y="23"/>
                    <a:pt x="752" y="23"/>
                    <a:pt x="751" y="22"/>
                  </a:cubicBezTo>
                  <a:cubicBezTo>
                    <a:pt x="751" y="22"/>
                    <a:pt x="751" y="22"/>
                    <a:pt x="750" y="22"/>
                  </a:cubicBezTo>
                  <a:cubicBezTo>
                    <a:pt x="749" y="22"/>
                    <a:pt x="748" y="22"/>
                    <a:pt x="747" y="22"/>
                  </a:cubicBezTo>
                  <a:cubicBezTo>
                    <a:pt x="747" y="21"/>
                    <a:pt x="747" y="21"/>
                    <a:pt x="747" y="21"/>
                  </a:cubicBezTo>
                  <a:cubicBezTo>
                    <a:pt x="757" y="17"/>
                    <a:pt x="757" y="17"/>
                    <a:pt x="757" y="17"/>
                  </a:cubicBezTo>
                  <a:cubicBezTo>
                    <a:pt x="759" y="17"/>
                    <a:pt x="759" y="17"/>
                    <a:pt x="759" y="17"/>
                  </a:cubicBezTo>
                  <a:cubicBezTo>
                    <a:pt x="759" y="25"/>
                    <a:pt x="759" y="25"/>
                    <a:pt x="759" y="25"/>
                  </a:cubicBezTo>
                  <a:close/>
                  <a:moveTo>
                    <a:pt x="812" y="49"/>
                  </a:moveTo>
                  <a:cubicBezTo>
                    <a:pt x="811" y="51"/>
                    <a:pt x="809" y="52"/>
                    <a:pt x="807" y="53"/>
                  </a:cubicBezTo>
                  <a:cubicBezTo>
                    <a:pt x="806" y="53"/>
                    <a:pt x="804" y="54"/>
                    <a:pt x="803" y="54"/>
                  </a:cubicBezTo>
                  <a:cubicBezTo>
                    <a:pt x="799" y="54"/>
                    <a:pt x="796" y="52"/>
                    <a:pt x="793" y="49"/>
                  </a:cubicBezTo>
                  <a:cubicBezTo>
                    <a:pt x="791" y="46"/>
                    <a:pt x="789" y="42"/>
                    <a:pt x="789" y="37"/>
                  </a:cubicBezTo>
                  <a:cubicBezTo>
                    <a:pt x="789" y="32"/>
                    <a:pt x="791" y="28"/>
                    <a:pt x="794" y="24"/>
                  </a:cubicBezTo>
                  <a:cubicBezTo>
                    <a:pt x="797" y="20"/>
                    <a:pt x="801" y="18"/>
                    <a:pt x="805" y="18"/>
                  </a:cubicBezTo>
                  <a:cubicBezTo>
                    <a:pt x="808" y="18"/>
                    <a:pt x="810" y="19"/>
                    <a:pt x="812" y="21"/>
                  </a:cubicBezTo>
                  <a:cubicBezTo>
                    <a:pt x="812" y="14"/>
                    <a:pt x="812" y="14"/>
                    <a:pt x="812" y="14"/>
                  </a:cubicBezTo>
                  <a:cubicBezTo>
                    <a:pt x="812" y="10"/>
                    <a:pt x="812" y="8"/>
                    <a:pt x="812" y="7"/>
                  </a:cubicBezTo>
                  <a:cubicBezTo>
                    <a:pt x="812" y="6"/>
                    <a:pt x="811" y="5"/>
                    <a:pt x="811" y="5"/>
                  </a:cubicBezTo>
                  <a:cubicBezTo>
                    <a:pt x="811" y="5"/>
                    <a:pt x="810" y="5"/>
                    <a:pt x="809" y="5"/>
                  </a:cubicBezTo>
                  <a:cubicBezTo>
                    <a:pt x="809" y="5"/>
                    <a:pt x="808" y="5"/>
                    <a:pt x="807" y="5"/>
                  </a:cubicBezTo>
                  <a:cubicBezTo>
                    <a:pt x="807" y="4"/>
                    <a:pt x="807" y="4"/>
                    <a:pt x="807" y="4"/>
                  </a:cubicBezTo>
                  <a:cubicBezTo>
                    <a:pt x="816" y="0"/>
                    <a:pt x="816" y="0"/>
                    <a:pt x="816" y="0"/>
                  </a:cubicBezTo>
                  <a:cubicBezTo>
                    <a:pt x="818" y="0"/>
                    <a:pt x="818" y="0"/>
                    <a:pt x="818" y="0"/>
                  </a:cubicBezTo>
                  <a:cubicBezTo>
                    <a:pt x="818" y="39"/>
                    <a:pt x="818" y="39"/>
                    <a:pt x="818" y="39"/>
                  </a:cubicBezTo>
                  <a:cubicBezTo>
                    <a:pt x="818" y="43"/>
                    <a:pt x="818" y="45"/>
                    <a:pt x="818" y="46"/>
                  </a:cubicBezTo>
                  <a:cubicBezTo>
                    <a:pt x="818" y="47"/>
                    <a:pt x="819" y="48"/>
                    <a:pt x="819" y="48"/>
                  </a:cubicBezTo>
                  <a:cubicBezTo>
                    <a:pt x="819" y="49"/>
                    <a:pt x="820" y="49"/>
                    <a:pt x="820" y="49"/>
                  </a:cubicBezTo>
                  <a:cubicBezTo>
                    <a:pt x="821" y="49"/>
                    <a:pt x="822" y="48"/>
                    <a:pt x="823" y="48"/>
                  </a:cubicBezTo>
                  <a:cubicBezTo>
                    <a:pt x="823" y="49"/>
                    <a:pt x="823" y="49"/>
                    <a:pt x="823" y="49"/>
                  </a:cubicBezTo>
                  <a:cubicBezTo>
                    <a:pt x="813" y="53"/>
                    <a:pt x="813" y="53"/>
                    <a:pt x="813" y="53"/>
                  </a:cubicBezTo>
                  <a:cubicBezTo>
                    <a:pt x="812" y="53"/>
                    <a:pt x="812" y="53"/>
                    <a:pt x="812" y="53"/>
                  </a:cubicBezTo>
                  <a:cubicBezTo>
                    <a:pt x="812" y="49"/>
                    <a:pt x="812" y="49"/>
                    <a:pt x="812" y="49"/>
                  </a:cubicBezTo>
                  <a:close/>
                  <a:moveTo>
                    <a:pt x="812" y="46"/>
                  </a:moveTo>
                  <a:cubicBezTo>
                    <a:pt x="812" y="29"/>
                    <a:pt x="812" y="29"/>
                    <a:pt x="812" y="29"/>
                  </a:cubicBezTo>
                  <a:cubicBezTo>
                    <a:pt x="812" y="27"/>
                    <a:pt x="812" y="25"/>
                    <a:pt x="811" y="24"/>
                  </a:cubicBezTo>
                  <a:cubicBezTo>
                    <a:pt x="810" y="23"/>
                    <a:pt x="809" y="22"/>
                    <a:pt x="808" y="21"/>
                  </a:cubicBezTo>
                  <a:cubicBezTo>
                    <a:pt x="807" y="20"/>
                    <a:pt x="806" y="20"/>
                    <a:pt x="805" y="20"/>
                  </a:cubicBezTo>
                  <a:cubicBezTo>
                    <a:pt x="803" y="20"/>
                    <a:pt x="801" y="21"/>
                    <a:pt x="799" y="23"/>
                  </a:cubicBezTo>
                  <a:cubicBezTo>
                    <a:pt x="797" y="25"/>
                    <a:pt x="796" y="29"/>
                    <a:pt x="796" y="34"/>
                  </a:cubicBezTo>
                  <a:cubicBezTo>
                    <a:pt x="796" y="39"/>
                    <a:pt x="797" y="43"/>
                    <a:pt x="799" y="45"/>
                  </a:cubicBezTo>
                  <a:cubicBezTo>
                    <a:pt x="801" y="48"/>
                    <a:pt x="803" y="49"/>
                    <a:pt x="806" y="49"/>
                  </a:cubicBezTo>
                  <a:cubicBezTo>
                    <a:pt x="808" y="50"/>
                    <a:pt x="810" y="49"/>
                    <a:pt x="812" y="46"/>
                  </a:cubicBezTo>
                  <a:close/>
                  <a:moveTo>
                    <a:pt x="883" y="3"/>
                  </a:moveTo>
                  <a:cubicBezTo>
                    <a:pt x="883" y="14"/>
                    <a:pt x="883" y="14"/>
                    <a:pt x="883" y="14"/>
                  </a:cubicBezTo>
                  <a:cubicBezTo>
                    <a:pt x="882" y="14"/>
                    <a:pt x="882" y="14"/>
                    <a:pt x="882" y="14"/>
                  </a:cubicBezTo>
                  <a:cubicBezTo>
                    <a:pt x="882" y="12"/>
                    <a:pt x="881" y="11"/>
                    <a:pt x="881" y="10"/>
                  </a:cubicBezTo>
                  <a:cubicBezTo>
                    <a:pt x="880" y="8"/>
                    <a:pt x="879" y="7"/>
                    <a:pt x="878" y="7"/>
                  </a:cubicBezTo>
                  <a:cubicBezTo>
                    <a:pt x="877" y="6"/>
                    <a:pt x="875" y="5"/>
                    <a:pt x="873" y="5"/>
                  </a:cubicBezTo>
                  <a:cubicBezTo>
                    <a:pt x="867" y="5"/>
                    <a:pt x="867" y="5"/>
                    <a:pt x="867" y="5"/>
                  </a:cubicBezTo>
                  <a:cubicBezTo>
                    <a:pt x="867" y="44"/>
                    <a:pt x="867" y="44"/>
                    <a:pt x="867" y="44"/>
                  </a:cubicBezTo>
                  <a:cubicBezTo>
                    <a:pt x="867" y="47"/>
                    <a:pt x="867" y="49"/>
                    <a:pt x="867" y="49"/>
                  </a:cubicBezTo>
                  <a:cubicBezTo>
                    <a:pt x="868" y="51"/>
                    <a:pt x="870" y="51"/>
                    <a:pt x="871" y="51"/>
                  </a:cubicBezTo>
                  <a:cubicBezTo>
                    <a:pt x="873" y="51"/>
                    <a:pt x="873" y="51"/>
                    <a:pt x="873" y="51"/>
                  </a:cubicBezTo>
                  <a:cubicBezTo>
                    <a:pt x="873" y="52"/>
                    <a:pt x="873" y="52"/>
                    <a:pt x="873" y="52"/>
                  </a:cubicBezTo>
                  <a:cubicBezTo>
                    <a:pt x="853" y="52"/>
                    <a:pt x="853" y="52"/>
                    <a:pt x="853" y="52"/>
                  </a:cubicBezTo>
                  <a:cubicBezTo>
                    <a:pt x="853" y="51"/>
                    <a:pt x="853" y="51"/>
                    <a:pt x="853" y="51"/>
                  </a:cubicBezTo>
                  <a:cubicBezTo>
                    <a:pt x="854" y="51"/>
                    <a:pt x="854" y="51"/>
                    <a:pt x="854" y="51"/>
                  </a:cubicBezTo>
                  <a:cubicBezTo>
                    <a:pt x="856" y="51"/>
                    <a:pt x="858" y="50"/>
                    <a:pt x="859" y="49"/>
                  </a:cubicBezTo>
                  <a:cubicBezTo>
                    <a:pt x="859" y="48"/>
                    <a:pt x="859" y="47"/>
                    <a:pt x="859" y="43"/>
                  </a:cubicBezTo>
                  <a:cubicBezTo>
                    <a:pt x="859" y="5"/>
                    <a:pt x="859" y="5"/>
                    <a:pt x="859" y="5"/>
                  </a:cubicBezTo>
                  <a:cubicBezTo>
                    <a:pt x="853" y="5"/>
                    <a:pt x="853" y="5"/>
                    <a:pt x="853" y="5"/>
                  </a:cubicBezTo>
                  <a:cubicBezTo>
                    <a:pt x="851" y="5"/>
                    <a:pt x="849" y="5"/>
                    <a:pt x="849" y="6"/>
                  </a:cubicBezTo>
                  <a:cubicBezTo>
                    <a:pt x="847" y="6"/>
                    <a:pt x="846" y="7"/>
                    <a:pt x="845" y="9"/>
                  </a:cubicBezTo>
                  <a:cubicBezTo>
                    <a:pt x="845" y="10"/>
                    <a:pt x="844" y="12"/>
                    <a:pt x="844" y="14"/>
                  </a:cubicBezTo>
                  <a:cubicBezTo>
                    <a:pt x="843" y="14"/>
                    <a:pt x="843" y="14"/>
                    <a:pt x="843" y="14"/>
                  </a:cubicBezTo>
                  <a:cubicBezTo>
                    <a:pt x="843" y="3"/>
                    <a:pt x="843" y="3"/>
                    <a:pt x="843" y="3"/>
                  </a:cubicBezTo>
                  <a:cubicBezTo>
                    <a:pt x="883" y="3"/>
                    <a:pt x="883" y="3"/>
                    <a:pt x="883" y="3"/>
                  </a:cubicBezTo>
                  <a:close/>
                  <a:moveTo>
                    <a:pt x="891" y="31"/>
                  </a:moveTo>
                  <a:cubicBezTo>
                    <a:pt x="891" y="37"/>
                    <a:pt x="893" y="40"/>
                    <a:pt x="895" y="43"/>
                  </a:cubicBezTo>
                  <a:cubicBezTo>
                    <a:pt x="897" y="46"/>
                    <a:pt x="900" y="48"/>
                    <a:pt x="903" y="48"/>
                  </a:cubicBezTo>
                  <a:cubicBezTo>
                    <a:pt x="905" y="48"/>
                    <a:pt x="907" y="47"/>
                    <a:pt x="909" y="46"/>
                  </a:cubicBezTo>
                  <a:cubicBezTo>
                    <a:pt x="911" y="45"/>
                    <a:pt x="912" y="43"/>
                    <a:pt x="913" y="39"/>
                  </a:cubicBezTo>
                  <a:cubicBezTo>
                    <a:pt x="914" y="40"/>
                    <a:pt x="914" y="40"/>
                    <a:pt x="914" y="40"/>
                  </a:cubicBezTo>
                  <a:cubicBezTo>
                    <a:pt x="914" y="43"/>
                    <a:pt x="912" y="47"/>
                    <a:pt x="910" y="49"/>
                  </a:cubicBezTo>
                  <a:cubicBezTo>
                    <a:pt x="907" y="52"/>
                    <a:pt x="904" y="53"/>
                    <a:pt x="901" y="53"/>
                  </a:cubicBezTo>
                  <a:cubicBezTo>
                    <a:pt x="897" y="53"/>
                    <a:pt x="893" y="52"/>
                    <a:pt x="891" y="49"/>
                  </a:cubicBezTo>
                  <a:cubicBezTo>
                    <a:pt x="888" y="45"/>
                    <a:pt x="887" y="41"/>
                    <a:pt x="887" y="36"/>
                  </a:cubicBezTo>
                  <a:cubicBezTo>
                    <a:pt x="887" y="30"/>
                    <a:pt x="888" y="25"/>
                    <a:pt x="891" y="22"/>
                  </a:cubicBezTo>
                  <a:cubicBezTo>
                    <a:pt x="894" y="19"/>
                    <a:pt x="897" y="17"/>
                    <a:pt x="902" y="17"/>
                  </a:cubicBezTo>
                  <a:cubicBezTo>
                    <a:pt x="905" y="17"/>
                    <a:pt x="909" y="19"/>
                    <a:pt x="911" y="21"/>
                  </a:cubicBezTo>
                  <a:cubicBezTo>
                    <a:pt x="913" y="23"/>
                    <a:pt x="915" y="27"/>
                    <a:pt x="915" y="31"/>
                  </a:cubicBezTo>
                  <a:cubicBezTo>
                    <a:pt x="891" y="31"/>
                    <a:pt x="891" y="31"/>
                    <a:pt x="891" y="31"/>
                  </a:cubicBezTo>
                  <a:close/>
                  <a:moveTo>
                    <a:pt x="891" y="29"/>
                  </a:moveTo>
                  <a:cubicBezTo>
                    <a:pt x="907" y="29"/>
                    <a:pt x="907" y="29"/>
                    <a:pt x="907" y="29"/>
                  </a:cubicBezTo>
                  <a:cubicBezTo>
                    <a:pt x="907" y="27"/>
                    <a:pt x="906" y="26"/>
                    <a:pt x="906" y="25"/>
                  </a:cubicBezTo>
                  <a:cubicBezTo>
                    <a:pt x="905" y="24"/>
                    <a:pt x="904" y="23"/>
                    <a:pt x="903" y="22"/>
                  </a:cubicBezTo>
                  <a:cubicBezTo>
                    <a:pt x="902" y="21"/>
                    <a:pt x="901" y="21"/>
                    <a:pt x="899" y="21"/>
                  </a:cubicBezTo>
                  <a:cubicBezTo>
                    <a:pt x="897" y="21"/>
                    <a:pt x="896" y="21"/>
                    <a:pt x="894" y="23"/>
                  </a:cubicBezTo>
                  <a:cubicBezTo>
                    <a:pt x="893" y="24"/>
                    <a:pt x="892" y="27"/>
                    <a:pt x="891"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7" name="Freeform 35"/>
            <p:cNvSpPr>
              <a:spLocks noEditPoints="1"/>
            </p:cNvSpPr>
            <p:nvPr/>
          </p:nvSpPr>
          <p:spPr bwMode="auto">
            <a:xfrm>
              <a:off x="10679175" y="4943779"/>
              <a:ext cx="873125" cy="103188"/>
            </a:xfrm>
            <a:custGeom>
              <a:avLst/>
              <a:gdLst>
                <a:gd name="T0" fmla="*/ 23 w 586"/>
                <a:gd name="T1" fmla="*/ 21 h 69"/>
                <a:gd name="T2" fmla="*/ 8 w 586"/>
                <a:gd name="T3" fmla="*/ 24 h 69"/>
                <a:gd name="T4" fmla="*/ 45 w 586"/>
                <a:gd name="T5" fmla="*/ 26 h 69"/>
                <a:gd name="T6" fmla="*/ 66 w 586"/>
                <a:gd name="T7" fmla="*/ 52 h 69"/>
                <a:gd name="T8" fmla="*/ 58 w 586"/>
                <a:gd name="T9" fmla="*/ 46 h 69"/>
                <a:gd name="T10" fmla="*/ 46 w 586"/>
                <a:gd name="T11" fmla="*/ 50 h 69"/>
                <a:gd name="T12" fmla="*/ 40 w 586"/>
                <a:gd name="T13" fmla="*/ 46 h 69"/>
                <a:gd name="T14" fmla="*/ 45 w 586"/>
                <a:gd name="T15" fmla="*/ 1 h 69"/>
                <a:gd name="T16" fmla="*/ 106 w 586"/>
                <a:gd name="T17" fmla="*/ 52 h 69"/>
                <a:gd name="T18" fmla="*/ 98 w 586"/>
                <a:gd name="T19" fmla="*/ 46 h 69"/>
                <a:gd name="T20" fmla="*/ 90 w 586"/>
                <a:gd name="T21" fmla="*/ 52 h 69"/>
                <a:gd name="T22" fmla="*/ 78 w 586"/>
                <a:gd name="T23" fmla="*/ 25 h 69"/>
                <a:gd name="T24" fmla="*/ 132 w 586"/>
                <a:gd name="T25" fmla="*/ 19 h 69"/>
                <a:gd name="T26" fmla="*/ 118 w 586"/>
                <a:gd name="T27" fmla="*/ 28 h 69"/>
                <a:gd name="T28" fmla="*/ 133 w 586"/>
                <a:gd name="T29" fmla="*/ 52 h 69"/>
                <a:gd name="T30" fmla="*/ 169 w 586"/>
                <a:gd name="T31" fmla="*/ 52 h 69"/>
                <a:gd name="T32" fmla="*/ 161 w 586"/>
                <a:gd name="T33" fmla="*/ 15 h 69"/>
                <a:gd name="T34" fmla="*/ 167 w 586"/>
                <a:gd name="T35" fmla="*/ 1 h 69"/>
                <a:gd name="T36" fmla="*/ 181 w 586"/>
                <a:gd name="T37" fmla="*/ 38 h 69"/>
                <a:gd name="T38" fmla="*/ 189 w 586"/>
                <a:gd name="T39" fmla="*/ 47 h 69"/>
                <a:gd name="T40" fmla="*/ 222 w 586"/>
                <a:gd name="T41" fmla="*/ 31 h 69"/>
                <a:gd name="T42" fmla="*/ 252 w 586"/>
                <a:gd name="T43" fmla="*/ 24 h 69"/>
                <a:gd name="T44" fmla="*/ 228 w 586"/>
                <a:gd name="T45" fmla="*/ 44 h 69"/>
                <a:gd name="T46" fmla="*/ 249 w 586"/>
                <a:gd name="T47" fmla="*/ 64 h 69"/>
                <a:gd name="T48" fmla="*/ 223 w 586"/>
                <a:gd name="T49" fmla="*/ 48 h 69"/>
                <a:gd name="T50" fmla="*/ 240 w 586"/>
                <a:gd name="T51" fmla="*/ 39 h 69"/>
                <a:gd name="T52" fmla="*/ 238 w 586"/>
                <a:gd name="T53" fmla="*/ 66 h 69"/>
                <a:gd name="T54" fmla="*/ 274 w 586"/>
                <a:gd name="T55" fmla="*/ 21 h 69"/>
                <a:gd name="T56" fmla="*/ 286 w 586"/>
                <a:gd name="T57" fmla="*/ 21 h 69"/>
                <a:gd name="T58" fmla="*/ 290 w 586"/>
                <a:gd name="T59" fmla="*/ 25 h 69"/>
                <a:gd name="T60" fmla="*/ 267 w 586"/>
                <a:gd name="T61" fmla="*/ 62 h 69"/>
                <a:gd name="T62" fmla="*/ 258 w 586"/>
                <a:gd name="T63" fmla="*/ 20 h 69"/>
                <a:gd name="T64" fmla="*/ 319 w 586"/>
                <a:gd name="T65" fmla="*/ 49 h 69"/>
                <a:gd name="T66" fmla="*/ 322 w 586"/>
                <a:gd name="T67" fmla="*/ 34 h 69"/>
                <a:gd name="T68" fmla="*/ 368 w 586"/>
                <a:gd name="T69" fmla="*/ 45 h 69"/>
                <a:gd name="T70" fmla="*/ 360 w 586"/>
                <a:gd name="T71" fmla="*/ 52 h 69"/>
                <a:gd name="T72" fmla="*/ 364 w 586"/>
                <a:gd name="T73" fmla="*/ 8 h 69"/>
                <a:gd name="T74" fmla="*/ 378 w 586"/>
                <a:gd name="T75" fmla="*/ 6 h 69"/>
                <a:gd name="T76" fmla="*/ 377 w 586"/>
                <a:gd name="T77" fmla="*/ 22 h 69"/>
                <a:gd name="T78" fmla="*/ 408 w 586"/>
                <a:gd name="T79" fmla="*/ 16 h 69"/>
                <a:gd name="T80" fmla="*/ 433 w 586"/>
                <a:gd name="T81" fmla="*/ 52 h 69"/>
                <a:gd name="T82" fmla="*/ 435 w 586"/>
                <a:gd name="T83" fmla="*/ 6 h 69"/>
                <a:gd name="T84" fmla="*/ 476 w 586"/>
                <a:gd name="T85" fmla="*/ 20 h 69"/>
                <a:gd name="T86" fmla="*/ 468 w 586"/>
                <a:gd name="T87" fmla="*/ 54 h 69"/>
                <a:gd name="T88" fmla="*/ 472 w 586"/>
                <a:gd name="T89" fmla="*/ 24 h 69"/>
                <a:gd name="T90" fmla="*/ 466 w 586"/>
                <a:gd name="T91" fmla="*/ 54 h 69"/>
                <a:gd name="T92" fmla="*/ 454 w 586"/>
                <a:gd name="T93" fmla="*/ 6 h 69"/>
                <a:gd name="T94" fmla="*/ 502 w 586"/>
                <a:gd name="T95" fmla="*/ 5 h 69"/>
                <a:gd name="T96" fmla="*/ 502 w 586"/>
                <a:gd name="T97" fmla="*/ 46 h 69"/>
                <a:gd name="T98" fmla="*/ 495 w 586"/>
                <a:gd name="T99" fmla="*/ 50 h 69"/>
                <a:gd name="T100" fmla="*/ 500 w 586"/>
                <a:gd name="T101" fmla="*/ 19 h 69"/>
                <a:gd name="T102" fmla="*/ 544 w 586"/>
                <a:gd name="T103" fmla="*/ 50 h 69"/>
                <a:gd name="T104" fmla="*/ 538 w 586"/>
                <a:gd name="T105" fmla="*/ 49 h 69"/>
                <a:gd name="T106" fmla="*/ 526 w 586"/>
                <a:gd name="T107" fmla="*/ 52 h 69"/>
                <a:gd name="T108" fmla="*/ 518 w 586"/>
                <a:gd name="T109" fmla="*/ 33 h 69"/>
                <a:gd name="T110" fmla="*/ 524 w 586"/>
                <a:gd name="T111" fmla="*/ 26 h 69"/>
                <a:gd name="T112" fmla="*/ 574 w 586"/>
                <a:gd name="T113" fmla="*/ 31 h 69"/>
                <a:gd name="T114" fmla="*/ 560 w 586"/>
                <a:gd name="T115" fmla="*/ 30 h 69"/>
                <a:gd name="T116" fmla="*/ 580 w 586"/>
                <a:gd name="T117" fmla="*/ 41 h 69"/>
                <a:gd name="T118" fmla="*/ 575 w 586"/>
                <a:gd name="T119" fmla="*/ 52 h 69"/>
                <a:gd name="T120" fmla="*/ 566 w 586"/>
                <a:gd name="T121" fmla="*/ 5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86" h="69">
                  <a:moveTo>
                    <a:pt x="27" y="41"/>
                  </a:moveTo>
                  <a:cubicBezTo>
                    <a:pt x="26" y="45"/>
                    <a:pt x="24" y="49"/>
                    <a:pt x="22" y="51"/>
                  </a:cubicBezTo>
                  <a:cubicBezTo>
                    <a:pt x="19" y="54"/>
                    <a:pt x="16" y="55"/>
                    <a:pt x="13" y="55"/>
                  </a:cubicBezTo>
                  <a:cubicBezTo>
                    <a:pt x="10" y="55"/>
                    <a:pt x="6" y="53"/>
                    <a:pt x="4" y="50"/>
                  </a:cubicBezTo>
                  <a:cubicBezTo>
                    <a:pt x="1" y="47"/>
                    <a:pt x="0" y="42"/>
                    <a:pt x="0" y="37"/>
                  </a:cubicBezTo>
                  <a:cubicBezTo>
                    <a:pt x="0" y="32"/>
                    <a:pt x="1" y="27"/>
                    <a:pt x="4" y="24"/>
                  </a:cubicBezTo>
                  <a:cubicBezTo>
                    <a:pt x="7" y="20"/>
                    <a:pt x="11" y="18"/>
                    <a:pt x="15" y="18"/>
                  </a:cubicBezTo>
                  <a:cubicBezTo>
                    <a:pt x="18" y="18"/>
                    <a:pt x="21" y="19"/>
                    <a:pt x="23" y="21"/>
                  </a:cubicBezTo>
                  <a:cubicBezTo>
                    <a:pt x="25" y="23"/>
                    <a:pt x="26" y="25"/>
                    <a:pt x="26" y="27"/>
                  </a:cubicBezTo>
                  <a:cubicBezTo>
                    <a:pt x="26" y="28"/>
                    <a:pt x="26" y="28"/>
                    <a:pt x="26" y="29"/>
                  </a:cubicBezTo>
                  <a:cubicBezTo>
                    <a:pt x="25" y="30"/>
                    <a:pt x="24" y="30"/>
                    <a:pt x="23" y="30"/>
                  </a:cubicBezTo>
                  <a:cubicBezTo>
                    <a:pt x="22" y="30"/>
                    <a:pt x="21" y="30"/>
                    <a:pt x="20" y="28"/>
                  </a:cubicBezTo>
                  <a:cubicBezTo>
                    <a:pt x="20" y="28"/>
                    <a:pt x="19" y="27"/>
                    <a:pt x="19" y="26"/>
                  </a:cubicBezTo>
                  <a:cubicBezTo>
                    <a:pt x="19" y="24"/>
                    <a:pt x="18" y="23"/>
                    <a:pt x="18" y="22"/>
                  </a:cubicBezTo>
                  <a:cubicBezTo>
                    <a:pt x="17" y="22"/>
                    <a:pt x="16" y="21"/>
                    <a:pt x="14" y="21"/>
                  </a:cubicBezTo>
                  <a:cubicBezTo>
                    <a:pt x="12" y="21"/>
                    <a:pt x="10" y="22"/>
                    <a:pt x="8" y="24"/>
                  </a:cubicBezTo>
                  <a:cubicBezTo>
                    <a:pt x="6" y="26"/>
                    <a:pt x="6" y="30"/>
                    <a:pt x="6" y="34"/>
                  </a:cubicBezTo>
                  <a:cubicBezTo>
                    <a:pt x="6" y="38"/>
                    <a:pt x="6" y="41"/>
                    <a:pt x="8" y="44"/>
                  </a:cubicBezTo>
                  <a:cubicBezTo>
                    <a:pt x="10" y="48"/>
                    <a:pt x="13" y="49"/>
                    <a:pt x="16" y="49"/>
                  </a:cubicBezTo>
                  <a:cubicBezTo>
                    <a:pt x="18" y="49"/>
                    <a:pt x="20" y="48"/>
                    <a:pt x="22" y="47"/>
                  </a:cubicBezTo>
                  <a:cubicBezTo>
                    <a:pt x="24" y="46"/>
                    <a:pt x="25" y="44"/>
                    <a:pt x="27" y="41"/>
                  </a:cubicBezTo>
                  <a:cubicBezTo>
                    <a:pt x="27" y="41"/>
                    <a:pt x="27" y="41"/>
                    <a:pt x="27" y="41"/>
                  </a:cubicBezTo>
                  <a:close/>
                  <a:moveTo>
                    <a:pt x="45" y="1"/>
                  </a:moveTo>
                  <a:cubicBezTo>
                    <a:pt x="45" y="26"/>
                    <a:pt x="45" y="26"/>
                    <a:pt x="45" y="26"/>
                  </a:cubicBezTo>
                  <a:cubicBezTo>
                    <a:pt x="48" y="22"/>
                    <a:pt x="50" y="21"/>
                    <a:pt x="51" y="20"/>
                  </a:cubicBezTo>
                  <a:cubicBezTo>
                    <a:pt x="53" y="19"/>
                    <a:pt x="54" y="18"/>
                    <a:pt x="56" y="18"/>
                  </a:cubicBezTo>
                  <a:cubicBezTo>
                    <a:pt x="58" y="18"/>
                    <a:pt x="60" y="19"/>
                    <a:pt x="61" y="20"/>
                  </a:cubicBezTo>
                  <a:cubicBezTo>
                    <a:pt x="62" y="21"/>
                    <a:pt x="63" y="23"/>
                    <a:pt x="64" y="25"/>
                  </a:cubicBezTo>
                  <a:cubicBezTo>
                    <a:pt x="64" y="27"/>
                    <a:pt x="64" y="30"/>
                    <a:pt x="64" y="34"/>
                  </a:cubicBezTo>
                  <a:cubicBezTo>
                    <a:pt x="64" y="46"/>
                    <a:pt x="64" y="46"/>
                    <a:pt x="64" y="46"/>
                  </a:cubicBezTo>
                  <a:cubicBezTo>
                    <a:pt x="64" y="48"/>
                    <a:pt x="64" y="50"/>
                    <a:pt x="65" y="50"/>
                  </a:cubicBezTo>
                  <a:cubicBezTo>
                    <a:pt x="65" y="51"/>
                    <a:pt x="66" y="52"/>
                    <a:pt x="66" y="52"/>
                  </a:cubicBezTo>
                  <a:cubicBezTo>
                    <a:pt x="66" y="52"/>
                    <a:pt x="68" y="52"/>
                    <a:pt x="69" y="52"/>
                  </a:cubicBezTo>
                  <a:cubicBezTo>
                    <a:pt x="69" y="54"/>
                    <a:pt x="69" y="54"/>
                    <a:pt x="69" y="54"/>
                  </a:cubicBezTo>
                  <a:cubicBezTo>
                    <a:pt x="53" y="54"/>
                    <a:pt x="53" y="54"/>
                    <a:pt x="53" y="54"/>
                  </a:cubicBezTo>
                  <a:cubicBezTo>
                    <a:pt x="53" y="52"/>
                    <a:pt x="53" y="52"/>
                    <a:pt x="53" y="52"/>
                  </a:cubicBezTo>
                  <a:cubicBezTo>
                    <a:pt x="54" y="52"/>
                    <a:pt x="54" y="52"/>
                    <a:pt x="54" y="52"/>
                  </a:cubicBezTo>
                  <a:cubicBezTo>
                    <a:pt x="56" y="52"/>
                    <a:pt x="56" y="52"/>
                    <a:pt x="57" y="52"/>
                  </a:cubicBezTo>
                  <a:cubicBezTo>
                    <a:pt x="58" y="51"/>
                    <a:pt x="58" y="50"/>
                    <a:pt x="58" y="50"/>
                  </a:cubicBezTo>
                  <a:cubicBezTo>
                    <a:pt x="58" y="49"/>
                    <a:pt x="58" y="48"/>
                    <a:pt x="58" y="46"/>
                  </a:cubicBezTo>
                  <a:cubicBezTo>
                    <a:pt x="58" y="34"/>
                    <a:pt x="58" y="34"/>
                    <a:pt x="58" y="34"/>
                  </a:cubicBezTo>
                  <a:cubicBezTo>
                    <a:pt x="58" y="30"/>
                    <a:pt x="58" y="28"/>
                    <a:pt x="58" y="27"/>
                  </a:cubicBezTo>
                  <a:cubicBezTo>
                    <a:pt x="58" y="26"/>
                    <a:pt x="57" y="25"/>
                    <a:pt x="56" y="24"/>
                  </a:cubicBezTo>
                  <a:cubicBezTo>
                    <a:pt x="56" y="24"/>
                    <a:pt x="55" y="23"/>
                    <a:pt x="54" y="23"/>
                  </a:cubicBezTo>
                  <a:cubicBezTo>
                    <a:pt x="52" y="23"/>
                    <a:pt x="51" y="24"/>
                    <a:pt x="50" y="24"/>
                  </a:cubicBezTo>
                  <a:cubicBezTo>
                    <a:pt x="49" y="25"/>
                    <a:pt x="47" y="26"/>
                    <a:pt x="46" y="28"/>
                  </a:cubicBezTo>
                  <a:cubicBezTo>
                    <a:pt x="46" y="46"/>
                    <a:pt x="46" y="46"/>
                    <a:pt x="46" y="46"/>
                  </a:cubicBezTo>
                  <a:cubicBezTo>
                    <a:pt x="46" y="48"/>
                    <a:pt x="46" y="50"/>
                    <a:pt x="46" y="50"/>
                  </a:cubicBezTo>
                  <a:cubicBezTo>
                    <a:pt x="46" y="51"/>
                    <a:pt x="47" y="52"/>
                    <a:pt x="47" y="52"/>
                  </a:cubicBezTo>
                  <a:cubicBezTo>
                    <a:pt x="48" y="52"/>
                    <a:pt x="49" y="52"/>
                    <a:pt x="51" y="52"/>
                  </a:cubicBezTo>
                  <a:cubicBezTo>
                    <a:pt x="51" y="54"/>
                    <a:pt x="51" y="54"/>
                    <a:pt x="51" y="54"/>
                  </a:cubicBezTo>
                  <a:cubicBezTo>
                    <a:pt x="34" y="54"/>
                    <a:pt x="34" y="54"/>
                    <a:pt x="34" y="54"/>
                  </a:cubicBezTo>
                  <a:cubicBezTo>
                    <a:pt x="34" y="52"/>
                    <a:pt x="34" y="52"/>
                    <a:pt x="34" y="52"/>
                  </a:cubicBezTo>
                  <a:cubicBezTo>
                    <a:pt x="36" y="52"/>
                    <a:pt x="37" y="52"/>
                    <a:pt x="38" y="52"/>
                  </a:cubicBezTo>
                  <a:cubicBezTo>
                    <a:pt x="38" y="51"/>
                    <a:pt x="39" y="51"/>
                    <a:pt x="39" y="50"/>
                  </a:cubicBezTo>
                  <a:cubicBezTo>
                    <a:pt x="40" y="49"/>
                    <a:pt x="40" y="48"/>
                    <a:pt x="40" y="46"/>
                  </a:cubicBezTo>
                  <a:cubicBezTo>
                    <a:pt x="40" y="15"/>
                    <a:pt x="40" y="15"/>
                    <a:pt x="40" y="15"/>
                  </a:cubicBezTo>
                  <a:cubicBezTo>
                    <a:pt x="40" y="11"/>
                    <a:pt x="40" y="8"/>
                    <a:pt x="39" y="8"/>
                  </a:cubicBezTo>
                  <a:cubicBezTo>
                    <a:pt x="39" y="7"/>
                    <a:pt x="39" y="6"/>
                    <a:pt x="38" y="6"/>
                  </a:cubicBezTo>
                  <a:cubicBezTo>
                    <a:pt x="38" y="5"/>
                    <a:pt x="38" y="5"/>
                    <a:pt x="37" y="5"/>
                  </a:cubicBezTo>
                  <a:cubicBezTo>
                    <a:pt x="36" y="5"/>
                    <a:pt x="36" y="5"/>
                    <a:pt x="34" y="6"/>
                  </a:cubicBezTo>
                  <a:cubicBezTo>
                    <a:pt x="34" y="4"/>
                    <a:pt x="34" y="4"/>
                    <a:pt x="34" y="4"/>
                  </a:cubicBezTo>
                  <a:cubicBezTo>
                    <a:pt x="44" y="0"/>
                    <a:pt x="44" y="0"/>
                    <a:pt x="44" y="0"/>
                  </a:cubicBezTo>
                  <a:cubicBezTo>
                    <a:pt x="45" y="1"/>
                    <a:pt x="45" y="1"/>
                    <a:pt x="45" y="1"/>
                  </a:cubicBezTo>
                  <a:close/>
                  <a:moveTo>
                    <a:pt x="85" y="26"/>
                  </a:moveTo>
                  <a:cubicBezTo>
                    <a:pt x="89" y="21"/>
                    <a:pt x="92" y="19"/>
                    <a:pt x="96" y="19"/>
                  </a:cubicBezTo>
                  <a:cubicBezTo>
                    <a:pt x="97" y="19"/>
                    <a:pt x="99" y="19"/>
                    <a:pt x="100" y="20"/>
                  </a:cubicBezTo>
                  <a:cubicBezTo>
                    <a:pt x="102" y="21"/>
                    <a:pt x="103" y="22"/>
                    <a:pt x="104" y="24"/>
                  </a:cubicBezTo>
                  <a:cubicBezTo>
                    <a:pt x="104" y="26"/>
                    <a:pt x="104" y="28"/>
                    <a:pt x="104" y="31"/>
                  </a:cubicBezTo>
                  <a:cubicBezTo>
                    <a:pt x="104" y="46"/>
                    <a:pt x="104" y="46"/>
                    <a:pt x="104" y="46"/>
                  </a:cubicBezTo>
                  <a:cubicBezTo>
                    <a:pt x="104" y="48"/>
                    <a:pt x="104" y="49"/>
                    <a:pt x="105" y="50"/>
                  </a:cubicBezTo>
                  <a:cubicBezTo>
                    <a:pt x="105" y="51"/>
                    <a:pt x="106" y="51"/>
                    <a:pt x="106" y="52"/>
                  </a:cubicBezTo>
                  <a:cubicBezTo>
                    <a:pt x="106" y="52"/>
                    <a:pt x="108" y="52"/>
                    <a:pt x="109" y="52"/>
                  </a:cubicBezTo>
                  <a:cubicBezTo>
                    <a:pt x="109" y="53"/>
                    <a:pt x="109" y="53"/>
                    <a:pt x="109" y="53"/>
                  </a:cubicBezTo>
                  <a:cubicBezTo>
                    <a:pt x="93" y="53"/>
                    <a:pt x="93" y="53"/>
                    <a:pt x="93" y="53"/>
                  </a:cubicBezTo>
                  <a:cubicBezTo>
                    <a:pt x="93" y="52"/>
                    <a:pt x="93" y="52"/>
                    <a:pt x="93" y="52"/>
                  </a:cubicBezTo>
                  <a:cubicBezTo>
                    <a:pt x="94" y="52"/>
                    <a:pt x="94" y="52"/>
                    <a:pt x="94" y="52"/>
                  </a:cubicBezTo>
                  <a:cubicBezTo>
                    <a:pt x="96" y="52"/>
                    <a:pt x="96" y="52"/>
                    <a:pt x="97" y="51"/>
                  </a:cubicBezTo>
                  <a:cubicBezTo>
                    <a:pt x="98" y="51"/>
                    <a:pt x="98" y="50"/>
                    <a:pt x="98" y="49"/>
                  </a:cubicBezTo>
                  <a:cubicBezTo>
                    <a:pt x="98" y="49"/>
                    <a:pt x="98" y="48"/>
                    <a:pt x="98" y="46"/>
                  </a:cubicBezTo>
                  <a:cubicBezTo>
                    <a:pt x="98" y="32"/>
                    <a:pt x="98" y="32"/>
                    <a:pt x="98" y="32"/>
                  </a:cubicBezTo>
                  <a:cubicBezTo>
                    <a:pt x="98" y="28"/>
                    <a:pt x="98" y="26"/>
                    <a:pt x="97" y="25"/>
                  </a:cubicBezTo>
                  <a:cubicBezTo>
                    <a:pt x="96" y="24"/>
                    <a:pt x="95" y="23"/>
                    <a:pt x="93" y="23"/>
                  </a:cubicBezTo>
                  <a:cubicBezTo>
                    <a:pt x="90" y="23"/>
                    <a:pt x="88" y="24"/>
                    <a:pt x="85" y="28"/>
                  </a:cubicBezTo>
                  <a:cubicBezTo>
                    <a:pt x="85" y="46"/>
                    <a:pt x="85" y="46"/>
                    <a:pt x="85" y="46"/>
                  </a:cubicBezTo>
                  <a:cubicBezTo>
                    <a:pt x="85" y="48"/>
                    <a:pt x="85" y="49"/>
                    <a:pt x="85" y="50"/>
                  </a:cubicBezTo>
                  <a:cubicBezTo>
                    <a:pt x="86" y="51"/>
                    <a:pt x="86" y="51"/>
                    <a:pt x="86" y="52"/>
                  </a:cubicBezTo>
                  <a:cubicBezTo>
                    <a:pt x="87" y="52"/>
                    <a:pt x="88" y="52"/>
                    <a:pt x="90" y="52"/>
                  </a:cubicBezTo>
                  <a:cubicBezTo>
                    <a:pt x="90" y="53"/>
                    <a:pt x="90" y="53"/>
                    <a:pt x="90" y="53"/>
                  </a:cubicBezTo>
                  <a:cubicBezTo>
                    <a:pt x="74" y="53"/>
                    <a:pt x="74" y="53"/>
                    <a:pt x="74" y="53"/>
                  </a:cubicBezTo>
                  <a:cubicBezTo>
                    <a:pt x="74" y="52"/>
                    <a:pt x="74" y="52"/>
                    <a:pt x="74" y="52"/>
                  </a:cubicBezTo>
                  <a:cubicBezTo>
                    <a:pt x="75" y="52"/>
                    <a:pt x="75" y="52"/>
                    <a:pt x="75" y="52"/>
                  </a:cubicBezTo>
                  <a:cubicBezTo>
                    <a:pt x="76" y="52"/>
                    <a:pt x="78" y="52"/>
                    <a:pt x="78" y="51"/>
                  </a:cubicBezTo>
                  <a:cubicBezTo>
                    <a:pt x="78" y="50"/>
                    <a:pt x="79" y="48"/>
                    <a:pt x="79" y="46"/>
                  </a:cubicBezTo>
                  <a:cubicBezTo>
                    <a:pt x="79" y="33"/>
                    <a:pt x="79" y="33"/>
                    <a:pt x="79" y="33"/>
                  </a:cubicBezTo>
                  <a:cubicBezTo>
                    <a:pt x="79" y="29"/>
                    <a:pt x="79" y="26"/>
                    <a:pt x="78" y="25"/>
                  </a:cubicBezTo>
                  <a:cubicBezTo>
                    <a:pt x="78" y="24"/>
                    <a:pt x="78" y="24"/>
                    <a:pt x="78" y="23"/>
                  </a:cubicBezTo>
                  <a:cubicBezTo>
                    <a:pt x="77" y="23"/>
                    <a:pt x="77" y="23"/>
                    <a:pt x="76" y="23"/>
                  </a:cubicBezTo>
                  <a:cubicBezTo>
                    <a:pt x="75" y="23"/>
                    <a:pt x="74" y="23"/>
                    <a:pt x="74" y="23"/>
                  </a:cubicBezTo>
                  <a:cubicBezTo>
                    <a:pt x="73" y="22"/>
                    <a:pt x="73" y="22"/>
                    <a:pt x="73" y="22"/>
                  </a:cubicBezTo>
                  <a:cubicBezTo>
                    <a:pt x="83" y="18"/>
                    <a:pt x="83" y="18"/>
                    <a:pt x="83" y="18"/>
                  </a:cubicBezTo>
                  <a:cubicBezTo>
                    <a:pt x="85" y="18"/>
                    <a:pt x="85" y="18"/>
                    <a:pt x="85" y="18"/>
                  </a:cubicBezTo>
                  <a:cubicBezTo>
                    <a:pt x="85" y="26"/>
                    <a:pt x="85" y="26"/>
                    <a:pt x="85" y="26"/>
                  </a:cubicBezTo>
                  <a:close/>
                  <a:moveTo>
                    <a:pt x="132" y="19"/>
                  </a:moveTo>
                  <a:cubicBezTo>
                    <a:pt x="136" y="19"/>
                    <a:pt x="140" y="21"/>
                    <a:pt x="144" y="25"/>
                  </a:cubicBezTo>
                  <a:cubicBezTo>
                    <a:pt x="146" y="28"/>
                    <a:pt x="148" y="32"/>
                    <a:pt x="148" y="36"/>
                  </a:cubicBezTo>
                  <a:cubicBezTo>
                    <a:pt x="148" y="40"/>
                    <a:pt x="147" y="42"/>
                    <a:pt x="146" y="46"/>
                  </a:cubicBezTo>
                  <a:cubicBezTo>
                    <a:pt x="144" y="49"/>
                    <a:pt x="142" y="51"/>
                    <a:pt x="140" y="53"/>
                  </a:cubicBezTo>
                  <a:cubicBezTo>
                    <a:pt x="137" y="54"/>
                    <a:pt x="134" y="55"/>
                    <a:pt x="131" y="55"/>
                  </a:cubicBezTo>
                  <a:cubicBezTo>
                    <a:pt x="126" y="55"/>
                    <a:pt x="122" y="53"/>
                    <a:pt x="120" y="49"/>
                  </a:cubicBezTo>
                  <a:cubicBezTo>
                    <a:pt x="117" y="46"/>
                    <a:pt x="116" y="42"/>
                    <a:pt x="116" y="38"/>
                  </a:cubicBezTo>
                  <a:cubicBezTo>
                    <a:pt x="116" y="34"/>
                    <a:pt x="117" y="31"/>
                    <a:pt x="118" y="28"/>
                  </a:cubicBezTo>
                  <a:cubicBezTo>
                    <a:pt x="120" y="26"/>
                    <a:pt x="122" y="23"/>
                    <a:pt x="124" y="22"/>
                  </a:cubicBezTo>
                  <a:cubicBezTo>
                    <a:pt x="126" y="20"/>
                    <a:pt x="129" y="19"/>
                    <a:pt x="132" y="19"/>
                  </a:cubicBezTo>
                  <a:close/>
                  <a:moveTo>
                    <a:pt x="130" y="21"/>
                  </a:moveTo>
                  <a:cubicBezTo>
                    <a:pt x="129" y="21"/>
                    <a:pt x="128" y="22"/>
                    <a:pt x="127" y="22"/>
                  </a:cubicBezTo>
                  <a:cubicBezTo>
                    <a:pt x="126" y="23"/>
                    <a:pt x="124" y="24"/>
                    <a:pt x="124" y="26"/>
                  </a:cubicBezTo>
                  <a:cubicBezTo>
                    <a:pt x="123" y="28"/>
                    <a:pt x="122" y="31"/>
                    <a:pt x="122" y="34"/>
                  </a:cubicBezTo>
                  <a:cubicBezTo>
                    <a:pt x="122" y="39"/>
                    <a:pt x="123" y="43"/>
                    <a:pt x="125" y="47"/>
                  </a:cubicBezTo>
                  <a:cubicBezTo>
                    <a:pt x="127" y="50"/>
                    <a:pt x="130" y="52"/>
                    <a:pt x="133" y="52"/>
                  </a:cubicBezTo>
                  <a:cubicBezTo>
                    <a:pt x="135" y="52"/>
                    <a:pt x="137" y="51"/>
                    <a:pt x="138" y="49"/>
                  </a:cubicBezTo>
                  <a:cubicBezTo>
                    <a:pt x="140" y="47"/>
                    <a:pt x="141" y="44"/>
                    <a:pt x="141" y="39"/>
                  </a:cubicBezTo>
                  <a:cubicBezTo>
                    <a:pt x="141" y="33"/>
                    <a:pt x="140" y="28"/>
                    <a:pt x="137" y="25"/>
                  </a:cubicBezTo>
                  <a:cubicBezTo>
                    <a:pt x="135" y="22"/>
                    <a:pt x="133" y="21"/>
                    <a:pt x="130" y="21"/>
                  </a:cubicBezTo>
                  <a:close/>
                  <a:moveTo>
                    <a:pt x="167" y="1"/>
                  </a:moveTo>
                  <a:cubicBezTo>
                    <a:pt x="167" y="46"/>
                    <a:pt x="167" y="46"/>
                    <a:pt x="167" y="46"/>
                  </a:cubicBezTo>
                  <a:cubicBezTo>
                    <a:pt x="167" y="48"/>
                    <a:pt x="167" y="50"/>
                    <a:pt x="168" y="50"/>
                  </a:cubicBezTo>
                  <a:cubicBezTo>
                    <a:pt x="168" y="51"/>
                    <a:pt x="168" y="52"/>
                    <a:pt x="169" y="52"/>
                  </a:cubicBezTo>
                  <a:cubicBezTo>
                    <a:pt x="170" y="52"/>
                    <a:pt x="170" y="52"/>
                    <a:pt x="172" y="52"/>
                  </a:cubicBezTo>
                  <a:cubicBezTo>
                    <a:pt x="172" y="54"/>
                    <a:pt x="172" y="54"/>
                    <a:pt x="172" y="54"/>
                  </a:cubicBezTo>
                  <a:cubicBezTo>
                    <a:pt x="156" y="54"/>
                    <a:pt x="156" y="54"/>
                    <a:pt x="156" y="54"/>
                  </a:cubicBezTo>
                  <a:cubicBezTo>
                    <a:pt x="156" y="52"/>
                    <a:pt x="156" y="52"/>
                    <a:pt x="156" y="52"/>
                  </a:cubicBezTo>
                  <a:cubicBezTo>
                    <a:pt x="158" y="52"/>
                    <a:pt x="159" y="52"/>
                    <a:pt x="160" y="52"/>
                  </a:cubicBezTo>
                  <a:cubicBezTo>
                    <a:pt x="160" y="52"/>
                    <a:pt x="160" y="51"/>
                    <a:pt x="161" y="50"/>
                  </a:cubicBezTo>
                  <a:cubicBezTo>
                    <a:pt x="161" y="50"/>
                    <a:pt x="161" y="48"/>
                    <a:pt x="161" y="46"/>
                  </a:cubicBezTo>
                  <a:cubicBezTo>
                    <a:pt x="161" y="15"/>
                    <a:pt x="161" y="15"/>
                    <a:pt x="161" y="15"/>
                  </a:cubicBezTo>
                  <a:cubicBezTo>
                    <a:pt x="161" y="11"/>
                    <a:pt x="161" y="9"/>
                    <a:pt x="161" y="8"/>
                  </a:cubicBezTo>
                  <a:cubicBezTo>
                    <a:pt x="161" y="7"/>
                    <a:pt x="160" y="6"/>
                    <a:pt x="160" y="6"/>
                  </a:cubicBezTo>
                  <a:cubicBezTo>
                    <a:pt x="160" y="6"/>
                    <a:pt x="159" y="6"/>
                    <a:pt x="158" y="6"/>
                  </a:cubicBezTo>
                  <a:cubicBezTo>
                    <a:pt x="158" y="6"/>
                    <a:pt x="157" y="6"/>
                    <a:pt x="156" y="6"/>
                  </a:cubicBezTo>
                  <a:cubicBezTo>
                    <a:pt x="155" y="5"/>
                    <a:pt x="155" y="5"/>
                    <a:pt x="155" y="5"/>
                  </a:cubicBezTo>
                  <a:cubicBezTo>
                    <a:pt x="165" y="1"/>
                    <a:pt x="165" y="1"/>
                    <a:pt x="165" y="1"/>
                  </a:cubicBezTo>
                  <a:cubicBezTo>
                    <a:pt x="167" y="1"/>
                    <a:pt x="167" y="1"/>
                    <a:pt x="167" y="1"/>
                  </a:cubicBezTo>
                  <a:cubicBezTo>
                    <a:pt x="167" y="1"/>
                    <a:pt x="167" y="1"/>
                    <a:pt x="167" y="1"/>
                  </a:cubicBezTo>
                  <a:close/>
                  <a:moveTo>
                    <a:pt x="196" y="19"/>
                  </a:moveTo>
                  <a:cubicBezTo>
                    <a:pt x="201" y="19"/>
                    <a:pt x="205" y="21"/>
                    <a:pt x="208" y="25"/>
                  </a:cubicBezTo>
                  <a:cubicBezTo>
                    <a:pt x="210" y="28"/>
                    <a:pt x="212" y="32"/>
                    <a:pt x="212" y="36"/>
                  </a:cubicBezTo>
                  <a:cubicBezTo>
                    <a:pt x="212" y="40"/>
                    <a:pt x="211" y="42"/>
                    <a:pt x="210" y="46"/>
                  </a:cubicBezTo>
                  <a:cubicBezTo>
                    <a:pt x="209" y="49"/>
                    <a:pt x="207" y="51"/>
                    <a:pt x="204" y="53"/>
                  </a:cubicBezTo>
                  <a:cubicBezTo>
                    <a:pt x="202" y="54"/>
                    <a:pt x="199" y="55"/>
                    <a:pt x="196" y="55"/>
                  </a:cubicBezTo>
                  <a:cubicBezTo>
                    <a:pt x="191" y="55"/>
                    <a:pt x="187" y="53"/>
                    <a:pt x="184" y="49"/>
                  </a:cubicBezTo>
                  <a:cubicBezTo>
                    <a:pt x="182" y="46"/>
                    <a:pt x="181" y="42"/>
                    <a:pt x="181" y="38"/>
                  </a:cubicBezTo>
                  <a:cubicBezTo>
                    <a:pt x="181" y="34"/>
                    <a:pt x="182" y="31"/>
                    <a:pt x="183" y="28"/>
                  </a:cubicBezTo>
                  <a:cubicBezTo>
                    <a:pt x="185" y="26"/>
                    <a:pt x="187" y="23"/>
                    <a:pt x="189" y="22"/>
                  </a:cubicBezTo>
                  <a:cubicBezTo>
                    <a:pt x="190" y="20"/>
                    <a:pt x="193" y="19"/>
                    <a:pt x="196" y="19"/>
                  </a:cubicBezTo>
                  <a:close/>
                  <a:moveTo>
                    <a:pt x="195" y="21"/>
                  </a:moveTo>
                  <a:cubicBezTo>
                    <a:pt x="194" y="21"/>
                    <a:pt x="192" y="22"/>
                    <a:pt x="191" y="22"/>
                  </a:cubicBezTo>
                  <a:cubicBezTo>
                    <a:pt x="190" y="23"/>
                    <a:pt x="188" y="24"/>
                    <a:pt x="188" y="26"/>
                  </a:cubicBezTo>
                  <a:cubicBezTo>
                    <a:pt x="187" y="28"/>
                    <a:pt x="186" y="31"/>
                    <a:pt x="186" y="34"/>
                  </a:cubicBezTo>
                  <a:cubicBezTo>
                    <a:pt x="186" y="39"/>
                    <a:pt x="187" y="43"/>
                    <a:pt x="189" y="47"/>
                  </a:cubicBezTo>
                  <a:cubicBezTo>
                    <a:pt x="191" y="50"/>
                    <a:pt x="194" y="52"/>
                    <a:pt x="197" y="52"/>
                  </a:cubicBezTo>
                  <a:cubicBezTo>
                    <a:pt x="199" y="52"/>
                    <a:pt x="201" y="51"/>
                    <a:pt x="202" y="49"/>
                  </a:cubicBezTo>
                  <a:cubicBezTo>
                    <a:pt x="204" y="47"/>
                    <a:pt x="205" y="44"/>
                    <a:pt x="205" y="39"/>
                  </a:cubicBezTo>
                  <a:cubicBezTo>
                    <a:pt x="205" y="33"/>
                    <a:pt x="204" y="28"/>
                    <a:pt x="201" y="25"/>
                  </a:cubicBezTo>
                  <a:cubicBezTo>
                    <a:pt x="200" y="22"/>
                    <a:pt x="197" y="21"/>
                    <a:pt x="195" y="21"/>
                  </a:cubicBezTo>
                  <a:close/>
                  <a:moveTo>
                    <a:pt x="229" y="41"/>
                  </a:moveTo>
                  <a:cubicBezTo>
                    <a:pt x="227" y="40"/>
                    <a:pt x="225" y="39"/>
                    <a:pt x="224" y="37"/>
                  </a:cubicBezTo>
                  <a:cubicBezTo>
                    <a:pt x="223" y="35"/>
                    <a:pt x="222" y="33"/>
                    <a:pt x="222" y="31"/>
                  </a:cubicBezTo>
                  <a:cubicBezTo>
                    <a:pt x="222" y="28"/>
                    <a:pt x="224" y="24"/>
                    <a:pt x="226" y="22"/>
                  </a:cubicBezTo>
                  <a:cubicBezTo>
                    <a:pt x="228" y="20"/>
                    <a:pt x="232" y="18"/>
                    <a:pt x="235" y="18"/>
                  </a:cubicBezTo>
                  <a:cubicBezTo>
                    <a:pt x="238" y="18"/>
                    <a:pt x="241" y="19"/>
                    <a:pt x="243" y="21"/>
                  </a:cubicBezTo>
                  <a:cubicBezTo>
                    <a:pt x="250" y="21"/>
                    <a:pt x="250" y="21"/>
                    <a:pt x="250" y="21"/>
                  </a:cubicBezTo>
                  <a:cubicBezTo>
                    <a:pt x="251" y="21"/>
                    <a:pt x="252" y="21"/>
                    <a:pt x="252" y="21"/>
                  </a:cubicBezTo>
                  <a:cubicBezTo>
                    <a:pt x="252" y="21"/>
                    <a:pt x="252" y="21"/>
                    <a:pt x="252" y="21"/>
                  </a:cubicBezTo>
                  <a:cubicBezTo>
                    <a:pt x="252" y="22"/>
                    <a:pt x="252" y="22"/>
                    <a:pt x="252" y="22"/>
                  </a:cubicBezTo>
                  <a:cubicBezTo>
                    <a:pt x="252" y="23"/>
                    <a:pt x="252" y="24"/>
                    <a:pt x="252" y="24"/>
                  </a:cubicBezTo>
                  <a:cubicBezTo>
                    <a:pt x="252" y="24"/>
                    <a:pt x="252" y="24"/>
                    <a:pt x="252" y="24"/>
                  </a:cubicBezTo>
                  <a:cubicBezTo>
                    <a:pt x="252" y="24"/>
                    <a:pt x="251" y="24"/>
                    <a:pt x="250" y="24"/>
                  </a:cubicBezTo>
                  <a:cubicBezTo>
                    <a:pt x="246" y="24"/>
                    <a:pt x="246" y="24"/>
                    <a:pt x="246" y="24"/>
                  </a:cubicBezTo>
                  <a:cubicBezTo>
                    <a:pt x="247" y="26"/>
                    <a:pt x="248" y="28"/>
                    <a:pt x="248" y="31"/>
                  </a:cubicBezTo>
                  <a:cubicBezTo>
                    <a:pt x="248" y="34"/>
                    <a:pt x="246" y="37"/>
                    <a:pt x="244" y="39"/>
                  </a:cubicBezTo>
                  <a:cubicBezTo>
                    <a:pt x="242" y="41"/>
                    <a:pt x="238" y="42"/>
                    <a:pt x="235" y="42"/>
                  </a:cubicBezTo>
                  <a:cubicBezTo>
                    <a:pt x="233" y="42"/>
                    <a:pt x="232" y="42"/>
                    <a:pt x="230" y="41"/>
                  </a:cubicBezTo>
                  <a:cubicBezTo>
                    <a:pt x="229" y="42"/>
                    <a:pt x="228" y="43"/>
                    <a:pt x="228" y="44"/>
                  </a:cubicBezTo>
                  <a:cubicBezTo>
                    <a:pt x="228" y="44"/>
                    <a:pt x="228" y="45"/>
                    <a:pt x="228" y="45"/>
                  </a:cubicBezTo>
                  <a:cubicBezTo>
                    <a:pt x="228" y="46"/>
                    <a:pt x="228" y="46"/>
                    <a:pt x="228" y="46"/>
                  </a:cubicBezTo>
                  <a:cubicBezTo>
                    <a:pt x="228" y="47"/>
                    <a:pt x="229" y="47"/>
                    <a:pt x="230" y="47"/>
                  </a:cubicBezTo>
                  <a:cubicBezTo>
                    <a:pt x="231" y="47"/>
                    <a:pt x="233" y="47"/>
                    <a:pt x="236" y="48"/>
                  </a:cubicBezTo>
                  <a:cubicBezTo>
                    <a:pt x="240" y="48"/>
                    <a:pt x="244" y="48"/>
                    <a:pt x="245" y="48"/>
                  </a:cubicBezTo>
                  <a:cubicBezTo>
                    <a:pt x="248" y="48"/>
                    <a:pt x="249" y="49"/>
                    <a:pt x="250" y="50"/>
                  </a:cubicBezTo>
                  <a:cubicBezTo>
                    <a:pt x="252" y="52"/>
                    <a:pt x="252" y="54"/>
                    <a:pt x="252" y="56"/>
                  </a:cubicBezTo>
                  <a:cubicBezTo>
                    <a:pt x="252" y="58"/>
                    <a:pt x="251" y="61"/>
                    <a:pt x="249" y="64"/>
                  </a:cubicBezTo>
                  <a:cubicBezTo>
                    <a:pt x="245" y="67"/>
                    <a:pt x="240" y="69"/>
                    <a:pt x="234" y="69"/>
                  </a:cubicBezTo>
                  <a:cubicBezTo>
                    <a:pt x="230" y="69"/>
                    <a:pt x="226" y="68"/>
                    <a:pt x="223" y="66"/>
                  </a:cubicBezTo>
                  <a:cubicBezTo>
                    <a:pt x="221" y="65"/>
                    <a:pt x="220" y="64"/>
                    <a:pt x="220" y="62"/>
                  </a:cubicBezTo>
                  <a:cubicBezTo>
                    <a:pt x="220" y="62"/>
                    <a:pt x="220" y="61"/>
                    <a:pt x="220" y="60"/>
                  </a:cubicBezTo>
                  <a:cubicBezTo>
                    <a:pt x="221" y="60"/>
                    <a:pt x="222" y="58"/>
                    <a:pt x="223" y="56"/>
                  </a:cubicBezTo>
                  <a:cubicBezTo>
                    <a:pt x="223" y="56"/>
                    <a:pt x="224" y="55"/>
                    <a:pt x="226" y="52"/>
                  </a:cubicBezTo>
                  <a:cubicBezTo>
                    <a:pt x="225" y="52"/>
                    <a:pt x="224" y="51"/>
                    <a:pt x="224" y="50"/>
                  </a:cubicBezTo>
                  <a:cubicBezTo>
                    <a:pt x="223" y="50"/>
                    <a:pt x="223" y="49"/>
                    <a:pt x="223" y="48"/>
                  </a:cubicBezTo>
                  <a:cubicBezTo>
                    <a:pt x="223" y="48"/>
                    <a:pt x="223" y="46"/>
                    <a:pt x="224" y="45"/>
                  </a:cubicBezTo>
                  <a:cubicBezTo>
                    <a:pt x="225" y="45"/>
                    <a:pt x="226" y="44"/>
                    <a:pt x="229" y="41"/>
                  </a:cubicBezTo>
                  <a:close/>
                  <a:moveTo>
                    <a:pt x="235" y="20"/>
                  </a:moveTo>
                  <a:cubicBezTo>
                    <a:pt x="233" y="20"/>
                    <a:pt x="232" y="21"/>
                    <a:pt x="230" y="22"/>
                  </a:cubicBezTo>
                  <a:cubicBezTo>
                    <a:pt x="229" y="24"/>
                    <a:pt x="229" y="26"/>
                    <a:pt x="229" y="29"/>
                  </a:cubicBezTo>
                  <a:cubicBezTo>
                    <a:pt x="229" y="33"/>
                    <a:pt x="230" y="36"/>
                    <a:pt x="231" y="38"/>
                  </a:cubicBezTo>
                  <a:cubicBezTo>
                    <a:pt x="232" y="40"/>
                    <a:pt x="234" y="41"/>
                    <a:pt x="236" y="41"/>
                  </a:cubicBezTo>
                  <a:cubicBezTo>
                    <a:pt x="238" y="41"/>
                    <a:pt x="239" y="40"/>
                    <a:pt x="240" y="39"/>
                  </a:cubicBezTo>
                  <a:cubicBezTo>
                    <a:pt x="242" y="37"/>
                    <a:pt x="242" y="35"/>
                    <a:pt x="242" y="32"/>
                  </a:cubicBezTo>
                  <a:cubicBezTo>
                    <a:pt x="242" y="28"/>
                    <a:pt x="241" y="25"/>
                    <a:pt x="240" y="23"/>
                  </a:cubicBezTo>
                  <a:cubicBezTo>
                    <a:pt x="238" y="21"/>
                    <a:pt x="237" y="20"/>
                    <a:pt x="235" y="20"/>
                  </a:cubicBezTo>
                  <a:close/>
                  <a:moveTo>
                    <a:pt x="228" y="54"/>
                  </a:moveTo>
                  <a:cubicBezTo>
                    <a:pt x="227" y="55"/>
                    <a:pt x="226" y="56"/>
                    <a:pt x="226" y="57"/>
                  </a:cubicBezTo>
                  <a:cubicBezTo>
                    <a:pt x="226" y="58"/>
                    <a:pt x="225" y="59"/>
                    <a:pt x="225" y="60"/>
                  </a:cubicBezTo>
                  <a:cubicBezTo>
                    <a:pt x="225" y="62"/>
                    <a:pt x="226" y="63"/>
                    <a:pt x="227" y="64"/>
                  </a:cubicBezTo>
                  <a:cubicBezTo>
                    <a:pt x="230" y="65"/>
                    <a:pt x="233" y="66"/>
                    <a:pt x="238" y="66"/>
                  </a:cubicBezTo>
                  <a:cubicBezTo>
                    <a:pt x="242" y="66"/>
                    <a:pt x="245" y="65"/>
                    <a:pt x="247" y="64"/>
                  </a:cubicBezTo>
                  <a:cubicBezTo>
                    <a:pt x="249" y="62"/>
                    <a:pt x="250" y="60"/>
                    <a:pt x="250" y="58"/>
                  </a:cubicBezTo>
                  <a:cubicBezTo>
                    <a:pt x="250" y="57"/>
                    <a:pt x="250" y="56"/>
                    <a:pt x="248" y="56"/>
                  </a:cubicBezTo>
                  <a:cubicBezTo>
                    <a:pt x="247" y="55"/>
                    <a:pt x="245" y="55"/>
                    <a:pt x="241" y="55"/>
                  </a:cubicBezTo>
                  <a:cubicBezTo>
                    <a:pt x="236" y="54"/>
                    <a:pt x="231" y="54"/>
                    <a:pt x="228" y="54"/>
                  </a:cubicBezTo>
                  <a:close/>
                  <a:moveTo>
                    <a:pt x="258" y="20"/>
                  </a:moveTo>
                  <a:cubicBezTo>
                    <a:pt x="274" y="20"/>
                    <a:pt x="274" y="20"/>
                    <a:pt x="274" y="20"/>
                  </a:cubicBezTo>
                  <a:cubicBezTo>
                    <a:pt x="274" y="21"/>
                    <a:pt x="274" y="21"/>
                    <a:pt x="274" y="21"/>
                  </a:cubicBezTo>
                  <a:cubicBezTo>
                    <a:pt x="273" y="21"/>
                    <a:pt x="273" y="21"/>
                    <a:pt x="273" y="21"/>
                  </a:cubicBezTo>
                  <a:cubicBezTo>
                    <a:pt x="272" y="21"/>
                    <a:pt x="271" y="21"/>
                    <a:pt x="270" y="22"/>
                  </a:cubicBezTo>
                  <a:cubicBezTo>
                    <a:pt x="270" y="22"/>
                    <a:pt x="270" y="23"/>
                    <a:pt x="270" y="23"/>
                  </a:cubicBezTo>
                  <a:cubicBezTo>
                    <a:pt x="270" y="24"/>
                    <a:pt x="270" y="26"/>
                    <a:pt x="271" y="27"/>
                  </a:cubicBezTo>
                  <a:cubicBezTo>
                    <a:pt x="279" y="44"/>
                    <a:pt x="279" y="44"/>
                    <a:pt x="279" y="44"/>
                  </a:cubicBezTo>
                  <a:cubicBezTo>
                    <a:pt x="286" y="26"/>
                    <a:pt x="286" y="26"/>
                    <a:pt x="286" y="26"/>
                  </a:cubicBezTo>
                  <a:cubicBezTo>
                    <a:pt x="286" y="24"/>
                    <a:pt x="287" y="24"/>
                    <a:pt x="287" y="22"/>
                  </a:cubicBezTo>
                  <a:cubicBezTo>
                    <a:pt x="287" y="22"/>
                    <a:pt x="287" y="22"/>
                    <a:pt x="286" y="21"/>
                  </a:cubicBezTo>
                  <a:cubicBezTo>
                    <a:pt x="286" y="21"/>
                    <a:pt x="286" y="21"/>
                    <a:pt x="286" y="20"/>
                  </a:cubicBezTo>
                  <a:cubicBezTo>
                    <a:pt x="285" y="20"/>
                    <a:pt x="284" y="20"/>
                    <a:pt x="284" y="20"/>
                  </a:cubicBezTo>
                  <a:cubicBezTo>
                    <a:pt x="284" y="19"/>
                    <a:pt x="284" y="19"/>
                    <a:pt x="284" y="19"/>
                  </a:cubicBezTo>
                  <a:cubicBezTo>
                    <a:pt x="294" y="19"/>
                    <a:pt x="294" y="19"/>
                    <a:pt x="294" y="19"/>
                  </a:cubicBezTo>
                  <a:cubicBezTo>
                    <a:pt x="294" y="20"/>
                    <a:pt x="294" y="20"/>
                    <a:pt x="294" y="20"/>
                  </a:cubicBezTo>
                  <a:cubicBezTo>
                    <a:pt x="294" y="20"/>
                    <a:pt x="293" y="20"/>
                    <a:pt x="292" y="20"/>
                  </a:cubicBezTo>
                  <a:cubicBezTo>
                    <a:pt x="292" y="21"/>
                    <a:pt x="292" y="21"/>
                    <a:pt x="291" y="22"/>
                  </a:cubicBezTo>
                  <a:cubicBezTo>
                    <a:pt x="290" y="22"/>
                    <a:pt x="290" y="23"/>
                    <a:pt x="290" y="25"/>
                  </a:cubicBezTo>
                  <a:cubicBezTo>
                    <a:pt x="276" y="59"/>
                    <a:pt x="276" y="59"/>
                    <a:pt x="276" y="59"/>
                  </a:cubicBezTo>
                  <a:cubicBezTo>
                    <a:pt x="275" y="62"/>
                    <a:pt x="274" y="64"/>
                    <a:pt x="271" y="66"/>
                  </a:cubicBezTo>
                  <a:cubicBezTo>
                    <a:pt x="269" y="68"/>
                    <a:pt x="267" y="69"/>
                    <a:pt x="265" y="69"/>
                  </a:cubicBezTo>
                  <a:cubicBezTo>
                    <a:pt x="264" y="69"/>
                    <a:pt x="263" y="68"/>
                    <a:pt x="262" y="68"/>
                  </a:cubicBezTo>
                  <a:cubicBezTo>
                    <a:pt x="261" y="67"/>
                    <a:pt x="260" y="66"/>
                    <a:pt x="260" y="65"/>
                  </a:cubicBezTo>
                  <a:cubicBezTo>
                    <a:pt x="260" y="64"/>
                    <a:pt x="261" y="63"/>
                    <a:pt x="261" y="62"/>
                  </a:cubicBezTo>
                  <a:cubicBezTo>
                    <a:pt x="262" y="62"/>
                    <a:pt x="263" y="62"/>
                    <a:pt x="264" y="62"/>
                  </a:cubicBezTo>
                  <a:cubicBezTo>
                    <a:pt x="265" y="62"/>
                    <a:pt x="266" y="62"/>
                    <a:pt x="267" y="62"/>
                  </a:cubicBezTo>
                  <a:cubicBezTo>
                    <a:pt x="268" y="63"/>
                    <a:pt x="269" y="63"/>
                    <a:pt x="269" y="63"/>
                  </a:cubicBezTo>
                  <a:cubicBezTo>
                    <a:pt x="270" y="63"/>
                    <a:pt x="270" y="62"/>
                    <a:pt x="271" y="62"/>
                  </a:cubicBezTo>
                  <a:cubicBezTo>
                    <a:pt x="272" y="61"/>
                    <a:pt x="273" y="59"/>
                    <a:pt x="274" y="57"/>
                  </a:cubicBezTo>
                  <a:cubicBezTo>
                    <a:pt x="276" y="51"/>
                    <a:pt x="276" y="51"/>
                    <a:pt x="276" y="51"/>
                  </a:cubicBezTo>
                  <a:cubicBezTo>
                    <a:pt x="264" y="26"/>
                    <a:pt x="264" y="26"/>
                    <a:pt x="264" y="26"/>
                  </a:cubicBezTo>
                  <a:cubicBezTo>
                    <a:pt x="264" y="25"/>
                    <a:pt x="264" y="24"/>
                    <a:pt x="263" y="23"/>
                  </a:cubicBezTo>
                  <a:cubicBezTo>
                    <a:pt x="262" y="22"/>
                    <a:pt x="262" y="21"/>
                    <a:pt x="261" y="21"/>
                  </a:cubicBezTo>
                  <a:cubicBezTo>
                    <a:pt x="261" y="21"/>
                    <a:pt x="260" y="20"/>
                    <a:pt x="258" y="20"/>
                  </a:cubicBezTo>
                  <a:cubicBezTo>
                    <a:pt x="258" y="20"/>
                    <a:pt x="258" y="20"/>
                    <a:pt x="258" y="20"/>
                  </a:cubicBezTo>
                  <a:close/>
                  <a:moveTo>
                    <a:pt x="331" y="19"/>
                  </a:moveTo>
                  <a:cubicBezTo>
                    <a:pt x="336" y="19"/>
                    <a:pt x="340" y="21"/>
                    <a:pt x="343" y="25"/>
                  </a:cubicBezTo>
                  <a:cubicBezTo>
                    <a:pt x="346" y="28"/>
                    <a:pt x="347" y="32"/>
                    <a:pt x="347" y="36"/>
                  </a:cubicBezTo>
                  <a:cubicBezTo>
                    <a:pt x="347" y="40"/>
                    <a:pt x="346" y="42"/>
                    <a:pt x="345" y="46"/>
                  </a:cubicBezTo>
                  <a:cubicBezTo>
                    <a:pt x="344" y="49"/>
                    <a:pt x="342" y="51"/>
                    <a:pt x="339" y="53"/>
                  </a:cubicBezTo>
                  <a:cubicBezTo>
                    <a:pt x="336" y="54"/>
                    <a:pt x="334" y="55"/>
                    <a:pt x="331" y="55"/>
                  </a:cubicBezTo>
                  <a:cubicBezTo>
                    <a:pt x="326" y="55"/>
                    <a:pt x="322" y="53"/>
                    <a:pt x="319" y="49"/>
                  </a:cubicBezTo>
                  <a:cubicBezTo>
                    <a:pt x="317" y="46"/>
                    <a:pt x="316" y="42"/>
                    <a:pt x="316" y="38"/>
                  </a:cubicBezTo>
                  <a:cubicBezTo>
                    <a:pt x="316" y="34"/>
                    <a:pt x="316" y="31"/>
                    <a:pt x="318" y="28"/>
                  </a:cubicBezTo>
                  <a:cubicBezTo>
                    <a:pt x="320" y="26"/>
                    <a:pt x="322" y="23"/>
                    <a:pt x="324" y="22"/>
                  </a:cubicBezTo>
                  <a:cubicBezTo>
                    <a:pt x="326" y="20"/>
                    <a:pt x="328" y="19"/>
                    <a:pt x="331" y="19"/>
                  </a:cubicBezTo>
                  <a:close/>
                  <a:moveTo>
                    <a:pt x="330" y="21"/>
                  </a:moveTo>
                  <a:cubicBezTo>
                    <a:pt x="329" y="21"/>
                    <a:pt x="328" y="22"/>
                    <a:pt x="326" y="22"/>
                  </a:cubicBezTo>
                  <a:cubicBezTo>
                    <a:pt x="325" y="23"/>
                    <a:pt x="324" y="24"/>
                    <a:pt x="323" y="26"/>
                  </a:cubicBezTo>
                  <a:cubicBezTo>
                    <a:pt x="322" y="28"/>
                    <a:pt x="322" y="31"/>
                    <a:pt x="322" y="34"/>
                  </a:cubicBezTo>
                  <a:cubicBezTo>
                    <a:pt x="322" y="39"/>
                    <a:pt x="323" y="43"/>
                    <a:pt x="325" y="47"/>
                  </a:cubicBezTo>
                  <a:cubicBezTo>
                    <a:pt x="327" y="50"/>
                    <a:pt x="329" y="52"/>
                    <a:pt x="332" y="52"/>
                  </a:cubicBezTo>
                  <a:cubicBezTo>
                    <a:pt x="335" y="52"/>
                    <a:pt x="337" y="51"/>
                    <a:pt x="338" y="49"/>
                  </a:cubicBezTo>
                  <a:cubicBezTo>
                    <a:pt x="340" y="47"/>
                    <a:pt x="340" y="44"/>
                    <a:pt x="340" y="39"/>
                  </a:cubicBezTo>
                  <a:cubicBezTo>
                    <a:pt x="340" y="33"/>
                    <a:pt x="339" y="28"/>
                    <a:pt x="337" y="25"/>
                  </a:cubicBezTo>
                  <a:cubicBezTo>
                    <a:pt x="335" y="22"/>
                    <a:pt x="332" y="21"/>
                    <a:pt x="330" y="21"/>
                  </a:cubicBezTo>
                  <a:close/>
                  <a:moveTo>
                    <a:pt x="368" y="22"/>
                  </a:moveTo>
                  <a:cubicBezTo>
                    <a:pt x="368" y="45"/>
                    <a:pt x="368" y="45"/>
                    <a:pt x="368" y="45"/>
                  </a:cubicBezTo>
                  <a:cubicBezTo>
                    <a:pt x="368" y="48"/>
                    <a:pt x="368" y="50"/>
                    <a:pt x="369" y="51"/>
                  </a:cubicBezTo>
                  <a:cubicBezTo>
                    <a:pt x="370" y="52"/>
                    <a:pt x="371" y="52"/>
                    <a:pt x="373" y="52"/>
                  </a:cubicBezTo>
                  <a:cubicBezTo>
                    <a:pt x="376" y="52"/>
                    <a:pt x="376" y="52"/>
                    <a:pt x="376" y="52"/>
                  </a:cubicBezTo>
                  <a:cubicBezTo>
                    <a:pt x="376" y="54"/>
                    <a:pt x="376" y="54"/>
                    <a:pt x="376" y="54"/>
                  </a:cubicBezTo>
                  <a:cubicBezTo>
                    <a:pt x="356" y="54"/>
                    <a:pt x="356" y="54"/>
                    <a:pt x="356" y="54"/>
                  </a:cubicBezTo>
                  <a:cubicBezTo>
                    <a:pt x="356" y="52"/>
                    <a:pt x="356" y="52"/>
                    <a:pt x="356" y="52"/>
                  </a:cubicBezTo>
                  <a:cubicBezTo>
                    <a:pt x="358" y="52"/>
                    <a:pt x="358" y="52"/>
                    <a:pt x="358" y="52"/>
                  </a:cubicBezTo>
                  <a:cubicBezTo>
                    <a:pt x="358" y="52"/>
                    <a:pt x="360" y="52"/>
                    <a:pt x="360" y="52"/>
                  </a:cubicBezTo>
                  <a:cubicBezTo>
                    <a:pt x="361" y="51"/>
                    <a:pt x="362" y="50"/>
                    <a:pt x="362" y="50"/>
                  </a:cubicBezTo>
                  <a:cubicBezTo>
                    <a:pt x="362" y="49"/>
                    <a:pt x="362" y="47"/>
                    <a:pt x="362" y="45"/>
                  </a:cubicBezTo>
                  <a:cubicBezTo>
                    <a:pt x="362" y="22"/>
                    <a:pt x="362" y="22"/>
                    <a:pt x="362" y="22"/>
                  </a:cubicBezTo>
                  <a:cubicBezTo>
                    <a:pt x="356" y="22"/>
                    <a:pt x="356" y="22"/>
                    <a:pt x="356" y="22"/>
                  </a:cubicBezTo>
                  <a:cubicBezTo>
                    <a:pt x="356" y="20"/>
                    <a:pt x="356" y="20"/>
                    <a:pt x="356" y="20"/>
                  </a:cubicBezTo>
                  <a:cubicBezTo>
                    <a:pt x="362" y="20"/>
                    <a:pt x="362" y="20"/>
                    <a:pt x="362" y="20"/>
                  </a:cubicBezTo>
                  <a:cubicBezTo>
                    <a:pt x="362" y="17"/>
                    <a:pt x="362" y="17"/>
                    <a:pt x="362" y="17"/>
                  </a:cubicBezTo>
                  <a:cubicBezTo>
                    <a:pt x="362" y="14"/>
                    <a:pt x="363" y="11"/>
                    <a:pt x="364" y="8"/>
                  </a:cubicBezTo>
                  <a:cubicBezTo>
                    <a:pt x="365" y="6"/>
                    <a:pt x="367" y="4"/>
                    <a:pt x="369" y="3"/>
                  </a:cubicBezTo>
                  <a:cubicBezTo>
                    <a:pt x="371" y="2"/>
                    <a:pt x="373" y="1"/>
                    <a:pt x="376" y="1"/>
                  </a:cubicBezTo>
                  <a:cubicBezTo>
                    <a:pt x="378" y="1"/>
                    <a:pt x="381" y="2"/>
                    <a:pt x="383" y="3"/>
                  </a:cubicBezTo>
                  <a:cubicBezTo>
                    <a:pt x="384" y="4"/>
                    <a:pt x="385" y="6"/>
                    <a:pt x="385" y="7"/>
                  </a:cubicBezTo>
                  <a:cubicBezTo>
                    <a:pt x="385" y="8"/>
                    <a:pt x="384" y="8"/>
                    <a:pt x="384" y="9"/>
                  </a:cubicBezTo>
                  <a:cubicBezTo>
                    <a:pt x="383" y="10"/>
                    <a:pt x="383" y="10"/>
                    <a:pt x="382" y="10"/>
                  </a:cubicBezTo>
                  <a:cubicBezTo>
                    <a:pt x="382" y="10"/>
                    <a:pt x="381" y="9"/>
                    <a:pt x="380" y="9"/>
                  </a:cubicBezTo>
                  <a:cubicBezTo>
                    <a:pt x="380" y="8"/>
                    <a:pt x="379" y="8"/>
                    <a:pt x="378" y="6"/>
                  </a:cubicBezTo>
                  <a:cubicBezTo>
                    <a:pt x="377" y="5"/>
                    <a:pt x="376" y="4"/>
                    <a:pt x="376" y="3"/>
                  </a:cubicBezTo>
                  <a:cubicBezTo>
                    <a:pt x="375" y="3"/>
                    <a:pt x="374" y="2"/>
                    <a:pt x="373" y="2"/>
                  </a:cubicBezTo>
                  <a:cubicBezTo>
                    <a:pt x="372" y="2"/>
                    <a:pt x="371" y="3"/>
                    <a:pt x="370" y="3"/>
                  </a:cubicBezTo>
                  <a:cubicBezTo>
                    <a:pt x="370" y="4"/>
                    <a:pt x="369" y="5"/>
                    <a:pt x="369" y="6"/>
                  </a:cubicBezTo>
                  <a:cubicBezTo>
                    <a:pt x="368" y="7"/>
                    <a:pt x="368" y="10"/>
                    <a:pt x="368" y="16"/>
                  </a:cubicBezTo>
                  <a:cubicBezTo>
                    <a:pt x="368" y="18"/>
                    <a:pt x="368" y="18"/>
                    <a:pt x="368" y="18"/>
                  </a:cubicBezTo>
                  <a:cubicBezTo>
                    <a:pt x="377" y="18"/>
                    <a:pt x="377" y="18"/>
                    <a:pt x="377" y="18"/>
                  </a:cubicBezTo>
                  <a:cubicBezTo>
                    <a:pt x="377" y="22"/>
                    <a:pt x="377" y="22"/>
                    <a:pt x="377" y="22"/>
                  </a:cubicBezTo>
                  <a:cubicBezTo>
                    <a:pt x="368" y="22"/>
                    <a:pt x="368" y="22"/>
                    <a:pt x="368" y="22"/>
                  </a:cubicBezTo>
                  <a:close/>
                  <a:moveTo>
                    <a:pt x="440" y="2"/>
                  </a:moveTo>
                  <a:cubicBezTo>
                    <a:pt x="441" y="20"/>
                    <a:pt x="441" y="20"/>
                    <a:pt x="441" y="20"/>
                  </a:cubicBezTo>
                  <a:cubicBezTo>
                    <a:pt x="440" y="20"/>
                    <a:pt x="440" y="20"/>
                    <a:pt x="440" y="20"/>
                  </a:cubicBezTo>
                  <a:cubicBezTo>
                    <a:pt x="438" y="14"/>
                    <a:pt x="436" y="11"/>
                    <a:pt x="433" y="8"/>
                  </a:cubicBezTo>
                  <a:cubicBezTo>
                    <a:pt x="430" y="6"/>
                    <a:pt x="427" y="5"/>
                    <a:pt x="423" y="5"/>
                  </a:cubicBezTo>
                  <a:cubicBezTo>
                    <a:pt x="420" y="5"/>
                    <a:pt x="417" y="6"/>
                    <a:pt x="414" y="8"/>
                  </a:cubicBezTo>
                  <a:cubicBezTo>
                    <a:pt x="412" y="9"/>
                    <a:pt x="410" y="12"/>
                    <a:pt x="408" y="16"/>
                  </a:cubicBezTo>
                  <a:cubicBezTo>
                    <a:pt x="407" y="19"/>
                    <a:pt x="406" y="24"/>
                    <a:pt x="406" y="30"/>
                  </a:cubicBezTo>
                  <a:cubicBezTo>
                    <a:pt x="406" y="34"/>
                    <a:pt x="407" y="38"/>
                    <a:pt x="408" y="42"/>
                  </a:cubicBezTo>
                  <a:cubicBezTo>
                    <a:pt x="409" y="45"/>
                    <a:pt x="412" y="48"/>
                    <a:pt x="414" y="49"/>
                  </a:cubicBezTo>
                  <a:cubicBezTo>
                    <a:pt x="417" y="51"/>
                    <a:pt x="420" y="52"/>
                    <a:pt x="424" y="52"/>
                  </a:cubicBezTo>
                  <a:cubicBezTo>
                    <a:pt x="427" y="52"/>
                    <a:pt x="430" y="51"/>
                    <a:pt x="432" y="50"/>
                  </a:cubicBezTo>
                  <a:cubicBezTo>
                    <a:pt x="435" y="49"/>
                    <a:pt x="438" y="46"/>
                    <a:pt x="440" y="42"/>
                  </a:cubicBezTo>
                  <a:cubicBezTo>
                    <a:pt x="442" y="42"/>
                    <a:pt x="442" y="42"/>
                    <a:pt x="442" y="42"/>
                  </a:cubicBezTo>
                  <a:cubicBezTo>
                    <a:pt x="439" y="47"/>
                    <a:pt x="436" y="50"/>
                    <a:pt x="433" y="52"/>
                  </a:cubicBezTo>
                  <a:cubicBezTo>
                    <a:pt x="430" y="54"/>
                    <a:pt x="426" y="56"/>
                    <a:pt x="422" y="56"/>
                  </a:cubicBezTo>
                  <a:cubicBezTo>
                    <a:pt x="414" y="56"/>
                    <a:pt x="407" y="52"/>
                    <a:pt x="403" y="46"/>
                  </a:cubicBezTo>
                  <a:cubicBezTo>
                    <a:pt x="400" y="42"/>
                    <a:pt x="398" y="36"/>
                    <a:pt x="398" y="30"/>
                  </a:cubicBezTo>
                  <a:cubicBezTo>
                    <a:pt x="398" y="25"/>
                    <a:pt x="399" y="20"/>
                    <a:pt x="401" y="16"/>
                  </a:cubicBezTo>
                  <a:cubicBezTo>
                    <a:pt x="403" y="12"/>
                    <a:pt x="406" y="8"/>
                    <a:pt x="410" y="6"/>
                  </a:cubicBezTo>
                  <a:cubicBezTo>
                    <a:pt x="414" y="4"/>
                    <a:pt x="418" y="3"/>
                    <a:pt x="422" y="3"/>
                  </a:cubicBezTo>
                  <a:cubicBezTo>
                    <a:pt x="426" y="3"/>
                    <a:pt x="429" y="4"/>
                    <a:pt x="433" y="6"/>
                  </a:cubicBezTo>
                  <a:cubicBezTo>
                    <a:pt x="434" y="6"/>
                    <a:pt x="434" y="6"/>
                    <a:pt x="435" y="6"/>
                  </a:cubicBezTo>
                  <a:cubicBezTo>
                    <a:pt x="436" y="6"/>
                    <a:pt x="436" y="6"/>
                    <a:pt x="436" y="6"/>
                  </a:cubicBezTo>
                  <a:cubicBezTo>
                    <a:pt x="437" y="5"/>
                    <a:pt x="438" y="4"/>
                    <a:pt x="438" y="3"/>
                  </a:cubicBezTo>
                  <a:cubicBezTo>
                    <a:pt x="440" y="2"/>
                    <a:pt x="440" y="2"/>
                    <a:pt x="440" y="2"/>
                  </a:cubicBezTo>
                  <a:close/>
                  <a:moveTo>
                    <a:pt x="460" y="1"/>
                  </a:moveTo>
                  <a:cubicBezTo>
                    <a:pt x="460" y="26"/>
                    <a:pt x="460" y="26"/>
                    <a:pt x="460" y="26"/>
                  </a:cubicBezTo>
                  <a:cubicBezTo>
                    <a:pt x="463" y="22"/>
                    <a:pt x="465" y="21"/>
                    <a:pt x="466" y="20"/>
                  </a:cubicBezTo>
                  <a:cubicBezTo>
                    <a:pt x="468" y="19"/>
                    <a:pt x="470" y="18"/>
                    <a:pt x="471" y="18"/>
                  </a:cubicBezTo>
                  <a:cubicBezTo>
                    <a:pt x="473" y="18"/>
                    <a:pt x="475" y="19"/>
                    <a:pt x="476" y="20"/>
                  </a:cubicBezTo>
                  <a:cubicBezTo>
                    <a:pt x="477" y="21"/>
                    <a:pt x="478" y="23"/>
                    <a:pt x="479" y="25"/>
                  </a:cubicBezTo>
                  <a:cubicBezTo>
                    <a:pt x="479" y="27"/>
                    <a:pt x="480" y="30"/>
                    <a:pt x="480" y="34"/>
                  </a:cubicBezTo>
                  <a:cubicBezTo>
                    <a:pt x="480" y="46"/>
                    <a:pt x="480" y="46"/>
                    <a:pt x="480" y="46"/>
                  </a:cubicBezTo>
                  <a:cubicBezTo>
                    <a:pt x="480" y="48"/>
                    <a:pt x="480" y="50"/>
                    <a:pt x="480" y="50"/>
                  </a:cubicBezTo>
                  <a:cubicBezTo>
                    <a:pt x="480" y="51"/>
                    <a:pt x="481" y="52"/>
                    <a:pt x="481" y="52"/>
                  </a:cubicBezTo>
                  <a:cubicBezTo>
                    <a:pt x="482" y="52"/>
                    <a:pt x="483" y="52"/>
                    <a:pt x="484" y="52"/>
                  </a:cubicBezTo>
                  <a:cubicBezTo>
                    <a:pt x="484" y="54"/>
                    <a:pt x="484" y="54"/>
                    <a:pt x="484" y="54"/>
                  </a:cubicBezTo>
                  <a:cubicBezTo>
                    <a:pt x="468" y="54"/>
                    <a:pt x="468" y="54"/>
                    <a:pt x="468" y="54"/>
                  </a:cubicBezTo>
                  <a:cubicBezTo>
                    <a:pt x="468" y="52"/>
                    <a:pt x="468" y="52"/>
                    <a:pt x="468" y="52"/>
                  </a:cubicBezTo>
                  <a:cubicBezTo>
                    <a:pt x="469" y="52"/>
                    <a:pt x="469" y="52"/>
                    <a:pt x="469" y="52"/>
                  </a:cubicBezTo>
                  <a:cubicBezTo>
                    <a:pt x="471" y="52"/>
                    <a:pt x="472" y="52"/>
                    <a:pt x="472" y="52"/>
                  </a:cubicBezTo>
                  <a:cubicBezTo>
                    <a:pt x="473" y="51"/>
                    <a:pt x="474" y="50"/>
                    <a:pt x="474" y="50"/>
                  </a:cubicBezTo>
                  <a:cubicBezTo>
                    <a:pt x="474" y="49"/>
                    <a:pt x="474" y="48"/>
                    <a:pt x="474" y="46"/>
                  </a:cubicBezTo>
                  <a:cubicBezTo>
                    <a:pt x="474" y="34"/>
                    <a:pt x="474" y="34"/>
                    <a:pt x="474" y="34"/>
                  </a:cubicBezTo>
                  <a:cubicBezTo>
                    <a:pt x="474" y="30"/>
                    <a:pt x="474" y="28"/>
                    <a:pt x="473" y="27"/>
                  </a:cubicBezTo>
                  <a:cubicBezTo>
                    <a:pt x="473" y="26"/>
                    <a:pt x="472" y="25"/>
                    <a:pt x="472" y="24"/>
                  </a:cubicBezTo>
                  <a:cubicBezTo>
                    <a:pt x="471" y="24"/>
                    <a:pt x="470" y="23"/>
                    <a:pt x="469" y="23"/>
                  </a:cubicBezTo>
                  <a:cubicBezTo>
                    <a:pt x="468" y="23"/>
                    <a:pt x="466" y="24"/>
                    <a:pt x="465" y="24"/>
                  </a:cubicBezTo>
                  <a:cubicBezTo>
                    <a:pt x="464" y="25"/>
                    <a:pt x="462" y="26"/>
                    <a:pt x="461" y="28"/>
                  </a:cubicBezTo>
                  <a:cubicBezTo>
                    <a:pt x="461" y="46"/>
                    <a:pt x="461" y="46"/>
                    <a:pt x="461" y="46"/>
                  </a:cubicBezTo>
                  <a:cubicBezTo>
                    <a:pt x="461" y="48"/>
                    <a:pt x="461" y="50"/>
                    <a:pt x="461" y="50"/>
                  </a:cubicBezTo>
                  <a:cubicBezTo>
                    <a:pt x="462" y="51"/>
                    <a:pt x="462" y="52"/>
                    <a:pt x="462" y="52"/>
                  </a:cubicBezTo>
                  <a:cubicBezTo>
                    <a:pt x="463" y="52"/>
                    <a:pt x="464" y="52"/>
                    <a:pt x="466" y="52"/>
                  </a:cubicBezTo>
                  <a:cubicBezTo>
                    <a:pt x="466" y="54"/>
                    <a:pt x="466" y="54"/>
                    <a:pt x="466" y="54"/>
                  </a:cubicBezTo>
                  <a:cubicBezTo>
                    <a:pt x="450" y="54"/>
                    <a:pt x="450" y="54"/>
                    <a:pt x="450" y="54"/>
                  </a:cubicBezTo>
                  <a:cubicBezTo>
                    <a:pt x="450" y="52"/>
                    <a:pt x="450" y="52"/>
                    <a:pt x="450" y="52"/>
                  </a:cubicBezTo>
                  <a:cubicBezTo>
                    <a:pt x="451" y="52"/>
                    <a:pt x="452" y="52"/>
                    <a:pt x="453" y="52"/>
                  </a:cubicBezTo>
                  <a:cubicBezTo>
                    <a:pt x="454" y="51"/>
                    <a:pt x="454" y="51"/>
                    <a:pt x="454" y="50"/>
                  </a:cubicBezTo>
                  <a:cubicBezTo>
                    <a:pt x="455" y="49"/>
                    <a:pt x="455" y="48"/>
                    <a:pt x="455" y="46"/>
                  </a:cubicBezTo>
                  <a:cubicBezTo>
                    <a:pt x="455" y="15"/>
                    <a:pt x="455" y="15"/>
                    <a:pt x="455" y="15"/>
                  </a:cubicBezTo>
                  <a:cubicBezTo>
                    <a:pt x="455" y="11"/>
                    <a:pt x="455" y="8"/>
                    <a:pt x="454" y="8"/>
                  </a:cubicBezTo>
                  <a:cubicBezTo>
                    <a:pt x="454" y="7"/>
                    <a:pt x="454" y="6"/>
                    <a:pt x="454" y="6"/>
                  </a:cubicBezTo>
                  <a:cubicBezTo>
                    <a:pt x="453" y="5"/>
                    <a:pt x="453" y="5"/>
                    <a:pt x="452" y="5"/>
                  </a:cubicBezTo>
                  <a:cubicBezTo>
                    <a:pt x="452" y="5"/>
                    <a:pt x="451" y="5"/>
                    <a:pt x="450" y="6"/>
                  </a:cubicBezTo>
                  <a:cubicBezTo>
                    <a:pt x="449" y="4"/>
                    <a:pt x="449" y="4"/>
                    <a:pt x="449" y="4"/>
                  </a:cubicBezTo>
                  <a:cubicBezTo>
                    <a:pt x="459" y="0"/>
                    <a:pt x="459" y="0"/>
                    <a:pt x="459" y="0"/>
                  </a:cubicBezTo>
                  <a:cubicBezTo>
                    <a:pt x="460" y="1"/>
                    <a:pt x="460" y="1"/>
                    <a:pt x="460" y="1"/>
                  </a:cubicBezTo>
                  <a:close/>
                  <a:moveTo>
                    <a:pt x="499" y="1"/>
                  </a:moveTo>
                  <a:cubicBezTo>
                    <a:pt x="500" y="1"/>
                    <a:pt x="501" y="1"/>
                    <a:pt x="501" y="2"/>
                  </a:cubicBezTo>
                  <a:cubicBezTo>
                    <a:pt x="502" y="3"/>
                    <a:pt x="502" y="4"/>
                    <a:pt x="502" y="5"/>
                  </a:cubicBezTo>
                  <a:cubicBezTo>
                    <a:pt x="502" y="6"/>
                    <a:pt x="502" y="7"/>
                    <a:pt x="501" y="8"/>
                  </a:cubicBezTo>
                  <a:cubicBezTo>
                    <a:pt x="500" y="8"/>
                    <a:pt x="500" y="9"/>
                    <a:pt x="499" y="9"/>
                  </a:cubicBezTo>
                  <a:cubicBezTo>
                    <a:pt x="498" y="9"/>
                    <a:pt x="497" y="8"/>
                    <a:pt x="496" y="8"/>
                  </a:cubicBezTo>
                  <a:cubicBezTo>
                    <a:pt x="496" y="7"/>
                    <a:pt x="495" y="6"/>
                    <a:pt x="495" y="5"/>
                  </a:cubicBezTo>
                  <a:cubicBezTo>
                    <a:pt x="495" y="4"/>
                    <a:pt x="496" y="3"/>
                    <a:pt x="496" y="2"/>
                  </a:cubicBezTo>
                  <a:cubicBezTo>
                    <a:pt x="497" y="1"/>
                    <a:pt x="498" y="1"/>
                    <a:pt x="499" y="1"/>
                  </a:cubicBezTo>
                  <a:close/>
                  <a:moveTo>
                    <a:pt x="502" y="19"/>
                  </a:moveTo>
                  <a:cubicBezTo>
                    <a:pt x="502" y="46"/>
                    <a:pt x="502" y="46"/>
                    <a:pt x="502" y="46"/>
                  </a:cubicBezTo>
                  <a:cubicBezTo>
                    <a:pt x="502" y="48"/>
                    <a:pt x="502" y="50"/>
                    <a:pt x="502" y="50"/>
                  </a:cubicBezTo>
                  <a:cubicBezTo>
                    <a:pt x="503" y="51"/>
                    <a:pt x="503" y="52"/>
                    <a:pt x="504" y="52"/>
                  </a:cubicBezTo>
                  <a:cubicBezTo>
                    <a:pt x="504" y="52"/>
                    <a:pt x="505" y="52"/>
                    <a:pt x="507" y="52"/>
                  </a:cubicBezTo>
                  <a:cubicBezTo>
                    <a:pt x="507" y="54"/>
                    <a:pt x="507" y="54"/>
                    <a:pt x="507" y="54"/>
                  </a:cubicBezTo>
                  <a:cubicBezTo>
                    <a:pt x="491" y="54"/>
                    <a:pt x="491" y="54"/>
                    <a:pt x="491" y="54"/>
                  </a:cubicBezTo>
                  <a:cubicBezTo>
                    <a:pt x="491" y="52"/>
                    <a:pt x="491" y="52"/>
                    <a:pt x="491" y="52"/>
                  </a:cubicBezTo>
                  <a:cubicBezTo>
                    <a:pt x="492" y="52"/>
                    <a:pt x="494" y="52"/>
                    <a:pt x="494" y="52"/>
                  </a:cubicBezTo>
                  <a:cubicBezTo>
                    <a:pt x="494" y="52"/>
                    <a:pt x="495" y="51"/>
                    <a:pt x="495" y="50"/>
                  </a:cubicBezTo>
                  <a:cubicBezTo>
                    <a:pt x="496" y="50"/>
                    <a:pt x="496" y="48"/>
                    <a:pt x="496" y="46"/>
                  </a:cubicBezTo>
                  <a:cubicBezTo>
                    <a:pt x="496" y="33"/>
                    <a:pt x="496" y="33"/>
                    <a:pt x="496" y="33"/>
                  </a:cubicBezTo>
                  <a:cubicBezTo>
                    <a:pt x="496" y="29"/>
                    <a:pt x="496" y="27"/>
                    <a:pt x="495" y="26"/>
                  </a:cubicBezTo>
                  <a:cubicBezTo>
                    <a:pt x="495" y="25"/>
                    <a:pt x="495" y="24"/>
                    <a:pt x="494" y="24"/>
                  </a:cubicBezTo>
                  <a:cubicBezTo>
                    <a:pt x="494" y="24"/>
                    <a:pt x="494" y="24"/>
                    <a:pt x="493" y="24"/>
                  </a:cubicBezTo>
                  <a:cubicBezTo>
                    <a:pt x="492" y="24"/>
                    <a:pt x="491" y="24"/>
                    <a:pt x="490" y="24"/>
                  </a:cubicBezTo>
                  <a:cubicBezTo>
                    <a:pt x="490" y="23"/>
                    <a:pt x="490" y="23"/>
                    <a:pt x="490" y="23"/>
                  </a:cubicBezTo>
                  <a:cubicBezTo>
                    <a:pt x="500" y="19"/>
                    <a:pt x="500" y="19"/>
                    <a:pt x="500" y="19"/>
                  </a:cubicBezTo>
                  <a:cubicBezTo>
                    <a:pt x="502" y="19"/>
                    <a:pt x="502" y="19"/>
                    <a:pt x="502" y="19"/>
                  </a:cubicBezTo>
                  <a:close/>
                  <a:moveTo>
                    <a:pt x="524" y="26"/>
                  </a:moveTo>
                  <a:cubicBezTo>
                    <a:pt x="528" y="21"/>
                    <a:pt x="532" y="19"/>
                    <a:pt x="535" y="19"/>
                  </a:cubicBezTo>
                  <a:cubicBezTo>
                    <a:pt x="536" y="19"/>
                    <a:pt x="538" y="19"/>
                    <a:pt x="540" y="20"/>
                  </a:cubicBezTo>
                  <a:cubicBezTo>
                    <a:pt x="541" y="21"/>
                    <a:pt x="542" y="22"/>
                    <a:pt x="543" y="24"/>
                  </a:cubicBezTo>
                  <a:cubicBezTo>
                    <a:pt x="543" y="26"/>
                    <a:pt x="544" y="28"/>
                    <a:pt x="544" y="31"/>
                  </a:cubicBezTo>
                  <a:cubicBezTo>
                    <a:pt x="544" y="46"/>
                    <a:pt x="544" y="46"/>
                    <a:pt x="544" y="46"/>
                  </a:cubicBezTo>
                  <a:cubicBezTo>
                    <a:pt x="544" y="48"/>
                    <a:pt x="544" y="49"/>
                    <a:pt x="544" y="50"/>
                  </a:cubicBezTo>
                  <a:cubicBezTo>
                    <a:pt x="544" y="51"/>
                    <a:pt x="545" y="51"/>
                    <a:pt x="545" y="52"/>
                  </a:cubicBezTo>
                  <a:cubicBezTo>
                    <a:pt x="546" y="52"/>
                    <a:pt x="547" y="52"/>
                    <a:pt x="548" y="52"/>
                  </a:cubicBezTo>
                  <a:cubicBezTo>
                    <a:pt x="548" y="53"/>
                    <a:pt x="548" y="53"/>
                    <a:pt x="548" y="53"/>
                  </a:cubicBezTo>
                  <a:cubicBezTo>
                    <a:pt x="532" y="53"/>
                    <a:pt x="532" y="53"/>
                    <a:pt x="532" y="53"/>
                  </a:cubicBezTo>
                  <a:cubicBezTo>
                    <a:pt x="532" y="52"/>
                    <a:pt x="532" y="52"/>
                    <a:pt x="532" y="52"/>
                  </a:cubicBezTo>
                  <a:cubicBezTo>
                    <a:pt x="533" y="52"/>
                    <a:pt x="533" y="52"/>
                    <a:pt x="533" y="52"/>
                  </a:cubicBezTo>
                  <a:cubicBezTo>
                    <a:pt x="535" y="52"/>
                    <a:pt x="536" y="52"/>
                    <a:pt x="536" y="51"/>
                  </a:cubicBezTo>
                  <a:cubicBezTo>
                    <a:pt x="537" y="51"/>
                    <a:pt x="538" y="50"/>
                    <a:pt x="538" y="49"/>
                  </a:cubicBezTo>
                  <a:cubicBezTo>
                    <a:pt x="538" y="49"/>
                    <a:pt x="538" y="48"/>
                    <a:pt x="538" y="46"/>
                  </a:cubicBezTo>
                  <a:cubicBezTo>
                    <a:pt x="538" y="32"/>
                    <a:pt x="538" y="32"/>
                    <a:pt x="538" y="32"/>
                  </a:cubicBezTo>
                  <a:cubicBezTo>
                    <a:pt x="538" y="28"/>
                    <a:pt x="537" y="26"/>
                    <a:pt x="536" y="25"/>
                  </a:cubicBezTo>
                  <a:cubicBezTo>
                    <a:pt x="536" y="24"/>
                    <a:pt x="534" y="23"/>
                    <a:pt x="532" y="23"/>
                  </a:cubicBezTo>
                  <a:cubicBezTo>
                    <a:pt x="530" y="23"/>
                    <a:pt x="527" y="24"/>
                    <a:pt x="524" y="28"/>
                  </a:cubicBezTo>
                  <a:cubicBezTo>
                    <a:pt x="524" y="46"/>
                    <a:pt x="524" y="46"/>
                    <a:pt x="524" y="46"/>
                  </a:cubicBezTo>
                  <a:cubicBezTo>
                    <a:pt x="524" y="48"/>
                    <a:pt x="524" y="49"/>
                    <a:pt x="524" y="50"/>
                  </a:cubicBezTo>
                  <a:cubicBezTo>
                    <a:pt x="525" y="51"/>
                    <a:pt x="525" y="51"/>
                    <a:pt x="526" y="52"/>
                  </a:cubicBezTo>
                  <a:cubicBezTo>
                    <a:pt x="526" y="52"/>
                    <a:pt x="527" y="52"/>
                    <a:pt x="529" y="52"/>
                  </a:cubicBezTo>
                  <a:cubicBezTo>
                    <a:pt x="529" y="53"/>
                    <a:pt x="529" y="53"/>
                    <a:pt x="529" y="53"/>
                  </a:cubicBezTo>
                  <a:cubicBezTo>
                    <a:pt x="513" y="53"/>
                    <a:pt x="513" y="53"/>
                    <a:pt x="513" y="53"/>
                  </a:cubicBezTo>
                  <a:cubicBezTo>
                    <a:pt x="513" y="52"/>
                    <a:pt x="513" y="52"/>
                    <a:pt x="513" y="52"/>
                  </a:cubicBezTo>
                  <a:cubicBezTo>
                    <a:pt x="514" y="52"/>
                    <a:pt x="514" y="52"/>
                    <a:pt x="514" y="52"/>
                  </a:cubicBezTo>
                  <a:cubicBezTo>
                    <a:pt x="516" y="52"/>
                    <a:pt x="517" y="52"/>
                    <a:pt x="517" y="51"/>
                  </a:cubicBezTo>
                  <a:cubicBezTo>
                    <a:pt x="518" y="50"/>
                    <a:pt x="518" y="48"/>
                    <a:pt x="518" y="46"/>
                  </a:cubicBezTo>
                  <a:cubicBezTo>
                    <a:pt x="518" y="33"/>
                    <a:pt x="518" y="33"/>
                    <a:pt x="518" y="33"/>
                  </a:cubicBezTo>
                  <a:cubicBezTo>
                    <a:pt x="518" y="29"/>
                    <a:pt x="518" y="26"/>
                    <a:pt x="518" y="25"/>
                  </a:cubicBezTo>
                  <a:cubicBezTo>
                    <a:pt x="518" y="24"/>
                    <a:pt x="517" y="24"/>
                    <a:pt x="517" y="23"/>
                  </a:cubicBezTo>
                  <a:cubicBezTo>
                    <a:pt x="516" y="23"/>
                    <a:pt x="516" y="23"/>
                    <a:pt x="515" y="23"/>
                  </a:cubicBezTo>
                  <a:cubicBezTo>
                    <a:pt x="514" y="23"/>
                    <a:pt x="514" y="23"/>
                    <a:pt x="513" y="23"/>
                  </a:cubicBezTo>
                  <a:cubicBezTo>
                    <a:pt x="512" y="22"/>
                    <a:pt x="512" y="22"/>
                    <a:pt x="512" y="22"/>
                  </a:cubicBezTo>
                  <a:cubicBezTo>
                    <a:pt x="522" y="18"/>
                    <a:pt x="522" y="18"/>
                    <a:pt x="522" y="18"/>
                  </a:cubicBezTo>
                  <a:cubicBezTo>
                    <a:pt x="524" y="18"/>
                    <a:pt x="524" y="18"/>
                    <a:pt x="524" y="18"/>
                  </a:cubicBezTo>
                  <a:cubicBezTo>
                    <a:pt x="524" y="26"/>
                    <a:pt x="524" y="26"/>
                    <a:pt x="524" y="26"/>
                  </a:cubicBezTo>
                  <a:close/>
                  <a:moveTo>
                    <a:pt x="573" y="49"/>
                  </a:moveTo>
                  <a:cubicBezTo>
                    <a:pt x="570" y="52"/>
                    <a:pt x="568" y="53"/>
                    <a:pt x="567" y="54"/>
                  </a:cubicBezTo>
                  <a:cubicBezTo>
                    <a:pt x="566" y="54"/>
                    <a:pt x="564" y="54"/>
                    <a:pt x="563" y="54"/>
                  </a:cubicBezTo>
                  <a:cubicBezTo>
                    <a:pt x="560" y="54"/>
                    <a:pt x="559" y="54"/>
                    <a:pt x="557" y="52"/>
                  </a:cubicBezTo>
                  <a:cubicBezTo>
                    <a:pt x="556" y="50"/>
                    <a:pt x="555" y="48"/>
                    <a:pt x="555" y="46"/>
                  </a:cubicBezTo>
                  <a:cubicBezTo>
                    <a:pt x="555" y="44"/>
                    <a:pt x="556" y="42"/>
                    <a:pt x="556" y="41"/>
                  </a:cubicBezTo>
                  <a:cubicBezTo>
                    <a:pt x="557" y="40"/>
                    <a:pt x="559" y="38"/>
                    <a:pt x="562" y="36"/>
                  </a:cubicBezTo>
                  <a:cubicBezTo>
                    <a:pt x="564" y="35"/>
                    <a:pt x="568" y="33"/>
                    <a:pt x="574" y="31"/>
                  </a:cubicBezTo>
                  <a:cubicBezTo>
                    <a:pt x="574" y="30"/>
                    <a:pt x="574" y="30"/>
                    <a:pt x="574" y="30"/>
                  </a:cubicBezTo>
                  <a:cubicBezTo>
                    <a:pt x="574" y="26"/>
                    <a:pt x="573" y="24"/>
                    <a:pt x="572" y="23"/>
                  </a:cubicBezTo>
                  <a:cubicBezTo>
                    <a:pt x="571" y="22"/>
                    <a:pt x="570" y="21"/>
                    <a:pt x="568" y="21"/>
                  </a:cubicBezTo>
                  <a:cubicBezTo>
                    <a:pt x="566" y="21"/>
                    <a:pt x="565" y="21"/>
                    <a:pt x="564" y="22"/>
                  </a:cubicBezTo>
                  <a:cubicBezTo>
                    <a:pt x="563" y="23"/>
                    <a:pt x="563" y="24"/>
                    <a:pt x="563" y="25"/>
                  </a:cubicBezTo>
                  <a:cubicBezTo>
                    <a:pt x="563" y="27"/>
                    <a:pt x="563" y="27"/>
                    <a:pt x="563" y="27"/>
                  </a:cubicBezTo>
                  <a:cubicBezTo>
                    <a:pt x="563" y="28"/>
                    <a:pt x="562" y="29"/>
                    <a:pt x="562" y="30"/>
                  </a:cubicBezTo>
                  <a:cubicBezTo>
                    <a:pt x="562" y="30"/>
                    <a:pt x="561" y="30"/>
                    <a:pt x="560" y="30"/>
                  </a:cubicBezTo>
                  <a:cubicBezTo>
                    <a:pt x="559" y="30"/>
                    <a:pt x="558" y="30"/>
                    <a:pt x="558" y="30"/>
                  </a:cubicBezTo>
                  <a:cubicBezTo>
                    <a:pt x="558" y="29"/>
                    <a:pt x="557" y="28"/>
                    <a:pt x="557" y="27"/>
                  </a:cubicBezTo>
                  <a:cubicBezTo>
                    <a:pt x="557" y="25"/>
                    <a:pt x="558" y="23"/>
                    <a:pt x="560" y="21"/>
                  </a:cubicBezTo>
                  <a:cubicBezTo>
                    <a:pt x="562" y="19"/>
                    <a:pt x="566" y="18"/>
                    <a:pt x="569" y="18"/>
                  </a:cubicBezTo>
                  <a:cubicBezTo>
                    <a:pt x="572" y="18"/>
                    <a:pt x="574" y="18"/>
                    <a:pt x="576" y="20"/>
                  </a:cubicBezTo>
                  <a:cubicBezTo>
                    <a:pt x="578" y="20"/>
                    <a:pt x="579" y="22"/>
                    <a:pt x="580" y="23"/>
                  </a:cubicBezTo>
                  <a:cubicBezTo>
                    <a:pt x="580" y="24"/>
                    <a:pt x="580" y="26"/>
                    <a:pt x="580" y="30"/>
                  </a:cubicBezTo>
                  <a:cubicBezTo>
                    <a:pt x="580" y="41"/>
                    <a:pt x="580" y="41"/>
                    <a:pt x="580" y="41"/>
                  </a:cubicBezTo>
                  <a:cubicBezTo>
                    <a:pt x="580" y="44"/>
                    <a:pt x="580" y="46"/>
                    <a:pt x="580" y="47"/>
                  </a:cubicBezTo>
                  <a:cubicBezTo>
                    <a:pt x="580" y="48"/>
                    <a:pt x="581" y="48"/>
                    <a:pt x="581" y="49"/>
                  </a:cubicBezTo>
                  <a:cubicBezTo>
                    <a:pt x="581" y="49"/>
                    <a:pt x="581" y="49"/>
                    <a:pt x="582" y="49"/>
                  </a:cubicBezTo>
                  <a:cubicBezTo>
                    <a:pt x="582" y="49"/>
                    <a:pt x="582" y="49"/>
                    <a:pt x="583" y="49"/>
                  </a:cubicBezTo>
                  <a:cubicBezTo>
                    <a:pt x="583" y="48"/>
                    <a:pt x="584" y="48"/>
                    <a:pt x="586" y="46"/>
                  </a:cubicBezTo>
                  <a:cubicBezTo>
                    <a:pt x="586" y="48"/>
                    <a:pt x="586" y="48"/>
                    <a:pt x="586" y="48"/>
                  </a:cubicBezTo>
                  <a:cubicBezTo>
                    <a:pt x="583" y="52"/>
                    <a:pt x="580" y="54"/>
                    <a:pt x="578" y="54"/>
                  </a:cubicBezTo>
                  <a:cubicBezTo>
                    <a:pt x="577" y="54"/>
                    <a:pt x="576" y="53"/>
                    <a:pt x="575" y="52"/>
                  </a:cubicBezTo>
                  <a:cubicBezTo>
                    <a:pt x="574" y="52"/>
                    <a:pt x="573" y="51"/>
                    <a:pt x="573" y="49"/>
                  </a:cubicBezTo>
                  <a:close/>
                  <a:moveTo>
                    <a:pt x="573" y="46"/>
                  </a:moveTo>
                  <a:cubicBezTo>
                    <a:pt x="573" y="34"/>
                    <a:pt x="573" y="34"/>
                    <a:pt x="573" y="34"/>
                  </a:cubicBezTo>
                  <a:cubicBezTo>
                    <a:pt x="570" y="35"/>
                    <a:pt x="567" y="36"/>
                    <a:pt x="566" y="37"/>
                  </a:cubicBezTo>
                  <a:cubicBezTo>
                    <a:pt x="564" y="38"/>
                    <a:pt x="563" y="39"/>
                    <a:pt x="562" y="40"/>
                  </a:cubicBezTo>
                  <a:cubicBezTo>
                    <a:pt x="562" y="42"/>
                    <a:pt x="561" y="43"/>
                    <a:pt x="561" y="44"/>
                  </a:cubicBezTo>
                  <a:cubicBezTo>
                    <a:pt x="561" y="46"/>
                    <a:pt x="562" y="48"/>
                    <a:pt x="563" y="49"/>
                  </a:cubicBezTo>
                  <a:cubicBezTo>
                    <a:pt x="564" y="50"/>
                    <a:pt x="565" y="50"/>
                    <a:pt x="566" y="50"/>
                  </a:cubicBezTo>
                  <a:cubicBezTo>
                    <a:pt x="568" y="50"/>
                    <a:pt x="570" y="49"/>
                    <a:pt x="573" y="4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8" name="Freeform 36"/>
            <p:cNvSpPr>
              <a:spLocks noEditPoints="1"/>
            </p:cNvSpPr>
            <p:nvPr/>
          </p:nvSpPr>
          <p:spPr bwMode="auto">
            <a:xfrm>
              <a:off x="9304400" y="4596116"/>
              <a:ext cx="2255838" cy="300038"/>
            </a:xfrm>
            <a:custGeom>
              <a:avLst/>
              <a:gdLst>
                <a:gd name="T0" fmla="*/ 1465 w 1513"/>
                <a:gd name="T1" fmla="*/ 107 h 200"/>
                <a:gd name="T2" fmla="*/ 1416 w 1513"/>
                <a:gd name="T3" fmla="*/ 130 h 200"/>
                <a:gd name="T4" fmla="*/ 1450 w 1513"/>
                <a:gd name="T5" fmla="*/ 47 h 200"/>
                <a:gd name="T6" fmla="*/ 1458 w 1513"/>
                <a:gd name="T7" fmla="*/ 70 h 200"/>
                <a:gd name="T8" fmla="*/ 1467 w 1513"/>
                <a:gd name="T9" fmla="*/ 146 h 200"/>
                <a:gd name="T10" fmla="*/ 1410 w 1513"/>
                <a:gd name="T11" fmla="*/ 171 h 200"/>
                <a:gd name="T12" fmla="*/ 1408 w 1513"/>
                <a:gd name="T13" fmla="*/ 153 h 200"/>
                <a:gd name="T14" fmla="*/ 1272 w 1513"/>
                <a:gd name="T15" fmla="*/ 125 h 200"/>
                <a:gd name="T16" fmla="*/ 1257 w 1513"/>
                <a:gd name="T17" fmla="*/ 79 h 200"/>
                <a:gd name="T18" fmla="*/ 1298 w 1513"/>
                <a:gd name="T19" fmla="*/ 59 h 200"/>
                <a:gd name="T20" fmla="*/ 1220 w 1513"/>
                <a:gd name="T21" fmla="*/ 139 h 200"/>
                <a:gd name="T22" fmla="*/ 1112 w 1513"/>
                <a:gd name="T23" fmla="*/ 16 h 200"/>
                <a:gd name="T24" fmla="*/ 1064 w 1513"/>
                <a:gd name="T25" fmla="*/ 107 h 200"/>
                <a:gd name="T26" fmla="*/ 1074 w 1513"/>
                <a:gd name="T27" fmla="*/ 95 h 200"/>
                <a:gd name="T28" fmla="*/ 1096 w 1513"/>
                <a:gd name="T29" fmla="*/ 49 h 200"/>
                <a:gd name="T30" fmla="*/ 1098 w 1513"/>
                <a:gd name="T31" fmla="*/ 84 h 200"/>
                <a:gd name="T32" fmla="*/ 1101 w 1513"/>
                <a:gd name="T33" fmla="*/ 154 h 200"/>
                <a:gd name="T34" fmla="*/ 1038 w 1513"/>
                <a:gd name="T35" fmla="*/ 172 h 200"/>
                <a:gd name="T36" fmla="*/ 862 w 1513"/>
                <a:gd name="T37" fmla="*/ 136 h 200"/>
                <a:gd name="T38" fmla="*/ 895 w 1513"/>
                <a:gd name="T39" fmla="*/ 103 h 200"/>
                <a:gd name="T40" fmla="*/ 856 w 1513"/>
                <a:gd name="T41" fmla="*/ 83 h 200"/>
                <a:gd name="T42" fmla="*/ 873 w 1513"/>
                <a:gd name="T43" fmla="*/ 80 h 200"/>
                <a:gd name="T44" fmla="*/ 905 w 1513"/>
                <a:gd name="T45" fmla="*/ 38 h 200"/>
                <a:gd name="T46" fmla="*/ 908 w 1513"/>
                <a:gd name="T47" fmla="*/ 83 h 200"/>
                <a:gd name="T48" fmla="*/ 874 w 1513"/>
                <a:gd name="T49" fmla="*/ 168 h 200"/>
                <a:gd name="T50" fmla="*/ 809 w 1513"/>
                <a:gd name="T51" fmla="*/ 149 h 200"/>
                <a:gd name="T52" fmla="*/ 704 w 1513"/>
                <a:gd name="T53" fmla="*/ 45 h 200"/>
                <a:gd name="T54" fmla="*/ 658 w 1513"/>
                <a:gd name="T55" fmla="*/ 45 h 200"/>
                <a:gd name="T56" fmla="*/ 694 w 1513"/>
                <a:gd name="T57" fmla="*/ 50 h 200"/>
                <a:gd name="T58" fmla="*/ 705 w 1513"/>
                <a:gd name="T59" fmla="*/ 55 h 200"/>
                <a:gd name="T60" fmla="*/ 697 w 1513"/>
                <a:gd name="T61" fmla="*/ 139 h 200"/>
                <a:gd name="T62" fmla="*/ 662 w 1513"/>
                <a:gd name="T63" fmla="*/ 179 h 200"/>
                <a:gd name="T64" fmla="*/ 686 w 1513"/>
                <a:gd name="T65" fmla="*/ 141 h 200"/>
                <a:gd name="T66" fmla="*/ 720 w 1513"/>
                <a:gd name="T67" fmla="*/ 90 h 200"/>
                <a:gd name="T68" fmla="*/ 540 w 1513"/>
                <a:gd name="T69" fmla="*/ 92 h 200"/>
                <a:gd name="T70" fmla="*/ 491 w 1513"/>
                <a:gd name="T71" fmla="*/ 115 h 200"/>
                <a:gd name="T72" fmla="*/ 466 w 1513"/>
                <a:gd name="T73" fmla="*/ 70 h 200"/>
                <a:gd name="T74" fmla="*/ 444 w 1513"/>
                <a:gd name="T75" fmla="*/ 90 h 200"/>
                <a:gd name="T76" fmla="*/ 426 w 1513"/>
                <a:gd name="T77" fmla="*/ 96 h 200"/>
                <a:gd name="T78" fmla="*/ 414 w 1513"/>
                <a:gd name="T79" fmla="*/ 90 h 200"/>
                <a:gd name="T80" fmla="*/ 502 w 1513"/>
                <a:gd name="T81" fmla="*/ 43 h 200"/>
                <a:gd name="T82" fmla="*/ 560 w 1513"/>
                <a:gd name="T83" fmla="*/ 85 h 200"/>
                <a:gd name="T84" fmla="*/ 520 w 1513"/>
                <a:gd name="T85" fmla="*/ 187 h 200"/>
                <a:gd name="T86" fmla="*/ 465 w 1513"/>
                <a:gd name="T87" fmla="*/ 119 h 200"/>
                <a:gd name="T88" fmla="*/ 442 w 1513"/>
                <a:gd name="T89" fmla="*/ 153 h 200"/>
                <a:gd name="T90" fmla="*/ 282 w 1513"/>
                <a:gd name="T91" fmla="*/ 98 h 200"/>
                <a:gd name="T92" fmla="*/ 259 w 1513"/>
                <a:gd name="T93" fmla="*/ 93 h 200"/>
                <a:gd name="T94" fmla="*/ 226 w 1513"/>
                <a:gd name="T95" fmla="*/ 158 h 200"/>
                <a:gd name="T96" fmla="*/ 307 w 1513"/>
                <a:gd name="T97" fmla="*/ 43 h 200"/>
                <a:gd name="T98" fmla="*/ 290 w 1513"/>
                <a:gd name="T99" fmla="*/ 120 h 200"/>
                <a:gd name="T100" fmla="*/ 234 w 1513"/>
                <a:gd name="T101" fmla="*/ 93 h 200"/>
                <a:gd name="T102" fmla="*/ 205 w 1513"/>
                <a:gd name="T103" fmla="*/ 107 h 200"/>
                <a:gd name="T104" fmla="*/ 226 w 1513"/>
                <a:gd name="T105" fmla="*/ 171 h 200"/>
                <a:gd name="T106" fmla="*/ 101 w 1513"/>
                <a:gd name="T107" fmla="*/ 63 h 200"/>
                <a:gd name="T108" fmla="*/ 32 w 1513"/>
                <a:gd name="T109" fmla="*/ 94 h 200"/>
                <a:gd name="T110" fmla="*/ 58 w 1513"/>
                <a:gd name="T111" fmla="*/ 7 h 200"/>
                <a:gd name="T112" fmla="*/ 104 w 1513"/>
                <a:gd name="T113" fmla="*/ 90 h 200"/>
                <a:gd name="T114" fmla="*/ 48 w 1513"/>
                <a:gd name="T115" fmla="*/ 152 h 200"/>
                <a:gd name="T116" fmla="*/ 3 w 1513"/>
                <a:gd name="T117" fmla="*/ 66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513" h="200">
                  <a:moveTo>
                    <a:pt x="1410" y="31"/>
                  </a:moveTo>
                  <a:cubicBezTo>
                    <a:pt x="1410" y="28"/>
                    <a:pt x="1410" y="26"/>
                    <a:pt x="1410" y="23"/>
                  </a:cubicBezTo>
                  <a:cubicBezTo>
                    <a:pt x="1418" y="21"/>
                    <a:pt x="1413" y="3"/>
                    <a:pt x="1421" y="0"/>
                  </a:cubicBezTo>
                  <a:cubicBezTo>
                    <a:pt x="1424" y="0"/>
                    <a:pt x="1424" y="0"/>
                    <a:pt x="1424" y="0"/>
                  </a:cubicBezTo>
                  <a:cubicBezTo>
                    <a:pt x="1425" y="3"/>
                    <a:pt x="1427" y="7"/>
                    <a:pt x="1428" y="11"/>
                  </a:cubicBezTo>
                  <a:cubicBezTo>
                    <a:pt x="1428" y="13"/>
                    <a:pt x="1428" y="15"/>
                    <a:pt x="1428" y="17"/>
                  </a:cubicBezTo>
                  <a:cubicBezTo>
                    <a:pt x="1431" y="30"/>
                    <a:pt x="1429" y="36"/>
                    <a:pt x="1427" y="47"/>
                  </a:cubicBezTo>
                  <a:cubicBezTo>
                    <a:pt x="1414" y="49"/>
                    <a:pt x="1415" y="38"/>
                    <a:pt x="1410" y="31"/>
                  </a:cubicBezTo>
                  <a:close/>
                  <a:moveTo>
                    <a:pt x="1442" y="122"/>
                  </a:moveTo>
                  <a:cubicBezTo>
                    <a:pt x="1442" y="107"/>
                    <a:pt x="1454" y="110"/>
                    <a:pt x="1465" y="107"/>
                  </a:cubicBezTo>
                  <a:cubicBezTo>
                    <a:pt x="1470" y="105"/>
                    <a:pt x="1478" y="101"/>
                    <a:pt x="1482" y="97"/>
                  </a:cubicBezTo>
                  <a:cubicBezTo>
                    <a:pt x="1484" y="95"/>
                    <a:pt x="1484" y="93"/>
                    <a:pt x="1486" y="91"/>
                  </a:cubicBezTo>
                  <a:cubicBezTo>
                    <a:pt x="1485" y="90"/>
                    <a:pt x="1485" y="88"/>
                    <a:pt x="1484" y="87"/>
                  </a:cubicBezTo>
                  <a:cubicBezTo>
                    <a:pt x="1482" y="86"/>
                    <a:pt x="1479" y="83"/>
                    <a:pt x="1477" y="83"/>
                  </a:cubicBezTo>
                  <a:cubicBezTo>
                    <a:pt x="1474" y="81"/>
                    <a:pt x="1470" y="82"/>
                    <a:pt x="1468" y="81"/>
                  </a:cubicBezTo>
                  <a:cubicBezTo>
                    <a:pt x="1452" y="83"/>
                    <a:pt x="1429" y="95"/>
                    <a:pt x="1424" y="105"/>
                  </a:cubicBezTo>
                  <a:cubicBezTo>
                    <a:pt x="1424" y="108"/>
                    <a:pt x="1424" y="111"/>
                    <a:pt x="1424" y="113"/>
                  </a:cubicBezTo>
                  <a:cubicBezTo>
                    <a:pt x="1426" y="115"/>
                    <a:pt x="1428" y="117"/>
                    <a:pt x="1430" y="119"/>
                  </a:cubicBezTo>
                  <a:cubicBezTo>
                    <a:pt x="1430" y="126"/>
                    <a:pt x="1430" y="134"/>
                    <a:pt x="1422" y="135"/>
                  </a:cubicBezTo>
                  <a:cubicBezTo>
                    <a:pt x="1420" y="133"/>
                    <a:pt x="1418" y="132"/>
                    <a:pt x="1416" y="130"/>
                  </a:cubicBezTo>
                  <a:cubicBezTo>
                    <a:pt x="1414" y="132"/>
                    <a:pt x="1413" y="133"/>
                    <a:pt x="1409" y="132"/>
                  </a:cubicBezTo>
                  <a:cubicBezTo>
                    <a:pt x="1407" y="128"/>
                    <a:pt x="1397" y="105"/>
                    <a:pt x="1398" y="102"/>
                  </a:cubicBezTo>
                  <a:cubicBezTo>
                    <a:pt x="1399" y="99"/>
                    <a:pt x="1405" y="97"/>
                    <a:pt x="1408" y="96"/>
                  </a:cubicBezTo>
                  <a:cubicBezTo>
                    <a:pt x="1414" y="93"/>
                    <a:pt x="1418" y="86"/>
                    <a:pt x="1423" y="82"/>
                  </a:cubicBezTo>
                  <a:cubicBezTo>
                    <a:pt x="1426" y="80"/>
                    <a:pt x="1430" y="80"/>
                    <a:pt x="1433" y="79"/>
                  </a:cubicBezTo>
                  <a:cubicBezTo>
                    <a:pt x="1441" y="75"/>
                    <a:pt x="1447" y="65"/>
                    <a:pt x="1454" y="59"/>
                  </a:cubicBezTo>
                  <a:cubicBezTo>
                    <a:pt x="1462" y="51"/>
                    <a:pt x="1472" y="50"/>
                    <a:pt x="1478" y="41"/>
                  </a:cubicBezTo>
                  <a:cubicBezTo>
                    <a:pt x="1478" y="41"/>
                    <a:pt x="1478" y="41"/>
                    <a:pt x="1478" y="40"/>
                  </a:cubicBezTo>
                  <a:cubicBezTo>
                    <a:pt x="1477" y="40"/>
                    <a:pt x="1477" y="40"/>
                    <a:pt x="1477" y="40"/>
                  </a:cubicBezTo>
                  <a:cubicBezTo>
                    <a:pt x="1472" y="45"/>
                    <a:pt x="1459" y="54"/>
                    <a:pt x="1450" y="47"/>
                  </a:cubicBezTo>
                  <a:cubicBezTo>
                    <a:pt x="1446" y="45"/>
                    <a:pt x="1447" y="40"/>
                    <a:pt x="1444" y="37"/>
                  </a:cubicBezTo>
                  <a:cubicBezTo>
                    <a:pt x="1443" y="35"/>
                    <a:pt x="1440" y="34"/>
                    <a:pt x="1440" y="31"/>
                  </a:cubicBezTo>
                  <a:cubicBezTo>
                    <a:pt x="1440" y="29"/>
                    <a:pt x="1441" y="28"/>
                    <a:pt x="1441" y="27"/>
                  </a:cubicBezTo>
                  <a:cubicBezTo>
                    <a:pt x="1447" y="27"/>
                    <a:pt x="1459" y="35"/>
                    <a:pt x="1462" y="38"/>
                  </a:cubicBezTo>
                  <a:cubicBezTo>
                    <a:pt x="1471" y="35"/>
                    <a:pt x="1480" y="33"/>
                    <a:pt x="1488" y="28"/>
                  </a:cubicBezTo>
                  <a:cubicBezTo>
                    <a:pt x="1491" y="26"/>
                    <a:pt x="1496" y="30"/>
                    <a:pt x="1498" y="29"/>
                  </a:cubicBezTo>
                  <a:cubicBezTo>
                    <a:pt x="1502" y="32"/>
                    <a:pt x="1508" y="48"/>
                    <a:pt x="1500" y="52"/>
                  </a:cubicBezTo>
                  <a:cubicBezTo>
                    <a:pt x="1496" y="53"/>
                    <a:pt x="1490" y="53"/>
                    <a:pt x="1486" y="54"/>
                  </a:cubicBezTo>
                  <a:cubicBezTo>
                    <a:pt x="1476" y="56"/>
                    <a:pt x="1464" y="63"/>
                    <a:pt x="1457" y="69"/>
                  </a:cubicBezTo>
                  <a:cubicBezTo>
                    <a:pt x="1457" y="69"/>
                    <a:pt x="1458" y="69"/>
                    <a:pt x="1458" y="70"/>
                  </a:cubicBezTo>
                  <a:cubicBezTo>
                    <a:pt x="1458" y="70"/>
                    <a:pt x="1458" y="70"/>
                    <a:pt x="1458" y="70"/>
                  </a:cubicBezTo>
                  <a:cubicBezTo>
                    <a:pt x="1462" y="71"/>
                    <a:pt x="1469" y="68"/>
                    <a:pt x="1474" y="71"/>
                  </a:cubicBezTo>
                  <a:cubicBezTo>
                    <a:pt x="1485" y="76"/>
                    <a:pt x="1500" y="81"/>
                    <a:pt x="1500" y="99"/>
                  </a:cubicBezTo>
                  <a:cubicBezTo>
                    <a:pt x="1497" y="100"/>
                    <a:pt x="1496" y="102"/>
                    <a:pt x="1494" y="103"/>
                  </a:cubicBezTo>
                  <a:cubicBezTo>
                    <a:pt x="1488" y="105"/>
                    <a:pt x="1482" y="105"/>
                    <a:pt x="1477" y="108"/>
                  </a:cubicBezTo>
                  <a:cubicBezTo>
                    <a:pt x="1477" y="109"/>
                    <a:pt x="1477" y="109"/>
                    <a:pt x="1477" y="110"/>
                  </a:cubicBezTo>
                  <a:cubicBezTo>
                    <a:pt x="1478" y="112"/>
                    <a:pt x="1479" y="113"/>
                    <a:pt x="1479" y="118"/>
                  </a:cubicBezTo>
                  <a:cubicBezTo>
                    <a:pt x="1477" y="119"/>
                    <a:pt x="1478" y="122"/>
                    <a:pt x="1476" y="123"/>
                  </a:cubicBezTo>
                  <a:cubicBezTo>
                    <a:pt x="1472" y="130"/>
                    <a:pt x="1465" y="135"/>
                    <a:pt x="1463" y="142"/>
                  </a:cubicBezTo>
                  <a:cubicBezTo>
                    <a:pt x="1464" y="143"/>
                    <a:pt x="1466" y="145"/>
                    <a:pt x="1467" y="146"/>
                  </a:cubicBezTo>
                  <a:cubicBezTo>
                    <a:pt x="1476" y="149"/>
                    <a:pt x="1513" y="129"/>
                    <a:pt x="1508" y="151"/>
                  </a:cubicBezTo>
                  <a:cubicBezTo>
                    <a:pt x="1507" y="154"/>
                    <a:pt x="1505" y="156"/>
                    <a:pt x="1504" y="158"/>
                  </a:cubicBezTo>
                  <a:cubicBezTo>
                    <a:pt x="1500" y="158"/>
                    <a:pt x="1498" y="157"/>
                    <a:pt x="1495" y="157"/>
                  </a:cubicBezTo>
                  <a:cubicBezTo>
                    <a:pt x="1490" y="155"/>
                    <a:pt x="1472" y="161"/>
                    <a:pt x="1469" y="163"/>
                  </a:cubicBezTo>
                  <a:cubicBezTo>
                    <a:pt x="1470" y="169"/>
                    <a:pt x="1471" y="175"/>
                    <a:pt x="1471" y="182"/>
                  </a:cubicBezTo>
                  <a:cubicBezTo>
                    <a:pt x="1469" y="183"/>
                    <a:pt x="1469" y="185"/>
                    <a:pt x="1468" y="186"/>
                  </a:cubicBezTo>
                  <a:cubicBezTo>
                    <a:pt x="1465" y="188"/>
                    <a:pt x="1462" y="187"/>
                    <a:pt x="1458" y="189"/>
                  </a:cubicBezTo>
                  <a:cubicBezTo>
                    <a:pt x="1456" y="190"/>
                    <a:pt x="1453" y="193"/>
                    <a:pt x="1450" y="193"/>
                  </a:cubicBezTo>
                  <a:cubicBezTo>
                    <a:pt x="1432" y="200"/>
                    <a:pt x="1414" y="183"/>
                    <a:pt x="1410" y="171"/>
                  </a:cubicBezTo>
                  <a:cubicBezTo>
                    <a:pt x="1410" y="171"/>
                    <a:pt x="1410" y="171"/>
                    <a:pt x="1410" y="171"/>
                  </a:cubicBezTo>
                  <a:cubicBezTo>
                    <a:pt x="1416" y="171"/>
                    <a:pt x="1423" y="177"/>
                    <a:pt x="1428" y="179"/>
                  </a:cubicBezTo>
                  <a:cubicBezTo>
                    <a:pt x="1430" y="179"/>
                    <a:pt x="1433" y="179"/>
                    <a:pt x="1435" y="179"/>
                  </a:cubicBezTo>
                  <a:cubicBezTo>
                    <a:pt x="1449" y="179"/>
                    <a:pt x="1457" y="174"/>
                    <a:pt x="1463" y="165"/>
                  </a:cubicBezTo>
                  <a:cubicBezTo>
                    <a:pt x="1463" y="164"/>
                    <a:pt x="1463" y="163"/>
                    <a:pt x="1463" y="162"/>
                  </a:cubicBezTo>
                  <a:cubicBezTo>
                    <a:pt x="1462" y="162"/>
                    <a:pt x="1461" y="161"/>
                    <a:pt x="1460" y="161"/>
                  </a:cubicBezTo>
                  <a:cubicBezTo>
                    <a:pt x="1453" y="158"/>
                    <a:pt x="1440" y="165"/>
                    <a:pt x="1434" y="166"/>
                  </a:cubicBezTo>
                  <a:cubicBezTo>
                    <a:pt x="1428" y="167"/>
                    <a:pt x="1413" y="167"/>
                    <a:pt x="1408" y="164"/>
                  </a:cubicBezTo>
                  <a:cubicBezTo>
                    <a:pt x="1406" y="163"/>
                    <a:pt x="1405" y="161"/>
                    <a:pt x="1404" y="160"/>
                  </a:cubicBezTo>
                  <a:cubicBezTo>
                    <a:pt x="1404" y="159"/>
                    <a:pt x="1404" y="157"/>
                    <a:pt x="1404" y="156"/>
                  </a:cubicBezTo>
                  <a:cubicBezTo>
                    <a:pt x="1406" y="155"/>
                    <a:pt x="1407" y="154"/>
                    <a:pt x="1408" y="153"/>
                  </a:cubicBezTo>
                  <a:cubicBezTo>
                    <a:pt x="1418" y="153"/>
                    <a:pt x="1426" y="153"/>
                    <a:pt x="1436" y="153"/>
                  </a:cubicBezTo>
                  <a:cubicBezTo>
                    <a:pt x="1438" y="152"/>
                    <a:pt x="1442" y="149"/>
                    <a:pt x="1444" y="149"/>
                  </a:cubicBezTo>
                  <a:cubicBezTo>
                    <a:pt x="1448" y="147"/>
                    <a:pt x="1452" y="148"/>
                    <a:pt x="1455" y="147"/>
                  </a:cubicBezTo>
                  <a:cubicBezTo>
                    <a:pt x="1456" y="146"/>
                    <a:pt x="1456" y="146"/>
                    <a:pt x="1457" y="145"/>
                  </a:cubicBezTo>
                  <a:cubicBezTo>
                    <a:pt x="1456" y="143"/>
                    <a:pt x="1454" y="139"/>
                    <a:pt x="1456" y="136"/>
                  </a:cubicBezTo>
                  <a:cubicBezTo>
                    <a:pt x="1458" y="129"/>
                    <a:pt x="1460" y="125"/>
                    <a:pt x="1464" y="118"/>
                  </a:cubicBezTo>
                  <a:cubicBezTo>
                    <a:pt x="1463" y="117"/>
                    <a:pt x="1462" y="117"/>
                    <a:pt x="1461" y="117"/>
                  </a:cubicBezTo>
                  <a:cubicBezTo>
                    <a:pt x="1455" y="118"/>
                    <a:pt x="1451" y="121"/>
                    <a:pt x="1442" y="122"/>
                  </a:cubicBezTo>
                  <a:close/>
                  <a:moveTo>
                    <a:pt x="1272" y="127"/>
                  </a:moveTo>
                  <a:cubicBezTo>
                    <a:pt x="1272" y="125"/>
                    <a:pt x="1271" y="126"/>
                    <a:pt x="1272" y="125"/>
                  </a:cubicBezTo>
                  <a:cubicBezTo>
                    <a:pt x="1274" y="119"/>
                    <a:pt x="1285" y="115"/>
                    <a:pt x="1292" y="119"/>
                  </a:cubicBezTo>
                  <a:cubicBezTo>
                    <a:pt x="1301" y="125"/>
                    <a:pt x="1318" y="137"/>
                    <a:pt x="1316" y="154"/>
                  </a:cubicBezTo>
                  <a:cubicBezTo>
                    <a:pt x="1310" y="157"/>
                    <a:pt x="1309" y="164"/>
                    <a:pt x="1298" y="164"/>
                  </a:cubicBezTo>
                  <a:cubicBezTo>
                    <a:pt x="1298" y="161"/>
                    <a:pt x="1294" y="159"/>
                    <a:pt x="1293" y="157"/>
                  </a:cubicBezTo>
                  <a:cubicBezTo>
                    <a:pt x="1292" y="155"/>
                    <a:pt x="1292" y="152"/>
                    <a:pt x="1291" y="149"/>
                  </a:cubicBezTo>
                  <a:cubicBezTo>
                    <a:pt x="1288" y="143"/>
                    <a:pt x="1279" y="128"/>
                    <a:pt x="1272" y="127"/>
                  </a:cubicBezTo>
                  <a:close/>
                  <a:moveTo>
                    <a:pt x="1216" y="87"/>
                  </a:moveTo>
                  <a:cubicBezTo>
                    <a:pt x="1216" y="86"/>
                    <a:pt x="1217" y="85"/>
                    <a:pt x="1217" y="84"/>
                  </a:cubicBezTo>
                  <a:cubicBezTo>
                    <a:pt x="1222" y="85"/>
                    <a:pt x="1227" y="86"/>
                    <a:pt x="1232" y="87"/>
                  </a:cubicBezTo>
                  <a:cubicBezTo>
                    <a:pt x="1237" y="89"/>
                    <a:pt x="1256" y="82"/>
                    <a:pt x="1257" y="79"/>
                  </a:cubicBezTo>
                  <a:cubicBezTo>
                    <a:pt x="1260" y="74"/>
                    <a:pt x="1260" y="41"/>
                    <a:pt x="1257" y="36"/>
                  </a:cubicBezTo>
                  <a:cubicBezTo>
                    <a:pt x="1255" y="31"/>
                    <a:pt x="1252" y="30"/>
                    <a:pt x="1252" y="23"/>
                  </a:cubicBezTo>
                  <a:cubicBezTo>
                    <a:pt x="1256" y="21"/>
                    <a:pt x="1256" y="20"/>
                    <a:pt x="1264" y="20"/>
                  </a:cubicBezTo>
                  <a:cubicBezTo>
                    <a:pt x="1272" y="26"/>
                    <a:pt x="1273" y="39"/>
                    <a:pt x="1273" y="54"/>
                  </a:cubicBezTo>
                  <a:cubicBezTo>
                    <a:pt x="1273" y="59"/>
                    <a:pt x="1271" y="74"/>
                    <a:pt x="1272" y="74"/>
                  </a:cubicBezTo>
                  <a:cubicBezTo>
                    <a:pt x="1276" y="75"/>
                    <a:pt x="1290" y="70"/>
                    <a:pt x="1293" y="68"/>
                  </a:cubicBezTo>
                  <a:cubicBezTo>
                    <a:pt x="1293" y="63"/>
                    <a:pt x="1292" y="61"/>
                    <a:pt x="1288" y="58"/>
                  </a:cubicBezTo>
                  <a:cubicBezTo>
                    <a:pt x="1288" y="57"/>
                    <a:pt x="1288" y="55"/>
                    <a:pt x="1288" y="53"/>
                  </a:cubicBezTo>
                  <a:cubicBezTo>
                    <a:pt x="1289" y="53"/>
                    <a:pt x="1290" y="54"/>
                    <a:pt x="1290" y="54"/>
                  </a:cubicBezTo>
                  <a:cubicBezTo>
                    <a:pt x="1293" y="55"/>
                    <a:pt x="1295" y="59"/>
                    <a:pt x="1298" y="59"/>
                  </a:cubicBezTo>
                  <a:cubicBezTo>
                    <a:pt x="1306" y="62"/>
                    <a:pt x="1314" y="60"/>
                    <a:pt x="1321" y="63"/>
                  </a:cubicBezTo>
                  <a:cubicBezTo>
                    <a:pt x="1322" y="64"/>
                    <a:pt x="1322" y="63"/>
                    <a:pt x="1322" y="65"/>
                  </a:cubicBezTo>
                  <a:cubicBezTo>
                    <a:pt x="1322" y="67"/>
                    <a:pt x="1322" y="69"/>
                    <a:pt x="1322" y="71"/>
                  </a:cubicBezTo>
                  <a:cubicBezTo>
                    <a:pt x="1321" y="71"/>
                    <a:pt x="1320" y="74"/>
                    <a:pt x="1319" y="75"/>
                  </a:cubicBezTo>
                  <a:cubicBezTo>
                    <a:pt x="1317" y="76"/>
                    <a:pt x="1310" y="75"/>
                    <a:pt x="1308" y="76"/>
                  </a:cubicBezTo>
                  <a:cubicBezTo>
                    <a:pt x="1301" y="79"/>
                    <a:pt x="1273" y="90"/>
                    <a:pt x="1268" y="95"/>
                  </a:cubicBezTo>
                  <a:cubicBezTo>
                    <a:pt x="1264" y="99"/>
                    <a:pt x="1266" y="105"/>
                    <a:pt x="1264" y="110"/>
                  </a:cubicBezTo>
                  <a:cubicBezTo>
                    <a:pt x="1260" y="123"/>
                    <a:pt x="1250" y="153"/>
                    <a:pt x="1232" y="145"/>
                  </a:cubicBezTo>
                  <a:cubicBezTo>
                    <a:pt x="1230" y="145"/>
                    <a:pt x="1229" y="145"/>
                    <a:pt x="1228" y="145"/>
                  </a:cubicBezTo>
                  <a:cubicBezTo>
                    <a:pt x="1225" y="143"/>
                    <a:pt x="1223" y="141"/>
                    <a:pt x="1220" y="139"/>
                  </a:cubicBezTo>
                  <a:cubicBezTo>
                    <a:pt x="1220" y="138"/>
                    <a:pt x="1220" y="137"/>
                    <a:pt x="1220" y="135"/>
                  </a:cubicBezTo>
                  <a:cubicBezTo>
                    <a:pt x="1222" y="135"/>
                    <a:pt x="1225" y="131"/>
                    <a:pt x="1227" y="130"/>
                  </a:cubicBezTo>
                  <a:cubicBezTo>
                    <a:pt x="1232" y="128"/>
                    <a:pt x="1236" y="129"/>
                    <a:pt x="1240" y="127"/>
                  </a:cubicBezTo>
                  <a:cubicBezTo>
                    <a:pt x="1246" y="125"/>
                    <a:pt x="1256" y="107"/>
                    <a:pt x="1254" y="101"/>
                  </a:cubicBezTo>
                  <a:cubicBezTo>
                    <a:pt x="1246" y="100"/>
                    <a:pt x="1236" y="101"/>
                    <a:pt x="1228" y="101"/>
                  </a:cubicBezTo>
                  <a:cubicBezTo>
                    <a:pt x="1225" y="98"/>
                    <a:pt x="1222" y="96"/>
                    <a:pt x="1219" y="93"/>
                  </a:cubicBezTo>
                  <a:cubicBezTo>
                    <a:pt x="1217" y="91"/>
                    <a:pt x="1217" y="88"/>
                    <a:pt x="1216" y="87"/>
                  </a:cubicBezTo>
                  <a:close/>
                  <a:moveTo>
                    <a:pt x="1110" y="21"/>
                  </a:moveTo>
                  <a:cubicBezTo>
                    <a:pt x="1110" y="20"/>
                    <a:pt x="1110" y="19"/>
                    <a:pt x="1110" y="17"/>
                  </a:cubicBezTo>
                  <a:cubicBezTo>
                    <a:pt x="1110" y="17"/>
                    <a:pt x="1111" y="16"/>
                    <a:pt x="1112" y="16"/>
                  </a:cubicBezTo>
                  <a:cubicBezTo>
                    <a:pt x="1124" y="17"/>
                    <a:pt x="1148" y="19"/>
                    <a:pt x="1147" y="35"/>
                  </a:cubicBezTo>
                  <a:cubicBezTo>
                    <a:pt x="1142" y="43"/>
                    <a:pt x="1140" y="49"/>
                    <a:pt x="1128" y="45"/>
                  </a:cubicBezTo>
                  <a:cubicBezTo>
                    <a:pt x="1127" y="43"/>
                    <a:pt x="1126" y="41"/>
                    <a:pt x="1124" y="39"/>
                  </a:cubicBezTo>
                  <a:cubicBezTo>
                    <a:pt x="1123" y="38"/>
                    <a:pt x="1121" y="38"/>
                    <a:pt x="1119" y="37"/>
                  </a:cubicBezTo>
                  <a:cubicBezTo>
                    <a:pt x="1119" y="31"/>
                    <a:pt x="1113" y="23"/>
                    <a:pt x="1110" y="21"/>
                  </a:cubicBezTo>
                  <a:close/>
                  <a:moveTo>
                    <a:pt x="1055" y="126"/>
                  </a:moveTo>
                  <a:cubicBezTo>
                    <a:pt x="1058" y="127"/>
                    <a:pt x="1062" y="127"/>
                    <a:pt x="1064" y="125"/>
                  </a:cubicBezTo>
                  <a:cubicBezTo>
                    <a:pt x="1066" y="124"/>
                    <a:pt x="1068" y="125"/>
                    <a:pt x="1070" y="123"/>
                  </a:cubicBezTo>
                  <a:cubicBezTo>
                    <a:pt x="1074" y="119"/>
                    <a:pt x="1070" y="109"/>
                    <a:pt x="1066" y="107"/>
                  </a:cubicBezTo>
                  <a:cubicBezTo>
                    <a:pt x="1066" y="107"/>
                    <a:pt x="1064" y="107"/>
                    <a:pt x="1064" y="107"/>
                  </a:cubicBezTo>
                  <a:cubicBezTo>
                    <a:pt x="1056" y="125"/>
                    <a:pt x="1056" y="125"/>
                    <a:pt x="1056" y="125"/>
                  </a:cubicBezTo>
                  <a:cubicBezTo>
                    <a:pt x="1056" y="125"/>
                    <a:pt x="1056" y="126"/>
                    <a:pt x="1055" y="126"/>
                  </a:cubicBezTo>
                  <a:close/>
                  <a:moveTo>
                    <a:pt x="1021" y="158"/>
                  </a:moveTo>
                  <a:cubicBezTo>
                    <a:pt x="1021" y="153"/>
                    <a:pt x="1024" y="148"/>
                    <a:pt x="1024" y="143"/>
                  </a:cubicBezTo>
                  <a:cubicBezTo>
                    <a:pt x="1025" y="140"/>
                    <a:pt x="1023" y="136"/>
                    <a:pt x="1024" y="133"/>
                  </a:cubicBezTo>
                  <a:cubicBezTo>
                    <a:pt x="1031" y="132"/>
                    <a:pt x="1042" y="114"/>
                    <a:pt x="1048" y="108"/>
                  </a:cubicBezTo>
                  <a:cubicBezTo>
                    <a:pt x="1051" y="106"/>
                    <a:pt x="1056" y="103"/>
                    <a:pt x="1059" y="102"/>
                  </a:cubicBezTo>
                  <a:cubicBezTo>
                    <a:pt x="1060" y="102"/>
                    <a:pt x="1062" y="102"/>
                    <a:pt x="1063" y="103"/>
                  </a:cubicBezTo>
                  <a:cubicBezTo>
                    <a:pt x="1068" y="104"/>
                    <a:pt x="1072" y="102"/>
                    <a:pt x="1075" y="101"/>
                  </a:cubicBezTo>
                  <a:cubicBezTo>
                    <a:pt x="1075" y="99"/>
                    <a:pt x="1075" y="97"/>
                    <a:pt x="1074" y="95"/>
                  </a:cubicBezTo>
                  <a:cubicBezTo>
                    <a:pt x="1074" y="95"/>
                    <a:pt x="1072" y="92"/>
                    <a:pt x="1072" y="93"/>
                  </a:cubicBezTo>
                  <a:cubicBezTo>
                    <a:pt x="1069" y="93"/>
                    <a:pt x="1067" y="96"/>
                    <a:pt x="1065" y="97"/>
                  </a:cubicBezTo>
                  <a:cubicBezTo>
                    <a:pt x="1064" y="97"/>
                    <a:pt x="1062" y="97"/>
                    <a:pt x="1060" y="97"/>
                  </a:cubicBezTo>
                  <a:cubicBezTo>
                    <a:pt x="1051" y="97"/>
                    <a:pt x="1045" y="88"/>
                    <a:pt x="1047" y="79"/>
                  </a:cubicBezTo>
                  <a:cubicBezTo>
                    <a:pt x="1056" y="81"/>
                    <a:pt x="1069" y="81"/>
                    <a:pt x="1076" y="76"/>
                  </a:cubicBezTo>
                  <a:cubicBezTo>
                    <a:pt x="1078" y="64"/>
                    <a:pt x="1079" y="47"/>
                    <a:pt x="1083" y="37"/>
                  </a:cubicBezTo>
                  <a:cubicBezTo>
                    <a:pt x="1085" y="34"/>
                    <a:pt x="1081" y="25"/>
                    <a:pt x="1084" y="18"/>
                  </a:cubicBezTo>
                  <a:cubicBezTo>
                    <a:pt x="1085" y="18"/>
                    <a:pt x="1087" y="18"/>
                    <a:pt x="1089" y="18"/>
                  </a:cubicBezTo>
                  <a:cubicBezTo>
                    <a:pt x="1090" y="19"/>
                    <a:pt x="1091" y="21"/>
                    <a:pt x="1092" y="22"/>
                  </a:cubicBezTo>
                  <a:cubicBezTo>
                    <a:pt x="1092" y="24"/>
                    <a:pt x="1097" y="47"/>
                    <a:pt x="1096" y="49"/>
                  </a:cubicBezTo>
                  <a:cubicBezTo>
                    <a:pt x="1095" y="53"/>
                    <a:pt x="1090" y="67"/>
                    <a:pt x="1092" y="70"/>
                  </a:cubicBezTo>
                  <a:cubicBezTo>
                    <a:pt x="1092" y="71"/>
                    <a:pt x="1092" y="71"/>
                    <a:pt x="1093" y="71"/>
                  </a:cubicBezTo>
                  <a:cubicBezTo>
                    <a:pt x="1099" y="71"/>
                    <a:pt x="1107" y="67"/>
                    <a:pt x="1109" y="62"/>
                  </a:cubicBezTo>
                  <a:cubicBezTo>
                    <a:pt x="1110" y="58"/>
                    <a:pt x="1107" y="56"/>
                    <a:pt x="1108" y="54"/>
                  </a:cubicBezTo>
                  <a:cubicBezTo>
                    <a:pt x="1108" y="54"/>
                    <a:pt x="1109" y="54"/>
                    <a:pt x="1109" y="54"/>
                  </a:cubicBezTo>
                  <a:cubicBezTo>
                    <a:pt x="1113" y="56"/>
                    <a:pt x="1126" y="58"/>
                    <a:pt x="1132" y="59"/>
                  </a:cubicBezTo>
                  <a:cubicBezTo>
                    <a:pt x="1132" y="61"/>
                    <a:pt x="1132" y="63"/>
                    <a:pt x="1132" y="65"/>
                  </a:cubicBezTo>
                  <a:cubicBezTo>
                    <a:pt x="1131" y="65"/>
                    <a:pt x="1130" y="66"/>
                    <a:pt x="1130" y="66"/>
                  </a:cubicBezTo>
                  <a:cubicBezTo>
                    <a:pt x="1129" y="66"/>
                    <a:pt x="1129" y="65"/>
                    <a:pt x="1129" y="65"/>
                  </a:cubicBezTo>
                  <a:cubicBezTo>
                    <a:pt x="1120" y="68"/>
                    <a:pt x="1100" y="77"/>
                    <a:pt x="1098" y="84"/>
                  </a:cubicBezTo>
                  <a:cubicBezTo>
                    <a:pt x="1096" y="84"/>
                    <a:pt x="1093" y="83"/>
                    <a:pt x="1092" y="85"/>
                  </a:cubicBezTo>
                  <a:cubicBezTo>
                    <a:pt x="1085" y="89"/>
                    <a:pt x="1090" y="98"/>
                    <a:pt x="1088" y="106"/>
                  </a:cubicBezTo>
                  <a:cubicBezTo>
                    <a:pt x="1087" y="109"/>
                    <a:pt x="1086" y="112"/>
                    <a:pt x="1087" y="115"/>
                  </a:cubicBezTo>
                  <a:cubicBezTo>
                    <a:pt x="1088" y="115"/>
                    <a:pt x="1089" y="116"/>
                    <a:pt x="1090" y="116"/>
                  </a:cubicBezTo>
                  <a:cubicBezTo>
                    <a:pt x="1095" y="108"/>
                    <a:pt x="1106" y="105"/>
                    <a:pt x="1114" y="111"/>
                  </a:cubicBezTo>
                  <a:cubicBezTo>
                    <a:pt x="1122" y="117"/>
                    <a:pt x="1116" y="123"/>
                    <a:pt x="1119" y="131"/>
                  </a:cubicBezTo>
                  <a:cubicBezTo>
                    <a:pt x="1120" y="136"/>
                    <a:pt x="1126" y="139"/>
                    <a:pt x="1128" y="145"/>
                  </a:cubicBezTo>
                  <a:cubicBezTo>
                    <a:pt x="1128" y="145"/>
                    <a:pt x="1128" y="147"/>
                    <a:pt x="1129" y="146"/>
                  </a:cubicBezTo>
                  <a:cubicBezTo>
                    <a:pt x="1134" y="161"/>
                    <a:pt x="1113" y="161"/>
                    <a:pt x="1105" y="160"/>
                  </a:cubicBezTo>
                  <a:cubicBezTo>
                    <a:pt x="1104" y="158"/>
                    <a:pt x="1102" y="156"/>
                    <a:pt x="1101" y="154"/>
                  </a:cubicBezTo>
                  <a:cubicBezTo>
                    <a:pt x="1098" y="145"/>
                    <a:pt x="1098" y="133"/>
                    <a:pt x="1090" y="130"/>
                  </a:cubicBezTo>
                  <a:cubicBezTo>
                    <a:pt x="1076" y="139"/>
                    <a:pt x="1092" y="160"/>
                    <a:pt x="1085" y="177"/>
                  </a:cubicBezTo>
                  <a:cubicBezTo>
                    <a:pt x="1085" y="177"/>
                    <a:pt x="1085" y="177"/>
                    <a:pt x="1085" y="177"/>
                  </a:cubicBezTo>
                  <a:cubicBezTo>
                    <a:pt x="1083" y="175"/>
                    <a:pt x="1080" y="175"/>
                    <a:pt x="1079" y="173"/>
                  </a:cubicBezTo>
                  <a:cubicBezTo>
                    <a:pt x="1075" y="170"/>
                    <a:pt x="1072" y="163"/>
                    <a:pt x="1070" y="156"/>
                  </a:cubicBezTo>
                  <a:cubicBezTo>
                    <a:pt x="1068" y="149"/>
                    <a:pt x="1074" y="143"/>
                    <a:pt x="1072" y="139"/>
                  </a:cubicBezTo>
                  <a:cubicBezTo>
                    <a:pt x="1071" y="139"/>
                    <a:pt x="1071" y="138"/>
                    <a:pt x="1070" y="137"/>
                  </a:cubicBezTo>
                  <a:cubicBezTo>
                    <a:pt x="1065" y="137"/>
                    <a:pt x="1056" y="139"/>
                    <a:pt x="1054" y="144"/>
                  </a:cubicBezTo>
                  <a:cubicBezTo>
                    <a:pt x="1053" y="147"/>
                    <a:pt x="1054" y="149"/>
                    <a:pt x="1053" y="151"/>
                  </a:cubicBezTo>
                  <a:cubicBezTo>
                    <a:pt x="1050" y="156"/>
                    <a:pt x="1042" y="170"/>
                    <a:pt x="1038" y="172"/>
                  </a:cubicBezTo>
                  <a:cubicBezTo>
                    <a:pt x="1034" y="173"/>
                    <a:pt x="1030" y="171"/>
                    <a:pt x="1027" y="169"/>
                  </a:cubicBezTo>
                  <a:cubicBezTo>
                    <a:pt x="1028" y="163"/>
                    <a:pt x="1024" y="158"/>
                    <a:pt x="1021" y="158"/>
                  </a:cubicBezTo>
                  <a:close/>
                  <a:moveTo>
                    <a:pt x="913" y="65"/>
                  </a:moveTo>
                  <a:cubicBezTo>
                    <a:pt x="914" y="65"/>
                    <a:pt x="913" y="65"/>
                    <a:pt x="915" y="65"/>
                  </a:cubicBezTo>
                  <a:cubicBezTo>
                    <a:pt x="919" y="64"/>
                    <a:pt x="929" y="61"/>
                    <a:pt x="931" y="58"/>
                  </a:cubicBezTo>
                  <a:cubicBezTo>
                    <a:pt x="931" y="57"/>
                    <a:pt x="931" y="55"/>
                    <a:pt x="931" y="54"/>
                  </a:cubicBezTo>
                  <a:cubicBezTo>
                    <a:pt x="929" y="49"/>
                    <a:pt x="924" y="45"/>
                    <a:pt x="920" y="43"/>
                  </a:cubicBezTo>
                  <a:cubicBezTo>
                    <a:pt x="920" y="43"/>
                    <a:pt x="920" y="43"/>
                    <a:pt x="919" y="43"/>
                  </a:cubicBezTo>
                  <a:cubicBezTo>
                    <a:pt x="917" y="47"/>
                    <a:pt x="913" y="58"/>
                    <a:pt x="913" y="65"/>
                  </a:cubicBezTo>
                  <a:close/>
                  <a:moveTo>
                    <a:pt x="862" y="136"/>
                  </a:moveTo>
                  <a:cubicBezTo>
                    <a:pt x="863" y="139"/>
                    <a:pt x="864" y="143"/>
                    <a:pt x="865" y="147"/>
                  </a:cubicBezTo>
                  <a:cubicBezTo>
                    <a:pt x="870" y="155"/>
                    <a:pt x="887" y="161"/>
                    <a:pt x="898" y="154"/>
                  </a:cubicBezTo>
                  <a:cubicBezTo>
                    <a:pt x="900" y="149"/>
                    <a:pt x="886" y="129"/>
                    <a:pt x="882" y="126"/>
                  </a:cubicBezTo>
                  <a:cubicBezTo>
                    <a:pt x="886" y="126"/>
                    <a:pt x="890" y="126"/>
                    <a:pt x="894" y="126"/>
                  </a:cubicBezTo>
                  <a:cubicBezTo>
                    <a:pt x="896" y="127"/>
                    <a:pt x="913" y="133"/>
                    <a:pt x="914" y="132"/>
                  </a:cubicBezTo>
                  <a:cubicBezTo>
                    <a:pt x="918" y="129"/>
                    <a:pt x="918" y="106"/>
                    <a:pt x="916" y="105"/>
                  </a:cubicBezTo>
                  <a:cubicBezTo>
                    <a:pt x="914" y="104"/>
                    <a:pt x="913" y="104"/>
                    <a:pt x="912" y="104"/>
                  </a:cubicBezTo>
                  <a:cubicBezTo>
                    <a:pt x="910" y="107"/>
                    <a:pt x="907" y="113"/>
                    <a:pt x="904" y="116"/>
                  </a:cubicBezTo>
                  <a:cubicBezTo>
                    <a:pt x="903" y="116"/>
                    <a:pt x="902" y="116"/>
                    <a:pt x="902" y="116"/>
                  </a:cubicBezTo>
                  <a:cubicBezTo>
                    <a:pt x="900" y="112"/>
                    <a:pt x="897" y="108"/>
                    <a:pt x="895" y="103"/>
                  </a:cubicBezTo>
                  <a:cubicBezTo>
                    <a:pt x="893" y="99"/>
                    <a:pt x="896" y="91"/>
                    <a:pt x="894" y="87"/>
                  </a:cubicBezTo>
                  <a:cubicBezTo>
                    <a:pt x="881" y="85"/>
                    <a:pt x="881" y="95"/>
                    <a:pt x="876" y="101"/>
                  </a:cubicBezTo>
                  <a:cubicBezTo>
                    <a:pt x="869" y="111"/>
                    <a:pt x="862" y="119"/>
                    <a:pt x="862" y="136"/>
                  </a:cubicBezTo>
                  <a:close/>
                  <a:moveTo>
                    <a:pt x="801" y="141"/>
                  </a:moveTo>
                  <a:cubicBezTo>
                    <a:pt x="801" y="139"/>
                    <a:pt x="801" y="137"/>
                    <a:pt x="801" y="134"/>
                  </a:cubicBezTo>
                  <a:cubicBezTo>
                    <a:pt x="804" y="132"/>
                    <a:pt x="806" y="128"/>
                    <a:pt x="810" y="126"/>
                  </a:cubicBezTo>
                  <a:cubicBezTo>
                    <a:pt x="808" y="123"/>
                    <a:pt x="808" y="120"/>
                    <a:pt x="808" y="116"/>
                  </a:cubicBezTo>
                  <a:cubicBezTo>
                    <a:pt x="811" y="116"/>
                    <a:pt x="820" y="118"/>
                    <a:pt x="825" y="116"/>
                  </a:cubicBezTo>
                  <a:cubicBezTo>
                    <a:pt x="830" y="115"/>
                    <a:pt x="851" y="107"/>
                    <a:pt x="854" y="104"/>
                  </a:cubicBezTo>
                  <a:cubicBezTo>
                    <a:pt x="856" y="100"/>
                    <a:pt x="854" y="87"/>
                    <a:pt x="856" y="83"/>
                  </a:cubicBezTo>
                  <a:cubicBezTo>
                    <a:pt x="857" y="81"/>
                    <a:pt x="863" y="72"/>
                    <a:pt x="861" y="69"/>
                  </a:cubicBezTo>
                  <a:cubicBezTo>
                    <a:pt x="856" y="62"/>
                    <a:pt x="835" y="75"/>
                    <a:pt x="835" y="59"/>
                  </a:cubicBezTo>
                  <a:cubicBezTo>
                    <a:pt x="836" y="59"/>
                    <a:pt x="836" y="59"/>
                    <a:pt x="837" y="58"/>
                  </a:cubicBezTo>
                  <a:cubicBezTo>
                    <a:pt x="840" y="58"/>
                    <a:pt x="843" y="59"/>
                    <a:pt x="845" y="60"/>
                  </a:cubicBezTo>
                  <a:cubicBezTo>
                    <a:pt x="850" y="57"/>
                    <a:pt x="865" y="52"/>
                    <a:pt x="868" y="47"/>
                  </a:cubicBezTo>
                  <a:cubicBezTo>
                    <a:pt x="873" y="39"/>
                    <a:pt x="871" y="30"/>
                    <a:pt x="878" y="23"/>
                  </a:cubicBezTo>
                  <a:cubicBezTo>
                    <a:pt x="884" y="23"/>
                    <a:pt x="888" y="24"/>
                    <a:pt x="893" y="26"/>
                  </a:cubicBezTo>
                  <a:cubicBezTo>
                    <a:pt x="890" y="36"/>
                    <a:pt x="882" y="41"/>
                    <a:pt x="878" y="49"/>
                  </a:cubicBezTo>
                  <a:cubicBezTo>
                    <a:pt x="875" y="56"/>
                    <a:pt x="874" y="68"/>
                    <a:pt x="873" y="74"/>
                  </a:cubicBezTo>
                  <a:cubicBezTo>
                    <a:pt x="873" y="76"/>
                    <a:pt x="873" y="78"/>
                    <a:pt x="873" y="80"/>
                  </a:cubicBezTo>
                  <a:cubicBezTo>
                    <a:pt x="872" y="80"/>
                    <a:pt x="870" y="88"/>
                    <a:pt x="870" y="90"/>
                  </a:cubicBezTo>
                  <a:cubicBezTo>
                    <a:pt x="871" y="90"/>
                    <a:pt x="871" y="91"/>
                    <a:pt x="871" y="91"/>
                  </a:cubicBezTo>
                  <a:cubicBezTo>
                    <a:pt x="872" y="91"/>
                    <a:pt x="872" y="90"/>
                    <a:pt x="873" y="90"/>
                  </a:cubicBezTo>
                  <a:cubicBezTo>
                    <a:pt x="873" y="90"/>
                    <a:pt x="873" y="90"/>
                    <a:pt x="874" y="90"/>
                  </a:cubicBezTo>
                  <a:cubicBezTo>
                    <a:pt x="875" y="89"/>
                    <a:pt x="877" y="87"/>
                    <a:pt x="877" y="85"/>
                  </a:cubicBezTo>
                  <a:cubicBezTo>
                    <a:pt x="877" y="84"/>
                    <a:pt x="877" y="83"/>
                    <a:pt x="877" y="82"/>
                  </a:cubicBezTo>
                  <a:cubicBezTo>
                    <a:pt x="878" y="80"/>
                    <a:pt x="880" y="79"/>
                    <a:pt x="881" y="77"/>
                  </a:cubicBezTo>
                  <a:cubicBezTo>
                    <a:pt x="887" y="77"/>
                    <a:pt x="895" y="75"/>
                    <a:pt x="897" y="72"/>
                  </a:cubicBezTo>
                  <a:cubicBezTo>
                    <a:pt x="899" y="67"/>
                    <a:pt x="897" y="58"/>
                    <a:pt x="899" y="55"/>
                  </a:cubicBezTo>
                  <a:cubicBezTo>
                    <a:pt x="901" y="51"/>
                    <a:pt x="904" y="42"/>
                    <a:pt x="905" y="38"/>
                  </a:cubicBezTo>
                  <a:cubicBezTo>
                    <a:pt x="907" y="29"/>
                    <a:pt x="898" y="22"/>
                    <a:pt x="903" y="17"/>
                  </a:cubicBezTo>
                  <a:cubicBezTo>
                    <a:pt x="907" y="13"/>
                    <a:pt x="915" y="19"/>
                    <a:pt x="917" y="21"/>
                  </a:cubicBezTo>
                  <a:cubicBezTo>
                    <a:pt x="921" y="25"/>
                    <a:pt x="916" y="31"/>
                    <a:pt x="918" y="36"/>
                  </a:cubicBezTo>
                  <a:cubicBezTo>
                    <a:pt x="920" y="41"/>
                    <a:pt x="930" y="45"/>
                    <a:pt x="934" y="47"/>
                  </a:cubicBezTo>
                  <a:cubicBezTo>
                    <a:pt x="938" y="48"/>
                    <a:pt x="943" y="48"/>
                    <a:pt x="948" y="49"/>
                  </a:cubicBezTo>
                  <a:cubicBezTo>
                    <a:pt x="948" y="49"/>
                    <a:pt x="949" y="50"/>
                    <a:pt x="949" y="50"/>
                  </a:cubicBezTo>
                  <a:cubicBezTo>
                    <a:pt x="949" y="51"/>
                    <a:pt x="948" y="53"/>
                    <a:pt x="948" y="54"/>
                  </a:cubicBezTo>
                  <a:cubicBezTo>
                    <a:pt x="945" y="60"/>
                    <a:pt x="935" y="64"/>
                    <a:pt x="930" y="67"/>
                  </a:cubicBezTo>
                  <a:cubicBezTo>
                    <a:pt x="926" y="70"/>
                    <a:pt x="924" y="75"/>
                    <a:pt x="921" y="77"/>
                  </a:cubicBezTo>
                  <a:cubicBezTo>
                    <a:pt x="916" y="80"/>
                    <a:pt x="910" y="79"/>
                    <a:pt x="908" y="83"/>
                  </a:cubicBezTo>
                  <a:cubicBezTo>
                    <a:pt x="908" y="85"/>
                    <a:pt x="907" y="85"/>
                    <a:pt x="907" y="87"/>
                  </a:cubicBezTo>
                  <a:cubicBezTo>
                    <a:pt x="905" y="86"/>
                    <a:pt x="906" y="90"/>
                    <a:pt x="906" y="91"/>
                  </a:cubicBezTo>
                  <a:cubicBezTo>
                    <a:pt x="910" y="93"/>
                    <a:pt x="924" y="95"/>
                    <a:pt x="926" y="99"/>
                  </a:cubicBezTo>
                  <a:cubicBezTo>
                    <a:pt x="930" y="105"/>
                    <a:pt x="930" y="119"/>
                    <a:pt x="928" y="129"/>
                  </a:cubicBezTo>
                  <a:cubicBezTo>
                    <a:pt x="927" y="131"/>
                    <a:pt x="926" y="134"/>
                    <a:pt x="927" y="138"/>
                  </a:cubicBezTo>
                  <a:cubicBezTo>
                    <a:pt x="944" y="144"/>
                    <a:pt x="968" y="157"/>
                    <a:pt x="946" y="175"/>
                  </a:cubicBezTo>
                  <a:cubicBezTo>
                    <a:pt x="930" y="175"/>
                    <a:pt x="930" y="166"/>
                    <a:pt x="917" y="161"/>
                  </a:cubicBezTo>
                  <a:cubicBezTo>
                    <a:pt x="915" y="161"/>
                    <a:pt x="906" y="165"/>
                    <a:pt x="905" y="165"/>
                  </a:cubicBezTo>
                  <a:cubicBezTo>
                    <a:pt x="903" y="165"/>
                    <a:pt x="901" y="165"/>
                    <a:pt x="899" y="165"/>
                  </a:cubicBezTo>
                  <a:cubicBezTo>
                    <a:pt x="892" y="168"/>
                    <a:pt x="882" y="170"/>
                    <a:pt x="874" y="168"/>
                  </a:cubicBezTo>
                  <a:cubicBezTo>
                    <a:pt x="872" y="163"/>
                    <a:pt x="867" y="157"/>
                    <a:pt x="863" y="153"/>
                  </a:cubicBezTo>
                  <a:cubicBezTo>
                    <a:pt x="863" y="153"/>
                    <a:pt x="863" y="153"/>
                    <a:pt x="863" y="153"/>
                  </a:cubicBezTo>
                  <a:cubicBezTo>
                    <a:pt x="862" y="154"/>
                    <a:pt x="862" y="154"/>
                    <a:pt x="862" y="154"/>
                  </a:cubicBezTo>
                  <a:cubicBezTo>
                    <a:pt x="862" y="162"/>
                    <a:pt x="869" y="172"/>
                    <a:pt x="864" y="179"/>
                  </a:cubicBezTo>
                  <a:cubicBezTo>
                    <a:pt x="863" y="179"/>
                    <a:pt x="861" y="179"/>
                    <a:pt x="859" y="178"/>
                  </a:cubicBezTo>
                  <a:cubicBezTo>
                    <a:pt x="855" y="176"/>
                    <a:pt x="854" y="171"/>
                    <a:pt x="851" y="167"/>
                  </a:cubicBezTo>
                  <a:cubicBezTo>
                    <a:pt x="850" y="165"/>
                    <a:pt x="850" y="163"/>
                    <a:pt x="849" y="161"/>
                  </a:cubicBezTo>
                  <a:cubicBezTo>
                    <a:pt x="846" y="159"/>
                    <a:pt x="844" y="156"/>
                    <a:pt x="841" y="153"/>
                  </a:cubicBezTo>
                  <a:cubicBezTo>
                    <a:pt x="839" y="151"/>
                    <a:pt x="840" y="146"/>
                    <a:pt x="837" y="144"/>
                  </a:cubicBezTo>
                  <a:cubicBezTo>
                    <a:pt x="834" y="141"/>
                    <a:pt x="817" y="153"/>
                    <a:pt x="809" y="149"/>
                  </a:cubicBezTo>
                  <a:cubicBezTo>
                    <a:pt x="806" y="147"/>
                    <a:pt x="803" y="144"/>
                    <a:pt x="801" y="141"/>
                  </a:cubicBezTo>
                  <a:close/>
                  <a:moveTo>
                    <a:pt x="704" y="44"/>
                  </a:moveTo>
                  <a:cubicBezTo>
                    <a:pt x="705" y="43"/>
                    <a:pt x="706" y="43"/>
                    <a:pt x="707" y="42"/>
                  </a:cubicBezTo>
                  <a:cubicBezTo>
                    <a:pt x="707" y="41"/>
                    <a:pt x="707" y="41"/>
                    <a:pt x="706" y="40"/>
                  </a:cubicBezTo>
                  <a:cubicBezTo>
                    <a:pt x="706" y="40"/>
                    <a:pt x="706" y="40"/>
                    <a:pt x="706" y="40"/>
                  </a:cubicBezTo>
                  <a:cubicBezTo>
                    <a:pt x="706" y="40"/>
                    <a:pt x="706" y="40"/>
                    <a:pt x="705" y="40"/>
                  </a:cubicBezTo>
                  <a:cubicBezTo>
                    <a:pt x="705" y="41"/>
                    <a:pt x="705" y="43"/>
                    <a:pt x="704" y="44"/>
                  </a:cubicBezTo>
                  <a:close/>
                  <a:moveTo>
                    <a:pt x="702" y="45"/>
                  </a:moveTo>
                  <a:cubicBezTo>
                    <a:pt x="702" y="46"/>
                    <a:pt x="703" y="46"/>
                    <a:pt x="703" y="46"/>
                  </a:cubicBezTo>
                  <a:cubicBezTo>
                    <a:pt x="704" y="46"/>
                    <a:pt x="704" y="46"/>
                    <a:pt x="704" y="45"/>
                  </a:cubicBezTo>
                  <a:cubicBezTo>
                    <a:pt x="704" y="45"/>
                    <a:pt x="704" y="45"/>
                    <a:pt x="704" y="45"/>
                  </a:cubicBezTo>
                  <a:cubicBezTo>
                    <a:pt x="704" y="45"/>
                    <a:pt x="704" y="44"/>
                    <a:pt x="704" y="44"/>
                  </a:cubicBezTo>
                  <a:cubicBezTo>
                    <a:pt x="704" y="44"/>
                    <a:pt x="703" y="43"/>
                    <a:pt x="703" y="43"/>
                  </a:cubicBezTo>
                  <a:cubicBezTo>
                    <a:pt x="703" y="43"/>
                    <a:pt x="703" y="44"/>
                    <a:pt x="702" y="44"/>
                  </a:cubicBezTo>
                  <a:cubicBezTo>
                    <a:pt x="702" y="45"/>
                    <a:pt x="702" y="45"/>
                    <a:pt x="702" y="45"/>
                  </a:cubicBezTo>
                  <a:close/>
                  <a:moveTo>
                    <a:pt x="637" y="47"/>
                  </a:moveTo>
                  <a:cubicBezTo>
                    <a:pt x="637" y="41"/>
                    <a:pt x="637" y="35"/>
                    <a:pt x="639" y="30"/>
                  </a:cubicBezTo>
                  <a:cubicBezTo>
                    <a:pt x="639" y="27"/>
                    <a:pt x="639" y="25"/>
                    <a:pt x="638" y="23"/>
                  </a:cubicBezTo>
                  <a:cubicBezTo>
                    <a:pt x="640" y="23"/>
                    <a:pt x="647" y="21"/>
                    <a:pt x="647" y="21"/>
                  </a:cubicBezTo>
                  <a:cubicBezTo>
                    <a:pt x="652" y="29"/>
                    <a:pt x="651" y="39"/>
                    <a:pt x="658" y="45"/>
                  </a:cubicBezTo>
                  <a:cubicBezTo>
                    <a:pt x="658" y="48"/>
                    <a:pt x="658" y="51"/>
                    <a:pt x="658" y="55"/>
                  </a:cubicBezTo>
                  <a:cubicBezTo>
                    <a:pt x="656" y="55"/>
                    <a:pt x="654" y="58"/>
                    <a:pt x="653" y="59"/>
                  </a:cubicBezTo>
                  <a:cubicBezTo>
                    <a:pt x="643" y="59"/>
                    <a:pt x="640" y="53"/>
                    <a:pt x="637" y="47"/>
                  </a:cubicBezTo>
                  <a:close/>
                  <a:moveTo>
                    <a:pt x="621" y="118"/>
                  </a:moveTo>
                  <a:cubicBezTo>
                    <a:pt x="621" y="113"/>
                    <a:pt x="621" y="109"/>
                    <a:pt x="621" y="105"/>
                  </a:cubicBezTo>
                  <a:cubicBezTo>
                    <a:pt x="628" y="104"/>
                    <a:pt x="632" y="97"/>
                    <a:pt x="636" y="92"/>
                  </a:cubicBezTo>
                  <a:cubicBezTo>
                    <a:pt x="640" y="85"/>
                    <a:pt x="652" y="76"/>
                    <a:pt x="660" y="71"/>
                  </a:cubicBezTo>
                  <a:cubicBezTo>
                    <a:pt x="663" y="70"/>
                    <a:pt x="678" y="62"/>
                    <a:pt x="677" y="61"/>
                  </a:cubicBezTo>
                  <a:cubicBezTo>
                    <a:pt x="680" y="60"/>
                    <a:pt x="693" y="54"/>
                    <a:pt x="694" y="51"/>
                  </a:cubicBezTo>
                  <a:cubicBezTo>
                    <a:pt x="694" y="50"/>
                    <a:pt x="694" y="50"/>
                    <a:pt x="694" y="50"/>
                  </a:cubicBezTo>
                  <a:cubicBezTo>
                    <a:pt x="692" y="49"/>
                    <a:pt x="681" y="45"/>
                    <a:pt x="680" y="44"/>
                  </a:cubicBezTo>
                  <a:cubicBezTo>
                    <a:pt x="678" y="43"/>
                    <a:pt x="676" y="39"/>
                    <a:pt x="675" y="39"/>
                  </a:cubicBezTo>
                  <a:cubicBezTo>
                    <a:pt x="675" y="38"/>
                    <a:pt x="675" y="37"/>
                    <a:pt x="675" y="37"/>
                  </a:cubicBezTo>
                  <a:cubicBezTo>
                    <a:pt x="684" y="39"/>
                    <a:pt x="702" y="36"/>
                    <a:pt x="707" y="33"/>
                  </a:cubicBezTo>
                  <a:cubicBezTo>
                    <a:pt x="709" y="31"/>
                    <a:pt x="712" y="28"/>
                    <a:pt x="716" y="27"/>
                  </a:cubicBezTo>
                  <a:cubicBezTo>
                    <a:pt x="721" y="26"/>
                    <a:pt x="736" y="34"/>
                    <a:pt x="739" y="36"/>
                  </a:cubicBezTo>
                  <a:cubicBezTo>
                    <a:pt x="739" y="38"/>
                    <a:pt x="738" y="39"/>
                    <a:pt x="738" y="41"/>
                  </a:cubicBezTo>
                  <a:cubicBezTo>
                    <a:pt x="736" y="42"/>
                    <a:pt x="734" y="44"/>
                    <a:pt x="732" y="45"/>
                  </a:cubicBezTo>
                  <a:cubicBezTo>
                    <a:pt x="731" y="45"/>
                    <a:pt x="730" y="45"/>
                    <a:pt x="730" y="45"/>
                  </a:cubicBezTo>
                  <a:cubicBezTo>
                    <a:pt x="724" y="47"/>
                    <a:pt x="709" y="51"/>
                    <a:pt x="705" y="55"/>
                  </a:cubicBezTo>
                  <a:cubicBezTo>
                    <a:pt x="706" y="56"/>
                    <a:pt x="706" y="57"/>
                    <a:pt x="706" y="58"/>
                  </a:cubicBezTo>
                  <a:cubicBezTo>
                    <a:pt x="708" y="59"/>
                    <a:pt x="710" y="60"/>
                    <a:pt x="712" y="61"/>
                  </a:cubicBezTo>
                  <a:cubicBezTo>
                    <a:pt x="713" y="61"/>
                    <a:pt x="715" y="61"/>
                    <a:pt x="717" y="61"/>
                  </a:cubicBezTo>
                  <a:cubicBezTo>
                    <a:pt x="724" y="65"/>
                    <a:pt x="744" y="92"/>
                    <a:pt x="730" y="103"/>
                  </a:cubicBezTo>
                  <a:cubicBezTo>
                    <a:pt x="728" y="104"/>
                    <a:pt x="716" y="108"/>
                    <a:pt x="717" y="108"/>
                  </a:cubicBezTo>
                  <a:cubicBezTo>
                    <a:pt x="711" y="111"/>
                    <a:pt x="705" y="106"/>
                    <a:pt x="702" y="111"/>
                  </a:cubicBezTo>
                  <a:cubicBezTo>
                    <a:pt x="702" y="114"/>
                    <a:pt x="702" y="117"/>
                    <a:pt x="702" y="120"/>
                  </a:cubicBezTo>
                  <a:cubicBezTo>
                    <a:pt x="699" y="125"/>
                    <a:pt x="694" y="130"/>
                    <a:pt x="690" y="134"/>
                  </a:cubicBezTo>
                  <a:cubicBezTo>
                    <a:pt x="690" y="136"/>
                    <a:pt x="690" y="137"/>
                    <a:pt x="691" y="137"/>
                  </a:cubicBezTo>
                  <a:cubicBezTo>
                    <a:pt x="692" y="139"/>
                    <a:pt x="695" y="139"/>
                    <a:pt x="697" y="139"/>
                  </a:cubicBezTo>
                  <a:cubicBezTo>
                    <a:pt x="698" y="138"/>
                    <a:pt x="699" y="137"/>
                    <a:pt x="700" y="134"/>
                  </a:cubicBezTo>
                  <a:cubicBezTo>
                    <a:pt x="711" y="134"/>
                    <a:pt x="716" y="138"/>
                    <a:pt x="726" y="140"/>
                  </a:cubicBezTo>
                  <a:cubicBezTo>
                    <a:pt x="727" y="143"/>
                    <a:pt x="730" y="149"/>
                    <a:pt x="729" y="151"/>
                  </a:cubicBezTo>
                  <a:cubicBezTo>
                    <a:pt x="728" y="152"/>
                    <a:pt x="727" y="154"/>
                    <a:pt x="725" y="155"/>
                  </a:cubicBezTo>
                  <a:cubicBezTo>
                    <a:pt x="716" y="158"/>
                    <a:pt x="712" y="149"/>
                    <a:pt x="705" y="150"/>
                  </a:cubicBezTo>
                  <a:cubicBezTo>
                    <a:pt x="704" y="149"/>
                    <a:pt x="700" y="153"/>
                    <a:pt x="699" y="155"/>
                  </a:cubicBezTo>
                  <a:cubicBezTo>
                    <a:pt x="698" y="157"/>
                    <a:pt x="700" y="159"/>
                    <a:pt x="700" y="160"/>
                  </a:cubicBezTo>
                  <a:cubicBezTo>
                    <a:pt x="700" y="162"/>
                    <a:pt x="700" y="164"/>
                    <a:pt x="700" y="166"/>
                  </a:cubicBezTo>
                  <a:cubicBezTo>
                    <a:pt x="702" y="174"/>
                    <a:pt x="698" y="180"/>
                    <a:pt x="692" y="183"/>
                  </a:cubicBezTo>
                  <a:cubicBezTo>
                    <a:pt x="685" y="187"/>
                    <a:pt x="666" y="181"/>
                    <a:pt x="662" y="179"/>
                  </a:cubicBezTo>
                  <a:cubicBezTo>
                    <a:pt x="662" y="177"/>
                    <a:pt x="653" y="173"/>
                    <a:pt x="651" y="173"/>
                  </a:cubicBezTo>
                  <a:cubicBezTo>
                    <a:pt x="651" y="172"/>
                    <a:pt x="652" y="172"/>
                    <a:pt x="652" y="172"/>
                  </a:cubicBezTo>
                  <a:cubicBezTo>
                    <a:pt x="660" y="170"/>
                    <a:pt x="676" y="168"/>
                    <a:pt x="683" y="163"/>
                  </a:cubicBezTo>
                  <a:cubicBezTo>
                    <a:pt x="685" y="162"/>
                    <a:pt x="692" y="157"/>
                    <a:pt x="689" y="155"/>
                  </a:cubicBezTo>
                  <a:cubicBezTo>
                    <a:pt x="685" y="154"/>
                    <a:pt x="675" y="155"/>
                    <a:pt x="672" y="157"/>
                  </a:cubicBezTo>
                  <a:cubicBezTo>
                    <a:pt x="668" y="159"/>
                    <a:pt x="653" y="154"/>
                    <a:pt x="652" y="153"/>
                  </a:cubicBezTo>
                  <a:cubicBezTo>
                    <a:pt x="650" y="152"/>
                    <a:pt x="650" y="151"/>
                    <a:pt x="649" y="149"/>
                  </a:cubicBezTo>
                  <a:cubicBezTo>
                    <a:pt x="649" y="148"/>
                    <a:pt x="649" y="148"/>
                    <a:pt x="650" y="147"/>
                  </a:cubicBezTo>
                  <a:cubicBezTo>
                    <a:pt x="660" y="147"/>
                    <a:pt x="674" y="146"/>
                    <a:pt x="684" y="144"/>
                  </a:cubicBezTo>
                  <a:cubicBezTo>
                    <a:pt x="685" y="143"/>
                    <a:pt x="685" y="142"/>
                    <a:pt x="686" y="141"/>
                  </a:cubicBezTo>
                  <a:cubicBezTo>
                    <a:pt x="686" y="141"/>
                    <a:pt x="686" y="141"/>
                    <a:pt x="686" y="140"/>
                  </a:cubicBezTo>
                  <a:cubicBezTo>
                    <a:pt x="684" y="139"/>
                    <a:pt x="684" y="138"/>
                    <a:pt x="682" y="137"/>
                  </a:cubicBezTo>
                  <a:cubicBezTo>
                    <a:pt x="682" y="133"/>
                    <a:pt x="681" y="129"/>
                    <a:pt x="683" y="125"/>
                  </a:cubicBezTo>
                  <a:cubicBezTo>
                    <a:pt x="685" y="122"/>
                    <a:pt x="691" y="115"/>
                    <a:pt x="690" y="111"/>
                  </a:cubicBezTo>
                  <a:cubicBezTo>
                    <a:pt x="690" y="109"/>
                    <a:pt x="689" y="109"/>
                    <a:pt x="688" y="109"/>
                  </a:cubicBezTo>
                  <a:cubicBezTo>
                    <a:pt x="680" y="105"/>
                    <a:pt x="670" y="123"/>
                    <a:pt x="665" y="118"/>
                  </a:cubicBezTo>
                  <a:cubicBezTo>
                    <a:pt x="666" y="112"/>
                    <a:pt x="667" y="106"/>
                    <a:pt x="670" y="102"/>
                  </a:cubicBezTo>
                  <a:cubicBezTo>
                    <a:pt x="675" y="96"/>
                    <a:pt x="690" y="97"/>
                    <a:pt x="695" y="102"/>
                  </a:cubicBezTo>
                  <a:cubicBezTo>
                    <a:pt x="701" y="102"/>
                    <a:pt x="703" y="100"/>
                    <a:pt x="707" y="98"/>
                  </a:cubicBezTo>
                  <a:cubicBezTo>
                    <a:pt x="711" y="95"/>
                    <a:pt x="717" y="94"/>
                    <a:pt x="720" y="90"/>
                  </a:cubicBezTo>
                  <a:cubicBezTo>
                    <a:pt x="720" y="89"/>
                    <a:pt x="720" y="88"/>
                    <a:pt x="720" y="89"/>
                  </a:cubicBezTo>
                  <a:cubicBezTo>
                    <a:pt x="726" y="78"/>
                    <a:pt x="710" y="68"/>
                    <a:pt x="705" y="66"/>
                  </a:cubicBezTo>
                  <a:cubicBezTo>
                    <a:pt x="694" y="63"/>
                    <a:pt x="681" y="76"/>
                    <a:pt x="678" y="81"/>
                  </a:cubicBezTo>
                  <a:cubicBezTo>
                    <a:pt x="670" y="91"/>
                    <a:pt x="657" y="97"/>
                    <a:pt x="649" y="107"/>
                  </a:cubicBezTo>
                  <a:cubicBezTo>
                    <a:pt x="645" y="112"/>
                    <a:pt x="646" y="118"/>
                    <a:pt x="644" y="123"/>
                  </a:cubicBezTo>
                  <a:cubicBezTo>
                    <a:pt x="643" y="127"/>
                    <a:pt x="640" y="131"/>
                    <a:pt x="639" y="133"/>
                  </a:cubicBezTo>
                  <a:cubicBezTo>
                    <a:pt x="632" y="134"/>
                    <a:pt x="625" y="130"/>
                    <a:pt x="623" y="125"/>
                  </a:cubicBezTo>
                  <a:cubicBezTo>
                    <a:pt x="621" y="123"/>
                    <a:pt x="623" y="120"/>
                    <a:pt x="621" y="118"/>
                  </a:cubicBezTo>
                  <a:close/>
                  <a:moveTo>
                    <a:pt x="537" y="94"/>
                  </a:moveTo>
                  <a:cubicBezTo>
                    <a:pt x="538" y="94"/>
                    <a:pt x="540" y="93"/>
                    <a:pt x="540" y="92"/>
                  </a:cubicBezTo>
                  <a:cubicBezTo>
                    <a:pt x="541" y="91"/>
                    <a:pt x="540" y="90"/>
                    <a:pt x="540" y="89"/>
                  </a:cubicBezTo>
                  <a:cubicBezTo>
                    <a:pt x="539" y="90"/>
                    <a:pt x="539" y="90"/>
                    <a:pt x="539" y="90"/>
                  </a:cubicBezTo>
                  <a:cubicBezTo>
                    <a:pt x="538" y="91"/>
                    <a:pt x="538" y="93"/>
                    <a:pt x="537" y="94"/>
                  </a:cubicBezTo>
                  <a:close/>
                  <a:moveTo>
                    <a:pt x="503" y="79"/>
                  </a:moveTo>
                  <a:cubicBezTo>
                    <a:pt x="504" y="80"/>
                    <a:pt x="505" y="81"/>
                    <a:pt x="507" y="79"/>
                  </a:cubicBezTo>
                  <a:cubicBezTo>
                    <a:pt x="507" y="77"/>
                    <a:pt x="508" y="77"/>
                    <a:pt x="508" y="75"/>
                  </a:cubicBezTo>
                  <a:cubicBezTo>
                    <a:pt x="508" y="75"/>
                    <a:pt x="507" y="75"/>
                    <a:pt x="507" y="74"/>
                  </a:cubicBezTo>
                  <a:cubicBezTo>
                    <a:pt x="506" y="75"/>
                    <a:pt x="505" y="75"/>
                    <a:pt x="504" y="75"/>
                  </a:cubicBezTo>
                  <a:cubicBezTo>
                    <a:pt x="504" y="77"/>
                    <a:pt x="504" y="77"/>
                    <a:pt x="503" y="79"/>
                  </a:cubicBezTo>
                  <a:close/>
                  <a:moveTo>
                    <a:pt x="491" y="115"/>
                  </a:moveTo>
                  <a:cubicBezTo>
                    <a:pt x="496" y="117"/>
                    <a:pt x="504" y="111"/>
                    <a:pt x="507" y="108"/>
                  </a:cubicBezTo>
                  <a:cubicBezTo>
                    <a:pt x="506" y="107"/>
                    <a:pt x="506" y="105"/>
                    <a:pt x="506" y="104"/>
                  </a:cubicBezTo>
                  <a:cubicBezTo>
                    <a:pt x="505" y="104"/>
                    <a:pt x="505" y="103"/>
                    <a:pt x="504" y="103"/>
                  </a:cubicBezTo>
                  <a:cubicBezTo>
                    <a:pt x="501" y="105"/>
                    <a:pt x="494" y="109"/>
                    <a:pt x="491" y="113"/>
                  </a:cubicBezTo>
                  <a:cubicBezTo>
                    <a:pt x="491" y="113"/>
                    <a:pt x="491" y="114"/>
                    <a:pt x="491" y="115"/>
                  </a:cubicBezTo>
                  <a:close/>
                  <a:moveTo>
                    <a:pt x="460" y="78"/>
                  </a:moveTo>
                  <a:cubicBezTo>
                    <a:pt x="461" y="79"/>
                    <a:pt x="462" y="79"/>
                    <a:pt x="463" y="79"/>
                  </a:cubicBezTo>
                  <a:cubicBezTo>
                    <a:pt x="466" y="77"/>
                    <a:pt x="468" y="75"/>
                    <a:pt x="470" y="73"/>
                  </a:cubicBezTo>
                  <a:cubicBezTo>
                    <a:pt x="470" y="71"/>
                    <a:pt x="470" y="71"/>
                    <a:pt x="470" y="69"/>
                  </a:cubicBezTo>
                  <a:cubicBezTo>
                    <a:pt x="468" y="69"/>
                    <a:pt x="467" y="70"/>
                    <a:pt x="466" y="70"/>
                  </a:cubicBezTo>
                  <a:cubicBezTo>
                    <a:pt x="464" y="71"/>
                    <a:pt x="461" y="74"/>
                    <a:pt x="460" y="78"/>
                  </a:cubicBezTo>
                  <a:close/>
                  <a:moveTo>
                    <a:pt x="453" y="106"/>
                  </a:moveTo>
                  <a:cubicBezTo>
                    <a:pt x="454" y="106"/>
                    <a:pt x="454" y="106"/>
                    <a:pt x="455" y="106"/>
                  </a:cubicBezTo>
                  <a:cubicBezTo>
                    <a:pt x="457" y="103"/>
                    <a:pt x="473" y="90"/>
                    <a:pt x="469" y="87"/>
                  </a:cubicBezTo>
                  <a:cubicBezTo>
                    <a:pt x="458" y="82"/>
                    <a:pt x="453" y="96"/>
                    <a:pt x="453" y="106"/>
                  </a:cubicBezTo>
                  <a:close/>
                  <a:moveTo>
                    <a:pt x="438" y="93"/>
                  </a:moveTo>
                  <a:cubicBezTo>
                    <a:pt x="439" y="93"/>
                    <a:pt x="440" y="94"/>
                    <a:pt x="440" y="95"/>
                  </a:cubicBezTo>
                  <a:cubicBezTo>
                    <a:pt x="442" y="95"/>
                    <a:pt x="443" y="95"/>
                    <a:pt x="444" y="95"/>
                  </a:cubicBezTo>
                  <a:cubicBezTo>
                    <a:pt x="445" y="94"/>
                    <a:pt x="446" y="93"/>
                    <a:pt x="446" y="92"/>
                  </a:cubicBezTo>
                  <a:cubicBezTo>
                    <a:pt x="445" y="91"/>
                    <a:pt x="444" y="91"/>
                    <a:pt x="444" y="90"/>
                  </a:cubicBezTo>
                  <a:cubicBezTo>
                    <a:pt x="444" y="91"/>
                    <a:pt x="439" y="91"/>
                    <a:pt x="438" y="92"/>
                  </a:cubicBezTo>
                  <a:cubicBezTo>
                    <a:pt x="438" y="92"/>
                    <a:pt x="438" y="92"/>
                    <a:pt x="438" y="93"/>
                  </a:cubicBezTo>
                  <a:close/>
                  <a:moveTo>
                    <a:pt x="425" y="130"/>
                  </a:moveTo>
                  <a:cubicBezTo>
                    <a:pt x="429" y="129"/>
                    <a:pt x="448" y="117"/>
                    <a:pt x="439" y="112"/>
                  </a:cubicBezTo>
                  <a:cubicBezTo>
                    <a:pt x="438" y="112"/>
                    <a:pt x="438" y="112"/>
                    <a:pt x="437" y="112"/>
                  </a:cubicBezTo>
                  <a:cubicBezTo>
                    <a:pt x="435" y="119"/>
                    <a:pt x="428" y="123"/>
                    <a:pt x="425" y="130"/>
                  </a:cubicBezTo>
                  <a:close/>
                  <a:moveTo>
                    <a:pt x="398" y="150"/>
                  </a:moveTo>
                  <a:cubicBezTo>
                    <a:pt x="398" y="144"/>
                    <a:pt x="399" y="138"/>
                    <a:pt x="399" y="133"/>
                  </a:cubicBezTo>
                  <a:cubicBezTo>
                    <a:pt x="403" y="131"/>
                    <a:pt x="426" y="102"/>
                    <a:pt x="429" y="97"/>
                  </a:cubicBezTo>
                  <a:cubicBezTo>
                    <a:pt x="428" y="96"/>
                    <a:pt x="428" y="96"/>
                    <a:pt x="426" y="96"/>
                  </a:cubicBezTo>
                  <a:cubicBezTo>
                    <a:pt x="424" y="97"/>
                    <a:pt x="405" y="104"/>
                    <a:pt x="401" y="101"/>
                  </a:cubicBezTo>
                  <a:cubicBezTo>
                    <a:pt x="400" y="100"/>
                    <a:pt x="400" y="100"/>
                    <a:pt x="400" y="100"/>
                  </a:cubicBezTo>
                  <a:cubicBezTo>
                    <a:pt x="400" y="86"/>
                    <a:pt x="411" y="79"/>
                    <a:pt x="418" y="74"/>
                  </a:cubicBezTo>
                  <a:cubicBezTo>
                    <a:pt x="424" y="70"/>
                    <a:pt x="428" y="65"/>
                    <a:pt x="432" y="60"/>
                  </a:cubicBezTo>
                  <a:cubicBezTo>
                    <a:pt x="437" y="54"/>
                    <a:pt x="450" y="45"/>
                    <a:pt x="453" y="38"/>
                  </a:cubicBezTo>
                  <a:cubicBezTo>
                    <a:pt x="454" y="34"/>
                    <a:pt x="454" y="29"/>
                    <a:pt x="454" y="25"/>
                  </a:cubicBezTo>
                  <a:cubicBezTo>
                    <a:pt x="462" y="22"/>
                    <a:pt x="468" y="24"/>
                    <a:pt x="473" y="28"/>
                  </a:cubicBezTo>
                  <a:cubicBezTo>
                    <a:pt x="468" y="46"/>
                    <a:pt x="437" y="68"/>
                    <a:pt x="423" y="81"/>
                  </a:cubicBezTo>
                  <a:cubicBezTo>
                    <a:pt x="420" y="84"/>
                    <a:pt x="416" y="86"/>
                    <a:pt x="413" y="89"/>
                  </a:cubicBezTo>
                  <a:cubicBezTo>
                    <a:pt x="413" y="90"/>
                    <a:pt x="413" y="90"/>
                    <a:pt x="414" y="90"/>
                  </a:cubicBezTo>
                  <a:cubicBezTo>
                    <a:pt x="419" y="90"/>
                    <a:pt x="426" y="88"/>
                    <a:pt x="430" y="86"/>
                  </a:cubicBezTo>
                  <a:cubicBezTo>
                    <a:pt x="436" y="85"/>
                    <a:pt x="441" y="85"/>
                    <a:pt x="447" y="84"/>
                  </a:cubicBezTo>
                  <a:cubicBezTo>
                    <a:pt x="451" y="81"/>
                    <a:pt x="451" y="77"/>
                    <a:pt x="453" y="73"/>
                  </a:cubicBezTo>
                  <a:cubicBezTo>
                    <a:pt x="457" y="67"/>
                    <a:pt x="460" y="60"/>
                    <a:pt x="466" y="55"/>
                  </a:cubicBezTo>
                  <a:cubicBezTo>
                    <a:pt x="469" y="55"/>
                    <a:pt x="472" y="55"/>
                    <a:pt x="474" y="55"/>
                  </a:cubicBezTo>
                  <a:cubicBezTo>
                    <a:pt x="475" y="57"/>
                    <a:pt x="477" y="58"/>
                    <a:pt x="478" y="59"/>
                  </a:cubicBezTo>
                  <a:cubicBezTo>
                    <a:pt x="481" y="63"/>
                    <a:pt x="483" y="67"/>
                    <a:pt x="485" y="71"/>
                  </a:cubicBezTo>
                  <a:cubicBezTo>
                    <a:pt x="488" y="69"/>
                    <a:pt x="495" y="62"/>
                    <a:pt x="492" y="57"/>
                  </a:cubicBezTo>
                  <a:cubicBezTo>
                    <a:pt x="491" y="54"/>
                    <a:pt x="488" y="53"/>
                    <a:pt x="490" y="49"/>
                  </a:cubicBezTo>
                  <a:cubicBezTo>
                    <a:pt x="490" y="46"/>
                    <a:pt x="498" y="42"/>
                    <a:pt x="502" y="43"/>
                  </a:cubicBezTo>
                  <a:cubicBezTo>
                    <a:pt x="502" y="47"/>
                    <a:pt x="506" y="51"/>
                    <a:pt x="508" y="53"/>
                  </a:cubicBezTo>
                  <a:cubicBezTo>
                    <a:pt x="515" y="55"/>
                    <a:pt x="513" y="47"/>
                    <a:pt x="514" y="43"/>
                  </a:cubicBezTo>
                  <a:cubicBezTo>
                    <a:pt x="517" y="34"/>
                    <a:pt x="512" y="13"/>
                    <a:pt x="524" y="13"/>
                  </a:cubicBezTo>
                  <a:cubicBezTo>
                    <a:pt x="525" y="15"/>
                    <a:pt x="530" y="19"/>
                    <a:pt x="532" y="21"/>
                  </a:cubicBezTo>
                  <a:cubicBezTo>
                    <a:pt x="532" y="21"/>
                    <a:pt x="532" y="21"/>
                    <a:pt x="533" y="21"/>
                  </a:cubicBezTo>
                  <a:cubicBezTo>
                    <a:pt x="535" y="25"/>
                    <a:pt x="536" y="27"/>
                    <a:pt x="539" y="30"/>
                  </a:cubicBezTo>
                  <a:cubicBezTo>
                    <a:pt x="541" y="34"/>
                    <a:pt x="544" y="42"/>
                    <a:pt x="545" y="47"/>
                  </a:cubicBezTo>
                  <a:cubicBezTo>
                    <a:pt x="546" y="51"/>
                    <a:pt x="542" y="54"/>
                    <a:pt x="543" y="59"/>
                  </a:cubicBezTo>
                  <a:cubicBezTo>
                    <a:pt x="546" y="65"/>
                    <a:pt x="553" y="69"/>
                    <a:pt x="556" y="75"/>
                  </a:cubicBezTo>
                  <a:cubicBezTo>
                    <a:pt x="558" y="79"/>
                    <a:pt x="558" y="83"/>
                    <a:pt x="560" y="85"/>
                  </a:cubicBezTo>
                  <a:cubicBezTo>
                    <a:pt x="564" y="89"/>
                    <a:pt x="570" y="91"/>
                    <a:pt x="574" y="95"/>
                  </a:cubicBezTo>
                  <a:cubicBezTo>
                    <a:pt x="574" y="97"/>
                    <a:pt x="574" y="98"/>
                    <a:pt x="574" y="99"/>
                  </a:cubicBezTo>
                  <a:cubicBezTo>
                    <a:pt x="572" y="100"/>
                    <a:pt x="570" y="102"/>
                    <a:pt x="568" y="103"/>
                  </a:cubicBezTo>
                  <a:cubicBezTo>
                    <a:pt x="565" y="105"/>
                    <a:pt x="561" y="104"/>
                    <a:pt x="559" y="105"/>
                  </a:cubicBezTo>
                  <a:cubicBezTo>
                    <a:pt x="552" y="106"/>
                    <a:pt x="543" y="109"/>
                    <a:pt x="539" y="114"/>
                  </a:cubicBezTo>
                  <a:cubicBezTo>
                    <a:pt x="536" y="117"/>
                    <a:pt x="536" y="135"/>
                    <a:pt x="535" y="141"/>
                  </a:cubicBezTo>
                  <a:cubicBezTo>
                    <a:pt x="535" y="143"/>
                    <a:pt x="534" y="145"/>
                    <a:pt x="534" y="148"/>
                  </a:cubicBezTo>
                  <a:cubicBezTo>
                    <a:pt x="532" y="152"/>
                    <a:pt x="531" y="158"/>
                    <a:pt x="530" y="163"/>
                  </a:cubicBezTo>
                  <a:cubicBezTo>
                    <a:pt x="530" y="164"/>
                    <a:pt x="530" y="165"/>
                    <a:pt x="530" y="166"/>
                  </a:cubicBezTo>
                  <a:cubicBezTo>
                    <a:pt x="526" y="174"/>
                    <a:pt x="524" y="181"/>
                    <a:pt x="520" y="187"/>
                  </a:cubicBezTo>
                  <a:cubicBezTo>
                    <a:pt x="520" y="190"/>
                    <a:pt x="520" y="193"/>
                    <a:pt x="520" y="195"/>
                  </a:cubicBezTo>
                  <a:cubicBezTo>
                    <a:pt x="519" y="195"/>
                    <a:pt x="519" y="195"/>
                    <a:pt x="519" y="195"/>
                  </a:cubicBezTo>
                  <a:cubicBezTo>
                    <a:pt x="518" y="193"/>
                    <a:pt x="515" y="191"/>
                    <a:pt x="514" y="189"/>
                  </a:cubicBezTo>
                  <a:cubicBezTo>
                    <a:pt x="511" y="185"/>
                    <a:pt x="511" y="181"/>
                    <a:pt x="509" y="177"/>
                  </a:cubicBezTo>
                  <a:cubicBezTo>
                    <a:pt x="509" y="175"/>
                    <a:pt x="509" y="173"/>
                    <a:pt x="509" y="171"/>
                  </a:cubicBezTo>
                  <a:cubicBezTo>
                    <a:pt x="507" y="163"/>
                    <a:pt x="509" y="147"/>
                    <a:pt x="508" y="135"/>
                  </a:cubicBezTo>
                  <a:cubicBezTo>
                    <a:pt x="507" y="135"/>
                    <a:pt x="506" y="135"/>
                    <a:pt x="507" y="134"/>
                  </a:cubicBezTo>
                  <a:cubicBezTo>
                    <a:pt x="497" y="136"/>
                    <a:pt x="489" y="139"/>
                    <a:pt x="481" y="142"/>
                  </a:cubicBezTo>
                  <a:cubicBezTo>
                    <a:pt x="476" y="142"/>
                    <a:pt x="472" y="143"/>
                    <a:pt x="467" y="143"/>
                  </a:cubicBezTo>
                  <a:cubicBezTo>
                    <a:pt x="462" y="138"/>
                    <a:pt x="463" y="125"/>
                    <a:pt x="465" y="119"/>
                  </a:cubicBezTo>
                  <a:cubicBezTo>
                    <a:pt x="470" y="117"/>
                    <a:pt x="476" y="112"/>
                    <a:pt x="478" y="108"/>
                  </a:cubicBezTo>
                  <a:cubicBezTo>
                    <a:pt x="478" y="107"/>
                    <a:pt x="478" y="105"/>
                    <a:pt x="478" y="104"/>
                  </a:cubicBezTo>
                  <a:cubicBezTo>
                    <a:pt x="484" y="97"/>
                    <a:pt x="492" y="90"/>
                    <a:pt x="488" y="77"/>
                  </a:cubicBezTo>
                  <a:cubicBezTo>
                    <a:pt x="488" y="77"/>
                    <a:pt x="488" y="77"/>
                    <a:pt x="487" y="77"/>
                  </a:cubicBezTo>
                  <a:cubicBezTo>
                    <a:pt x="473" y="87"/>
                    <a:pt x="476" y="96"/>
                    <a:pt x="467" y="109"/>
                  </a:cubicBezTo>
                  <a:cubicBezTo>
                    <a:pt x="461" y="117"/>
                    <a:pt x="456" y="117"/>
                    <a:pt x="452" y="129"/>
                  </a:cubicBezTo>
                  <a:cubicBezTo>
                    <a:pt x="448" y="140"/>
                    <a:pt x="457" y="156"/>
                    <a:pt x="457" y="165"/>
                  </a:cubicBezTo>
                  <a:cubicBezTo>
                    <a:pt x="455" y="165"/>
                    <a:pt x="455" y="167"/>
                    <a:pt x="454" y="167"/>
                  </a:cubicBezTo>
                  <a:cubicBezTo>
                    <a:pt x="452" y="167"/>
                    <a:pt x="452" y="167"/>
                    <a:pt x="450" y="167"/>
                  </a:cubicBezTo>
                  <a:cubicBezTo>
                    <a:pt x="447" y="163"/>
                    <a:pt x="444" y="159"/>
                    <a:pt x="442" y="153"/>
                  </a:cubicBezTo>
                  <a:cubicBezTo>
                    <a:pt x="440" y="149"/>
                    <a:pt x="441" y="145"/>
                    <a:pt x="439" y="141"/>
                  </a:cubicBezTo>
                  <a:cubicBezTo>
                    <a:pt x="438" y="141"/>
                    <a:pt x="438" y="141"/>
                    <a:pt x="437" y="141"/>
                  </a:cubicBezTo>
                  <a:cubicBezTo>
                    <a:pt x="431" y="151"/>
                    <a:pt x="418" y="157"/>
                    <a:pt x="402" y="157"/>
                  </a:cubicBezTo>
                  <a:cubicBezTo>
                    <a:pt x="402" y="156"/>
                    <a:pt x="400" y="155"/>
                    <a:pt x="400" y="155"/>
                  </a:cubicBezTo>
                  <a:cubicBezTo>
                    <a:pt x="398" y="153"/>
                    <a:pt x="398" y="151"/>
                    <a:pt x="398" y="150"/>
                  </a:cubicBezTo>
                  <a:close/>
                  <a:moveTo>
                    <a:pt x="278" y="104"/>
                  </a:moveTo>
                  <a:cubicBezTo>
                    <a:pt x="279" y="106"/>
                    <a:pt x="280" y="109"/>
                    <a:pt x="281" y="111"/>
                  </a:cubicBezTo>
                  <a:cubicBezTo>
                    <a:pt x="282" y="111"/>
                    <a:pt x="282" y="111"/>
                    <a:pt x="282" y="111"/>
                  </a:cubicBezTo>
                  <a:cubicBezTo>
                    <a:pt x="283" y="108"/>
                    <a:pt x="286" y="101"/>
                    <a:pt x="283" y="99"/>
                  </a:cubicBezTo>
                  <a:cubicBezTo>
                    <a:pt x="283" y="99"/>
                    <a:pt x="282" y="99"/>
                    <a:pt x="282" y="98"/>
                  </a:cubicBezTo>
                  <a:cubicBezTo>
                    <a:pt x="281" y="98"/>
                    <a:pt x="280" y="98"/>
                    <a:pt x="279" y="99"/>
                  </a:cubicBezTo>
                  <a:cubicBezTo>
                    <a:pt x="279" y="102"/>
                    <a:pt x="278" y="101"/>
                    <a:pt x="278" y="104"/>
                  </a:cubicBezTo>
                  <a:close/>
                  <a:moveTo>
                    <a:pt x="257" y="97"/>
                  </a:moveTo>
                  <a:cubicBezTo>
                    <a:pt x="257" y="97"/>
                    <a:pt x="257" y="98"/>
                    <a:pt x="257" y="99"/>
                  </a:cubicBezTo>
                  <a:cubicBezTo>
                    <a:pt x="258" y="99"/>
                    <a:pt x="258" y="99"/>
                    <a:pt x="258" y="99"/>
                  </a:cubicBezTo>
                  <a:cubicBezTo>
                    <a:pt x="258" y="99"/>
                    <a:pt x="259" y="99"/>
                    <a:pt x="259" y="99"/>
                  </a:cubicBezTo>
                  <a:cubicBezTo>
                    <a:pt x="260" y="98"/>
                    <a:pt x="260" y="97"/>
                    <a:pt x="261" y="97"/>
                  </a:cubicBezTo>
                  <a:cubicBezTo>
                    <a:pt x="261" y="95"/>
                    <a:pt x="261" y="95"/>
                    <a:pt x="260" y="93"/>
                  </a:cubicBezTo>
                  <a:cubicBezTo>
                    <a:pt x="260" y="93"/>
                    <a:pt x="260" y="93"/>
                    <a:pt x="260" y="93"/>
                  </a:cubicBezTo>
                  <a:cubicBezTo>
                    <a:pt x="259" y="93"/>
                    <a:pt x="259" y="93"/>
                    <a:pt x="259" y="93"/>
                  </a:cubicBezTo>
                  <a:cubicBezTo>
                    <a:pt x="258" y="94"/>
                    <a:pt x="258" y="95"/>
                    <a:pt x="257" y="97"/>
                  </a:cubicBezTo>
                  <a:close/>
                  <a:moveTo>
                    <a:pt x="236" y="104"/>
                  </a:moveTo>
                  <a:cubicBezTo>
                    <a:pt x="236" y="105"/>
                    <a:pt x="237" y="105"/>
                    <a:pt x="238" y="105"/>
                  </a:cubicBezTo>
                  <a:cubicBezTo>
                    <a:pt x="241" y="104"/>
                    <a:pt x="242" y="102"/>
                    <a:pt x="245" y="100"/>
                  </a:cubicBezTo>
                  <a:cubicBezTo>
                    <a:pt x="245" y="99"/>
                    <a:pt x="245" y="98"/>
                    <a:pt x="245" y="97"/>
                  </a:cubicBezTo>
                  <a:cubicBezTo>
                    <a:pt x="244" y="97"/>
                    <a:pt x="244" y="97"/>
                    <a:pt x="244" y="97"/>
                  </a:cubicBezTo>
                  <a:cubicBezTo>
                    <a:pt x="244" y="97"/>
                    <a:pt x="243" y="97"/>
                    <a:pt x="242" y="97"/>
                  </a:cubicBezTo>
                  <a:cubicBezTo>
                    <a:pt x="240" y="99"/>
                    <a:pt x="238" y="101"/>
                    <a:pt x="236" y="104"/>
                  </a:cubicBezTo>
                  <a:close/>
                  <a:moveTo>
                    <a:pt x="216" y="151"/>
                  </a:moveTo>
                  <a:cubicBezTo>
                    <a:pt x="217" y="152"/>
                    <a:pt x="225" y="157"/>
                    <a:pt x="226" y="158"/>
                  </a:cubicBezTo>
                  <a:cubicBezTo>
                    <a:pt x="230" y="159"/>
                    <a:pt x="253" y="155"/>
                    <a:pt x="254" y="154"/>
                  </a:cubicBezTo>
                  <a:cubicBezTo>
                    <a:pt x="254" y="153"/>
                    <a:pt x="253" y="151"/>
                    <a:pt x="252" y="149"/>
                  </a:cubicBezTo>
                  <a:cubicBezTo>
                    <a:pt x="253" y="149"/>
                    <a:pt x="253" y="149"/>
                    <a:pt x="253" y="149"/>
                  </a:cubicBezTo>
                  <a:cubicBezTo>
                    <a:pt x="259" y="147"/>
                    <a:pt x="266" y="162"/>
                    <a:pt x="274" y="147"/>
                  </a:cubicBezTo>
                  <a:cubicBezTo>
                    <a:pt x="280" y="149"/>
                    <a:pt x="289" y="157"/>
                    <a:pt x="296" y="153"/>
                  </a:cubicBezTo>
                  <a:cubicBezTo>
                    <a:pt x="309" y="147"/>
                    <a:pt x="312" y="126"/>
                    <a:pt x="312" y="104"/>
                  </a:cubicBezTo>
                  <a:cubicBezTo>
                    <a:pt x="312" y="97"/>
                    <a:pt x="313" y="86"/>
                    <a:pt x="310" y="81"/>
                  </a:cubicBezTo>
                  <a:cubicBezTo>
                    <a:pt x="310" y="78"/>
                    <a:pt x="310" y="75"/>
                    <a:pt x="310" y="73"/>
                  </a:cubicBezTo>
                  <a:cubicBezTo>
                    <a:pt x="310" y="67"/>
                    <a:pt x="310" y="56"/>
                    <a:pt x="308" y="51"/>
                  </a:cubicBezTo>
                  <a:cubicBezTo>
                    <a:pt x="308" y="49"/>
                    <a:pt x="307" y="45"/>
                    <a:pt x="307" y="43"/>
                  </a:cubicBezTo>
                  <a:cubicBezTo>
                    <a:pt x="305" y="35"/>
                    <a:pt x="304" y="27"/>
                    <a:pt x="301" y="21"/>
                  </a:cubicBezTo>
                  <a:cubicBezTo>
                    <a:pt x="270" y="17"/>
                    <a:pt x="248" y="27"/>
                    <a:pt x="235" y="46"/>
                  </a:cubicBezTo>
                  <a:cubicBezTo>
                    <a:pt x="232" y="50"/>
                    <a:pt x="222" y="63"/>
                    <a:pt x="225" y="70"/>
                  </a:cubicBezTo>
                  <a:cubicBezTo>
                    <a:pt x="233" y="70"/>
                    <a:pt x="243" y="58"/>
                    <a:pt x="249" y="54"/>
                  </a:cubicBezTo>
                  <a:cubicBezTo>
                    <a:pt x="250" y="54"/>
                    <a:pt x="254" y="53"/>
                    <a:pt x="254" y="53"/>
                  </a:cubicBezTo>
                  <a:cubicBezTo>
                    <a:pt x="280" y="51"/>
                    <a:pt x="264" y="71"/>
                    <a:pt x="264" y="83"/>
                  </a:cubicBezTo>
                  <a:cubicBezTo>
                    <a:pt x="268" y="85"/>
                    <a:pt x="278" y="95"/>
                    <a:pt x="284" y="92"/>
                  </a:cubicBezTo>
                  <a:cubicBezTo>
                    <a:pt x="284" y="91"/>
                    <a:pt x="285" y="90"/>
                    <a:pt x="286" y="90"/>
                  </a:cubicBezTo>
                  <a:cubicBezTo>
                    <a:pt x="293" y="90"/>
                    <a:pt x="311" y="103"/>
                    <a:pt x="302" y="112"/>
                  </a:cubicBezTo>
                  <a:cubicBezTo>
                    <a:pt x="299" y="115"/>
                    <a:pt x="294" y="117"/>
                    <a:pt x="290" y="120"/>
                  </a:cubicBezTo>
                  <a:cubicBezTo>
                    <a:pt x="285" y="123"/>
                    <a:pt x="280" y="129"/>
                    <a:pt x="274" y="133"/>
                  </a:cubicBezTo>
                  <a:cubicBezTo>
                    <a:pt x="274" y="133"/>
                    <a:pt x="272" y="133"/>
                    <a:pt x="273" y="134"/>
                  </a:cubicBezTo>
                  <a:cubicBezTo>
                    <a:pt x="268" y="137"/>
                    <a:pt x="260" y="139"/>
                    <a:pt x="254" y="143"/>
                  </a:cubicBezTo>
                  <a:cubicBezTo>
                    <a:pt x="251" y="145"/>
                    <a:pt x="243" y="143"/>
                    <a:pt x="240" y="143"/>
                  </a:cubicBezTo>
                  <a:cubicBezTo>
                    <a:pt x="238" y="140"/>
                    <a:pt x="232" y="133"/>
                    <a:pt x="236" y="127"/>
                  </a:cubicBezTo>
                  <a:cubicBezTo>
                    <a:pt x="237" y="124"/>
                    <a:pt x="242" y="120"/>
                    <a:pt x="244" y="119"/>
                  </a:cubicBezTo>
                  <a:cubicBezTo>
                    <a:pt x="244" y="116"/>
                    <a:pt x="243" y="116"/>
                    <a:pt x="241" y="116"/>
                  </a:cubicBezTo>
                  <a:cubicBezTo>
                    <a:pt x="238" y="121"/>
                    <a:pt x="227" y="110"/>
                    <a:pt x="226" y="108"/>
                  </a:cubicBezTo>
                  <a:cubicBezTo>
                    <a:pt x="226" y="105"/>
                    <a:pt x="226" y="102"/>
                    <a:pt x="226" y="99"/>
                  </a:cubicBezTo>
                  <a:cubicBezTo>
                    <a:pt x="229" y="98"/>
                    <a:pt x="231" y="95"/>
                    <a:pt x="234" y="93"/>
                  </a:cubicBezTo>
                  <a:cubicBezTo>
                    <a:pt x="242" y="89"/>
                    <a:pt x="256" y="87"/>
                    <a:pt x="252" y="74"/>
                  </a:cubicBezTo>
                  <a:cubicBezTo>
                    <a:pt x="252" y="74"/>
                    <a:pt x="251" y="74"/>
                    <a:pt x="250" y="74"/>
                  </a:cubicBezTo>
                  <a:cubicBezTo>
                    <a:pt x="246" y="78"/>
                    <a:pt x="227" y="77"/>
                    <a:pt x="223" y="83"/>
                  </a:cubicBezTo>
                  <a:cubicBezTo>
                    <a:pt x="220" y="86"/>
                    <a:pt x="223" y="93"/>
                    <a:pt x="221" y="97"/>
                  </a:cubicBezTo>
                  <a:cubicBezTo>
                    <a:pt x="219" y="97"/>
                    <a:pt x="220" y="103"/>
                    <a:pt x="218" y="105"/>
                  </a:cubicBezTo>
                  <a:cubicBezTo>
                    <a:pt x="214" y="114"/>
                    <a:pt x="219" y="132"/>
                    <a:pt x="217" y="141"/>
                  </a:cubicBezTo>
                  <a:cubicBezTo>
                    <a:pt x="217" y="144"/>
                    <a:pt x="216" y="149"/>
                    <a:pt x="216" y="151"/>
                  </a:cubicBezTo>
                  <a:close/>
                  <a:moveTo>
                    <a:pt x="197" y="154"/>
                  </a:moveTo>
                  <a:cubicBezTo>
                    <a:pt x="197" y="141"/>
                    <a:pt x="202" y="127"/>
                    <a:pt x="205" y="115"/>
                  </a:cubicBezTo>
                  <a:cubicBezTo>
                    <a:pt x="205" y="113"/>
                    <a:pt x="205" y="110"/>
                    <a:pt x="205" y="107"/>
                  </a:cubicBezTo>
                  <a:cubicBezTo>
                    <a:pt x="205" y="93"/>
                    <a:pt x="199" y="79"/>
                    <a:pt x="201" y="66"/>
                  </a:cubicBezTo>
                  <a:cubicBezTo>
                    <a:pt x="205" y="39"/>
                    <a:pt x="229" y="25"/>
                    <a:pt x="252" y="17"/>
                  </a:cubicBezTo>
                  <a:cubicBezTo>
                    <a:pt x="261" y="15"/>
                    <a:pt x="289" y="6"/>
                    <a:pt x="300" y="13"/>
                  </a:cubicBezTo>
                  <a:cubicBezTo>
                    <a:pt x="302" y="13"/>
                    <a:pt x="306" y="13"/>
                    <a:pt x="308" y="15"/>
                  </a:cubicBezTo>
                  <a:cubicBezTo>
                    <a:pt x="330" y="29"/>
                    <a:pt x="324" y="79"/>
                    <a:pt x="325" y="113"/>
                  </a:cubicBezTo>
                  <a:cubicBezTo>
                    <a:pt x="325" y="129"/>
                    <a:pt x="328" y="154"/>
                    <a:pt x="320" y="163"/>
                  </a:cubicBezTo>
                  <a:cubicBezTo>
                    <a:pt x="318" y="166"/>
                    <a:pt x="294" y="183"/>
                    <a:pt x="287" y="179"/>
                  </a:cubicBezTo>
                  <a:cubicBezTo>
                    <a:pt x="280" y="175"/>
                    <a:pt x="274" y="165"/>
                    <a:pt x="264" y="164"/>
                  </a:cubicBezTo>
                  <a:cubicBezTo>
                    <a:pt x="261" y="163"/>
                    <a:pt x="257" y="167"/>
                    <a:pt x="254" y="168"/>
                  </a:cubicBezTo>
                  <a:cubicBezTo>
                    <a:pt x="252" y="169"/>
                    <a:pt x="230" y="173"/>
                    <a:pt x="226" y="171"/>
                  </a:cubicBezTo>
                  <a:cubicBezTo>
                    <a:pt x="221" y="170"/>
                    <a:pt x="220" y="167"/>
                    <a:pt x="216" y="164"/>
                  </a:cubicBezTo>
                  <a:cubicBezTo>
                    <a:pt x="216" y="164"/>
                    <a:pt x="216" y="164"/>
                    <a:pt x="216" y="164"/>
                  </a:cubicBezTo>
                  <a:cubicBezTo>
                    <a:pt x="213" y="166"/>
                    <a:pt x="211" y="170"/>
                    <a:pt x="206" y="170"/>
                  </a:cubicBezTo>
                  <a:cubicBezTo>
                    <a:pt x="204" y="168"/>
                    <a:pt x="202" y="166"/>
                    <a:pt x="201" y="164"/>
                  </a:cubicBezTo>
                  <a:cubicBezTo>
                    <a:pt x="199" y="161"/>
                    <a:pt x="199" y="158"/>
                    <a:pt x="197" y="154"/>
                  </a:cubicBezTo>
                  <a:close/>
                  <a:moveTo>
                    <a:pt x="83" y="79"/>
                  </a:moveTo>
                  <a:cubicBezTo>
                    <a:pt x="84" y="83"/>
                    <a:pt x="84" y="85"/>
                    <a:pt x="85" y="87"/>
                  </a:cubicBezTo>
                  <a:cubicBezTo>
                    <a:pt x="92" y="84"/>
                    <a:pt x="115" y="69"/>
                    <a:pt x="116" y="62"/>
                  </a:cubicBezTo>
                  <a:cubicBezTo>
                    <a:pt x="116" y="62"/>
                    <a:pt x="116" y="62"/>
                    <a:pt x="115" y="62"/>
                  </a:cubicBezTo>
                  <a:cubicBezTo>
                    <a:pt x="111" y="60"/>
                    <a:pt x="105" y="62"/>
                    <a:pt x="101" y="63"/>
                  </a:cubicBezTo>
                  <a:cubicBezTo>
                    <a:pt x="98" y="63"/>
                    <a:pt x="96" y="63"/>
                    <a:pt x="93" y="63"/>
                  </a:cubicBezTo>
                  <a:cubicBezTo>
                    <a:pt x="84" y="65"/>
                    <a:pt x="82" y="70"/>
                    <a:pt x="83" y="79"/>
                  </a:cubicBezTo>
                  <a:close/>
                  <a:moveTo>
                    <a:pt x="32" y="97"/>
                  </a:moveTo>
                  <a:cubicBezTo>
                    <a:pt x="36" y="101"/>
                    <a:pt x="36" y="104"/>
                    <a:pt x="36" y="112"/>
                  </a:cubicBezTo>
                  <a:cubicBezTo>
                    <a:pt x="38" y="113"/>
                    <a:pt x="38" y="113"/>
                    <a:pt x="38" y="114"/>
                  </a:cubicBezTo>
                  <a:cubicBezTo>
                    <a:pt x="41" y="114"/>
                    <a:pt x="44" y="114"/>
                    <a:pt x="46" y="113"/>
                  </a:cubicBezTo>
                  <a:cubicBezTo>
                    <a:pt x="47" y="111"/>
                    <a:pt x="50" y="108"/>
                    <a:pt x="50" y="106"/>
                  </a:cubicBezTo>
                  <a:cubicBezTo>
                    <a:pt x="52" y="100"/>
                    <a:pt x="53" y="86"/>
                    <a:pt x="49" y="83"/>
                  </a:cubicBezTo>
                  <a:cubicBezTo>
                    <a:pt x="49" y="83"/>
                    <a:pt x="49" y="82"/>
                    <a:pt x="48" y="82"/>
                  </a:cubicBezTo>
                  <a:cubicBezTo>
                    <a:pt x="42" y="82"/>
                    <a:pt x="34" y="89"/>
                    <a:pt x="32" y="94"/>
                  </a:cubicBezTo>
                  <a:cubicBezTo>
                    <a:pt x="32" y="95"/>
                    <a:pt x="32" y="96"/>
                    <a:pt x="32" y="97"/>
                  </a:cubicBezTo>
                  <a:close/>
                  <a:moveTo>
                    <a:pt x="3" y="66"/>
                  </a:moveTo>
                  <a:cubicBezTo>
                    <a:pt x="9" y="66"/>
                    <a:pt x="12" y="70"/>
                    <a:pt x="14" y="73"/>
                  </a:cubicBezTo>
                  <a:cubicBezTo>
                    <a:pt x="16" y="73"/>
                    <a:pt x="18" y="73"/>
                    <a:pt x="19" y="73"/>
                  </a:cubicBezTo>
                  <a:cubicBezTo>
                    <a:pt x="22" y="71"/>
                    <a:pt x="24" y="69"/>
                    <a:pt x="26" y="67"/>
                  </a:cubicBezTo>
                  <a:cubicBezTo>
                    <a:pt x="31" y="64"/>
                    <a:pt x="38" y="63"/>
                    <a:pt x="44" y="60"/>
                  </a:cubicBezTo>
                  <a:cubicBezTo>
                    <a:pt x="48" y="57"/>
                    <a:pt x="51" y="59"/>
                    <a:pt x="54" y="55"/>
                  </a:cubicBezTo>
                  <a:cubicBezTo>
                    <a:pt x="57" y="47"/>
                    <a:pt x="51" y="40"/>
                    <a:pt x="54" y="31"/>
                  </a:cubicBezTo>
                  <a:cubicBezTo>
                    <a:pt x="55" y="26"/>
                    <a:pt x="56" y="23"/>
                    <a:pt x="57" y="17"/>
                  </a:cubicBezTo>
                  <a:cubicBezTo>
                    <a:pt x="57" y="17"/>
                    <a:pt x="56" y="5"/>
                    <a:pt x="58" y="7"/>
                  </a:cubicBezTo>
                  <a:cubicBezTo>
                    <a:pt x="58" y="6"/>
                    <a:pt x="58" y="6"/>
                    <a:pt x="59" y="6"/>
                  </a:cubicBezTo>
                  <a:cubicBezTo>
                    <a:pt x="69" y="5"/>
                    <a:pt x="83" y="21"/>
                    <a:pt x="92" y="27"/>
                  </a:cubicBezTo>
                  <a:cubicBezTo>
                    <a:pt x="92" y="35"/>
                    <a:pt x="89" y="43"/>
                    <a:pt x="90" y="51"/>
                  </a:cubicBezTo>
                  <a:cubicBezTo>
                    <a:pt x="100" y="55"/>
                    <a:pt x="115" y="50"/>
                    <a:pt x="126" y="48"/>
                  </a:cubicBezTo>
                  <a:cubicBezTo>
                    <a:pt x="130" y="48"/>
                    <a:pt x="134" y="48"/>
                    <a:pt x="138" y="49"/>
                  </a:cubicBezTo>
                  <a:cubicBezTo>
                    <a:pt x="140" y="50"/>
                    <a:pt x="142" y="53"/>
                    <a:pt x="144" y="53"/>
                  </a:cubicBezTo>
                  <a:cubicBezTo>
                    <a:pt x="144" y="53"/>
                    <a:pt x="144" y="55"/>
                    <a:pt x="144" y="55"/>
                  </a:cubicBezTo>
                  <a:cubicBezTo>
                    <a:pt x="140" y="59"/>
                    <a:pt x="136" y="64"/>
                    <a:pt x="133" y="68"/>
                  </a:cubicBezTo>
                  <a:cubicBezTo>
                    <a:pt x="130" y="71"/>
                    <a:pt x="120" y="76"/>
                    <a:pt x="114" y="79"/>
                  </a:cubicBezTo>
                  <a:cubicBezTo>
                    <a:pt x="110" y="82"/>
                    <a:pt x="104" y="83"/>
                    <a:pt x="104" y="90"/>
                  </a:cubicBezTo>
                  <a:cubicBezTo>
                    <a:pt x="105" y="91"/>
                    <a:pt x="106" y="91"/>
                    <a:pt x="106" y="92"/>
                  </a:cubicBezTo>
                  <a:cubicBezTo>
                    <a:pt x="114" y="95"/>
                    <a:pt x="125" y="91"/>
                    <a:pt x="128" y="99"/>
                  </a:cubicBezTo>
                  <a:cubicBezTo>
                    <a:pt x="129" y="101"/>
                    <a:pt x="130" y="103"/>
                    <a:pt x="129" y="105"/>
                  </a:cubicBezTo>
                  <a:cubicBezTo>
                    <a:pt x="124" y="112"/>
                    <a:pt x="112" y="106"/>
                    <a:pt x="105" y="111"/>
                  </a:cubicBezTo>
                  <a:cubicBezTo>
                    <a:pt x="99" y="115"/>
                    <a:pt x="94" y="120"/>
                    <a:pt x="89" y="124"/>
                  </a:cubicBezTo>
                  <a:cubicBezTo>
                    <a:pt x="84" y="127"/>
                    <a:pt x="79" y="125"/>
                    <a:pt x="76" y="130"/>
                  </a:cubicBezTo>
                  <a:cubicBezTo>
                    <a:pt x="72" y="136"/>
                    <a:pt x="76" y="147"/>
                    <a:pt x="74" y="153"/>
                  </a:cubicBezTo>
                  <a:cubicBezTo>
                    <a:pt x="74" y="155"/>
                    <a:pt x="73" y="156"/>
                    <a:pt x="73" y="157"/>
                  </a:cubicBezTo>
                  <a:cubicBezTo>
                    <a:pt x="64" y="159"/>
                    <a:pt x="66" y="177"/>
                    <a:pt x="59" y="183"/>
                  </a:cubicBezTo>
                  <a:cubicBezTo>
                    <a:pt x="57" y="172"/>
                    <a:pt x="50" y="162"/>
                    <a:pt x="48" y="152"/>
                  </a:cubicBezTo>
                  <a:cubicBezTo>
                    <a:pt x="48" y="147"/>
                    <a:pt x="50" y="142"/>
                    <a:pt x="46" y="139"/>
                  </a:cubicBezTo>
                  <a:cubicBezTo>
                    <a:pt x="44" y="138"/>
                    <a:pt x="40" y="139"/>
                    <a:pt x="38" y="138"/>
                  </a:cubicBezTo>
                  <a:cubicBezTo>
                    <a:pt x="36" y="132"/>
                    <a:pt x="34" y="123"/>
                    <a:pt x="26" y="121"/>
                  </a:cubicBezTo>
                  <a:cubicBezTo>
                    <a:pt x="23" y="120"/>
                    <a:pt x="22" y="122"/>
                    <a:pt x="17" y="122"/>
                  </a:cubicBezTo>
                  <a:cubicBezTo>
                    <a:pt x="16" y="120"/>
                    <a:pt x="15" y="116"/>
                    <a:pt x="14" y="114"/>
                  </a:cubicBezTo>
                  <a:cubicBezTo>
                    <a:pt x="12" y="111"/>
                    <a:pt x="7" y="110"/>
                    <a:pt x="5" y="107"/>
                  </a:cubicBezTo>
                  <a:cubicBezTo>
                    <a:pt x="5" y="107"/>
                    <a:pt x="5" y="107"/>
                    <a:pt x="5" y="107"/>
                  </a:cubicBezTo>
                  <a:cubicBezTo>
                    <a:pt x="3" y="102"/>
                    <a:pt x="5" y="99"/>
                    <a:pt x="4" y="96"/>
                  </a:cubicBezTo>
                  <a:cubicBezTo>
                    <a:pt x="4" y="94"/>
                    <a:pt x="1" y="93"/>
                    <a:pt x="0" y="90"/>
                  </a:cubicBezTo>
                  <a:cubicBezTo>
                    <a:pt x="4" y="85"/>
                    <a:pt x="3" y="76"/>
                    <a:pt x="3" y="6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9" name="Freeform 37"/>
            <p:cNvSpPr>
              <a:spLocks noEditPoints="1"/>
            </p:cNvSpPr>
            <p:nvPr/>
          </p:nvSpPr>
          <p:spPr bwMode="auto">
            <a:xfrm>
              <a:off x="8797988" y="4643741"/>
              <a:ext cx="334963" cy="325438"/>
            </a:xfrm>
            <a:custGeom>
              <a:avLst/>
              <a:gdLst>
                <a:gd name="T0" fmla="*/ 218 w 225"/>
                <a:gd name="T1" fmla="*/ 76 h 216"/>
                <a:gd name="T2" fmla="*/ 170 w 225"/>
                <a:gd name="T3" fmla="*/ 32 h 216"/>
                <a:gd name="T4" fmla="*/ 113 w 225"/>
                <a:gd name="T5" fmla="*/ 0 h 216"/>
                <a:gd name="T6" fmla="*/ 56 w 225"/>
                <a:gd name="T7" fmla="*/ 32 h 216"/>
                <a:gd name="T8" fmla="*/ 8 w 225"/>
                <a:gd name="T9" fmla="*/ 76 h 216"/>
                <a:gd name="T10" fmla="*/ 21 w 225"/>
                <a:gd name="T11" fmla="*/ 140 h 216"/>
                <a:gd name="T12" fmla="*/ 48 w 225"/>
                <a:gd name="T13" fmla="*/ 200 h 216"/>
                <a:gd name="T14" fmla="*/ 112 w 225"/>
                <a:gd name="T15" fmla="*/ 207 h 216"/>
                <a:gd name="T16" fmla="*/ 177 w 225"/>
                <a:gd name="T17" fmla="*/ 200 h 216"/>
                <a:gd name="T18" fmla="*/ 204 w 225"/>
                <a:gd name="T19" fmla="*/ 140 h 216"/>
                <a:gd name="T20" fmla="*/ 218 w 225"/>
                <a:gd name="T21" fmla="*/ 76 h 216"/>
                <a:gd name="T22" fmla="*/ 113 w 225"/>
                <a:gd name="T23" fmla="*/ 201 h 216"/>
                <a:gd name="T24" fmla="*/ 22 w 225"/>
                <a:gd name="T25" fmla="*/ 110 h 216"/>
                <a:gd name="T26" fmla="*/ 113 w 225"/>
                <a:gd name="T27" fmla="*/ 20 h 216"/>
                <a:gd name="T28" fmla="*/ 204 w 225"/>
                <a:gd name="T29" fmla="*/ 111 h 216"/>
                <a:gd name="T30" fmla="*/ 113 w 225"/>
                <a:gd name="T31" fmla="*/ 201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5" h="216">
                  <a:moveTo>
                    <a:pt x="218" y="76"/>
                  </a:moveTo>
                  <a:cubicBezTo>
                    <a:pt x="210" y="53"/>
                    <a:pt x="191" y="37"/>
                    <a:pt x="170" y="32"/>
                  </a:cubicBezTo>
                  <a:cubicBezTo>
                    <a:pt x="158" y="13"/>
                    <a:pt x="137" y="0"/>
                    <a:pt x="113" y="0"/>
                  </a:cubicBezTo>
                  <a:cubicBezTo>
                    <a:pt x="89" y="0"/>
                    <a:pt x="68" y="13"/>
                    <a:pt x="56" y="32"/>
                  </a:cubicBezTo>
                  <a:cubicBezTo>
                    <a:pt x="34" y="37"/>
                    <a:pt x="15" y="53"/>
                    <a:pt x="8" y="76"/>
                  </a:cubicBezTo>
                  <a:cubicBezTo>
                    <a:pt x="0" y="99"/>
                    <a:pt x="6" y="123"/>
                    <a:pt x="21" y="140"/>
                  </a:cubicBezTo>
                  <a:cubicBezTo>
                    <a:pt x="18" y="163"/>
                    <a:pt x="28" y="185"/>
                    <a:pt x="48" y="200"/>
                  </a:cubicBezTo>
                  <a:cubicBezTo>
                    <a:pt x="67" y="214"/>
                    <a:pt x="92" y="216"/>
                    <a:pt x="112" y="207"/>
                  </a:cubicBezTo>
                  <a:cubicBezTo>
                    <a:pt x="133" y="216"/>
                    <a:pt x="158" y="214"/>
                    <a:pt x="177" y="200"/>
                  </a:cubicBezTo>
                  <a:cubicBezTo>
                    <a:pt x="197" y="186"/>
                    <a:pt x="206" y="163"/>
                    <a:pt x="204" y="140"/>
                  </a:cubicBezTo>
                  <a:cubicBezTo>
                    <a:pt x="220" y="123"/>
                    <a:pt x="225" y="99"/>
                    <a:pt x="218" y="76"/>
                  </a:cubicBezTo>
                  <a:close/>
                  <a:moveTo>
                    <a:pt x="113" y="201"/>
                  </a:moveTo>
                  <a:cubicBezTo>
                    <a:pt x="63" y="201"/>
                    <a:pt x="22" y="160"/>
                    <a:pt x="22" y="110"/>
                  </a:cubicBezTo>
                  <a:cubicBezTo>
                    <a:pt x="22" y="60"/>
                    <a:pt x="62" y="20"/>
                    <a:pt x="113" y="20"/>
                  </a:cubicBezTo>
                  <a:cubicBezTo>
                    <a:pt x="163" y="20"/>
                    <a:pt x="204" y="61"/>
                    <a:pt x="204" y="111"/>
                  </a:cubicBezTo>
                  <a:cubicBezTo>
                    <a:pt x="204" y="161"/>
                    <a:pt x="163" y="201"/>
                    <a:pt x="113" y="20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0" name="Freeform 38"/>
            <p:cNvSpPr>
              <a:spLocks noEditPoints="1"/>
            </p:cNvSpPr>
            <p:nvPr/>
          </p:nvSpPr>
          <p:spPr bwMode="auto">
            <a:xfrm>
              <a:off x="8872600" y="4775504"/>
              <a:ext cx="84138" cy="26988"/>
            </a:xfrm>
            <a:custGeom>
              <a:avLst/>
              <a:gdLst>
                <a:gd name="T0" fmla="*/ 4 w 56"/>
                <a:gd name="T1" fmla="*/ 17 h 18"/>
                <a:gd name="T2" fmla="*/ 0 w 56"/>
                <a:gd name="T3" fmla="*/ 7 h 18"/>
                <a:gd name="T4" fmla="*/ 3 w 56"/>
                <a:gd name="T5" fmla="*/ 2 h 18"/>
                <a:gd name="T6" fmla="*/ 8 w 56"/>
                <a:gd name="T7" fmla="*/ 0 h 18"/>
                <a:gd name="T8" fmla="*/ 15 w 56"/>
                <a:gd name="T9" fmla="*/ 13 h 18"/>
                <a:gd name="T10" fmla="*/ 19 w 56"/>
                <a:gd name="T11" fmla="*/ 14 h 18"/>
                <a:gd name="T12" fmla="*/ 22 w 56"/>
                <a:gd name="T13" fmla="*/ 14 h 18"/>
                <a:gd name="T14" fmla="*/ 20 w 56"/>
                <a:gd name="T15" fmla="*/ 12 h 18"/>
                <a:gd name="T16" fmla="*/ 14 w 56"/>
                <a:gd name="T17" fmla="*/ 6 h 18"/>
                <a:gd name="T18" fmla="*/ 20 w 56"/>
                <a:gd name="T19" fmla="*/ 0 h 18"/>
                <a:gd name="T20" fmla="*/ 26 w 56"/>
                <a:gd name="T21" fmla="*/ 8 h 18"/>
                <a:gd name="T22" fmla="*/ 19 w 56"/>
                <a:gd name="T23" fmla="*/ 18 h 18"/>
                <a:gd name="T24" fmla="*/ 15 w 56"/>
                <a:gd name="T25" fmla="*/ 13 h 18"/>
                <a:gd name="T26" fmla="*/ 22 w 56"/>
                <a:gd name="T27" fmla="*/ 3 h 18"/>
                <a:gd name="T28" fmla="*/ 18 w 56"/>
                <a:gd name="T29" fmla="*/ 3 h 18"/>
                <a:gd name="T30" fmla="*/ 18 w 56"/>
                <a:gd name="T31" fmla="*/ 8 h 18"/>
                <a:gd name="T32" fmla="*/ 22 w 56"/>
                <a:gd name="T33" fmla="*/ 8 h 18"/>
                <a:gd name="T34" fmla="*/ 30 w 56"/>
                <a:gd name="T35" fmla="*/ 13 h 18"/>
                <a:gd name="T36" fmla="*/ 34 w 56"/>
                <a:gd name="T37" fmla="*/ 14 h 18"/>
                <a:gd name="T38" fmla="*/ 38 w 56"/>
                <a:gd name="T39" fmla="*/ 14 h 18"/>
                <a:gd name="T40" fmla="*/ 38 w 56"/>
                <a:gd name="T41" fmla="*/ 9 h 18"/>
                <a:gd name="T42" fmla="*/ 33 w 56"/>
                <a:gd name="T43" fmla="*/ 10 h 18"/>
                <a:gd name="T44" fmla="*/ 32 w 56"/>
                <a:gd name="T45" fmla="*/ 0 h 18"/>
                <a:gd name="T46" fmla="*/ 41 w 56"/>
                <a:gd name="T47" fmla="*/ 3 h 18"/>
                <a:gd name="T48" fmla="*/ 34 w 56"/>
                <a:gd name="T49" fmla="*/ 6 h 18"/>
                <a:gd name="T50" fmla="*/ 41 w 56"/>
                <a:gd name="T51" fmla="*/ 8 h 18"/>
                <a:gd name="T52" fmla="*/ 41 w 56"/>
                <a:gd name="T53" fmla="*/ 16 h 18"/>
                <a:gd name="T54" fmla="*/ 32 w 56"/>
                <a:gd name="T55" fmla="*/ 17 h 18"/>
                <a:gd name="T56" fmla="*/ 48 w 56"/>
                <a:gd name="T57" fmla="*/ 8 h 18"/>
                <a:gd name="T58" fmla="*/ 45 w 56"/>
                <a:gd name="T59" fmla="*/ 4 h 18"/>
                <a:gd name="T60" fmla="*/ 50 w 56"/>
                <a:gd name="T61" fmla="*/ 0 h 18"/>
                <a:gd name="T62" fmla="*/ 56 w 56"/>
                <a:gd name="T63" fmla="*/ 4 h 18"/>
                <a:gd name="T64" fmla="*/ 53 w 56"/>
                <a:gd name="T65" fmla="*/ 8 h 18"/>
                <a:gd name="T66" fmla="*/ 56 w 56"/>
                <a:gd name="T67" fmla="*/ 12 h 18"/>
                <a:gd name="T68" fmla="*/ 50 w 56"/>
                <a:gd name="T69" fmla="*/ 18 h 18"/>
                <a:gd name="T70" fmla="*/ 44 w 56"/>
                <a:gd name="T71" fmla="*/ 13 h 18"/>
                <a:gd name="T72" fmla="*/ 48 w 56"/>
                <a:gd name="T73" fmla="*/ 8 h 18"/>
                <a:gd name="T74" fmla="*/ 49 w 56"/>
                <a:gd name="T75" fmla="*/ 6 h 18"/>
                <a:gd name="T76" fmla="*/ 52 w 56"/>
                <a:gd name="T77" fmla="*/ 6 h 18"/>
                <a:gd name="T78" fmla="*/ 52 w 56"/>
                <a:gd name="T79" fmla="*/ 3 h 18"/>
                <a:gd name="T80" fmla="*/ 49 w 56"/>
                <a:gd name="T81" fmla="*/ 3 h 18"/>
                <a:gd name="T82" fmla="*/ 48 w 56"/>
                <a:gd name="T83" fmla="*/ 12 h 18"/>
                <a:gd name="T84" fmla="*/ 51 w 56"/>
                <a:gd name="T85" fmla="*/ 15 h 18"/>
                <a:gd name="T86" fmla="*/ 54 w 56"/>
                <a:gd name="T87" fmla="*/ 12 h 18"/>
                <a:gd name="T88" fmla="*/ 51 w 56"/>
                <a:gd name="T89" fmla="*/ 9 h 18"/>
                <a:gd name="T90" fmla="*/ 48 w 56"/>
                <a:gd name="T91" fmla="*/ 12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6" h="18">
                  <a:moveTo>
                    <a:pt x="8" y="17"/>
                  </a:moveTo>
                  <a:cubicBezTo>
                    <a:pt x="4" y="17"/>
                    <a:pt x="4" y="17"/>
                    <a:pt x="4" y="17"/>
                  </a:cubicBezTo>
                  <a:cubicBezTo>
                    <a:pt x="4" y="4"/>
                    <a:pt x="4" y="4"/>
                    <a:pt x="4" y="4"/>
                  </a:cubicBezTo>
                  <a:cubicBezTo>
                    <a:pt x="3" y="6"/>
                    <a:pt x="2" y="6"/>
                    <a:pt x="0" y="7"/>
                  </a:cubicBezTo>
                  <a:cubicBezTo>
                    <a:pt x="0" y="4"/>
                    <a:pt x="0" y="4"/>
                    <a:pt x="0" y="4"/>
                  </a:cubicBezTo>
                  <a:cubicBezTo>
                    <a:pt x="1" y="4"/>
                    <a:pt x="2" y="3"/>
                    <a:pt x="3" y="2"/>
                  </a:cubicBezTo>
                  <a:cubicBezTo>
                    <a:pt x="4" y="2"/>
                    <a:pt x="4" y="1"/>
                    <a:pt x="5" y="0"/>
                  </a:cubicBezTo>
                  <a:cubicBezTo>
                    <a:pt x="8" y="0"/>
                    <a:pt x="8" y="0"/>
                    <a:pt x="8" y="0"/>
                  </a:cubicBezTo>
                  <a:cubicBezTo>
                    <a:pt x="8" y="17"/>
                    <a:pt x="8" y="17"/>
                    <a:pt x="8" y="17"/>
                  </a:cubicBezTo>
                  <a:close/>
                  <a:moveTo>
                    <a:pt x="15" y="13"/>
                  </a:moveTo>
                  <a:cubicBezTo>
                    <a:pt x="18" y="13"/>
                    <a:pt x="18" y="13"/>
                    <a:pt x="18" y="13"/>
                  </a:cubicBezTo>
                  <a:cubicBezTo>
                    <a:pt x="18" y="14"/>
                    <a:pt x="18" y="14"/>
                    <a:pt x="19" y="14"/>
                  </a:cubicBezTo>
                  <a:cubicBezTo>
                    <a:pt x="19" y="15"/>
                    <a:pt x="20" y="15"/>
                    <a:pt x="20" y="15"/>
                  </a:cubicBezTo>
                  <a:cubicBezTo>
                    <a:pt x="21" y="15"/>
                    <a:pt x="21" y="14"/>
                    <a:pt x="22" y="14"/>
                  </a:cubicBezTo>
                  <a:cubicBezTo>
                    <a:pt x="22" y="13"/>
                    <a:pt x="23" y="12"/>
                    <a:pt x="23" y="10"/>
                  </a:cubicBezTo>
                  <a:cubicBezTo>
                    <a:pt x="22" y="11"/>
                    <a:pt x="21" y="12"/>
                    <a:pt x="20" y="12"/>
                  </a:cubicBezTo>
                  <a:cubicBezTo>
                    <a:pt x="18" y="12"/>
                    <a:pt x="17" y="11"/>
                    <a:pt x="16" y="10"/>
                  </a:cubicBezTo>
                  <a:cubicBezTo>
                    <a:pt x="15" y="9"/>
                    <a:pt x="14" y="8"/>
                    <a:pt x="14" y="6"/>
                  </a:cubicBezTo>
                  <a:cubicBezTo>
                    <a:pt x="14" y="4"/>
                    <a:pt x="15" y="2"/>
                    <a:pt x="16" y="1"/>
                  </a:cubicBezTo>
                  <a:cubicBezTo>
                    <a:pt x="17" y="0"/>
                    <a:pt x="18" y="0"/>
                    <a:pt x="20" y="0"/>
                  </a:cubicBezTo>
                  <a:cubicBezTo>
                    <a:pt x="22" y="0"/>
                    <a:pt x="23" y="0"/>
                    <a:pt x="24" y="2"/>
                  </a:cubicBezTo>
                  <a:cubicBezTo>
                    <a:pt x="26" y="3"/>
                    <a:pt x="26" y="5"/>
                    <a:pt x="26" y="8"/>
                  </a:cubicBezTo>
                  <a:cubicBezTo>
                    <a:pt x="26" y="12"/>
                    <a:pt x="25" y="14"/>
                    <a:pt x="24" y="16"/>
                  </a:cubicBezTo>
                  <a:cubicBezTo>
                    <a:pt x="23" y="17"/>
                    <a:pt x="21" y="18"/>
                    <a:pt x="19" y="18"/>
                  </a:cubicBezTo>
                  <a:cubicBezTo>
                    <a:pt x="18" y="18"/>
                    <a:pt x="17" y="17"/>
                    <a:pt x="16" y="16"/>
                  </a:cubicBezTo>
                  <a:cubicBezTo>
                    <a:pt x="16" y="16"/>
                    <a:pt x="15" y="15"/>
                    <a:pt x="15" y="13"/>
                  </a:cubicBezTo>
                  <a:close/>
                  <a:moveTo>
                    <a:pt x="22" y="6"/>
                  </a:moveTo>
                  <a:cubicBezTo>
                    <a:pt x="22" y="4"/>
                    <a:pt x="22" y="4"/>
                    <a:pt x="22" y="3"/>
                  </a:cubicBezTo>
                  <a:cubicBezTo>
                    <a:pt x="21" y="2"/>
                    <a:pt x="21" y="2"/>
                    <a:pt x="20" y="2"/>
                  </a:cubicBezTo>
                  <a:cubicBezTo>
                    <a:pt x="19" y="2"/>
                    <a:pt x="19" y="3"/>
                    <a:pt x="18" y="3"/>
                  </a:cubicBezTo>
                  <a:cubicBezTo>
                    <a:pt x="18" y="4"/>
                    <a:pt x="18" y="4"/>
                    <a:pt x="18" y="6"/>
                  </a:cubicBezTo>
                  <a:cubicBezTo>
                    <a:pt x="18" y="7"/>
                    <a:pt x="18" y="8"/>
                    <a:pt x="18" y="8"/>
                  </a:cubicBezTo>
                  <a:cubicBezTo>
                    <a:pt x="19" y="8"/>
                    <a:pt x="20" y="9"/>
                    <a:pt x="20" y="9"/>
                  </a:cubicBezTo>
                  <a:cubicBezTo>
                    <a:pt x="21" y="9"/>
                    <a:pt x="21" y="8"/>
                    <a:pt x="22" y="8"/>
                  </a:cubicBezTo>
                  <a:cubicBezTo>
                    <a:pt x="22" y="8"/>
                    <a:pt x="22" y="7"/>
                    <a:pt x="22" y="6"/>
                  </a:cubicBezTo>
                  <a:close/>
                  <a:moveTo>
                    <a:pt x="30" y="13"/>
                  </a:moveTo>
                  <a:cubicBezTo>
                    <a:pt x="34" y="12"/>
                    <a:pt x="34" y="12"/>
                    <a:pt x="34" y="12"/>
                  </a:cubicBezTo>
                  <a:cubicBezTo>
                    <a:pt x="34" y="13"/>
                    <a:pt x="34" y="14"/>
                    <a:pt x="34" y="14"/>
                  </a:cubicBezTo>
                  <a:cubicBezTo>
                    <a:pt x="35" y="15"/>
                    <a:pt x="36" y="15"/>
                    <a:pt x="36" y="15"/>
                  </a:cubicBezTo>
                  <a:cubicBezTo>
                    <a:pt x="37" y="15"/>
                    <a:pt x="37" y="15"/>
                    <a:pt x="38" y="14"/>
                  </a:cubicBezTo>
                  <a:cubicBezTo>
                    <a:pt x="38" y="14"/>
                    <a:pt x="39" y="13"/>
                    <a:pt x="39" y="12"/>
                  </a:cubicBezTo>
                  <a:cubicBezTo>
                    <a:pt x="39" y="10"/>
                    <a:pt x="38" y="10"/>
                    <a:pt x="38" y="9"/>
                  </a:cubicBezTo>
                  <a:cubicBezTo>
                    <a:pt x="38" y="9"/>
                    <a:pt x="37" y="8"/>
                    <a:pt x="36" y="8"/>
                  </a:cubicBezTo>
                  <a:cubicBezTo>
                    <a:pt x="35" y="8"/>
                    <a:pt x="34" y="9"/>
                    <a:pt x="33" y="10"/>
                  </a:cubicBezTo>
                  <a:cubicBezTo>
                    <a:pt x="30" y="9"/>
                    <a:pt x="30" y="9"/>
                    <a:pt x="30" y="9"/>
                  </a:cubicBezTo>
                  <a:cubicBezTo>
                    <a:pt x="32" y="0"/>
                    <a:pt x="32" y="0"/>
                    <a:pt x="32" y="0"/>
                  </a:cubicBezTo>
                  <a:cubicBezTo>
                    <a:pt x="41" y="0"/>
                    <a:pt x="41" y="0"/>
                    <a:pt x="41" y="0"/>
                  </a:cubicBezTo>
                  <a:cubicBezTo>
                    <a:pt x="41" y="3"/>
                    <a:pt x="41" y="3"/>
                    <a:pt x="41" y="3"/>
                  </a:cubicBezTo>
                  <a:cubicBezTo>
                    <a:pt x="35" y="3"/>
                    <a:pt x="35" y="3"/>
                    <a:pt x="35" y="3"/>
                  </a:cubicBezTo>
                  <a:cubicBezTo>
                    <a:pt x="34" y="6"/>
                    <a:pt x="34" y="6"/>
                    <a:pt x="34" y="6"/>
                  </a:cubicBezTo>
                  <a:cubicBezTo>
                    <a:pt x="35" y="6"/>
                    <a:pt x="36" y="6"/>
                    <a:pt x="37" y="6"/>
                  </a:cubicBezTo>
                  <a:cubicBezTo>
                    <a:pt x="38" y="6"/>
                    <a:pt x="40" y="6"/>
                    <a:pt x="41" y="8"/>
                  </a:cubicBezTo>
                  <a:cubicBezTo>
                    <a:pt x="42" y="9"/>
                    <a:pt x="42" y="10"/>
                    <a:pt x="42" y="12"/>
                  </a:cubicBezTo>
                  <a:cubicBezTo>
                    <a:pt x="42" y="14"/>
                    <a:pt x="42" y="15"/>
                    <a:pt x="41" y="16"/>
                  </a:cubicBezTo>
                  <a:cubicBezTo>
                    <a:pt x="40" y="18"/>
                    <a:pt x="38" y="18"/>
                    <a:pt x="36" y="18"/>
                  </a:cubicBezTo>
                  <a:cubicBezTo>
                    <a:pt x="35" y="18"/>
                    <a:pt x="33" y="18"/>
                    <a:pt x="32" y="17"/>
                  </a:cubicBezTo>
                  <a:cubicBezTo>
                    <a:pt x="31" y="16"/>
                    <a:pt x="30" y="14"/>
                    <a:pt x="30" y="13"/>
                  </a:cubicBezTo>
                  <a:close/>
                  <a:moveTo>
                    <a:pt x="48" y="8"/>
                  </a:moveTo>
                  <a:cubicBezTo>
                    <a:pt x="47" y="7"/>
                    <a:pt x="46" y="7"/>
                    <a:pt x="46" y="6"/>
                  </a:cubicBezTo>
                  <a:cubicBezTo>
                    <a:pt x="46" y="5"/>
                    <a:pt x="45" y="5"/>
                    <a:pt x="45" y="4"/>
                  </a:cubicBezTo>
                  <a:cubicBezTo>
                    <a:pt x="45" y="3"/>
                    <a:pt x="46" y="2"/>
                    <a:pt x="46" y="1"/>
                  </a:cubicBezTo>
                  <a:cubicBezTo>
                    <a:pt x="47" y="0"/>
                    <a:pt x="49" y="0"/>
                    <a:pt x="50" y="0"/>
                  </a:cubicBezTo>
                  <a:cubicBezTo>
                    <a:pt x="52" y="0"/>
                    <a:pt x="54" y="0"/>
                    <a:pt x="54" y="1"/>
                  </a:cubicBezTo>
                  <a:cubicBezTo>
                    <a:pt x="55" y="2"/>
                    <a:pt x="56" y="3"/>
                    <a:pt x="56" y="4"/>
                  </a:cubicBezTo>
                  <a:cubicBezTo>
                    <a:pt x="56" y="5"/>
                    <a:pt x="56" y="6"/>
                    <a:pt x="55" y="6"/>
                  </a:cubicBezTo>
                  <a:cubicBezTo>
                    <a:pt x="55" y="7"/>
                    <a:pt x="54" y="8"/>
                    <a:pt x="53" y="8"/>
                  </a:cubicBezTo>
                  <a:cubicBezTo>
                    <a:pt x="54" y="8"/>
                    <a:pt x="55" y="9"/>
                    <a:pt x="56" y="10"/>
                  </a:cubicBezTo>
                  <a:cubicBezTo>
                    <a:pt x="56" y="10"/>
                    <a:pt x="56" y="11"/>
                    <a:pt x="56" y="12"/>
                  </a:cubicBezTo>
                  <a:cubicBezTo>
                    <a:pt x="56" y="14"/>
                    <a:pt x="56" y="15"/>
                    <a:pt x="55" y="16"/>
                  </a:cubicBezTo>
                  <a:cubicBezTo>
                    <a:pt x="54" y="18"/>
                    <a:pt x="52" y="18"/>
                    <a:pt x="50" y="18"/>
                  </a:cubicBezTo>
                  <a:cubicBezTo>
                    <a:pt x="49" y="18"/>
                    <a:pt x="48" y="18"/>
                    <a:pt x="46" y="17"/>
                  </a:cubicBezTo>
                  <a:cubicBezTo>
                    <a:pt x="45" y="16"/>
                    <a:pt x="44" y="14"/>
                    <a:pt x="44" y="13"/>
                  </a:cubicBezTo>
                  <a:cubicBezTo>
                    <a:pt x="44" y="12"/>
                    <a:pt x="45" y="11"/>
                    <a:pt x="45" y="10"/>
                  </a:cubicBezTo>
                  <a:cubicBezTo>
                    <a:pt x="46" y="9"/>
                    <a:pt x="47" y="8"/>
                    <a:pt x="48" y="8"/>
                  </a:cubicBezTo>
                  <a:close/>
                  <a:moveTo>
                    <a:pt x="49" y="4"/>
                  </a:moveTo>
                  <a:cubicBezTo>
                    <a:pt x="49" y="5"/>
                    <a:pt x="49" y="6"/>
                    <a:pt x="49" y="6"/>
                  </a:cubicBezTo>
                  <a:cubicBezTo>
                    <a:pt x="50" y="6"/>
                    <a:pt x="50" y="6"/>
                    <a:pt x="51" y="6"/>
                  </a:cubicBezTo>
                  <a:cubicBezTo>
                    <a:pt x="52" y="6"/>
                    <a:pt x="52" y="6"/>
                    <a:pt x="52" y="6"/>
                  </a:cubicBezTo>
                  <a:cubicBezTo>
                    <a:pt x="53" y="6"/>
                    <a:pt x="53" y="5"/>
                    <a:pt x="53" y="4"/>
                  </a:cubicBezTo>
                  <a:cubicBezTo>
                    <a:pt x="53" y="4"/>
                    <a:pt x="53" y="3"/>
                    <a:pt x="52" y="3"/>
                  </a:cubicBezTo>
                  <a:cubicBezTo>
                    <a:pt x="52" y="2"/>
                    <a:pt x="52" y="2"/>
                    <a:pt x="51" y="2"/>
                  </a:cubicBezTo>
                  <a:cubicBezTo>
                    <a:pt x="50" y="2"/>
                    <a:pt x="50" y="2"/>
                    <a:pt x="49" y="3"/>
                  </a:cubicBezTo>
                  <a:cubicBezTo>
                    <a:pt x="49" y="3"/>
                    <a:pt x="49" y="4"/>
                    <a:pt x="49" y="4"/>
                  </a:cubicBezTo>
                  <a:close/>
                  <a:moveTo>
                    <a:pt x="48" y="12"/>
                  </a:moveTo>
                  <a:cubicBezTo>
                    <a:pt x="48" y="13"/>
                    <a:pt x="49" y="14"/>
                    <a:pt x="49" y="14"/>
                  </a:cubicBezTo>
                  <a:cubicBezTo>
                    <a:pt x="50" y="15"/>
                    <a:pt x="50" y="15"/>
                    <a:pt x="51" y="15"/>
                  </a:cubicBezTo>
                  <a:cubicBezTo>
                    <a:pt x="52" y="15"/>
                    <a:pt x="52" y="15"/>
                    <a:pt x="53" y="14"/>
                  </a:cubicBezTo>
                  <a:cubicBezTo>
                    <a:pt x="53" y="14"/>
                    <a:pt x="54" y="13"/>
                    <a:pt x="54" y="12"/>
                  </a:cubicBezTo>
                  <a:cubicBezTo>
                    <a:pt x="54" y="11"/>
                    <a:pt x="53" y="10"/>
                    <a:pt x="53" y="10"/>
                  </a:cubicBezTo>
                  <a:cubicBezTo>
                    <a:pt x="52" y="10"/>
                    <a:pt x="52" y="9"/>
                    <a:pt x="51" y="9"/>
                  </a:cubicBezTo>
                  <a:cubicBezTo>
                    <a:pt x="50" y="9"/>
                    <a:pt x="50" y="10"/>
                    <a:pt x="49" y="10"/>
                  </a:cubicBezTo>
                  <a:cubicBezTo>
                    <a:pt x="49" y="11"/>
                    <a:pt x="48" y="11"/>
                    <a:pt x="48"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1" name="Freeform 39"/>
            <p:cNvSpPr>
              <a:spLocks noEditPoints="1"/>
            </p:cNvSpPr>
            <p:nvPr/>
          </p:nvSpPr>
          <p:spPr bwMode="auto">
            <a:xfrm>
              <a:off x="8729725" y="4570716"/>
              <a:ext cx="474663" cy="477838"/>
            </a:xfrm>
            <a:custGeom>
              <a:avLst/>
              <a:gdLst>
                <a:gd name="T0" fmla="*/ 159 w 318"/>
                <a:gd name="T1" fmla="*/ 0 h 318"/>
                <a:gd name="T2" fmla="*/ 0 w 318"/>
                <a:gd name="T3" fmla="*/ 159 h 318"/>
                <a:gd name="T4" fmla="*/ 159 w 318"/>
                <a:gd name="T5" fmla="*/ 318 h 318"/>
                <a:gd name="T6" fmla="*/ 318 w 318"/>
                <a:gd name="T7" fmla="*/ 159 h 318"/>
                <a:gd name="T8" fmla="*/ 159 w 318"/>
                <a:gd name="T9" fmla="*/ 0 h 318"/>
                <a:gd name="T10" fmla="*/ 159 w 318"/>
                <a:gd name="T11" fmla="*/ 312 h 318"/>
                <a:gd name="T12" fmla="*/ 6 w 318"/>
                <a:gd name="T13" fmla="*/ 159 h 318"/>
                <a:gd name="T14" fmla="*/ 159 w 318"/>
                <a:gd name="T15" fmla="*/ 6 h 318"/>
                <a:gd name="T16" fmla="*/ 312 w 318"/>
                <a:gd name="T17" fmla="*/ 160 h 318"/>
                <a:gd name="T18" fmla="*/ 159 w 318"/>
                <a:gd name="T19" fmla="*/ 31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18" h="318">
                  <a:moveTo>
                    <a:pt x="159" y="0"/>
                  </a:moveTo>
                  <a:cubicBezTo>
                    <a:pt x="71" y="0"/>
                    <a:pt x="0" y="72"/>
                    <a:pt x="0" y="159"/>
                  </a:cubicBezTo>
                  <a:cubicBezTo>
                    <a:pt x="0" y="247"/>
                    <a:pt x="71" y="318"/>
                    <a:pt x="159" y="318"/>
                  </a:cubicBezTo>
                  <a:cubicBezTo>
                    <a:pt x="246" y="318"/>
                    <a:pt x="318" y="247"/>
                    <a:pt x="318" y="159"/>
                  </a:cubicBezTo>
                  <a:cubicBezTo>
                    <a:pt x="317" y="72"/>
                    <a:pt x="246" y="0"/>
                    <a:pt x="159" y="0"/>
                  </a:cubicBezTo>
                  <a:close/>
                  <a:moveTo>
                    <a:pt x="159" y="312"/>
                  </a:moveTo>
                  <a:cubicBezTo>
                    <a:pt x="74" y="312"/>
                    <a:pt x="6" y="244"/>
                    <a:pt x="6" y="159"/>
                  </a:cubicBezTo>
                  <a:cubicBezTo>
                    <a:pt x="6" y="75"/>
                    <a:pt x="74" y="6"/>
                    <a:pt x="159" y="6"/>
                  </a:cubicBezTo>
                  <a:cubicBezTo>
                    <a:pt x="243" y="6"/>
                    <a:pt x="312" y="75"/>
                    <a:pt x="312" y="160"/>
                  </a:cubicBezTo>
                  <a:cubicBezTo>
                    <a:pt x="312" y="244"/>
                    <a:pt x="243" y="312"/>
                    <a:pt x="159" y="3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2" name="Freeform 40"/>
            <p:cNvSpPr>
              <a:spLocks noEditPoints="1"/>
            </p:cNvSpPr>
            <p:nvPr/>
          </p:nvSpPr>
          <p:spPr bwMode="auto">
            <a:xfrm>
              <a:off x="8763063" y="4810429"/>
              <a:ext cx="407988" cy="204788"/>
            </a:xfrm>
            <a:custGeom>
              <a:avLst/>
              <a:gdLst>
                <a:gd name="T0" fmla="*/ 258 w 274"/>
                <a:gd name="T1" fmla="*/ 63 h 137"/>
                <a:gd name="T2" fmla="*/ 1 w 274"/>
                <a:gd name="T3" fmla="*/ 12 h 137"/>
                <a:gd name="T4" fmla="*/ 14 w 274"/>
                <a:gd name="T5" fmla="*/ 9 h 137"/>
                <a:gd name="T6" fmla="*/ 1 w 274"/>
                <a:gd name="T7" fmla="*/ 17 h 137"/>
                <a:gd name="T8" fmla="*/ 16 w 274"/>
                <a:gd name="T9" fmla="*/ 29 h 137"/>
                <a:gd name="T10" fmla="*/ 11 w 274"/>
                <a:gd name="T11" fmla="*/ 27 h 137"/>
                <a:gd name="T12" fmla="*/ 14 w 274"/>
                <a:gd name="T13" fmla="*/ 36 h 137"/>
                <a:gd name="T14" fmla="*/ 18 w 274"/>
                <a:gd name="T15" fmla="*/ 47 h 137"/>
                <a:gd name="T16" fmla="*/ 21 w 274"/>
                <a:gd name="T17" fmla="*/ 57 h 137"/>
                <a:gd name="T18" fmla="*/ 21 w 274"/>
                <a:gd name="T19" fmla="*/ 55 h 137"/>
                <a:gd name="T20" fmla="*/ 19 w 274"/>
                <a:gd name="T21" fmla="*/ 66 h 137"/>
                <a:gd name="T22" fmla="*/ 22 w 274"/>
                <a:gd name="T23" fmla="*/ 62 h 137"/>
                <a:gd name="T24" fmla="*/ 22 w 274"/>
                <a:gd name="T25" fmla="*/ 71 h 137"/>
                <a:gd name="T26" fmla="*/ 30 w 274"/>
                <a:gd name="T27" fmla="*/ 71 h 137"/>
                <a:gd name="T28" fmla="*/ 30 w 274"/>
                <a:gd name="T29" fmla="*/ 86 h 137"/>
                <a:gd name="T30" fmla="*/ 36 w 274"/>
                <a:gd name="T31" fmla="*/ 79 h 137"/>
                <a:gd name="T32" fmla="*/ 47 w 274"/>
                <a:gd name="T33" fmla="*/ 90 h 137"/>
                <a:gd name="T34" fmla="*/ 58 w 274"/>
                <a:gd name="T35" fmla="*/ 96 h 137"/>
                <a:gd name="T36" fmla="*/ 51 w 274"/>
                <a:gd name="T37" fmla="*/ 95 h 137"/>
                <a:gd name="T38" fmla="*/ 58 w 274"/>
                <a:gd name="T39" fmla="*/ 105 h 137"/>
                <a:gd name="T40" fmla="*/ 67 w 274"/>
                <a:gd name="T41" fmla="*/ 106 h 137"/>
                <a:gd name="T42" fmla="*/ 76 w 274"/>
                <a:gd name="T43" fmla="*/ 112 h 137"/>
                <a:gd name="T44" fmla="*/ 82 w 274"/>
                <a:gd name="T45" fmla="*/ 111 h 137"/>
                <a:gd name="T46" fmla="*/ 78 w 274"/>
                <a:gd name="T47" fmla="*/ 113 h 137"/>
                <a:gd name="T48" fmla="*/ 83 w 274"/>
                <a:gd name="T49" fmla="*/ 123 h 137"/>
                <a:gd name="T50" fmla="*/ 97 w 274"/>
                <a:gd name="T51" fmla="*/ 121 h 137"/>
                <a:gd name="T52" fmla="*/ 100 w 274"/>
                <a:gd name="T53" fmla="*/ 125 h 137"/>
                <a:gd name="T54" fmla="*/ 108 w 274"/>
                <a:gd name="T55" fmla="*/ 126 h 137"/>
                <a:gd name="T56" fmla="*/ 113 w 274"/>
                <a:gd name="T57" fmla="*/ 126 h 137"/>
                <a:gd name="T58" fmla="*/ 132 w 274"/>
                <a:gd name="T59" fmla="*/ 136 h 137"/>
                <a:gd name="T60" fmla="*/ 126 w 274"/>
                <a:gd name="T61" fmla="*/ 130 h 137"/>
                <a:gd name="T62" fmla="*/ 128 w 274"/>
                <a:gd name="T63" fmla="*/ 135 h 137"/>
                <a:gd name="T64" fmla="*/ 135 w 274"/>
                <a:gd name="T65" fmla="*/ 135 h 137"/>
                <a:gd name="T66" fmla="*/ 149 w 274"/>
                <a:gd name="T67" fmla="*/ 136 h 137"/>
                <a:gd name="T68" fmla="*/ 152 w 274"/>
                <a:gd name="T69" fmla="*/ 133 h 137"/>
                <a:gd name="T70" fmla="*/ 167 w 274"/>
                <a:gd name="T71" fmla="*/ 131 h 137"/>
                <a:gd name="T72" fmla="*/ 180 w 274"/>
                <a:gd name="T73" fmla="*/ 128 h 137"/>
                <a:gd name="T74" fmla="*/ 175 w 274"/>
                <a:gd name="T75" fmla="*/ 122 h 137"/>
                <a:gd name="T76" fmla="*/ 187 w 274"/>
                <a:gd name="T77" fmla="*/ 119 h 137"/>
                <a:gd name="T78" fmla="*/ 192 w 274"/>
                <a:gd name="T79" fmla="*/ 117 h 137"/>
                <a:gd name="T80" fmla="*/ 199 w 274"/>
                <a:gd name="T81" fmla="*/ 119 h 137"/>
                <a:gd name="T82" fmla="*/ 203 w 274"/>
                <a:gd name="T83" fmla="*/ 119 h 137"/>
                <a:gd name="T84" fmla="*/ 217 w 274"/>
                <a:gd name="T85" fmla="*/ 111 h 137"/>
                <a:gd name="T86" fmla="*/ 217 w 274"/>
                <a:gd name="T87" fmla="*/ 106 h 137"/>
                <a:gd name="T88" fmla="*/ 232 w 274"/>
                <a:gd name="T89" fmla="*/ 96 h 137"/>
                <a:gd name="T90" fmla="*/ 231 w 274"/>
                <a:gd name="T91" fmla="*/ 97 h 137"/>
                <a:gd name="T92" fmla="*/ 238 w 274"/>
                <a:gd name="T93" fmla="*/ 95 h 137"/>
                <a:gd name="T94" fmla="*/ 234 w 274"/>
                <a:gd name="T95" fmla="*/ 85 h 137"/>
                <a:gd name="T96" fmla="*/ 242 w 274"/>
                <a:gd name="T97" fmla="*/ 73 h 137"/>
                <a:gd name="T98" fmla="*/ 238 w 274"/>
                <a:gd name="T99" fmla="*/ 77 h 137"/>
                <a:gd name="T100" fmla="*/ 252 w 274"/>
                <a:gd name="T101" fmla="*/ 71 h 137"/>
                <a:gd name="T102" fmla="*/ 266 w 274"/>
                <a:gd name="T103" fmla="*/ 40 h 137"/>
                <a:gd name="T104" fmla="*/ 258 w 274"/>
                <a:gd name="T105" fmla="*/ 48 h 137"/>
                <a:gd name="T106" fmla="*/ 268 w 274"/>
                <a:gd name="T107" fmla="*/ 35 h 137"/>
                <a:gd name="T108" fmla="*/ 259 w 274"/>
                <a:gd name="T109" fmla="*/ 22 h 137"/>
                <a:gd name="T110" fmla="*/ 262 w 274"/>
                <a:gd name="T111" fmla="*/ 27 h 137"/>
                <a:gd name="T112" fmla="*/ 273 w 274"/>
                <a:gd name="T113" fmla="*/ 17 h 137"/>
                <a:gd name="T114" fmla="*/ 273 w 274"/>
                <a:gd name="T115" fmla="*/ 12 h 137"/>
                <a:gd name="T116" fmla="*/ 266 w 274"/>
                <a:gd name="T117" fmla="*/ 7 h 137"/>
                <a:gd name="T118" fmla="*/ 269 w 274"/>
                <a:gd name="T119" fmla="*/ 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74" h="137">
                  <a:moveTo>
                    <a:pt x="250" y="51"/>
                  </a:moveTo>
                  <a:cubicBezTo>
                    <a:pt x="250" y="51"/>
                    <a:pt x="250" y="51"/>
                    <a:pt x="250" y="51"/>
                  </a:cubicBezTo>
                  <a:cubicBezTo>
                    <a:pt x="250" y="52"/>
                    <a:pt x="250" y="52"/>
                    <a:pt x="250" y="52"/>
                  </a:cubicBezTo>
                  <a:cubicBezTo>
                    <a:pt x="250" y="53"/>
                    <a:pt x="250" y="53"/>
                    <a:pt x="249" y="53"/>
                  </a:cubicBezTo>
                  <a:cubicBezTo>
                    <a:pt x="249" y="53"/>
                    <a:pt x="248" y="53"/>
                    <a:pt x="248" y="53"/>
                  </a:cubicBezTo>
                  <a:cubicBezTo>
                    <a:pt x="248" y="53"/>
                    <a:pt x="248" y="53"/>
                    <a:pt x="248" y="53"/>
                  </a:cubicBezTo>
                  <a:cubicBezTo>
                    <a:pt x="248" y="54"/>
                    <a:pt x="248" y="54"/>
                    <a:pt x="249" y="55"/>
                  </a:cubicBezTo>
                  <a:cubicBezTo>
                    <a:pt x="251" y="56"/>
                    <a:pt x="251" y="56"/>
                    <a:pt x="251" y="56"/>
                  </a:cubicBezTo>
                  <a:cubicBezTo>
                    <a:pt x="252" y="53"/>
                    <a:pt x="252" y="53"/>
                    <a:pt x="252" y="53"/>
                  </a:cubicBezTo>
                  <a:cubicBezTo>
                    <a:pt x="253" y="54"/>
                    <a:pt x="253" y="54"/>
                    <a:pt x="253" y="54"/>
                  </a:cubicBezTo>
                  <a:cubicBezTo>
                    <a:pt x="252" y="56"/>
                    <a:pt x="252" y="56"/>
                    <a:pt x="252" y="56"/>
                  </a:cubicBezTo>
                  <a:cubicBezTo>
                    <a:pt x="258" y="59"/>
                    <a:pt x="258" y="59"/>
                    <a:pt x="258" y="59"/>
                  </a:cubicBezTo>
                  <a:cubicBezTo>
                    <a:pt x="258" y="60"/>
                    <a:pt x="259" y="59"/>
                    <a:pt x="260" y="58"/>
                  </a:cubicBezTo>
                  <a:cubicBezTo>
                    <a:pt x="260" y="58"/>
                    <a:pt x="260" y="58"/>
                    <a:pt x="260" y="58"/>
                  </a:cubicBezTo>
                  <a:cubicBezTo>
                    <a:pt x="258" y="63"/>
                    <a:pt x="258" y="63"/>
                    <a:pt x="258" y="63"/>
                  </a:cubicBezTo>
                  <a:cubicBezTo>
                    <a:pt x="257" y="63"/>
                    <a:pt x="257" y="63"/>
                    <a:pt x="257" y="63"/>
                  </a:cubicBezTo>
                  <a:cubicBezTo>
                    <a:pt x="258" y="62"/>
                    <a:pt x="258" y="62"/>
                    <a:pt x="257" y="61"/>
                  </a:cubicBezTo>
                  <a:cubicBezTo>
                    <a:pt x="251" y="58"/>
                    <a:pt x="251" y="58"/>
                    <a:pt x="251" y="58"/>
                  </a:cubicBezTo>
                  <a:cubicBezTo>
                    <a:pt x="250" y="60"/>
                    <a:pt x="250" y="60"/>
                    <a:pt x="250" y="60"/>
                  </a:cubicBezTo>
                  <a:cubicBezTo>
                    <a:pt x="250" y="59"/>
                    <a:pt x="250" y="59"/>
                    <a:pt x="250" y="59"/>
                  </a:cubicBezTo>
                  <a:cubicBezTo>
                    <a:pt x="250" y="58"/>
                    <a:pt x="250" y="58"/>
                    <a:pt x="250" y="58"/>
                  </a:cubicBezTo>
                  <a:cubicBezTo>
                    <a:pt x="250" y="57"/>
                    <a:pt x="250" y="57"/>
                    <a:pt x="250" y="57"/>
                  </a:cubicBezTo>
                  <a:cubicBezTo>
                    <a:pt x="249" y="57"/>
                    <a:pt x="248" y="56"/>
                    <a:pt x="248" y="55"/>
                  </a:cubicBezTo>
                  <a:cubicBezTo>
                    <a:pt x="247" y="54"/>
                    <a:pt x="247" y="53"/>
                    <a:pt x="248" y="52"/>
                  </a:cubicBezTo>
                  <a:cubicBezTo>
                    <a:pt x="248" y="52"/>
                    <a:pt x="249" y="51"/>
                    <a:pt x="250" y="51"/>
                  </a:cubicBezTo>
                  <a:cubicBezTo>
                    <a:pt x="250" y="51"/>
                    <a:pt x="250" y="51"/>
                    <a:pt x="250" y="51"/>
                  </a:cubicBezTo>
                  <a:close/>
                  <a:moveTo>
                    <a:pt x="14" y="15"/>
                  </a:moveTo>
                  <a:cubicBezTo>
                    <a:pt x="14" y="14"/>
                    <a:pt x="14" y="13"/>
                    <a:pt x="12" y="13"/>
                  </a:cubicBezTo>
                  <a:cubicBezTo>
                    <a:pt x="5" y="13"/>
                    <a:pt x="5" y="13"/>
                    <a:pt x="5" y="13"/>
                  </a:cubicBezTo>
                  <a:cubicBezTo>
                    <a:pt x="4" y="13"/>
                    <a:pt x="2" y="13"/>
                    <a:pt x="1" y="12"/>
                  </a:cubicBezTo>
                  <a:cubicBezTo>
                    <a:pt x="0" y="11"/>
                    <a:pt x="0" y="10"/>
                    <a:pt x="0" y="8"/>
                  </a:cubicBezTo>
                  <a:cubicBezTo>
                    <a:pt x="0" y="7"/>
                    <a:pt x="0" y="5"/>
                    <a:pt x="1" y="5"/>
                  </a:cubicBezTo>
                  <a:cubicBezTo>
                    <a:pt x="2" y="3"/>
                    <a:pt x="3" y="3"/>
                    <a:pt x="5" y="3"/>
                  </a:cubicBezTo>
                  <a:cubicBezTo>
                    <a:pt x="12" y="2"/>
                    <a:pt x="12" y="2"/>
                    <a:pt x="12" y="2"/>
                  </a:cubicBezTo>
                  <a:cubicBezTo>
                    <a:pt x="13" y="2"/>
                    <a:pt x="13" y="1"/>
                    <a:pt x="13" y="0"/>
                  </a:cubicBezTo>
                  <a:cubicBezTo>
                    <a:pt x="14" y="0"/>
                    <a:pt x="14" y="0"/>
                    <a:pt x="14" y="0"/>
                  </a:cubicBezTo>
                  <a:cubicBezTo>
                    <a:pt x="14" y="6"/>
                    <a:pt x="14" y="6"/>
                    <a:pt x="14" y="6"/>
                  </a:cubicBezTo>
                  <a:cubicBezTo>
                    <a:pt x="14" y="6"/>
                    <a:pt x="14" y="6"/>
                    <a:pt x="14" y="6"/>
                  </a:cubicBezTo>
                  <a:cubicBezTo>
                    <a:pt x="14" y="5"/>
                    <a:pt x="13" y="4"/>
                    <a:pt x="12" y="4"/>
                  </a:cubicBezTo>
                  <a:cubicBezTo>
                    <a:pt x="5" y="5"/>
                    <a:pt x="5" y="5"/>
                    <a:pt x="5" y="5"/>
                  </a:cubicBezTo>
                  <a:cubicBezTo>
                    <a:pt x="4" y="5"/>
                    <a:pt x="3" y="5"/>
                    <a:pt x="2" y="5"/>
                  </a:cubicBezTo>
                  <a:cubicBezTo>
                    <a:pt x="1" y="6"/>
                    <a:pt x="1" y="7"/>
                    <a:pt x="1" y="8"/>
                  </a:cubicBezTo>
                  <a:cubicBezTo>
                    <a:pt x="1" y="11"/>
                    <a:pt x="3" y="12"/>
                    <a:pt x="6" y="12"/>
                  </a:cubicBezTo>
                  <a:cubicBezTo>
                    <a:pt x="13" y="11"/>
                    <a:pt x="13" y="11"/>
                    <a:pt x="13" y="11"/>
                  </a:cubicBezTo>
                  <a:cubicBezTo>
                    <a:pt x="14" y="11"/>
                    <a:pt x="14" y="11"/>
                    <a:pt x="14" y="9"/>
                  </a:cubicBezTo>
                  <a:cubicBezTo>
                    <a:pt x="14" y="9"/>
                    <a:pt x="14" y="9"/>
                    <a:pt x="14" y="9"/>
                  </a:cubicBezTo>
                  <a:cubicBezTo>
                    <a:pt x="14" y="15"/>
                    <a:pt x="14" y="15"/>
                    <a:pt x="14" y="15"/>
                  </a:cubicBezTo>
                  <a:cubicBezTo>
                    <a:pt x="14" y="15"/>
                    <a:pt x="14" y="15"/>
                    <a:pt x="14" y="15"/>
                  </a:cubicBezTo>
                  <a:close/>
                  <a:moveTo>
                    <a:pt x="3" y="27"/>
                  </a:moveTo>
                  <a:cubicBezTo>
                    <a:pt x="2" y="23"/>
                    <a:pt x="2" y="23"/>
                    <a:pt x="2" y="23"/>
                  </a:cubicBezTo>
                  <a:cubicBezTo>
                    <a:pt x="2" y="23"/>
                    <a:pt x="2" y="23"/>
                    <a:pt x="2" y="23"/>
                  </a:cubicBezTo>
                  <a:cubicBezTo>
                    <a:pt x="2" y="23"/>
                    <a:pt x="3" y="24"/>
                    <a:pt x="4" y="24"/>
                  </a:cubicBezTo>
                  <a:cubicBezTo>
                    <a:pt x="9" y="23"/>
                    <a:pt x="9" y="23"/>
                    <a:pt x="9" y="23"/>
                  </a:cubicBezTo>
                  <a:cubicBezTo>
                    <a:pt x="10" y="23"/>
                    <a:pt x="10" y="23"/>
                    <a:pt x="10" y="22"/>
                  </a:cubicBezTo>
                  <a:cubicBezTo>
                    <a:pt x="11" y="22"/>
                    <a:pt x="11" y="21"/>
                    <a:pt x="10" y="21"/>
                  </a:cubicBezTo>
                  <a:cubicBezTo>
                    <a:pt x="10" y="20"/>
                    <a:pt x="10" y="19"/>
                    <a:pt x="9" y="19"/>
                  </a:cubicBezTo>
                  <a:cubicBezTo>
                    <a:pt x="3" y="20"/>
                    <a:pt x="3" y="20"/>
                    <a:pt x="3" y="20"/>
                  </a:cubicBezTo>
                  <a:cubicBezTo>
                    <a:pt x="2" y="20"/>
                    <a:pt x="2" y="21"/>
                    <a:pt x="2" y="21"/>
                  </a:cubicBezTo>
                  <a:cubicBezTo>
                    <a:pt x="2" y="21"/>
                    <a:pt x="2" y="21"/>
                    <a:pt x="2" y="21"/>
                  </a:cubicBezTo>
                  <a:cubicBezTo>
                    <a:pt x="1" y="17"/>
                    <a:pt x="1" y="17"/>
                    <a:pt x="1" y="17"/>
                  </a:cubicBezTo>
                  <a:cubicBezTo>
                    <a:pt x="1" y="17"/>
                    <a:pt x="1" y="17"/>
                    <a:pt x="1" y="17"/>
                  </a:cubicBezTo>
                  <a:cubicBezTo>
                    <a:pt x="1" y="18"/>
                    <a:pt x="2" y="18"/>
                    <a:pt x="3" y="18"/>
                  </a:cubicBezTo>
                  <a:cubicBezTo>
                    <a:pt x="8" y="17"/>
                    <a:pt x="8" y="17"/>
                    <a:pt x="8" y="17"/>
                  </a:cubicBezTo>
                  <a:cubicBezTo>
                    <a:pt x="9" y="17"/>
                    <a:pt x="9" y="17"/>
                    <a:pt x="9" y="17"/>
                  </a:cubicBezTo>
                  <a:cubicBezTo>
                    <a:pt x="9" y="17"/>
                    <a:pt x="9" y="17"/>
                    <a:pt x="9" y="16"/>
                  </a:cubicBezTo>
                  <a:cubicBezTo>
                    <a:pt x="10" y="16"/>
                    <a:pt x="10" y="16"/>
                    <a:pt x="10" y="16"/>
                  </a:cubicBezTo>
                  <a:cubicBezTo>
                    <a:pt x="11" y="19"/>
                    <a:pt x="11" y="19"/>
                    <a:pt x="11" y="19"/>
                  </a:cubicBezTo>
                  <a:cubicBezTo>
                    <a:pt x="10" y="19"/>
                    <a:pt x="10" y="19"/>
                    <a:pt x="10" y="19"/>
                  </a:cubicBezTo>
                  <a:cubicBezTo>
                    <a:pt x="11" y="20"/>
                    <a:pt x="12" y="21"/>
                    <a:pt x="12" y="22"/>
                  </a:cubicBezTo>
                  <a:cubicBezTo>
                    <a:pt x="12" y="23"/>
                    <a:pt x="11" y="24"/>
                    <a:pt x="9" y="25"/>
                  </a:cubicBezTo>
                  <a:cubicBezTo>
                    <a:pt x="4" y="25"/>
                    <a:pt x="4" y="25"/>
                    <a:pt x="4" y="25"/>
                  </a:cubicBezTo>
                  <a:cubicBezTo>
                    <a:pt x="3" y="26"/>
                    <a:pt x="3" y="26"/>
                    <a:pt x="3" y="27"/>
                  </a:cubicBezTo>
                  <a:cubicBezTo>
                    <a:pt x="3" y="27"/>
                    <a:pt x="3" y="27"/>
                    <a:pt x="3" y="27"/>
                  </a:cubicBezTo>
                  <a:close/>
                  <a:moveTo>
                    <a:pt x="16" y="29"/>
                  </a:moveTo>
                  <a:cubicBezTo>
                    <a:pt x="16" y="29"/>
                    <a:pt x="16" y="29"/>
                    <a:pt x="16" y="29"/>
                  </a:cubicBezTo>
                  <a:cubicBezTo>
                    <a:pt x="15" y="29"/>
                    <a:pt x="15" y="29"/>
                    <a:pt x="15" y="29"/>
                  </a:cubicBezTo>
                  <a:cubicBezTo>
                    <a:pt x="15" y="28"/>
                    <a:pt x="15" y="28"/>
                    <a:pt x="15" y="28"/>
                  </a:cubicBezTo>
                  <a:cubicBezTo>
                    <a:pt x="15" y="27"/>
                    <a:pt x="16" y="27"/>
                    <a:pt x="16" y="27"/>
                  </a:cubicBezTo>
                  <a:cubicBezTo>
                    <a:pt x="16" y="27"/>
                    <a:pt x="16" y="27"/>
                    <a:pt x="17" y="27"/>
                  </a:cubicBezTo>
                  <a:cubicBezTo>
                    <a:pt x="17" y="27"/>
                    <a:pt x="17" y="28"/>
                    <a:pt x="17" y="28"/>
                  </a:cubicBezTo>
                  <a:cubicBezTo>
                    <a:pt x="17" y="29"/>
                    <a:pt x="17" y="29"/>
                    <a:pt x="17" y="29"/>
                  </a:cubicBezTo>
                  <a:cubicBezTo>
                    <a:pt x="17" y="29"/>
                    <a:pt x="17" y="29"/>
                    <a:pt x="16" y="29"/>
                  </a:cubicBezTo>
                  <a:close/>
                  <a:moveTo>
                    <a:pt x="4" y="33"/>
                  </a:moveTo>
                  <a:cubicBezTo>
                    <a:pt x="3" y="29"/>
                    <a:pt x="3" y="29"/>
                    <a:pt x="3" y="29"/>
                  </a:cubicBezTo>
                  <a:cubicBezTo>
                    <a:pt x="4" y="29"/>
                    <a:pt x="4" y="29"/>
                    <a:pt x="4" y="29"/>
                  </a:cubicBezTo>
                  <a:cubicBezTo>
                    <a:pt x="4" y="30"/>
                    <a:pt x="4" y="30"/>
                    <a:pt x="5" y="30"/>
                  </a:cubicBezTo>
                  <a:cubicBezTo>
                    <a:pt x="10" y="29"/>
                    <a:pt x="10" y="29"/>
                    <a:pt x="10" y="29"/>
                  </a:cubicBezTo>
                  <a:cubicBezTo>
                    <a:pt x="11" y="29"/>
                    <a:pt x="11" y="28"/>
                    <a:pt x="11" y="28"/>
                  </a:cubicBezTo>
                  <a:cubicBezTo>
                    <a:pt x="11" y="27"/>
                    <a:pt x="11" y="27"/>
                    <a:pt x="11" y="27"/>
                  </a:cubicBezTo>
                  <a:cubicBezTo>
                    <a:pt x="11" y="27"/>
                    <a:pt x="11" y="27"/>
                    <a:pt x="11" y="27"/>
                  </a:cubicBezTo>
                  <a:cubicBezTo>
                    <a:pt x="13" y="30"/>
                    <a:pt x="13" y="30"/>
                    <a:pt x="13" y="30"/>
                  </a:cubicBezTo>
                  <a:cubicBezTo>
                    <a:pt x="5" y="32"/>
                    <a:pt x="5" y="32"/>
                    <a:pt x="5" y="32"/>
                  </a:cubicBezTo>
                  <a:cubicBezTo>
                    <a:pt x="5" y="32"/>
                    <a:pt x="4" y="33"/>
                    <a:pt x="4" y="33"/>
                  </a:cubicBezTo>
                  <a:cubicBezTo>
                    <a:pt x="4" y="33"/>
                    <a:pt x="4" y="33"/>
                    <a:pt x="4" y="33"/>
                  </a:cubicBezTo>
                  <a:close/>
                  <a:moveTo>
                    <a:pt x="16" y="42"/>
                  </a:moveTo>
                  <a:cubicBezTo>
                    <a:pt x="16" y="41"/>
                    <a:pt x="15" y="41"/>
                    <a:pt x="14" y="41"/>
                  </a:cubicBezTo>
                  <a:cubicBezTo>
                    <a:pt x="6" y="40"/>
                    <a:pt x="6" y="40"/>
                    <a:pt x="6" y="40"/>
                  </a:cubicBezTo>
                  <a:cubicBezTo>
                    <a:pt x="6" y="40"/>
                    <a:pt x="6" y="40"/>
                    <a:pt x="6" y="40"/>
                  </a:cubicBezTo>
                  <a:cubicBezTo>
                    <a:pt x="6" y="40"/>
                    <a:pt x="6" y="40"/>
                    <a:pt x="6" y="40"/>
                  </a:cubicBezTo>
                  <a:cubicBezTo>
                    <a:pt x="13" y="35"/>
                    <a:pt x="13" y="35"/>
                    <a:pt x="13" y="35"/>
                  </a:cubicBezTo>
                  <a:cubicBezTo>
                    <a:pt x="14" y="34"/>
                    <a:pt x="14" y="33"/>
                    <a:pt x="14" y="33"/>
                  </a:cubicBezTo>
                  <a:cubicBezTo>
                    <a:pt x="14" y="33"/>
                    <a:pt x="14" y="33"/>
                    <a:pt x="14" y="33"/>
                  </a:cubicBezTo>
                  <a:cubicBezTo>
                    <a:pt x="15" y="37"/>
                    <a:pt x="15" y="37"/>
                    <a:pt x="15" y="37"/>
                  </a:cubicBezTo>
                  <a:cubicBezTo>
                    <a:pt x="15" y="37"/>
                    <a:pt x="15" y="37"/>
                    <a:pt x="15" y="37"/>
                  </a:cubicBezTo>
                  <a:cubicBezTo>
                    <a:pt x="15" y="37"/>
                    <a:pt x="14" y="36"/>
                    <a:pt x="14" y="36"/>
                  </a:cubicBezTo>
                  <a:cubicBezTo>
                    <a:pt x="14" y="36"/>
                    <a:pt x="14" y="36"/>
                    <a:pt x="13" y="37"/>
                  </a:cubicBezTo>
                  <a:cubicBezTo>
                    <a:pt x="9" y="40"/>
                    <a:pt x="9" y="40"/>
                    <a:pt x="9" y="40"/>
                  </a:cubicBezTo>
                  <a:cubicBezTo>
                    <a:pt x="14" y="40"/>
                    <a:pt x="14" y="40"/>
                    <a:pt x="14" y="40"/>
                  </a:cubicBezTo>
                  <a:cubicBezTo>
                    <a:pt x="14" y="40"/>
                    <a:pt x="15" y="40"/>
                    <a:pt x="15" y="40"/>
                  </a:cubicBezTo>
                  <a:cubicBezTo>
                    <a:pt x="16" y="40"/>
                    <a:pt x="16" y="40"/>
                    <a:pt x="16" y="39"/>
                  </a:cubicBezTo>
                  <a:cubicBezTo>
                    <a:pt x="16" y="39"/>
                    <a:pt x="16" y="39"/>
                    <a:pt x="16" y="39"/>
                  </a:cubicBezTo>
                  <a:cubicBezTo>
                    <a:pt x="16" y="42"/>
                    <a:pt x="16" y="42"/>
                    <a:pt x="16" y="42"/>
                  </a:cubicBezTo>
                  <a:cubicBezTo>
                    <a:pt x="16" y="42"/>
                    <a:pt x="16" y="42"/>
                    <a:pt x="16" y="42"/>
                  </a:cubicBezTo>
                  <a:close/>
                  <a:moveTo>
                    <a:pt x="14" y="53"/>
                  </a:moveTo>
                  <a:cubicBezTo>
                    <a:pt x="13" y="53"/>
                    <a:pt x="12" y="53"/>
                    <a:pt x="11" y="52"/>
                  </a:cubicBezTo>
                  <a:cubicBezTo>
                    <a:pt x="10" y="51"/>
                    <a:pt x="10" y="51"/>
                    <a:pt x="9" y="50"/>
                  </a:cubicBezTo>
                  <a:cubicBezTo>
                    <a:pt x="9" y="49"/>
                    <a:pt x="9" y="48"/>
                    <a:pt x="9" y="47"/>
                  </a:cubicBezTo>
                  <a:cubicBezTo>
                    <a:pt x="10" y="46"/>
                    <a:pt x="11" y="45"/>
                    <a:pt x="12" y="45"/>
                  </a:cubicBezTo>
                  <a:cubicBezTo>
                    <a:pt x="13" y="44"/>
                    <a:pt x="14" y="44"/>
                    <a:pt x="16" y="45"/>
                  </a:cubicBezTo>
                  <a:cubicBezTo>
                    <a:pt x="17" y="45"/>
                    <a:pt x="18" y="46"/>
                    <a:pt x="18" y="47"/>
                  </a:cubicBezTo>
                  <a:cubicBezTo>
                    <a:pt x="18" y="48"/>
                    <a:pt x="18" y="49"/>
                    <a:pt x="18" y="50"/>
                  </a:cubicBezTo>
                  <a:cubicBezTo>
                    <a:pt x="18" y="51"/>
                    <a:pt x="17" y="51"/>
                    <a:pt x="16" y="52"/>
                  </a:cubicBezTo>
                  <a:cubicBezTo>
                    <a:pt x="14" y="46"/>
                    <a:pt x="14" y="46"/>
                    <a:pt x="14" y="46"/>
                  </a:cubicBezTo>
                  <a:cubicBezTo>
                    <a:pt x="12" y="46"/>
                    <a:pt x="12" y="47"/>
                    <a:pt x="11" y="48"/>
                  </a:cubicBezTo>
                  <a:cubicBezTo>
                    <a:pt x="10" y="49"/>
                    <a:pt x="10" y="49"/>
                    <a:pt x="10" y="51"/>
                  </a:cubicBezTo>
                  <a:cubicBezTo>
                    <a:pt x="11" y="51"/>
                    <a:pt x="11" y="52"/>
                    <a:pt x="12" y="52"/>
                  </a:cubicBezTo>
                  <a:cubicBezTo>
                    <a:pt x="13" y="52"/>
                    <a:pt x="14" y="52"/>
                    <a:pt x="14" y="53"/>
                  </a:cubicBezTo>
                  <a:cubicBezTo>
                    <a:pt x="14" y="53"/>
                    <a:pt x="14" y="53"/>
                    <a:pt x="14" y="53"/>
                  </a:cubicBezTo>
                  <a:close/>
                  <a:moveTo>
                    <a:pt x="16" y="49"/>
                  </a:moveTo>
                  <a:cubicBezTo>
                    <a:pt x="18" y="49"/>
                    <a:pt x="18" y="48"/>
                    <a:pt x="18" y="47"/>
                  </a:cubicBezTo>
                  <a:cubicBezTo>
                    <a:pt x="17" y="45"/>
                    <a:pt x="16" y="45"/>
                    <a:pt x="14" y="45"/>
                  </a:cubicBezTo>
                  <a:cubicBezTo>
                    <a:pt x="16" y="49"/>
                    <a:pt x="16" y="49"/>
                    <a:pt x="16" y="49"/>
                  </a:cubicBezTo>
                  <a:close/>
                  <a:moveTo>
                    <a:pt x="22" y="58"/>
                  </a:moveTo>
                  <a:cubicBezTo>
                    <a:pt x="22" y="58"/>
                    <a:pt x="21" y="58"/>
                    <a:pt x="21" y="57"/>
                  </a:cubicBezTo>
                  <a:cubicBezTo>
                    <a:pt x="21" y="57"/>
                    <a:pt x="21" y="57"/>
                    <a:pt x="21" y="57"/>
                  </a:cubicBezTo>
                  <a:cubicBezTo>
                    <a:pt x="21" y="56"/>
                    <a:pt x="21" y="56"/>
                    <a:pt x="21" y="56"/>
                  </a:cubicBezTo>
                  <a:cubicBezTo>
                    <a:pt x="21" y="55"/>
                    <a:pt x="21" y="55"/>
                    <a:pt x="20" y="55"/>
                  </a:cubicBezTo>
                  <a:cubicBezTo>
                    <a:pt x="20" y="55"/>
                    <a:pt x="20" y="55"/>
                    <a:pt x="19" y="55"/>
                  </a:cubicBezTo>
                  <a:cubicBezTo>
                    <a:pt x="15" y="57"/>
                    <a:pt x="15" y="57"/>
                    <a:pt x="15" y="57"/>
                  </a:cubicBezTo>
                  <a:cubicBezTo>
                    <a:pt x="14" y="58"/>
                    <a:pt x="14" y="59"/>
                    <a:pt x="14" y="59"/>
                  </a:cubicBezTo>
                  <a:cubicBezTo>
                    <a:pt x="14" y="59"/>
                    <a:pt x="14" y="59"/>
                    <a:pt x="14" y="59"/>
                  </a:cubicBezTo>
                  <a:cubicBezTo>
                    <a:pt x="12" y="55"/>
                    <a:pt x="12" y="55"/>
                    <a:pt x="12" y="55"/>
                  </a:cubicBezTo>
                  <a:cubicBezTo>
                    <a:pt x="12" y="55"/>
                    <a:pt x="12" y="55"/>
                    <a:pt x="12" y="55"/>
                  </a:cubicBezTo>
                  <a:cubicBezTo>
                    <a:pt x="13" y="56"/>
                    <a:pt x="14" y="56"/>
                    <a:pt x="14" y="56"/>
                  </a:cubicBezTo>
                  <a:cubicBezTo>
                    <a:pt x="19" y="54"/>
                    <a:pt x="19" y="54"/>
                    <a:pt x="19" y="54"/>
                  </a:cubicBezTo>
                  <a:cubicBezTo>
                    <a:pt x="20" y="53"/>
                    <a:pt x="20" y="53"/>
                    <a:pt x="20" y="53"/>
                  </a:cubicBezTo>
                  <a:cubicBezTo>
                    <a:pt x="20" y="53"/>
                    <a:pt x="20" y="52"/>
                    <a:pt x="20" y="52"/>
                  </a:cubicBezTo>
                  <a:cubicBezTo>
                    <a:pt x="20" y="52"/>
                    <a:pt x="20" y="52"/>
                    <a:pt x="20" y="52"/>
                  </a:cubicBezTo>
                  <a:cubicBezTo>
                    <a:pt x="22" y="54"/>
                    <a:pt x="22" y="54"/>
                    <a:pt x="22" y="54"/>
                  </a:cubicBezTo>
                  <a:cubicBezTo>
                    <a:pt x="21" y="55"/>
                    <a:pt x="21" y="55"/>
                    <a:pt x="21" y="55"/>
                  </a:cubicBezTo>
                  <a:cubicBezTo>
                    <a:pt x="22" y="55"/>
                    <a:pt x="23" y="56"/>
                    <a:pt x="24" y="57"/>
                  </a:cubicBezTo>
                  <a:cubicBezTo>
                    <a:pt x="24" y="57"/>
                    <a:pt x="24" y="57"/>
                    <a:pt x="24" y="57"/>
                  </a:cubicBezTo>
                  <a:cubicBezTo>
                    <a:pt x="23" y="58"/>
                    <a:pt x="22" y="58"/>
                    <a:pt x="22" y="58"/>
                  </a:cubicBezTo>
                  <a:close/>
                  <a:moveTo>
                    <a:pt x="21" y="67"/>
                  </a:moveTo>
                  <a:cubicBezTo>
                    <a:pt x="20" y="68"/>
                    <a:pt x="19" y="68"/>
                    <a:pt x="18" y="67"/>
                  </a:cubicBezTo>
                  <a:cubicBezTo>
                    <a:pt x="18" y="67"/>
                    <a:pt x="17" y="67"/>
                    <a:pt x="17" y="66"/>
                  </a:cubicBezTo>
                  <a:cubicBezTo>
                    <a:pt x="17" y="65"/>
                    <a:pt x="16" y="65"/>
                    <a:pt x="16" y="65"/>
                  </a:cubicBezTo>
                  <a:cubicBezTo>
                    <a:pt x="16" y="64"/>
                    <a:pt x="16" y="64"/>
                    <a:pt x="16" y="63"/>
                  </a:cubicBezTo>
                  <a:cubicBezTo>
                    <a:pt x="16" y="63"/>
                    <a:pt x="16" y="63"/>
                    <a:pt x="16" y="63"/>
                  </a:cubicBezTo>
                  <a:cubicBezTo>
                    <a:pt x="16" y="63"/>
                    <a:pt x="16" y="63"/>
                    <a:pt x="16" y="63"/>
                  </a:cubicBezTo>
                  <a:cubicBezTo>
                    <a:pt x="18" y="61"/>
                    <a:pt x="18" y="61"/>
                    <a:pt x="18" y="61"/>
                  </a:cubicBezTo>
                  <a:cubicBezTo>
                    <a:pt x="18" y="61"/>
                    <a:pt x="18" y="61"/>
                    <a:pt x="18" y="61"/>
                  </a:cubicBezTo>
                  <a:cubicBezTo>
                    <a:pt x="17" y="63"/>
                    <a:pt x="16" y="64"/>
                    <a:pt x="17" y="65"/>
                  </a:cubicBezTo>
                  <a:cubicBezTo>
                    <a:pt x="18" y="65"/>
                    <a:pt x="18" y="66"/>
                    <a:pt x="18" y="66"/>
                  </a:cubicBezTo>
                  <a:cubicBezTo>
                    <a:pt x="18" y="66"/>
                    <a:pt x="19" y="66"/>
                    <a:pt x="19" y="66"/>
                  </a:cubicBezTo>
                  <a:cubicBezTo>
                    <a:pt x="20" y="65"/>
                    <a:pt x="20" y="65"/>
                    <a:pt x="20" y="63"/>
                  </a:cubicBezTo>
                  <a:cubicBezTo>
                    <a:pt x="20" y="62"/>
                    <a:pt x="20" y="62"/>
                    <a:pt x="20" y="62"/>
                  </a:cubicBezTo>
                  <a:cubicBezTo>
                    <a:pt x="20" y="61"/>
                    <a:pt x="20" y="60"/>
                    <a:pt x="21" y="59"/>
                  </a:cubicBezTo>
                  <a:cubicBezTo>
                    <a:pt x="22" y="59"/>
                    <a:pt x="22" y="59"/>
                    <a:pt x="23" y="59"/>
                  </a:cubicBezTo>
                  <a:cubicBezTo>
                    <a:pt x="24" y="59"/>
                    <a:pt x="24" y="60"/>
                    <a:pt x="25" y="61"/>
                  </a:cubicBezTo>
                  <a:cubicBezTo>
                    <a:pt x="25" y="61"/>
                    <a:pt x="25" y="61"/>
                    <a:pt x="25" y="62"/>
                  </a:cubicBezTo>
                  <a:cubicBezTo>
                    <a:pt x="25" y="62"/>
                    <a:pt x="25" y="63"/>
                    <a:pt x="26" y="63"/>
                  </a:cubicBezTo>
                  <a:cubicBezTo>
                    <a:pt x="26" y="63"/>
                    <a:pt x="26" y="63"/>
                    <a:pt x="26" y="63"/>
                  </a:cubicBezTo>
                  <a:cubicBezTo>
                    <a:pt x="26" y="63"/>
                    <a:pt x="26" y="63"/>
                    <a:pt x="26" y="63"/>
                  </a:cubicBezTo>
                  <a:cubicBezTo>
                    <a:pt x="24" y="64"/>
                    <a:pt x="24" y="64"/>
                    <a:pt x="24" y="64"/>
                  </a:cubicBezTo>
                  <a:cubicBezTo>
                    <a:pt x="24" y="64"/>
                    <a:pt x="24" y="64"/>
                    <a:pt x="24" y="64"/>
                  </a:cubicBezTo>
                  <a:cubicBezTo>
                    <a:pt x="25" y="63"/>
                    <a:pt x="25" y="61"/>
                    <a:pt x="25" y="61"/>
                  </a:cubicBezTo>
                  <a:cubicBezTo>
                    <a:pt x="25" y="60"/>
                    <a:pt x="24" y="60"/>
                    <a:pt x="24" y="60"/>
                  </a:cubicBezTo>
                  <a:cubicBezTo>
                    <a:pt x="24" y="60"/>
                    <a:pt x="23" y="60"/>
                    <a:pt x="23" y="60"/>
                  </a:cubicBezTo>
                  <a:cubicBezTo>
                    <a:pt x="22" y="60"/>
                    <a:pt x="22" y="61"/>
                    <a:pt x="22" y="62"/>
                  </a:cubicBezTo>
                  <a:cubicBezTo>
                    <a:pt x="22" y="64"/>
                    <a:pt x="22" y="64"/>
                    <a:pt x="22" y="64"/>
                  </a:cubicBezTo>
                  <a:cubicBezTo>
                    <a:pt x="22" y="66"/>
                    <a:pt x="22" y="67"/>
                    <a:pt x="21" y="67"/>
                  </a:cubicBezTo>
                  <a:close/>
                  <a:moveTo>
                    <a:pt x="33" y="67"/>
                  </a:moveTo>
                  <a:cubicBezTo>
                    <a:pt x="32" y="67"/>
                    <a:pt x="32" y="67"/>
                    <a:pt x="32" y="67"/>
                  </a:cubicBezTo>
                  <a:cubicBezTo>
                    <a:pt x="32" y="67"/>
                    <a:pt x="32" y="66"/>
                    <a:pt x="31" y="66"/>
                  </a:cubicBezTo>
                  <a:cubicBezTo>
                    <a:pt x="31" y="66"/>
                    <a:pt x="31" y="66"/>
                    <a:pt x="31" y="65"/>
                  </a:cubicBezTo>
                  <a:cubicBezTo>
                    <a:pt x="31" y="65"/>
                    <a:pt x="32" y="65"/>
                    <a:pt x="32" y="65"/>
                  </a:cubicBezTo>
                  <a:cubicBezTo>
                    <a:pt x="32" y="65"/>
                    <a:pt x="32" y="64"/>
                    <a:pt x="32" y="65"/>
                  </a:cubicBezTo>
                  <a:cubicBezTo>
                    <a:pt x="33" y="65"/>
                    <a:pt x="33" y="65"/>
                    <a:pt x="33" y="65"/>
                  </a:cubicBezTo>
                  <a:cubicBezTo>
                    <a:pt x="33" y="65"/>
                    <a:pt x="34" y="65"/>
                    <a:pt x="33" y="66"/>
                  </a:cubicBezTo>
                  <a:cubicBezTo>
                    <a:pt x="33" y="66"/>
                    <a:pt x="33" y="66"/>
                    <a:pt x="33" y="67"/>
                  </a:cubicBezTo>
                  <a:close/>
                  <a:moveTo>
                    <a:pt x="22" y="75"/>
                  </a:moveTo>
                  <a:cubicBezTo>
                    <a:pt x="20" y="71"/>
                    <a:pt x="20" y="71"/>
                    <a:pt x="20" y="71"/>
                  </a:cubicBezTo>
                  <a:cubicBezTo>
                    <a:pt x="20" y="71"/>
                    <a:pt x="20" y="71"/>
                    <a:pt x="20" y="71"/>
                  </a:cubicBezTo>
                  <a:cubicBezTo>
                    <a:pt x="21" y="71"/>
                    <a:pt x="22" y="72"/>
                    <a:pt x="22" y="71"/>
                  </a:cubicBezTo>
                  <a:cubicBezTo>
                    <a:pt x="27" y="69"/>
                    <a:pt x="27" y="69"/>
                    <a:pt x="27" y="69"/>
                  </a:cubicBezTo>
                  <a:cubicBezTo>
                    <a:pt x="28" y="68"/>
                    <a:pt x="28" y="68"/>
                    <a:pt x="28" y="67"/>
                  </a:cubicBezTo>
                  <a:cubicBezTo>
                    <a:pt x="27" y="67"/>
                    <a:pt x="27" y="67"/>
                    <a:pt x="27" y="67"/>
                  </a:cubicBezTo>
                  <a:cubicBezTo>
                    <a:pt x="28" y="67"/>
                    <a:pt x="28" y="67"/>
                    <a:pt x="28" y="67"/>
                  </a:cubicBezTo>
                  <a:cubicBezTo>
                    <a:pt x="30" y="69"/>
                    <a:pt x="30" y="69"/>
                    <a:pt x="30" y="69"/>
                  </a:cubicBezTo>
                  <a:cubicBezTo>
                    <a:pt x="24" y="73"/>
                    <a:pt x="24" y="73"/>
                    <a:pt x="24" y="73"/>
                  </a:cubicBezTo>
                  <a:cubicBezTo>
                    <a:pt x="22" y="73"/>
                    <a:pt x="22" y="73"/>
                    <a:pt x="22" y="75"/>
                  </a:cubicBezTo>
                  <a:cubicBezTo>
                    <a:pt x="22" y="75"/>
                    <a:pt x="22" y="75"/>
                    <a:pt x="22" y="75"/>
                  </a:cubicBezTo>
                  <a:close/>
                  <a:moveTo>
                    <a:pt x="28" y="80"/>
                  </a:moveTo>
                  <a:cubicBezTo>
                    <a:pt x="27" y="80"/>
                    <a:pt x="26" y="80"/>
                    <a:pt x="26" y="79"/>
                  </a:cubicBezTo>
                  <a:cubicBezTo>
                    <a:pt x="26" y="79"/>
                    <a:pt x="25" y="79"/>
                    <a:pt x="25" y="79"/>
                  </a:cubicBezTo>
                  <a:cubicBezTo>
                    <a:pt x="24" y="78"/>
                    <a:pt x="24" y="77"/>
                    <a:pt x="26" y="76"/>
                  </a:cubicBezTo>
                  <a:cubicBezTo>
                    <a:pt x="31" y="73"/>
                    <a:pt x="31" y="73"/>
                    <a:pt x="31" y="73"/>
                  </a:cubicBezTo>
                  <a:cubicBezTo>
                    <a:pt x="30" y="71"/>
                    <a:pt x="30" y="71"/>
                    <a:pt x="30" y="71"/>
                  </a:cubicBezTo>
                  <a:cubicBezTo>
                    <a:pt x="30" y="71"/>
                    <a:pt x="30" y="71"/>
                    <a:pt x="30" y="71"/>
                  </a:cubicBezTo>
                  <a:cubicBezTo>
                    <a:pt x="30" y="71"/>
                    <a:pt x="30" y="71"/>
                    <a:pt x="30" y="71"/>
                  </a:cubicBezTo>
                  <a:cubicBezTo>
                    <a:pt x="31" y="72"/>
                    <a:pt x="32" y="72"/>
                    <a:pt x="34" y="72"/>
                  </a:cubicBezTo>
                  <a:cubicBezTo>
                    <a:pt x="34" y="72"/>
                    <a:pt x="34" y="72"/>
                    <a:pt x="34" y="72"/>
                  </a:cubicBezTo>
                  <a:cubicBezTo>
                    <a:pt x="32" y="73"/>
                    <a:pt x="32" y="73"/>
                    <a:pt x="32" y="73"/>
                  </a:cubicBezTo>
                  <a:cubicBezTo>
                    <a:pt x="33" y="75"/>
                    <a:pt x="33" y="75"/>
                    <a:pt x="33" y="75"/>
                  </a:cubicBezTo>
                  <a:cubicBezTo>
                    <a:pt x="33" y="75"/>
                    <a:pt x="33" y="75"/>
                    <a:pt x="33" y="75"/>
                  </a:cubicBezTo>
                  <a:cubicBezTo>
                    <a:pt x="32" y="74"/>
                    <a:pt x="32" y="74"/>
                    <a:pt x="32" y="74"/>
                  </a:cubicBezTo>
                  <a:cubicBezTo>
                    <a:pt x="27" y="77"/>
                    <a:pt x="27" y="77"/>
                    <a:pt x="27" y="77"/>
                  </a:cubicBezTo>
                  <a:cubicBezTo>
                    <a:pt x="26" y="78"/>
                    <a:pt x="26" y="79"/>
                    <a:pt x="26" y="79"/>
                  </a:cubicBezTo>
                  <a:cubicBezTo>
                    <a:pt x="27" y="79"/>
                    <a:pt x="27" y="79"/>
                    <a:pt x="28" y="80"/>
                  </a:cubicBezTo>
                  <a:cubicBezTo>
                    <a:pt x="28" y="80"/>
                    <a:pt x="28" y="80"/>
                    <a:pt x="28" y="80"/>
                  </a:cubicBezTo>
                  <a:close/>
                  <a:moveTo>
                    <a:pt x="40" y="84"/>
                  </a:moveTo>
                  <a:cubicBezTo>
                    <a:pt x="40" y="84"/>
                    <a:pt x="40" y="83"/>
                    <a:pt x="40" y="83"/>
                  </a:cubicBezTo>
                  <a:cubicBezTo>
                    <a:pt x="39" y="83"/>
                    <a:pt x="39" y="83"/>
                    <a:pt x="39" y="83"/>
                  </a:cubicBezTo>
                  <a:cubicBezTo>
                    <a:pt x="30" y="86"/>
                    <a:pt x="30" y="86"/>
                    <a:pt x="30" y="86"/>
                  </a:cubicBezTo>
                  <a:cubicBezTo>
                    <a:pt x="28" y="87"/>
                    <a:pt x="26" y="87"/>
                    <a:pt x="25" y="86"/>
                  </a:cubicBezTo>
                  <a:cubicBezTo>
                    <a:pt x="24" y="85"/>
                    <a:pt x="25" y="84"/>
                    <a:pt x="25" y="84"/>
                  </a:cubicBezTo>
                  <a:cubicBezTo>
                    <a:pt x="25" y="84"/>
                    <a:pt x="26" y="84"/>
                    <a:pt x="26" y="84"/>
                  </a:cubicBezTo>
                  <a:cubicBezTo>
                    <a:pt x="26" y="84"/>
                    <a:pt x="26" y="84"/>
                    <a:pt x="26" y="84"/>
                  </a:cubicBezTo>
                  <a:cubicBezTo>
                    <a:pt x="26" y="84"/>
                    <a:pt x="27" y="85"/>
                    <a:pt x="27" y="85"/>
                  </a:cubicBezTo>
                  <a:cubicBezTo>
                    <a:pt x="27" y="85"/>
                    <a:pt x="27" y="85"/>
                    <a:pt x="27" y="85"/>
                  </a:cubicBezTo>
                  <a:cubicBezTo>
                    <a:pt x="28" y="86"/>
                    <a:pt x="29" y="86"/>
                    <a:pt x="31" y="85"/>
                  </a:cubicBezTo>
                  <a:cubicBezTo>
                    <a:pt x="34" y="78"/>
                    <a:pt x="34" y="78"/>
                    <a:pt x="34" y="78"/>
                  </a:cubicBezTo>
                  <a:cubicBezTo>
                    <a:pt x="35" y="77"/>
                    <a:pt x="35" y="77"/>
                    <a:pt x="35" y="77"/>
                  </a:cubicBezTo>
                  <a:cubicBezTo>
                    <a:pt x="35" y="77"/>
                    <a:pt x="35" y="77"/>
                    <a:pt x="34" y="76"/>
                  </a:cubicBezTo>
                  <a:cubicBezTo>
                    <a:pt x="35" y="76"/>
                    <a:pt x="35" y="76"/>
                    <a:pt x="35" y="76"/>
                  </a:cubicBezTo>
                  <a:cubicBezTo>
                    <a:pt x="38" y="79"/>
                    <a:pt x="38" y="79"/>
                    <a:pt x="38" y="79"/>
                  </a:cubicBezTo>
                  <a:cubicBezTo>
                    <a:pt x="37" y="79"/>
                    <a:pt x="37" y="79"/>
                    <a:pt x="37" y="79"/>
                  </a:cubicBezTo>
                  <a:cubicBezTo>
                    <a:pt x="37" y="79"/>
                    <a:pt x="36" y="79"/>
                    <a:pt x="36" y="79"/>
                  </a:cubicBezTo>
                  <a:cubicBezTo>
                    <a:pt x="36" y="79"/>
                    <a:pt x="36" y="79"/>
                    <a:pt x="36" y="79"/>
                  </a:cubicBezTo>
                  <a:cubicBezTo>
                    <a:pt x="33" y="84"/>
                    <a:pt x="33" y="84"/>
                    <a:pt x="33" y="84"/>
                  </a:cubicBezTo>
                  <a:cubicBezTo>
                    <a:pt x="38" y="83"/>
                    <a:pt x="38" y="83"/>
                    <a:pt x="38" y="83"/>
                  </a:cubicBezTo>
                  <a:cubicBezTo>
                    <a:pt x="38" y="83"/>
                    <a:pt x="39" y="82"/>
                    <a:pt x="39" y="82"/>
                  </a:cubicBezTo>
                  <a:cubicBezTo>
                    <a:pt x="39" y="82"/>
                    <a:pt x="39" y="82"/>
                    <a:pt x="39" y="82"/>
                  </a:cubicBezTo>
                  <a:cubicBezTo>
                    <a:pt x="39" y="81"/>
                    <a:pt x="39" y="81"/>
                    <a:pt x="38" y="81"/>
                  </a:cubicBezTo>
                  <a:cubicBezTo>
                    <a:pt x="39" y="81"/>
                    <a:pt x="39" y="81"/>
                    <a:pt x="39" y="81"/>
                  </a:cubicBezTo>
                  <a:cubicBezTo>
                    <a:pt x="40" y="84"/>
                    <a:pt x="40" y="84"/>
                    <a:pt x="40" y="84"/>
                  </a:cubicBezTo>
                  <a:cubicBezTo>
                    <a:pt x="40" y="84"/>
                    <a:pt x="40" y="84"/>
                    <a:pt x="40" y="84"/>
                  </a:cubicBezTo>
                  <a:close/>
                  <a:moveTo>
                    <a:pt x="47" y="97"/>
                  </a:moveTo>
                  <a:cubicBezTo>
                    <a:pt x="46" y="97"/>
                    <a:pt x="45" y="98"/>
                    <a:pt x="44" y="98"/>
                  </a:cubicBezTo>
                  <a:cubicBezTo>
                    <a:pt x="42" y="98"/>
                    <a:pt x="41" y="98"/>
                    <a:pt x="40" y="97"/>
                  </a:cubicBezTo>
                  <a:cubicBezTo>
                    <a:pt x="40" y="96"/>
                    <a:pt x="39" y="95"/>
                    <a:pt x="39" y="94"/>
                  </a:cubicBezTo>
                  <a:cubicBezTo>
                    <a:pt x="39" y="93"/>
                    <a:pt x="40" y="91"/>
                    <a:pt x="41" y="91"/>
                  </a:cubicBezTo>
                  <a:cubicBezTo>
                    <a:pt x="42" y="90"/>
                    <a:pt x="43" y="89"/>
                    <a:pt x="44" y="89"/>
                  </a:cubicBezTo>
                  <a:cubicBezTo>
                    <a:pt x="45" y="89"/>
                    <a:pt x="46" y="89"/>
                    <a:pt x="47" y="90"/>
                  </a:cubicBezTo>
                  <a:cubicBezTo>
                    <a:pt x="48" y="91"/>
                    <a:pt x="49" y="92"/>
                    <a:pt x="49" y="93"/>
                  </a:cubicBezTo>
                  <a:cubicBezTo>
                    <a:pt x="49" y="95"/>
                    <a:pt x="48" y="95"/>
                    <a:pt x="47" y="97"/>
                  </a:cubicBezTo>
                  <a:close/>
                  <a:moveTo>
                    <a:pt x="45" y="96"/>
                  </a:moveTo>
                  <a:cubicBezTo>
                    <a:pt x="46" y="95"/>
                    <a:pt x="47" y="94"/>
                    <a:pt x="47" y="93"/>
                  </a:cubicBezTo>
                  <a:cubicBezTo>
                    <a:pt x="48" y="92"/>
                    <a:pt x="47" y="91"/>
                    <a:pt x="47" y="90"/>
                  </a:cubicBezTo>
                  <a:cubicBezTo>
                    <a:pt x="46" y="90"/>
                    <a:pt x="46" y="89"/>
                    <a:pt x="45" y="90"/>
                  </a:cubicBezTo>
                  <a:cubicBezTo>
                    <a:pt x="44" y="90"/>
                    <a:pt x="44" y="91"/>
                    <a:pt x="43" y="91"/>
                  </a:cubicBezTo>
                  <a:cubicBezTo>
                    <a:pt x="42" y="92"/>
                    <a:pt x="41" y="93"/>
                    <a:pt x="41" y="94"/>
                  </a:cubicBezTo>
                  <a:cubicBezTo>
                    <a:pt x="40" y="95"/>
                    <a:pt x="40" y="96"/>
                    <a:pt x="41" y="97"/>
                  </a:cubicBezTo>
                  <a:cubicBezTo>
                    <a:pt x="42" y="97"/>
                    <a:pt x="42" y="97"/>
                    <a:pt x="43" y="97"/>
                  </a:cubicBezTo>
                  <a:cubicBezTo>
                    <a:pt x="44" y="97"/>
                    <a:pt x="44" y="97"/>
                    <a:pt x="45" y="96"/>
                  </a:cubicBezTo>
                  <a:close/>
                  <a:moveTo>
                    <a:pt x="60" y="97"/>
                  </a:moveTo>
                  <a:cubicBezTo>
                    <a:pt x="59" y="97"/>
                    <a:pt x="59" y="97"/>
                    <a:pt x="59" y="97"/>
                  </a:cubicBezTo>
                  <a:cubicBezTo>
                    <a:pt x="59" y="97"/>
                    <a:pt x="59" y="97"/>
                    <a:pt x="59" y="97"/>
                  </a:cubicBezTo>
                  <a:cubicBezTo>
                    <a:pt x="58" y="97"/>
                    <a:pt x="58" y="97"/>
                    <a:pt x="58" y="96"/>
                  </a:cubicBezTo>
                  <a:cubicBezTo>
                    <a:pt x="58" y="96"/>
                    <a:pt x="58" y="95"/>
                    <a:pt x="58" y="95"/>
                  </a:cubicBezTo>
                  <a:cubicBezTo>
                    <a:pt x="58" y="95"/>
                    <a:pt x="58" y="95"/>
                    <a:pt x="58" y="95"/>
                  </a:cubicBezTo>
                  <a:cubicBezTo>
                    <a:pt x="58" y="94"/>
                    <a:pt x="57" y="94"/>
                    <a:pt x="56" y="95"/>
                  </a:cubicBezTo>
                  <a:cubicBezTo>
                    <a:pt x="54" y="97"/>
                    <a:pt x="54" y="97"/>
                    <a:pt x="54" y="97"/>
                  </a:cubicBezTo>
                  <a:cubicBezTo>
                    <a:pt x="56" y="99"/>
                    <a:pt x="56" y="99"/>
                    <a:pt x="56" y="99"/>
                  </a:cubicBezTo>
                  <a:cubicBezTo>
                    <a:pt x="56" y="99"/>
                    <a:pt x="56" y="99"/>
                    <a:pt x="56" y="99"/>
                  </a:cubicBezTo>
                  <a:cubicBezTo>
                    <a:pt x="54" y="97"/>
                    <a:pt x="54" y="97"/>
                    <a:pt x="54" y="97"/>
                  </a:cubicBezTo>
                  <a:cubicBezTo>
                    <a:pt x="50" y="103"/>
                    <a:pt x="50" y="103"/>
                    <a:pt x="50" y="103"/>
                  </a:cubicBezTo>
                  <a:cubicBezTo>
                    <a:pt x="49" y="103"/>
                    <a:pt x="49" y="104"/>
                    <a:pt x="50" y="105"/>
                  </a:cubicBezTo>
                  <a:cubicBezTo>
                    <a:pt x="50" y="105"/>
                    <a:pt x="50" y="105"/>
                    <a:pt x="50" y="105"/>
                  </a:cubicBezTo>
                  <a:cubicBezTo>
                    <a:pt x="46" y="102"/>
                    <a:pt x="46" y="102"/>
                    <a:pt x="46" y="102"/>
                  </a:cubicBezTo>
                  <a:cubicBezTo>
                    <a:pt x="46" y="101"/>
                    <a:pt x="46" y="101"/>
                    <a:pt x="46" y="101"/>
                  </a:cubicBezTo>
                  <a:cubicBezTo>
                    <a:pt x="47" y="102"/>
                    <a:pt x="48" y="102"/>
                    <a:pt x="48" y="101"/>
                  </a:cubicBezTo>
                  <a:cubicBezTo>
                    <a:pt x="52" y="96"/>
                    <a:pt x="52" y="96"/>
                    <a:pt x="52" y="96"/>
                  </a:cubicBezTo>
                  <a:cubicBezTo>
                    <a:pt x="51" y="95"/>
                    <a:pt x="51" y="95"/>
                    <a:pt x="51" y="95"/>
                  </a:cubicBezTo>
                  <a:cubicBezTo>
                    <a:pt x="52" y="95"/>
                    <a:pt x="52" y="95"/>
                    <a:pt x="52" y="95"/>
                  </a:cubicBezTo>
                  <a:cubicBezTo>
                    <a:pt x="53" y="96"/>
                    <a:pt x="53" y="96"/>
                    <a:pt x="53" y="96"/>
                  </a:cubicBezTo>
                  <a:cubicBezTo>
                    <a:pt x="53" y="95"/>
                    <a:pt x="53" y="95"/>
                    <a:pt x="53" y="95"/>
                  </a:cubicBezTo>
                  <a:cubicBezTo>
                    <a:pt x="54" y="95"/>
                    <a:pt x="55" y="94"/>
                    <a:pt x="56" y="94"/>
                  </a:cubicBezTo>
                  <a:cubicBezTo>
                    <a:pt x="57" y="94"/>
                    <a:pt x="58" y="94"/>
                    <a:pt x="59" y="95"/>
                  </a:cubicBezTo>
                  <a:cubicBezTo>
                    <a:pt x="59" y="95"/>
                    <a:pt x="60" y="95"/>
                    <a:pt x="60" y="96"/>
                  </a:cubicBezTo>
                  <a:cubicBezTo>
                    <a:pt x="60" y="96"/>
                    <a:pt x="60" y="96"/>
                    <a:pt x="60" y="97"/>
                  </a:cubicBezTo>
                  <a:close/>
                  <a:moveTo>
                    <a:pt x="65" y="111"/>
                  </a:moveTo>
                  <a:cubicBezTo>
                    <a:pt x="64" y="113"/>
                    <a:pt x="63" y="113"/>
                    <a:pt x="62" y="113"/>
                  </a:cubicBezTo>
                  <a:cubicBezTo>
                    <a:pt x="61" y="113"/>
                    <a:pt x="60" y="113"/>
                    <a:pt x="59" y="112"/>
                  </a:cubicBezTo>
                  <a:cubicBezTo>
                    <a:pt x="58" y="112"/>
                    <a:pt x="58" y="111"/>
                    <a:pt x="58" y="111"/>
                  </a:cubicBezTo>
                  <a:cubicBezTo>
                    <a:pt x="57" y="111"/>
                    <a:pt x="57" y="110"/>
                    <a:pt x="57" y="110"/>
                  </a:cubicBezTo>
                  <a:cubicBezTo>
                    <a:pt x="56" y="109"/>
                    <a:pt x="56" y="110"/>
                    <a:pt x="56" y="110"/>
                  </a:cubicBezTo>
                  <a:cubicBezTo>
                    <a:pt x="56" y="109"/>
                    <a:pt x="56" y="109"/>
                    <a:pt x="56" y="109"/>
                  </a:cubicBezTo>
                  <a:cubicBezTo>
                    <a:pt x="58" y="105"/>
                    <a:pt x="58" y="105"/>
                    <a:pt x="58" y="105"/>
                  </a:cubicBezTo>
                  <a:cubicBezTo>
                    <a:pt x="58" y="106"/>
                    <a:pt x="58" y="106"/>
                    <a:pt x="58" y="106"/>
                  </a:cubicBezTo>
                  <a:cubicBezTo>
                    <a:pt x="57" y="108"/>
                    <a:pt x="58" y="110"/>
                    <a:pt x="59" y="111"/>
                  </a:cubicBezTo>
                  <a:cubicBezTo>
                    <a:pt x="60" y="112"/>
                    <a:pt x="60" y="112"/>
                    <a:pt x="61" y="112"/>
                  </a:cubicBezTo>
                  <a:cubicBezTo>
                    <a:pt x="62" y="112"/>
                    <a:pt x="62" y="111"/>
                    <a:pt x="62" y="111"/>
                  </a:cubicBezTo>
                  <a:cubicBezTo>
                    <a:pt x="63" y="110"/>
                    <a:pt x="63" y="109"/>
                    <a:pt x="62" y="107"/>
                  </a:cubicBezTo>
                  <a:cubicBezTo>
                    <a:pt x="62" y="105"/>
                    <a:pt x="62" y="105"/>
                    <a:pt x="62" y="105"/>
                  </a:cubicBezTo>
                  <a:cubicBezTo>
                    <a:pt x="61" y="104"/>
                    <a:pt x="61" y="102"/>
                    <a:pt x="62" y="101"/>
                  </a:cubicBezTo>
                  <a:cubicBezTo>
                    <a:pt x="62" y="100"/>
                    <a:pt x="63" y="100"/>
                    <a:pt x="64" y="99"/>
                  </a:cubicBezTo>
                  <a:cubicBezTo>
                    <a:pt x="65" y="99"/>
                    <a:pt x="66" y="99"/>
                    <a:pt x="67" y="100"/>
                  </a:cubicBezTo>
                  <a:cubicBezTo>
                    <a:pt x="67" y="101"/>
                    <a:pt x="68" y="101"/>
                    <a:pt x="68" y="101"/>
                  </a:cubicBezTo>
                  <a:cubicBezTo>
                    <a:pt x="68" y="102"/>
                    <a:pt x="68" y="102"/>
                    <a:pt x="69" y="102"/>
                  </a:cubicBezTo>
                  <a:cubicBezTo>
                    <a:pt x="69" y="102"/>
                    <a:pt x="69" y="102"/>
                    <a:pt x="70" y="102"/>
                  </a:cubicBezTo>
                  <a:cubicBezTo>
                    <a:pt x="70" y="103"/>
                    <a:pt x="70" y="103"/>
                    <a:pt x="70" y="103"/>
                  </a:cubicBezTo>
                  <a:cubicBezTo>
                    <a:pt x="68" y="107"/>
                    <a:pt x="68" y="107"/>
                    <a:pt x="68" y="107"/>
                  </a:cubicBezTo>
                  <a:cubicBezTo>
                    <a:pt x="67" y="106"/>
                    <a:pt x="67" y="106"/>
                    <a:pt x="67" y="106"/>
                  </a:cubicBezTo>
                  <a:cubicBezTo>
                    <a:pt x="68" y="104"/>
                    <a:pt x="68" y="102"/>
                    <a:pt x="66" y="101"/>
                  </a:cubicBezTo>
                  <a:cubicBezTo>
                    <a:pt x="66" y="101"/>
                    <a:pt x="65" y="101"/>
                    <a:pt x="64" y="101"/>
                  </a:cubicBezTo>
                  <a:cubicBezTo>
                    <a:pt x="64" y="101"/>
                    <a:pt x="64" y="101"/>
                    <a:pt x="63" y="101"/>
                  </a:cubicBezTo>
                  <a:cubicBezTo>
                    <a:pt x="63" y="102"/>
                    <a:pt x="63" y="102"/>
                    <a:pt x="63" y="103"/>
                  </a:cubicBezTo>
                  <a:cubicBezTo>
                    <a:pt x="63" y="103"/>
                    <a:pt x="63" y="104"/>
                    <a:pt x="64" y="105"/>
                  </a:cubicBezTo>
                  <a:cubicBezTo>
                    <a:pt x="64" y="107"/>
                    <a:pt x="64" y="107"/>
                    <a:pt x="64" y="107"/>
                  </a:cubicBezTo>
                  <a:cubicBezTo>
                    <a:pt x="66" y="109"/>
                    <a:pt x="66" y="111"/>
                    <a:pt x="65" y="111"/>
                  </a:cubicBezTo>
                  <a:close/>
                  <a:moveTo>
                    <a:pt x="74" y="117"/>
                  </a:moveTo>
                  <a:cubicBezTo>
                    <a:pt x="73" y="118"/>
                    <a:pt x="72" y="119"/>
                    <a:pt x="71" y="119"/>
                  </a:cubicBezTo>
                  <a:cubicBezTo>
                    <a:pt x="70" y="119"/>
                    <a:pt x="69" y="119"/>
                    <a:pt x="68" y="118"/>
                  </a:cubicBezTo>
                  <a:cubicBezTo>
                    <a:pt x="68" y="118"/>
                    <a:pt x="67" y="117"/>
                    <a:pt x="67" y="116"/>
                  </a:cubicBezTo>
                  <a:cubicBezTo>
                    <a:pt x="66" y="115"/>
                    <a:pt x="67" y="113"/>
                    <a:pt x="68" y="112"/>
                  </a:cubicBezTo>
                  <a:cubicBezTo>
                    <a:pt x="68" y="111"/>
                    <a:pt x="69" y="110"/>
                    <a:pt x="70" y="110"/>
                  </a:cubicBezTo>
                  <a:cubicBezTo>
                    <a:pt x="72" y="109"/>
                    <a:pt x="73" y="109"/>
                    <a:pt x="74" y="110"/>
                  </a:cubicBezTo>
                  <a:cubicBezTo>
                    <a:pt x="75" y="111"/>
                    <a:pt x="75" y="111"/>
                    <a:pt x="76" y="112"/>
                  </a:cubicBezTo>
                  <a:cubicBezTo>
                    <a:pt x="76" y="113"/>
                    <a:pt x="76" y="113"/>
                    <a:pt x="76" y="113"/>
                  </a:cubicBezTo>
                  <a:cubicBezTo>
                    <a:pt x="76" y="114"/>
                    <a:pt x="75" y="114"/>
                    <a:pt x="75" y="114"/>
                  </a:cubicBezTo>
                  <a:cubicBezTo>
                    <a:pt x="75" y="114"/>
                    <a:pt x="75" y="114"/>
                    <a:pt x="74" y="114"/>
                  </a:cubicBezTo>
                  <a:cubicBezTo>
                    <a:pt x="74" y="114"/>
                    <a:pt x="74" y="113"/>
                    <a:pt x="74" y="113"/>
                  </a:cubicBezTo>
                  <a:cubicBezTo>
                    <a:pt x="74" y="113"/>
                    <a:pt x="74" y="113"/>
                    <a:pt x="74" y="113"/>
                  </a:cubicBezTo>
                  <a:cubicBezTo>
                    <a:pt x="74" y="112"/>
                    <a:pt x="74" y="112"/>
                    <a:pt x="74" y="111"/>
                  </a:cubicBezTo>
                  <a:cubicBezTo>
                    <a:pt x="74" y="111"/>
                    <a:pt x="74" y="111"/>
                    <a:pt x="73" y="111"/>
                  </a:cubicBezTo>
                  <a:cubicBezTo>
                    <a:pt x="72" y="110"/>
                    <a:pt x="72" y="110"/>
                    <a:pt x="70" y="111"/>
                  </a:cubicBezTo>
                  <a:cubicBezTo>
                    <a:pt x="70" y="111"/>
                    <a:pt x="69" y="111"/>
                    <a:pt x="69" y="112"/>
                  </a:cubicBezTo>
                  <a:cubicBezTo>
                    <a:pt x="68" y="113"/>
                    <a:pt x="68" y="114"/>
                    <a:pt x="68" y="115"/>
                  </a:cubicBezTo>
                  <a:cubicBezTo>
                    <a:pt x="68" y="116"/>
                    <a:pt x="68" y="117"/>
                    <a:pt x="69" y="117"/>
                  </a:cubicBezTo>
                  <a:cubicBezTo>
                    <a:pt x="71" y="118"/>
                    <a:pt x="72" y="118"/>
                    <a:pt x="74" y="117"/>
                  </a:cubicBezTo>
                  <a:cubicBezTo>
                    <a:pt x="74" y="117"/>
                    <a:pt x="74" y="117"/>
                    <a:pt x="74" y="117"/>
                  </a:cubicBezTo>
                  <a:close/>
                  <a:moveTo>
                    <a:pt x="83" y="111"/>
                  </a:moveTo>
                  <a:cubicBezTo>
                    <a:pt x="83" y="111"/>
                    <a:pt x="82" y="111"/>
                    <a:pt x="82" y="111"/>
                  </a:cubicBezTo>
                  <a:cubicBezTo>
                    <a:pt x="82" y="111"/>
                    <a:pt x="82" y="111"/>
                    <a:pt x="81" y="111"/>
                  </a:cubicBezTo>
                  <a:cubicBezTo>
                    <a:pt x="81" y="111"/>
                    <a:pt x="81" y="111"/>
                    <a:pt x="81" y="111"/>
                  </a:cubicBezTo>
                  <a:cubicBezTo>
                    <a:pt x="81" y="110"/>
                    <a:pt x="81" y="110"/>
                    <a:pt x="81" y="110"/>
                  </a:cubicBezTo>
                  <a:cubicBezTo>
                    <a:pt x="81" y="109"/>
                    <a:pt x="81" y="109"/>
                    <a:pt x="82" y="109"/>
                  </a:cubicBezTo>
                  <a:cubicBezTo>
                    <a:pt x="82" y="109"/>
                    <a:pt x="82" y="109"/>
                    <a:pt x="82" y="109"/>
                  </a:cubicBezTo>
                  <a:cubicBezTo>
                    <a:pt x="83" y="109"/>
                    <a:pt x="83" y="110"/>
                    <a:pt x="83" y="110"/>
                  </a:cubicBezTo>
                  <a:cubicBezTo>
                    <a:pt x="83" y="111"/>
                    <a:pt x="83" y="111"/>
                    <a:pt x="83" y="111"/>
                  </a:cubicBezTo>
                  <a:close/>
                  <a:moveTo>
                    <a:pt x="78" y="123"/>
                  </a:moveTo>
                  <a:cubicBezTo>
                    <a:pt x="74" y="121"/>
                    <a:pt x="74" y="121"/>
                    <a:pt x="74" y="121"/>
                  </a:cubicBezTo>
                  <a:cubicBezTo>
                    <a:pt x="74" y="121"/>
                    <a:pt x="74" y="121"/>
                    <a:pt x="74" y="121"/>
                  </a:cubicBezTo>
                  <a:cubicBezTo>
                    <a:pt x="75" y="121"/>
                    <a:pt x="76" y="121"/>
                    <a:pt x="76" y="120"/>
                  </a:cubicBezTo>
                  <a:cubicBezTo>
                    <a:pt x="78" y="115"/>
                    <a:pt x="78" y="115"/>
                    <a:pt x="78" y="115"/>
                  </a:cubicBezTo>
                  <a:cubicBezTo>
                    <a:pt x="79" y="115"/>
                    <a:pt x="79" y="114"/>
                    <a:pt x="78" y="114"/>
                  </a:cubicBezTo>
                  <a:cubicBezTo>
                    <a:pt x="78" y="114"/>
                    <a:pt x="78" y="114"/>
                    <a:pt x="78" y="114"/>
                  </a:cubicBezTo>
                  <a:cubicBezTo>
                    <a:pt x="78" y="113"/>
                    <a:pt x="78" y="113"/>
                    <a:pt x="78" y="113"/>
                  </a:cubicBezTo>
                  <a:cubicBezTo>
                    <a:pt x="81" y="114"/>
                    <a:pt x="81" y="114"/>
                    <a:pt x="81" y="114"/>
                  </a:cubicBezTo>
                  <a:cubicBezTo>
                    <a:pt x="78" y="121"/>
                    <a:pt x="78" y="121"/>
                    <a:pt x="78" y="121"/>
                  </a:cubicBezTo>
                  <a:cubicBezTo>
                    <a:pt x="77" y="122"/>
                    <a:pt x="78" y="123"/>
                    <a:pt x="78" y="123"/>
                  </a:cubicBezTo>
                  <a:cubicBezTo>
                    <a:pt x="78" y="123"/>
                    <a:pt x="78" y="123"/>
                    <a:pt x="78" y="123"/>
                  </a:cubicBezTo>
                  <a:close/>
                  <a:moveTo>
                    <a:pt x="89" y="124"/>
                  </a:moveTo>
                  <a:cubicBezTo>
                    <a:pt x="88" y="125"/>
                    <a:pt x="87" y="125"/>
                    <a:pt x="86" y="126"/>
                  </a:cubicBezTo>
                  <a:cubicBezTo>
                    <a:pt x="85" y="126"/>
                    <a:pt x="84" y="126"/>
                    <a:pt x="84" y="126"/>
                  </a:cubicBezTo>
                  <a:cubicBezTo>
                    <a:pt x="82" y="125"/>
                    <a:pt x="82" y="125"/>
                    <a:pt x="82" y="124"/>
                  </a:cubicBezTo>
                  <a:cubicBezTo>
                    <a:pt x="81" y="123"/>
                    <a:pt x="81" y="121"/>
                    <a:pt x="82" y="120"/>
                  </a:cubicBezTo>
                  <a:cubicBezTo>
                    <a:pt x="82" y="119"/>
                    <a:pt x="83" y="118"/>
                    <a:pt x="84" y="117"/>
                  </a:cubicBezTo>
                  <a:cubicBezTo>
                    <a:pt x="85" y="117"/>
                    <a:pt x="86" y="117"/>
                    <a:pt x="87" y="117"/>
                  </a:cubicBezTo>
                  <a:cubicBezTo>
                    <a:pt x="88" y="118"/>
                    <a:pt x="89" y="119"/>
                    <a:pt x="89" y="119"/>
                  </a:cubicBezTo>
                  <a:cubicBezTo>
                    <a:pt x="90" y="120"/>
                    <a:pt x="90" y="121"/>
                    <a:pt x="89" y="122"/>
                  </a:cubicBezTo>
                  <a:cubicBezTo>
                    <a:pt x="83" y="119"/>
                    <a:pt x="83" y="119"/>
                    <a:pt x="83" y="119"/>
                  </a:cubicBezTo>
                  <a:cubicBezTo>
                    <a:pt x="83" y="121"/>
                    <a:pt x="83" y="122"/>
                    <a:pt x="83" y="123"/>
                  </a:cubicBezTo>
                  <a:cubicBezTo>
                    <a:pt x="83" y="124"/>
                    <a:pt x="84" y="124"/>
                    <a:pt x="84" y="125"/>
                  </a:cubicBezTo>
                  <a:cubicBezTo>
                    <a:pt x="85" y="125"/>
                    <a:pt x="86" y="125"/>
                    <a:pt x="86" y="125"/>
                  </a:cubicBezTo>
                  <a:cubicBezTo>
                    <a:pt x="88" y="125"/>
                    <a:pt x="88" y="124"/>
                    <a:pt x="89" y="124"/>
                  </a:cubicBezTo>
                  <a:cubicBezTo>
                    <a:pt x="89" y="124"/>
                    <a:pt x="89" y="124"/>
                    <a:pt x="89" y="124"/>
                  </a:cubicBezTo>
                  <a:close/>
                  <a:moveTo>
                    <a:pt x="88" y="120"/>
                  </a:moveTo>
                  <a:cubicBezTo>
                    <a:pt x="88" y="119"/>
                    <a:pt x="88" y="118"/>
                    <a:pt x="87" y="117"/>
                  </a:cubicBezTo>
                  <a:cubicBezTo>
                    <a:pt x="86" y="117"/>
                    <a:pt x="84" y="117"/>
                    <a:pt x="84" y="119"/>
                  </a:cubicBezTo>
                  <a:cubicBezTo>
                    <a:pt x="88" y="120"/>
                    <a:pt x="88" y="120"/>
                    <a:pt x="88" y="120"/>
                  </a:cubicBezTo>
                  <a:close/>
                  <a:moveTo>
                    <a:pt x="98" y="131"/>
                  </a:moveTo>
                  <a:cubicBezTo>
                    <a:pt x="94" y="129"/>
                    <a:pt x="94" y="129"/>
                    <a:pt x="94" y="129"/>
                  </a:cubicBezTo>
                  <a:cubicBezTo>
                    <a:pt x="94" y="129"/>
                    <a:pt x="94" y="129"/>
                    <a:pt x="94" y="129"/>
                  </a:cubicBezTo>
                  <a:cubicBezTo>
                    <a:pt x="95" y="129"/>
                    <a:pt x="96" y="129"/>
                    <a:pt x="96" y="128"/>
                  </a:cubicBezTo>
                  <a:cubicBezTo>
                    <a:pt x="98" y="123"/>
                    <a:pt x="98" y="123"/>
                    <a:pt x="98" y="123"/>
                  </a:cubicBezTo>
                  <a:cubicBezTo>
                    <a:pt x="98" y="123"/>
                    <a:pt x="98" y="123"/>
                    <a:pt x="98" y="122"/>
                  </a:cubicBezTo>
                  <a:cubicBezTo>
                    <a:pt x="98" y="122"/>
                    <a:pt x="97" y="122"/>
                    <a:pt x="97" y="121"/>
                  </a:cubicBezTo>
                  <a:cubicBezTo>
                    <a:pt x="96" y="121"/>
                    <a:pt x="95" y="121"/>
                    <a:pt x="94" y="122"/>
                  </a:cubicBezTo>
                  <a:cubicBezTo>
                    <a:pt x="93" y="127"/>
                    <a:pt x="93" y="127"/>
                    <a:pt x="93" y="127"/>
                  </a:cubicBezTo>
                  <a:cubicBezTo>
                    <a:pt x="92" y="128"/>
                    <a:pt x="93" y="129"/>
                    <a:pt x="94" y="129"/>
                  </a:cubicBezTo>
                  <a:cubicBezTo>
                    <a:pt x="94" y="129"/>
                    <a:pt x="94" y="129"/>
                    <a:pt x="94" y="129"/>
                  </a:cubicBezTo>
                  <a:cubicBezTo>
                    <a:pt x="90" y="128"/>
                    <a:pt x="90" y="128"/>
                    <a:pt x="90" y="128"/>
                  </a:cubicBezTo>
                  <a:cubicBezTo>
                    <a:pt x="90" y="127"/>
                    <a:pt x="90" y="127"/>
                    <a:pt x="90" y="127"/>
                  </a:cubicBezTo>
                  <a:cubicBezTo>
                    <a:pt x="90" y="128"/>
                    <a:pt x="91" y="127"/>
                    <a:pt x="91" y="127"/>
                  </a:cubicBezTo>
                  <a:cubicBezTo>
                    <a:pt x="93" y="121"/>
                    <a:pt x="93" y="121"/>
                    <a:pt x="93" y="121"/>
                  </a:cubicBezTo>
                  <a:cubicBezTo>
                    <a:pt x="93" y="121"/>
                    <a:pt x="93" y="121"/>
                    <a:pt x="93" y="121"/>
                  </a:cubicBezTo>
                  <a:cubicBezTo>
                    <a:pt x="93" y="121"/>
                    <a:pt x="93" y="120"/>
                    <a:pt x="92" y="120"/>
                  </a:cubicBezTo>
                  <a:cubicBezTo>
                    <a:pt x="92" y="120"/>
                    <a:pt x="92" y="120"/>
                    <a:pt x="92" y="120"/>
                  </a:cubicBezTo>
                  <a:cubicBezTo>
                    <a:pt x="96" y="120"/>
                    <a:pt x="96" y="120"/>
                    <a:pt x="96" y="120"/>
                  </a:cubicBezTo>
                  <a:cubicBezTo>
                    <a:pt x="95" y="121"/>
                    <a:pt x="95" y="121"/>
                    <a:pt x="95" y="121"/>
                  </a:cubicBezTo>
                  <a:cubicBezTo>
                    <a:pt x="96" y="121"/>
                    <a:pt x="98" y="121"/>
                    <a:pt x="99" y="121"/>
                  </a:cubicBezTo>
                  <a:cubicBezTo>
                    <a:pt x="100" y="121"/>
                    <a:pt x="101" y="123"/>
                    <a:pt x="100" y="125"/>
                  </a:cubicBezTo>
                  <a:cubicBezTo>
                    <a:pt x="98" y="129"/>
                    <a:pt x="98" y="129"/>
                    <a:pt x="98" y="129"/>
                  </a:cubicBezTo>
                  <a:cubicBezTo>
                    <a:pt x="98" y="130"/>
                    <a:pt x="98" y="131"/>
                    <a:pt x="98" y="131"/>
                  </a:cubicBezTo>
                  <a:cubicBezTo>
                    <a:pt x="98" y="131"/>
                    <a:pt x="98" y="131"/>
                    <a:pt x="98" y="131"/>
                  </a:cubicBezTo>
                  <a:close/>
                  <a:moveTo>
                    <a:pt x="109" y="130"/>
                  </a:moveTo>
                  <a:cubicBezTo>
                    <a:pt x="108" y="131"/>
                    <a:pt x="107" y="132"/>
                    <a:pt x="107" y="132"/>
                  </a:cubicBezTo>
                  <a:cubicBezTo>
                    <a:pt x="106" y="133"/>
                    <a:pt x="105" y="133"/>
                    <a:pt x="104" y="133"/>
                  </a:cubicBezTo>
                  <a:cubicBezTo>
                    <a:pt x="103" y="132"/>
                    <a:pt x="102" y="132"/>
                    <a:pt x="102" y="131"/>
                  </a:cubicBezTo>
                  <a:cubicBezTo>
                    <a:pt x="101" y="129"/>
                    <a:pt x="101" y="128"/>
                    <a:pt x="101" y="127"/>
                  </a:cubicBezTo>
                  <a:cubicBezTo>
                    <a:pt x="102" y="126"/>
                    <a:pt x="102" y="125"/>
                    <a:pt x="103" y="124"/>
                  </a:cubicBezTo>
                  <a:cubicBezTo>
                    <a:pt x="104" y="123"/>
                    <a:pt x="106" y="123"/>
                    <a:pt x="107" y="123"/>
                  </a:cubicBezTo>
                  <a:cubicBezTo>
                    <a:pt x="108" y="123"/>
                    <a:pt x="108" y="123"/>
                    <a:pt x="109" y="124"/>
                  </a:cubicBezTo>
                  <a:cubicBezTo>
                    <a:pt x="109" y="125"/>
                    <a:pt x="110" y="125"/>
                    <a:pt x="109" y="126"/>
                  </a:cubicBezTo>
                  <a:cubicBezTo>
                    <a:pt x="109" y="126"/>
                    <a:pt x="109" y="126"/>
                    <a:pt x="109" y="126"/>
                  </a:cubicBezTo>
                  <a:cubicBezTo>
                    <a:pt x="108" y="126"/>
                    <a:pt x="108" y="126"/>
                    <a:pt x="108" y="126"/>
                  </a:cubicBezTo>
                  <a:cubicBezTo>
                    <a:pt x="108" y="126"/>
                    <a:pt x="108" y="126"/>
                    <a:pt x="108" y="126"/>
                  </a:cubicBezTo>
                  <a:cubicBezTo>
                    <a:pt x="108" y="125"/>
                    <a:pt x="108" y="125"/>
                    <a:pt x="108" y="125"/>
                  </a:cubicBezTo>
                  <a:cubicBezTo>
                    <a:pt x="108" y="125"/>
                    <a:pt x="108" y="124"/>
                    <a:pt x="108" y="124"/>
                  </a:cubicBezTo>
                  <a:cubicBezTo>
                    <a:pt x="107" y="123"/>
                    <a:pt x="107" y="123"/>
                    <a:pt x="107" y="123"/>
                  </a:cubicBezTo>
                  <a:cubicBezTo>
                    <a:pt x="106" y="123"/>
                    <a:pt x="105" y="123"/>
                    <a:pt x="104" y="124"/>
                  </a:cubicBezTo>
                  <a:cubicBezTo>
                    <a:pt x="104" y="124"/>
                    <a:pt x="104" y="125"/>
                    <a:pt x="103" y="126"/>
                  </a:cubicBezTo>
                  <a:cubicBezTo>
                    <a:pt x="103" y="127"/>
                    <a:pt x="103" y="128"/>
                    <a:pt x="104" y="129"/>
                  </a:cubicBezTo>
                  <a:cubicBezTo>
                    <a:pt x="104" y="129"/>
                    <a:pt x="105" y="130"/>
                    <a:pt x="106" y="130"/>
                  </a:cubicBezTo>
                  <a:cubicBezTo>
                    <a:pt x="106" y="131"/>
                    <a:pt x="107" y="131"/>
                    <a:pt x="109" y="130"/>
                  </a:cubicBezTo>
                  <a:cubicBezTo>
                    <a:pt x="109" y="130"/>
                    <a:pt x="109" y="130"/>
                    <a:pt x="109" y="130"/>
                  </a:cubicBezTo>
                  <a:close/>
                  <a:moveTo>
                    <a:pt x="119" y="132"/>
                  </a:moveTo>
                  <a:cubicBezTo>
                    <a:pt x="118" y="133"/>
                    <a:pt x="118" y="133"/>
                    <a:pt x="117" y="134"/>
                  </a:cubicBezTo>
                  <a:cubicBezTo>
                    <a:pt x="116" y="134"/>
                    <a:pt x="115" y="135"/>
                    <a:pt x="114" y="134"/>
                  </a:cubicBezTo>
                  <a:cubicBezTo>
                    <a:pt x="113" y="134"/>
                    <a:pt x="112" y="133"/>
                    <a:pt x="112" y="133"/>
                  </a:cubicBezTo>
                  <a:cubicBezTo>
                    <a:pt x="111" y="131"/>
                    <a:pt x="111" y="130"/>
                    <a:pt x="111" y="129"/>
                  </a:cubicBezTo>
                  <a:cubicBezTo>
                    <a:pt x="112" y="128"/>
                    <a:pt x="112" y="127"/>
                    <a:pt x="113" y="126"/>
                  </a:cubicBezTo>
                  <a:cubicBezTo>
                    <a:pt x="114" y="125"/>
                    <a:pt x="115" y="125"/>
                    <a:pt x="116" y="125"/>
                  </a:cubicBezTo>
                  <a:cubicBezTo>
                    <a:pt x="118" y="125"/>
                    <a:pt x="118" y="126"/>
                    <a:pt x="119" y="127"/>
                  </a:cubicBezTo>
                  <a:cubicBezTo>
                    <a:pt x="119" y="127"/>
                    <a:pt x="120" y="128"/>
                    <a:pt x="119" y="129"/>
                  </a:cubicBezTo>
                  <a:cubicBezTo>
                    <a:pt x="113" y="128"/>
                    <a:pt x="113" y="128"/>
                    <a:pt x="113" y="128"/>
                  </a:cubicBezTo>
                  <a:cubicBezTo>
                    <a:pt x="112" y="129"/>
                    <a:pt x="113" y="131"/>
                    <a:pt x="113" y="131"/>
                  </a:cubicBezTo>
                  <a:cubicBezTo>
                    <a:pt x="114" y="132"/>
                    <a:pt x="114" y="133"/>
                    <a:pt x="115" y="133"/>
                  </a:cubicBezTo>
                  <a:cubicBezTo>
                    <a:pt x="116" y="133"/>
                    <a:pt x="116" y="133"/>
                    <a:pt x="117" y="133"/>
                  </a:cubicBezTo>
                  <a:cubicBezTo>
                    <a:pt x="118" y="133"/>
                    <a:pt x="118" y="132"/>
                    <a:pt x="119" y="132"/>
                  </a:cubicBezTo>
                  <a:cubicBezTo>
                    <a:pt x="119" y="132"/>
                    <a:pt x="119" y="132"/>
                    <a:pt x="119" y="132"/>
                  </a:cubicBezTo>
                  <a:close/>
                  <a:moveTo>
                    <a:pt x="117" y="129"/>
                  </a:moveTo>
                  <a:cubicBezTo>
                    <a:pt x="117" y="127"/>
                    <a:pt x="116" y="126"/>
                    <a:pt x="115" y="126"/>
                  </a:cubicBezTo>
                  <a:cubicBezTo>
                    <a:pt x="114" y="125"/>
                    <a:pt x="113" y="126"/>
                    <a:pt x="112" y="128"/>
                  </a:cubicBezTo>
                  <a:cubicBezTo>
                    <a:pt x="117" y="129"/>
                    <a:pt x="117" y="129"/>
                    <a:pt x="117" y="129"/>
                  </a:cubicBezTo>
                  <a:close/>
                  <a:moveTo>
                    <a:pt x="133" y="135"/>
                  </a:moveTo>
                  <a:cubicBezTo>
                    <a:pt x="132" y="136"/>
                    <a:pt x="132" y="136"/>
                    <a:pt x="132" y="136"/>
                  </a:cubicBezTo>
                  <a:cubicBezTo>
                    <a:pt x="132" y="137"/>
                    <a:pt x="131" y="137"/>
                    <a:pt x="131" y="137"/>
                  </a:cubicBezTo>
                  <a:cubicBezTo>
                    <a:pt x="130" y="137"/>
                    <a:pt x="130" y="136"/>
                    <a:pt x="130" y="135"/>
                  </a:cubicBezTo>
                  <a:cubicBezTo>
                    <a:pt x="130" y="135"/>
                    <a:pt x="129" y="136"/>
                    <a:pt x="128" y="136"/>
                  </a:cubicBezTo>
                  <a:cubicBezTo>
                    <a:pt x="128" y="136"/>
                    <a:pt x="127" y="136"/>
                    <a:pt x="127" y="136"/>
                  </a:cubicBezTo>
                  <a:cubicBezTo>
                    <a:pt x="126" y="136"/>
                    <a:pt x="126" y="136"/>
                    <a:pt x="125" y="135"/>
                  </a:cubicBezTo>
                  <a:cubicBezTo>
                    <a:pt x="125" y="135"/>
                    <a:pt x="125" y="135"/>
                    <a:pt x="125" y="134"/>
                  </a:cubicBezTo>
                  <a:cubicBezTo>
                    <a:pt x="125" y="133"/>
                    <a:pt x="126" y="132"/>
                    <a:pt x="127" y="131"/>
                  </a:cubicBezTo>
                  <a:cubicBezTo>
                    <a:pt x="128" y="131"/>
                    <a:pt x="129" y="130"/>
                    <a:pt x="130" y="130"/>
                  </a:cubicBezTo>
                  <a:cubicBezTo>
                    <a:pt x="130" y="129"/>
                    <a:pt x="130" y="129"/>
                    <a:pt x="130" y="129"/>
                  </a:cubicBezTo>
                  <a:cubicBezTo>
                    <a:pt x="130" y="128"/>
                    <a:pt x="130" y="127"/>
                    <a:pt x="129" y="127"/>
                  </a:cubicBezTo>
                  <a:cubicBezTo>
                    <a:pt x="128" y="127"/>
                    <a:pt x="128" y="127"/>
                    <a:pt x="128" y="128"/>
                  </a:cubicBezTo>
                  <a:cubicBezTo>
                    <a:pt x="128" y="128"/>
                    <a:pt x="128" y="128"/>
                    <a:pt x="128" y="128"/>
                  </a:cubicBezTo>
                  <a:cubicBezTo>
                    <a:pt x="128" y="129"/>
                    <a:pt x="128" y="129"/>
                    <a:pt x="128" y="129"/>
                  </a:cubicBezTo>
                  <a:cubicBezTo>
                    <a:pt x="128" y="129"/>
                    <a:pt x="128" y="129"/>
                    <a:pt x="127" y="129"/>
                  </a:cubicBezTo>
                  <a:cubicBezTo>
                    <a:pt x="127" y="130"/>
                    <a:pt x="127" y="130"/>
                    <a:pt x="126" y="130"/>
                  </a:cubicBezTo>
                  <a:cubicBezTo>
                    <a:pt x="126" y="130"/>
                    <a:pt x="126" y="130"/>
                    <a:pt x="126" y="129"/>
                  </a:cubicBezTo>
                  <a:cubicBezTo>
                    <a:pt x="125" y="129"/>
                    <a:pt x="125" y="129"/>
                    <a:pt x="126" y="129"/>
                  </a:cubicBezTo>
                  <a:cubicBezTo>
                    <a:pt x="126" y="128"/>
                    <a:pt x="126" y="128"/>
                    <a:pt x="127" y="127"/>
                  </a:cubicBezTo>
                  <a:cubicBezTo>
                    <a:pt x="128" y="127"/>
                    <a:pt x="128" y="127"/>
                    <a:pt x="129" y="127"/>
                  </a:cubicBezTo>
                  <a:cubicBezTo>
                    <a:pt x="130" y="127"/>
                    <a:pt x="131" y="127"/>
                    <a:pt x="132" y="128"/>
                  </a:cubicBezTo>
                  <a:cubicBezTo>
                    <a:pt x="132" y="128"/>
                    <a:pt x="132" y="129"/>
                    <a:pt x="132" y="130"/>
                  </a:cubicBezTo>
                  <a:cubicBezTo>
                    <a:pt x="132" y="135"/>
                    <a:pt x="132" y="135"/>
                    <a:pt x="132" y="135"/>
                  </a:cubicBezTo>
                  <a:cubicBezTo>
                    <a:pt x="132" y="135"/>
                    <a:pt x="132" y="135"/>
                    <a:pt x="132" y="135"/>
                  </a:cubicBezTo>
                  <a:cubicBezTo>
                    <a:pt x="132" y="135"/>
                    <a:pt x="132" y="135"/>
                    <a:pt x="133" y="135"/>
                  </a:cubicBezTo>
                  <a:cubicBezTo>
                    <a:pt x="133" y="135"/>
                    <a:pt x="133" y="135"/>
                    <a:pt x="133" y="135"/>
                  </a:cubicBezTo>
                  <a:close/>
                  <a:moveTo>
                    <a:pt x="130" y="134"/>
                  </a:moveTo>
                  <a:cubicBezTo>
                    <a:pt x="130" y="131"/>
                    <a:pt x="130" y="131"/>
                    <a:pt x="130" y="131"/>
                  </a:cubicBezTo>
                  <a:cubicBezTo>
                    <a:pt x="129" y="131"/>
                    <a:pt x="128" y="131"/>
                    <a:pt x="128" y="131"/>
                  </a:cubicBezTo>
                  <a:cubicBezTo>
                    <a:pt x="127" y="132"/>
                    <a:pt x="126" y="132"/>
                    <a:pt x="126" y="133"/>
                  </a:cubicBezTo>
                  <a:cubicBezTo>
                    <a:pt x="126" y="134"/>
                    <a:pt x="127" y="135"/>
                    <a:pt x="128" y="135"/>
                  </a:cubicBezTo>
                  <a:cubicBezTo>
                    <a:pt x="128" y="135"/>
                    <a:pt x="129" y="135"/>
                    <a:pt x="130" y="134"/>
                  </a:cubicBezTo>
                  <a:close/>
                  <a:moveTo>
                    <a:pt x="144" y="136"/>
                  </a:moveTo>
                  <a:cubicBezTo>
                    <a:pt x="140" y="136"/>
                    <a:pt x="140" y="136"/>
                    <a:pt x="140" y="136"/>
                  </a:cubicBezTo>
                  <a:cubicBezTo>
                    <a:pt x="140" y="136"/>
                    <a:pt x="140" y="136"/>
                    <a:pt x="140" y="136"/>
                  </a:cubicBezTo>
                  <a:cubicBezTo>
                    <a:pt x="140" y="136"/>
                    <a:pt x="141" y="135"/>
                    <a:pt x="141" y="135"/>
                  </a:cubicBezTo>
                  <a:cubicBezTo>
                    <a:pt x="141" y="129"/>
                    <a:pt x="141" y="129"/>
                    <a:pt x="141" y="129"/>
                  </a:cubicBezTo>
                  <a:cubicBezTo>
                    <a:pt x="141" y="129"/>
                    <a:pt x="141" y="129"/>
                    <a:pt x="140" y="128"/>
                  </a:cubicBezTo>
                  <a:cubicBezTo>
                    <a:pt x="140" y="128"/>
                    <a:pt x="140" y="128"/>
                    <a:pt x="139" y="128"/>
                  </a:cubicBezTo>
                  <a:cubicBezTo>
                    <a:pt x="138" y="128"/>
                    <a:pt x="138" y="128"/>
                    <a:pt x="137" y="129"/>
                  </a:cubicBezTo>
                  <a:cubicBezTo>
                    <a:pt x="137" y="135"/>
                    <a:pt x="137" y="135"/>
                    <a:pt x="137" y="135"/>
                  </a:cubicBezTo>
                  <a:cubicBezTo>
                    <a:pt x="137" y="135"/>
                    <a:pt x="137" y="136"/>
                    <a:pt x="138" y="136"/>
                  </a:cubicBezTo>
                  <a:cubicBezTo>
                    <a:pt x="138" y="136"/>
                    <a:pt x="138" y="136"/>
                    <a:pt x="138" y="136"/>
                  </a:cubicBezTo>
                  <a:cubicBezTo>
                    <a:pt x="134" y="136"/>
                    <a:pt x="134" y="136"/>
                    <a:pt x="134" y="136"/>
                  </a:cubicBezTo>
                  <a:cubicBezTo>
                    <a:pt x="134" y="136"/>
                    <a:pt x="134" y="136"/>
                    <a:pt x="134" y="136"/>
                  </a:cubicBezTo>
                  <a:cubicBezTo>
                    <a:pt x="134" y="136"/>
                    <a:pt x="135" y="135"/>
                    <a:pt x="135" y="135"/>
                  </a:cubicBezTo>
                  <a:cubicBezTo>
                    <a:pt x="135" y="129"/>
                    <a:pt x="135" y="129"/>
                    <a:pt x="135" y="129"/>
                  </a:cubicBezTo>
                  <a:cubicBezTo>
                    <a:pt x="135" y="129"/>
                    <a:pt x="135" y="128"/>
                    <a:pt x="134" y="128"/>
                  </a:cubicBezTo>
                  <a:cubicBezTo>
                    <a:pt x="134" y="128"/>
                    <a:pt x="134" y="128"/>
                    <a:pt x="133" y="128"/>
                  </a:cubicBezTo>
                  <a:cubicBezTo>
                    <a:pt x="133" y="128"/>
                    <a:pt x="133" y="128"/>
                    <a:pt x="133" y="128"/>
                  </a:cubicBezTo>
                  <a:cubicBezTo>
                    <a:pt x="136" y="127"/>
                    <a:pt x="136" y="127"/>
                    <a:pt x="136" y="127"/>
                  </a:cubicBezTo>
                  <a:cubicBezTo>
                    <a:pt x="136" y="128"/>
                    <a:pt x="136" y="128"/>
                    <a:pt x="136" y="128"/>
                  </a:cubicBezTo>
                  <a:cubicBezTo>
                    <a:pt x="137" y="127"/>
                    <a:pt x="138" y="127"/>
                    <a:pt x="140" y="127"/>
                  </a:cubicBezTo>
                  <a:cubicBezTo>
                    <a:pt x="141" y="127"/>
                    <a:pt x="142" y="127"/>
                    <a:pt x="142" y="130"/>
                  </a:cubicBezTo>
                  <a:cubicBezTo>
                    <a:pt x="142" y="135"/>
                    <a:pt x="142" y="135"/>
                    <a:pt x="142" y="135"/>
                  </a:cubicBezTo>
                  <a:cubicBezTo>
                    <a:pt x="143" y="135"/>
                    <a:pt x="143" y="136"/>
                    <a:pt x="144" y="136"/>
                  </a:cubicBezTo>
                  <a:cubicBezTo>
                    <a:pt x="144" y="136"/>
                    <a:pt x="144" y="136"/>
                    <a:pt x="144" y="136"/>
                  </a:cubicBezTo>
                  <a:close/>
                  <a:moveTo>
                    <a:pt x="155" y="134"/>
                  </a:moveTo>
                  <a:cubicBezTo>
                    <a:pt x="154" y="135"/>
                    <a:pt x="153" y="135"/>
                    <a:pt x="152" y="136"/>
                  </a:cubicBezTo>
                  <a:cubicBezTo>
                    <a:pt x="152" y="134"/>
                    <a:pt x="152" y="134"/>
                    <a:pt x="152" y="134"/>
                  </a:cubicBezTo>
                  <a:cubicBezTo>
                    <a:pt x="151" y="135"/>
                    <a:pt x="150" y="136"/>
                    <a:pt x="149" y="136"/>
                  </a:cubicBezTo>
                  <a:cubicBezTo>
                    <a:pt x="148" y="136"/>
                    <a:pt x="148" y="136"/>
                    <a:pt x="147" y="135"/>
                  </a:cubicBezTo>
                  <a:cubicBezTo>
                    <a:pt x="146" y="134"/>
                    <a:pt x="145" y="133"/>
                    <a:pt x="145" y="131"/>
                  </a:cubicBezTo>
                  <a:cubicBezTo>
                    <a:pt x="145" y="130"/>
                    <a:pt x="146" y="129"/>
                    <a:pt x="146" y="128"/>
                  </a:cubicBezTo>
                  <a:cubicBezTo>
                    <a:pt x="146" y="127"/>
                    <a:pt x="148" y="126"/>
                    <a:pt x="149" y="126"/>
                  </a:cubicBezTo>
                  <a:cubicBezTo>
                    <a:pt x="150" y="126"/>
                    <a:pt x="150" y="126"/>
                    <a:pt x="151" y="127"/>
                  </a:cubicBezTo>
                  <a:cubicBezTo>
                    <a:pt x="150" y="124"/>
                    <a:pt x="150" y="124"/>
                    <a:pt x="150" y="124"/>
                  </a:cubicBezTo>
                  <a:cubicBezTo>
                    <a:pt x="150" y="123"/>
                    <a:pt x="150" y="123"/>
                    <a:pt x="150" y="123"/>
                  </a:cubicBezTo>
                  <a:cubicBezTo>
                    <a:pt x="150" y="123"/>
                    <a:pt x="150" y="123"/>
                    <a:pt x="149" y="123"/>
                  </a:cubicBezTo>
                  <a:cubicBezTo>
                    <a:pt x="149" y="123"/>
                    <a:pt x="149" y="123"/>
                    <a:pt x="149" y="123"/>
                  </a:cubicBezTo>
                  <a:cubicBezTo>
                    <a:pt x="150" y="123"/>
                    <a:pt x="150" y="122"/>
                    <a:pt x="152" y="121"/>
                  </a:cubicBezTo>
                  <a:cubicBezTo>
                    <a:pt x="153" y="133"/>
                    <a:pt x="153" y="133"/>
                    <a:pt x="153" y="133"/>
                  </a:cubicBezTo>
                  <a:cubicBezTo>
                    <a:pt x="153" y="134"/>
                    <a:pt x="153" y="134"/>
                    <a:pt x="153" y="134"/>
                  </a:cubicBezTo>
                  <a:cubicBezTo>
                    <a:pt x="154" y="134"/>
                    <a:pt x="155" y="134"/>
                    <a:pt x="155" y="134"/>
                  </a:cubicBezTo>
                  <a:cubicBezTo>
                    <a:pt x="155" y="134"/>
                    <a:pt x="155" y="134"/>
                    <a:pt x="155" y="134"/>
                  </a:cubicBezTo>
                  <a:close/>
                  <a:moveTo>
                    <a:pt x="152" y="133"/>
                  </a:moveTo>
                  <a:cubicBezTo>
                    <a:pt x="152" y="129"/>
                    <a:pt x="152" y="129"/>
                    <a:pt x="152" y="129"/>
                  </a:cubicBezTo>
                  <a:cubicBezTo>
                    <a:pt x="152" y="128"/>
                    <a:pt x="151" y="128"/>
                    <a:pt x="151" y="127"/>
                  </a:cubicBezTo>
                  <a:cubicBezTo>
                    <a:pt x="150" y="127"/>
                    <a:pt x="150" y="127"/>
                    <a:pt x="149" y="127"/>
                  </a:cubicBezTo>
                  <a:cubicBezTo>
                    <a:pt x="148" y="127"/>
                    <a:pt x="148" y="127"/>
                    <a:pt x="147" y="128"/>
                  </a:cubicBezTo>
                  <a:cubicBezTo>
                    <a:pt x="147" y="129"/>
                    <a:pt x="147" y="130"/>
                    <a:pt x="147" y="131"/>
                  </a:cubicBezTo>
                  <a:cubicBezTo>
                    <a:pt x="147" y="132"/>
                    <a:pt x="147" y="133"/>
                    <a:pt x="148" y="134"/>
                  </a:cubicBezTo>
                  <a:cubicBezTo>
                    <a:pt x="148" y="135"/>
                    <a:pt x="149" y="135"/>
                    <a:pt x="150" y="135"/>
                  </a:cubicBezTo>
                  <a:cubicBezTo>
                    <a:pt x="150" y="135"/>
                    <a:pt x="150" y="135"/>
                    <a:pt x="151" y="135"/>
                  </a:cubicBezTo>
                  <a:cubicBezTo>
                    <a:pt x="152" y="134"/>
                    <a:pt x="152" y="134"/>
                    <a:pt x="152" y="133"/>
                  </a:cubicBezTo>
                  <a:close/>
                  <a:moveTo>
                    <a:pt x="170" y="122"/>
                  </a:moveTo>
                  <a:cubicBezTo>
                    <a:pt x="170" y="122"/>
                    <a:pt x="170" y="122"/>
                    <a:pt x="170" y="122"/>
                  </a:cubicBezTo>
                  <a:cubicBezTo>
                    <a:pt x="169" y="121"/>
                    <a:pt x="169" y="120"/>
                    <a:pt x="169" y="120"/>
                  </a:cubicBezTo>
                  <a:cubicBezTo>
                    <a:pt x="168" y="120"/>
                    <a:pt x="168" y="120"/>
                    <a:pt x="167" y="120"/>
                  </a:cubicBezTo>
                  <a:cubicBezTo>
                    <a:pt x="165" y="120"/>
                    <a:pt x="165" y="120"/>
                    <a:pt x="165" y="120"/>
                  </a:cubicBezTo>
                  <a:cubicBezTo>
                    <a:pt x="167" y="131"/>
                    <a:pt x="167" y="131"/>
                    <a:pt x="167" y="131"/>
                  </a:cubicBezTo>
                  <a:cubicBezTo>
                    <a:pt x="168" y="132"/>
                    <a:pt x="168" y="132"/>
                    <a:pt x="170" y="132"/>
                  </a:cubicBezTo>
                  <a:cubicBezTo>
                    <a:pt x="170" y="132"/>
                    <a:pt x="170" y="132"/>
                    <a:pt x="170" y="132"/>
                  </a:cubicBezTo>
                  <a:cubicBezTo>
                    <a:pt x="164" y="133"/>
                    <a:pt x="164" y="133"/>
                    <a:pt x="164" y="133"/>
                  </a:cubicBezTo>
                  <a:cubicBezTo>
                    <a:pt x="164" y="133"/>
                    <a:pt x="164" y="133"/>
                    <a:pt x="164" y="133"/>
                  </a:cubicBezTo>
                  <a:cubicBezTo>
                    <a:pt x="165" y="133"/>
                    <a:pt x="166" y="132"/>
                    <a:pt x="165" y="131"/>
                  </a:cubicBezTo>
                  <a:cubicBezTo>
                    <a:pt x="163" y="121"/>
                    <a:pt x="163" y="121"/>
                    <a:pt x="163" y="121"/>
                  </a:cubicBezTo>
                  <a:cubicBezTo>
                    <a:pt x="161" y="121"/>
                    <a:pt x="161" y="121"/>
                    <a:pt x="161" y="121"/>
                  </a:cubicBezTo>
                  <a:cubicBezTo>
                    <a:pt x="160" y="121"/>
                    <a:pt x="160" y="122"/>
                    <a:pt x="159" y="122"/>
                  </a:cubicBezTo>
                  <a:cubicBezTo>
                    <a:pt x="159" y="123"/>
                    <a:pt x="159" y="123"/>
                    <a:pt x="159" y="124"/>
                  </a:cubicBezTo>
                  <a:cubicBezTo>
                    <a:pt x="159" y="124"/>
                    <a:pt x="159" y="124"/>
                    <a:pt x="159" y="124"/>
                  </a:cubicBezTo>
                  <a:cubicBezTo>
                    <a:pt x="158" y="121"/>
                    <a:pt x="158" y="121"/>
                    <a:pt x="158" y="121"/>
                  </a:cubicBezTo>
                  <a:cubicBezTo>
                    <a:pt x="169" y="118"/>
                    <a:pt x="169" y="118"/>
                    <a:pt x="169" y="118"/>
                  </a:cubicBezTo>
                  <a:cubicBezTo>
                    <a:pt x="170" y="122"/>
                    <a:pt x="170" y="122"/>
                    <a:pt x="170" y="122"/>
                  </a:cubicBezTo>
                  <a:close/>
                  <a:moveTo>
                    <a:pt x="181" y="125"/>
                  </a:moveTo>
                  <a:cubicBezTo>
                    <a:pt x="181" y="126"/>
                    <a:pt x="181" y="127"/>
                    <a:pt x="180" y="128"/>
                  </a:cubicBezTo>
                  <a:cubicBezTo>
                    <a:pt x="180" y="129"/>
                    <a:pt x="179" y="130"/>
                    <a:pt x="178" y="130"/>
                  </a:cubicBezTo>
                  <a:cubicBezTo>
                    <a:pt x="177" y="131"/>
                    <a:pt x="176" y="131"/>
                    <a:pt x="176" y="130"/>
                  </a:cubicBezTo>
                  <a:cubicBezTo>
                    <a:pt x="174" y="129"/>
                    <a:pt x="174" y="128"/>
                    <a:pt x="173" y="127"/>
                  </a:cubicBezTo>
                  <a:cubicBezTo>
                    <a:pt x="173" y="126"/>
                    <a:pt x="173" y="125"/>
                    <a:pt x="173" y="123"/>
                  </a:cubicBezTo>
                  <a:cubicBezTo>
                    <a:pt x="174" y="122"/>
                    <a:pt x="174" y="121"/>
                    <a:pt x="176" y="121"/>
                  </a:cubicBezTo>
                  <a:cubicBezTo>
                    <a:pt x="177" y="121"/>
                    <a:pt x="178" y="121"/>
                    <a:pt x="178" y="121"/>
                  </a:cubicBezTo>
                  <a:cubicBezTo>
                    <a:pt x="179" y="121"/>
                    <a:pt x="180" y="122"/>
                    <a:pt x="180" y="123"/>
                  </a:cubicBezTo>
                  <a:cubicBezTo>
                    <a:pt x="174" y="125"/>
                    <a:pt x="174" y="125"/>
                    <a:pt x="174" y="125"/>
                  </a:cubicBezTo>
                  <a:cubicBezTo>
                    <a:pt x="175" y="126"/>
                    <a:pt x="176" y="127"/>
                    <a:pt x="176" y="128"/>
                  </a:cubicBezTo>
                  <a:cubicBezTo>
                    <a:pt x="177" y="129"/>
                    <a:pt x="178" y="129"/>
                    <a:pt x="179" y="128"/>
                  </a:cubicBezTo>
                  <a:cubicBezTo>
                    <a:pt x="180" y="128"/>
                    <a:pt x="180" y="127"/>
                    <a:pt x="181" y="127"/>
                  </a:cubicBezTo>
                  <a:cubicBezTo>
                    <a:pt x="180" y="127"/>
                    <a:pt x="181" y="126"/>
                    <a:pt x="181" y="125"/>
                  </a:cubicBezTo>
                  <a:cubicBezTo>
                    <a:pt x="181" y="125"/>
                    <a:pt x="181" y="125"/>
                    <a:pt x="181" y="125"/>
                  </a:cubicBezTo>
                  <a:close/>
                  <a:moveTo>
                    <a:pt x="178" y="123"/>
                  </a:moveTo>
                  <a:cubicBezTo>
                    <a:pt x="177" y="122"/>
                    <a:pt x="176" y="121"/>
                    <a:pt x="175" y="122"/>
                  </a:cubicBezTo>
                  <a:cubicBezTo>
                    <a:pt x="174" y="122"/>
                    <a:pt x="173" y="123"/>
                    <a:pt x="173" y="125"/>
                  </a:cubicBezTo>
                  <a:cubicBezTo>
                    <a:pt x="178" y="123"/>
                    <a:pt x="178" y="123"/>
                    <a:pt x="178" y="123"/>
                  </a:cubicBezTo>
                  <a:close/>
                  <a:moveTo>
                    <a:pt x="190" y="122"/>
                  </a:moveTo>
                  <a:cubicBezTo>
                    <a:pt x="190" y="123"/>
                    <a:pt x="190" y="124"/>
                    <a:pt x="190" y="125"/>
                  </a:cubicBezTo>
                  <a:cubicBezTo>
                    <a:pt x="189" y="126"/>
                    <a:pt x="188" y="127"/>
                    <a:pt x="188" y="127"/>
                  </a:cubicBezTo>
                  <a:cubicBezTo>
                    <a:pt x="186" y="127"/>
                    <a:pt x="186" y="127"/>
                    <a:pt x="184" y="127"/>
                  </a:cubicBezTo>
                  <a:cubicBezTo>
                    <a:pt x="183" y="127"/>
                    <a:pt x="182" y="125"/>
                    <a:pt x="182" y="124"/>
                  </a:cubicBezTo>
                  <a:cubicBezTo>
                    <a:pt x="182" y="123"/>
                    <a:pt x="182" y="122"/>
                    <a:pt x="182" y="121"/>
                  </a:cubicBezTo>
                  <a:cubicBezTo>
                    <a:pt x="182" y="119"/>
                    <a:pt x="183" y="119"/>
                    <a:pt x="185" y="118"/>
                  </a:cubicBezTo>
                  <a:cubicBezTo>
                    <a:pt x="186" y="118"/>
                    <a:pt x="186" y="118"/>
                    <a:pt x="187" y="118"/>
                  </a:cubicBezTo>
                  <a:cubicBezTo>
                    <a:pt x="188" y="118"/>
                    <a:pt x="188" y="118"/>
                    <a:pt x="188" y="119"/>
                  </a:cubicBezTo>
                  <a:cubicBezTo>
                    <a:pt x="188" y="119"/>
                    <a:pt x="188" y="119"/>
                    <a:pt x="188" y="119"/>
                  </a:cubicBezTo>
                  <a:cubicBezTo>
                    <a:pt x="188" y="120"/>
                    <a:pt x="188" y="120"/>
                    <a:pt x="188" y="120"/>
                  </a:cubicBezTo>
                  <a:cubicBezTo>
                    <a:pt x="188" y="120"/>
                    <a:pt x="188" y="120"/>
                    <a:pt x="187" y="120"/>
                  </a:cubicBezTo>
                  <a:cubicBezTo>
                    <a:pt x="187" y="120"/>
                    <a:pt x="187" y="119"/>
                    <a:pt x="187" y="119"/>
                  </a:cubicBezTo>
                  <a:cubicBezTo>
                    <a:pt x="187" y="119"/>
                    <a:pt x="186" y="119"/>
                    <a:pt x="186" y="119"/>
                  </a:cubicBezTo>
                  <a:cubicBezTo>
                    <a:pt x="186" y="119"/>
                    <a:pt x="185" y="119"/>
                    <a:pt x="185" y="119"/>
                  </a:cubicBezTo>
                  <a:cubicBezTo>
                    <a:pt x="184" y="119"/>
                    <a:pt x="183" y="120"/>
                    <a:pt x="183" y="121"/>
                  </a:cubicBezTo>
                  <a:cubicBezTo>
                    <a:pt x="183" y="121"/>
                    <a:pt x="183" y="122"/>
                    <a:pt x="184" y="123"/>
                  </a:cubicBezTo>
                  <a:cubicBezTo>
                    <a:pt x="184" y="124"/>
                    <a:pt x="185" y="125"/>
                    <a:pt x="186" y="125"/>
                  </a:cubicBezTo>
                  <a:cubicBezTo>
                    <a:pt x="186" y="126"/>
                    <a:pt x="187" y="126"/>
                    <a:pt x="188" y="126"/>
                  </a:cubicBezTo>
                  <a:cubicBezTo>
                    <a:pt x="189" y="125"/>
                    <a:pt x="190" y="124"/>
                    <a:pt x="190" y="122"/>
                  </a:cubicBezTo>
                  <a:cubicBezTo>
                    <a:pt x="190" y="122"/>
                    <a:pt x="190" y="122"/>
                    <a:pt x="190" y="122"/>
                  </a:cubicBezTo>
                  <a:close/>
                  <a:moveTo>
                    <a:pt x="202" y="120"/>
                  </a:moveTo>
                  <a:cubicBezTo>
                    <a:pt x="198" y="122"/>
                    <a:pt x="198" y="122"/>
                    <a:pt x="198" y="122"/>
                  </a:cubicBezTo>
                  <a:cubicBezTo>
                    <a:pt x="198" y="121"/>
                    <a:pt x="198" y="121"/>
                    <a:pt x="198" y="121"/>
                  </a:cubicBezTo>
                  <a:cubicBezTo>
                    <a:pt x="199" y="121"/>
                    <a:pt x="199" y="121"/>
                    <a:pt x="198" y="120"/>
                  </a:cubicBezTo>
                  <a:cubicBezTo>
                    <a:pt x="196" y="115"/>
                    <a:pt x="196" y="115"/>
                    <a:pt x="196" y="115"/>
                  </a:cubicBezTo>
                  <a:cubicBezTo>
                    <a:pt x="195" y="114"/>
                    <a:pt x="195" y="114"/>
                    <a:pt x="194" y="115"/>
                  </a:cubicBezTo>
                  <a:cubicBezTo>
                    <a:pt x="193" y="115"/>
                    <a:pt x="192" y="116"/>
                    <a:pt x="192" y="117"/>
                  </a:cubicBezTo>
                  <a:cubicBezTo>
                    <a:pt x="194" y="121"/>
                    <a:pt x="194" y="121"/>
                    <a:pt x="194" y="121"/>
                  </a:cubicBezTo>
                  <a:cubicBezTo>
                    <a:pt x="195" y="122"/>
                    <a:pt x="196" y="122"/>
                    <a:pt x="196" y="122"/>
                  </a:cubicBezTo>
                  <a:cubicBezTo>
                    <a:pt x="196" y="122"/>
                    <a:pt x="196" y="122"/>
                    <a:pt x="196" y="122"/>
                  </a:cubicBezTo>
                  <a:cubicBezTo>
                    <a:pt x="192" y="124"/>
                    <a:pt x="192" y="124"/>
                    <a:pt x="192" y="124"/>
                  </a:cubicBezTo>
                  <a:cubicBezTo>
                    <a:pt x="192" y="124"/>
                    <a:pt x="192" y="124"/>
                    <a:pt x="192" y="124"/>
                  </a:cubicBezTo>
                  <a:cubicBezTo>
                    <a:pt x="193" y="123"/>
                    <a:pt x="193" y="123"/>
                    <a:pt x="192" y="122"/>
                  </a:cubicBezTo>
                  <a:cubicBezTo>
                    <a:pt x="188" y="113"/>
                    <a:pt x="188" y="113"/>
                    <a:pt x="188" y="113"/>
                  </a:cubicBezTo>
                  <a:cubicBezTo>
                    <a:pt x="187" y="113"/>
                    <a:pt x="187" y="113"/>
                    <a:pt x="187" y="113"/>
                  </a:cubicBezTo>
                  <a:cubicBezTo>
                    <a:pt x="187" y="113"/>
                    <a:pt x="186" y="113"/>
                    <a:pt x="186" y="113"/>
                  </a:cubicBezTo>
                  <a:cubicBezTo>
                    <a:pt x="186" y="113"/>
                    <a:pt x="186" y="113"/>
                    <a:pt x="186" y="113"/>
                  </a:cubicBezTo>
                  <a:cubicBezTo>
                    <a:pt x="186" y="112"/>
                    <a:pt x="187" y="111"/>
                    <a:pt x="188" y="110"/>
                  </a:cubicBezTo>
                  <a:cubicBezTo>
                    <a:pt x="191" y="116"/>
                    <a:pt x="191" y="116"/>
                    <a:pt x="191" y="116"/>
                  </a:cubicBezTo>
                  <a:cubicBezTo>
                    <a:pt x="192" y="114"/>
                    <a:pt x="192" y="113"/>
                    <a:pt x="193" y="113"/>
                  </a:cubicBezTo>
                  <a:cubicBezTo>
                    <a:pt x="195" y="112"/>
                    <a:pt x="196" y="113"/>
                    <a:pt x="197" y="115"/>
                  </a:cubicBezTo>
                  <a:cubicBezTo>
                    <a:pt x="199" y="119"/>
                    <a:pt x="199" y="119"/>
                    <a:pt x="199" y="119"/>
                  </a:cubicBezTo>
                  <a:cubicBezTo>
                    <a:pt x="200" y="120"/>
                    <a:pt x="201" y="120"/>
                    <a:pt x="202" y="120"/>
                  </a:cubicBezTo>
                  <a:cubicBezTo>
                    <a:pt x="202" y="120"/>
                    <a:pt x="202" y="120"/>
                    <a:pt x="202" y="120"/>
                  </a:cubicBezTo>
                  <a:close/>
                  <a:moveTo>
                    <a:pt x="212" y="114"/>
                  </a:moveTo>
                  <a:cubicBezTo>
                    <a:pt x="208" y="116"/>
                    <a:pt x="208" y="116"/>
                    <a:pt x="208" y="116"/>
                  </a:cubicBezTo>
                  <a:cubicBezTo>
                    <a:pt x="208" y="116"/>
                    <a:pt x="208" y="116"/>
                    <a:pt x="208" y="116"/>
                  </a:cubicBezTo>
                  <a:cubicBezTo>
                    <a:pt x="209" y="115"/>
                    <a:pt x="209" y="115"/>
                    <a:pt x="209" y="114"/>
                  </a:cubicBezTo>
                  <a:cubicBezTo>
                    <a:pt x="206" y="110"/>
                    <a:pt x="206" y="110"/>
                    <a:pt x="206" y="110"/>
                  </a:cubicBezTo>
                  <a:cubicBezTo>
                    <a:pt x="206" y="109"/>
                    <a:pt x="206" y="109"/>
                    <a:pt x="206" y="109"/>
                  </a:cubicBezTo>
                  <a:cubicBezTo>
                    <a:pt x="205" y="109"/>
                    <a:pt x="205" y="109"/>
                    <a:pt x="204" y="109"/>
                  </a:cubicBezTo>
                  <a:cubicBezTo>
                    <a:pt x="203" y="110"/>
                    <a:pt x="202" y="111"/>
                    <a:pt x="202" y="111"/>
                  </a:cubicBezTo>
                  <a:cubicBezTo>
                    <a:pt x="205" y="116"/>
                    <a:pt x="205" y="116"/>
                    <a:pt x="205" y="116"/>
                  </a:cubicBezTo>
                  <a:cubicBezTo>
                    <a:pt x="206" y="117"/>
                    <a:pt x="206" y="117"/>
                    <a:pt x="207" y="117"/>
                  </a:cubicBezTo>
                  <a:cubicBezTo>
                    <a:pt x="207" y="117"/>
                    <a:pt x="207" y="117"/>
                    <a:pt x="207" y="117"/>
                  </a:cubicBezTo>
                  <a:cubicBezTo>
                    <a:pt x="203" y="119"/>
                    <a:pt x="203" y="119"/>
                    <a:pt x="203" y="119"/>
                  </a:cubicBezTo>
                  <a:cubicBezTo>
                    <a:pt x="203" y="119"/>
                    <a:pt x="203" y="119"/>
                    <a:pt x="203" y="119"/>
                  </a:cubicBezTo>
                  <a:cubicBezTo>
                    <a:pt x="204" y="119"/>
                    <a:pt x="204" y="118"/>
                    <a:pt x="204" y="117"/>
                  </a:cubicBezTo>
                  <a:cubicBezTo>
                    <a:pt x="201" y="113"/>
                    <a:pt x="201" y="113"/>
                    <a:pt x="201" y="113"/>
                  </a:cubicBezTo>
                  <a:cubicBezTo>
                    <a:pt x="200" y="112"/>
                    <a:pt x="200" y="112"/>
                    <a:pt x="200" y="112"/>
                  </a:cubicBezTo>
                  <a:cubicBezTo>
                    <a:pt x="200" y="112"/>
                    <a:pt x="200" y="112"/>
                    <a:pt x="199" y="113"/>
                  </a:cubicBezTo>
                  <a:cubicBezTo>
                    <a:pt x="199" y="112"/>
                    <a:pt x="199" y="112"/>
                    <a:pt x="199" y="112"/>
                  </a:cubicBezTo>
                  <a:cubicBezTo>
                    <a:pt x="201" y="110"/>
                    <a:pt x="201" y="110"/>
                    <a:pt x="201" y="110"/>
                  </a:cubicBezTo>
                  <a:cubicBezTo>
                    <a:pt x="202" y="111"/>
                    <a:pt x="202" y="111"/>
                    <a:pt x="202" y="111"/>
                  </a:cubicBezTo>
                  <a:cubicBezTo>
                    <a:pt x="202" y="110"/>
                    <a:pt x="203" y="109"/>
                    <a:pt x="204" y="108"/>
                  </a:cubicBezTo>
                  <a:cubicBezTo>
                    <a:pt x="205" y="107"/>
                    <a:pt x="206" y="108"/>
                    <a:pt x="208" y="110"/>
                  </a:cubicBezTo>
                  <a:cubicBezTo>
                    <a:pt x="210" y="114"/>
                    <a:pt x="210" y="114"/>
                    <a:pt x="210" y="114"/>
                  </a:cubicBezTo>
                  <a:cubicBezTo>
                    <a:pt x="210" y="114"/>
                    <a:pt x="211" y="115"/>
                    <a:pt x="212" y="114"/>
                  </a:cubicBezTo>
                  <a:cubicBezTo>
                    <a:pt x="212" y="114"/>
                    <a:pt x="212" y="114"/>
                    <a:pt x="212" y="114"/>
                  </a:cubicBezTo>
                  <a:close/>
                  <a:moveTo>
                    <a:pt x="218" y="104"/>
                  </a:moveTo>
                  <a:cubicBezTo>
                    <a:pt x="219" y="105"/>
                    <a:pt x="219" y="107"/>
                    <a:pt x="219" y="108"/>
                  </a:cubicBezTo>
                  <a:cubicBezTo>
                    <a:pt x="219" y="109"/>
                    <a:pt x="218" y="110"/>
                    <a:pt x="217" y="111"/>
                  </a:cubicBezTo>
                  <a:cubicBezTo>
                    <a:pt x="216" y="112"/>
                    <a:pt x="215" y="112"/>
                    <a:pt x="214" y="112"/>
                  </a:cubicBezTo>
                  <a:cubicBezTo>
                    <a:pt x="212" y="111"/>
                    <a:pt x="211" y="111"/>
                    <a:pt x="210" y="110"/>
                  </a:cubicBezTo>
                  <a:cubicBezTo>
                    <a:pt x="210" y="109"/>
                    <a:pt x="209" y="107"/>
                    <a:pt x="209" y="106"/>
                  </a:cubicBezTo>
                  <a:cubicBezTo>
                    <a:pt x="209" y="105"/>
                    <a:pt x="210" y="104"/>
                    <a:pt x="211" y="103"/>
                  </a:cubicBezTo>
                  <a:cubicBezTo>
                    <a:pt x="212" y="102"/>
                    <a:pt x="214" y="102"/>
                    <a:pt x="215" y="102"/>
                  </a:cubicBezTo>
                  <a:cubicBezTo>
                    <a:pt x="216" y="102"/>
                    <a:pt x="217" y="103"/>
                    <a:pt x="218" y="104"/>
                  </a:cubicBezTo>
                  <a:close/>
                  <a:moveTo>
                    <a:pt x="217" y="106"/>
                  </a:moveTo>
                  <a:cubicBezTo>
                    <a:pt x="216" y="105"/>
                    <a:pt x="215" y="104"/>
                    <a:pt x="214" y="103"/>
                  </a:cubicBezTo>
                  <a:cubicBezTo>
                    <a:pt x="213" y="103"/>
                    <a:pt x="212" y="103"/>
                    <a:pt x="212" y="103"/>
                  </a:cubicBezTo>
                  <a:cubicBezTo>
                    <a:pt x="211" y="104"/>
                    <a:pt x="211" y="105"/>
                    <a:pt x="211" y="105"/>
                  </a:cubicBezTo>
                  <a:cubicBezTo>
                    <a:pt x="211" y="106"/>
                    <a:pt x="211" y="107"/>
                    <a:pt x="212" y="108"/>
                  </a:cubicBezTo>
                  <a:cubicBezTo>
                    <a:pt x="212" y="109"/>
                    <a:pt x="213" y="110"/>
                    <a:pt x="214" y="110"/>
                  </a:cubicBezTo>
                  <a:cubicBezTo>
                    <a:pt x="215" y="111"/>
                    <a:pt x="216" y="111"/>
                    <a:pt x="217" y="110"/>
                  </a:cubicBezTo>
                  <a:cubicBezTo>
                    <a:pt x="218" y="110"/>
                    <a:pt x="218" y="109"/>
                    <a:pt x="218" y="108"/>
                  </a:cubicBezTo>
                  <a:cubicBezTo>
                    <a:pt x="218" y="107"/>
                    <a:pt x="217" y="107"/>
                    <a:pt x="217" y="106"/>
                  </a:cubicBezTo>
                  <a:close/>
                  <a:moveTo>
                    <a:pt x="226" y="103"/>
                  </a:moveTo>
                  <a:cubicBezTo>
                    <a:pt x="222" y="107"/>
                    <a:pt x="222" y="107"/>
                    <a:pt x="222" y="107"/>
                  </a:cubicBezTo>
                  <a:cubicBezTo>
                    <a:pt x="222" y="106"/>
                    <a:pt x="222" y="106"/>
                    <a:pt x="222" y="106"/>
                  </a:cubicBezTo>
                  <a:cubicBezTo>
                    <a:pt x="223" y="105"/>
                    <a:pt x="223" y="105"/>
                    <a:pt x="223" y="104"/>
                  </a:cubicBezTo>
                  <a:cubicBezTo>
                    <a:pt x="216" y="97"/>
                    <a:pt x="216" y="97"/>
                    <a:pt x="216" y="97"/>
                  </a:cubicBezTo>
                  <a:cubicBezTo>
                    <a:pt x="216" y="96"/>
                    <a:pt x="216" y="96"/>
                    <a:pt x="215" y="96"/>
                  </a:cubicBezTo>
                  <a:cubicBezTo>
                    <a:pt x="215" y="96"/>
                    <a:pt x="215" y="96"/>
                    <a:pt x="214" y="97"/>
                  </a:cubicBezTo>
                  <a:cubicBezTo>
                    <a:pt x="214" y="97"/>
                    <a:pt x="214" y="97"/>
                    <a:pt x="214" y="97"/>
                  </a:cubicBezTo>
                  <a:cubicBezTo>
                    <a:pt x="214" y="97"/>
                    <a:pt x="214" y="97"/>
                    <a:pt x="214" y="97"/>
                  </a:cubicBezTo>
                  <a:cubicBezTo>
                    <a:pt x="214" y="96"/>
                    <a:pt x="215" y="95"/>
                    <a:pt x="216" y="94"/>
                  </a:cubicBezTo>
                  <a:cubicBezTo>
                    <a:pt x="224" y="103"/>
                    <a:pt x="224" y="103"/>
                    <a:pt x="224" y="103"/>
                  </a:cubicBezTo>
                  <a:cubicBezTo>
                    <a:pt x="224" y="104"/>
                    <a:pt x="225" y="104"/>
                    <a:pt x="226" y="103"/>
                  </a:cubicBezTo>
                  <a:cubicBezTo>
                    <a:pt x="226" y="103"/>
                    <a:pt x="226" y="103"/>
                    <a:pt x="226" y="103"/>
                  </a:cubicBezTo>
                  <a:close/>
                  <a:moveTo>
                    <a:pt x="231" y="93"/>
                  </a:moveTo>
                  <a:cubicBezTo>
                    <a:pt x="232" y="94"/>
                    <a:pt x="232" y="95"/>
                    <a:pt x="232" y="96"/>
                  </a:cubicBezTo>
                  <a:cubicBezTo>
                    <a:pt x="232" y="97"/>
                    <a:pt x="232" y="99"/>
                    <a:pt x="230" y="99"/>
                  </a:cubicBezTo>
                  <a:cubicBezTo>
                    <a:pt x="230" y="100"/>
                    <a:pt x="228" y="101"/>
                    <a:pt x="227" y="101"/>
                  </a:cubicBezTo>
                  <a:cubicBezTo>
                    <a:pt x="226" y="101"/>
                    <a:pt x="225" y="100"/>
                    <a:pt x="224" y="99"/>
                  </a:cubicBezTo>
                  <a:cubicBezTo>
                    <a:pt x="223" y="98"/>
                    <a:pt x="222" y="97"/>
                    <a:pt x="222" y="96"/>
                  </a:cubicBezTo>
                  <a:cubicBezTo>
                    <a:pt x="222" y="95"/>
                    <a:pt x="223" y="93"/>
                    <a:pt x="224" y="93"/>
                  </a:cubicBezTo>
                  <a:cubicBezTo>
                    <a:pt x="225" y="92"/>
                    <a:pt x="226" y="91"/>
                    <a:pt x="227" y="91"/>
                  </a:cubicBezTo>
                  <a:cubicBezTo>
                    <a:pt x="229" y="91"/>
                    <a:pt x="230" y="91"/>
                    <a:pt x="231" y="93"/>
                  </a:cubicBezTo>
                  <a:close/>
                  <a:moveTo>
                    <a:pt x="230" y="95"/>
                  </a:moveTo>
                  <a:cubicBezTo>
                    <a:pt x="229" y="94"/>
                    <a:pt x="228" y="93"/>
                    <a:pt x="227" y="93"/>
                  </a:cubicBezTo>
                  <a:cubicBezTo>
                    <a:pt x="226" y="92"/>
                    <a:pt x="225" y="92"/>
                    <a:pt x="224" y="93"/>
                  </a:cubicBezTo>
                  <a:cubicBezTo>
                    <a:pt x="224" y="93"/>
                    <a:pt x="224" y="94"/>
                    <a:pt x="224" y="95"/>
                  </a:cubicBezTo>
                  <a:cubicBezTo>
                    <a:pt x="224" y="96"/>
                    <a:pt x="224" y="96"/>
                    <a:pt x="225" y="97"/>
                  </a:cubicBezTo>
                  <a:cubicBezTo>
                    <a:pt x="226" y="98"/>
                    <a:pt x="227" y="99"/>
                    <a:pt x="228" y="99"/>
                  </a:cubicBezTo>
                  <a:cubicBezTo>
                    <a:pt x="229" y="99"/>
                    <a:pt x="230" y="99"/>
                    <a:pt x="231" y="99"/>
                  </a:cubicBezTo>
                  <a:cubicBezTo>
                    <a:pt x="232" y="98"/>
                    <a:pt x="232" y="97"/>
                    <a:pt x="231" y="97"/>
                  </a:cubicBezTo>
                  <a:cubicBezTo>
                    <a:pt x="231" y="96"/>
                    <a:pt x="231" y="95"/>
                    <a:pt x="230" y="95"/>
                  </a:cubicBezTo>
                  <a:close/>
                  <a:moveTo>
                    <a:pt x="236" y="82"/>
                  </a:moveTo>
                  <a:cubicBezTo>
                    <a:pt x="234" y="83"/>
                    <a:pt x="234" y="83"/>
                    <a:pt x="234" y="83"/>
                  </a:cubicBezTo>
                  <a:cubicBezTo>
                    <a:pt x="235" y="83"/>
                    <a:pt x="236" y="84"/>
                    <a:pt x="236" y="84"/>
                  </a:cubicBezTo>
                  <a:cubicBezTo>
                    <a:pt x="237" y="85"/>
                    <a:pt x="237" y="85"/>
                    <a:pt x="237" y="87"/>
                  </a:cubicBezTo>
                  <a:cubicBezTo>
                    <a:pt x="237" y="87"/>
                    <a:pt x="237" y="88"/>
                    <a:pt x="236" y="89"/>
                  </a:cubicBezTo>
                  <a:cubicBezTo>
                    <a:pt x="236" y="89"/>
                    <a:pt x="236" y="89"/>
                    <a:pt x="236" y="90"/>
                  </a:cubicBezTo>
                  <a:cubicBezTo>
                    <a:pt x="236" y="91"/>
                    <a:pt x="236" y="91"/>
                    <a:pt x="236" y="91"/>
                  </a:cubicBezTo>
                  <a:cubicBezTo>
                    <a:pt x="236" y="92"/>
                    <a:pt x="237" y="91"/>
                    <a:pt x="238" y="90"/>
                  </a:cubicBezTo>
                  <a:cubicBezTo>
                    <a:pt x="239" y="89"/>
                    <a:pt x="240" y="88"/>
                    <a:pt x="240" y="87"/>
                  </a:cubicBezTo>
                  <a:cubicBezTo>
                    <a:pt x="241" y="87"/>
                    <a:pt x="242" y="87"/>
                    <a:pt x="242" y="88"/>
                  </a:cubicBezTo>
                  <a:cubicBezTo>
                    <a:pt x="243" y="88"/>
                    <a:pt x="243" y="89"/>
                    <a:pt x="243" y="91"/>
                  </a:cubicBezTo>
                  <a:cubicBezTo>
                    <a:pt x="243" y="92"/>
                    <a:pt x="242" y="93"/>
                    <a:pt x="242" y="94"/>
                  </a:cubicBezTo>
                  <a:cubicBezTo>
                    <a:pt x="241" y="95"/>
                    <a:pt x="240" y="95"/>
                    <a:pt x="239" y="96"/>
                  </a:cubicBezTo>
                  <a:cubicBezTo>
                    <a:pt x="238" y="96"/>
                    <a:pt x="238" y="96"/>
                    <a:pt x="238" y="95"/>
                  </a:cubicBezTo>
                  <a:cubicBezTo>
                    <a:pt x="237" y="95"/>
                    <a:pt x="237" y="95"/>
                    <a:pt x="237" y="94"/>
                  </a:cubicBezTo>
                  <a:cubicBezTo>
                    <a:pt x="237" y="94"/>
                    <a:pt x="237" y="93"/>
                    <a:pt x="237" y="93"/>
                  </a:cubicBezTo>
                  <a:cubicBezTo>
                    <a:pt x="237" y="93"/>
                    <a:pt x="237" y="93"/>
                    <a:pt x="236" y="93"/>
                  </a:cubicBezTo>
                  <a:cubicBezTo>
                    <a:pt x="236" y="93"/>
                    <a:pt x="236" y="93"/>
                    <a:pt x="236" y="93"/>
                  </a:cubicBezTo>
                  <a:cubicBezTo>
                    <a:pt x="235" y="93"/>
                    <a:pt x="235" y="92"/>
                    <a:pt x="235" y="92"/>
                  </a:cubicBezTo>
                  <a:cubicBezTo>
                    <a:pt x="235" y="91"/>
                    <a:pt x="235" y="91"/>
                    <a:pt x="235" y="90"/>
                  </a:cubicBezTo>
                  <a:cubicBezTo>
                    <a:pt x="234" y="91"/>
                    <a:pt x="233" y="91"/>
                    <a:pt x="232" y="90"/>
                  </a:cubicBezTo>
                  <a:cubicBezTo>
                    <a:pt x="231" y="89"/>
                    <a:pt x="230" y="89"/>
                    <a:pt x="230" y="87"/>
                  </a:cubicBezTo>
                  <a:cubicBezTo>
                    <a:pt x="230" y="87"/>
                    <a:pt x="231" y="85"/>
                    <a:pt x="232" y="85"/>
                  </a:cubicBezTo>
                  <a:cubicBezTo>
                    <a:pt x="232" y="84"/>
                    <a:pt x="232" y="84"/>
                    <a:pt x="233" y="83"/>
                  </a:cubicBezTo>
                  <a:cubicBezTo>
                    <a:pt x="234" y="83"/>
                    <a:pt x="234" y="83"/>
                    <a:pt x="234" y="83"/>
                  </a:cubicBezTo>
                  <a:cubicBezTo>
                    <a:pt x="235" y="81"/>
                    <a:pt x="235" y="81"/>
                    <a:pt x="235" y="81"/>
                  </a:cubicBezTo>
                  <a:cubicBezTo>
                    <a:pt x="236" y="82"/>
                    <a:pt x="236" y="82"/>
                    <a:pt x="236" y="82"/>
                  </a:cubicBezTo>
                  <a:close/>
                  <a:moveTo>
                    <a:pt x="236" y="86"/>
                  </a:moveTo>
                  <a:cubicBezTo>
                    <a:pt x="235" y="86"/>
                    <a:pt x="234" y="85"/>
                    <a:pt x="234" y="85"/>
                  </a:cubicBezTo>
                  <a:cubicBezTo>
                    <a:pt x="233" y="85"/>
                    <a:pt x="232" y="85"/>
                    <a:pt x="232" y="85"/>
                  </a:cubicBezTo>
                  <a:cubicBezTo>
                    <a:pt x="231" y="86"/>
                    <a:pt x="231" y="86"/>
                    <a:pt x="231" y="87"/>
                  </a:cubicBezTo>
                  <a:cubicBezTo>
                    <a:pt x="231" y="87"/>
                    <a:pt x="232" y="87"/>
                    <a:pt x="232" y="88"/>
                  </a:cubicBezTo>
                  <a:cubicBezTo>
                    <a:pt x="233" y="88"/>
                    <a:pt x="233" y="89"/>
                    <a:pt x="234" y="89"/>
                  </a:cubicBezTo>
                  <a:cubicBezTo>
                    <a:pt x="235" y="89"/>
                    <a:pt x="235" y="89"/>
                    <a:pt x="236" y="89"/>
                  </a:cubicBezTo>
                  <a:cubicBezTo>
                    <a:pt x="237" y="88"/>
                    <a:pt x="236" y="87"/>
                    <a:pt x="236" y="86"/>
                  </a:cubicBezTo>
                  <a:close/>
                  <a:moveTo>
                    <a:pt x="242" y="89"/>
                  </a:moveTo>
                  <a:cubicBezTo>
                    <a:pt x="242" y="89"/>
                    <a:pt x="241" y="89"/>
                    <a:pt x="240" y="89"/>
                  </a:cubicBezTo>
                  <a:cubicBezTo>
                    <a:pt x="240" y="90"/>
                    <a:pt x="240" y="90"/>
                    <a:pt x="239" y="91"/>
                  </a:cubicBezTo>
                  <a:cubicBezTo>
                    <a:pt x="238" y="92"/>
                    <a:pt x="238" y="92"/>
                    <a:pt x="237" y="93"/>
                  </a:cubicBezTo>
                  <a:cubicBezTo>
                    <a:pt x="237" y="93"/>
                    <a:pt x="238" y="94"/>
                    <a:pt x="238" y="95"/>
                  </a:cubicBezTo>
                  <a:cubicBezTo>
                    <a:pt x="239" y="95"/>
                    <a:pt x="240" y="95"/>
                    <a:pt x="241" y="93"/>
                  </a:cubicBezTo>
                  <a:cubicBezTo>
                    <a:pt x="242" y="93"/>
                    <a:pt x="242" y="91"/>
                    <a:pt x="243" y="91"/>
                  </a:cubicBezTo>
                  <a:cubicBezTo>
                    <a:pt x="243" y="90"/>
                    <a:pt x="242" y="89"/>
                    <a:pt x="242" y="89"/>
                  </a:cubicBezTo>
                  <a:close/>
                  <a:moveTo>
                    <a:pt x="242" y="73"/>
                  </a:moveTo>
                  <a:cubicBezTo>
                    <a:pt x="242" y="73"/>
                    <a:pt x="242" y="73"/>
                    <a:pt x="242" y="74"/>
                  </a:cubicBezTo>
                  <a:cubicBezTo>
                    <a:pt x="242" y="74"/>
                    <a:pt x="242" y="74"/>
                    <a:pt x="242" y="75"/>
                  </a:cubicBezTo>
                  <a:cubicBezTo>
                    <a:pt x="247" y="83"/>
                    <a:pt x="247" y="83"/>
                    <a:pt x="247" y="83"/>
                  </a:cubicBezTo>
                  <a:cubicBezTo>
                    <a:pt x="248" y="85"/>
                    <a:pt x="248" y="86"/>
                    <a:pt x="247" y="87"/>
                  </a:cubicBezTo>
                  <a:cubicBezTo>
                    <a:pt x="246" y="88"/>
                    <a:pt x="246" y="88"/>
                    <a:pt x="245" y="87"/>
                  </a:cubicBezTo>
                  <a:cubicBezTo>
                    <a:pt x="245" y="87"/>
                    <a:pt x="245" y="87"/>
                    <a:pt x="245" y="87"/>
                  </a:cubicBezTo>
                  <a:cubicBezTo>
                    <a:pt x="245" y="86"/>
                    <a:pt x="245" y="86"/>
                    <a:pt x="245" y="86"/>
                  </a:cubicBezTo>
                  <a:cubicBezTo>
                    <a:pt x="245" y="86"/>
                    <a:pt x="246" y="85"/>
                    <a:pt x="246" y="85"/>
                  </a:cubicBezTo>
                  <a:cubicBezTo>
                    <a:pt x="246" y="85"/>
                    <a:pt x="246" y="85"/>
                    <a:pt x="246" y="85"/>
                  </a:cubicBezTo>
                  <a:cubicBezTo>
                    <a:pt x="247" y="85"/>
                    <a:pt x="246" y="83"/>
                    <a:pt x="245" y="81"/>
                  </a:cubicBezTo>
                  <a:cubicBezTo>
                    <a:pt x="238" y="80"/>
                    <a:pt x="238" y="80"/>
                    <a:pt x="238" y="80"/>
                  </a:cubicBezTo>
                  <a:cubicBezTo>
                    <a:pt x="237" y="80"/>
                    <a:pt x="237" y="80"/>
                    <a:pt x="236" y="80"/>
                  </a:cubicBezTo>
                  <a:cubicBezTo>
                    <a:pt x="236" y="80"/>
                    <a:pt x="236" y="80"/>
                    <a:pt x="236" y="80"/>
                  </a:cubicBezTo>
                  <a:cubicBezTo>
                    <a:pt x="235" y="80"/>
                    <a:pt x="235" y="80"/>
                    <a:pt x="235" y="80"/>
                  </a:cubicBezTo>
                  <a:cubicBezTo>
                    <a:pt x="238" y="77"/>
                    <a:pt x="238" y="77"/>
                    <a:pt x="238" y="77"/>
                  </a:cubicBezTo>
                  <a:cubicBezTo>
                    <a:pt x="238" y="77"/>
                    <a:pt x="238" y="77"/>
                    <a:pt x="238" y="77"/>
                  </a:cubicBezTo>
                  <a:cubicBezTo>
                    <a:pt x="238" y="78"/>
                    <a:pt x="238" y="78"/>
                    <a:pt x="238" y="78"/>
                  </a:cubicBezTo>
                  <a:cubicBezTo>
                    <a:pt x="238" y="78"/>
                    <a:pt x="238" y="79"/>
                    <a:pt x="239" y="79"/>
                  </a:cubicBezTo>
                  <a:cubicBezTo>
                    <a:pt x="244" y="80"/>
                    <a:pt x="244" y="80"/>
                    <a:pt x="244" y="80"/>
                  </a:cubicBezTo>
                  <a:cubicBezTo>
                    <a:pt x="242" y="75"/>
                    <a:pt x="242" y="75"/>
                    <a:pt x="242" y="75"/>
                  </a:cubicBezTo>
                  <a:cubicBezTo>
                    <a:pt x="241" y="75"/>
                    <a:pt x="241" y="75"/>
                    <a:pt x="241" y="75"/>
                  </a:cubicBezTo>
                  <a:cubicBezTo>
                    <a:pt x="241" y="75"/>
                    <a:pt x="241" y="75"/>
                    <a:pt x="241" y="75"/>
                  </a:cubicBezTo>
                  <a:cubicBezTo>
                    <a:pt x="240" y="75"/>
                    <a:pt x="240" y="75"/>
                    <a:pt x="240" y="75"/>
                  </a:cubicBezTo>
                  <a:cubicBezTo>
                    <a:pt x="240" y="75"/>
                    <a:pt x="240" y="75"/>
                    <a:pt x="240" y="75"/>
                  </a:cubicBezTo>
                  <a:cubicBezTo>
                    <a:pt x="242" y="73"/>
                    <a:pt x="242" y="73"/>
                    <a:pt x="242" y="73"/>
                  </a:cubicBezTo>
                  <a:cubicBezTo>
                    <a:pt x="242" y="73"/>
                    <a:pt x="242" y="73"/>
                    <a:pt x="242" y="73"/>
                  </a:cubicBezTo>
                  <a:close/>
                  <a:moveTo>
                    <a:pt x="253" y="63"/>
                  </a:moveTo>
                  <a:cubicBezTo>
                    <a:pt x="254" y="64"/>
                    <a:pt x="255" y="65"/>
                    <a:pt x="255" y="66"/>
                  </a:cubicBezTo>
                  <a:cubicBezTo>
                    <a:pt x="256" y="67"/>
                    <a:pt x="256" y="68"/>
                    <a:pt x="255" y="69"/>
                  </a:cubicBezTo>
                  <a:cubicBezTo>
                    <a:pt x="254" y="71"/>
                    <a:pt x="253" y="71"/>
                    <a:pt x="252" y="71"/>
                  </a:cubicBezTo>
                  <a:cubicBezTo>
                    <a:pt x="251" y="72"/>
                    <a:pt x="250" y="71"/>
                    <a:pt x="248" y="71"/>
                  </a:cubicBezTo>
                  <a:cubicBezTo>
                    <a:pt x="247" y="70"/>
                    <a:pt x="246" y="69"/>
                    <a:pt x="246" y="68"/>
                  </a:cubicBezTo>
                  <a:cubicBezTo>
                    <a:pt x="246" y="67"/>
                    <a:pt x="246" y="66"/>
                    <a:pt x="246" y="65"/>
                  </a:cubicBezTo>
                  <a:cubicBezTo>
                    <a:pt x="247" y="63"/>
                    <a:pt x="248" y="63"/>
                    <a:pt x="249" y="62"/>
                  </a:cubicBezTo>
                  <a:cubicBezTo>
                    <a:pt x="250" y="62"/>
                    <a:pt x="252" y="62"/>
                    <a:pt x="253" y="63"/>
                  </a:cubicBezTo>
                  <a:close/>
                  <a:moveTo>
                    <a:pt x="252" y="65"/>
                  </a:moveTo>
                  <a:cubicBezTo>
                    <a:pt x="251" y="64"/>
                    <a:pt x="250" y="64"/>
                    <a:pt x="249" y="64"/>
                  </a:cubicBezTo>
                  <a:cubicBezTo>
                    <a:pt x="248" y="64"/>
                    <a:pt x="247" y="64"/>
                    <a:pt x="247" y="65"/>
                  </a:cubicBezTo>
                  <a:cubicBezTo>
                    <a:pt x="246" y="66"/>
                    <a:pt x="246" y="66"/>
                    <a:pt x="247" y="67"/>
                  </a:cubicBezTo>
                  <a:cubicBezTo>
                    <a:pt x="247" y="68"/>
                    <a:pt x="248" y="68"/>
                    <a:pt x="249" y="69"/>
                  </a:cubicBezTo>
                  <a:cubicBezTo>
                    <a:pt x="250" y="69"/>
                    <a:pt x="251" y="69"/>
                    <a:pt x="252" y="70"/>
                  </a:cubicBezTo>
                  <a:cubicBezTo>
                    <a:pt x="253" y="70"/>
                    <a:pt x="254" y="69"/>
                    <a:pt x="254" y="69"/>
                  </a:cubicBezTo>
                  <a:cubicBezTo>
                    <a:pt x="255" y="68"/>
                    <a:pt x="255" y="67"/>
                    <a:pt x="254" y="66"/>
                  </a:cubicBezTo>
                  <a:cubicBezTo>
                    <a:pt x="254" y="66"/>
                    <a:pt x="253" y="65"/>
                    <a:pt x="252" y="65"/>
                  </a:cubicBezTo>
                  <a:close/>
                  <a:moveTo>
                    <a:pt x="266" y="40"/>
                  </a:moveTo>
                  <a:cubicBezTo>
                    <a:pt x="267" y="42"/>
                    <a:pt x="267" y="44"/>
                    <a:pt x="266" y="46"/>
                  </a:cubicBezTo>
                  <a:cubicBezTo>
                    <a:pt x="265" y="48"/>
                    <a:pt x="264" y="49"/>
                    <a:pt x="262" y="50"/>
                  </a:cubicBezTo>
                  <a:cubicBezTo>
                    <a:pt x="261" y="51"/>
                    <a:pt x="259" y="51"/>
                    <a:pt x="257" y="50"/>
                  </a:cubicBezTo>
                  <a:cubicBezTo>
                    <a:pt x="255" y="49"/>
                    <a:pt x="254" y="48"/>
                    <a:pt x="253" y="47"/>
                  </a:cubicBezTo>
                  <a:cubicBezTo>
                    <a:pt x="252" y="45"/>
                    <a:pt x="252" y="43"/>
                    <a:pt x="253" y="41"/>
                  </a:cubicBezTo>
                  <a:cubicBezTo>
                    <a:pt x="254" y="41"/>
                    <a:pt x="254" y="40"/>
                    <a:pt x="254" y="39"/>
                  </a:cubicBezTo>
                  <a:cubicBezTo>
                    <a:pt x="255" y="39"/>
                    <a:pt x="255" y="38"/>
                    <a:pt x="255" y="38"/>
                  </a:cubicBezTo>
                  <a:cubicBezTo>
                    <a:pt x="255" y="38"/>
                    <a:pt x="255" y="37"/>
                    <a:pt x="255" y="37"/>
                  </a:cubicBezTo>
                  <a:cubicBezTo>
                    <a:pt x="255" y="37"/>
                    <a:pt x="255" y="37"/>
                    <a:pt x="255" y="37"/>
                  </a:cubicBezTo>
                  <a:cubicBezTo>
                    <a:pt x="259" y="38"/>
                    <a:pt x="259" y="38"/>
                    <a:pt x="259" y="38"/>
                  </a:cubicBezTo>
                  <a:cubicBezTo>
                    <a:pt x="259" y="39"/>
                    <a:pt x="259" y="39"/>
                    <a:pt x="259" y="39"/>
                  </a:cubicBezTo>
                  <a:cubicBezTo>
                    <a:pt x="258" y="39"/>
                    <a:pt x="257" y="39"/>
                    <a:pt x="256" y="39"/>
                  </a:cubicBezTo>
                  <a:cubicBezTo>
                    <a:pt x="255" y="39"/>
                    <a:pt x="254" y="40"/>
                    <a:pt x="254" y="41"/>
                  </a:cubicBezTo>
                  <a:cubicBezTo>
                    <a:pt x="254" y="43"/>
                    <a:pt x="254" y="44"/>
                    <a:pt x="254" y="45"/>
                  </a:cubicBezTo>
                  <a:cubicBezTo>
                    <a:pt x="255" y="47"/>
                    <a:pt x="256" y="47"/>
                    <a:pt x="258" y="48"/>
                  </a:cubicBezTo>
                  <a:cubicBezTo>
                    <a:pt x="260" y="49"/>
                    <a:pt x="261" y="49"/>
                    <a:pt x="263" y="49"/>
                  </a:cubicBezTo>
                  <a:cubicBezTo>
                    <a:pt x="264" y="48"/>
                    <a:pt x="265" y="47"/>
                    <a:pt x="266" y="46"/>
                  </a:cubicBezTo>
                  <a:cubicBezTo>
                    <a:pt x="266" y="45"/>
                    <a:pt x="266" y="43"/>
                    <a:pt x="266" y="42"/>
                  </a:cubicBezTo>
                  <a:cubicBezTo>
                    <a:pt x="266" y="42"/>
                    <a:pt x="266" y="41"/>
                    <a:pt x="266" y="40"/>
                  </a:cubicBezTo>
                  <a:cubicBezTo>
                    <a:pt x="266" y="40"/>
                    <a:pt x="266" y="40"/>
                    <a:pt x="266" y="40"/>
                  </a:cubicBezTo>
                  <a:close/>
                  <a:moveTo>
                    <a:pt x="270" y="30"/>
                  </a:moveTo>
                  <a:cubicBezTo>
                    <a:pt x="269" y="34"/>
                    <a:pt x="269" y="34"/>
                    <a:pt x="269" y="34"/>
                  </a:cubicBezTo>
                  <a:cubicBezTo>
                    <a:pt x="269" y="34"/>
                    <a:pt x="269" y="34"/>
                    <a:pt x="269" y="34"/>
                  </a:cubicBezTo>
                  <a:cubicBezTo>
                    <a:pt x="269" y="33"/>
                    <a:pt x="269" y="33"/>
                    <a:pt x="268" y="32"/>
                  </a:cubicBezTo>
                  <a:cubicBezTo>
                    <a:pt x="263" y="31"/>
                    <a:pt x="263" y="31"/>
                    <a:pt x="263" y="31"/>
                  </a:cubicBezTo>
                  <a:cubicBezTo>
                    <a:pt x="262" y="31"/>
                    <a:pt x="261" y="31"/>
                    <a:pt x="261" y="32"/>
                  </a:cubicBezTo>
                  <a:cubicBezTo>
                    <a:pt x="260" y="33"/>
                    <a:pt x="261" y="33"/>
                    <a:pt x="261" y="34"/>
                  </a:cubicBezTo>
                  <a:cubicBezTo>
                    <a:pt x="266" y="36"/>
                    <a:pt x="266" y="36"/>
                    <a:pt x="266" y="36"/>
                  </a:cubicBezTo>
                  <a:cubicBezTo>
                    <a:pt x="267" y="36"/>
                    <a:pt x="268" y="36"/>
                    <a:pt x="268" y="35"/>
                  </a:cubicBezTo>
                  <a:cubicBezTo>
                    <a:pt x="268" y="35"/>
                    <a:pt x="268" y="35"/>
                    <a:pt x="268" y="35"/>
                  </a:cubicBezTo>
                  <a:cubicBezTo>
                    <a:pt x="267" y="39"/>
                    <a:pt x="267" y="39"/>
                    <a:pt x="267" y="39"/>
                  </a:cubicBezTo>
                  <a:cubicBezTo>
                    <a:pt x="267" y="39"/>
                    <a:pt x="267" y="39"/>
                    <a:pt x="267" y="39"/>
                  </a:cubicBezTo>
                  <a:cubicBezTo>
                    <a:pt x="267" y="38"/>
                    <a:pt x="267" y="38"/>
                    <a:pt x="266" y="37"/>
                  </a:cubicBezTo>
                  <a:cubicBezTo>
                    <a:pt x="256" y="35"/>
                    <a:pt x="256" y="35"/>
                    <a:pt x="256" y="35"/>
                  </a:cubicBezTo>
                  <a:cubicBezTo>
                    <a:pt x="256" y="35"/>
                    <a:pt x="255" y="35"/>
                    <a:pt x="255" y="35"/>
                  </a:cubicBezTo>
                  <a:cubicBezTo>
                    <a:pt x="255" y="35"/>
                    <a:pt x="255" y="35"/>
                    <a:pt x="255" y="35"/>
                  </a:cubicBezTo>
                  <a:cubicBezTo>
                    <a:pt x="254" y="35"/>
                    <a:pt x="254" y="35"/>
                    <a:pt x="254" y="35"/>
                  </a:cubicBezTo>
                  <a:cubicBezTo>
                    <a:pt x="254" y="35"/>
                    <a:pt x="254" y="34"/>
                    <a:pt x="254" y="32"/>
                  </a:cubicBezTo>
                  <a:cubicBezTo>
                    <a:pt x="260" y="34"/>
                    <a:pt x="260" y="34"/>
                    <a:pt x="260" y="34"/>
                  </a:cubicBezTo>
                  <a:cubicBezTo>
                    <a:pt x="260" y="33"/>
                    <a:pt x="259" y="31"/>
                    <a:pt x="260" y="31"/>
                  </a:cubicBezTo>
                  <a:cubicBezTo>
                    <a:pt x="260" y="29"/>
                    <a:pt x="261" y="28"/>
                    <a:pt x="263" y="29"/>
                  </a:cubicBezTo>
                  <a:cubicBezTo>
                    <a:pt x="268" y="30"/>
                    <a:pt x="268" y="30"/>
                    <a:pt x="268" y="30"/>
                  </a:cubicBezTo>
                  <a:cubicBezTo>
                    <a:pt x="270" y="31"/>
                    <a:pt x="270" y="31"/>
                    <a:pt x="270" y="30"/>
                  </a:cubicBezTo>
                  <a:cubicBezTo>
                    <a:pt x="270" y="30"/>
                    <a:pt x="270" y="30"/>
                    <a:pt x="270" y="30"/>
                  </a:cubicBezTo>
                  <a:close/>
                  <a:moveTo>
                    <a:pt x="259" y="22"/>
                  </a:moveTo>
                  <a:cubicBezTo>
                    <a:pt x="259" y="22"/>
                    <a:pt x="259" y="22"/>
                    <a:pt x="260" y="23"/>
                  </a:cubicBezTo>
                  <a:cubicBezTo>
                    <a:pt x="260" y="23"/>
                    <a:pt x="260" y="23"/>
                    <a:pt x="260" y="23"/>
                  </a:cubicBezTo>
                  <a:cubicBezTo>
                    <a:pt x="259" y="24"/>
                    <a:pt x="260" y="24"/>
                    <a:pt x="259" y="24"/>
                  </a:cubicBezTo>
                  <a:cubicBezTo>
                    <a:pt x="259" y="24"/>
                    <a:pt x="259" y="25"/>
                    <a:pt x="258" y="24"/>
                  </a:cubicBezTo>
                  <a:cubicBezTo>
                    <a:pt x="258" y="24"/>
                    <a:pt x="258" y="24"/>
                    <a:pt x="258" y="24"/>
                  </a:cubicBezTo>
                  <a:cubicBezTo>
                    <a:pt x="258" y="23"/>
                    <a:pt x="257" y="23"/>
                    <a:pt x="258" y="23"/>
                  </a:cubicBezTo>
                  <a:cubicBezTo>
                    <a:pt x="258" y="23"/>
                    <a:pt x="258" y="23"/>
                    <a:pt x="258" y="22"/>
                  </a:cubicBezTo>
                  <a:cubicBezTo>
                    <a:pt x="258" y="22"/>
                    <a:pt x="258" y="22"/>
                    <a:pt x="259" y="22"/>
                  </a:cubicBezTo>
                  <a:close/>
                  <a:moveTo>
                    <a:pt x="272" y="23"/>
                  </a:moveTo>
                  <a:cubicBezTo>
                    <a:pt x="271" y="28"/>
                    <a:pt x="271" y="28"/>
                    <a:pt x="271" y="28"/>
                  </a:cubicBezTo>
                  <a:cubicBezTo>
                    <a:pt x="270" y="28"/>
                    <a:pt x="270" y="28"/>
                    <a:pt x="270" y="28"/>
                  </a:cubicBezTo>
                  <a:cubicBezTo>
                    <a:pt x="270" y="27"/>
                    <a:pt x="270" y="26"/>
                    <a:pt x="269" y="26"/>
                  </a:cubicBezTo>
                  <a:cubicBezTo>
                    <a:pt x="264" y="25"/>
                    <a:pt x="264" y="25"/>
                    <a:pt x="264" y="25"/>
                  </a:cubicBezTo>
                  <a:cubicBezTo>
                    <a:pt x="263" y="25"/>
                    <a:pt x="262" y="25"/>
                    <a:pt x="262" y="26"/>
                  </a:cubicBezTo>
                  <a:cubicBezTo>
                    <a:pt x="262" y="26"/>
                    <a:pt x="262" y="26"/>
                    <a:pt x="262" y="27"/>
                  </a:cubicBezTo>
                  <a:cubicBezTo>
                    <a:pt x="262" y="27"/>
                    <a:pt x="262" y="27"/>
                    <a:pt x="262" y="27"/>
                  </a:cubicBezTo>
                  <a:cubicBezTo>
                    <a:pt x="262" y="23"/>
                    <a:pt x="262" y="23"/>
                    <a:pt x="262" y="23"/>
                  </a:cubicBezTo>
                  <a:cubicBezTo>
                    <a:pt x="269" y="24"/>
                    <a:pt x="269" y="24"/>
                    <a:pt x="269" y="24"/>
                  </a:cubicBezTo>
                  <a:cubicBezTo>
                    <a:pt x="271" y="25"/>
                    <a:pt x="271" y="24"/>
                    <a:pt x="272" y="23"/>
                  </a:cubicBezTo>
                  <a:cubicBezTo>
                    <a:pt x="272" y="23"/>
                    <a:pt x="272" y="23"/>
                    <a:pt x="272" y="23"/>
                  </a:cubicBezTo>
                  <a:close/>
                  <a:moveTo>
                    <a:pt x="273" y="12"/>
                  </a:moveTo>
                  <a:cubicBezTo>
                    <a:pt x="273" y="16"/>
                    <a:pt x="273" y="16"/>
                    <a:pt x="273" y="16"/>
                  </a:cubicBezTo>
                  <a:cubicBezTo>
                    <a:pt x="272" y="16"/>
                    <a:pt x="272" y="16"/>
                    <a:pt x="272" y="16"/>
                  </a:cubicBezTo>
                  <a:cubicBezTo>
                    <a:pt x="272" y="15"/>
                    <a:pt x="272" y="15"/>
                    <a:pt x="271" y="15"/>
                  </a:cubicBezTo>
                  <a:cubicBezTo>
                    <a:pt x="266" y="14"/>
                    <a:pt x="266" y="14"/>
                    <a:pt x="266" y="14"/>
                  </a:cubicBezTo>
                  <a:cubicBezTo>
                    <a:pt x="266" y="14"/>
                    <a:pt x="266" y="14"/>
                    <a:pt x="265" y="14"/>
                  </a:cubicBezTo>
                  <a:cubicBezTo>
                    <a:pt x="265" y="15"/>
                    <a:pt x="265" y="15"/>
                    <a:pt x="265" y="15"/>
                  </a:cubicBezTo>
                  <a:cubicBezTo>
                    <a:pt x="265" y="16"/>
                    <a:pt x="265" y="17"/>
                    <a:pt x="266" y="18"/>
                  </a:cubicBezTo>
                  <a:cubicBezTo>
                    <a:pt x="271" y="19"/>
                    <a:pt x="271" y="19"/>
                    <a:pt x="271" y="19"/>
                  </a:cubicBezTo>
                  <a:cubicBezTo>
                    <a:pt x="272" y="19"/>
                    <a:pt x="272" y="18"/>
                    <a:pt x="273" y="17"/>
                  </a:cubicBezTo>
                  <a:cubicBezTo>
                    <a:pt x="273" y="17"/>
                    <a:pt x="273" y="17"/>
                    <a:pt x="273" y="17"/>
                  </a:cubicBezTo>
                  <a:cubicBezTo>
                    <a:pt x="273" y="22"/>
                    <a:pt x="273" y="22"/>
                    <a:pt x="273" y="22"/>
                  </a:cubicBezTo>
                  <a:cubicBezTo>
                    <a:pt x="272" y="22"/>
                    <a:pt x="272" y="22"/>
                    <a:pt x="272" y="22"/>
                  </a:cubicBezTo>
                  <a:cubicBezTo>
                    <a:pt x="272" y="21"/>
                    <a:pt x="272" y="21"/>
                    <a:pt x="271" y="20"/>
                  </a:cubicBezTo>
                  <a:cubicBezTo>
                    <a:pt x="265" y="19"/>
                    <a:pt x="265" y="19"/>
                    <a:pt x="265" y="19"/>
                  </a:cubicBezTo>
                  <a:cubicBezTo>
                    <a:pt x="265" y="19"/>
                    <a:pt x="264" y="19"/>
                    <a:pt x="264" y="19"/>
                  </a:cubicBezTo>
                  <a:cubicBezTo>
                    <a:pt x="264" y="19"/>
                    <a:pt x="264" y="20"/>
                    <a:pt x="264" y="21"/>
                  </a:cubicBezTo>
                  <a:cubicBezTo>
                    <a:pt x="264" y="21"/>
                    <a:pt x="264" y="21"/>
                    <a:pt x="264" y="21"/>
                  </a:cubicBezTo>
                  <a:cubicBezTo>
                    <a:pt x="263" y="17"/>
                    <a:pt x="263" y="17"/>
                    <a:pt x="263" y="17"/>
                  </a:cubicBezTo>
                  <a:cubicBezTo>
                    <a:pt x="265" y="18"/>
                    <a:pt x="265" y="18"/>
                    <a:pt x="265" y="18"/>
                  </a:cubicBezTo>
                  <a:cubicBezTo>
                    <a:pt x="264" y="17"/>
                    <a:pt x="263" y="16"/>
                    <a:pt x="264" y="15"/>
                  </a:cubicBezTo>
                  <a:cubicBezTo>
                    <a:pt x="264" y="13"/>
                    <a:pt x="265" y="12"/>
                    <a:pt x="267" y="13"/>
                  </a:cubicBezTo>
                  <a:cubicBezTo>
                    <a:pt x="272" y="13"/>
                    <a:pt x="272" y="13"/>
                    <a:pt x="272" y="13"/>
                  </a:cubicBezTo>
                  <a:cubicBezTo>
                    <a:pt x="272" y="13"/>
                    <a:pt x="273" y="13"/>
                    <a:pt x="273" y="12"/>
                  </a:cubicBezTo>
                  <a:cubicBezTo>
                    <a:pt x="273" y="12"/>
                    <a:pt x="273" y="12"/>
                    <a:pt x="273" y="12"/>
                  </a:cubicBezTo>
                  <a:close/>
                  <a:moveTo>
                    <a:pt x="273" y="1"/>
                  </a:moveTo>
                  <a:cubicBezTo>
                    <a:pt x="273" y="2"/>
                    <a:pt x="273" y="2"/>
                    <a:pt x="274" y="2"/>
                  </a:cubicBezTo>
                  <a:cubicBezTo>
                    <a:pt x="274" y="3"/>
                    <a:pt x="274" y="3"/>
                    <a:pt x="274" y="3"/>
                  </a:cubicBezTo>
                  <a:cubicBezTo>
                    <a:pt x="274" y="4"/>
                    <a:pt x="274" y="4"/>
                    <a:pt x="272" y="5"/>
                  </a:cubicBezTo>
                  <a:cubicBezTo>
                    <a:pt x="273" y="5"/>
                    <a:pt x="273" y="5"/>
                    <a:pt x="274" y="6"/>
                  </a:cubicBezTo>
                  <a:cubicBezTo>
                    <a:pt x="274" y="7"/>
                    <a:pt x="274" y="7"/>
                    <a:pt x="274" y="7"/>
                  </a:cubicBezTo>
                  <a:cubicBezTo>
                    <a:pt x="274" y="8"/>
                    <a:pt x="274" y="9"/>
                    <a:pt x="273" y="9"/>
                  </a:cubicBezTo>
                  <a:cubicBezTo>
                    <a:pt x="273" y="9"/>
                    <a:pt x="272" y="10"/>
                    <a:pt x="272" y="10"/>
                  </a:cubicBezTo>
                  <a:cubicBezTo>
                    <a:pt x="270" y="10"/>
                    <a:pt x="270" y="9"/>
                    <a:pt x="269" y="8"/>
                  </a:cubicBezTo>
                  <a:cubicBezTo>
                    <a:pt x="268" y="7"/>
                    <a:pt x="268" y="6"/>
                    <a:pt x="268" y="5"/>
                  </a:cubicBezTo>
                  <a:cubicBezTo>
                    <a:pt x="267" y="5"/>
                    <a:pt x="267" y="5"/>
                    <a:pt x="267" y="5"/>
                  </a:cubicBezTo>
                  <a:cubicBezTo>
                    <a:pt x="265" y="5"/>
                    <a:pt x="264" y="5"/>
                    <a:pt x="264" y="6"/>
                  </a:cubicBezTo>
                  <a:cubicBezTo>
                    <a:pt x="264" y="7"/>
                    <a:pt x="265" y="7"/>
                    <a:pt x="265" y="7"/>
                  </a:cubicBezTo>
                  <a:cubicBezTo>
                    <a:pt x="266" y="7"/>
                    <a:pt x="266" y="7"/>
                    <a:pt x="266" y="7"/>
                  </a:cubicBezTo>
                  <a:cubicBezTo>
                    <a:pt x="266" y="7"/>
                    <a:pt x="266" y="7"/>
                    <a:pt x="266" y="7"/>
                  </a:cubicBezTo>
                  <a:cubicBezTo>
                    <a:pt x="266" y="7"/>
                    <a:pt x="266" y="7"/>
                    <a:pt x="267" y="8"/>
                  </a:cubicBezTo>
                  <a:cubicBezTo>
                    <a:pt x="267" y="8"/>
                    <a:pt x="267" y="8"/>
                    <a:pt x="267" y="9"/>
                  </a:cubicBezTo>
                  <a:cubicBezTo>
                    <a:pt x="267" y="9"/>
                    <a:pt x="267" y="9"/>
                    <a:pt x="267" y="9"/>
                  </a:cubicBezTo>
                  <a:cubicBezTo>
                    <a:pt x="266" y="10"/>
                    <a:pt x="266" y="10"/>
                    <a:pt x="266" y="10"/>
                  </a:cubicBezTo>
                  <a:cubicBezTo>
                    <a:pt x="266" y="10"/>
                    <a:pt x="265" y="9"/>
                    <a:pt x="265" y="9"/>
                  </a:cubicBezTo>
                  <a:cubicBezTo>
                    <a:pt x="264" y="8"/>
                    <a:pt x="264" y="7"/>
                    <a:pt x="264" y="7"/>
                  </a:cubicBezTo>
                  <a:cubicBezTo>
                    <a:pt x="264" y="5"/>
                    <a:pt x="265" y="5"/>
                    <a:pt x="265" y="4"/>
                  </a:cubicBezTo>
                  <a:cubicBezTo>
                    <a:pt x="266" y="4"/>
                    <a:pt x="266" y="3"/>
                    <a:pt x="268" y="3"/>
                  </a:cubicBezTo>
                  <a:cubicBezTo>
                    <a:pt x="272" y="3"/>
                    <a:pt x="272" y="3"/>
                    <a:pt x="272" y="3"/>
                  </a:cubicBezTo>
                  <a:cubicBezTo>
                    <a:pt x="272" y="3"/>
                    <a:pt x="273" y="3"/>
                    <a:pt x="273" y="3"/>
                  </a:cubicBezTo>
                  <a:cubicBezTo>
                    <a:pt x="273" y="3"/>
                    <a:pt x="273" y="3"/>
                    <a:pt x="272" y="2"/>
                  </a:cubicBezTo>
                  <a:cubicBezTo>
                    <a:pt x="273" y="1"/>
                    <a:pt x="273" y="1"/>
                    <a:pt x="273" y="1"/>
                  </a:cubicBezTo>
                  <a:close/>
                  <a:moveTo>
                    <a:pt x="272" y="5"/>
                  </a:moveTo>
                  <a:cubicBezTo>
                    <a:pt x="268" y="5"/>
                    <a:pt x="268" y="5"/>
                    <a:pt x="268" y="5"/>
                  </a:cubicBezTo>
                  <a:cubicBezTo>
                    <a:pt x="269" y="6"/>
                    <a:pt x="269" y="7"/>
                    <a:pt x="269" y="7"/>
                  </a:cubicBezTo>
                  <a:cubicBezTo>
                    <a:pt x="270" y="8"/>
                    <a:pt x="270" y="8"/>
                    <a:pt x="271" y="8"/>
                  </a:cubicBezTo>
                  <a:cubicBezTo>
                    <a:pt x="272" y="8"/>
                    <a:pt x="272" y="8"/>
                    <a:pt x="272" y="7"/>
                  </a:cubicBezTo>
                  <a:cubicBezTo>
                    <a:pt x="273" y="6"/>
                    <a:pt x="272" y="5"/>
                    <a:pt x="272"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3" name="Freeform 41"/>
            <p:cNvSpPr/>
            <p:nvPr/>
          </p:nvSpPr>
          <p:spPr bwMode="auto">
            <a:xfrm>
              <a:off x="8913875" y="4712004"/>
              <a:ext cx="161925" cy="150813"/>
            </a:xfrm>
            <a:custGeom>
              <a:avLst/>
              <a:gdLst>
                <a:gd name="T0" fmla="*/ 86 w 108"/>
                <a:gd name="T1" fmla="*/ 99 h 100"/>
                <a:gd name="T2" fmla="*/ 46 w 108"/>
                <a:gd name="T3" fmla="*/ 0 h 100"/>
                <a:gd name="T4" fmla="*/ 56 w 108"/>
                <a:gd name="T5" fmla="*/ 58 h 100"/>
                <a:gd name="T6" fmla="*/ 0 w 108"/>
                <a:gd name="T7" fmla="*/ 100 h 100"/>
                <a:gd name="T8" fmla="*/ 57 w 108"/>
                <a:gd name="T9" fmla="*/ 59 h 100"/>
                <a:gd name="T10" fmla="*/ 65 w 108"/>
                <a:gd name="T11" fmla="*/ 18 h 100"/>
                <a:gd name="T12" fmla="*/ 41 w 108"/>
                <a:gd name="T13" fmla="*/ 97 h 100"/>
                <a:gd name="T14" fmla="*/ 64 w 108"/>
                <a:gd name="T15" fmla="*/ 14 h 100"/>
                <a:gd name="T16" fmla="*/ 65 w 108"/>
                <a:gd name="T17" fmla="*/ 98 h 100"/>
                <a:gd name="T18" fmla="*/ 62 w 108"/>
                <a:gd name="T19" fmla="*/ 9 h 100"/>
                <a:gd name="T20" fmla="*/ 86 w 108"/>
                <a:gd name="T21" fmla="*/ 99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8" h="100">
                  <a:moveTo>
                    <a:pt x="86" y="99"/>
                  </a:moveTo>
                  <a:cubicBezTo>
                    <a:pt x="108" y="48"/>
                    <a:pt x="88" y="16"/>
                    <a:pt x="46" y="0"/>
                  </a:cubicBezTo>
                  <a:cubicBezTo>
                    <a:pt x="71" y="10"/>
                    <a:pt x="66" y="42"/>
                    <a:pt x="56" y="58"/>
                  </a:cubicBezTo>
                  <a:cubicBezTo>
                    <a:pt x="45" y="74"/>
                    <a:pt x="28" y="87"/>
                    <a:pt x="0" y="100"/>
                  </a:cubicBezTo>
                  <a:cubicBezTo>
                    <a:pt x="30" y="88"/>
                    <a:pt x="48" y="73"/>
                    <a:pt x="57" y="59"/>
                  </a:cubicBezTo>
                  <a:cubicBezTo>
                    <a:pt x="65" y="44"/>
                    <a:pt x="67" y="32"/>
                    <a:pt x="65" y="18"/>
                  </a:cubicBezTo>
                  <a:cubicBezTo>
                    <a:pt x="78" y="47"/>
                    <a:pt x="67" y="72"/>
                    <a:pt x="41" y="97"/>
                  </a:cubicBezTo>
                  <a:cubicBezTo>
                    <a:pt x="71" y="71"/>
                    <a:pt x="81" y="43"/>
                    <a:pt x="64" y="14"/>
                  </a:cubicBezTo>
                  <a:cubicBezTo>
                    <a:pt x="89" y="42"/>
                    <a:pt x="82" y="72"/>
                    <a:pt x="65" y="98"/>
                  </a:cubicBezTo>
                  <a:cubicBezTo>
                    <a:pt x="86" y="68"/>
                    <a:pt x="90" y="36"/>
                    <a:pt x="62" y="9"/>
                  </a:cubicBezTo>
                  <a:cubicBezTo>
                    <a:pt x="96" y="30"/>
                    <a:pt x="101" y="59"/>
                    <a:pt x="86" y="9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4" name="Freeform 42"/>
            <p:cNvSpPr/>
            <p:nvPr/>
          </p:nvSpPr>
          <p:spPr bwMode="auto">
            <a:xfrm>
              <a:off x="8942450" y="4694541"/>
              <a:ext cx="49213" cy="20638"/>
            </a:xfrm>
            <a:custGeom>
              <a:avLst/>
              <a:gdLst>
                <a:gd name="T0" fmla="*/ 19 w 33"/>
                <a:gd name="T1" fmla="*/ 14 h 14"/>
                <a:gd name="T2" fmla="*/ 0 w 33"/>
                <a:gd name="T3" fmla="*/ 0 h 14"/>
                <a:gd name="T4" fmla="*/ 33 w 33"/>
                <a:gd name="T5" fmla="*/ 5 h 14"/>
                <a:gd name="T6" fmla="*/ 18 w 33"/>
                <a:gd name="T7" fmla="*/ 6 h 14"/>
                <a:gd name="T8" fmla="*/ 19 w 33"/>
                <a:gd name="T9" fmla="*/ 14 h 14"/>
              </a:gdLst>
              <a:ahLst/>
              <a:cxnLst>
                <a:cxn ang="0">
                  <a:pos x="T0" y="T1"/>
                </a:cxn>
                <a:cxn ang="0">
                  <a:pos x="T2" y="T3"/>
                </a:cxn>
                <a:cxn ang="0">
                  <a:pos x="T4" y="T5"/>
                </a:cxn>
                <a:cxn ang="0">
                  <a:pos x="T6" y="T7"/>
                </a:cxn>
                <a:cxn ang="0">
                  <a:pos x="T8" y="T9"/>
                </a:cxn>
              </a:cxnLst>
              <a:rect l="0" t="0" r="r" b="b"/>
              <a:pathLst>
                <a:path w="33" h="14">
                  <a:moveTo>
                    <a:pt x="19" y="14"/>
                  </a:moveTo>
                  <a:cubicBezTo>
                    <a:pt x="13" y="8"/>
                    <a:pt x="8" y="4"/>
                    <a:pt x="0" y="0"/>
                  </a:cubicBezTo>
                  <a:cubicBezTo>
                    <a:pt x="11" y="0"/>
                    <a:pt x="25" y="3"/>
                    <a:pt x="33" y="5"/>
                  </a:cubicBezTo>
                  <a:cubicBezTo>
                    <a:pt x="24" y="4"/>
                    <a:pt x="20" y="5"/>
                    <a:pt x="18" y="6"/>
                  </a:cubicBezTo>
                  <a:cubicBezTo>
                    <a:pt x="16" y="8"/>
                    <a:pt x="17" y="10"/>
                    <a:pt x="19"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5" name="Freeform 43"/>
            <p:cNvSpPr/>
            <p:nvPr/>
          </p:nvSpPr>
          <p:spPr bwMode="auto">
            <a:xfrm>
              <a:off x="8867838" y="4856466"/>
              <a:ext cx="195263" cy="30163"/>
            </a:xfrm>
            <a:custGeom>
              <a:avLst/>
              <a:gdLst>
                <a:gd name="T0" fmla="*/ 70 w 131"/>
                <a:gd name="T1" fmla="*/ 20 h 20"/>
                <a:gd name="T2" fmla="*/ 77 w 131"/>
                <a:gd name="T3" fmla="*/ 12 h 20"/>
                <a:gd name="T4" fmla="*/ 100 w 131"/>
                <a:gd name="T5" fmla="*/ 12 h 20"/>
                <a:gd name="T6" fmla="*/ 131 w 131"/>
                <a:gd name="T7" fmla="*/ 14 h 20"/>
                <a:gd name="T8" fmla="*/ 124 w 131"/>
                <a:gd name="T9" fmla="*/ 8 h 20"/>
                <a:gd name="T10" fmla="*/ 101 w 131"/>
                <a:gd name="T11" fmla="*/ 5 h 20"/>
                <a:gd name="T12" fmla="*/ 77 w 131"/>
                <a:gd name="T13" fmla="*/ 0 h 20"/>
                <a:gd name="T14" fmla="*/ 65 w 131"/>
                <a:gd name="T15" fmla="*/ 12 h 20"/>
                <a:gd name="T16" fmla="*/ 53 w 131"/>
                <a:gd name="T17" fmla="*/ 0 h 20"/>
                <a:gd name="T18" fmla="*/ 30 w 131"/>
                <a:gd name="T19" fmla="*/ 5 h 20"/>
                <a:gd name="T20" fmla="*/ 7 w 131"/>
                <a:gd name="T21" fmla="*/ 8 h 20"/>
                <a:gd name="T22" fmla="*/ 0 w 131"/>
                <a:gd name="T23" fmla="*/ 14 h 20"/>
                <a:gd name="T24" fmla="*/ 31 w 131"/>
                <a:gd name="T25" fmla="*/ 12 h 20"/>
                <a:gd name="T26" fmla="*/ 54 w 131"/>
                <a:gd name="T27" fmla="*/ 12 h 20"/>
                <a:gd name="T28" fmla="*/ 61 w 131"/>
                <a:gd name="T29" fmla="*/ 20 h 20"/>
                <a:gd name="T30" fmla="*/ 70 w 131"/>
                <a:gd name="T31"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31" h="20">
                  <a:moveTo>
                    <a:pt x="70" y="20"/>
                  </a:moveTo>
                  <a:cubicBezTo>
                    <a:pt x="70" y="16"/>
                    <a:pt x="71" y="14"/>
                    <a:pt x="77" y="12"/>
                  </a:cubicBezTo>
                  <a:cubicBezTo>
                    <a:pt x="83" y="10"/>
                    <a:pt x="89" y="11"/>
                    <a:pt x="100" y="12"/>
                  </a:cubicBezTo>
                  <a:cubicBezTo>
                    <a:pt x="111" y="14"/>
                    <a:pt x="120" y="15"/>
                    <a:pt x="131" y="14"/>
                  </a:cubicBezTo>
                  <a:cubicBezTo>
                    <a:pt x="127" y="12"/>
                    <a:pt x="126" y="10"/>
                    <a:pt x="124" y="8"/>
                  </a:cubicBezTo>
                  <a:cubicBezTo>
                    <a:pt x="115" y="8"/>
                    <a:pt x="109" y="7"/>
                    <a:pt x="101" y="5"/>
                  </a:cubicBezTo>
                  <a:cubicBezTo>
                    <a:pt x="93" y="2"/>
                    <a:pt x="83" y="0"/>
                    <a:pt x="77" y="0"/>
                  </a:cubicBezTo>
                  <a:cubicBezTo>
                    <a:pt x="71" y="1"/>
                    <a:pt x="67" y="4"/>
                    <a:pt x="65" y="12"/>
                  </a:cubicBezTo>
                  <a:cubicBezTo>
                    <a:pt x="63" y="4"/>
                    <a:pt x="59" y="1"/>
                    <a:pt x="53" y="0"/>
                  </a:cubicBezTo>
                  <a:cubicBezTo>
                    <a:pt x="47" y="0"/>
                    <a:pt x="38" y="2"/>
                    <a:pt x="30" y="5"/>
                  </a:cubicBezTo>
                  <a:cubicBezTo>
                    <a:pt x="22" y="7"/>
                    <a:pt x="16" y="8"/>
                    <a:pt x="7" y="8"/>
                  </a:cubicBezTo>
                  <a:cubicBezTo>
                    <a:pt x="5" y="10"/>
                    <a:pt x="4" y="12"/>
                    <a:pt x="0" y="14"/>
                  </a:cubicBezTo>
                  <a:cubicBezTo>
                    <a:pt x="11" y="15"/>
                    <a:pt x="20" y="14"/>
                    <a:pt x="31" y="12"/>
                  </a:cubicBezTo>
                  <a:cubicBezTo>
                    <a:pt x="41" y="11"/>
                    <a:pt x="48" y="10"/>
                    <a:pt x="54" y="12"/>
                  </a:cubicBezTo>
                  <a:cubicBezTo>
                    <a:pt x="60" y="14"/>
                    <a:pt x="61" y="16"/>
                    <a:pt x="61" y="20"/>
                  </a:cubicBezTo>
                  <a:cubicBezTo>
                    <a:pt x="70" y="20"/>
                    <a:pt x="70" y="20"/>
                    <a:pt x="70" y="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6" name="Freeform 44"/>
            <p:cNvSpPr>
              <a:spLocks noEditPoints="1"/>
            </p:cNvSpPr>
            <p:nvPr/>
          </p:nvSpPr>
          <p:spPr bwMode="auto">
            <a:xfrm>
              <a:off x="8840850" y="4681841"/>
              <a:ext cx="252413" cy="257175"/>
            </a:xfrm>
            <a:custGeom>
              <a:avLst/>
              <a:gdLst>
                <a:gd name="T0" fmla="*/ 85 w 170"/>
                <a:gd name="T1" fmla="*/ 0 h 171"/>
                <a:gd name="T2" fmla="*/ 0 w 170"/>
                <a:gd name="T3" fmla="*/ 86 h 171"/>
                <a:gd name="T4" fmla="*/ 85 w 170"/>
                <a:gd name="T5" fmla="*/ 171 h 171"/>
                <a:gd name="T6" fmla="*/ 170 w 170"/>
                <a:gd name="T7" fmla="*/ 86 h 171"/>
                <a:gd name="T8" fmla="*/ 85 w 170"/>
                <a:gd name="T9" fmla="*/ 0 h 171"/>
                <a:gd name="T10" fmla="*/ 85 w 170"/>
                <a:gd name="T11" fmla="*/ 168 h 171"/>
                <a:gd name="T12" fmla="*/ 2 w 170"/>
                <a:gd name="T13" fmla="*/ 85 h 171"/>
                <a:gd name="T14" fmla="*/ 85 w 170"/>
                <a:gd name="T15" fmla="*/ 3 h 171"/>
                <a:gd name="T16" fmla="*/ 167 w 170"/>
                <a:gd name="T17" fmla="*/ 85 h 171"/>
                <a:gd name="T18" fmla="*/ 85 w 170"/>
                <a:gd name="T19" fmla="*/ 168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0" h="171">
                  <a:moveTo>
                    <a:pt x="85" y="0"/>
                  </a:moveTo>
                  <a:cubicBezTo>
                    <a:pt x="38" y="0"/>
                    <a:pt x="0" y="38"/>
                    <a:pt x="0" y="86"/>
                  </a:cubicBezTo>
                  <a:cubicBezTo>
                    <a:pt x="0" y="132"/>
                    <a:pt x="38" y="171"/>
                    <a:pt x="85" y="171"/>
                  </a:cubicBezTo>
                  <a:cubicBezTo>
                    <a:pt x="132" y="171"/>
                    <a:pt x="170" y="133"/>
                    <a:pt x="170" y="86"/>
                  </a:cubicBezTo>
                  <a:cubicBezTo>
                    <a:pt x="170" y="38"/>
                    <a:pt x="132" y="0"/>
                    <a:pt x="85" y="0"/>
                  </a:cubicBezTo>
                  <a:close/>
                  <a:moveTo>
                    <a:pt x="85" y="168"/>
                  </a:moveTo>
                  <a:cubicBezTo>
                    <a:pt x="39" y="168"/>
                    <a:pt x="2" y="131"/>
                    <a:pt x="2" y="85"/>
                  </a:cubicBezTo>
                  <a:cubicBezTo>
                    <a:pt x="2" y="40"/>
                    <a:pt x="39" y="3"/>
                    <a:pt x="85" y="3"/>
                  </a:cubicBezTo>
                  <a:cubicBezTo>
                    <a:pt x="130" y="3"/>
                    <a:pt x="167" y="40"/>
                    <a:pt x="167" y="85"/>
                  </a:cubicBezTo>
                  <a:cubicBezTo>
                    <a:pt x="167" y="131"/>
                    <a:pt x="130" y="168"/>
                    <a:pt x="85" y="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7" name="Freeform 45"/>
            <p:cNvSpPr>
              <a:spLocks noEditPoints="1"/>
            </p:cNvSpPr>
            <p:nvPr/>
          </p:nvSpPr>
          <p:spPr bwMode="auto">
            <a:xfrm>
              <a:off x="9091675" y="4667554"/>
              <a:ext cx="39688" cy="36513"/>
            </a:xfrm>
            <a:custGeom>
              <a:avLst/>
              <a:gdLst>
                <a:gd name="T0" fmla="*/ 13 w 26"/>
                <a:gd name="T1" fmla="*/ 16 h 25"/>
                <a:gd name="T2" fmla="*/ 11 w 26"/>
                <a:gd name="T3" fmla="*/ 25 h 25"/>
                <a:gd name="T4" fmla="*/ 7 w 26"/>
                <a:gd name="T5" fmla="*/ 24 h 25"/>
                <a:gd name="T6" fmla="*/ 9 w 26"/>
                <a:gd name="T7" fmla="*/ 19 h 25"/>
                <a:gd name="T8" fmla="*/ 10 w 26"/>
                <a:gd name="T9" fmla="*/ 14 h 25"/>
                <a:gd name="T10" fmla="*/ 10 w 26"/>
                <a:gd name="T11" fmla="*/ 14 h 25"/>
                <a:gd name="T12" fmla="*/ 13 w 26"/>
                <a:gd name="T13" fmla="*/ 16 h 25"/>
                <a:gd name="T14" fmla="*/ 25 w 26"/>
                <a:gd name="T15" fmla="*/ 0 h 25"/>
                <a:gd name="T16" fmla="*/ 26 w 26"/>
                <a:gd name="T17" fmla="*/ 2 h 25"/>
                <a:gd name="T18" fmla="*/ 21 w 26"/>
                <a:gd name="T19" fmla="*/ 7 h 25"/>
                <a:gd name="T20" fmla="*/ 18 w 26"/>
                <a:gd name="T21" fmla="*/ 9 h 25"/>
                <a:gd name="T22" fmla="*/ 22 w 26"/>
                <a:gd name="T23" fmla="*/ 11 h 25"/>
                <a:gd name="T24" fmla="*/ 22 w 26"/>
                <a:gd name="T25" fmla="*/ 11 h 25"/>
                <a:gd name="T26" fmla="*/ 23 w 26"/>
                <a:gd name="T27" fmla="*/ 9 h 25"/>
                <a:gd name="T28" fmla="*/ 23 w 26"/>
                <a:gd name="T29" fmla="*/ 9 h 25"/>
                <a:gd name="T30" fmla="*/ 24 w 26"/>
                <a:gd name="T31" fmla="*/ 9 h 25"/>
                <a:gd name="T32" fmla="*/ 25 w 26"/>
                <a:gd name="T33" fmla="*/ 14 h 25"/>
                <a:gd name="T34" fmla="*/ 26 w 26"/>
                <a:gd name="T35" fmla="*/ 15 h 25"/>
                <a:gd name="T36" fmla="*/ 26 w 26"/>
                <a:gd name="T37" fmla="*/ 16 h 25"/>
                <a:gd name="T38" fmla="*/ 25 w 26"/>
                <a:gd name="T39" fmla="*/ 16 h 25"/>
                <a:gd name="T40" fmla="*/ 23 w 26"/>
                <a:gd name="T41" fmla="*/ 16 h 25"/>
                <a:gd name="T42" fmla="*/ 22 w 26"/>
                <a:gd name="T43" fmla="*/ 15 h 25"/>
                <a:gd name="T44" fmla="*/ 13 w 26"/>
                <a:gd name="T45" fmla="*/ 11 h 25"/>
                <a:gd name="T46" fmla="*/ 4 w 26"/>
                <a:gd name="T47" fmla="*/ 13 h 25"/>
                <a:gd name="T48" fmla="*/ 2 w 26"/>
                <a:gd name="T49" fmla="*/ 8 h 25"/>
                <a:gd name="T50" fmla="*/ 2 w 26"/>
                <a:gd name="T51" fmla="*/ 8 h 25"/>
                <a:gd name="T52" fmla="*/ 3 w 26"/>
                <a:gd name="T53" fmla="*/ 8 h 25"/>
                <a:gd name="T54" fmla="*/ 5 w 26"/>
                <a:gd name="T55" fmla="*/ 10 h 25"/>
                <a:gd name="T56" fmla="*/ 11 w 26"/>
                <a:gd name="T57" fmla="*/ 10 h 25"/>
                <a:gd name="T58" fmla="*/ 11 w 26"/>
                <a:gd name="T59" fmla="*/ 9 h 25"/>
                <a:gd name="T60" fmla="*/ 8 w 26"/>
                <a:gd name="T61" fmla="*/ 3 h 25"/>
                <a:gd name="T62" fmla="*/ 9 w 26"/>
                <a:gd name="T63" fmla="*/ 2 h 25"/>
                <a:gd name="T64" fmla="*/ 10 w 26"/>
                <a:gd name="T65" fmla="*/ 2 h 25"/>
                <a:gd name="T66" fmla="*/ 11 w 26"/>
                <a:gd name="T67" fmla="*/ 5 h 25"/>
                <a:gd name="T68" fmla="*/ 12 w 26"/>
                <a:gd name="T69" fmla="*/ 6 h 25"/>
                <a:gd name="T70" fmla="*/ 15 w 26"/>
                <a:gd name="T71" fmla="*/ 8 h 25"/>
                <a:gd name="T72" fmla="*/ 22 w 26"/>
                <a:gd name="T73" fmla="*/ 2 h 25"/>
                <a:gd name="T74" fmla="*/ 24 w 26"/>
                <a:gd name="T75" fmla="*/ 0 h 25"/>
                <a:gd name="T76" fmla="*/ 25 w 26"/>
                <a:gd name="T77"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6" h="25">
                  <a:moveTo>
                    <a:pt x="13" y="16"/>
                  </a:moveTo>
                  <a:cubicBezTo>
                    <a:pt x="14" y="18"/>
                    <a:pt x="13" y="24"/>
                    <a:pt x="11" y="25"/>
                  </a:cubicBezTo>
                  <a:cubicBezTo>
                    <a:pt x="10" y="25"/>
                    <a:pt x="7" y="25"/>
                    <a:pt x="7" y="24"/>
                  </a:cubicBezTo>
                  <a:cubicBezTo>
                    <a:pt x="7" y="22"/>
                    <a:pt x="8" y="21"/>
                    <a:pt x="9" y="19"/>
                  </a:cubicBezTo>
                  <a:cubicBezTo>
                    <a:pt x="10" y="18"/>
                    <a:pt x="9" y="16"/>
                    <a:pt x="10" y="14"/>
                  </a:cubicBezTo>
                  <a:cubicBezTo>
                    <a:pt x="10" y="14"/>
                    <a:pt x="10" y="14"/>
                    <a:pt x="10" y="14"/>
                  </a:cubicBezTo>
                  <a:cubicBezTo>
                    <a:pt x="11" y="15"/>
                    <a:pt x="12" y="15"/>
                    <a:pt x="13" y="16"/>
                  </a:cubicBezTo>
                  <a:close/>
                  <a:moveTo>
                    <a:pt x="25" y="0"/>
                  </a:moveTo>
                  <a:cubicBezTo>
                    <a:pt x="25" y="0"/>
                    <a:pt x="26" y="1"/>
                    <a:pt x="26" y="2"/>
                  </a:cubicBezTo>
                  <a:cubicBezTo>
                    <a:pt x="26" y="3"/>
                    <a:pt x="23" y="6"/>
                    <a:pt x="21" y="7"/>
                  </a:cubicBezTo>
                  <a:cubicBezTo>
                    <a:pt x="20" y="8"/>
                    <a:pt x="19" y="8"/>
                    <a:pt x="18" y="9"/>
                  </a:cubicBezTo>
                  <a:cubicBezTo>
                    <a:pt x="19" y="10"/>
                    <a:pt x="20" y="11"/>
                    <a:pt x="22" y="11"/>
                  </a:cubicBezTo>
                  <a:cubicBezTo>
                    <a:pt x="22" y="11"/>
                    <a:pt x="22" y="11"/>
                    <a:pt x="22" y="11"/>
                  </a:cubicBezTo>
                  <a:cubicBezTo>
                    <a:pt x="23" y="10"/>
                    <a:pt x="23" y="10"/>
                    <a:pt x="23" y="9"/>
                  </a:cubicBezTo>
                  <a:cubicBezTo>
                    <a:pt x="23" y="9"/>
                    <a:pt x="23" y="9"/>
                    <a:pt x="23" y="9"/>
                  </a:cubicBezTo>
                  <a:cubicBezTo>
                    <a:pt x="23" y="9"/>
                    <a:pt x="23" y="9"/>
                    <a:pt x="24" y="9"/>
                  </a:cubicBezTo>
                  <a:cubicBezTo>
                    <a:pt x="23" y="11"/>
                    <a:pt x="24" y="12"/>
                    <a:pt x="25" y="14"/>
                  </a:cubicBezTo>
                  <a:cubicBezTo>
                    <a:pt x="26" y="14"/>
                    <a:pt x="25" y="15"/>
                    <a:pt x="26" y="15"/>
                  </a:cubicBezTo>
                  <a:cubicBezTo>
                    <a:pt x="26" y="16"/>
                    <a:pt x="26" y="15"/>
                    <a:pt x="26" y="16"/>
                  </a:cubicBezTo>
                  <a:cubicBezTo>
                    <a:pt x="25" y="16"/>
                    <a:pt x="25" y="16"/>
                    <a:pt x="25" y="16"/>
                  </a:cubicBezTo>
                  <a:cubicBezTo>
                    <a:pt x="24" y="16"/>
                    <a:pt x="24" y="16"/>
                    <a:pt x="23" y="16"/>
                  </a:cubicBezTo>
                  <a:cubicBezTo>
                    <a:pt x="23" y="16"/>
                    <a:pt x="22" y="15"/>
                    <a:pt x="22" y="15"/>
                  </a:cubicBezTo>
                  <a:cubicBezTo>
                    <a:pt x="19" y="13"/>
                    <a:pt x="16" y="11"/>
                    <a:pt x="13" y="11"/>
                  </a:cubicBezTo>
                  <a:cubicBezTo>
                    <a:pt x="11" y="12"/>
                    <a:pt x="6" y="14"/>
                    <a:pt x="4" y="13"/>
                  </a:cubicBezTo>
                  <a:cubicBezTo>
                    <a:pt x="2" y="13"/>
                    <a:pt x="0" y="9"/>
                    <a:pt x="2" y="8"/>
                  </a:cubicBezTo>
                  <a:cubicBezTo>
                    <a:pt x="2" y="8"/>
                    <a:pt x="2" y="8"/>
                    <a:pt x="2" y="8"/>
                  </a:cubicBezTo>
                  <a:cubicBezTo>
                    <a:pt x="2" y="8"/>
                    <a:pt x="3" y="8"/>
                    <a:pt x="3" y="8"/>
                  </a:cubicBezTo>
                  <a:cubicBezTo>
                    <a:pt x="4" y="9"/>
                    <a:pt x="5" y="10"/>
                    <a:pt x="5" y="10"/>
                  </a:cubicBezTo>
                  <a:cubicBezTo>
                    <a:pt x="7" y="10"/>
                    <a:pt x="10" y="10"/>
                    <a:pt x="11" y="10"/>
                  </a:cubicBezTo>
                  <a:cubicBezTo>
                    <a:pt x="11" y="9"/>
                    <a:pt x="11" y="9"/>
                    <a:pt x="11" y="9"/>
                  </a:cubicBezTo>
                  <a:cubicBezTo>
                    <a:pt x="9" y="6"/>
                    <a:pt x="7" y="6"/>
                    <a:pt x="8" y="3"/>
                  </a:cubicBezTo>
                  <a:cubicBezTo>
                    <a:pt x="8" y="2"/>
                    <a:pt x="9" y="2"/>
                    <a:pt x="9" y="2"/>
                  </a:cubicBezTo>
                  <a:cubicBezTo>
                    <a:pt x="9" y="2"/>
                    <a:pt x="10" y="2"/>
                    <a:pt x="10" y="2"/>
                  </a:cubicBezTo>
                  <a:cubicBezTo>
                    <a:pt x="10" y="3"/>
                    <a:pt x="11" y="4"/>
                    <a:pt x="11" y="5"/>
                  </a:cubicBezTo>
                  <a:cubicBezTo>
                    <a:pt x="12" y="5"/>
                    <a:pt x="12" y="6"/>
                    <a:pt x="12" y="6"/>
                  </a:cubicBezTo>
                  <a:cubicBezTo>
                    <a:pt x="13" y="6"/>
                    <a:pt x="14" y="8"/>
                    <a:pt x="15" y="8"/>
                  </a:cubicBezTo>
                  <a:cubicBezTo>
                    <a:pt x="16" y="8"/>
                    <a:pt x="21" y="4"/>
                    <a:pt x="22" y="2"/>
                  </a:cubicBezTo>
                  <a:cubicBezTo>
                    <a:pt x="23" y="2"/>
                    <a:pt x="23" y="0"/>
                    <a:pt x="24" y="0"/>
                  </a:cubicBezTo>
                  <a:cubicBezTo>
                    <a:pt x="25" y="0"/>
                    <a:pt x="25" y="0"/>
                    <a:pt x="2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8" name="Freeform 46"/>
            <p:cNvSpPr>
              <a:spLocks noEditPoints="1"/>
            </p:cNvSpPr>
            <p:nvPr/>
          </p:nvSpPr>
          <p:spPr bwMode="auto">
            <a:xfrm>
              <a:off x="9120250" y="4715179"/>
              <a:ext cx="53975" cy="44450"/>
            </a:xfrm>
            <a:custGeom>
              <a:avLst/>
              <a:gdLst>
                <a:gd name="T0" fmla="*/ 32 w 36"/>
                <a:gd name="T1" fmla="*/ 11 h 30"/>
                <a:gd name="T2" fmla="*/ 36 w 36"/>
                <a:gd name="T3" fmla="*/ 16 h 30"/>
                <a:gd name="T4" fmla="*/ 30 w 36"/>
                <a:gd name="T5" fmla="*/ 16 h 30"/>
                <a:gd name="T6" fmla="*/ 26 w 36"/>
                <a:gd name="T7" fmla="*/ 13 h 30"/>
                <a:gd name="T8" fmla="*/ 27 w 36"/>
                <a:gd name="T9" fmla="*/ 16 h 30"/>
                <a:gd name="T10" fmla="*/ 23 w 36"/>
                <a:gd name="T11" fmla="*/ 22 h 30"/>
                <a:gd name="T12" fmla="*/ 14 w 36"/>
                <a:gd name="T13" fmla="*/ 21 h 30"/>
                <a:gd name="T14" fmla="*/ 14 w 36"/>
                <a:gd name="T15" fmla="*/ 24 h 30"/>
                <a:gd name="T16" fmla="*/ 14 w 36"/>
                <a:gd name="T17" fmla="*/ 30 h 30"/>
                <a:gd name="T18" fmla="*/ 10 w 36"/>
                <a:gd name="T19" fmla="*/ 24 h 30"/>
                <a:gd name="T20" fmla="*/ 1 w 36"/>
                <a:gd name="T21" fmla="*/ 18 h 30"/>
                <a:gd name="T22" fmla="*/ 3 w 36"/>
                <a:gd name="T23" fmla="*/ 19 h 30"/>
                <a:gd name="T24" fmla="*/ 9 w 36"/>
                <a:gd name="T25" fmla="*/ 24 h 30"/>
                <a:gd name="T26" fmla="*/ 9 w 36"/>
                <a:gd name="T27" fmla="*/ 23 h 30"/>
                <a:gd name="T28" fmla="*/ 6 w 36"/>
                <a:gd name="T29" fmla="*/ 20 h 30"/>
                <a:gd name="T30" fmla="*/ 4 w 36"/>
                <a:gd name="T31" fmla="*/ 12 h 30"/>
                <a:gd name="T32" fmla="*/ 8 w 36"/>
                <a:gd name="T33" fmla="*/ 18 h 30"/>
                <a:gd name="T34" fmla="*/ 12 w 36"/>
                <a:gd name="T35" fmla="*/ 20 h 30"/>
                <a:gd name="T36" fmla="*/ 17 w 36"/>
                <a:gd name="T37" fmla="*/ 19 h 30"/>
                <a:gd name="T38" fmla="*/ 14 w 36"/>
                <a:gd name="T39" fmla="*/ 16 h 30"/>
                <a:gd name="T40" fmla="*/ 21 w 36"/>
                <a:gd name="T41" fmla="*/ 20 h 30"/>
                <a:gd name="T42" fmla="*/ 24 w 36"/>
                <a:gd name="T43" fmla="*/ 18 h 30"/>
                <a:gd name="T44" fmla="*/ 14 w 36"/>
                <a:gd name="T45" fmla="*/ 12 h 30"/>
                <a:gd name="T46" fmla="*/ 10 w 36"/>
                <a:gd name="T47" fmla="*/ 14 h 30"/>
                <a:gd name="T48" fmla="*/ 10 w 36"/>
                <a:gd name="T49" fmla="*/ 12 h 30"/>
                <a:gd name="T50" fmla="*/ 14 w 36"/>
                <a:gd name="T51" fmla="*/ 6 h 30"/>
                <a:gd name="T52" fmla="*/ 21 w 36"/>
                <a:gd name="T53" fmla="*/ 10 h 30"/>
                <a:gd name="T54" fmla="*/ 32 w 36"/>
                <a:gd name="T55" fmla="*/ 14 h 30"/>
                <a:gd name="T56" fmla="*/ 32 w 36"/>
                <a:gd name="T57" fmla="*/ 14 h 30"/>
                <a:gd name="T58" fmla="*/ 29 w 36"/>
                <a:gd name="T59" fmla="*/ 6 h 30"/>
                <a:gd name="T60" fmla="*/ 32 w 36"/>
                <a:gd name="T61" fmla="*/ 6 h 30"/>
                <a:gd name="T62" fmla="*/ 34 w 36"/>
                <a:gd name="T63" fmla="*/ 0 h 30"/>
                <a:gd name="T64" fmla="*/ 29 w 36"/>
                <a:gd name="T65"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6" h="30">
                  <a:moveTo>
                    <a:pt x="32" y="6"/>
                  </a:moveTo>
                  <a:cubicBezTo>
                    <a:pt x="33" y="8"/>
                    <a:pt x="31" y="10"/>
                    <a:pt x="32" y="11"/>
                  </a:cubicBezTo>
                  <a:cubicBezTo>
                    <a:pt x="32" y="11"/>
                    <a:pt x="32" y="12"/>
                    <a:pt x="32" y="12"/>
                  </a:cubicBezTo>
                  <a:cubicBezTo>
                    <a:pt x="34" y="12"/>
                    <a:pt x="36" y="14"/>
                    <a:pt x="36" y="16"/>
                  </a:cubicBezTo>
                  <a:cubicBezTo>
                    <a:pt x="36" y="17"/>
                    <a:pt x="34" y="19"/>
                    <a:pt x="33" y="19"/>
                  </a:cubicBezTo>
                  <a:cubicBezTo>
                    <a:pt x="32" y="18"/>
                    <a:pt x="30" y="16"/>
                    <a:pt x="30" y="16"/>
                  </a:cubicBezTo>
                  <a:cubicBezTo>
                    <a:pt x="29" y="14"/>
                    <a:pt x="27" y="14"/>
                    <a:pt x="26" y="13"/>
                  </a:cubicBezTo>
                  <a:cubicBezTo>
                    <a:pt x="26" y="13"/>
                    <a:pt x="26" y="13"/>
                    <a:pt x="26" y="13"/>
                  </a:cubicBezTo>
                  <a:cubicBezTo>
                    <a:pt x="26" y="13"/>
                    <a:pt x="26" y="13"/>
                    <a:pt x="26" y="13"/>
                  </a:cubicBezTo>
                  <a:cubicBezTo>
                    <a:pt x="26" y="14"/>
                    <a:pt x="27" y="14"/>
                    <a:pt x="27" y="16"/>
                  </a:cubicBezTo>
                  <a:cubicBezTo>
                    <a:pt x="27" y="18"/>
                    <a:pt x="28" y="21"/>
                    <a:pt x="24" y="23"/>
                  </a:cubicBezTo>
                  <a:cubicBezTo>
                    <a:pt x="24" y="22"/>
                    <a:pt x="24" y="22"/>
                    <a:pt x="23" y="22"/>
                  </a:cubicBezTo>
                  <a:cubicBezTo>
                    <a:pt x="22" y="22"/>
                    <a:pt x="21" y="20"/>
                    <a:pt x="20" y="20"/>
                  </a:cubicBezTo>
                  <a:cubicBezTo>
                    <a:pt x="19" y="22"/>
                    <a:pt x="16" y="21"/>
                    <a:pt x="14" y="21"/>
                  </a:cubicBezTo>
                  <a:cubicBezTo>
                    <a:pt x="13" y="21"/>
                    <a:pt x="13" y="22"/>
                    <a:pt x="13" y="22"/>
                  </a:cubicBezTo>
                  <a:cubicBezTo>
                    <a:pt x="14" y="22"/>
                    <a:pt x="14" y="23"/>
                    <a:pt x="14" y="24"/>
                  </a:cubicBezTo>
                  <a:cubicBezTo>
                    <a:pt x="15" y="24"/>
                    <a:pt x="18" y="26"/>
                    <a:pt x="18" y="28"/>
                  </a:cubicBezTo>
                  <a:cubicBezTo>
                    <a:pt x="18" y="29"/>
                    <a:pt x="16" y="30"/>
                    <a:pt x="14" y="30"/>
                  </a:cubicBezTo>
                  <a:cubicBezTo>
                    <a:pt x="14" y="28"/>
                    <a:pt x="13" y="26"/>
                    <a:pt x="11" y="25"/>
                  </a:cubicBezTo>
                  <a:cubicBezTo>
                    <a:pt x="10" y="25"/>
                    <a:pt x="11" y="24"/>
                    <a:pt x="10" y="24"/>
                  </a:cubicBezTo>
                  <a:cubicBezTo>
                    <a:pt x="9" y="25"/>
                    <a:pt x="8" y="26"/>
                    <a:pt x="7" y="26"/>
                  </a:cubicBezTo>
                  <a:cubicBezTo>
                    <a:pt x="3" y="25"/>
                    <a:pt x="0" y="22"/>
                    <a:pt x="1" y="18"/>
                  </a:cubicBezTo>
                  <a:cubicBezTo>
                    <a:pt x="2" y="17"/>
                    <a:pt x="2" y="16"/>
                    <a:pt x="2" y="15"/>
                  </a:cubicBezTo>
                  <a:cubicBezTo>
                    <a:pt x="3" y="16"/>
                    <a:pt x="3" y="18"/>
                    <a:pt x="3" y="19"/>
                  </a:cubicBezTo>
                  <a:cubicBezTo>
                    <a:pt x="3" y="19"/>
                    <a:pt x="3" y="20"/>
                    <a:pt x="4" y="20"/>
                  </a:cubicBezTo>
                  <a:cubicBezTo>
                    <a:pt x="5" y="22"/>
                    <a:pt x="7" y="23"/>
                    <a:pt x="9" y="24"/>
                  </a:cubicBezTo>
                  <a:cubicBezTo>
                    <a:pt x="9" y="24"/>
                    <a:pt x="9" y="24"/>
                    <a:pt x="9" y="23"/>
                  </a:cubicBezTo>
                  <a:cubicBezTo>
                    <a:pt x="9" y="23"/>
                    <a:pt x="9" y="23"/>
                    <a:pt x="9" y="23"/>
                  </a:cubicBezTo>
                  <a:cubicBezTo>
                    <a:pt x="9" y="22"/>
                    <a:pt x="8" y="22"/>
                    <a:pt x="8" y="21"/>
                  </a:cubicBezTo>
                  <a:cubicBezTo>
                    <a:pt x="8" y="21"/>
                    <a:pt x="7" y="20"/>
                    <a:pt x="6" y="20"/>
                  </a:cubicBezTo>
                  <a:cubicBezTo>
                    <a:pt x="5" y="19"/>
                    <a:pt x="3" y="14"/>
                    <a:pt x="4" y="13"/>
                  </a:cubicBezTo>
                  <a:cubicBezTo>
                    <a:pt x="4" y="13"/>
                    <a:pt x="4" y="12"/>
                    <a:pt x="4" y="12"/>
                  </a:cubicBezTo>
                  <a:cubicBezTo>
                    <a:pt x="5" y="12"/>
                    <a:pt x="5" y="12"/>
                    <a:pt x="5" y="13"/>
                  </a:cubicBezTo>
                  <a:cubicBezTo>
                    <a:pt x="6" y="14"/>
                    <a:pt x="7" y="16"/>
                    <a:pt x="8" y="18"/>
                  </a:cubicBezTo>
                  <a:cubicBezTo>
                    <a:pt x="9" y="18"/>
                    <a:pt x="10" y="19"/>
                    <a:pt x="11" y="20"/>
                  </a:cubicBezTo>
                  <a:cubicBezTo>
                    <a:pt x="11" y="20"/>
                    <a:pt x="11" y="20"/>
                    <a:pt x="12" y="20"/>
                  </a:cubicBezTo>
                  <a:cubicBezTo>
                    <a:pt x="13" y="19"/>
                    <a:pt x="14" y="19"/>
                    <a:pt x="16" y="19"/>
                  </a:cubicBezTo>
                  <a:cubicBezTo>
                    <a:pt x="16" y="19"/>
                    <a:pt x="17" y="19"/>
                    <a:pt x="17" y="19"/>
                  </a:cubicBezTo>
                  <a:cubicBezTo>
                    <a:pt x="17" y="18"/>
                    <a:pt x="15" y="17"/>
                    <a:pt x="15" y="17"/>
                  </a:cubicBezTo>
                  <a:cubicBezTo>
                    <a:pt x="14" y="16"/>
                    <a:pt x="14" y="16"/>
                    <a:pt x="14" y="16"/>
                  </a:cubicBezTo>
                  <a:cubicBezTo>
                    <a:pt x="16" y="14"/>
                    <a:pt x="17" y="16"/>
                    <a:pt x="19" y="18"/>
                  </a:cubicBezTo>
                  <a:cubicBezTo>
                    <a:pt x="20" y="19"/>
                    <a:pt x="20" y="19"/>
                    <a:pt x="21" y="20"/>
                  </a:cubicBezTo>
                  <a:cubicBezTo>
                    <a:pt x="22" y="20"/>
                    <a:pt x="23" y="21"/>
                    <a:pt x="24" y="20"/>
                  </a:cubicBezTo>
                  <a:cubicBezTo>
                    <a:pt x="24" y="19"/>
                    <a:pt x="24" y="19"/>
                    <a:pt x="24" y="18"/>
                  </a:cubicBezTo>
                  <a:cubicBezTo>
                    <a:pt x="24" y="15"/>
                    <a:pt x="20" y="12"/>
                    <a:pt x="17" y="12"/>
                  </a:cubicBezTo>
                  <a:cubicBezTo>
                    <a:pt x="16" y="11"/>
                    <a:pt x="14" y="10"/>
                    <a:pt x="14" y="12"/>
                  </a:cubicBezTo>
                  <a:cubicBezTo>
                    <a:pt x="14" y="12"/>
                    <a:pt x="13" y="14"/>
                    <a:pt x="13" y="14"/>
                  </a:cubicBezTo>
                  <a:cubicBezTo>
                    <a:pt x="12" y="14"/>
                    <a:pt x="11" y="14"/>
                    <a:pt x="10" y="14"/>
                  </a:cubicBezTo>
                  <a:cubicBezTo>
                    <a:pt x="10" y="14"/>
                    <a:pt x="10" y="14"/>
                    <a:pt x="10" y="14"/>
                  </a:cubicBezTo>
                  <a:cubicBezTo>
                    <a:pt x="10" y="13"/>
                    <a:pt x="10" y="13"/>
                    <a:pt x="10" y="12"/>
                  </a:cubicBezTo>
                  <a:cubicBezTo>
                    <a:pt x="10" y="12"/>
                    <a:pt x="9" y="12"/>
                    <a:pt x="9" y="11"/>
                  </a:cubicBezTo>
                  <a:cubicBezTo>
                    <a:pt x="9" y="10"/>
                    <a:pt x="13" y="6"/>
                    <a:pt x="14" y="6"/>
                  </a:cubicBezTo>
                  <a:cubicBezTo>
                    <a:pt x="16" y="8"/>
                    <a:pt x="17" y="8"/>
                    <a:pt x="19" y="9"/>
                  </a:cubicBezTo>
                  <a:cubicBezTo>
                    <a:pt x="20" y="9"/>
                    <a:pt x="21" y="10"/>
                    <a:pt x="21" y="10"/>
                  </a:cubicBezTo>
                  <a:cubicBezTo>
                    <a:pt x="23" y="11"/>
                    <a:pt x="24" y="11"/>
                    <a:pt x="26" y="12"/>
                  </a:cubicBezTo>
                  <a:cubicBezTo>
                    <a:pt x="28" y="12"/>
                    <a:pt x="30" y="14"/>
                    <a:pt x="32" y="14"/>
                  </a:cubicBezTo>
                  <a:cubicBezTo>
                    <a:pt x="32" y="14"/>
                    <a:pt x="32" y="14"/>
                    <a:pt x="32" y="14"/>
                  </a:cubicBezTo>
                  <a:cubicBezTo>
                    <a:pt x="32" y="14"/>
                    <a:pt x="32" y="14"/>
                    <a:pt x="32" y="14"/>
                  </a:cubicBezTo>
                  <a:cubicBezTo>
                    <a:pt x="30" y="13"/>
                    <a:pt x="27" y="12"/>
                    <a:pt x="28" y="10"/>
                  </a:cubicBezTo>
                  <a:cubicBezTo>
                    <a:pt x="28" y="8"/>
                    <a:pt x="30" y="8"/>
                    <a:pt x="29" y="6"/>
                  </a:cubicBezTo>
                  <a:cubicBezTo>
                    <a:pt x="30" y="6"/>
                    <a:pt x="30" y="6"/>
                    <a:pt x="30" y="6"/>
                  </a:cubicBezTo>
                  <a:cubicBezTo>
                    <a:pt x="31" y="6"/>
                    <a:pt x="31" y="6"/>
                    <a:pt x="32" y="6"/>
                  </a:cubicBezTo>
                  <a:close/>
                  <a:moveTo>
                    <a:pt x="34" y="0"/>
                  </a:moveTo>
                  <a:cubicBezTo>
                    <a:pt x="34" y="0"/>
                    <a:pt x="34" y="0"/>
                    <a:pt x="34" y="0"/>
                  </a:cubicBezTo>
                  <a:cubicBezTo>
                    <a:pt x="33" y="2"/>
                    <a:pt x="29" y="6"/>
                    <a:pt x="26" y="6"/>
                  </a:cubicBezTo>
                  <a:cubicBezTo>
                    <a:pt x="25" y="4"/>
                    <a:pt x="27" y="2"/>
                    <a:pt x="29" y="0"/>
                  </a:cubicBezTo>
                  <a:cubicBezTo>
                    <a:pt x="30" y="1"/>
                    <a:pt x="32" y="0"/>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9" name="Freeform 47"/>
            <p:cNvSpPr>
              <a:spLocks noEditPoints="1"/>
            </p:cNvSpPr>
            <p:nvPr/>
          </p:nvSpPr>
          <p:spPr bwMode="auto">
            <a:xfrm>
              <a:off x="9037700" y="4621516"/>
              <a:ext cx="53975" cy="46038"/>
            </a:xfrm>
            <a:custGeom>
              <a:avLst/>
              <a:gdLst>
                <a:gd name="T0" fmla="*/ 13 w 36"/>
                <a:gd name="T1" fmla="*/ 14 h 30"/>
                <a:gd name="T2" fmla="*/ 10 w 36"/>
                <a:gd name="T3" fmla="*/ 17 h 30"/>
                <a:gd name="T4" fmla="*/ 10 w 36"/>
                <a:gd name="T5" fmla="*/ 17 h 30"/>
                <a:gd name="T6" fmla="*/ 13 w 36"/>
                <a:gd name="T7" fmla="*/ 14 h 30"/>
                <a:gd name="T8" fmla="*/ 13 w 36"/>
                <a:gd name="T9" fmla="*/ 14 h 30"/>
                <a:gd name="T10" fmla="*/ 26 w 36"/>
                <a:gd name="T11" fmla="*/ 1 h 30"/>
                <a:gd name="T12" fmla="*/ 27 w 36"/>
                <a:gd name="T13" fmla="*/ 1 h 30"/>
                <a:gd name="T14" fmla="*/ 25 w 36"/>
                <a:gd name="T15" fmla="*/ 7 h 30"/>
                <a:gd name="T16" fmla="*/ 22 w 36"/>
                <a:gd name="T17" fmla="*/ 10 h 30"/>
                <a:gd name="T18" fmla="*/ 22 w 36"/>
                <a:gd name="T19" fmla="*/ 11 h 30"/>
                <a:gd name="T20" fmla="*/ 25 w 36"/>
                <a:gd name="T21" fmla="*/ 11 h 30"/>
                <a:gd name="T22" fmla="*/ 26 w 36"/>
                <a:gd name="T23" fmla="*/ 10 h 30"/>
                <a:gd name="T24" fmla="*/ 29 w 36"/>
                <a:gd name="T25" fmla="*/ 13 h 30"/>
                <a:gd name="T26" fmla="*/ 28 w 36"/>
                <a:gd name="T27" fmla="*/ 14 h 30"/>
                <a:gd name="T28" fmla="*/ 21 w 36"/>
                <a:gd name="T29" fmla="*/ 14 h 30"/>
                <a:gd name="T30" fmla="*/ 19 w 36"/>
                <a:gd name="T31" fmla="*/ 13 h 30"/>
                <a:gd name="T32" fmla="*/ 16 w 36"/>
                <a:gd name="T33" fmla="*/ 18 h 30"/>
                <a:gd name="T34" fmla="*/ 16 w 36"/>
                <a:gd name="T35" fmla="*/ 18 h 30"/>
                <a:gd name="T36" fmla="*/ 21 w 36"/>
                <a:gd name="T37" fmla="*/ 20 h 30"/>
                <a:gd name="T38" fmla="*/ 20 w 36"/>
                <a:gd name="T39" fmla="*/ 24 h 30"/>
                <a:gd name="T40" fmla="*/ 20 w 36"/>
                <a:gd name="T41" fmla="*/ 27 h 30"/>
                <a:gd name="T42" fmla="*/ 14 w 36"/>
                <a:gd name="T43" fmla="*/ 27 h 30"/>
                <a:gd name="T44" fmla="*/ 15 w 36"/>
                <a:gd name="T45" fmla="*/ 21 h 30"/>
                <a:gd name="T46" fmla="*/ 14 w 36"/>
                <a:gd name="T47" fmla="*/ 21 h 30"/>
                <a:gd name="T48" fmla="*/ 9 w 36"/>
                <a:gd name="T49" fmla="*/ 28 h 30"/>
                <a:gd name="T50" fmla="*/ 9 w 36"/>
                <a:gd name="T51" fmla="*/ 28 h 30"/>
                <a:gd name="T52" fmla="*/ 9 w 36"/>
                <a:gd name="T53" fmla="*/ 22 h 30"/>
                <a:gd name="T54" fmla="*/ 11 w 36"/>
                <a:gd name="T55" fmla="*/ 20 h 30"/>
                <a:gd name="T56" fmla="*/ 8 w 36"/>
                <a:gd name="T57" fmla="*/ 20 h 30"/>
                <a:gd name="T58" fmla="*/ 6 w 36"/>
                <a:gd name="T59" fmla="*/ 21 h 30"/>
                <a:gd name="T60" fmla="*/ 1 w 36"/>
                <a:gd name="T61" fmla="*/ 23 h 30"/>
                <a:gd name="T62" fmla="*/ 0 w 36"/>
                <a:gd name="T63" fmla="*/ 22 h 30"/>
                <a:gd name="T64" fmla="*/ 1 w 36"/>
                <a:gd name="T65" fmla="*/ 19 h 30"/>
                <a:gd name="T66" fmla="*/ 3 w 36"/>
                <a:gd name="T67" fmla="*/ 15 h 30"/>
                <a:gd name="T68" fmla="*/ 13 w 36"/>
                <a:gd name="T69" fmla="*/ 13 h 30"/>
                <a:gd name="T70" fmla="*/ 16 w 36"/>
                <a:gd name="T71" fmla="*/ 14 h 30"/>
                <a:gd name="T72" fmla="*/ 16 w 36"/>
                <a:gd name="T73" fmla="*/ 14 h 30"/>
                <a:gd name="T74" fmla="*/ 16 w 36"/>
                <a:gd name="T75" fmla="*/ 13 h 30"/>
                <a:gd name="T76" fmla="*/ 15 w 36"/>
                <a:gd name="T77" fmla="*/ 13 h 30"/>
                <a:gd name="T78" fmla="*/ 13 w 36"/>
                <a:gd name="T79" fmla="*/ 8 h 30"/>
                <a:gd name="T80" fmla="*/ 13 w 36"/>
                <a:gd name="T81" fmla="*/ 8 h 30"/>
                <a:gd name="T82" fmla="*/ 18 w 36"/>
                <a:gd name="T83" fmla="*/ 11 h 30"/>
                <a:gd name="T84" fmla="*/ 20 w 36"/>
                <a:gd name="T85" fmla="*/ 9 h 30"/>
                <a:gd name="T86" fmla="*/ 21 w 36"/>
                <a:gd name="T87" fmla="*/ 7 h 30"/>
                <a:gd name="T88" fmla="*/ 24 w 36"/>
                <a:gd name="T89" fmla="*/ 4 h 30"/>
                <a:gd name="T90" fmla="*/ 26 w 36"/>
                <a:gd name="T91" fmla="*/ 1 h 30"/>
                <a:gd name="T92" fmla="*/ 26 w 36"/>
                <a:gd name="T93" fmla="*/ 1 h 30"/>
                <a:gd name="T94" fmla="*/ 31 w 36"/>
                <a:gd name="T95" fmla="*/ 3 h 30"/>
                <a:gd name="T96" fmla="*/ 35 w 36"/>
                <a:gd name="T97" fmla="*/ 7 h 30"/>
                <a:gd name="T98" fmla="*/ 36 w 36"/>
                <a:gd name="T99" fmla="*/ 9 h 30"/>
                <a:gd name="T100" fmla="*/ 31 w 36"/>
                <a:gd name="T101" fmla="*/ 10 h 30"/>
                <a:gd name="T102" fmla="*/ 31 w 36"/>
                <a:gd name="T103" fmla="*/ 8 h 30"/>
                <a:gd name="T104" fmla="*/ 30 w 36"/>
                <a:gd name="T105" fmla="*/ 8 h 30"/>
                <a:gd name="T106" fmla="*/ 31 w 36"/>
                <a:gd name="T107" fmla="*/ 3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6" h="30">
                  <a:moveTo>
                    <a:pt x="13" y="14"/>
                  </a:moveTo>
                  <a:cubicBezTo>
                    <a:pt x="13" y="14"/>
                    <a:pt x="10" y="16"/>
                    <a:pt x="10" y="17"/>
                  </a:cubicBezTo>
                  <a:cubicBezTo>
                    <a:pt x="10" y="17"/>
                    <a:pt x="10" y="17"/>
                    <a:pt x="10" y="17"/>
                  </a:cubicBezTo>
                  <a:cubicBezTo>
                    <a:pt x="13" y="19"/>
                    <a:pt x="14" y="17"/>
                    <a:pt x="13" y="14"/>
                  </a:cubicBezTo>
                  <a:cubicBezTo>
                    <a:pt x="13" y="14"/>
                    <a:pt x="13" y="14"/>
                    <a:pt x="13" y="14"/>
                  </a:cubicBezTo>
                  <a:close/>
                  <a:moveTo>
                    <a:pt x="26" y="1"/>
                  </a:moveTo>
                  <a:cubicBezTo>
                    <a:pt x="26" y="1"/>
                    <a:pt x="26" y="1"/>
                    <a:pt x="27" y="1"/>
                  </a:cubicBezTo>
                  <a:cubicBezTo>
                    <a:pt x="27" y="2"/>
                    <a:pt x="25" y="6"/>
                    <a:pt x="25" y="7"/>
                  </a:cubicBezTo>
                  <a:cubicBezTo>
                    <a:pt x="24" y="8"/>
                    <a:pt x="22" y="10"/>
                    <a:pt x="22" y="10"/>
                  </a:cubicBezTo>
                  <a:cubicBezTo>
                    <a:pt x="22" y="10"/>
                    <a:pt x="22" y="10"/>
                    <a:pt x="22" y="11"/>
                  </a:cubicBezTo>
                  <a:cubicBezTo>
                    <a:pt x="23" y="12"/>
                    <a:pt x="25" y="12"/>
                    <a:pt x="25" y="11"/>
                  </a:cubicBezTo>
                  <a:cubicBezTo>
                    <a:pt x="26" y="10"/>
                    <a:pt x="25" y="10"/>
                    <a:pt x="26" y="10"/>
                  </a:cubicBezTo>
                  <a:cubicBezTo>
                    <a:pt x="27" y="10"/>
                    <a:pt x="29" y="12"/>
                    <a:pt x="29" y="13"/>
                  </a:cubicBezTo>
                  <a:cubicBezTo>
                    <a:pt x="29" y="13"/>
                    <a:pt x="29" y="14"/>
                    <a:pt x="28" y="14"/>
                  </a:cubicBezTo>
                  <a:cubicBezTo>
                    <a:pt x="25" y="13"/>
                    <a:pt x="23" y="14"/>
                    <a:pt x="21" y="14"/>
                  </a:cubicBezTo>
                  <a:cubicBezTo>
                    <a:pt x="20" y="14"/>
                    <a:pt x="20" y="13"/>
                    <a:pt x="19" y="13"/>
                  </a:cubicBezTo>
                  <a:cubicBezTo>
                    <a:pt x="18" y="14"/>
                    <a:pt x="16" y="17"/>
                    <a:pt x="16" y="18"/>
                  </a:cubicBezTo>
                  <a:cubicBezTo>
                    <a:pt x="16" y="18"/>
                    <a:pt x="16" y="18"/>
                    <a:pt x="16" y="18"/>
                  </a:cubicBezTo>
                  <a:cubicBezTo>
                    <a:pt x="18" y="19"/>
                    <a:pt x="19" y="17"/>
                    <a:pt x="21" y="20"/>
                  </a:cubicBezTo>
                  <a:cubicBezTo>
                    <a:pt x="21" y="22"/>
                    <a:pt x="20" y="22"/>
                    <a:pt x="20" y="24"/>
                  </a:cubicBezTo>
                  <a:cubicBezTo>
                    <a:pt x="19" y="25"/>
                    <a:pt x="20" y="26"/>
                    <a:pt x="20" y="27"/>
                  </a:cubicBezTo>
                  <a:cubicBezTo>
                    <a:pt x="19" y="30"/>
                    <a:pt x="15" y="29"/>
                    <a:pt x="14" y="27"/>
                  </a:cubicBezTo>
                  <a:cubicBezTo>
                    <a:pt x="13" y="26"/>
                    <a:pt x="15" y="22"/>
                    <a:pt x="15" y="21"/>
                  </a:cubicBezTo>
                  <a:cubicBezTo>
                    <a:pt x="14" y="21"/>
                    <a:pt x="14" y="21"/>
                    <a:pt x="14" y="21"/>
                  </a:cubicBezTo>
                  <a:cubicBezTo>
                    <a:pt x="11" y="22"/>
                    <a:pt x="11" y="26"/>
                    <a:pt x="9" y="28"/>
                  </a:cubicBezTo>
                  <a:cubicBezTo>
                    <a:pt x="9" y="28"/>
                    <a:pt x="9" y="28"/>
                    <a:pt x="9" y="28"/>
                  </a:cubicBezTo>
                  <a:cubicBezTo>
                    <a:pt x="8" y="27"/>
                    <a:pt x="9" y="24"/>
                    <a:pt x="9" y="22"/>
                  </a:cubicBezTo>
                  <a:cubicBezTo>
                    <a:pt x="10" y="22"/>
                    <a:pt x="11" y="21"/>
                    <a:pt x="11" y="20"/>
                  </a:cubicBezTo>
                  <a:cubicBezTo>
                    <a:pt x="10" y="20"/>
                    <a:pt x="9" y="19"/>
                    <a:pt x="8" y="20"/>
                  </a:cubicBezTo>
                  <a:cubicBezTo>
                    <a:pt x="7" y="20"/>
                    <a:pt x="7" y="21"/>
                    <a:pt x="6" y="21"/>
                  </a:cubicBezTo>
                  <a:cubicBezTo>
                    <a:pt x="5" y="22"/>
                    <a:pt x="3" y="23"/>
                    <a:pt x="1" y="23"/>
                  </a:cubicBezTo>
                  <a:cubicBezTo>
                    <a:pt x="1" y="23"/>
                    <a:pt x="1" y="22"/>
                    <a:pt x="0" y="22"/>
                  </a:cubicBezTo>
                  <a:cubicBezTo>
                    <a:pt x="1" y="20"/>
                    <a:pt x="1" y="20"/>
                    <a:pt x="1" y="19"/>
                  </a:cubicBezTo>
                  <a:cubicBezTo>
                    <a:pt x="1" y="18"/>
                    <a:pt x="3" y="17"/>
                    <a:pt x="3" y="15"/>
                  </a:cubicBezTo>
                  <a:cubicBezTo>
                    <a:pt x="7" y="15"/>
                    <a:pt x="9" y="13"/>
                    <a:pt x="13" y="13"/>
                  </a:cubicBezTo>
                  <a:cubicBezTo>
                    <a:pt x="14" y="13"/>
                    <a:pt x="15" y="15"/>
                    <a:pt x="16" y="14"/>
                  </a:cubicBezTo>
                  <a:cubicBezTo>
                    <a:pt x="16" y="14"/>
                    <a:pt x="16" y="14"/>
                    <a:pt x="16" y="14"/>
                  </a:cubicBezTo>
                  <a:cubicBezTo>
                    <a:pt x="16" y="14"/>
                    <a:pt x="16" y="14"/>
                    <a:pt x="16" y="13"/>
                  </a:cubicBezTo>
                  <a:cubicBezTo>
                    <a:pt x="15" y="13"/>
                    <a:pt x="15" y="13"/>
                    <a:pt x="15" y="13"/>
                  </a:cubicBezTo>
                  <a:cubicBezTo>
                    <a:pt x="12" y="12"/>
                    <a:pt x="12" y="10"/>
                    <a:pt x="13" y="8"/>
                  </a:cubicBezTo>
                  <a:cubicBezTo>
                    <a:pt x="13" y="8"/>
                    <a:pt x="13" y="8"/>
                    <a:pt x="13" y="8"/>
                  </a:cubicBezTo>
                  <a:cubicBezTo>
                    <a:pt x="14" y="10"/>
                    <a:pt x="17" y="11"/>
                    <a:pt x="18" y="11"/>
                  </a:cubicBezTo>
                  <a:cubicBezTo>
                    <a:pt x="19" y="10"/>
                    <a:pt x="19" y="10"/>
                    <a:pt x="20" y="9"/>
                  </a:cubicBezTo>
                  <a:cubicBezTo>
                    <a:pt x="20" y="8"/>
                    <a:pt x="21" y="8"/>
                    <a:pt x="21" y="7"/>
                  </a:cubicBezTo>
                  <a:cubicBezTo>
                    <a:pt x="22" y="6"/>
                    <a:pt x="23" y="5"/>
                    <a:pt x="24" y="4"/>
                  </a:cubicBezTo>
                  <a:cubicBezTo>
                    <a:pt x="24" y="4"/>
                    <a:pt x="25" y="1"/>
                    <a:pt x="26" y="1"/>
                  </a:cubicBezTo>
                  <a:cubicBezTo>
                    <a:pt x="25" y="0"/>
                    <a:pt x="26" y="1"/>
                    <a:pt x="26" y="1"/>
                  </a:cubicBezTo>
                  <a:close/>
                  <a:moveTo>
                    <a:pt x="31" y="3"/>
                  </a:moveTo>
                  <a:cubicBezTo>
                    <a:pt x="32" y="4"/>
                    <a:pt x="34" y="5"/>
                    <a:pt x="35" y="7"/>
                  </a:cubicBezTo>
                  <a:cubicBezTo>
                    <a:pt x="35" y="8"/>
                    <a:pt x="36" y="9"/>
                    <a:pt x="36" y="9"/>
                  </a:cubicBezTo>
                  <a:cubicBezTo>
                    <a:pt x="35" y="12"/>
                    <a:pt x="32" y="12"/>
                    <a:pt x="31" y="10"/>
                  </a:cubicBezTo>
                  <a:cubicBezTo>
                    <a:pt x="31" y="10"/>
                    <a:pt x="31" y="9"/>
                    <a:pt x="31" y="8"/>
                  </a:cubicBezTo>
                  <a:cubicBezTo>
                    <a:pt x="30" y="8"/>
                    <a:pt x="30" y="8"/>
                    <a:pt x="30" y="8"/>
                  </a:cubicBezTo>
                  <a:cubicBezTo>
                    <a:pt x="31" y="6"/>
                    <a:pt x="29" y="4"/>
                    <a:pt x="3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0" name="Freeform 48"/>
            <p:cNvSpPr>
              <a:spLocks noEditPoints="1"/>
            </p:cNvSpPr>
            <p:nvPr/>
          </p:nvSpPr>
          <p:spPr bwMode="auto">
            <a:xfrm>
              <a:off x="8913875" y="4588179"/>
              <a:ext cx="36513" cy="52388"/>
            </a:xfrm>
            <a:custGeom>
              <a:avLst/>
              <a:gdLst>
                <a:gd name="T0" fmla="*/ 14 w 24"/>
                <a:gd name="T1" fmla="*/ 5 h 34"/>
                <a:gd name="T2" fmla="*/ 14 w 24"/>
                <a:gd name="T3" fmla="*/ 5 h 34"/>
                <a:gd name="T4" fmla="*/ 14 w 24"/>
                <a:gd name="T5" fmla="*/ 5 h 34"/>
                <a:gd name="T6" fmla="*/ 14 w 24"/>
                <a:gd name="T7" fmla="*/ 4 h 34"/>
                <a:gd name="T8" fmla="*/ 14 w 24"/>
                <a:gd name="T9" fmla="*/ 4 h 34"/>
                <a:gd name="T10" fmla="*/ 14 w 24"/>
                <a:gd name="T11" fmla="*/ 4 h 34"/>
                <a:gd name="T12" fmla="*/ 14 w 24"/>
                <a:gd name="T13" fmla="*/ 4 h 34"/>
                <a:gd name="T14" fmla="*/ 20 w 24"/>
                <a:gd name="T15" fmla="*/ 2 h 34"/>
                <a:gd name="T16" fmla="*/ 14 w 24"/>
                <a:gd name="T17" fmla="*/ 7 h 34"/>
                <a:gd name="T18" fmla="*/ 22 w 24"/>
                <a:gd name="T19" fmla="*/ 15 h 34"/>
                <a:gd name="T20" fmla="*/ 16 w 24"/>
                <a:gd name="T21" fmla="*/ 18 h 34"/>
                <a:gd name="T22" fmla="*/ 15 w 24"/>
                <a:gd name="T23" fmla="*/ 23 h 34"/>
                <a:gd name="T24" fmla="*/ 17 w 24"/>
                <a:gd name="T25" fmla="*/ 22 h 34"/>
                <a:gd name="T26" fmla="*/ 24 w 24"/>
                <a:gd name="T27" fmla="*/ 24 h 34"/>
                <a:gd name="T28" fmla="*/ 18 w 24"/>
                <a:gd name="T29" fmla="*/ 26 h 34"/>
                <a:gd name="T30" fmla="*/ 9 w 24"/>
                <a:gd name="T31" fmla="*/ 32 h 34"/>
                <a:gd name="T32" fmla="*/ 16 w 24"/>
                <a:gd name="T33" fmla="*/ 27 h 34"/>
                <a:gd name="T34" fmla="*/ 10 w 24"/>
                <a:gd name="T35" fmla="*/ 29 h 34"/>
                <a:gd name="T36" fmla="*/ 7 w 24"/>
                <a:gd name="T37" fmla="*/ 28 h 34"/>
                <a:gd name="T38" fmla="*/ 14 w 24"/>
                <a:gd name="T39" fmla="*/ 25 h 34"/>
                <a:gd name="T40" fmla="*/ 13 w 24"/>
                <a:gd name="T41" fmla="*/ 24 h 34"/>
                <a:gd name="T42" fmla="*/ 14 w 24"/>
                <a:gd name="T43" fmla="*/ 19 h 34"/>
                <a:gd name="T44" fmla="*/ 9 w 24"/>
                <a:gd name="T45" fmla="*/ 22 h 34"/>
                <a:gd name="T46" fmla="*/ 9 w 24"/>
                <a:gd name="T47" fmla="*/ 20 h 34"/>
                <a:gd name="T48" fmla="*/ 17 w 24"/>
                <a:gd name="T49" fmla="*/ 16 h 34"/>
                <a:gd name="T50" fmla="*/ 14 w 24"/>
                <a:gd name="T51" fmla="*/ 10 h 34"/>
                <a:gd name="T52" fmla="*/ 7 w 24"/>
                <a:gd name="T53" fmla="*/ 17 h 34"/>
                <a:gd name="T54" fmla="*/ 4 w 24"/>
                <a:gd name="T55" fmla="*/ 26 h 34"/>
                <a:gd name="T56" fmla="*/ 2 w 24"/>
                <a:gd name="T57" fmla="*/ 19 h 34"/>
                <a:gd name="T58" fmla="*/ 6 w 24"/>
                <a:gd name="T59" fmla="*/ 12 h 34"/>
                <a:gd name="T60" fmla="*/ 12 w 24"/>
                <a:gd name="T61" fmla="*/ 7 h 34"/>
                <a:gd name="T62" fmla="*/ 8 w 24"/>
                <a:gd name="T63" fmla="*/ 6 h 34"/>
                <a:gd name="T64" fmla="*/ 1 w 24"/>
                <a:gd name="T65" fmla="*/ 3 h 34"/>
                <a:gd name="T66" fmla="*/ 4 w 24"/>
                <a:gd name="T67" fmla="*/ 7 h 34"/>
                <a:gd name="T68" fmla="*/ 0 w 24"/>
                <a:gd name="T69" fmla="*/ 5 h 34"/>
                <a:gd name="T70" fmla="*/ 1 w 24"/>
                <a:gd name="T71" fmla="*/ 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4" h="34">
                  <a:moveTo>
                    <a:pt x="14" y="5"/>
                  </a:moveTo>
                  <a:cubicBezTo>
                    <a:pt x="14" y="5"/>
                    <a:pt x="14" y="5"/>
                    <a:pt x="14" y="5"/>
                  </a:cubicBezTo>
                  <a:cubicBezTo>
                    <a:pt x="14" y="5"/>
                    <a:pt x="14" y="5"/>
                    <a:pt x="14" y="5"/>
                  </a:cubicBezTo>
                  <a:cubicBezTo>
                    <a:pt x="14" y="5"/>
                    <a:pt x="14" y="5"/>
                    <a:pt x="14" y="5"/>
                  </a:cubicBezTo>
                  <a:cubicBezTo>
                    <a:pt x="14" y="5"/>
                    <a:pt x="14" y="5"/>
                    <a:pt x="14" y="5"/>
                  </a:cubicBezTo>
                  <a:cubicBezTo>
                    <a:pt x="14" y="5"/>
                    <a:pt x="14" y="5"/>
                    <a:pt x="14" y="5"/>
                  </a:cubicBezTo>
                  <a:cubicBezTo>
                    <a:pt x="14" y="5"/>
                    <a:pt x="14" y="5"/>
                    <a:pt x="14" y="5"/>
                  </a:cubicBezTo>
                  <a:close/>
                  <a:moveTo>
                    <a:pt x="14" y="4"/>
                  </a:moveTo>
                  <a:cubicBezTo>
                    <a:pt x="14" y="4"/>
                    <a:pt x="14" y="4"/>
                    <a:pt x="14" y="4"/>
                  </a:cubicBezTo>
                  <a:cubicBezTo>
                    <a:pt x="14" y="4"/>
                    <a:pt x="14" y="4"/>
                    <a:pt x="14" y="4"/>
                  </a:cubicBezTo>
                  <a:cubicBezTo>
                    <a:pt x="14" y="4"/>
                    <a:pt x="14" y="4"/>
                    <a:pt x="14" y="4"/>
                  </a:cubicBezTo>
                  <a:cubicBezTo>
                    <a:pt x="14" y="4"/>
                    <a:pt x="14" y="4"/>
                    <a:pt x="14" y="4"/>
                  </a:cubicBezTo>
                  <a:cubicBezTo>
                    <a:pt x="14" y="4"/>
                    <a:pt x="14" y="4"/>
                    <a:pt x="14" y="4"/>
                  </a:cubicBezTo>
                  <a:cubicBezTo>
                    <a:pt x="14" y="4"/>
                    <a:pt x="14" y="4"/>
                    <a:pt x="14" y="4"/>
                  </a:cubicBezTo>
                  <a:close/>
                  <a:moveTo>
                    <a:pt x="16" y="1"/>
                  </a:moveTo>
                  <a:cubicBezTo>
                    <a:pt x="17" y="0"/>
                    <a:pt x="19" y="1"/>
                    <a:pt x="20" y="2"/>
                  </a:cubicBezTo>
                  <a:cubicBezTo>
                    <a:pt x="20" y="2"/>
                    <a:pt x="21" y="2"/>
                    <a:pt x="20" y="2"/>
                  </a:cubicBezTo>
                  <a:cubicBezTo>
                    <a:pt x="20" y="4"/>
                    <a:pt x="16" y="5"/>
                    <a:pt x="14" y="7"/>
                  </a:cubicBezTo>
                  <a:cubicBezTo>
                    <a:pt x="15" y="8"/>
                    <a:pt x="16" y="7"/>
                    <a:pt x="18" y="8"/>
                  </a:cubicBezTo>
                  <a:cubicBezTo>
                    <a:pt x="20" y="8"/>
                    <a:pt x="24" y="12"/>
                    <a:pt x="22" y="15"/>
                  </a:cubicBezTo>
                  <a:cubicBezTo>
                    <a:pt x="21" y="16"/>
                    <a:pt x="20" y="16"/>
                    <a:pt x="19" y="16"/>
                  </a:cubicBezTo>
                  <a:cubicBezTo>
                    <a:pt x="18" y="17"/>
                    <a:pt x="17" y="16"/>
                    <a:pt x="16" y="18"/>
                  </a:cubicBezTo>
                  <a:cubicBezTo>
                    <a:pt x="16" y="18"/>
                    <a:pt x="16" y="19"/>
                    <a:pt x="17" y="20"/>
                  </a:cubicBezTo>
                  <a:cubicBezTo>
                    <a:pt x="16" y="21"/>
                    <a:pt x="16" y="22"/>
                    <a:pt x="15" y="23"/>
                  </a:cubicBezTo>
                  <a:cubicBezTo>
                    <a:pt x="16" y="24"/>
                    <a:pt x="16" y="24"/>
                    <a:pt x="17" y="24"/>
                  </a:cubicBezTo>
                  <a:cubicBezTo>
                    <a:pt x="17" y="23"/>
                    <a:pt x="17" y="23"/>
                    <a:pt x="17" y="22"/>
                  </a:cubicBezTo>
                  <a:cubicBezTo>
                    <a:pt x="18" y="22"/>
                    <a:pt x="21" y="22"/>
                    <a:pt x="22" y="22"/>
                  </a:cubicBezTo>
                  <a:cubicBezTo>
                    <a:pt x="23" y="22"/>
                    <a:pt x="23" y="24"/>
                    <a:pt x="24" y="24"/>
                  </a:cubicBezTo>
                  <a:cubicBezTo>
                    <a:pt x="23" y="25"/>
                    <a:pt x="23" y="25"/>
                    <a:pt x="23" y="26"/>
                  </a:cubicBezTo>
                  <a:cubicBezTo>
                    <a:pt x="21" y="27"/>
                    <a:pt x="20" y="24"/>
                    <a:pt x="18" y="26"/>
                  </a:cubicBezTo>
                  <a:cubicBezTo>
                    <a:pt x="17" y="27"/>
                    <a:pt x="19" y="29"/>
                    <a:pt x="19" y="31"/>
                  </a:cubicBezTo>
                  <a:cubicBezTo>
                    <a:pt x="18" y="34"/>
                    <a:pt x="11" y="34"/>
                    <a:pt x="9" y="32"/>
                  </a:cubicBezTo>
                  <a:cubicBezTo>
                    <a:pt x="9" y="32"/>
                    <a:pt x="9" y="32"/>
                    <a:pt x="9" y="32"/>
                  </a:cubicBezTo>
                  <a:cubicBezTo>
                    <a:pt x="12" y="30"/>
                    <a:pt x="16" y="30"/>
                    <a:pt x="16" y="27"/>
                  </a:cubicBezTo>
                  <a:cubicBezTo>
                    <a:pt x="16" y="27"/>
                    <a:pt x="16" y="27"/>
                    <a:pt x="16" y="27"/>
                  </a:cubicBezTo>
                  <a:cubicBezTo>
                    <a:pt x="14" y="27"/>
                    <a:pt x="12" y="29"/>
                    <a:pt x="10" y="29"/>
                  </a:cubicBezTo>
                  <a:cubicBezTo>
                    <a:pt x="10" y="29"/>
                    <a:pt x="8" y="29"/>
                    <a:pt x="8" y="29"/>
                  </a:cubicBezTo>
                  <a:cubicBezTo>
                    <a:pt x="8" y="28"/>
                    <a:pt x="7" y="28"/>
                    <a:pt x="7" y="28"/>
                  </a:cubicBezTo>
                  <a:cubicBezTo>
                    <a:pt x="7" y="28"/>
                    <a:pt x="7" y="28"/>
                    <a:pt x="7" y="28"/>
                  </a:cubicBezTo>
                  <a:cubicBezTo>
                    <a:pt x="9" y="27"/>
                    <a:pt x="14" y="26"/>
                    <a:pt x="14" y="25"/>
                  </a:cubicBezTo>
                  <a:cubicBezTo>
                    <a:pt x="14" y="24"/>
                    <a:pt x="14" y="24"/>
                    <a:pt x="14" y="24"/>
                  </a:cubicBezTo>
                  <a:cubicBezTo>
                    <a:pt x="14" y="24"/>
                    <a:pt x="13" y="24"/>
                    <a:pt x="13" y="24"/>
                  </a:cubicBezTo>
                  <a:cubicBezTo>
                    <a:pt x="13" y="23"/>
                    <a:pt x="13" y="22"/>
                    <a:pt x="13" y="22"/>
                  </a:cubicBezTo>
                  <a:cubicBezTo>
                    <a:pt x="13" y="21"/>
                    <a:pt x="14" y="20"/>
                    <a:pt x="14" y="19"/>
                  </a:cubicBezTo>
                  <a:cubicBezTo>
                    <a:pt x="14" y="19"/>
                    <a:pt x="14" y="19"/>
                    <a:pt x="13" y="19"/>
                  </a:cubicBezTo>
                  <a:cubicBezTo>
                    <a:pt x="12" y="18"/>
                    <a:pt x="10" y="21"/>
                    <a:pt x="9" y="22"/>
                  </a:cubicBezTo>
                  <a:cubicBezTo>
                    <a:pt x="9" y="22"/>
                    <a:pt x="9" y="22"/>
                    <a:pt x="9" y="22"/>
                  </a:cubicBezTo>
                  <a:cubicBezTo>
                    <a:pt x="9" y="22"/>
                    <a:pt x="9" y="21"/>
                    <a:pt x="9" y="20"/>
                  </a:cubicBezTo>
                  <a:cubicBezTo>
                    <a:pt x="9" y="18"/>
                    <a:pt x="12" y="16"/>
                    <a:pt x="14" y="17"/>
                  </a:cubicBezTo>
                  <a:cubicBezTo>
                    <a:pt x="15" y="17"/>
                    <a:pt x="16" y="16"/>
                    <a:pt x="17" y="16"/>
                  </a:cubicBezTo>
                  <a:cubicBezTo>
                    <a:pt x="17" y="15"/>
                    <a:pt x="18" y="14"/>
                    <a:pt x="18" y="14"/>
                  </a:cubicBezTo>
                  <a:cubicBezTo>
                    <a:pt x="19" y="11"/>
                    <a:pt x="16" y="10"/>
                    <a:pt x="14" y="10"/>
                  </a:cubicBezTo>
                  <a:cubicBezTo>
                    <a:pt x="12" y="10"/>
                    <a:pt x="10" y="12"/>
                    <a:pt x="10" y="13"/>
                  </a:cubicBezTo>
                  <a:cubicBezTo>
                    <a:pt x="9" y="14"/>
                    <a:pt x="8" y="16"/>
                    <a:pt x="7" y="17"/>
                  </a:cubicBezTo>
                  <a:cubicBezTo>
                    <a:pt x="6" y="18"/>
                    <a:pt x="6" y="19"/>
                    <a:pt x="5" y="20"/>
                  </a:cubicBezTo>
                  <a:cubicBezTo>
                    <a:pt x="4" y="22"/>
                    <a:pt x="5" y="24"/>
                    <a:pt x="4" y="26"/>
                  </a:cubicBezTo>
                  <a:cubicBezTo>
                    <a:pt x="1" y="26"/>
                    <a:pt x="0" y="24"/>
                    <a:pt x="0" y="21"/>
                  </a:cubicBezTo>
                  <a:cubicBezTo>
                    <a:pt x="0" y="21"/>
                    <a:pt x="1" y="20"/>
                    <a:pt x="2" y="19"/>
                  </a:cubicBezTo>
                  <a:cubicBezTo>
                    <a:pt x="2" y="18"/>
                    <a:pt x="3" y="17"/>
                    <a:pt x="3" y="16"/>
                  </a:cubicBezTo>
                  <a:cubicBezTo>
                    <a:pt x="4" y="15"/>
                    <a:pt x="5" y="14"/>
                    <a:pt x="6" y="12"/>
                  </a:cubicBezTo>
                  <a:cubicBezTo>
                    <a:pt x="8" y="11"/>
                    <a:pt x="11" y="9"/>
                    <a:pt x="12" y="7"/>
                  </a:cubicBezTo>
                  <a:cubicBezTo>
                    <a:pt x="12" y="7"/>
                    <a:pt x="12" y="7"/>
                    <a:pt x="12" y="7"/>
                  </a:cubicBezTo>
                  <a:cubicBezTo>
                    <a:pt x="10" y="7"/>
                    <a:pt x="8" y="7"/>
                    <a:pt x="8" y="6"/>
                  </a:cubicBezTo>
                  <a:cubicBezTo>
                    <a:pt x="8" y="6"/>
                    <a:pt x="8" y="6"/>
                    <a:pt x="8" y="6"/>
                  </a:cubicBezTo>
                  <a:cubicBezTo>
                    <a:pt x="12" y="4"/>
                    <a:pt x="14" y="2"/>
                    <a:pt x="16" y="1"/>
                  </a:cubicBezTo>
                  <a:close/>
                  <a:moveTo>
                    <a:pt x="1" y="3"/>
                  </a:moveTo>
                  <a:cubicBezTo>
                    <a:pt x="2" y="3"/>
                    <a:pt x="2" y="3"/>
                    <a:pt x="2" y="3"/>
                  </a:cubicBezTo>
                  <a:cubicBezTo>
                    <a:pt x="2" y="4"/>
                    <a:pt x="4" y="7"/>
                    <a:pt x="4" y="7"/>
                  </a:cubicBezTo>
                  <a:cubicBezTo>
                    <a:pt x="4" y="9"/>
                    <a:pt x="5" y="9"/>
                    <a:pt x="4" y="10"/>
                  </a:cubicBezTo>
                  <a:cubicBezTo>
                    <a:pt x="1" y="10"/>
                    <a:pt x="0" y="9"/>
                    <a:pt x="0" y="5"/>
                  </a:cubicBezTo>
                  <a:cubicBezTo>
                    <a:pt x="0" y="4"/>
                    <a:pt x="0" y="4"/>
                    <a:pt x="0" y="3"/>
                  </a:cubicBezTo>
                  <a:cubicBezTo>
                    <a:pt x="0" y="3"/>
                    <a:pt x="1" y="3"/>
                    <a:pt x="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1" name="Freeform 49"/>
            <p:cNvSpPr>
              <a:spLocks noEditPoints="1"/>
            </p:cNvSpPr>
            <p:nvPr/>
          </p:nvSpPr>
          <p:spPr bwMode="auto">
            <a:xfrm>
              <a:off x="8971025" y="4589766"/>
              <a:ext cx="50800" cy="52388"/>
            </a:xfrm>
            <a:custGeom>
              <a:avLst/>
              <a:gdLst>
                <a:gd name="T0" fmla="*/ 17 w 34"/>
                <a:gd name="T1" fmla="*/ 16 h 34"/>
                <a:gd name="T2" fmla="*/ 20 w 34"/>
                <a:gd name="T3" fmla="*/ 27 h 34"/>
                <a:gd name="T4" fmla="*/ 18 w 34"/>
                <a:gd name="T5" fmla="*/ 21 h 34"/>
                <a:gd name="T6" fmla="*/ 20 w 34"/>
                <a:gd name="T7" fmla="*/ 21 h 34"/>
                <a:gd name="T8" fmla="*/ 25 w 34"/>
                <a:gd name="T9" fmla="*/ 18 h 34"/>
                <a:gd name="T10" fmla="*/ 22 w 34"/>
                <a:gd name="T11" fmla="*/ 20 h 34"/>
                <a:gd name="T12" fmla="*/ 21 w 34"/>
                <a:gd name="T13" fmla="*/ 14 h 34"/>
                <a:gd name="T14" fmla="*/ 28 w 34"/>
                <a:gd name="T15" fmla="*/ 6 h 34"/>
                <a:gd name="T16" fmla="*/ 26 w 34"/>
                <a:gd name="T17" fmla="*/ 10 h 34"/>
                <a:gd name="T18" fmla="*/ 28 w 34"/>
                <a:gd name="T19" fmla="*/ 6 h 34"/>
                <a:gd name="T20" fmla="*/ 26 w 34"/>
                <a:gd name="T21" fmla="*/ 0 h 34"/>
                <a:gd name="T22" fmla="*/ 28 w 34"/>
                <a:gd name="T23" fmla="*/ 5 h 34"/>
                <a:gd name="T24" fmla="*/ 34 w 34"/>
                <a:gd name="T25" fmla="*/ 9 h 34"/>
                <a:gd name="T26" fmla="*/ 28 w 34"/>
                <a:gd name="T27" fmla="*/ 13 h 34"/>
                <a:gd name="T28" fmla="*/ 28 w 34"/>
                <a:gd name="T29" fmla="*/ 17 h 34"/>
                <a:gd name="T30" fmla="*/ 27 w 34"/>
                <a:gd name="T31" fmla="*/ 25 h 34"/>
                <a:gd name="T32" fmla="*/ 32 w 34"/>
                <a:gd name="T33" fmla="*/ 31 h 34"/>
                <a:gd name="T34" fmla="*/ 26 w 34"/>
                <a:gd name="T35" fmla="*/ 30 h 34"/>
                <a:gd name="T36" fmla="*/ 22 w 34"/>
                <a:gd name="T37" fmla="*/ 30 h 34"/>
                <a:gd name="T38" fmla="*/ 15 w 34"/>
                <a:gd name="T39" fmla="*/ 29 h 34"/>
                <a:gd name="T40" fmla="*/ 13 w 34"/>
                <a:gd name="T41" fmla="*/ 26 h 34"/>
                <a:gd name="T42" fmla="*/ 13 w 34"/>
                <a:gd name="T43" fmla="*/ 31 h 34"/>
                <a:gd name="T44" fmla="*/ 10 w 34"/>
                <a:gd name="T45" fmla="*/ 27 h 34"/>
                <a:gd name="T46" fmla="*/ 8 w 34"/>
                <a:gd name="T47" fmla="*/ 23 h 34"/>
                <a:gd name="T48" fmla="*/ 2 w 34"/>
                <a:gd name="T49" fmla="*/ 19 h 34"/>
                <a:gd name="T50" fmla="*/ 4 w 34"/>
                <a:gd name="T51" fmla="*/ 16 h 34"/>
                <a:gd name="T52" fmla="*/ 13 w 34"/>
                <a:gd name="T53" fmla="*/ 15 h 34"/>
                <a:gd name="T54" fmla="*/ 16 w 34"/>
                <a:gd name="T55" fmla="*/ 9 h 34"/>
                <a:gd name="T56" fmla="*/ 11 w 34"/>
                <a:gd name="T57" fmla="*/ 7 h 34"/>
                <a:gd name="T58" fmla="*/ 10 w 34"/>
                <a:gd name="T59" fmla="*/ 5 h 34"/>
                <a:gd name="T60" fmla="*/ 12 w 34"/>
                <a:gd name="T61" fmla="*/ 6 h 34"/>
                <a:gd name="T62" fmla="*/ 20 w 34"/>
                <a:gd name="T63" fmla="*/ 0 h 34"/>
                <a:gd name="T64" fmla="*/ 23 w 34"/>
                <a:gd name="T65" fmla="*/ 1 h 34"/>
                <a:gd name="T66" fmla="*/ 17 w 34"/>
                <a:gd name="T67" fmla="*/ 11 h 34"/>
                <a:gd name="T68" fmla="*/ 19 w 34"/>
                <a:gd name="T69" fmla="*/ 11 h 34"/>
                <a:gd name="T70" fmla="*/ 23 w 34"/>
                <a:gd name="T71" fmla="*/ 7 h 34"/>
                <a:gd name="T72" fmla="*/ 26 w 34"/>
                <a:gd name="T73"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4" h="34">
                  <a:moveTo>
                    <a:pt x="21" y="13"/>
                  </a:moveTo>
                  <a:cubicBezTo>
                    <a:pt x="19" y="14"/>
                    <a:pt x="18" y="15"/>
                    <a:pt x="17" y="16"/>
                  </a:cubicBezTo>
                  <a:cubicBezTo>
                    <a:pt x="16" y="18"/>
                    <a:pt x="12" y="21"/>
                    <a:pt x="14" y="24"/>
                  </a:cubicBezTo>
                  <a:cubicBezTo>
                    <a:pt x="15" y="26"/>
                    <a:pt x="17" y="28"/>
                    <a:pt x="20" y="27"/>
                  </a:cubicBezTo>
                  <a:cubicBezTo>
                    <a:pt x="20" y="27"/>
                    <a:pt x="20" y="27"/>
                    <a:pt x="21" y="27"/>
                  </a:cubicBezTo>
                  <a:cubicBezTo>
                    <a:pt x="20" y="25"/>
                    <a:pt x="19" y="22"/>
                    <a:pt x="18" y="21"/>
                  </a:cubicBezTo>
                  <a:cubicBezTo>
                    <a:pt x="18" y="21"/>
                    <a:pt x="18" y="21"/>
                    <a:pt x="18" y="21"/>
                  </a:cubicBezTo>
                  <a:cubicBezTo>
                    <a:pt x="19" y="21"/>
                    <a:pt x="20" y="21"/>
                    <a:pt x="20" y="21"/>
                  </a:cubicBezTo>
                  <a:cubicBezTo>
                    <a:pt x="21" y="22"/>
                    <a:pt x="24" y="24"/>
                    <a:pt x="24" y="23"/>
                  </a:cubicBezTo>
                  <a:cubicBezTo>
                    <a:pt x="25" y="22"/>
                    <a:pt x="26" y="19"/>
                    <a:pt x="25" y="18"/>
                  </a:cubicBezTo>
                  <a:cubicBezTo>
                    <a:pt x="25" y="18"/>
                    <a:pt x="25" y="18"/>
                    <a:pt x="24" y="18"/>
                  </a:cubicBezTo>
                  <a:cubicBezTo>
                    <a:pt x="24" y="18"/>
                    <a:pt x="23" y="19"/>
                    <a:pt x="22" y="20"/>
                  </a:cubicBezTo>
                  <a:cubicBezTo>
                    <a:pt x="22" y="20"/>
                    <a:pt x="22" y="19"/>
                    <a:pt x="21" y="19"/>
                  </a:cubicBezTo>
                  <a:cubicBezTo>
                    <a:pt x="21" y="17"/>
                    <a:pt x="21" y="16"/>
                    <a:pt x="21" y="14"/>
                  </a:cubicBezTo>
                  <a:cubicBezTo>
                    <a:pt x="22" y="13"/>
                    <a:pt x="21" y="13"/>
                    <a:pt x="21" y="13"/>
                  </a:cubicBezTo>
                  <a:close/>
                  <a:moveTo>
                    <a:pt x="28" y="6"/>
                  </a:moveTo>
                  <a:cubicBezTo>
                    <a:pt x="28" y="7"/>
                    <a:pt x="26" y="9"/>
                    <a:pt x="26" y="10"/>
                  </a:cubicBezTo>
                  <a:cubicBezTo>
                    <a:pt x="26" y="10"/>
                    <a:pt x="26" y="10"/>
                    <a:pt x="26" y="10"/>
                  </a:cubicBezTo>
                  <a:cubicBezTo>
                    <a:pt x="27" y="10"/>
                    <a:pt x="30" y="9"/>
                    <a:pt x="30" y="9"/>
                  </a:cubicBezTo>
                  <a:cubicBezTo>
                    <a:pt x="30" y="8"/>
                    <a:pt x="29" y="7"/>
                    <a:pt x="28" y="6"/>
                  </a:cubicBezTo>
                  <a:cubicBezTo>
                    <a:pt x="28" y="6"/>
                    <a:pt x="28" y="6"/>
                    <a:pt x="28" y="6"/>
                  </a:cubicBezTo>
                  <a:close/>
                  <a:moveTo>
                    <a:pt x="26" y="0"/>
                  </a:moveTo>
                  <a:cubicBezTo>
                    <a:pt x="28" y="1"/>
                    <a:pt x="29" y="1"/>
                    <a:pt x="29" y="3"/>
                  </a:cubicBezTo>
                  <a:cubicBezTo>
                    <a:pt x="29" y="3"/>
                    <a:pt x="28" y="4"/>
                    <a:pt x="28" y="5"/>
                  </a:cubicBezTo>
                  <a:cubicBezTo>
                    <a:pt x="29" y="7"/>
                    <a:pt x="32" y="7"/>
                    <a:pt x="34" y="8"/>
                  </a:cubicBezTo>
                  <a:cubicBezTo>
                    <a:pt x="34" y="9"/>
                    <a:pt x="34" y="9"/>
                    <a:pt x="34" y="9"/>
                  </a:cubicBezTo>
                  <a:cubicBezTo>
                    <a:pt x="32" y="11"/>
                    <a:pt x="30" y="11"/>
                    <a:pt x="29" y="11"/>
                  </a:cubicBezTo>
                  <a:cubicBezTo>
                    <a:pt x="28" y="12"/>
                    <a:pt x="28" y="12"/>
                    <a:pt x="28" y="13"/>
                  </a:cubicBezTo>
                  <a:cubicBezTo>
                    <a:pt x="26" y="13"/>
                    <a:pt x="25" y="13"/>
                    <a:pt x="24" y="15"/>
                  </a:cubicBezTo>
                  <a:cubicBezTo>
                    <a:pt x="25" y="16"/>
                    <a:pt x="28" y="16"/>
                    <a:pt x="28" y="17"/>
                  </a:cubicBezTo>
                  <a:cubicBezTo>
                    <a:pt x="28" y="18"/>
                    <a:pt x="28" y="21"/>
                    <a:pt x="28" y="22"/>
                  </a:cubicBezTo>
                  <a:cubicBezTo>
                    <a:pt x="27" y="23"/>
                    <a:pt x="26" y="24"/>
                    <a:pt x="27" y="25"/>
                  </a:cubicBezTo>
                  <a:cubicBezTo>
                    <a:pt x="27" y="26"/>
                    <a:pt x="29" y="26"/>
                    <a:pt x="30" y="27"/>
                  </a:cubicBezTo>
                  <a:cubicBezTo>
                    <a:pt x="31" y="28"/>
                    <a:pt x="32" y="29"/>
                    <a:pt x="32" y="31"/>
                  </a:cubicBezTo>
                  <a:cubicBezTo>
                    <a:pt x="32" y="32"/>
                    <a:pt x="30" y="34"/>
                    <a:pt x="28" y="33"/>
                  </a:cubicBezTo>
                  <a:cubicBezTo>
                    <a:pt x="27" y="33"/>
                    <a:pt x="26" y="31"/>
                    <a:pt x="26" y="30"/>
                  </a:cubicBezTo>
                  <a:cubicBezTo>
                    <a:pt x="25" y="30"/>
                    <a:pt x="25" y="30"/>
                    <a:pt x="24" y="29"/>
                  </a:cubicBezTo>
                  <a:cubicBezTo>
                    <a:pt x="24" y="29"/>
                    <a:pt x="22" y="30"/>
                    <a:pt x="22" y="30"/>
                  </a:cubicBezTo>
                  <a:cubicBezTo>
                    <a:pt x="21" y="30"/>
                    <a:pt x="21" y="30"/>
                    <a:pt x="20" y="30"/>
                  </a:cubicBezTo>
                  <a:cubicBezTo>
                    <a:pt x="19" y="30"/>
                    <a:pt x="17" y="30"/>
                    <a:pt x="15" y="29"/>
                  </a:cubicBezTo>
                  <a:cubicBezTo>
                    <a:pt x="15" y="28"/>
                    <a:pt x="14" y="27"/>
                    <a:pt x="14" y="26"/>
                  </a:cubicBezTo>
                  <a:cubicBezTo>
                    <a:pt x="14" y="26"/>
                    <a:pt x="14" y="26"/>
                    <a:pt x="13" y="26"/>
                  </a:cubicBezTo>
                  <a:cubicBezTo>
                    <a:pt x="13" y="26"/>
                    <a:pt x="13" y="26"/>
                    <a:pt x="13" y="26"/>
                  </a:cubicBezTo>
                  <a:cubicBezTo>
                    <a:pt x="13" y="27"/>
                    <a:pt x="14" y="31"/>
                    <a:pt x="13" y="31"/>
                  </a:cubicBezTo>
                  <a:cubicBezTo>
                    <a:pt x="12" y="31"/>
                    <a:pt x="12" y="30"/>
                    <a:pt x="11" y="30"/>
                  </a:cubicBezTo>
                  <a:cubicBezTo>
                    <a:pt x="10" y="29"/>
                    <a:pt x="11" y="28"/>
                    <a:pt x="10" y="27"/>
                  </a:cubicBezTo>
                  <a:cubicBezTo>
                    <a:pt x="10" y="26"/>
                    <a:pt x="9" y="25"/>
                    <a:pt x="9" y="25"/>
                  </a:cubicBezTo>
                  <a:cubicBezTo>
                    <a:pt x="8" y="24"/>
                    <a:pt x="9" y="23"/>
                    <a:pt x="8" y="23"/>
                  </a:cubicBezTo>
                  <a:cubicBezTo>
                    <a:pt x="8" y="23"/>
                    <a:pt x="4" y="24"/>
                    <a:pt x="3" y="23"/>
                  </a:cubicBezTo>
                  <a:cubicBezTo>
                    <a:pt x="2" y="23"/>
                    <a:pt x="0" y="21"/>
                    <a:pt x="2" y="19"/>
                  </a:cubicBezTo>
                  <a:cubicBezTo>
                    <a:pt x="2" y="19"/>
                    <a:pt x="3" y="19"/>
                    <a:pt x="3" y="18"/>
                  </a:cubicBezTo>
                  <a:cubicBezTo>
                    <a:pt x="4" y="18"/>
                    <a:pt x="3" y="17"/>
                    <a:pt x="4" y="16"/>
                  </a:cubicBezTo>
                  <a:cubicBezTo>
                    <a:pt x="4" y="16"/>
                    <a:pt x="6" y="17"/>
                    <a:pt x="6" y="17"/>
                  </a:cubicBezTo>
                  <a:cubicBezTo>
                    <a:pt x="8" y="17"/>
                    <a:pt x="12" y="16"/>
                    <a:pt x="13" y="15"/>
                  </a:cubicBezTo>
                  <a:cubicBezTo>
                    <a:pt x="13" y="14"/>
                    <a:pt x="14" y="12"/>
                    <a:pt x="14" y="11"/>
                  </a:cubicBezTo>
                  <a:cubicBezTo>
                    <a:pt x="14" y="10"/>
                    <a:pt x="15" y="10"/>
                    <a:pt x="16" y="9"/>
                  </a:cubicBezTo>
                  <a:cubicBezTo>
                    <a:pt x="16" y="9"/>
                    <a:pt x="16" y="9"/>
                    <a:pt x="15" y="8"/>
                  </a:cubicBezTo>
                  <a:cubicBezTo>
                    <a:pt x="14" y="8"/>
                    <a:pt x="13" y="8"/>
                    <a:pt x="11" y="7"/>
                  </a:cubicBezTo>
                  <a:cubicBezTo>
                    <a:pt x="11" y="7"/>
                    <a:pt x="11" y="7"/>
                    <a:pt x="10" y="6"/>
                  </a:cubicBezTo>
                  <a:cubicBezTo>
                    <a:pt x="10" y="6"/>
                    <a:pt x="10" y="6"/>
                    <a:pt x="10" y="5"/>
                  </a:cubicBezTo>
                  <a:cubicBezTo>
                    <a:pt x="10" y="5"/>
                    <a:pt x="10" y="5"/>
                    <a:pt x="11" y="5"/>
                  </a:cubicBezTo>
                  <a:cubicBezTo>
                    <a:pt x="12" y="5"/>
                    <a:pt x="12" y="6"/>
                    <a:pt x="12" y="6"/>
                  </a:cubicBezTo>
                  <a:cubicBezTo>
                    <a:pt x="13" y="6"/>
                    <a:pt x="17" y="5"/>
                    <a:pt x="17" y="4"/>
                  </a:cubicBezTo>
                  <a:cubicBezTo>
                    <a:pt x="18" y="3"/>
                    <a:pt x="18" y="1"/>
                    <a:pt x="20" y="0"/>
                  </a:cubicBezTo>
                  <a:cubicBezTo>
                    <a:pt x="21" y="0"/>
                    <a:pt x="22" y="0"/>
                    <a:pt x="23" y="1"/>
                  </a:cubicBezTo>
                  <a:cubicBezTo>
                    <a:pt x="23" y="1"/>
                    <a:pt x="23" y="1"/>
                    <a:pt x="23" y="1"/>
                  </a:cubicBezTo>
                  <a:cubicBezTo>
                    <a:pt x="22" y="3"/>
                    <a:pt x="21" y="3"/>
                    <a:pt x="20" y="5"/>
                  </a:cubicBezTo>
                  <a:cubicBezTo>
                    <a:pt x="18" y="6"/>
                    <a:pt x="18" y="9"/>
                    <a:pt x="17" y="11"/>
                  </a:cubicBezTo>
                  <a:cubicBezTo>
                    <a:pt x="17" y="11"/>
                    <a:pt x="16" y="12"/>
                    <a:pt x="16" y="13"/>
                  </a:cubicBezTo>
                  <a:cubicBezTo>
                    <a:pt x="18" y="13"/>
                    <a:pt x="18" y="11"/>
                    <a:pt x="19" y="11"/>
                  </a:cubicBezTo>
                  <a:cubicBezTo>
                    <a:pt x="20" y="11"/>
                    <a:pt x="22" y="11"/>
                    <a:pt x="22" y="10"/>
                  </a:cubicBezTo>
                  <a:cubicBezTo>
                    <a:pt x="23" y="9"/>
                    <a:pt x="22" y="8"/>
                    <a:pt x="23" y="7"/>
                  </a:cubicBezTo>
                  <a:cubicBezTo>
                    <a:pt x="24" y="6"/>
                    <a:pt x="24" y="4"/>
                    <a:pt x="25" y="3"/>
                  </a:cubicBezTo>
                  <a:cubicBezTo>
                    <a:pt x="26" y="2"/>
                    <a:pt x="25" y="1"/>
                    <a:pt x="2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2" name="Freeform 50"/>
            <p:cNvSpPr>
              <a:spLocks noEditPoints="1"/>
            </p:cNvSpPr>
            <p:nvPr/>
          </p:nvSpPr>
          <p:spPr bwMode="auto">
            <a:xfrm>
              <a:off x="8756713" y="4715179"/>
              <a:ext cx="52388" cy="44450"/>
            </a:xfrm>
            <a:custGeom>
              <a:avLst/>
              <a:gdLst>
                <a:gd name="T0" fmla="*/ 15 w 35"/>
                <a:gd name="T1" fmla="*/ 20 h 30"/>
                <a:gd name="T2" fmla="*/ 16 w 35"/>
                <a:gd name="T3" fmla="*/ 24 h 30"/>
                <a:gd name="T4" fmla="*/ 18 w 35"/>
                <a:gd name="T5" fmla="*/ 23 h 30"/>
                <a:gd name="T6" fmla="*/ 20 w 35"/>
                <a:gd name="T7" fmla="*/ 24 h 30"/>
                <a:gd name="T8" fmla="*/ 20 w 35"/>
                <a:gd name="T9" fmla="*/ 24 h 30"/>
                <a:gd name="T10" fmla="*/ 21 w 35"/>
                <a:gd name="T11" fmla="*/ 22 h 30"/>
                <a:gd name="T12" fmla="*/ 16 w 35"/>
                <a:gd name="T13" fmla="*/ 20 h 30"/>
                <a:gd name="T14" fmla="*/ 15 w 35"/>
                <a:gd name="T15" fmla="*/ 20 h 30"/>
                <a:gd name="T16" fmla="*/ 14 w 35"/>
                <a:gd name="T17" fmla="*/ 7 h 30"/>
                <a:gd name="T18" fmla="*/ 16 w 35"/>
                <a:gd name="T19" fmla="*/ 13 h 30"/>
                <a:gd name="T20" fmla="*/ 18 w 35"/>
                <a:gd name="T21" fmla="*/ 13 h 30"/>
                <a:gd name="T22" fmla="*/ 18 w 35"/>
                <a:gd name="T23" fmla="*/ 13 h 30"/>
                <a:gd name="T24" fmla="*/ 14 w 35"/>
                <a:gd name="T25" fmla="*/ 6 h 30"/>
                <a:gd name="T26" fmla="*/ 14 w 35"/>
                <a:gd name="T27" fmla="*/ 6 h 30"/>
                <a:gd name="T28" fmla="*/ 14 w 35"/>
                <a:gd name="T29" fmla="*/ 7 h 30"/>
                <a:gd name="T30" fmla="*/ 0 w 35"/>
                <a:gd name="T31" fmla="*/ 14 h 30"/>
                <a:gd name="T32" fmla="*/ 6 w 35"/>
                <a:gd name="T33" fmla="*/ 9 h 30"/>
                <a:gd name="T34" fmla="*/ 11 w 35"/>
                <a:gd name="T35" fmla="*/ 10 h 30"/>
                <a:gd name="T36" fmla="*/ 12 w 35"/>
                <a:gd name="T37" fmla="*/ 3 h 30"/>
                <a:gd name="T38" fmla="*/ 15 w 35"/>
                <a:gd name="T39" fmla="*/ 0 h 30"/>
                <a:gd name="T40" fmla="*/ 18 w 35"/>
                <a:gd name="T41" fmla="*/ 6 h 30"/>
                <a:gd name="T42" fmla="*/ 20 w 35"/>
                <a:gd name="T43" fmla="*/ 10 h 30"/>
                <a:gd name="T44" fmla="*/ 20 w 35"/>
                <a:gd name="T45" fmla="*/ 9 h 30"/>
                <a:gd name="T46" fmla="*/ 22 w 35"/>
                <a:gd name="T47" fmla="*/ 5 h 30"/>
                <a:gd name="T48" fmla="*/ 24 w 35"/>
                <a:gd name="T49" fmla="*/ 5 h 30"/>
                <a:gd name="T50" fmla="*/ 24 w 35"/>
                <a:gd name="T51" fmla="*/ 9 h 30"/>
                <a:gd name="T52" fmla="*/ 25 w 35"/>
                <a:gd name="T53" fmla="*/ 14 h 30"/>
                <a:gd name="T54" fmla="*/ 25 w 35"/>
                <a:gd name="T55" fmla="*/ 16 h 30"/>
                <a:gd name="T56" fmla="*/ 30 w 35"/>
                <a:gd name="T57" fmla="*/ 18 h 30"/>
                <a:gd name="T58" fmla="*/ 31 w 35"/>
                <a:gd name="T59" fmla="*/ 20 h 30"/>
                <a:gd name="T60" fmla="*/ 34 w 35"/>
                <a:gd name="T61" fmla="*/ 22 h 30"/>
                <a:gd name="T62" fmla="*/ 35 w 35"/>
                <a:gd name="T63" fmla="*/ 23 h 30"/>
                <a:gd name="T64" fmla="*/ 35 w 35"/>
                <a:gd name="T65" fmla="*/ 23 h 30"/>
                <a:gd name="T66" fmla="*/ 29 w 35"/>
                <a:gd name="T67" fmla="*/ 23 h 30"/>
                <a:gd name="T68" fmla="*/ 26 w 35"/>
                <a:gd name="T69" fmla="*/ 23 h 30"/>
                <a:gd name="T70" fmla="*/ 25 w 35"/>
                <a:gd name="T71" fmla="*/ 24 h 30"/>
                <a:gd name="T72" fmla="*/ 21 w 35"/>
                <a:gd name="T73" fmla="*/ 26 h 30"/>
                <a:gd name="T74" fmla="*/ 21 w 35"/>
                <a:gd name="T75" fmla="*/ 28 h 30"/>
                <a:gd name="T76" fmla="*/ 19 w 35"/>
                <a:gd name="T77" fmla="*/ 28 h 30"/>
                <a:gd name="T78" fmla="*/ 17 w 35"/>
                <a:gd name="T79" fmla="*/ 30 h 30"/>
                <a:gd name="T80" fmla="*/ 14 w 35"/>
                <a:gd name="T81" fmla="*/ 30 h 30"/>
                <a:gd name="T82" fmla="*/ 14 w 35"/>
                <a:gd name="T83" fmla="*/ 30 h 30"/>
                <a:gd name="T84" fmla="*/ 9 w 35"/>
                <a:gd name="T85" fmla="*/ 28 h 30"/>
                <a:gd name="T86" fmla="*/ 11 w 35"/>
                <a:gd name="T87" fmla="*/ 26 h 30"/>
                <a:gd name="T88" fmla="*/ 11 w 35"/>
                <a:gd name="T89" fmla="*/ 23 h 30"/>
                <a:gd name="T90" fmla="*/ 10 w 35"/>
                <a:gd name="T91" fmla="*/ 17 h 30"/>
                <a:gd name="T92" fmla="*/ 8 w 35"/>
                <a:gd name="T93" fmla="*/ 16 h 30"/>
                <a:gd name="T94" fmla="*/ 6 w 35"/>
                <a:gd name="T95" fmla="*/ 16 h 30"/>
                <a:gd name="T96" fmla="*/ 4 w 35"/>
                <a:gd name="T97" fmla="*/ 15 h 30"/>
                <a:gd name="T98" fmla="*/ 0 w 35"/>
                <a:gd name="T99" fmla="*/ 14 h 30"/>
                <a:gd name="T100" fmla="*/ 0 w 35"/>
                <a:gd name="T101" fmla="*/ 14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5" h="30">
                  <a:moveTo>
                    <a:pt x="15" y="20"/>
                  </a:moveTo>
                  <a:cubicBezTo>
                    <a:pt x="15" y="22"/>
                    <a:pt x="16" y="22"/>
                    <a:pt x="16" y="24"/>
                  </a:cubicBezTo>
                  <a:cubicBezTo>
                    <a:pt x="18" y="24"/>
                    <a:pt x="18" y="23"/>
                    <a:pt x="18" y="23"/>
                  </a:cubicBezTo>
                  <a:cubicBezTo>
                    <a:pt x="19" y="23"/>
                    <a:pt x="20" y="24"/>
                    <a:pt x="20" y="24"/>
                  </a:cubicBezTo>
                  <a:cubicBezTo>
                    <a:pt x="20" y="24"/>
                    <a:pt x="20" y="24"/>
                    <a:pt x="20" y="24"/>
                  </a:cubicBezTo>
                  <a:cubicBezTo>
                    <a:pt x="20" y="24"/>
                    <a:pt x="21" y="23"/>
                    <a:pt x="21" y="22"/>
                  </a:cubicBezTo>
                  <a:cubicBezTo>
                    <a:pt x="20" y="21"/>
                    <a:pt x="18" y="20"/>
                    <a:pt x="16" y="20"/>
                  </a:cubicBezTo>
                  <a:cubicBezTo>
                    <a:pt x="15" y="20"/>
                    <a:pt x="15" y="20"/>
                    <a:pt x="15" y="20"/>
                  </a:cubicBezTo>
                  <a:close/>
                  <a:moveTo>
                    <a:pt x="14" y="7"/>
                  </a:moveTo>
                  <a:cubicBezTo>
                    <a:pt x="14" y="10"/>
                    <a:pt x="12" y="12"/>
                    <a:pt x="16" y="13"/>
                  </a:cubicBezTo>
                  <a:cubicBezTo>
                    <a:pt x="17" y="13"/>
                    <a:pt x="17" y="13"/>
                    <a:pt x="18" y="13"/>
                  </a:cubicBezTo>
                  <a:cubicBezTo>
                    <a:pt x="18" y="13"/>
                    <a:pt x="18" y="13"/>
                    <a:pt x="18" y="13"/>
                  </a:cubicBezTo>
                  <a:cubicBezTo>
                    <a:pt x="16" y="11"/>
                    <a:pt x="16" y="8"/>
                    <a:pt x="14" y="6"/>
                  </a:cubicBezTo>
                  <a:cubicBezTo>
                    <a:pt x="14" y="6"/>
                    <a:pt x="14" y="6"/>
                    <a:pt x="14" y="6"/>
                  </a:cubicBezTo>
                  <a:cubicBezTo>
                    <a:pt x="14" y="6"/>
                    <a:pt x="14" y="6"/>
                    <a:pt x="14" y="7"/>
                  </a:cubicBezTo>
                  <a:close/>
                  <a:moveTo>
                    <a:pt x="0" y="14"/>
                  </a:moveTo>
                  <a:cubicBezTo>
                    <a:pt x="1" y="13"/>
                    <a:pt x="5" y="9"/>
                    <a:pt x="6" y="9"/>
                  </a:cubicBezTo>
                  <a:cubicBezTo>
                    <a:pt x="8" y="9"/>
                    <a:pt x="9" y="10"/>
                    <a:pt x="11" y="10"/>
                  </a:cubicBezTo>
                  <a:cubicBezTo>
                    <a:pt x="12" y="8"/>
                    <a:pt x="12" y="6"/>
                    <a:pt x="12" y="3"/>
                  </a:cubicBezTo>
                  <a:cubicBezTo>
                    <a:pt x="12" y="2"/>
                    <a:pt x="14" y="0"/>
                    <a:pt x="15" y="0"/>
                  </a:cubicBezTo>
                  <a:cubicBezTo>
                    <a:pt x="16" y="2"/>
                    <a:pt x="17" y="4"/>
                    <a:pt x="18" y="6"/>
                  </a:cubicBezTo>
                  <a:cubicBezTo>
                    <a:pt x="18" y="7"/>
                    <a:pt x="18" y="9"/>
                    <a:pt x="20" y="10"/>
                  </a:cubicBezTo>
                  <a:cubicBezTo>
                    <a:pt x="20" y="10"/>
                    <a:pt x="20" y="10"/>
                    <a:pt x="20" y="9"/>
                  </a:cubicBezTo>
                  <a:cubicBezTo>
                    <a:pt x="21" y="9"/>
                    <a:pt x="21" y="6"/>
                    <a:pt x="22" y="5"/>
                  </a:cubicBezTo>
                  <a:cubicBezTo>
                    <a:pt x="22" y="5"/>
                    <a:pt x="23" y="5"/>
                    <a:pt x="24" y="5"/>
                  </a:cubicBezTo>
                  <a:cubicBezTo>
                    <a:pt x="25" y="6"/>
                    <a:pt x="24" y="8"/>
                    <a:pt x="24" y="9"/>
                  </a:cubicBezTo>
                  <a:cubicBezTo>
                    <a:pt x="24" y="11"/>
                    <a:pt x="25" y="12"/>
                    <a:pt x="25" y="14"/>
                  </a:cubicBezTo>
                  <a:cubicBezTo>
                    <a:pt x="26" y="15"/>
                    <a:pt x="25" y="15"/>
                    <a:pt x="25" y="16"/>
                  </a:cubicBezTo>
                  <a:cubicBezTo>
                    <a:pt x="26" y="18"/>
                    <a:pt x="29" y="17"/>
                    <a:pt x="30" y="18"/>
                  </a:cubicBezTo>
                  <a:cubicBezTo>
                    <a:pt x="31" y="19"/>
                    <a:pt x="31" y="20"/>
                    <a:pt x="31" y="20"/>
                  </a:cubicBezTo>
                  <a:cubicBezTo>
                    <a:pt x="32" y="21"/>
                    <a:pt x="33" y="21"/>
                    <a:pt x="34" y="22"/>
                  </a:cubicBezTo>
                  <a:cubicBezTo>
                    <a:pt x="34" y="22"/>
                    <a:pt x="35" y="22"/>
                    <a:pt x="35" y="23"/>
                  </a:cubicBezTo>
                  <a:cubicBezTo>
                    <a:pt x="35" y="23"/>
                    <a:pt x="35" y="23"/>
                    <a:pt x="35" y="23"/>
                  </a:cubicBezTo>
                  <a:cubicBezTo>
                    <a:pt x="33" y="22"/>
                    <a:pt x="31" y="23"/>
                    <a:pt x="29" y="23"/>
                  </a:cubicBezTo>
                  <a:cubicBezTo>
                    <a:pt x="28" y="23"/>
                    <a:pt x="27" y="22"/>
                    <a:pt x="26" y="23"/>
                  </a:cubicBezTo>
                  <a:cubicBezTo>
                    <a:pt x="26" y="23"/>
                    <a:pt x="25" y="24"/>
                    <a:pt x="25" y="24"/>
                  </a:cubicBezTo>
                  <a:cubicBezTo>
                    <a:pt x="24" y="25"/>
                    <a:pt x="22" y="24"/>
                    <a:pt x="21" y="26"/>
                  </a:cubicBezTo>
                  <a:cubicBezTo>
                    <a:pt x="21" y="26"/>
                    <a:pt x="21" y="27"/>
                    <a:pt x="21" y="28"/>
                  </a:cubicBezTo>
                  <a:cubicBezTo>
                    <a:pt x="20" y="28"/>
                    <a:pt x="20" y="28"/>
                    <a:pt x="19" y="28"/>
                  </a:cubicBezTo>
                  <a:cubicBezTo>
                    <a:pt x="18" y="28"/>
                    <a:pt x="18" y="29"/>
                    <a:pt x="17" y="30"/>
                  </a:cubicBezTo>
                  <a:cubicBezTo>
                    <a:pt x="16" y="30"/>
                    <a:pt x="15" y="28"/>
                    <a:pt x="14" y="30"/>
                  </a:cubicBezTo>
                  <a:cubicBezTo>
                    <a:pt x="14" y="30"/>
                    <a:pt x="14" y="30"/>
                    <a:pt x="14" y="30"/>
                  </a:cubicBezTo>
                  <a:cubicBezTo>
                    <a:pt x="13" y="28"/>
                    <a:pt x="11" y="28"/>
                    <a:pt x="9" y="28"/>
                  </a:cubicBezTo>
                  <a:cubicBezTo>
                    <a:pt x="10" y="26"/>
                    <a:pt x="11" y="26"/>
                    <a:pt x="11" y="26"/>
                  </a:cubicBezTo>
                  <a:cubicBezTo>
                    <a:pt x="12" y="25"/>
                    <a:pt x="11" y="24"/>
                    <a:pt x="11" y="23"/>
                  </a:cubicBezTo>
                  <a:cubicBezTo>
                    <a:pt x="10" y="21"/>
                    <a:pt x="10" y="19"/>
                    <a:pt x="10" y="17"/>
                  </a:cubicBezTo>
                  <a:cubicBezTo>
                    <a:pt x="9" y="17"/>
                    <a:pt x="9" y="17"/>
                    <a:pt x="8" y="16"/>
                  </a:cubicBezTo>
                  <a:cubicBezTo>
                    <a:pt x="7" y="16"/>
                    <a:pt x="6" y="16"/>
                    <a:pt x="6" y="16"/>
                  </a:cubicBezTo>
                  <a:cubicBezTo>
                    <a:pt x="5" y="16"/>
                    <a:pt x="4" y="15"/>
                    <a:pt x="4" y="15"/>
                  </a:cubicBezTo>
                  <a:cubicBezTo>
                    <a:pt x="2" y="14"/>
                    <a:pt x="1" y="15"/>
                    <a:pt x="0" y="14"/>
                  </a:cubicBezTo>
                  <a:cubicBezTo>
                    <a:pt x="0" y="14"/>
                    <a:pt x="0" y="14"/>
                    <a:pt x="0"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3" name="Freeform 51"/>
            <p:cNvSpPr>
              <a:spLocks noEditPoints="1"/>
            </p:cNvSpPr>
            <p:nvPr/>
          </p:nvSpPr>
          <p:spPr bwMode="auto">
            <a:xfrm>
              <a:off x="8791638" y="4653266"/>
              <a:ext cx="50800" cy="55563"/>
            </a:xfrm>
            <a:custGeom>
              <a:avLst/>
              <a:gdLst>
                <a:gd name="T0" fmla="*/ 20 w 34"/>
                <a:gd name="T1" fmla="*/ 18 h 37"/>
                <a:gd name="T2" fmla="*/ 22 w 34"/>
                <a:gd name="T3" fmla="*/ 19 h 37"/>
                <a:gd name="T4" fmla="*/ 20 w 34"/>
                <a:gd name="T5" fmla="*/ 17 h 37"/>
                <a:gd name="T6" fmla="*/ 14 w 34"/>
                <a:gd name="T7" fmla="*/ 22 h 37"/>
                <a:gd name="T8" fmla="*/ 14 w 34"/>
                <a:gd name="T9" fmla="*/ 24 h 37"/>
                <a:gd name="T10" fmla="*/ 15 w 34"/>
                <a:gd name="T11" fmla="*/ 22 h 37"/>
                <a:gd name="T12" fmla="*/ 14 w 34"/>
                <a:gd name="T13" fmla="*/ 22 h 37"/>
                <a:gd name="T14" fmla="*/ 16 w 34"/>
                <a:gd name="T15" fmla="*/ 20 h 37"/>
                <a:gd name="T16" fmla="*/ 16 w 34"/>
                <a:gd name="T17" fmla="*/ 20 h 37"/>
                <a:gd name="T18" fmla="*/ 16 w 34"/>
                <a:gd name="T19" fmla="*/ 19 h 37"/>
                <a:gd name="T20" fmla="*/ 10 w 34"/>
                <a:gd name="T21" fmla="*/ 5 h 37"/>
                <a:gd name="T22" fmla="*/ 6 w 34"/>
                <a:gd name="T23" fmla="*/ 17 h 37"/>
                <a:gd name="T24" fmla="*/ 8 w 34"/>
                <a:gd name="T25" fmla="*/ 20 h 37"/>
                <a:gd name="T26" fmla="*/ 15 w 34"/>
                <a:gd name="T27" fmla="*/ 16 h 37"/>
                <a:gd name="T28" fmla="*/ 20 w 34"/>
                <a:gd name="T29" fmla="*/ 14 h 37"/>
                <a:gd name="T30" fmla="*/ 25 w 34"/>
                <a:gd name="T31" fmla="*/ 15 h 37"/>
                <a:gd name="T32" fmla="*/ 23 w 34"/>
                <a:gd name="T33" fmla="*/ 27 h 37"/>
                <a:gd name="T34" fmla="*/ 18 w 34"/>
                <a:gd name="T35" fmla="*/ 27 h 37"/>
                <a:gd name="T36" fmla="*/ 17 w 34"/>
                <a:gd name="T37" fmla="*/ 24 h 37"/>
                <a:gd name="T38" fmla="*/ 13 w 34"/>
                <a:gd name="T39" fmla="*/ 25 h 37"/>
                <a:gd name="T40" fmla="*/ 12 w 34"/>
                <a:gd name="T41" fmla="*/ 17 h 37"/>
                <a:gd name="T42" fmla="*/ 10 w 34"/>
                <a:gd name="T43" fmla="*/ 22 h 37"/>
                <a:gd name="T44" fmla="*/ 17 w 34"/>
                <a:gd name="T45" fmla="*/ 32 h 37"/>
                <a:gd name="T46" fmla="*/ 20 w 34"/>
                <a:gd name="T47" fmla="*/ 33 h 37"/>
                <a:gd name="T48" fmla="*/ 24 w 34"/>
                <a:gd name="T49" fmla="*/ 29 h 37"/>
                <a:gd name="T50" fmla="*/ 23 w 34"/>
                <a:gd name="T51" fmla="*/ 28 h 37"/>
                <a:gd name="T52" fmla="*/ 26 w 34"/>
                <a:gd name="T53" fmla="*/ 25 h 37"/>
                <a:gd name="T54" fmla="*/ 21 w 34"/>
                <a:gd name="T55" fmla="*/ 10 h 37"/>
                <a:gd name="T56" fmla="*/ 17 w 34"/>
                <a:gd name="T57" fmla="*/ 6 h 37"/>
                <a:gd name="T58" fmla="*/ 10 w 34"/>
                <a:gd name="T59" fmla="*/ 5 h 37"/>
                <a:gd name="T60" fmla="*/ 12 w 34"/>
                <a:gd name="T61" fmla="*/ 1 h 37"/>
                <a:gd name="T62" fmla="*/ 27 w 34"/>
                <a:gd name="T63" fmla="*/ 12 h 37"/>
                <a:gd name="T64" fmla="*/ 31 w 34"/>
                <a:gd name="T65" fmla="*/ 27 h 37"/>
                <a:gd name="T66" fmla="*/ 26 w 34"/>
                <a:gd name="T67" fmla="*/ 30 h 37"/>
                <a:gd name="T68" fmla="*/ 20 w 34"/>
                <a:gd name="T69" fmla="*/ 35 h 37"/>
                <a:gd name="T70" fmla="*/ 19 w 34"/>
                <a:gd name="T71" fmla="*/ 37 h 37"/>
                <a:gd name="T72" fmla="*/ 14 w 34"/>
                <a:gd name="T73" fmla="*/ 35 h 37"/>
                <a:gd name="T74" fmla="*/ 8 w 34"/>
                <a:gd name="T75" fmla="*/ 27 h 37"/>
                <a:gd name="T76" fmla="*/ 3 w 34"/>
                <a:gd name="T77" fmla="*/ 23 h 37"/>
                <a:gd name="T78" fmla="*/ 4 w 34"/>
                <a:gd name="T79" fmla="*/ 8 h 37"/>
                <a:gd name="T80" fmla="*/ 5 w 34"/>
                <a:gd name="T81" fmla="*/ 5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4" h="37">
                  <a:moveTo>
                    <a:pt x="20" y="17"/>
                  </a:moveTo>
                  <a:cubicBezTo>
                    <a:pt x="20" y="17"/>
                    <a:pt x="20" y="18"/>
                    <a:pt x="20" y="18"/>
                  </a:cubicBezTo>
                  <a:cubicBezTo>
                    <a:pt x="20" y="18"/>
                    <a:pt x="21" y="19"/>
                    <a:pt x="22" y="19"/>
                  </a:cubicBezTo>
                  <a:cubicBezTo>
                    <a:pt x="22" y="19"/>
                    <a:pt x="22" y="19"/>
                    <a:pt x="22" y="19"/>
                  </a:cubicBezTo>
                  <a:cubicBezTo>
                    <a:pt x="22" y="18"/>
                    <a:pt x="22" y="18"/>
                    <a:pt x="22" y="18"/>
                  </a:cubicBezTo>
                  <a:cubicBezTo>
                    <a:pt x="21" y="17"/>
                    <a:pt x="21" y="17"/>
                    <a:pt x="20" y="17"/>
                  </a:cubicBezTo>
                  <a:cubicBezTo>
                    <a:pt x="20" y="17"/>
                    <a:pt x="20" y="17"/>
                    <a:pt x="20" y="17"/>
                  </a:cubicBezTo>
                  <a:close/>
                  <a:moveTo>
                    <a:pt x="14" y="22"/>
                  </a:moveTo>
                  <a:cubicBezTo>
                    <a:pt x="14" y="23"/>
                    <a:pt x="14" y="23"/>
                    <a:pt x="14" y="24"/>
                  </a:cubicBezTo>
                  <a:cubicBezTo>
                    <a:pt x="14" y="24"/>
                    <a:pt x="14" y="24"/>
                    <a:pt x="14" y="24"/>
                  </a:cubicBezTo>
                  <a:cubicBezTo>
                    <a:pt x="14" y="24"/>
                    <a:pt x="14" y="24"/>
                    <a:pt x="14" y="24"/>
                  </a:cubicBezTo>
                  <a:cubicBezTo>
                    <a:pt x="15" y="23"/>
                    <a:pt x="14" y="23"/>
                    <a:pt x="15" y="22"/>
                  </a:cubicBezTo>
                  <a:cubicBezTo>
                    <a:pt x="15" y="22"/>
                    <a:pt x="14" y="22"/>
                    <a:pt x="14" y="22"/>
                  </a:cubicBezTo>
                  <a:cubicBezTo>
                    <a:pt x="14" y="22"/>
                    <a:pt x="14" y="22"/>
                    <a:pt x="14" y="22"/>
                  </a:cubicBezTo>
                  <a:close/>
                  <a:moveTo>
                    <a:pt x="16" y="19"/>
                  </a:moveTo>
                  <a:cubicBezTo>
                    <a:pt x="16" y="19"/>
                    <a:pt x="16" y="19"/>
                    <a:pt x="16" y="20"/>
                  </a:cubicBezTo>
                  <a:cubicBezTo>
                    <a:pt x="16" y="20"/>
                    <a:pt x="16" y="20"/>
                    <a:pt x="16" y="20"/>
                  </a:cubicBezTo>
                  <a:cubicBezTo>
                    <a:pt x="16" y="20"/>
                    <a:pt x="16" y="20"/>
                    <a:pt x="16" y="20"/>
                  </a:cubicBezTo>
                  <a:cubicBezTo>
                    <a:pt x="16" y="19"/>
                    <a:pt x="16" y="19"/>
                    <a:pt x="16" y="19"/>
                  </a:cubicBezTo>
                  <a:cubicBezTo>
                    <a:pt x="16" y="19"/>
                    <a:pt x="16" y="19"/>
                    <a:pt x="16" y="19"/>
                  </a:cubicBezTo>
                  <a:cubicBezTo>
                    <a:pt x="16" y="19"/>
                    <a:pt x="16" y="19"/>
                    <a:pt x="16" y="19"/>
                  </a:cubicBezTo>
                  <a:close/>
                  <a:moveTo>
                    <a:pt x="10" y="5"/>
                  </a:moveTo>
                  <a:cubicBezTo>
                    <a:pt x="9" y="6"/>
                    <a:pt x="8" y="7"/>
                    <a:pt x="7" y="8"/>
                  </a:cubicBezTo>
                  <a:cubicBezTo>
                    <a:pt x="5" y="11"/>
                    <a:pt x="6" y="14"/>
                    <a:pt x="6" y="17"/>
                  </a:cubicBezTo>
                  <a:cubicBezTo>
                    <a:pt x="6" y="18"/>
                    <a:pt x="7" y="20"/>
                    <a:pt x="8" y="20"/>
                  </a:cubicBezTo>
                  <a:cubicBezTo>
                    <a:pt x="8" y="20"/>
                    <a:pt x="8" y="20"/>
                    <a:pt x="8" y="20"/>
                  </a:cubicBezTo>
                  <a:cubicBezTo>
                    <a:pt x="9" y="19"/>
                    <a:pt x="8" y="12"/>
                    <a:pt x="12" y="12"/>
                  </a:cubicBezTo>
                  <a:cubicBezTo>
                    <a:pt x="13" y="12"/>
                    <a:pt x="14" y="15"/>
                    <a:pt x="15" y="16"/>
                  </a:cubicBezTo>
                  <a:cubicBezTo>
                    <a:pt x="16" y="16"/>
                    <a:pt x="18" y="16"/>
                    <a:pt x="19" y="15"/>
                  </a:cubicBezTo>
                  <a:cubicBezTo>
                    <a:pt x="19" y="15"/>
                    <a:pt x="19" y="15"/>
                    <a:pt x="20" y="14"/>
                  </a:cubicBezTo>
                  <a:cubicBezTo>
                    <a:pt x="21" y="14"/>
                    <a:pt x="22" y="13"/>
                    <a:pt x="24" y="13"/>
                  </a:cubicBezTo>
                  <a:cubicBezTo>
                    <a:pt x="24" y="14"/>
                    <a:pt x="24" y="14"/>
                    <a:pt x="25" y="15"/>
                  </a:cubicBezTo>
                  <a:cubicBezTo>
                    <a:pt x="25" y="16"/>
                    <a:pt x="24" y="17"/>
                    <a:pt x="24" y="18"/>
                  </a:cubicBezTo>
                  <a:cubicBezTo>
                    <a:pt x="24" y="21"/>
                    <a:pt x="24" y="24"/>
                    <a:pt x="23" y="27"/>
                  </a:cubicBezTo>
                  <a:cubicBezTo>
                    <a:pt x="22" y="27"/>
                    <a:pt x="22" y="28"/>
                    <a:pt x="21" y="29"/>
                  </a:cubicBezTo>
                  <a:cubicBezTo>
                    <a:pt x="20" y="28"/>
                    <a:pt x="19" y="28"/>
                    <a:pt x="18" y="27"/>
                  </a:cubicBezTo>
                  <a:cubicBezTo>
                    <a:pt x="18" y="26"/>
                    <a:pt x="18" y="25"/>
                    <a:pt x="18" y="25"/>
                  </a:cubicBezTo>
                  <a:cubicBezTo>
                    <a:pt x="18" y="25"/>
                    <a:pt x="17" y="25"/>
                    <a:pt x="17" y="24"/>
                  </a:cubicBezTo>
                  <a:cubicBezTo>
                    <a:pt x="17" y="24"/>
                    <a:pt x="17" y="25"/>
                    <a:pt x="16" y="25"/>
                  </a:cubicBezTo>
                  <a:cubicBezTo>
                    <a:pt x="15" y="25"/>
                    <a:pt x="14" y="26"/>
                    <a:pt x="13" y="25"/>
                  </a:cubicBezTo>
                  <a:cubicBezTo>
                    <a:pt x="13" y="25"/>
                    <a:pt x="12" y="24"/>
                    <a:pt x="12" y="24"/>
                  </a:cubicBezTo>
                  <a:cubicBezTo>
                    <a:pt x="12" y="23"/>
                    <a:pt x="15" y="17"/>
                    <a:pt x="12" y="17"/>
                  </a:cubicBezTo>
                  <a:cubicBezTo>
                    <a:pt x="12" y="17"/>
                    <a:pt x="12" y="17"/>
                    <a:pt x="12" y="17"/>
                  </a:cubicBezTo>
                  <a:cubicBezTo>
                    <a:pt x="12" y="18"/>
                    <a:pt x="10" y="21"/>
                    <a:pt x="10" y="22"/>
                  </a:cubicBezTo>
                  <a:cubicBezTo>
                    <a:pt x="10" y="23"/>
                    <a:pt x="11" y="23"/>
                    <a:pt x="11" y="25"/>
                  </a:cubicBezTo>
                  <a:cubicBezTo>
                    <a:pt x="12" y="27"/>
                    <a:pt x="15" y="30"/>
                    <a:pt x="17" y="32"/>
                  </a:cubicBezTo>
                  <a:cubicBezTo>
                    <a:pt x="18" y="33"/>
                    <a:pt x="18" y="33"/>
                    <a:pt x="18" y="33"/>
                  </a:cubicBezTo>
                  <a:cubicBezTo>
                    <a:pt x="19" y="33"/>
                    <a:pt x="20" y="33"/>
                    <a:pt x="20" y="33"/>
                  </a:cubicBezTo>
                  <a:cubicBezTo>
                    <a:pt x="21" y="33"/>
                    <a:pt x="23" y="29"/>
                    <a:pt x="24" y="29"/>
                  </a:cubicBezTo>
                  <a:cubicBezTo>
                    <a:pt x="24" y="29"/>
                    <a:pt x="24" y="29"/>
                    <a:pt x="24" y="29"/>
                  </a:cubicBezTo>
                  <a:cubicBezTo>
                    <a:pt x="24" y="29"/>
                    <a:pt x="24" y="29"/>
                    <a:pt x="23" y="28"/>
                  </a:cubicBezTo>
                  <a:cubicBezTo>
                    <a:pt x="23" y="28"/>
                    <a:pt x="23" y="28"/>
                    <a:pt x="23" y="28"/>
                  </a:cubicBezTo>
                  <a:cubicBezTo>
                    <a:pt x="24" y="27"/>
                    <a:pt x="25" y="28"/>
                    <a:pt x="26" y="27"/>
                  </a:cubicBezTo>
                  <a:cubicBezTo>
                    <a:pt x="26" y="26"/>
                    <a:pt x="26" y="25"/>
                    <a:pt x="26" y="25"/>
                  </a:cubicBezTo>
                  <a:cubicBezTo>
                    <a:pt x="27" y="24"/>
                    <a:pt x="29" y="24"/>
                    <a:pt x="30" y="23"/>
                  </a:cubicBezTo>
                  <a:cubicBezTo>
                    <a:pt x="31" y="19"/>
                    <a:pt x="25" y="12"/>
                    <a:pt x="21" y="10"/>
                  </a:cubicBezTo>
                  <a:cubicBezTo>
                    <a:pt x="21" y="9"/>
                    <a:pt x="20" y="8"/>
                    <a:pt x="19" y="7"/>
                  </a:cubicBezTo>
                  <a:cubicBezTo>
                    <a:pt x="18" y="7"/>
                    <a:pt x="18" y="7"/>
                    <a:pt x="17" y="6"/>
                  </a:cubicBezTo>
                  <a:cubicBezTo>
                    <a:pt x="15" y="5"/>
                    <a:pt x="14" y="3"/>
                    <a:pt x="12" y="3"/>
                  </a:cubicBezTo>
                  <a:cubicBezTo>
                    <a:pt x="11" y="3"/>
                    <a:pt x="10" y="4"/>
                    <a:pt x="10" y="5"/>
                  </a:cubicBezTo>
                  <a:close/>
                  <a:moveTo>
                    <a:pt x="7" y="5"/>
                  </a:moveTo>
                  <a:cubicBezTo>
                    <a:pt x="9" y="3"/>
                    <a:pt x="10" y="1"/>
                    <a:pt x="12" y="1"/>
                  </a:cubicBezTo>
                  <a:cubicBezTo>
                    <a:pt x="16" y="0"/>
                    <a:pt x="20" y="5"/>
                    <a:pt x="24" y="9"/>
                  </a:cubicBezTo>
                  <a:cubicBezTo>
                    <a:pt x="25" y="10"/>
                    <a:pt x="26" y="11"/>
                    <a:pt x="27" y="12"/>
                  </a:cubicBezTo>
                  <a:cubicBezTo>
                    <a:pt x="29" y="15"/>
                    <a:pt x="33" y="17"/>
                    <a:pt x="34" y="20"/>
                  </a:cubicBezTo>
                  <a:cubicBezTo>
                    <a:pt x="34" y="21"/>
                    <a:pt x="33" y="27"/>
                    <a:pt x="31" y="27"/>
                  </a:cubicBezTo>
                  <a:cubicBezTo>
                    <a:pt x="30" y="28"/>
                    <a:pt x="27" y="27"/>
                    <a:pt x="26" y="29"/>
                  </a:cubicBezTo>
                  <a:cubicBezTo>
                    <a:pt x="26" y="29"/>
                    <a:pt x="26" y="30"/>
                    <a:pt x="26" y="30"/>
                  </a:cubicBezTo>
                  <a:cubicBezTo>
                    <a:pt x="26" y="31"/>
                    <a:pt x="23" y="34"/>
                    <a:pt x="22" y="35"/>
                  </a:cubicBezTo>
                  <a:cubicBezTo>
                    <a:pt x="21" y="35"/>
                    <a:pt x="20" y="35"/>
                    <a:pt x="20" y="35"/>
                  </a:cubicBezTo>
                  <a:cubicBezTo>
                    <a:pt x="19" y="36"/>
                    <a:pt x="20" y="37"/>
                    <a:pt x="19" y="37"/>
                  </a:cubicBezTo>
                  <a:cubicBezTo>
                    <a:pt x="19" y="37"/>
                    <a:pt x="19" y="37"/>
                    <a:pt x="19" y="37"/>
                  </a:cubicBezTo>
                  <a:cubicBezTo>
                    <a:pt x="18" y="37"/>
                    <a:pt x="17" y="37"/>
                    <a:pt x="16" y="37"/>
                  </a:cubicBezTo>
                  <a:cubicBezTo>
                    <a:pt x="16" y="37"/>
                    <a:pt x="14" y="35"/>
                    <a:pt x="14" y="35"/>
                  </a:cubicBezTo>
                  <a:cubicBezTo>
                    <a:pt x="14" y="33"/>
                    <a:pt x="12" y="31"/>
                    <a:pt x="11" y="29"/>
                  </a:cubicBezTo>
                  <a:cubicBezTo>
                    <a:pt x="10" y="28"/>
                    <a:pt x="8" y="27"/>
                    <a:pt x="8" y="27"/>
                  </a:cubicBezTo>
                  <a:cubicBezTo>
                    <a:pt x="7" y="26"/>
                    <a:pt x="6" y="25"/>
                    <a:pt x="5" y="25"/>
                  </a:cubicBezTo>
                  <a:cubicBezTo>
                    <a:pt x="5" y="24"/>
                    <a:pt x="4" y="23"/>
                    <a:pt x="3" y="23"/>
                  </a:cubicBezTo>
                  <a:cubicBezTo>
                    <a:pt x="0" y="18"/>
                    <a:pt x="1" y="17"/>
                    <a:pt x="2" y="12"/>
                  </a:cubicBezTo>
                  <a:cubicBezTo>
                    <a:pt x="2" y="11"/>
                    <a:pt x="3" y="9"/>
                    <a:pt x="4" y="8"/>
                  </a:cubicBezTo>
                  <a:cubicBezTo>
                    <a:pt x="4" y="8"/>
                    <a:pt x="4" y="8"/>
                    <a:pt x="4" y="8"/>
                  </a:cubicBezTo>
                  <a:cubicBezTo>
                    <a:pt x="4" y="7"/>
                    <a:pt x="5" y="6"/>
                    <a:pt x="5" y="5"/>
                  </a:cubicBezTo>
                  <a:cubicBezTo>
                    <a:pt x="6" y="5"/>
                    <a:pt x="7" y="5"/>
                    <a:pt x="7"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4" name="Freeform 52"/>
            <p:cNvSpPr>
              <a:spLocks noEditPoints="1"/>
            </p:cNvSpPr>
            <p:nvPr/>
          </p:nvSpPr>
          <p:spPr bwMode="auto">
            <a:xfrm>
              <a:off x="8847200" y="4611991"/>
              <a:ext cx="46038" cy="58738"/>
            </a:xfrm>
            <a:custGeom>
              <a:avLst/>
              <a:gdLst>
                <a:gd name="T0" fmla="*/ 8 w 31"/>
                <a:gd name="T1" fmla="*/ 31 h 39"/>
                <a:gd name="T2" fmla="*/ 9 w 31"/>
                <a:gd name="T3" fmla="*/ 30 h 39"/>
                <a:gd name="T4" fmla="*/ 8 w 31"/>
                <a:gd name="T5" fmla="*/ 26 h 39"/>
                <a:gd name="T6" fmla="*/ 18 w 31"/>
                <a:gd name="T7" fmla="*/ 18 h 39"/>
                <a:gd name="T8" fmla="*/ 18 w 31"/>
                <a:gd name="T9" fmla="*/ 21 h 39"/>
                <a:gd name="T10" fmla="*/ 19 w 31"/>
                <a:gd name="T11" fmla="*/ 18 h 39"/>
                <a:gd name="T12" fmla="*/ 7 w 31"/>
                <a:gd name="T13" fmla="*/ 22 h 39"/>
                <a:gd name="T14" fmla="*/ 6 w 31"/>
                <a:gd name="T15" fmla="*/ 23 h 39"/>
                <a:gd name="T16" fmla="*/ 7 w 31"/>
                <a:gd name="T17" fmla="*/ 22 h 39"/>
                <a:gd name="T18" fmla="*/ 7 w 31"/>
                <a:gd name="T19" fmla="*/ 22 h 39"/>
                <a:gd name="T20" fmla="*/ 23 w 31"/>
                <a:gd name="T21" fmla="*/ 12 h 39"/>
                <a:gd name="T22" fmla="*/ 23 w 31"/>
                <a:gd name="T23" fmla="*/ 12 h 39"/>
                <a:gd name="T24" fmla="*/ 23 w 31"/>
                <a:gd name="T25" fmla="*/ 11 h 39"/>
                <a:gd name="T26" fmla="*/ 10 w 31"/>
                <a:gd name="T27" fmla="*/ 19 h 39"/>
                <a:gd name="T28" fmla="*/ 10 w 31"/>
                <a:gd name="T29" fmla="*/ 23 h 39"/>
                <a:gd name="T30" fmla="*/ 10 w 31"/>
                <a:gd name="T31" fmla="*/ 19 h 39"/>
                <a:gd name="T32" fmla="*/ 15 w 31"/>
                <a:gd name="T33" fmla="*/ 13 h 39"/>
                <a:gd name="T34" fmla="*/ 16 w 31"/>
                <a:gd name="T35" fmla="*/ 14 h 39"/>
                <a:gd name="T36" fmla="*/ 15 w 31"/>
                <a:gd name="T37" fmla="*/ 13 h 39"/>
                <a:gd name="T38" fmla="*/ 9 w 31"/>
                <a:gd name="T39" fmla="*/ 16 h 39"/>
                <a:gd name="T40" fmla="*/ 9 w 31"/>
                <a:gd name="T41" fmla="*/ 18 h 39"/>
                <a:gd name="T42" fmla="*/ 9 w 31"/>
                <a:gd name="T43" fmla="*/ 16 h 39"/>
                <a:gd name="T44" fmla="*/ 19 w 31"/>
                <a:gd name="T45" fmla="*/ 4 h 39"/>
                <a:gd name="T46" fmla="*/ 23 w 31"/>
                <a:gd name="T47" fmla="*/ 7 h 39"/>
                <a:gd name="T48" fmla="*/ 29 w 31"/>
                <a:gd name="T49" fmla="*/ 9 h 39"/>
                <a:gd name="T50" fmla="*/ 25 w 31"/>
                <a:gd name="T51" fmla="*/ 16 h 39"/>
                <a:gd name="T52" fmla="*/ 29 w 31"/>
                <a:gd name="T53" fmla="*/ 26 h 39"/>
                <a:gd name="T54" fmla="*/ 30 w 31"/>
                <a:gd name="T55" fmla="*/ 30 h 39"/>
                <a:gd name="T56" fmla="*/ 31 w 31"/>
                <a:gd name="T57" fmla="*/ 32 h 39"/>
                <a:gd name="T58" fmla="*/ 22 w 31"/>
                <a:gd name="T59" fmla="*/ 23 h 39"/>
                <a:gd name="T60" fmla="*/ 16 w 31"/>
                <a:gd name="T61" fmla="*/ 29 h 39"/>
                <a:gd name="T62" fmla="*/ 15 w 31"/>
                <a:gd name="T63" fmla="*/ 22 h 39"/>
                <a:gd name="T64" fmla="*/ 15 w 31"/>
                <a:gd name="T65" fmla="*/ 19 h 39"/>
                <a:gd name="T66" fmla="*/ 12 w 31"/>
                <a:gd name="T67" fmla="*/ 19 h 39"/>
                <a:gd name="T68" fmla="*/ 13 w 31"/>
                <a:gd name="T69" fmla="*/ 29 h 39"/>
                <a:gd name="T70" fmla="*/ 17 w 31"/>
                <a:gd name="T71" fmla="*/ 34 h 39"/>
                <a:gd name="T72" fmla="*/ 14 w 31"/>
                <a:gd name="T73" fmla="*/ 33 h 39"/>
                <a:gd name="T74" fmla="*/ 12 w 31"/>
                <a:gd name="T75" fmla="*/ 32 h 39"/>
                <a:gd name="T76" fmla="*/ 7 w 31"/>
                <a:gd name="T77" fmla="*/ 39 h 39"/>
                <a:gd name="T78" fmla="*/ 6 w 31"/>
                <a:gd name="T79" fmla="*/ 33 h 39"/>
                <a:gd name="T80" fmla="*/ 6 w 31"/>
                <a:gd name="T81" fmla="*/ 26 h 39"/>
                <a:gd name="T82" fmla="*/ 2 w 31"/>
                <a:gd name="T83" fmla="*/ 29 h 39"/>
                <a:gd name="T84" fmla="*/ 4 w 31"/>
                <a:gd name="T85" fmla="*/ 13 h 39"/>
                <a:gd name="T86" fmla="*/ 6 w 31"/>
                <a:gd name="T87" fmla="*/ 9 h 39"/>
                <a:gd name="T88" fmla="*/ 3 w 31"/>
                <a:gd name="T89" fmla="*/ 23 h 39"/>
                <a:gd name="T90" fmla="*/ 3 w 31"/>
                <a:gd name="T91" fmla="*/ 27 h 39"/>
                <a:gd name="T92" fmla="*/ 9 w 31"/>
                <a:gd name="T93" fmla="*/ 14 h 39"/>
                <a:gd name="T94" fmla="*/ 13 w 31"/>
                <a:gd name="T95" fmla="*/ 15 h 39"/>
                <a:gd name="T96" fmla="*/ 12 w 31"/>
                <a:gd name="T97" fmla="*/ 9 h 39"/>
                <a:gd name="T98" fmla="*/ 11 w 31"/>
                <a:gd name="T99" fmla="*/ 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1" h="39">
                  <a:moveTo>
                    <a:pt x="8" y="26"/>
                  </a:moveTo>
                  <a:cubicBezTo>
                    <a:pt x="8" y="27"/>
                    <a:pt x="8" y="30"/>
                    <a:pt x="8" y="31"/>
                  </a:cubicBezTo>
                  <a:cubicBezTo>
                    <a:pt x="8" y="31"/>
                    <a:pt x="8" y="31"/>
                    <a:pt x="8" y="31"/>
                  </a:cubicBezTo>
                  <a:cubicBezTo>
                    <a:pt x="8" y="31"/>
                    <a:pt x="9" y="31"/>
                    <a:pt x="9" y="30"/>
                  </a:cubicBezTo>
                  <a:cubicBezTo>
                    <a:pt x="9" y="29"/>
                    <a:pt x="11" y="27"/>
                    <a:pt x="9" y="26"/>
                  </a:cubicBezTo>
                  <a:cubicBezTo>
                    <a:pt x="9" y="26"/>
                    <a:pt x="9" y="26"/>
                    <a:pt x="8" y="26"/>
                  </a:cubicBezTo>
                  <a:cubicBezTo>
                    <a:pt x="9" y="26"/>
                    <a:pt x="8" y="26"/>
                    <a:pt x="8" y="26"/>
                  </a:cubicBezTo>
                  <a:close/>
                  <a:moveTo>
                    <a:pt x="18" y="18"/>
                  </a:moveTo>
                  <a:cubicBezTo>
                    <a:pt x="18" y="19"/>
                    <a:pt x="17" y="20"/>
                    <a:pt x="17" y="21"/>
                  </a:cubicBezTo>
                  <a:cubicBezTo>
                    <a:pt x="17" y="21"/>
                    <a:pt x="17" y="21"/>
                    <a:pt x="18" y="21"/>
                  </a:cubicBezTo>
                  <a:cubicBezTo>
                    <a:pt x="18" y="21"/>
                    <a:pt x="18" y="21"/>
                    <a:pt x="18" y="21"/>
                  </a:cubicBezTo>
                  <a:cubicBezTo>
                    <a:pt x="19" y="21"/>
                    <a:pt x="21" y="19"/>
                    <a:pt x="19" y="18"/>
                  </a:cubicBezTo>
                  <a:cubicBezTo>
                    <a:pt x="19" y="17"/>
                    <a:pt x="19" y="17"/>
                    <a:pt x="18" y="18"/>
                  </a:cubicBezTo>
                  <a:close/>
                  <a:moveTo>
                    <a:pt x="7" y="22"/>
                  </a:moveTo>
                  <a:cubicBezTo>
                    <a:pt x="7" y="22"/>
                    <a:pt x="7" y="23"/>
                    <a:pt x="6" y="23"/>
                  </a:cubicBezTo>
                  <a:cubicBezTo>
                    <a:pt x="6" y="23"/>
                    <a:pt x="6" y="23"/>
                    <a:pt x="6" y="23"/>
                  </a:cubicBezTo>
                  <a:cubicBezTo>
                    <a:pt x="7" y="23"/>
                    <a:pt x="7" y="23"/>
                    <a:pt x="7" y="23"/>
                  </a:cubicBezTo>
                  <a:cubicBezTo>
                    <a:pt x="7" y="22"/>
                    <a:pt x="7" y="22"/>
                    <a:pt x="7" y="22"/>
                  </a:cubicBezTo>
                  <a:cubicBezTo>
                    <a:pt x="7" y="22"/>
                    <a:pt x="7" y="22"/>
                    <a:pt x="7" y="22"/>
                  </a:cubicBezTo>
                  <a:cubicBezTo>
                    <a:pt x="7" y="22"/>
                    <a:pt x="7" y="22"/>
                    <a:pt x="7" y="22"/>
                  </a:cubicBezTo>
                  <a:close/>
                  <a:moveTo>
                    <a:pt x="23" y="11"/>
                  </a:moveTo>
                  <a:cubicBezTo>
                    <a:pt x="23" y="12"/>
                    <a:pt x="23" y="12"/>
                    <a:pt x="23" y="12"/>
                  </a:cubicBezTo>
                  <a:cubicBezTo>
                    <a:pt x="23" y="12"/>
                    <a:pt x="23" y="12"/>
                    <a:pt x="23" y="12"/>
                  </a:cubicBezTo>
                  <a:cubicBezTo>
                    <a:pt x="23" y="12"/>
                    <a:pt x="23" y="12"/>
                    <a:pt x="23" y="12"/>
                  </a:cubicBezTo>
                  <a:cubicBezTo>
                    <a:pt x="23" y="12"/>
                    <a:pt x="23" y="12"/>
                    <a:pt x="23" y="11"/>
                  </a:cubicBezTo>
                  <a:cubicBezTo>
                    <a:pt x="23" y="11"/>
                    <a:pt x="23" y="11"/>
                    <a:pt x="23" y="11"/>
                  </a:cubicBezTo>
                  <a:cubicBezTo>
                    <a:pt x="23" y="11"/>
                    <a:pt x="23" y="11"/>
                    <a:pt x="23" y="11"/>
                  </a:cubicBezTo>
                  <a:close/>
                  <a:moveTo>
                    <a:pt x="10" y="19"/>
                  </a:moveTo>
                  <a:cubicBezTo>
                    <a:pt x="9" y="20"/>
                    <a:pt x="9" y="23"/>
                    <a:pt x="10" y="23"/>
                  </a:cubicBezTo>
                  <a:cubicBezTo>
                    <a:pt x="10" y="23"/>
                    <a:pt x="10" y="23"/>
                    <a:pt x="10" y="23"/>
                  </a:cubicBezTo>
                  <a:cubicBezTo>
                    <a:pt x="11" y="22"/>
                    <a:pt x="11" y="20"/>
                    <a:pt x="11" y="19"/>
                  </a:cubicBezTo>
                  <a:cubicBezTo>
                    <a:pt x="11" y="19"/>
                    <a:pt x="10" y="19"/>
                    <a:pt x="10" y="19"/>
                  </a:cubicBezTo>
                  <a:close/>
                  <a:moveTo>
                    <a:pt x="15" y="13"/>
                  </a:moveTo>
                  <a:cubicBezTo>
                    <a:pt x="15" y="13"/>
                    <a:pt x="15" y="13"/>
                    <a:pt x="15" y="13"/>
                  </a:cubicBezTo>
                  <a:cubicBezTo>
                    <a:pt x="15" y="14"/>
                    <a:pt x="15" y="14"/>
                    <a:pt x="15" y="14"/>
                  </a:cubicBezTo>
                  <a:cubicBezTo>
                    <a:pt x="16" y="14"/>
                    <a:pt x="16" y="14"/>
                    <a:pt x="16" y="14"/>
                  </a:cubicBezTo>
                  <a:cubicBezTo>
                    <a:pt x="16" y="14"/>
                    <a:pt x="16" y="13"/>
                    <a:pt x="16" y="13"/>
                  </a:cubicBezTo>
                  <a:cubicBezTo>
                    <a:pt x="16" y="13"/>
                    <a:pt x="16" y="13"/>
                    <a:pt x="15" y="13"/>
                  </a:cubicBezTo>
                  <a:cubicBezTo>
                    <a:pt x="16" y="13"/>
                    <a:pt x="16" y="13"/>
                    <a:pt x="15" y="13"/>
                  </a:cubicBezTo>
                  <a:close/>
                  <a:moveTo>
                    <a:pt x="9" y="16"/>
                  </a:moveTo>
                  <a:cubicBezTo>
                    <a:pt x="8" y="17"/>
                    <a:pt x="8" y="18"/>
                    <a:pt x="9" y="18"/>
                  </a:cubicBezTo>
                  <a:cubicBezTo>
                    <a:pt x="9" y="18"/>
                    <a:pt x="9" y="18"/>
                    <a:pt x="9" y="18"/>
                  </a:cubicBezTo>
                  <a:cubicBezTo>
                    <a:pt x="9" y="17"/>
                    <a:pt x="9" y="17"/>
                    <a:pt x="9" y="16"/>
                  </a:cubicBezTo>
                  <a:cubicBezTo>
                    <a:pt x="9" y="15"/>
                    <a:pt x="9" y="16"/>
                    <a:pt x="9" y="16"/>
                  </a:cubicBezTo>
                  <a:close/>
                  <a:moveTo>
                    <a:pt x="11" y="1"/>
                  </a:moveTo>
                  <a:cubicBezTo>
                    <a:pt x="13" y="0"/>
                    <a:pt x="17" y="2"/>
                    <a:pt x="19" y="4"/>
                  </a:cubicBezTo>
                  <a:cubicBezTo>
                    <a:pt x="19" y="5"/>
                    <a:pt x="19" y="6"/>
                    <a:pt x="20" y="6"/>
                  </a:cubicBezTo>
                  <a:cubicBezTo>
                    <a:pt x="21" y="7"/>
                    <a:pt x="22" y="7"/>
                    <a:pt x="23" y="7"/>
                  </a:cubicBezTo>
                  <a:cubicBezTo>
                    <a:pt x="24" y="8"/>
                    <a:pt x="25" y="9"/>
                    <a:pt x="25" y="9"/>
                  </a:cubicBezTo>
                  <a:cubicBezTo>
                    <a:pt x="27" y="9"/>
                    <a:pt x="28" y="9"/>
                    <a:pt x="29" y="9"/>
                  </a:cubicBezTo>
                  <a:cubicBezTo>
                    <a:pt x="29" y="9"/>
                    <a:pt x="29" y="9"/>
                    <a:pt x="29" y="10"/>
                  </a:cubicBezTo>
                  <a:cubicBezTo>
                    <a:pt x="28" y="12"/>
                    <a:pt x="25" y="14"/>
                    <a:pt x="25" y="16"/>
                  </a:cubicBezTo>
                  <a:cubicBezTo>
                    <a:pt x="25" y="18"/>
                    <a:pt x="27" y="19"/>
                    <a:pt x="27" y="21"/>
                  </a:cubicBezTo>
                  <a:cubicBezTo>
                    <a:pt x="28" y="23"/>
                    <a:pt x="29" y="24"/>
                    <a:pt x="29" y="26"/>
                  </a:cubicBezTo>
                  <a:cubicBezTo>
                    <a:pt x="29" y="26"/>
                    <a:pt x="29" y="27"/>
                    <a:pt x="30" y="27"/>
                  </a:cubicBezTo>
                  <a:cubicBezTo>
                    <a:pt x="30" y="28"/>
                    <a:pt x="30" y="29"/>
                    <a:pt x="30" y="30"/>
                  </a:cubicBezTo>
                  <a:cubicBezTo>
                    <a:pt x="30" y="31"/>
                    <a:pt x="31" y="31"/>
                    <a:pt x="31" y="32"/>
                  </a:cubicBezTo>
                  <a:cubicBezTo>
                    <a:pt x="31" y="32"/>
                    <a:pt x="31" y="32"/>
                    <a:pt x="31" y="32"/>
                  </a:cubicBezTo>
                  <a:cubicBezTo>
                    <a:pt x="29" y="31"/>
                    <a:pt x="27" y="30"/>
                    <a:pt x="25" y="28"/>
                  </a:cubicBezTo>
                  <a:cubicBezTo>
                    <a:pt x="24" y="26"/>
                    <a:pt x="23" y="24"/>
                    <a:pt x="22" y="23"/>
                  </a:cubicBezTo>
                  <a:cubicBezTo>
                    <a:pt x="22" y="23"/>
                    <a:pt x="22" y="23"/>
                    <a:pt x="22" y="23"/>
                  </a:cubicBezTo>
                  <a:cubicBezTo>
                    <a:pt x="20" y="25"/>
                    <a:pt x="19" y="27"/>
                    <a:pt x="16" y="29"/>
                  </a:cubicBezTo>
                  <a:cubicBezTo>
                    <a:pt x="15" y="28"/>
                    <a:pt x="13" y="26"/>
                    <a:pt x="14" y="25"/>
                  </a:cubicBezTo>
                  <a:cubicBezTo>
                    <a:pt x="14" y="24"/>
                    <a:pt x="15" y="23"/>
                    <a:pt x="15" y="22"/>
                  </a:cubicBezTo>
                  <a:cubicBezTo>
                    <a:pt x="15" y="22"/>
                    <a:pt x="14" y="21"/>
                    <a:pt x="14" y="21"/>
                  </a:cubicBezTo>
                  <a:cubicBezTo>
                    <a:pt x="14" y="20"/>
                    <a:pt x="14" y="19"/>
                    <a:pt x="15" y="19"/>
                  </a:cubicBezTo>
                  <a:cubicBezTo>
                    <a:pt x="15" y="18"/>
                    <a:pt x="14" y="15"/>
                    <a:pt x="13" y="16"/>
                  </a:cubicBezTo>
                  <a:cubicBezTo>
                    <a:pt x="12" y="16"/>
                    <a:pt x="12" y="18"/>
                    <a:pt x="12" y="19"/>
                  </a:cubicBezTo>
                  <a:cubicBezTo>
                    <a:pt x="12" y="20"/>
                    <a:pt x="13" y="21"/>
                    <a:pt x="13" y="23"/>
                  </a:cubicBezTo>
                  <a:cubicBezTo>
                    <a:pt x="13" y="25"/>
                    <a:pt x="11" y="26"/>
                    <a:pt x="13" y="29"/>
                  </a:cubicBezTo>
                  <a:cubicBezTo>
                    <a:pt x="14" y="31"/>
                    <a:pt x="17" y="33"/>
                    <a:pt x="17" y="34"/>
                  </a:cubicBezTo>
                  <a:cubicBezTo>
                    <a:pt x="17" y="34"/>
                    <a:pt x="17" y="34"/>
                    <a:pt x="17" y="34"/>
                  </a:cubicBezTo>
                  <a:cubicBezTo>
                    <a:pt x="17" y="35"/>
                    <a:pt x="17" y="35"/>
                    <a:pt x="17" y="35"/>
                  </a:cubicBezTo>
                  <a:cubicBezTo>
                    <a:pt x="16" y="34"/>
                    <a:pt x="15" y="34"/>
                    <a:pt x="14" y="33"/>
                  </a:cubicBezTo>
                  <a:cubicBezTo>
                    <a:pt x="13" y="33"/>
                    <a:pt x="13" y="32"/>
                    <a:pt x="12" y="32"/>
                  </a:cubicBezTo>
                  <a:cubicBezTo>
                    <a:pt x="12" y="32"/>
                    <a:pt x="12" y="32"/>
                    <a:pt x="12" y="32"/>
                  </a:cubicBezTo>
                  <a:cubicBezTo>
                    <a:pt x="11" y="34"/>
                    <a:pt x="11" y="37"/>
                    <a:pt x="8" y="39"/>
                  </a:cubicBezTo>
                  <a:cubicBezTo>
                    <a:pt x="7" y="39"/>
                    <a:pt x="7" y="39"/>
                    <a:pt x="7" y="39"/>
                  </a:cubicBezTo>
                  <a:cubicBezTo>
                    <a:pt x="7" y="38"/>
                    <a:pt x="5" y="36"/>
                    <a:pt x="5" y="35"/>
                  </a:cubicBezTo>
                  <a:cubicBezTo>
                    <a:pt x="5" y="34"/>
                    <a:pt x="5" y="33"/>
                    <a:pt x="6" y="33"/>
                  </a:cubicBezTo>
                  <a:cubicBezTo>
                    <a:pt x="6" y="31"/>
                    <a:pt x="6" y="28"/>
                    <a:pt x="6" y="26"/>
                  </a:cubicBezTo>
                  <a:cubicBezTo>
                    <a:pt x="6" y="26"/>
                    <a:pt x="6" y="26"/>
                    <a:pt x="6" y="26"/>
                  </a:cubicBezTo>
                  <a:cubicBezTo>
                    <a:pt x="6" y="26"/>
                    <a:pt x="6" y="26"/>
                    <a:pt x="6" y="26"/>
                  </a:cubicBezTo>
                  <a:cubicBezTo>
                    <a:pt x="5" y="27"/>
                    <a:pt x="3" y="29"/>
                    <a:pt x="2" y="29"/>
                  </a:cubicBezTo>
                  <a:cubicBezTo>
                    <a:pt x="0" y="27"/>
                    <a:pt x="2" y="23"/>
                    <a:pt x="3" y="21"/>
                  </a:cubicBezTo>
                  <a:cubicBezTo>
                    <a:pt x="3" y="19"/>
                    <a:pt x="4" y="14"/>
                    <a:pt x="4" y="13"/>
                  </a:cubicBezTo>
                  <a:cubicBezTo>
                    <a:pt x="3" y="12"/>
                    <a:pt x="3" y="11"/>
                    <a:pt x="3" y="11"/>
                  </a:cubicBezTo>
                  <a:cubicBezTo>
                    <a:pt x="3" y="9"/>
                    <a:pt x="5" y="9"/>
                    <a:pt x="6" y="9"/>
                  </a:cubicBezTo>
                  <a:cubicBezTo>
                    <a:pt x="7" y="11"/>
                    <a:pt x="6" y="12"/>
                    <a:pt x="6" y="14"/>
                  </a:cubicBezTo>
                  <a:cubicBezTo>
                    <a:pt x="5" y="17"/>
                    <a:pt x="4" y="21"/>
                    <a:pt x="3" y="23"/>
                  </a:cubicBezTo>
                  <a:cubicBezTo>
                    <a:pt x="3" y="24"/>
                    <a:pt x="3" y="25"/>
                    <a:pt x="3" y="26"/>
                  </a:cubicBezTo>
                  <a:cubicBezTo>
                    <a:pt x="3" y="26"/>
                    <a:pt x="3" y="26"/>
                    <a:pt x="3" y="27"/>
                  </a:cubicBezTo>
                  <a:cubicBezTo>
                    <a:pt x="3" y="26"/>
                    <a:pt x="8" y="22"/>
                    <a:pt x="8" y="22"/>
                  </a:cubicBezTo>
                  <a:cubicBezTo>
                    <a:pt x="9" y="20"/>
                    <a:pt x="5" y="15"/>
                    <a:pt x="9" y="14"/>
                  </a:cubicBezTo>
                  <a:cubicBezTo>
                    <a:pt x="10" y="15"/>
                    <a:pt x="12" y="15"/>
                    <a:pt x="13" y="15"/>
                  </a:cubicBezTo>
                  <a:cubicBezTo>
                    <a:pt x="13" y="15"/>
                    <a:pt x="13" y="15"/>
                    <a:pt x="13" y="15"/>
                  </a:cubicBezTo>
                  <a:cubicBezTo>
                    <a:pt x="13" y="13"/>
                    <a:pt x="13" y="13"/>
                    <a:pt x="11" y="12"/>
                  </a:cubicBezTo>
                  <a:cubicBezTo>
                    <a:pt x="11" y="11"/>
                    <a:pt x="11" y="10"/>
                    <a:pt x="12" y="9"/>
                  </a:cubicBezTo>
                  <a:cubicBezTo>
                    <a:pt x="13" y="10"/>
                    <a:pt x="14" y="10"/>
                    <a:pt x="15" y="10"/>
                  </a:cubicBezTo>
                  <a:cubicBezTo>
                    <a:pt x="15" y="7"/>
                    <a:pt x="11" y="3"/>
                    <a:pt x="1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图注">
    <p:spTree>
      <p:nvGrpSpPr>
        <p:cNvPr id="1" name=""/>
        <p:cNvGrpSpPr/>
        <p:nvPr/>
      </p:nvGrpSpPr>
      <p:grpSpPr>
        <a:xfrm>
          <a:off x="0" y="0"/>
          <a:ext cx="0" cy="0"/>
          <a:chOff x="0" y="0"/>
          <a:chExt cx="0" cy="0"/>
        </a:xfrm>
      </p:grpSpPr>
      <p:sp>
        <p:nvSpPr>
          <p:cNvPr id="4" name="图片占位符 3"/>
          <p:cNvSpPr>
            <a:spLocks noGrp="1"/>
          </p:cNvSpPr>
          <p:nvPr>
            <p:ph type="pic" sz="quarter" idx="13"/>
          </p:nvPr>
        </p:nvSpPr>
        <p:spPr>
          <a:xfrm>
            <a:off x="228093" y="221381"/>
            <a:ext cx="8124229" cy="5833980"/>
          </a:xfrm>
        </p:spPr>
        <p:txBody>
          <a:bodyPr anchor="t"/>
          <a:lstStyle>
            <a:lvl1pPr algn="ctr">
              <a:defRPr/>
            </a:lvl1pPr>
          </a:lstStyle>
          <a:p>
            <a:r>
              <a:rPr lang="zh-CN" altLang="en-US"/>
              <a:t>单击图标添加图片</a:t>
            </a:r>
            <a:endParaRPr lang="zh-CN" altLang="en-US" dirty="0"/>
          </a:p>
        </p:txBody>
      </p:sp>
      <p:sp>
        <p:nvSpPr>
          <p:cNvPr id="9" name="文本占位符 8"/>
          <p:cNvSpPr>
            <a:spLocks noGrp="1"/>
          </p:cNvSpPr>
          <p:nvPr>
            <p:ph type="body" sz="quarter" idx="14" hasCustomPrompt="1"/>
          </p:nvPr>
        </p:nvSpPr>
        <p:spPr>
          <a:xfrm>
            <a:off x="-16989" y="385562"/>
            <a:ext cx="1488080" cy="640515"/>
          </a:xfrm>
          <a:solidFill>
            <a:schemeClr val="accent1"/>
          </a:solidFill>
          <a:effectLst>
            <a:outerShdw dist="127000" dir="2040000" algn="ctr" rotWithShape="0">
              <a:schemeClr val="accent2"/>
            </a:outerShdw>
          </a:effectLst>
        </p:spPr>
        <p:txBody>
          <a:bodyPr wrap="square" lIns="180000" tIns="180000" rIns="180000" bIns="180000">
            <a:spAutoFit/>
          </a:bodyPr>
          <a:lstStyle>
            <a:lvl1pPr marL="0" indent="0" algn="r">
              <a:lnSpc>
                <a:spcPct val="100000"/>
              </a:lnSpc>
              <a:buNone/>
              <a:defRPr sz="1800">
                <a:solidFill>
                  <a:schemeClr val="bg2"/>
                </a:solidFill>
                <a:effectLst/>
              </a:defRPr>
            </a:lvl1pPr>
          </a:lstStyle>
          <a:p>
            <a:pPr lvl="0"/>
            <a:r>
              <a:rPr lang="zh-CN" altLang="en-US" dirty="0"/>
              <a:t>图片说明</a:t>
            </a:r>
            <a:endParaRPr lang="zh-CN" altLang="en-US" dirty="0"/>
          </a:p>
        </p:txBody>
      </p:sp>
      <p:sp>
        <p:nvSpPr>
          <p:cNvPr id="50" name="任意多边形 49"/>
          <p:cNvSpPr/>
          <p:nvPr/>
        </p:nvSpPr>
        <p:spPr>
          <a:xfrm>
            <a:off x="1" y="6477000"/>
            <a:ext cx="7919911" cy="381000"/>
          </a:xfrm>
          <a:custGeom>
            <a:avLst/>
            <a:gdLst>
              <a:gd name="connsiteX0" fmla="*/ 0 w 10559881"/>
              <a:gd name="connsiteY0" fmla="*/ 0 h 381000"/>
              <a:gd name="connsiteX1" fmla="*/ 10559881 w 10559881"/>
              <a:gd name="connsiteY1" fmla="*/ 0 h 381000"/>
              <a:gd name="connsiteX2" fmla="*/ 10519784 w 10559881"/>
              <a:gd name="connsiteY2" fmla="*/ 381000 h 381000"/>
              <a:gd name="connsiteX3" fmla="*/ 0 w 10559881"/>
              <a:gd name="connsiteY3" fmla="*/ 381000 h 381000"/>
            </a:gdLst>
            <a:ahLst/>
            <a:cxnLst>
              <a:cxn ang="0">
                <a:pos x="connsiteX0" y="connsiteY0"/>
              </a:cxn>
              <a:cxn ang="0">
                <a:pos x="connsiteX1" y="connsiteY1"/>
              </a:cxn>
              <a:cxn ang="0">
                <a:pos x="connsiteX2" y="connsiteY2"/>
              </a:cxn>
              <a:cxn ang="0">
                <a:pos x="connsiteX3" y="connsiteY3"/>
              </a:cxn>
            </a:cxnLst>
            <a:rect l="l" t="t" r="r" b="b"/>
            <a:pathLst>
              <a:path w="10559881" h="381000">
                <a:moveTo>
                  <a:pt x="0" y="0"/>
                </a:moveTo>
                <a:lnTo>
                  <a:pt x="10559881" y="0"/>
                </a:lnTo>
                <a:lnTo>
                  <a:pt x="10519784" y="381000"/>
                </a:lnTo>
                <a:lnTo>
                  <a:pt x="0" y="38100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1" name="任意多边形 50"/>
          <p:cNvSpPr/>
          <p:nvPr/>
        </p:nvSpPr>
        <p:spPr>
          <a:xfrm>
            <a:off x="0" y="6336064"/>
            <a:ext cx="7791672" cy="521937"/>
          </a:xfrm>
          <a:custGeom>
            <a:avLst/>
            <a:gdLst>
              <a:gd name="connsiteX0" fmla="*/ 0 w 10388896"/>
              <a:gd name="connsiteY0" fmla="*/ 0 h 521937"/>
              <a:gd name="connsiteX1" fmla="*/ 10388896 w 10388896"/>
              <a:gd name="connsiteY1" fmla="*/ 0 h 521937"/>
              <a:gd name="connsiteX2" fmla="*/ 10333967 w 10388896"/>
              <a:gd name="connsiteY2" fmla="*/ 521937 h 521937"/>
              <a:gd name="connsiteX3" fmla="*/ 0 w 10388896"/>
              <a:gd name="connsiteY3" fmla="*/ 521937 h 521937"/>
            </a:gdLst>
            <a:ahLst/>
            <a:cxnLst>
              <a:cxn ang="0">
                <a:pos x="connsiteX0" y="connsiteY0"/>
              </a:cxn>
              <a:cxn ang="0">
                <a:pos x="connsiteX1" y="connsiteY1"/>
              </a:cxn>
              <a:cxn ang="0">
                <a:pos x="connsiteX2" y="connsiteY2"/>
              </a:cxn>
              <a:cxn ang="0">
                <a:pos x="connsiteX3" y="connsiteY3"/>
              </a:cxn>
            </a:cxnLst>
            <a:rect l="l" t="t" r="r" b="b"/>
            <a:pathLst>
              <a:path w="10388896" h="521937">
                <a:moveTo>
                  <a:pt x="0" y="0"/>
                </a:moveTo>
                <a:lnTo>
                  <a:pt x="10388896" y="0"/>
                </a:lnTo>
                <a:lnTo>
                  <a:pt x="10333967" y="521937"/>
                </a:lnTo>
                <a:lnTo>
                  <a:pt x="0" y="521937"/>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2" name="任意多边形 51"/>
          <p:cNvSpPr/>
          <p:nvPr/>
        </p:nvSpPr>
        <p:spPr>
          <a:xfrm>
            <a:off x="8403167" y="6163733"/>
            <a:ext cx="766052" cy="529167"/>
          </a:xfrm>
          <a:custGeom>
            <a:avLst/>
            <a:gdLst>
              <a:gd name="connsiteX0" fmla="*/ 60660 w 874872"/>
              <a:gd name="connsiteY0" fmla="*/ 0 h 662516"/>
              <a:gd name="connsiteX1" fmla="*/ 874872 w 874872"/>
              <a:gd name="connsiteY1" fmla="*/ 0 h 662516"/>
              <a:gd name="connsiteX2" fmla="*/ 874872 w 874872"/>
              <a:gd name="connsiteY2" fmla="*/ 464985 h 662516"/>
              <a:gd name="connsiteX3" fmla="*/ 856786 w 874872"/>
              <a:gd name="connsiteY3" fmla="*/ 662516 h 662516"/>
              <a:gd name="connsiteX4" fmla="*/ 0 w 874872"/>
              <a:gd name="connsiteY4" fmla="*/ 662516 h 6625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4872" h="662516">
                <a:moveTo>
                  <a:pt x="60660" y="0"/>
                </a:moveTo>
                <a:lnTo>
                  <a:pt x="874872" y="0"/>
                </a:lnTo>
                <a:lnTo>
                  <a:pt x="874872" y="464985"/>
                </a:lnTo>
                <a:lnTo>
                  <a:pt x="856786" y="662516"/>
                </a:lnTo>
                <a:lnTo>
                  <a:pt x="0" y="662516"/>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350" dirty="0"/>
              <a:t>          </a:t>
            </a:r>
            <a:endParaRPr lang="zh-CN" altLang="en-US" sz="1350" dirty="0"/>
          </a:p>
        </p:txBody>
      </p:sp>
      <p:sp>
        <p:nvSpPr>
          <p:cNvPr id="53" name="任意多边形 52"/>
          <p:cNvSpPr/>
          <p:nvPr/>
        </p:nvSpPr>
        <p:spPr>
          <a:xfrm>
            <a:off x="8501632" y="6115049"/>
            <a:ext cx="667589" cy="529167"/>
          </a:xfrm>
          <a:custGeom>
            <a:avLst/>
            <a:gdLst>
              <a:gd name="connsiteX0" fmla="*/ 60660 w 762423"/>
              <a:gd name="connsiteY0" fmla="*/ 0 h 662516"/>
              <a:gd name="connsiteX1" fmla="*/ 762423 w 762423"/>
              <a:gd name="connsiteY1" fmla="*/ 0 h 662516"/>
              <a:gd name="connsiteX2" fmla="*/ 762423 w 762423"/>
              <a:gd name="connsiteY2" fmla="*/ 662516 h 662516"/>
              <a:gd name="connsiteX3" fmla="*/ 0 w 762423"/>
              <a:gd name="connsiteY3" fmla="*/ 662516 h 662516"/>
            </a:gdLst>
            <a:ahLst/>
            <a:cxnLst>
              <a:cxn ang="0">
                <a:pos x="connsiteX0" y="connsiteY0"/>
              </a:cxn>
              <a:cxn ang="0">
                <a:pos x="connsiteX1" y="connsiteY1"/>
              </a:cxn>
              <a:cxn ang="0">
                <a:pos x="connsiteX2" y="connsiteY2"/>
              </a:cxn>
              <a:cxn ang="0">
                <a:pos x="connsiteX3" y="connsiteY3"/>
              </a:cxn>
            </a:cxnLst>
            <a:rect l="l" t="t" r="r" b="b"/>
            <a:pathLst>
              <a:path w="762423" h="662516">
                <a:moveTo>
                  <a:pt x="60660" y="0"/>
                </a:moveTo>
                <a:lnTo>
                  <a:pt x="762423" y="0"/>
                </a:lnTo>
                <a:lnTo>
                  <a:pt x="762423" y="662516"/>
                </a:lnTo>
                <a:lnTo>
                  <a:pt x="0" y="662516"/>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350" dirty="0"/>
              <a:t>          </a:t>
            </a:r>
            <a:endParaRPr lang="zh-CN" altLang="en-US" sz="1350" dirty="0"/>
          </a:p>
        </p:txBody>
      </p:sp>
      <p:sp>
        <p:nvSpPr>
          <p:cNvPr id="54" name="灯片编号占位符 1"/>
          <p:cNvSpPr>
            <a:spLocks noGrp="1"/>
          </p:cNvSpPr>
          <p:nvPr>
            <p:ph type="sldNum" sz="quarter" idx="15"/>
          </p:nvPr>
        </p:nvSpPr>
        <p:spPr>
          <a:xfrm>
            <a:off x="8623298" y="6142411"/>
            <a:ext cx="460164" cy="461588"/>
          </a:xfrm>
        </p:spPr>
        <p:txBody>
          <a:bodyPr/>
          <a:lstStyle/>
          <a:p>
            <a:fld id="{5BFD90BE-674B-4941-8A47-F36542803188}" type="slidenum">
              <a:rPr lang="zh-CN" altLang="en-US" smtClean="0"/>
            </a:fld>
            <a:endParaRPr lang="zh-CN" altLang="en-US"/>
          </a:p>
        </p:txBody>
      </p:sp>
      <p:grpSp>
        <p:nvGrpSpPr>
          <p:cNvPr id="55" name="组合 54"/>
          <p:cNvGrpSpPr>
            <a:grpSpLocks noChangeAspect="1"/>
          </p:cNvGrpSpPr>
          <p:nvPr/>
        </p:nvGrpSpPr>
        <p:grpSpPr>
          <a:xfrm>
            <a:off x="137516" y="6473825"/>
            <a:ext cx="1683197" cy="284152"/>
            <a:chOff x="8729725" y="4570716"/>
            <a:chExt cx="2830513" cy="477838"/>
          </a:xfrm>
          <a:solidFill>
            <a:schemeClr val="accent4"/>
          </a:solidFill>
        </p:grpSpPr>
        <p:sp>
          <p:nvSpPr>
            <p:cNvPr id="56" name="Freeform 34"/>
            <p:cNvSpPr>
              <a:spLocks noEditPoints="1"/>
            </p:cNvSpPr>
            <p:nvPr/>
          </p:nvSpPr>
          <p:spPr bwMode="auto">
            <a:xfrm>
              <a:off x="9304400" y="4945366"/>
              <a:ext cx="1363663" cy="101600"/>
            </a:xfrm>
            <a:custGeom>
              <a:avLst/>
              <a:gdLst>
                <a:gd name="T0" fmla="*/ 15 w 915"/>
                <a:gd name="T1" fmla="*/ 51 h 68"/>
                <a:gd name="T2" fmla="*/ 14 w 915"/>
                <a:gd name="T3" fmla="*/ 11 h 68"/>
                <a:gd name="T4" fmla="*/ 35 w 915"/>
                <a:gd name="T5" fmla="*/ 4 h 68"/>
                <a:gd name="T6" fmla="*/ 77 w 915"/>
                <a:gd name="T7" fmla="*/ 51 h 68"/>
                <a:gd name="T8" fmla="*/ 74 w 915"/>
                <a:gd name="T9" fmla="*/ 51 h 68"/>
                <a:gd name="T10" fmla="*/ 57 w 915"/>
                <a:gd name="T11" fmla="*/ 21 h 68"/>
                <a:gd name="T12" fmla="*/ 108 w 915"/>
                <a:gd name="T13" fmla="*/ 0 h 68"/>
                <a:gd name="T14" fmla="*/ 104 w 915"/>
                <a:gd name="T15" fmla="*/ 32 h 68"/>
                <a:gd name="T16" fmla="*/ 134 w 915"/>
                <a:gd name="T17" fmla="*/ 21 h 68"/>
                <a:gd name="T18" fmla="*/ 155 w 915"/>
                <a:gd name="T19" fmla="*/ 21 h 68"/>
                <a:gd name="T20" fmla="*/ 187 w 915"/>
                <a:gd name="T21" fmla="*/ 46 h 68"/>
                <a:gd name="T22" fmla="*/ 169 w 915"/>
                <a:gd name="T23" fmla="*/ 29 h 68"/>
                <a:gd name="T24" fmla="*/ 221 w 915"/>
                <a:gd name="T25" fmla="*/ 24 h 68"/>
                <a:gd name="T26" fmla="*/ 198 w 915"/>
                <a:gd name="T27" fmla="*/ 52 h 68"/>
                <a:gd name="T28" fmla="*/ 209 w 915"/>
                <a:gd name="T29" fmla="*/ 18 h 68"/>
                <a:gd name="T30" fmla="*/ 247 w 915"/>
                <a:gd name="T31" fmla="*/ 51 h 68"/>
                <a:gd name="T32" fmla="*/ 244 w 915"/>
                <a:gd name="T33" fmla="*/ 42 h 68"/>
                <a:gd name="T34" fmla="*/ 271 w 915"/>
                <a:gd name="T35" fmla="*/ 1 h 68"/>
                <a:gd name="T36" fmla="*/ 276 w 915"/>
                <a:gd name="T37" fmla="*/ 51 h 68"/>
                <a:gd name="T38" fmla="*/ 259 w 915"/>
                <a:gd name="T39" fmla="*/ 22 h 68"/>
                <a:gd name="T40" fmla="*/ 301 w 915"/>
                <a:gd name="T41" fmla="*/ 46 h 68"/>
                <a:gd name="T42" fmla="*/ 292 w 915"/>
                <a:gd name="T43" fmla="*/ 7 h 68"/>
                <a:gd name="T44" fmla="*/ 333 w 915"/>
                <a:gd name="T45" fmla="*/ 20 h 68"/>
                <a:gd name="T46" fmla="*/ 309 w 915"/>
                <a:gd name="T47" fmla="*/ 67 h 68"/>
                <a:gd name="T48" fmla="*/ 305 w 915"/>
                <a:gd name="T49" fmla="*/ 19 h 68"/>
                <a:gd name="T50" fmla="*/ 379 w 915"/>
                <a:gd name="T51" fmla="*/ 18 h 68"/>
                <a:gd name="T52" fmla="*/ 415 w 915"/>
                <a:gd name="T53" fmla="*/ 44 h 68"/>
                <a:gd name="T54" fmla="*/ 403 w 915"/>
                <a:gd name="T55" fmla="*/ 21 h 68"/>
                <a:gd name="T56" fmla="*/ 425 w 915"/>
                <a:gd name="T57" fmla="*/ 5 h 68"/>
                <a:gd name="T58" fmla="*/ 475 w 915"/>
                <a:gd name="T59" fmla="*/ 19 h 68"/>
                <a:gd name="T60" fmla="*/ 465 w 915"/>
                <a:gd name="T61" fmla="*/ 54 h 68"/>
                <a:gd name="T62" fmla="*/ 471 w 915"/>
                <a:gd name="T63" fmla="*/ 48 h 68"/>
                <a:gd name="T64" fmla="*/ 474 w 915"/>
                <a:gd name="T65" fmla="*/ 4 h 68"/>
                <a:gd name="T66" fmla="*/ 516 w 915"/>
                <a:gd name="T67" fmla="*/ 28 h 68"/>
                <a:gd name="T68" fmla="*/ 517 w 915"/>
                <a:gd name="T69" fmla="*/ 40 h 68"/>
                <a:gd name="T70" fmla="*/ 537 w 915"/>
                <a:gd name="T71" fmla="*/ 49 h 68"/>
                <a:gd name="T72" fmla="*/ 528 w 915"/>
                <a:gd name="T73" fmla="*/ 23 h 68"/>
                <a:gd name="T74" fmla="*/ 565 w 915"/>
                <a:gd name="T75" fmla="*/ 53 h 68"/>
                <a:gd name="T76" fmla="*/ 563 w 915"/>
                <a:gd name="T77" fmla="*/ 21 h 68"/>
                <a:gd name="T78" fmla="*/ 620 w 915"/>
                <a:gd name="T79" fmla="*/ 52 h 68"/>
                <a:gd name="T80" fmla="*/ 596 w 915"/>
                <a:gd name="T81" fmla="*/ 49 h 68"/>
                <a:gd name="T82" fmla="*/ 587 w 915"/>
                <a:gd name="T83" fmla="*/ 22 h 68"/>
                <a:gd name="T84" fmla="*/ 642 w 915"/>
                <a:gd name="T85" fmla="*/ 17 h 68"/>
                <a:gd name="T86" fmla="*/ 643 w 915"/>
                <a:gd name="T87" fmla="*/ 48 h 68"/>
                <a:gd name="T88" fmla="*/ 667 w 915"/>
                <a:gd name="T89" fmla="*/ 49 h 68"/>
                <a:gd name="T90" fmla="*/ 671 w 915"/>
                <a:gd name="T91" fmla="*/ 23 h 68"/>
                <a:gd name="T92" fmla="*/ 726 w 915"/>
                <a:gd name="T93" fmla="*/ 20 h 68"/>
                <a:gd name="T94" fmla="*/ 739 w 915"/>
                <a:gd name="T95" fmla="*/ 29 h 68"/>
                <a:gd name="T96" fmla="*/ 731 w 915"/>
                <a:gd name="T97" fmla="*/ 33 h 68"/>
                <a:gd name="T98" fmla="*/ 778 w 915"/>
                <a:gd name="T99" fmla="*/ 45 h 68"/>
                <a:gd name="T100" fmla="*/ 771 w 915"/>
                <a:gd name="T101" fmla="*/ 24 h 68"/>
                <a:gd name="T102" fmla="*/ 753 w 915"/>
                <a:gd name="T103" fmla="*/ 45 h 68"/>
                <a:gd name="T104" fmla="*/ 803 w 915"/>
                <a:gd name="T105" fmla="*/ 54 h 68"/>
                <a:gd name="T106" fmla="*/ 816 w 915"/>
                <a:gd name="T107" fmla="*/ 0 h 68"/>
                <a:gd name="T108" fmla="*/ 812 w 915"/>
                <a:gd name="T109" fmla="*/ 29 h 68"/>
                <a:gd name="T110" fmla="*/ 881 w 915"/>
                <a:gd name="T111" fmla="*/ 10 h 68"/>
                <a:gd name="T112" fmla="*/ 859 w 915"/>
                <a:gd name="T113" fmla="*/ 49 h 68"/>
                <a:gd name="T114" fmla="*/ 903 w 915"/>
                <a:gd name="T115" fmla="*/ 48 h 68"/>
                <a:gd name="T116" fmla="*/ 891 w 915"/>
                <a:gd name="T117" fmla="*/ 31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915" h="68">
                  <a:moveTo>
                    <a:pt x="35" y="4"/>
                  </a:moveTo>
                  <a:cubicBezTo>
                    <a:pt x="35" y="3"/>
                    <a:pt x="35" y="3"/>
                    <a:pt x="35" y="3"/>
                  </a:cubicBezTo>
                  <a:cubicBezTo>
                    <a:pt x="53" y="3"/>
                    <a:pt x="53" y="3"/>
                    <a:pt x="53" y="3"/>
                  </a:cubicBezTo>
                  <a:cubicBezTo>
                    <a:pt x="53" y="4"/>
                    <a:pt x="53" y="4"/>
                    <a:pt x="53" y="4"/>
                  </a:cubicBezTo>
                  <a:cubicBezTo>
                    <a:pt x="51" y="4"/>
                    <a:pt x="51" y="4"/>
                    <a:pt x="51" y="4"/>
                  </a:cubicBezTo>
                  <a:cubicBezTo>
                    <a:pt x="49" y="4"/>
                    <a:pt x="47" y="5"/>
                    <a:pt x="46" y="6"/>
                  </a:cubicBezTo>
                  <a:cubicBezTo>
                    <a:pt x="46" y="7"/>
                    <a:pt x="45" y="9"/>
                    <a:pt x="45" y="11"/>
                  </a:cubicBezTo>
                  <a:cubicBezTo>
                    <a:pt x="45" y="32"/>
                    <a:pt x="45" y="32"/>
                    <a:pt x="45" y="32"/>
                  </a:cubicBezTo>
                  <a:cubicBezTo>
                    <a:pt x="45" y="37"/>
                    <a:pt x="45" y="41"/>
                    <a:pt x="44" y="43"/>
                  </a:cubicBezTo>
                  <a:cubicBezTo>
                    <a:pt x="43" y="46"/>
                    <a:pt x="41" y="49"/>
                    <a:pt x="38" y="51"/>
                  </a:cubicBezTo>
                  <a:cubicBezTo>
                    <a:pt x="35" y="53"/>
                    <a:pt x="31" y="53"/>
                    <a:pt x="27" y="53"/>
                  </a:cubicBezTo>
                  <a:cubicBezTo>
                    <a:pt x="21" y="53"/>
                    <a:pt x="17" y="53"/>
                    <a:pt x="15" y="51"/>
                  </a:cubicBezTo>
                  <a:cubicBezTo>
                    <a:pt x="12" y="49"/>
                    <a:pt x="10" y="46"/>
                    <a:pt x="9" y="43"/>
                  </a:cubicBezTo>
                  <a:cubicBezTo>
                    <a:pt x="8" y="41"/>
                    <a:pt x="7" y="37"/>
                    <a:pt x="7" y="31"/>
                  </a:cubicBezTo>
                  <a:cubicBezTo>
                    <a:pt x="7" y="11"/>
                    <a:pt x="7" y="11"/>
                    <a:pt x="7" y="11"/>
                  </a:cubicBezTo>
                  <a:cubicBezTo>
                    <a:pt x="7" y="8"/>
                    <a:pt x="7" y="6"/>
                    <a:pt x="6" y="5"/>
                  </a:cubicBezTo>
                  <a:cubicBezTo>
                    <a:pt x="5" y="4"/>
                    <a:pt x="4" y="3"/>
                    <a:pt x="2" y="3"/>
                  </a:cubicBezTo>
                  <a:cubicBezTo>
                    <a:pt x="0" y="3"/>
                    <a:pt x="0" y="3"/>
                    <a:pt x="0" y="3"/>
                  </a:cubicBezTo>
                  <a:cubicBezTo>
                    <a:pt x="0" y="2"/>
                    <a:pt x="0" y="2"/>
                    <a:pt x="0" y="2"/>
                  </a:cubicBezTo>
                  <a:cubicBezTo>
                    <a:pt x="21" y="2"/>
                    <a:pt x="21" y="2"/>
                    <a:pt x="21" y="2"/>
                  </a:cubicBezTo>
                  <a:cubicBezTo>
                    <a:pt x="21" y="3"/>
                    <a:pt x="21" y="3"/>
                    <a:pt x="21" y="3"/>
                  </a:cubicBezTo>
                  <a:cubicBezTo>
                    <a:pt x="19" y="3"/>
                    <a:pt x="19" y="3"/>
                    <a:pt x="19" y="3"/>
                  </a:cubicBezTo>
                  <a:cubicBezTo>
                    <a:pt x="17" y="3"/>
                    <a:pt x="15" y="4"/>
                    <a:pt x="15" y="5"/>
                  </a:cubicBezTo>
                  <a:cubicBezTo>
                    <a:pt x="14" y="6"/>
                    <a:pt x="14" y="8"/>
                    <a:pt x="14" y="11"/>
                  </a:cubicBezTo>
                  <a:cubicBezTo>
                    <a:pt x="14" y="33"/>
                    <a:pt x="14" y="33"/>
                    <a:pt x="14" y="33"/>
                  </a:cubicBezTo>
                  <a:cubicBezTo>
                    <a:pt x="14" y="35"/>
                    <a:pt x="14" y="37"/>
                    <a:pt x="14" y="40"/>
                  </a:cubicBezTo>
                  <a:cubicBezTo>
                    <a:pt x="15" y="43"/>
                    <a:pt x="15" y="45"/>
                    <a:pt x="16" y="46"/>
                  </a:cubicBezTo>
                  <a:cubicBezTo>
                    <a:pt x="17" y="48"/>
                    <a:pt x="19" y="49"/>
                    <a:pt x="20" y="50"/>
                  </a:cubicBezTo>
                  <a:cubicBezTo>
                    <a:pt x="22" y="51"/>
                    <a:pt x="24" y="51"/>
                    <a:pt x="27" y="51"/>
                  </a:cubicBezTo>
                  <a:cubicBezTo>
                    <a:pt x="30" y="51"/>
                    <a:pt x="33" y="50"/>
                    <a:pt x="35" y="49"/>
                  </a:cubicBezTo>
                  <a:cubicBezTo>
                    <a:pt x="37" y="47"/>
                    <a:pt x="39" y="46"/>
                    <a:pt x="40" y="43"/>
                  </a:cubicBezTo>
                  <a:cubicBezTo>
                    <a:pt x="41" y="41"/>
                    <a:pt x="41" y="37"/>
                    <a:pt x="41" y="32"/>
                  </a:cubicBezTo>
                  <a:cubicBezTo>
                    <a:pt x="41" y="12"/>
                    <a:pt x="41" y="12"/>
                    <a:pt x="41" y="12"/>
                  </a:cubicBezTo>
                  <a:cubicBezTo>
                    <a:pt x="41" y="9"/>
                    <a:pt x="41" y="7"/>
                    <a:pt x="40" y="6"/>
                  </a:cubicBezTo>
                  <a:cubicBezTo>
                    <a:pt x="39" y="5"/>
                    <a:pt x="38" y="4"/>
                    <a:pt x="36" y="4"/>
                  </a:cubicBezTo>
                  <a:cubicBezTo>
                    <a:pt x="35" y="4"/>
                    <a:pt x="35" y="4"/>
                    <a:pt x="35" y="4"/>
                  </a:cubicBezTo>
                  <a:close/>
                  <a:moveTo>
                    <a:pt x="69" y="25"/>
                  </a:moveTo>
                  <a:cubicBezTo>
                    <a:pt x="73" y="20"/>
                    <a:pt x="76" y="18"/>
                    <a:pt x="79" y="18"/>
                  </a:cubicBezTo>
                  <a:cubicBezTo>
                    <a:pt x="81" y="18"/>
                    <a:pt x="83" y="18"/>
                    <a:pt x="84" y="19"/>
                  </a:cubicBezTo>
                  <a:cubicBezTo>
                    <a:pt x="85" y="20"/>
                    <a:pt x="87" y="21"/>
                    <a:pt x="87" y="23"/>
                  </a:cubicBezTo>
                  <a:cubicBezTo>
                    <a:pt x="88" y="25"/>
                    <a:pt x="88" y="27"/>
                    <a:pt x="88" y="30"/>
                  </a:cubicBezTo>
                  <a:cubicBezTo>
                    <a:pt x="88" y="45"/>
                    <a:pt x="88" y="45"/>
                    <a:pt x="88" y="45"/>
                  </a:cubicBezTo>
                  <a:cubicBezTo>
                    <a:pt x="88" y="47"/>
                    <a:pt x="88" y="48"/>
                    <a:pt x="89" y="49"/>
                  </a:cubicBezTo>
                  <a:cubicBezTo>
                    <a:pt x="89" y="50"/>
                    <a:pt x="89" y="50"/>
                    <a:pt x="90" y="51"/>
                  </a:cubicBezTo>
                  <a:cubicBezTo>
                    <a:pt x="90" y="51"/>
                    <a:pt x="91" y="51"/>
                    <a:pt x="93" y="51"/>
                  </a:cubicBezTo>
                  <a:cubicBezTo>
                    <a:pt x="93" y="52"/>
                    <a:pt x="93" y="52"/>
                    <a:pt x="93" y="52"/>
                  </a:cubicBezTo>
                  <a:cubicBezTo>
                    <a:pt x="77" y="52"/>
                    <a:pt x="77" y="52"/>
                    <a:pt x="77" y="52"/>
                  </a:cubicBezTo>
                  <a:cubicBezTo>
                    <a:pt x="77" y="51"/>
                    <a:pt x="77" y="51"/>
                    <a:pt x="77" y="51"/>
                  </a:cubicBezTo>
                  <a:cubicBezTo>
                    <a:pt x="78" y="51"/>
                    <a:pt x="78" y="51"/>
                    <a:pt x="78" y="51"/>
                  </a:cubicBezTo>
                  <a:cubicBezTo>
                    <a:pt x="79" y="51"/>
                    <a:pt x="80" y="51"/>
                    <a:pt x="81" y="50"/>
                  </a:cubicBezTo>
                  <a:cubicBezTo>
                    <a:pt x="82" y="50"/>
                    <a:pt x="82" y="49"/>
                    <a:pt x="82" y="48"/>
                  </a:cubicBezTo>
                  <a:cubicBezTo>
                    <a:pt x="82" y="48"/>
                    <a:pt x="82" y="47"/>
                    <a:pt x="82" y="45"/>
                  </a:cubicBezTo>
                  <a:cubicBezTo>
                    <a:pt x="82" y="31"/>
                    <a:pt x="82" y="31"/>
                    <a:pt x="82" y="31"/>
                  </a:cubicBezTo>
                  <a:cubicBezTo>
                    <a:pt x="82" y="27"/>
                    <a:pt x="82" y="25"/>
                    <a:pt x="81" y="24"/>
                  </a:cubicBezTo>
                  <a:cubicBezTo>
                    <a:pt x="80" y="23"/>
                    <a:pt x="79" y="22"/>
                    <a:pt x="77" y="22"/>
                  </a:cubicBezTo>
                  <a:cubicBezTo>
                    <a:pt x="74" y="22"/>
                    <a:pt x="71" y="23"/>
                    <a:pt x="69" y="27"/>
                  </a:cubicBezTo>
                  <a:cubicBezTo>
                    <a:pt x="69" y="45"/>
                    <a:pt x="69" y="45"/>
                    <a:pt x="69" y="45"/>
                  </a:cubicBezTo>
                  <a:cubicBezTo>
                    <a:pt x="69" y="47"/>
                    <a:pt x="69" y="48"/>
                    <a:pt x="69" y="49"/>
                  </a:cubicBezTo>
                  <a:cubicBezTo>
                    <a:pt x="69" y="50"/>
                    <a:pt x="70" y="50"/>
                    <a:pt x="70" y="51"/>
                  </a:cubicBezTo>
                  <a:cubicBezTo>
                    <a:pt x="71" y="51"/>
                    <a:pt x="72" y="51"/>
                    <a:pt x="74" y="51"/>
                  </a:cubicBezTo>
                  <a:cubicBezTo>
                    <a:pt x="74" y="52"/>
                    <a:pt x="74" y="52"/>
                    <a:pt x="74" y="52"/>
                  </a:cubicBezTo>
                  <a:cubicBezTo>
                    <a:pt x="58" y="52"/>
                    <a:pt x="58" y="52"/>
                    <a:pt x="58" y="52"/>
                  </a:cubicBezTo>
                  <a:cubicBezTo>
                    <a:pt x="58" y="51"/>
                    <a:pt x="58" y="51"/>
                    <a:pt x="58" y="51"/>
                  </a:cubicBezTo>
                  <a:cubicBezTo>
                    <a:pt x="59" y="51"/>
                    <a:pt x="59" y="51"/>
                    <a:pt x="59" y="51"/>
                  </a:cubicBezTo>
                  <a:cubicBezTo>
                    <a:pt x="60" y="51"/>
                    <a:pt x="61" y="51"/>
                    <a:pt x="62" y="50"/>
                  </a:cubicBezTo>
                  <a:cubicBezTo>
                    <a:pt x="62" y="49"/>
                    <a:pt x="63" y="47"/>
                    <a:pt x="63" y="45"/>
                  </a:cubicBezTo>
                  <a:cubicBezTo>
                    <a:pt x="63" y="32"/>
                    <a:pt x="63" y="32"/>
                    <a:pt x="63" y="32"/>
                  </a:cubicBezTo>
                  <a:cubicBezTo>
                    <a:pt x="63" y="28"/>
                    <a:pt x="63" y="25"/>
                    <a:pt x="62" y="24"/>
                  </a:cubicBezTo>
                  <a:cubicBezTo>
                    <a:pt x="62" y="23"/>
                    <a:pt x="62" y="23"/>
                    <a:pt x="61" y="22"/>
                  </a:cubicBezTo>
                  <a:cubicBezTo>
                    <a:pt x="61" y="22"/>
                    <a:pt x="61" y="22"/>
                    <a:pt x="60" y="22"/>
                  </a:cubicBezTo>
                  <a:cubicBezTo>
                    <a:pt x="59" y="22"/>
                    <a:pt x="58" y="22"/>
                    <a:pt x="57" y="22"/>
                  </a:cubicBezTo>
                  <a:cubicBezTo>
                    <a:pt x="57" y="21"/>
                    <a:pt x="57" y="21"/>
                    <a:pt x="57" y="21"/>
                  </a:cubicBezTo>
                  <a:cubicBezTo>
                    <a:pt x="67" y="17"/>
                    <a:pt x="67" y="17"/>
                    <a:pt x="67" y="17"/>
                  </a:cubicBezTo>
                  <a:cubicBezTo>
                    <a:pt x="69" y="17"/>
                    <a:pt x="69" y="17"/>
                    <a:pt x="69" y="17"/>
                  </a:cubicBezTo>
                  <a:cubicBezTo>
                    <a:pt x="69" y="25"/>
                    <a:pt x="69" y="25"/>
                    <a:pt x="69" y="25"/>
                  </a:cubicBezTo>
                  <a:close/>
                  <a:moveTo>
                    <a:pt x="108" y="0"/>
                  </a:moveTo>
                  <a:cubicBezTo>
                    <a:pt x="109" y="0"/>
                    <a:pt x="110" y="0"/>
                    <a:pt x="110" y="1"/>
                  </a:cubicBezTo>
                  <a:cubicBezTo>
                    <a:pt x="111" y="2"/>
                    <a:pt x="111" y="3"/>
                    <a:pt x="111" y="4"/>
                  </a:cubicBezTo>
                  <a:cubicBezTo>
                    <a:pt x="111" y="5"/>
                    <a:pt x="111" y="6"/>
                    <a:pt x="110" y="7"/>
                  </a:cubicBezTo>
                  <a:cubicBezTo>
                    <a:pt x="109" y="7"/>
                    <a:pt x="109" y="8"/>
                    <a:pt x="108" y="8"/>
                  </a:cubicBezTo>
                  <a:cubicBezTo>
                    <a:pt x="107" y="8"/>
                    <a:pt x="106" y="7"/>
                    <a:pt x="105" y="7"/>
                  </a:cubicBezTo>
                  <a:cubicBezTo>
                    <a:pt x="105" y="6"/>
                    <a:pt x="104" y="5"/>
                    <a:pt x="104" y="4"/>
                  </a:cubicBezTo>
                  <a:cubicBezTo>
                    <a:pt x="104" y="3"/>
                    <a:pt x="105" y="2"/>
                    <a:pt x="105" y="1"/>
                  </a:cubicBezTo>
                  <a:cubicBezTo>
                    <a:pt x="106" y="0"/>
                    <a:pt x="107" y="0"/>
                    <a:pt x="108" y="0"/>
                  </a:cubicBezTo>
                  <a:close/>
                  <a:moveTo>
                    <a:pt x="111" y="18"/>
                  </a:moveTo>
                  <a:cubicBezTo>
                    <a:pt x="111" y="45"/>
                    <a:pt x="111" y="45"/>
                    <a:pt x="111" y="45"/>
                  </a:cubicBezTo>
                  <a:cubicBezTo>
                    <a:pt x="111" y="47"/>
                    <a:pt x="111" y="49"/>
                    <a:pt x="111" y="49"/>
                  </a:cubicBezTo>
                  <a:cubicBezTo>
                    <a:pt x="111" y="50"/>
                    <a:pt x="112" y="51"/>
                    <a:pt x="112" y="51"/>
                  </a:cubicBezTo>
                  <a:cubicBezTo>
                    <a:pt x="113" y="51"/>
                    <a:pt x="114" y="51"/>
                    <a:pt x="115" y="51"/>
                  </a:cubicBezTo>
                  <a:cubicBezTo>
                    <a:pt x="115" y="53"/>
                    <a:pt x="115" y="53"/>
                    <a:pt x="115" y="53"/>
                  </a:cubicBezTo>
                  <a:cubicBezTo>
                    <a:pt x="99" y="53"/>
                    <a:pt x="99" y="53"/>
                    <a:pt x="99" y="53"/>
                  </a:cubicBezTo>
                  <a:cubicBezTo>
                    <a:pt x="99" y="51"/>
                    <a:pt x="99" y="51"/>
                    <a:pt x="99" y="51"/>
                  </a:cubicBezTo>
                  <a:cubicBezTo>
                    <a:pt x="101" y="51"/>
                    <a:pt x="102" y="51"/>
                    <a:pt x="103" y="51"/>
                  </a:cubicBezTo>
                  <a:cubicBezTo>
                    <a:pt x="103" y="51"/>
                    <a:pt x="103" y="50"/>
                    <a:pt x="104" y="49"/>
                  </a:cubicBezTo>
                  <a:cubicBezTo>
                    <a:pt x="104" y="49"/>
                    <a:pt x="104" y="47"/>
                    <a:pt x="104" y="45"/>
                  </a:cubicBezTo>
                  <a:cubicBezTo>
                    <a:pt x="104" y="32"/>
                    <a:pt x="104" y="32"/>
                    <a:pt x="104" y="32"/>
                  </a:cubicBezTo>
                  <a:cubicBezTo>
                    <a:pt x="104" y="28"/>
                    <a:pt x="104" y="26"/>
                    <a:pt x="104" y="25"/>
                  </a:cubicBezTo>
                  <a:cubicBezTo>
                    <a:pt x="104" y="24"/>
                    <a:pt x="103" y="23"/>
                    <a:pt x="103" y="23"/>
                  </a:cubicBezTo>
                  <a:cubicBezTo>
                    <a:pt x="103" y="23"/>
                    <a:pt x="102" y="23"/>
                    <a:pt x="101" y="23"/>
                  </a:cubicBezTo>
                  <a:cubicBezTo>
                    <a:pt x="101" y="23"/>
                    <a:pt x="100" y="23"/>
                    <a:pt x="99" y="23"/>
                  </a:cubicBezTo>
                  <a:cubicBezTo>
                    <a:pt x="99" y="22"/>
                    <a:pt x="99" y="22"/>
                    <a:pt x="99" y="22"/>
                  </a:cubicBezTo>
                  <a:cubicBezTo>
                    <a:pt x="109" y="18"/>
                    <a:pt x="109" y="18"/>
                    <a:pt x="109" y="18"/>
                  </a:cubicBezTo>
                  <a:cubicBezTo>
                    <a:pt x="111" y="18"/>
                    <a:pt x="111" y="18"/>
                    <a:pt x="111" y="18"/>
                  </a:cubicBezTo>
                  <a:close/>
                  <a:moveTo>
                    <a:pt x="122" y="19"/>
                  </a:moveTo>
                  <a:cubicBezTo>
                    <a:pt x="137" y="19"/>
                    <a:pt x="137" y="19"/>
                    <a:pt x="137" y="19"/>
                  </a:cubicBezTo>
                  <a:cubicBezTo>
                    <a:pt x="137" y="20"/>
                    <a:pt x="137" y="20"/>
                    <a:pt x="137" y="20"/>
                  </a:cubicBezTo>
                  <a:cubicBezTo>
                    <a:pt x="136" y="20"/>
                    <a:pt x="136" y="20"/>
                    <a:pt x="136" y="20"/>
                  </a:cubicBezTo>
                  <a:cubicBezTo>
                    <a:pt x="135" y="20"/>
                    <a:pt x="134" y="20"/>
                    <a:pt x="134" y="21"/>
                  </a:cubicBezTo>
                  <a:cubicBezTo>
                    <a:pt x="133" y="21"/>
                    <a:pt x="133" y="22"/>
                    <a:pt x="133" y="23"/>
                  </a:cubicBezTo>
                  <a:cubicBezTo>
                    <a:pt x="133" y="23"/>
                    <a:pt x="133" y="25"/>
                    <a:pt x="134" y="26"/>
                  </a:cubicBezTo>
                  <a:cubicBezTo>
                    <a:pt x="141" y="45"/>
                    <a:pt x="141" y="45"/>
                    <a:pt x="141" y="45"/>
                  </a:cubicBezTo>
                  <a:cubicBezTo>
                    <a:pt x="149" y="25"/>
                    <a:pt x="149" y="25"/>
                    <a:pt x="149" y="25"/>
                  </a:cubicBezTo>
                  <a:cubicBezTo>
                    <a:pt x="149" y="24"/>
                    <a:pt x="150" y="23"/>
                    <a:pt x="150" y="22"/>
                  </a:cubicBezTo>
                  <a:cubicBezTo>
                    <a:pt x="150" y="21"/>
                    <a:pt x="150" y="21"/>
                    <a:pt x="149" y="21"/>
                  </a:cubicBezTo>
                  <a:cubicBezTo>
                    <a:pt x="149" y="21"/>
                    <a:pt x="149" y="20"/>
                    <a:pt x="149" y="20"/>
                  </a:cubicBezTo>
                  <a:cubicBezTo>
                    <a:pt x="148" y="20"/>
                    <a:pt x="147" y="20"/>
                    <a:pt x="146" y="20"/>
                  </a:cubicBezTo>
                  <a:cubicBezTo>
                    <a:pt x="146" y="19"/>
                    <a:pt x="146" y="19"/>
                    <a:pt x="146" y="19"/>
                  </a:cubicBezTo>
                  <a:cubicBezTo>
                    <a:pt x="157" y="19"/>
                    <a:pt x="157" y="19"/>
                    <a:pt x="157" y="19"/>
                  </a:cubicBezTo>
                  <a:cubicBezTo>
                    <a:pt x="157" y="20"/>
                    <a:pt x="157" y="20"/>
                    <a:pt x="157" y="20"/>
                  </a:cubicBezTo>
                  <a:cubicBezTo>
                    <a:pt x="156" y="20"/>
                    <a:pt x="155" y="20"/>
                    <a:pt x="155" y="21"/>
                  </a:cubicBezTo>
                  <a:cubicBezTo>
                    <a:pt x="154" y="21"/>
                    <a:pt x="153" y="23"/>
                    <a:pt x="152" y="24"/>
                  </a:cubicBezTo>
                  <a:cubicBezTo>
                    <a:pt x="141" y="53"/>
                    <a:pt x="141" y="53"/>
                    <a:pt x="141" y="53"/>
                  </a:cubicBezTo>
                  <a:cubicBezTo>
                    <a:pt x="139" y="53"/>
                    <a:pt x="139" y="53"/>
                    <a:pt x="139" y="53"/>
                  </a:cubicBezTo>
                  <a:cubicBezTo>
                    <a:pt x="127" y="25"/>
                    <a:pt x="127" y="25"/>
                    <a:pt x="127" y="25"/>
                  </a:cubicBezTo>
                  <a:cubicBezTo>
                    <a:pt x="127" y="23"/>
                    <a:pt x="126" y="22"/>
                    <a:pt x="126" y="22"/>
                  </a:cubicBezTo>
                  <a:cubicBezTo>
                    <a:pt x="125" y="21"/>
                    <a:pt x="125" y="21"/>
                    <a:pt x="124" y="20"/>
                  </a:cubicBezTo>
                  <a:cubicBezTo>
                    <a:pt x="123" y="20"/>
                    <a:pt x="123" y="20"/>
                    <a:pt x="121" y="19"/>
                  </a:cubicBezTo>
                  <a:cubicBezTo>
                    <a:pt x="122" y="19"/>
                    <a:pt x="122" y="19"/>
                    <a:pt x="122" y="19"/>
                  </a:cubicBezTo>
                  <a:close/>
                  <a:moveTo>
                    <a:pt x="169" y="31"/>
                  </a:moveTo>
                  <a:cubicBezTo>
                    <a:pt x="169" y="37"/>
                    <a:pt x="170" y="40"/>
                    <a:pt x="173" y="43"/>
                  </a:cubicBezTo>
                  <a:cubicBezTo>
                    <a:pt x="175" y="46"/>
                    <a:pt x="178" y="48"/>
                    <a:pt x="181" y="48"/>
                  </a:cubicBezTo>
                  <a:cubicBezTo>
                    <a:pt x="183" y="48"/>
                    <a:pt x="185" y="47"/>
                    <a:pt x="187" y="46"/>
                  </a:cubicBezTo>
                  <a:cubicBezTo>
                    <a:pt x="188" y="45"/>
                    <a:pt x="189" y="43"/>
                    <a:pt x="191" y="39"/>
                  </a:cubicBezTo>
                  <a:cubicBezTo>
                    <a:pt x="192" y="40"/>
                    <a:pt x="192" y="40"/>
                    <a:pt x="192" y="40"/>
                  </a:cubicBezTo>
                  <a:cubicBezTo>
                    <a:pt x="191" y="43"/>
                    <a:pt x="190" y="47"/>
                    <a:pt x="187" y="49"/>
                  </a:cubicBezTo>
                  <a:cubicBezTo>
                    <a:pt x="185" y="52"/>
                    <a:pt x="182" y="53"/>
                    <a:pt x="178" y="53"/>
                  </a:cubicBezTo>
                  <a:cubicBezTo>
                    <a:pt x="174" y="53"/>
                    <a:pt x="171" y="52"/>
                    <a:pt x="168" y="49"/>
                  </a:cubicBezTo>
                  <a:cubicBezTo>
                    <a:pt x="165" y="45"/>
                    <a:pt x="164" y="41"/>
                    <a:pt x="164" y="36"/>
                  </a:cubicBezTo>
                  <a:cubicBezTo>
                    <a:pt x="164" y="30"/>
                    <a:pt x="166" y="25"/>
                    <a:pt x="169" y="22"/>
                  </a:cubicBezTo>
                  <a:cubicBezTo>
                    <a:pt x="171" y="19"/>
                    <a:pt x="175" y="17"/>
                    <a:pt x="179" y="17"/>
                  </a:cubicBezTo>
                  <a:cubicBezTo>
                    <a:pt x="183" y="17"/>
                    <a:pt x="186" y="19"/>
                    <a:pt x="189" y="21"/>
                  </a:cubicBezTo>
                  <a:cubicBezTo>
                    <a:pt x="191" y="23"/>
                    <a:pt x="192" y="27"/>
                    <a:pt x="192" y="31"/>
                  </a:cubicBezTo>
                  <a:cubicBezTo>
                    <a:pt x="169" y="31"/>
                    <a:pt x="169" y="31"/>
                    <a:pt x="169" y="31"/>
                  </a:cubicBezTo>
                  <a:close/>
                  <a:moveTo>
                    <a:pt x="169" y="29"/>
                  </a:moveTo>
                  <a:cubicBezTo>
                    <a:pt x="184" y="29"/>
                    <a:pt x="184" y="29"/>
                    <a:pt x="184" y="29"/>
                  </a:cubicBezTo>
                  <a:cubicBezTo>
                    <a:pt x="184" y="27"/>
                    <a:pt x="184" y="26"/>
                    <a:pt x="183" y="25"/>
                  </a:cubicBezTo>
                  <a:cubicBezTo>
                    <a:pt x="183" y="24"/>
                    <a:pt x="182" y="23"/>
                    <a:pt x="181" y="22"/>
                  </a:cubicBezTo>
                  <a:cubicBezTo>
                    <a:pt x="179" y="21"/>
                    <a:pt x="178" y="21"/>
                    <a:pt x="177" y="21"/>
                  </a:cubicBezTo>
                  <a:cubicBezTo>
                    <a:pt x="175" y="21"/>
                    <a:pt x="173" y="21"/>
                    <a:pt x="172" y="23"/>
                  </a:cubicBezTo>
                  <a:cubicBezTo>
                    <a:pt x="170" y="24"/>
                    <a:pt x="169" y="27"/>
                    <a:pt x="169" y="29"/>
                  </a:cubicBezTo>
                  <a:close/>
                  <a:moveTo>
                    <a:pt x="209" y="18"/>
                  </a:moveTo>
                  <a:cubicBezTo>
                    <a:pt x="209" y="25"/>
                    <a:pt x="209" y="25"/>
                    <a:pt x="209" y="25"/>
                  </a:cubicBezTo>
                  <a:cubicBezTo>
                    <a:pt x="212" y="20"/>
                    <a:pt x="215" y="18"/>
                    <a:pt x="218" y="18"/>
                  </a:cubicBezTo>
                  <a:cubicBezTo>
                    <a:pt x="219" y="18"/>
                    <a:pt x="220" y="18"/>
                    <a:pt x="221" y="19"/>
                  </a:cubicBezTo>
                  <a:cubicBezTo>
                    <a:pt x="222" y="20"/>
                    <a:pt x="222" y="21"/>
                    <a:pt x="222" y="22"/>
                  </a:cubicBezTo>
                  <a:cubicBezTo>
                    <a:pt x="222" y="23"/>
                    <a:pt x="222" y="23"/>
                    <a:pt x="221" y="24"/>
                  </a:cubicBezTo>
                  <a:cubicBezTo>
                    <a:pt x="221" y="25"/>
                    <a:pt x="220" y="25"/>
                    <a:pt x="219" y="25"/>
                  </a:cubicBezTo>
                  <a:cubicBezTo>
                    <a:pt x="218" y="25"/>
                    <a:pt x="217" y="25"/>
                    <a:pt x="216" y="24"/>
                  </a:cubicBezTo>
                  <a:cubicBezTo>
                    <a:pt x="215" y="23"/>
                    <a:pt x="214" y="23"/>
                    <a:pt x="214" y="23"/>
                  </a:cubicBezTo>
                  <a:cubicBezTo>
                    <a:pt x="213" y="23"/>
                    <a:pt x="213" y="23"/>
                    <a:pt x="213" y="24"/>
                  </a:cubicBezTo>
                  <a:cubicBezTo>
                    <a:pt x="211" y="25"/>
                    <a:pt x="211" y="27"/>
                    <a:pt x="209" y="29"/>
                  </a:cubicBezTo>
                  <a:cubicBezTo>
                    <a:pt x="209" y="45"/>
                    <a:pt x="209" y="45"/>
                    <a:pt x="209" y="45"/>
                  </a:cubicBezTo>
                  <a:cubicBezTo>
                    <a:pt x="209" y="47"/>
                    <a:pt x="210" y="49"/>
                    <a:pt x="210" y="50"/>
                  </a:cubicBezTo>
                  <a:cubicBezTo>
                    <a:pt x="211" y="51"/>
                    <a:pt x="211" y="51"/>
                    <a:pt x="212" y="51"/>
                  </a:cubicBezTo>
                  <a:cubicBezTo>
                    <a:pt x="213" y="52"/>
                    <a:pt x="214" y="52"/>
                    <a:pt x="215" y="52"/>
                  </a:cubicBezTo>
                  <a:cubicBezTo>
                    <a:pt x="215" y="53"/>
                    <a:pt x="215" y="53"/>
                    <a:pt x="215" y="53"/>
                  </a:cubicBezTo>
                  <a:cubicBezTo>
                    <a:pt x="198" y="53"/>
                    <a:pt x="198" y="53"/>
                    <a:pt x="198" y="53"/>
                  </a:cubicBezTo>
                  <a:cubicBezTo>
                    <a:pt x="198" y="52"/>
                    <a:pt x="198" y="52"/>
                    <a:pt x="198" y="52"/>
                  </a:cubicBezTo>
                  <a:cubicBezTo>
                    <a:pt x="200" y="52"/>
                    <a:pt x="201" y="52"/>
                    <a:pt x="202" y="51"/>
                  </a:cubicBezTo>
                  <a:cubicBezTo>
                    <a:pt x="202" y="51"/>
                    <a:pt x="203" y="50"/>
                    <a:pt x="203" y="49"/>
                  </a:cubicBezTo>
                  <a:cubicBezTo>
                    <a:pt x="203" y="49"/>
                    <a:pt x="203" y="48"/>
                    <a:pt x="203" y="46"/>
                  </a:cubicBezTo>
                  <a:cubicBezTo>
                    <a:pt x="203" y="33"/>
                    <a:pt x="203" y="33"/>
                    <a:pt x="203" y="33"/>
                  </a:cubicBezTo>
                  <a:cubicBezTo>
                    <a:pt x="203" y="29"/>
                    <a:pt x="203" y="26"/>
                    <a:pt x="203" y="25"/>
                  </a:cubicBezTo>
                  <a:cubicBezTo>
                    <a:pt x="203" y="25"/>
                    <a:pt x="202" y="24"/>
                    <a:pt x="202" y="24"/>
                  </a:cubicBezTo>
                  <a:cubicBezTo>
                    <a:pt x="201" y="23"/>
                    <a:pt x="201" y="23"/>
                    <a:pt x="200" y="23"/>
                  </a:cubicBezTo>
                  <a:cubicBezTo>
                    <a:pt x="199" y="23"/>
                    <a:pt x="199" y="23"/>
                    <a:pt x="198" y="24"/>
                  </a:cubicBezTo>
                  <a:cubicBezTo>
                    <a:pt x="197" y="23"/>
                    <a:pt x="197" y="23"/>
                    <a:pt x="197" y="23"/>
                  </a:cubicBezTo>
                  <a:cubicBezTo>
                    <a:pt x="207" y="19"/>
                    <a:pt x="207" y="19"/>
                    <a:pt x="207" y="19"/>
                  </a:cubicBezTo>
                  <a:cubicBezTo>
                    <a:pt x="209" y="19"/>
                    <a:pt x="209" y="19"/>
                    <a:pt x="209" y="19"/>
                  </a:cubicBezTo>
                  <a:cubicBezTo>
                    <a:pt x="209" y="18"/>
                    <a:pt x="209" y="18"/>
                    <a:pt x="209" y="18"/>
                  </a:cubicBezTo>
                  <a:close/>
                  <a:moveTo>
                    <a:pt x="249" y="18"/>
                  </a:moveTo>
                  <a:cubicBezTo>
                    <a:pt x="249" y="29"/>
                    <a:pt x="249" y="29"/>
                    <a:pt x="249" y="29"/>
                  </a:cubicBezTo>
                  <a:cubicBezTo>
                    <a:pt x="247" y="29"/>
                    <a:pt x="247" y="29"/>
                    <a:pt x="247" y="29"/>
                  </a:cubicBezTo>
                  <a:cubicBezTo>
                    <a:pt x="247" y="26"/>
                    <a:pt x="245" y="23"/>
                    <a:pt x="244" y="22"/>
                  </a:cubicBezTo>
                  <a:cubicBezTo>
                    <a:pt x="242" y="21"/>
                    <a:pt x="241" y="20"/>
                    <a:pt x="238" y="20"/>
                  </a:cubicBezTo>
                  <a:cubicBezTo>
                    <a:pt x="237" y="20"/>
                    <a:pt x="235" y="20"/>
                    <a:pt x="234" y="21"/>
                  </a:cubicBezTo>
                  <a:cubicBezTo>
                    <a:pt x="233" y="22"/>
                    <a:pt x="233" y="23"/>
                    <a:pt x="233" y="24"/>
                  </a:cubicBezTo>
                  <a:cubicBezTo>
                    <a:pt x="233" y="25"/>
                    <a:pt x="233" y="27"/>
                    <a:pt x="234" y="28"/>
                  </a:cubicBezTo>
                  <a:cubicBezTo>
                    <a:pt x="235" y="29"/>
                    <a:pt x="236" y="30"/>
                    <a:pt x="238" y="31"/>
                  </a:cubicBezTo>
                  <a:cubicBezTo>
                    <a:pt x="243" y="34"/>
                    <a:pt x="243" y="34"/>
                    <a:pt x="243" y="34"/>
                  </a:cubicBezTo>
                  <a:cubicBezTo>
                    <a:pt x="248" y="36"/>
                    <a:pt x="251" y="39"/>
                    <a:pt x="251" y="43"/>
                  </a:cubicBezTo>
                  <a:cubicBezTo>
                    <a:pt x="251" y="47"/>
                    <a:pt x="249" y="49"/>
                    <a:pt x="247" y="51"/>
                  </a:cubicBezTo>
                  <a:cubicBezTo>
                    <a:pt x="245" y="53"/>
                    <a:pt x="243" y="54"/>
                    <a:pt x="240" y="54"/>
                  </a:cubicBezTo>
                  <a:cubicBezTo>
                    <a:pt x="238" y="54"/>
                    <a:pt x="235" y="53"/>
                    <a:pt x="233" y="53"/>
                  </a:cubicBezTo>
                  <a:cubicBezTo>
                    <a:pt x="232" y="52"/>
                    <a:pt x="231" y="52"/>
                    <a:pt x="231" y="52"/>
                  </a:cubicBezTo>
                  <a:cubicBezTo>
                    <a:pt x="231" y="52"/>
                    <a:pt x="230" y="53"/>
                    <a:pt x="230" y="53"/>
                  </a:cubicBezTo>
                  <a:cubicBezTo>
                    <a:pt x="229" y="53"/>
                    <a:pt x="229" y="53"/>
                    <a:pt x="229" y="53"/>
                  </a:cubicBezTo>
                  <a:cubicBezTo>
                    <a:pt x="229" y="41"/>
                    <a:pt x="229" y="41"/>
                    <a:pt x="229" y="41"/>
                  </a:cubicBezTo>
                  <a:cubicBezTo>
                    <a:pt x="230" y="41"/>
                    <a:pt x="230" y="41"/>
                    <a:pt x="230" y="41"/>
                  </a:cubicBezTo>
                  <a:cubicBezTo>
                    <a:pt x="231" y="45"/>
                    <a:pt x="232" y="47"/>
                    <a:pt x="234" y="49"/>
                  </a:cubicBezTo>
                  <a:cubicBezTo>
                    <a:pt x="236" y="51"/>
                    <a:pt x="238" y="52"/>
                    <a:pt x="240" y="52"/>
                  </a:cubicBezTo>
                  <a:cubicBezTo>
                    <a:pt x="242" y="52"/>
                    <a:pt x="243" y="51"/>
                    <a:pt x="244" y="50"/>
                  </a:cubicBezTo>
                  <a:cubicBezTo>
                    <a:pt x="245" y="49"/>
                    <a:pt x="246" y="48"/>
                    <a:pt x="246" y="47"/>
                  </a:cubicBezTo>
                  <a:cubicBezTo>
                    <a:pt x="246" y="45"/>
                    <a:pt x="245" y="43"/>
                    <a:pt x="244" y="42"/>
                  </a:cubicBezTo>
                  <a:cubicBezTo>
                    <a:pt x="243" y="41"/>
                    <a:pt x="241" y="39"/>
                    <a:pt x="237" y="38"/>
                  </a:cubicBezTo>
                  <a:cubicBezTo>
                    <a:pt x="234" y="36"/>
                    <a:pt x="232" y="35"/>
                    <a:pt x="231" y="33"/>
                  </a:cubicBezTo>
                  <a:cubicBezTo>
                    <a:pt x="229" y="31"/>
                    <a:pt x="229" y="30"/>
                    <a:pt x="229" y="28"/>
                  </a:cubicBezTo>
                  <a:cubicBezTo>
                    <a:pt x="229" y="25"/>
                    <a:pt x="230" y="23"/>
                    <a:pt x="232" y="21"/>
                  </a:cubicBezTo>
                  <a:cubicBezTo>
                    <a:pt x="234" y="19"/>
                    <a:pt x="236" y="18"/>
                    <a:pt x="239" y="18"/>
                  </a:cubicBezTo>
                  <a:cubicBezTo>
                    <a:pt x="240" y="18"/>
                    <a:pt x="242" y="18"/>
                    <a:pt x="244" y="19"/>
                  </a:cubicBezTo>
                  <a:cubicBezTo>
                    <a:pt x="245" y="19"/>
                    <a:pt x="246" y="19"/>
                    <a:pt x="246" y="19"/>
                  </a:cubicBezTo>
                  <a:cubicBezTo>
                    <a:pt x="247" y="19"/>
                    <a:pt x="247" y="19"/>
                    <a:pt x="247" y="19"/>
                  </a:cubicBezTo>
                  <a:cubicBezTo>
                    <a:pt x="247" y="19"/>
                    <a:pt x="247" y="18"/>
                    <a:pt x="248" y="17"/>
                  </a:cubicBezTo>
                  <a:cubicBezTo>
                    <a:pt x="249" y="18"/>
                    <a:pt x="249" y="18"/>
                    <a:pt x="249" y="18"/>
                  </a:cubicBezTo>
                  <a:close/>
                  <a:moveTo>
                    <a:pt x="268" y="0"/>
                  </a:moveTo>
                  <a:cubicBezTo>
                    <a:pt x="269" y="0"/>
                    <a:pt x="270" y="0"/>
                    <a:pt x="271" y="1"/>
                  </a:cubicBezTo>
                  <a:cubicBezTo>
                    <a:pt x="271" y="2"/>
                    <a:pt x="272" y="3"/>
                    <a:pt x="272" y="4"/>
                  </a:cubicBezTo>
                  <a:cubicBezTo>
                    <a:pt x="272" y="5"/>
                    <a:pt x="271" y="6"/>
                    <a:pt x="271" y="7"/>
                  </a:cubicBezTo>
                  <a:cubicBezTo>
                    <a:pt x="270" y="7"/>
                    <a:pt x="269" y="8"/>
                    <a:pt x="268" y="8"/>
                  </a:cubicBezTo>
                  <a:cubicBezTo>
                    <a:pt x="267" y="8"/>
                    <a:pt x="266" y="7"/>
                    <a:pt x="266" y="7"/>
                  </a:cubicBezTo>
                  <a:cubicBezTo>
                    <a:pt x="265" y="6"/>
                    <a:pt x="265" y="5"/>
                    <a:pt x="265" y="4"/>
                  </a:cubicBezTo>
                  <a:cubicBezTo>
                    <a:pt x="265" y="3"/>
                    <a:pt x="265" y="2"/>
                    <a:pt x="266" y="1"/>
                  </a:cubicBezTo>
                  <a:cubicBezTo>
                    <a:pt x="266" y="0"/>
                    <a:pt x="267" y="0"/>
                    <a:pt x="268" y="0"/>
                  </a:cubicBezTo>
                  <a:close/>
                  <a:moveTo>
                    <a:pt x="271" y="18"/>
                  </a:moveTo>
                  <a:cubicBezTo>
                    <a:pt x="271" y="45"/>
                    <a:pt x="271" y="45"/>
                    <a:pt x="271" y="45"/>
                  </a:cubicBezTo>
                  <a:cubicBezTo>
                    <a:pt x="271" y="47"/>
                    <a:pt x="271" y="49"/>
                    <a:pt x="271" y="49"/>
                  </a:cubicBezTo>
                  <a:cubicBezTo>
                    <a:pt x="272" y="50"/>
                    <a:pt x="272" y="51"/>
                    <a:pt x="273" y="51"/>
                  </a:cubicBezTo>
                  <a:cubicBezTo>
                    <a:pt x="273" y="51"/>
                    <a:pt x="274" y="51"/>
                    <a:pt x="276" y="51"/>
                  </a:cubicBezTo>
                  <a:cubicBezTo>
                    <a:pt x="276" y="53"/>
                    <a:pt x="276" y="53"/>
                    <a:pt x="276" y="53"/>
                  </a:cubicBezTo>
                  <a:cubicBezTo>
                    <a:pt x="260" y="53"/>
                    <a:pt x="260" y="53"/>
                    <a:pt x="260" y="53"/>
                  </a:cubicBezTo>
                  <a:cubicBezTo>
                    <a:pt x="260" y="51"/>
                    <a:pt x="260" y="51"/>
                    <a:pt x="260" y="51"/>
                  </a:cubicBezTo>
                  <a:cubicBezTo>
                    <a:pt x="261" y="51"/>
                    <a:pt x="263" y="51"/>
                    <a:pt x="263" y="51"/>
                  </a:cubicBezTo>
                  <a:cubicBezTo>
                    <a:pt x="263" y="51"/>
                    <a:pt x="264" y="50"/>
                    <a:pt x="264" y="49"/>
                  </a:cubicBezTo>
                  <a:cubicBezTo>
                    <a:pt x="265" y="49"/>
                    <a:pt x="265" y="47"/>
                    <a:pt x="265" y="45"/>
                  </a:cubicBezTo>
                  <a:cubicBezTo>
                    <a:pt x="265" y="32"/>
                    <a:pt x="265" y="32"/>
                    <a:pt x="265" y="32"/>
                  </a:cubicBezTo>
                  <a:cubicBezTo>
                    <a:pt x="265" y="28"/>
                    <a:pt x="265" y="26"/>
                    <a:pt x="264" y="25"/>
                  </a:cubicBezTo>
                  <a:cubicBezTo>
                    <a:pt x="264" y="24"/>
                    <a:pt x="264" y="23"/>
                    <a:pt x="263" y="23"/>
                  </a:cubicBezTo>
                  <a:cubicBezTo>
                    <a:pt x="263" y="23"/>
                    <a:pt x="263" y="23"/>
                    <a:pt x="262" y="23"/>
                  </a:cubicBezTo>
                  <a:cubicBezTo>
                    <a:pt x="261" y="23"/>
                    <a:pt x="260" y="23"/>
                    <a:pt x="259" y="23"/>
                  </a:cubicBezTo>
                  <a:cubicBezTo>
                    <a:pt x="259" y="22"/>
                    <a:pt x="259" y="22"/>
                    <a:pt x="259" y="22"/>
                  </a:cubicBezTo>
                  <a:cubicBezTo>
                    <a:pt x="269" y="18"/>
                    <a:pt x="269" y="18"/>
                    <a:pt x="269" y="18"/>
                  </a:cubicBezTo>
                  <a:cubicBezTo>
                    <a:pt x="271" y="18"/>
                    <a:pt x="271" y="18"/>
                    <a:pt x="271" y="18"/>
                  </a:cubicBezTo>
                  <a:close/>
                  <a:moveTo>
                    <a:pt x="293" y="7"/>
                  </a:moveTo>
                  <a:cubicBezTo>
                    <a:pt x="293" y="19"/>
                    <a:pt x="293" y="19"/>
                    <a:pt x="293" y="19"/>
                  </a:cubicBezTo>
                  <a:cubicBezTo>
                    <a:pt x="301" y="19"/>
                    <a:pt x="301" y="19"/>
                    <a:pt x="301" y="19"/>
                  </a:cubicBezTo>
                  <a:cubicBezTo>
                    <a:pt x="301" y="21"/>
                    <a:pt x="301" y="21"/>
                    <a:pt x="301" y="21"/>
                  </a:cubicBezTo>
                  <a:cubicBezTo>
                    <a:pt x="293" y="21"/>
                    <a:pt x="293" y="21"/>
                    <a:pt x="293" y="21"/>
                  </a:cubicBezTo>
                  <a:cubicBezTo>
                    <a:pt x="293" y="43"/>
                    <a:pt x="293" y="43"/>
                    <a:pt x="293" y="43"/>
                  </a:cubicBezTo>
                  <a:cubicBezTo>
                    <a:pt x="293" y="45"/>
                    <a:pt x="294" y="47"/>
                    <a:pt x="294" y="48"/>
                  </a:cubicBezTo>
                  <a:cubicBezTo>
                    <a:pt x="295" y="49"/>
                    <a:pt x="295" y="49"/>
                    <a:pt x="297" y="49"/>
                  </a:cubicBezTo>
                  <a:cubicBezTo>
                    <a:pt x="297" y="49"/>
                    <a:pt x="298" y="49"/>
                    <a:pt x="299" y="48"/>
                  </a:cubicBezTo>
                  <a:cubicBezTo>
                    <a:pt x="300" y="48"/>
                    <a:pt x="300" y="47"/>
                    <a:pt x="301" y="46"/>
                  </a:cubicBezTo>
                  <a:cubicBezTo>
                    <a:pt x="302" y="46"/>
                    <a:pt x="302" y="46"/>
                    <a:pt x="302" y="46"/>
                  </a:cubicBezTo>
                  <a:cubicBezTo>
                    <a:pt x="301" y="48"/>
                    <a:pt x="300" y="50"/>
                    <a:pt x="298" y="51"/>
                  </a:cubicBezTo>
                  <a:cubicBezTo>
                    <a:pt x="297" y="53"/>
                    <a:pt x="295" y="53"/>
                    <a:pt x="293" y="53"/>
                  </a:cubicBezTo>
                  <a:cubicBezTo>
                    <a:pt x="292" y="53"/>
                    <a:pt x="291" y="53"/>
                    <a:pt x="290" y="53"/>
                  </a:cubicBezTo>
                  <a:cubicBezTo>
                    <a:pt x="289" y="52"/>
                    <a:pt x="288" y="51"/>
                    <a:pt x="288" y="50"/>
                  </a:cubicBezTo>
                  <a:cubicBezTo>
                    <a:pt x="287" y="49"/>
                    <a:pt x="287" y="47"/>
                    <a:pt x="287" y="44"/>
                  </a:cubicBezTo>
                  <a:cubicBezTo>
                    <a:pt x="287" y="21"/>
                    <a:pt x="287" y="21"/>
                    <a:pt x="287" y="21"/>
                  </a:cubicBezTo>
                  <a:cubicBezTo>
                    <a:pt x="282" y="21"/>
                    <a:pt x="282" y="21"/>
                    <a:pt x="282" y="21"/>
                  </a:cubicBezTo>
                  <a:cubicBezTo>
                    <a:pt x="282" y="20"/>
                    <a:pt x="282" y="20"/>
                    <a:pt x="282" y="20"/>
                  </a:cubicBezTo>
                  <a:cubicBezTo>
                    <a:pt x="283" y="20"/>
                    <a:pt x="285" y="19"/>
                    <a:pt x="286" y="17"/>
                  </a:cubicBezTo>
                  <a:cubicBezTo>
                    <a:pt x="287" y="16"/>
                    <a:pt x="288" y="15"/>
                    <a:pt x="289" y="13"/>
                  </a:cubicBezTo>
                  <a:cubicBezTo>
                    <a:pt x="290" y="12"/>
                    <a:pt x="291" y="10"/>
                    <a:pt x="292" y="7"/>
                  </a:cubicBezTo>
                  <a:cubicBezTo>
                    <a:pt x="293" y="7"/>
                    <a:pt x="293" y="7"/>
                    <a:pt x="293" y="7"/>
                  </a:cubicBezTo>
                  <a:close/>
                  <a:moveTo>
                    <a:pt x="306" y="19"/>
                  </a:moveTo>
                  <a:cubicBezTo>
                    <a:pt x="321" y="19"/>
                    <a:pt x="321" y="19"/>
                    <a:pt x="321" y="19"/>
                  </a:cubicBezTo>
                  <a:cubicBezTo>
                    <a:pt x="321" y="20"/>
                    <a:pt x="321" y="20"/>
                    <a:pt x="321" y="20"/>
                  </a:cubicBezTo>
                  <a:cubicBezTo>
                    <a:pt x="320" y="20"/>
                    <a:pt x="320" y="20"/>
                    <a:pt x="320" y="20"/>
                  </a:cubicBezTo>
                  <a:cubicBezTo>
                    <a:pt x="319" y="20"/>
                    <a:pt x="318" y="20"/>
                    <a:pt x="318" y="21"/>
                  </a:cubicBezTo>
                  <a:cubicBezTo>
                    <a:pt x="317" y="21"/>
                    <a:pt x="317" y="22"/>
                    <a:pt x="317" y="22"/>
                  </a:cubicBezTo>
                  <a:cubicBezTo>
                    <a:pt x="317" y="23"/>
                    <a:pt x="317" y="25"/>
                    <a:pt x="318" y="26"/>
                  </a:cubicBezTo>
                  <a:cubicBezTo>
                    <a:pt x="326" y="43"/>
                    <a:pt x="326" y="43"/>
                    <a:pt x="326" y="43"/>
                  </a:cubicBezTo>
                  <a:cubicBezTo>
                    <a:pt x="333" y="25"/>
                    <a:pt x="333" y="25"/>
                    <a:pt x="333" y="25"/>
                  </a:cubicBezTo>
                  <a:cubicBezTo>
                    <a:pt x="334" y="23"/>
                    <a:pt x="334" y="23"/>
                    <a:pt x="334" y="21"/>
                  </a:cubicBezTo>
                  <a:cubicBezTo>
                    <a:pt x="334" y="21"/>
                    <a:pt x="334" y="21"/>
                    <a:pt x="333" y="20"/>
                  </a:cubicBezTo>
                  <a:cubicBezTo>
                    <a:pt x="333" y="20"/>
                    <a:pt x="333" y="20"/>
                    <a:pt x="333" y="19"/>
                  </a:cubicBezTo>
                  <a:cubicBezTo>
                    <a:pt x="332" y="19"/>
                    <a:pt x="331" y="19"/>
                    <a:pt x="331" y="19"/>
                  </a:cubicBezTo>
                  <a:cubicBezTo>
                    <a:pt x="331" y="18"/>
                    <a:pt x="331" y="18"/>
                    <a:pt x="331" y="18"/>
                  </a:cubicBezTo>
                  <a:cubicBezTo>
                    <a:pt x="341" y="18"/>
                    <a:pt x="341" y="18"/>
                    <a:pt x="341" y="18"/>
                  </a:cubicBezTo>
                  <a:cubicBezTo>
                    <a:pt x="341" y="19"/>
                    <a:pt x="341" y="19"/>
                    <a:pt x="341" y="19"/>
                  </a:cubicBezTo>
                  <a:cubicBezTo>
                    <a:pt x="341" y="19"/>
                    <a:pt x="340" y="19"/>
                    <a:pt x="339" y="19"/>
                  </a:cubicBezTo>
                  <a:cubicBezTo>
                    <a:pt x="339" y="20"/>
                    <a:pt x="338" y="20"/>
                    <a:pt x="338" y="21"/>
                  </a:cubicBezTo>
                  <a:cubicBezTo>
                    <a:pt x="337" y="21"/>
                    <a:pt x="337" y="22"/>
                    <a:pt x="337" y="24"/>
                  </a:cubicBezTo>
                  <a:cubicBezTo>
                    <a:pt x="323" y="58"/>
                    <a:pt x="323" y="58"/>
                    <a:pt x="323" y="58"/>
                  </a:cubicBezTo>
                  <a:cubicBezTo>
                    <a:pt x="322" y="61"/>
                    <a:pt x="321" y="63"/>
                    <a:pt x="318" y="65"/>
                  </a:cubicBezTo>
                  <a:cubicBezTo>
                    <a:pt x="316" y="67"/>
                    <a:pt x="314" y="68"/>
                    <a:pt x="312" y="68"/>
                  </a:cubicBezTo>
                  <a:cubicBezTo>
                    <a:pt x="311" y="68"/>
                    <a:pt x="310" y="67"/>
                    <a:pt x="309" y="67"/>
                  </a:cubicBezTo>
                  <a:cubicBezTo>
                    <a:pt x="308" y="66"/>
                    <a:pt x="307" y="65"/>
                    <a:pt x="307" y="64"/>
                  </a:cubicBezTo>
                  <a:cubicBezTo>
                    <a:pt x="307" y="63"/>
                    <a:pt x="308" y="62"/>
                    <a:pt x="308" y="61"/>
                  </a:cubicBezTo>
                  <a:cubicBezTo>
                    <a:pt x="309" y="61"/>
                    <a:pt x="310" y="61"/>
                    <a:pt x="311" y="61"/>
                  </a:cubicBezTo>
                  <a:cubicBezTo>
                    <a:pt x="312" y="61"/>
                    <a:pt x="313" y="61"/>
                    <a:pt x="314" y="61"/>
                  </a:cubicBezTo>
                  <a:cubicBezTo>
                    <a:pt x="315" y="62"/>
                    <a:pt x="316" y="62"/>
                    <a:pt x="316" y="62"/>
                  </a:cubicBezTo>
                  <a:cubicBezTo>
                    <a:pt x="317" y="62"/>
                    <a:pt x="317" y="61"/>
                    <a:pt x="318" y="61"/>
                  </a:cubicBezTo>
                  <a:cubicBezTo>
                    <a:pt x="319" y="60"/>
                    <a:pt x="320" y="58"/>
                    <a:pt x="321" y="56"/>
                  </a:cubicBezTo>
                  <a:cubicBezTo>
                    <a:pt x="323" y="50"/>
                    <a:pt x="323" y="50"/>
                    <a:pt x="323" y="50"/>
                  </a:cubicBezTo>
                  <a:cubicBezTo>
                    <a:pt x="311" y="25"/>
                    <a:pt x="311" y="25"/>
                    <a:pt x="311" y="25"/>
                  </a:cubicBezTo>
                  <a:cubicBezTo>
                    <a:pt x="311" y="24"/>
                    <a:pt x="311" y="23"/>
                    <a:pt x="310" y="22"/>
                  </a:cubicBezTo>
                  <a:cubicBezTo>
                    <a:pt x="309" y="21"/>
                    <a:pt x="309" y="20"/>
                    <a:pt x="308" y="20"/>
                  </a:cubicBezTo>
                  <a:cubicBezTo>
                    <a:pt x="308" y="20"/>
                    <a:pt x="307" y="19"/>
                    <a:pt x="305" y="19"/>
                  </a:cubicBezTo>
                  <a:cubicBezTo>
                    <a:pt x="306" y="19"/>
                    <a:pt x="306" y="19"/>
                    <a:pt x="306" y="19"/>
                  </a:cubicBezTo>
                  <a:close/>
                  <a:moveTo>
                    <a:pt x="379" y="18"/>
                  </a:moveTo>
                  <a:cubicBezTo>
                    <a:pt x="383" y="18"/>
                    <a:pt x="387" y="20"/>
                    <a:pt x="391" y="24"/>
                  </a:cubicBezTo>
                  <a:cubicBezTo>
                    <a:pt x="393" y="27"/>
                    <a:pt x="395" y="31"/>
                    <a:pt x="395" y="35"/>
                  </a:cubicBezTo>
                  <a:cubicBezTo>
                    <a:pt x="395" y="39"/>
                    <a:pt x="394" y="41"/>
                    <a:pt x="393" y="45"/>
                  </a:cubicBezTo>
                  <a:cubicBezTo>
                    <a:pt x="391" y="48"/>
                    <a:pt x="389" y="50"/>
                    <a:pt x="387" y="52"/>
                  </a:cubicBezTo>
                  <a:cubicBezTo>
                    <a:pt x="385" y="53"/>
                    <a:pt x="382" y="54"/>
                    <a:pt x="379" y="54"/>
                  </a:cubicBezTo>
                  <a:cubicBezTo>
                    <a:pt x="374" y="54"/>
                    <a:pt x="370" y="52"/>
                    <a:pt x="367" y="48"/>
                  </a:cubicBezTo>
                  <a:cubicBezTo>
                    <a:pt x="365" y="45"/>
                    <a:pt x="363" y="41"/>
                    <a:pt x="363" y="37"/>
                  </a:cubicBezTo>
                  <a:cubicBezTo>
                    <a:pt x="363" y="33"/>
                    <a:pt x="364" y="30"/>
                    <a:pt x="366" y="27"/>
                  </a:cubicBezTo>
                  <a:cubicBezTo>
                    <a:pt x="367" y="24"/>
                    <a:pt x="369" y="22"/>
                    <a:pt x="372" y="21"/>
                  </a:cubicBezTo>
                  <a:cubicBezTo>
                    <a:pt x="373" y="19"/>
                    <a:pt x="376" y="18"/>
                    <a:pt x="379" y="18"/>
                  </a:cubicBezTo>
                  <a:close/>
                  <a:moveTo>
                    <a:pt x="377" y="20"/>
                  </a:moveTo>
                  <a:cubicBezTo>
                    <a:pt x="376" y="20"/>
                    <a:pt x="375" y="21"/>
                    <a:pt x="373" y="21"/>
                  </a:cubicBezTo>
                  <a:cubicBezTo>
                    <a:pt x="372" y="22"/>
                    <a:pt x="371" y="23"/>
                    <a:pt x="370" y="25"/>
                  </a:cubicBezTo>
                  <a:cubicBezTo>
                    <a:pt x="369" y="27"/>
                    <a:pt x="369" y="30"/>
                    <a:pt x="369" y="33"/>
                  </a:cubicBezTo>
                  <a:cubicBezTo>
                    <a:pt x="369" y="38"/>
                    <a:pt x="370" y="42"/>
                    <a:pt x="372" y="46"/>
                  </a:cubicBezTo>
                  <a:cubicBezTo>
                    <a:pt x="374" y="49"/>
                    <a:pt x="376" y="51"/>
                    <a:pt x="379" y="51"/>
                  </a:cubicBezTo>
                  <a:cubicBezTo>
                    <a:pt x="382" y="51"/>
                    <a:pt x="384" y="50"/>
                    <a:pt x="385" y="48"/>
                  </a:cubicBezTo>
                  <a:cubicBezTo>
                    <a:pt x="387" y="46"/>
                    <a:pt x="387" y="43"/>
                    <a:pt x="387" y="38"/>
                  </a:cubicBezTo>
                  <a:cubicBezTo>
                    <a:pt x="387" y="32"/>
                    <a:pt x="386" y="27"/>
                    <a:pt x="384" y="24"/>
                  </a:cubicBezTo>
                  <a:cubicBezTo>
                    <a:pt x="382" y="21"/>
                    <a:pt x="380" y="20"/>
                    <a:pt x="377" y="20"/>
                  </a:cubicBezTo>
                  <a:close/>
                  <a:moveTo>
                    <a:pt x="415" y="21"/>
                  </a:moveTo>
                  <a:cubicBezTo>
                    <a:pt x="415" y="44"/>
                    <a:pt x="415" y="44"/>
                    <a:pt x="415" y="44"/>
                  </a:cubicBezTo>
                  <a:cubicBezTo>
                    <a:pt x="415" y="47"/>
                    <a:pt x="416" y="49"/>
                    <a:pt x="416" y="50"/>
                  </a:cubicBezTo>
                  <a:cubicBezTo>
                    <a:pt x="417" y="51"/>
                    <a:pt x="418" y="51"/>
                    <a:pt x="420" y="51"/>
                  </a:cubicBezTo>
                  <a:cubicBezTo>
                    <a:pt x="423" y="51"/>
                    <a:pt x="423" y="51"/>
                    <a:pt x="423" y="51"/>
                  </a:cubicBezTo>
                  <a:cubicBezTo>
                    <a:pt x="423" y="53"/>
                    <a:pt x="423" y="53"/>
                    <a:pt x="423" y="53"/>
                  </a:cubicBezTo>
                  <a:cubicBezTo>
                    <a:pt x="403" y="53"/>
                    <a:pt x="403" y="53"/>
                    <a:pt x="403" y="53"/>
                  </a:cubicBezTo>
                  <a:cubicBezTo>
                    <a:pt x="403" y="51"/>
                    <a:pt x="403" y="51"/>
                    <a:pt x="403" y="51"/>
                  </a:cubicBezTo>
                  <a:cubicBezTo>
                    <a:pt x="405" y="51"/>
                    <a:pt x="405" y="51"/>
                    <a:pt x="405" y="51"/>
                  </a:cubicBezTo>
                  <a:cubicBezTo>
                    <a:pt x="406" y="51"/>
                    <a:pt x="407" y="51"/>
                    <a:pt x="408" y="51"/>
                  </a:cubicBezTo>
                  <a:cubicBezTo>
                    <a:pt x="409" y="50"/>
                    <a:pt x="409" y="49"/>
                    <a:pt x="409" y="49"/>
                  </a:cubicBezTo>
                  <a:cubicBezTo>
                    <a:pt x="410" y="48"/>
                    <a:pt x="410" y="46"/>
                    <a:pt x="410" y="44"/>
                  </a:cubicBezTo>
                  <a:cubicBezTo>
                    <a:pt x="410" y="21"/>
                    <a:pt x="410" y="21"/>
                    <a:pt x="410" y="21"/>
                  </a:cubicBezTo>
                  <a:cubicBezTo>
                    <a:pt x="403" y="21"/>
                    <a:pt x="403" y="21"/>
                    <a:pt x="403" y="21"/>
                  </a:cubicBezTo>
                  <a:cubicBezTo>
                    <a:pt x="403" y="19"/>
                    <a:pt x="403" y="19"/>
                    <a:pt x="403" y="19"/>
                  </a:cubicBezTo>
                  <a:cubicBezTo>
                    <a:pt x="410" y="19"/>
                    <a:pt x="410" y="19"/>
                    <a:pt x="410" y="19"/>
                  </a:cubicBezTo>
                  <a:cubicBezTo>
                    <a:pt x="410" y="16"/>
                    <a:pt x="410" y="16"/>
                    <a:pt x="410" y="16"/>
                  </a:cubicBezTo>
                  <a:cubicBezTo>
                    <a:pt x="410" y="13"/>
                    <a:pt x="410" y="10"/>
                    <a:pt x="411" y="7"/>
                  </a:cubicBezTo>
                  <a:cubicBezTo>
                    <a:pt x="413" y="5"/>
                    <a:pt x="414" y="3"/>
                    <a:pt x="416" y="2"/>
                  </a:cubicBezTo>
                  <a:cubicBezTo>
                    <a:pt x="418" y="0"/>
                    <a:pt x="421" y="0"/>
                    <a:pt x="423" y="0"/>
                  </a:cubicBezTo>
                  <a:cubicBezTo>
                    <a:pt x="426" y="0"/>
                    <a:pt x="428" y="1"/>
                    <a:pt x="430" y="2"/>
                  </a:cubicBezTo>
                  <a:cubicBezTo>
                    <a:pt x="431" y="3"/>
                    <a:pt x="432" y="5"/>
                    <a:pt x="432" y="6"/>
                  </a:cubicBezTo>
                  <a:cubicBezTo>
                    <a:pt x="432" y="7"/>
                    <a:pt x="432" y="7"/>
                    <a:pt x="431" y="8"/>
                  </a:cubicBezTo>
                  <a:cubicBezTo>
                    <a:pt x="431" y="9"/>
                    <a:pt x="430" y="9"/>
                    <a:pt x="429" y="9"/>
                  </a:cubicBezTo>
                  <a:cubicBezTo>
                    <a:pt x="429" y="9"/>
                    <a:pt x="428" y="8"/>
                    <a:pt x="428" y="8"/>
                  </a:cubicBezTo>
                  <a:cubicBezTo>
                    <a:pt x="427" y="7"/>
                    <a:pt x="427" y="7"/>
                    <a:pt x="425" y="5"/>
                  </a:cubicBezTo>
                  <a:cubicBezTo>
                    <a:pt x="425" y="4"/>
                    <a:pt x="424" y="3"/>
                    <a:pt x="423" y="2"/>
                  </a:cubicBezTo>
                  <a:cubicBezTo>
                    <a:pt x="422" y="2"/>
                    <a:pt x="421" y="1"/>
                    <a:pt x="421" y="1"/>
                  </a:cubicBezTo>
                  <a:cubicBezTo>
                    <a:pt x="419" y="1"/>
                    <a:pt x="419" y="2"/>
                    <a:pt x="418" y="2"/>
                  </a:cubicBezTo>
                  <a:cubicBezTo>
                    <a:pt x="417" y="3"/>
                    <a:pt x="417" y="4"/>
                    <a:pt x="416" y="5"/>
                  </a:cubicBezTo>
                  <a:cubicBezTo>
                    <a:pt x="416" y="6"/>
                    <a:pt x="416" y="9"/>
                    <a:pt x="416" y="15"/>
                  </a:cubicBezTo>
                  <a:cubicBezTo>
                    <a:pt x="416" y="17"/>
                    <a:pt x="416" y="17"/>
                    <a:pt x="416" y="17"/>
                  </a:cubicBezTo>
                  <a:cubicBezTo>
                    <a:pt x="424" y="17"/>
                    <a:pt x="424" y="17"/>
                    <a:pt x="424" y="17"/>
                  </a:cubicBezTo>
                  <a:cubicBezTo>
                    <a:pt x="424" y="21"/>
                    <a:pt x="424" y="21"/>
                    <a:pt x="424" y="21"/>
                  </a:cubicBezTo>
                  <a:cubicBezTo>
                    <a:pt x="415" y="21"/>
                    <a:pt x="415" y="21"/>
                    <a:pt x="415" y="21"/>
                  </a:cubicBezTo>
                  <a:close/>
                  <a:moveTo>
                    <a:pt x="477" y="1"/>
                  </a:moveTo>
                  <a:cubicBezTo>
                    <a:pt x="477" y="19"/>
                    <a:pt x="477" y="19"/>
                    <a:pt x="477" y="19"/>
                  </a:cubicBezTo>
                  <a:cubicBezTo>
                    <a:pt x="475" y="19"/>
                    <a:pt x="475" y="19"/>
                    <a:pt x="475" y="19"/>
                  </a:cubicBezTo>
                  <a:cubicBezTo>
                    <a:pt x="475" y="15"/>
                    <a:pt x="474" y="13"/>
                    <a:pt x="473" y="11"/>
                  </a:cubicBezTo>
                  <a:cubicBezTo>
                    <a:pt x="472" y="9"/>
                    <a:pt x="470" y="7"/>
                    <a:pt x="468" y="6"/>
                  </a:cubicBezTo>
                  <a:cubicBezTo>
                    <a:pt x="466" y="5"/>
                    <a:pt x="464" y="4"/>
                    <a:pt x="462" y="4"/>
                  </a:cubicBezTo>
                  <a:cubicBezTo>
                    <a:pt x="459" y="4"/>
                    <a:pt x="457" y="5"/>
                    <a:pt x="456" y="7"/>
                  </a:cubicBezTo>
                  <a:cubicBezTo>
                    <a:pt x="454" y="8"/>
                    <a:pt x="453" y="10"/>
                    <a:pt x="453" y="12"/>
                  </a:cubicBezTo>
                  <a:cubicBezTo>
                    <a:pt x="453" y="13"/>
                    <a:pt x="454" y="15"/>
                    <a:pt x="455" y="16"/>
                  </a:cubicBezTo>
                  <a:cubicBezTo>
                    <a:pt x="457" y="18"/>
                    <a:pt x="460" y="20"/>
                    <a:pt x="465" y="23"/>
                  </a:cubicBezTo>
                  <a:cubicBezTo>
                    <a:pt x="470" y="26"/>
                    <a:pt x="473" y="28"/>
                    <a:pt x="475" y="29"/>
                  </a:cubicBezTo>
                  <a:cubicBezTo>
                    <a:pt x="476" y="31"/>
                    <a:pt x="477" y="32"/>
                    <a:pt x="479" y="34"/>
                  </a:cubicBezTo>
                  <a:cubicBezTo>
                    <a:pt x="479" y="36"/>
                    <a:pt x="480" y="38"/>
                    <a:pt x="480" y="40"/>
                  </a:cubicBezTo>
                  <a:cubicBezTo>
                    <a:pt x="480" y="44"/>
                    <a:pt x="478" y="47"/>
                    <a:pt x="475" y="50"/>
                  </a:cubicBezTo>
                  <a:cubicBezTo>
                    <a:pt x="473" y="53"/>
                    <a:pt x="469" y="54"/>
                    <a:pt x="465" y="54"/>
                  </a:cubicBezTo>
                  <a:cubicBezTo>
                    <a:pt x="463" y="54"/>
                    <a:pt x="462" y="54"/>
                    <a:pt x="461" y="53"/>
                  </a:cubicBezTo>
                  <a:cubicBezTo>
                    <a:pt x="460" y="53"/>
                    <a:pt x="458" y="53"/>
                    <a:pt x="456" y="52"/>
                  </a:cubicBezTo>
                  <a:cubicBezTo>
                    <a:pt x="454" y="51"/>
                    <a:pt x="453" y="51"/>
                    <a:pt x="452" y="51"/>
                  </a:cubicBezTo>
                  <a:cubicBezTo>
                    <a:pt x="451" y="51"/>
                    <a:pt x="451" y="51"/>
                    <a:pt x="450" y="51"/>
                  </a:cubicBezTo>
                  <a:cubicBezTo>
                    <a:pt x="450" y="52"/>
                    <a:pt x="450" y="53"/>
                    <a:pt x="449" y="54"/>
                  </a:cubicBezTo>
                  <a:cubicBezTo>
                    <a:pt x="448" y="54"/>
                    <a:pt x="448" y="54"/>
                    <a:pt x="448" y="54"/>
                  </a:cubicBezTo>
                  <a:cubicBezTo>
                    <a:pt x="448" y="37"/>
                    <a:pt x="448" y="37"/>
                    <a:pt x="448" y="37"/>
                  </a:cubicBezTo>
                  <a:cubicBezTo>
                    <a:pt x="449" y="37"/>
                    <a:pt x="449" y="37"/>
                    <a:pt x="449" y="37"/>
                  </a:cubicBezTo>
                  <a:cubicBezTo>
                    <a:pt x="450" y="40"/>
                    <a:pt x="451" y="43"/>
                    <a:pt x="452" y="45"/>
                  </a:cubicBezTo>
                  <a:cubicBezTo>
                    <a:pt x="453" y="46"/>
                    <a:pt x="455" y="48"/>
                    <a:pt x="457" y="49"/>
                  </a:cubicBezTo>
                  <a:cubicBezTo>
                    <a:pt x="459" y="50"/>
                    <a:pt x="461" y="51"/>
                    <a:pt x="464" y="51"/>
                  </a:cubicBezTo>
                  <a:cubicBezTo>
                    <a:pt x="467" y="51"/>
                    <a:pt x="469" y="50"/>
                    <a:pt x="471" y="48"/>
                  </a:cubicBezTo>
                  <a:cubicBezTo>
                    <a:pt x="473" y="47"/>
                    <a:pt x="473" y="45"/>
                    <a:pt x="473" y="43"/>
                  </a:cubicBezTo>
                  <a:cubicBezTo>
                    <a:pt x="473" y="41"/>
                    <a:pt x="473" y="40"/>
                    <a:pt x="473" y="39"/>
                  </a:cubicBezTo>
                  <a:cubicBezTo>
                    <a:pt x="472" y="38"/>
                    <a:pt x="471" y="37"/>
                    <a:pt x="469" y="35"/>
                  </a:cubicBezTo>
                  <a:cubicBezTo>
                    <a:pt x="469" y="35"/>
                    <a:pt x="466" y="33"/>
                    <a:pt x="462" y="31"/>
                  </a:cubicBezTo>
                  <a:cubicBezTo>
                    <a:pt x="458" y="28"/>
                    <a:pt x="455" y="26"/>
                    <a:pt x="453" y="25"/>
                  </a:cubicBezTo>
                  <a:cubicBezTo>
                    <a:pt x="451" y="23"/>
                    <a:pt x="450" y="22"/>
                    <a:pt x="449" y="20"/>
                  </a:cubicBezTo>
                  <a:cubicBezTo>
                    <a:pt x="448" y="19"/>
                    <a:pt x="448" y="17"/>
                    <a:pt x="448" y="15"/>
                  </a:cubicBezTo>
                  <a:cubicBezTo>
                    <a:pt x="448" y="11"/>
                    <a:pt x="449" y="8"/>
                    <a:pt x="452" y="5"/>
                  </a:cubicBezTo>
                  <a:cubicBezTo>
                    <a:pt x="455" y="3"/>
                    <a:pt x="458" y="1"/>
                    <a:pt x="462" y="1"/>
                  </a:cubicBezTo>
                  <a:cubicBezTo>
                    <a:pt x="464" y="1"/>
                    <a:pt x="467" y="2"/>
                    <a:pt x="470" y="3"/>
                  </a:cubicBezTo>
                  <a:cubicBezTo>
                    <a:pt x="471" y="4"/>
                    <a:pt x="472" y="4"/>
                    <a:pt x="473" y="4"/>
                  </a:cubicBezTo>
                  <a:cubicBezTo>
                    <a:pt x="473" y="4"/>
                    <a:pt x="474" y="4"/>
                    <a:pt x="474" y="4"/>
                  </a:cubicBezTo>
                  <a:cubicBezTo>
                    <a:pt x="475" y="3"/>
                    <a:pt x="475" y="3"/>
                    <a:pt x="475" y="1"/>
                  </a:cubicBezTo>
                  <a:cubicBezTo>
                    <a:pt x="477" y="1"/>
                    <a:pt x="477" y="1"/>
                    <a:pt x="477" y="1"/>
                  </a:cubicBezTo>
                  <a:close/>
                  <a:moveTo>
                    <a:pt x="517" y="40"/>
                  </a:moveTo>
                  <a:cubicBezTo>
                    <a:pt x="517" y="44"/>
                    <a:pt x="515" y="48"/>
                    <a:pt x="512" y="50"/>
                  </a:cubicBezTo>
                  <a:cubicBezTo>
                    <a:pt x="510" y="53"/>
                    <a:pt x="507" y="54"/>
                    <a:pt x="504" y="54"/>
                  </a:cubicBezTo>
                  <a:cubicBezTo>
                    <a:pt x="500" y="54"/>
                    <a:pt x="497" y="52"/>
                    <a:pt x="494" y="49"/>
                  </a:cubicBezTo>
                  <a:cubicBezTo>
                    <a:pt x="491" y="46"/>
                    <a:pt x="490" y="41"/>
                    <a:pt x="490" y="36"/>
                  </a:cubicBezTo>
                  <a:cubicBezTo>
                    <a:pt x="490" y="31"/>
                    <a:pt x="492" y="26"/>
                    <a:pt x="495" y="23"/>
                  </a:cubicBezTo>
                  <a:cubicBezTo>
                    <a:pt x="498" y="19"/>
                    <a:pt x="501" y="17"/>
                    <a:pt x="506" y="17"/>
                  </a:cubicBezTo>
                  <a:cubicBezTo>
                    <a:pt x="509" y="17"/>
                    <a:pt x="512" y="18"/>
                    <a:pt x="514" y="20"/>
                  </a:cubicBezTo>
                  <a:cubicBezTo>
                    <a:pt x="516" y="22"/>
                    <a:pt x="517" y="24"/>
                    <a:pt x="517" y="26"/>
                  </a:cubicBezTo>
                  <a:cubicBezTo>
                    <a:pt x="517" y="27"/>
                    <a:pt x="517" y="27"/>
                    <a:pt x="516" y="28"/>
                  </a:cubicBezTo>
                  <a:cubicBezTo>
                    <a:pt x="516" y="29"/>
                    <a:pt x="515" y="29"/>
                    <a:pt x="514" y="29"/>
                  </a:cubicBezTo>
                  <a:cubicBezTo>
                    <a:pt x="512" y="29"/>
                    <a:pt x="511" y="29"/>
                    <a:pt x="511" y="27"/>
                  </a:cubicBezTo>
                  <a:cubicBezTo>
                    <a:pt x="510" y="27"/>
                    <a:pt x="510" y="26"/>
                    <a:pt x="510" y="25"/>
                  </a:cubicBezTo>
                  <a:cubicBezTo>
                    <a:pt x="510" y="23"/>
                    <a:pt x="509" y="22"/>
                    <a:pt x="508" y="21"/>
                  </a:cubicBezTo>
                  <a:cubicBezTo>
                    <a:pt x="507" y="21"/>
                    <a:pt x="506" y="20"/>
                    <a:pt x="505" y="20"/>
                  </a:cubicBezTo>
                  <a:cubicBezTo>
                    <a:pt x="502" y="20"/>
                    <a:pt x="500" y="21"/>
                    <a:pt x="499" y="23"/>
                  </a:cubicBezTo>
                  <a:cubicBezTo>
                    <a:pt x="497" y="25"/>
                    <a:pt x="496" y="29"/>
                    <a:pt x="496" y="33"/>
                  </a:cubicBezTo>
                  <a:cubicBezTo>
                    <a:pt x="496" y="37"/>
                    <a:pt x="497" y="40"/>
                    <a:pt x="499" y="43"/>
                  </a:cubicBezTo>
                  <a:cubicBezTo>
                    <a:pt x="501" y="47"/>
                    <a:pt x="503" y="48"/>
                    <a:pt x="507" y="48"/>
                  </a:cubicBezTo>
                  <a:cubicBezTo>
                    <a:pt x="509" y="48"/>
                    <a:pt x="511" y="47"/>
                    <a:pt x="513" y="46"/>
                  </a:cubicBezTo>
                  <a:cubicBezTo>
                    <a:pt x="514" y="45"/>
                    <a:pt x="515" y="43"/>
                    <a:pt x="517" y="40"/>
                  </a:cubicBezTo>
                  <a:cubicBezTo>
                    <a:pt x="517" y="40"/>
                    <a:pt x="517" y="40"/>
                    <a:pt x="517" y="40"/>
                  </a:cubicBezTo>
                  <a:close/>
                  <a:moveTo>
                    <a:pt x="534" y="0"/>
                  </a:moveTo>
                  <a:cubicBezTo>
                    <a:pt x="535" y="0"/>
                    <a:pt x="536" y="0"/>
                    <a:pt x="537" y="1"/>
                  </a:cubicBezTo>
                  <a:cubicBezTo>
                    <a:pt x="537" y="2"/>
                    <a:pt x="538" y="3"/>
                    <a:pt x="538" y="4"/>
                  </a:cubicBezTo>
                  <a:cubicBezTo>
                    <a:pt x="538" y="5"/>
                    <a:pt x="537" y="6"/>
                    <a:pt x="537" y="7"/>
                  </a:cubicBezTo>
                  <a:cubicBezTo>
                    <a:pt x="536" y="7"/>
                    <a:pt x="535" y="8"/>
                    <a:pt x="534" y="8"/>
                  </a:cubicBezTo>
                  <a:cubicBezTo>
                    <a:pt x="533" y="8"/>
                    <a:pt x="532" y="7"/>
                    <a:pt x="532" y="7"/>
                  </a:cubicBezTo>
                  <a:cubicBezTo>
                    <a:pt x="531" y="6"/>
                    <a:pt x="531" y="5"/>
                    <a:pt x="531" y="4"/>
                  </a:cubicBezTo>
                  <a:cubicBezTo>
                    <a:pt x="531" y="3"/>
                    <a:pt x="531" y="2"/>
                    <a:pt x="532" y="1"/>
                  </a:cubicBezTo>
                  <a:cubicBezTo>
                    <a:pt x="532" y="0"/>
                    <a:pt x="533" y="0"/>
                    <a:pt x="534" y="0"/>
                  </a:cubicBezTo>
                  <a:close/>
                  <a:moveTo>
                    <a:pt x="537" y="18"/>
                  </a:moveTo>
                  <a:cubicBezTo>
                    <a:pt x="537" y="45"/>
                    <a:pt x="537" y="45"/>
                    <a:pt x="537" y="45"/>
                  </a:cubicBezTo>
                  <a:cubicBezTo>
                    <a:pt x="537" y="47"/>
                    <a:pt x="537" y="49"/>
                    <a:pt x="537" y="49"/>
                  </a:cubicBezTo>
                  <a:cubicBezTo>
                    <a:pt x="538" y="50"/>
                    <a:pt x="538" y="51"/>
                    <a:pt x="539" y="51"/>
                  </a:cubicBezTo>
                  <a:cubicBezTo>
                    <a:pt x="539" y="51"/>
                    <a:pt x="540" y="51"/>
                    <a:pt x="542" y="51"/>
                  </a:cubicBezTo>
                  <a:cubicBezTo>
                    <a:pt x="542" y="53"/>
                    <a:pt x="542" y="53"/>
                    <a:pt x="542" y="53"/>
                  </a:cubicBezTo>
                  <a:cubicBezTo>
                    <a:pt x="526" y="53"/>
                    <a:pt x="526" y="53"/>
                    <a:pt x="526" y="53"/>
                  </a:cubicBezTo>
                  <a:cubicBezTo>
                    <a:pt x="526" y="51"/>
                    <a:pt x="526" y="51"/>
                    <a:pt x="526" y="51"/>
                  </a:cubicBezTo>
                  <a:cubicBezTo>
                    <a:pt x="527" y="51"/>
                    <a:pt x="529" y="51"/>
                    <a:pt x="529" y="51"/>
                  </a:cubicBezTo>
                  <a:cubicBezTo>
                    <a:pt x="529" y="51"/>
                    <a:pt x="530" y="50"/>
                    <a:pt x="530" y="49"/>
                  </a:cubicBezTo>
                  <a:cubicBezTo>
                    <a:pt x="531" y="49"/>
                    <a:pt x="531" y="47"/>
                    <a:pt x="531" y="45"/>
                  </a:cubicBezTo>
                  <a:cubicBezTo>
                    <a:pt x="531" y="32"/>
                    <a:pt x="531" y="32"/>
                    <a:pt x="531" y="32"/>
                  </a:cubicBezTo>
                  <a:cubicBezTo>
                    <a:pt x="531" y="28"/>
                    <a:pt x="531" y="26"/>
                    <a:pt x="530" y="25"/>
                  </a:cubicBezTo>
                  <a:cubicBezTo>
                    <a:pt x="530" y="24"/>
                    <a:pt x="530" y="23"/>
                    <a:pt x="529" y="23"/>
                  </a:cubicBezTo>
                  <a:cubicBezTo>
                    <a:pt x="529" y="23"/>
                    <a:pt x="529" y="23"/>
                    <a:pt x="528" y="23"/>
                  </a:cubicBezTo>
                  <a:cubicBezTo>
                    <a:pt x="527" y="23"/>
                    <a:pt x="526" y="23"/>
                    <a:pt x="525" y="23"/>
                  </a:cubicBezTo>
                  <a:cubicBezTo>
                    <a:pt x="525" y="22"/>
                    <a:pt x="525" y="22"/>
                    <a:pt x="525" y="22"/>
                  </a:cubicBezTo>
                  <a:cubicBezTo>
                    <a:pt x="535" y="18"/>
                    <a:pt x="535" y="18"/>
                    <a:pt x="535" y="18"/>
                  </a:cubicBezTo>
                  <a:cubicBezTo>
                    <a:pt x="537" y="18"/>
                    <a:pt x="537" y="18"/>
                    <a:pt x="537" y="18"/>
                  </a:cubicBezTo>
                  <a:close/>
                  <a:moveTo>
                    <a:pt x="555" y="31"/>
                  </a:moveTo>
                  <a:cubicBezTo>
                    <a:pt x="555" y="37"/>
                    <a:pt x="557" y="40"/>
                    <a:pt x="559" y="43"/>
                  </a:cubicBezTo>
                  <a:cubicBezTo>
                    <a:pt x="561" y="46"/>
                    <a:pt x="564" y="48"/>
                    <a:pt x="567" y="48"/>
                  </a:cubicBezTo>
                  <a:cubicBezTo>
                    <a:pt x="569" y="48"/>
                    <a:pt x="571" y="47"/>
                    <a:pt x="573" y="46"/>
                  </a:cubicBezTo>
                  <a:cubicBezTo>
                    <a:pt x="575" y="45"/>
                    <a:pt x="576" y="43"/>
                    <a:pt x="577" y="39"/>
                  </a:cubicBezTo>
                  <a:cubicBezTo>
                    <a:pt x="578" y="40"/>
                    <a:pt x="578" y="40"/>
                    <a:pt x="578" y="40"/>
                  </a:cubicBezTo>
                  <a:cubicBezTo>
                    <a:pt x="578" y="43"/>
                    <a:pt x="576" y="47"/>
                    <a:pt x="574" y="49"/>
                  </a:cubicBezTo>
                  <a:cubicBezTo>
                    <a:pt x="571" y="52"/>
                    <a:pt x="568" y="53"/>
                    <a:pt x="565" y="53"/>
                  </a:cubicBezTo>
                  <a:cubicBezTo>
                    <a:pt x="561" y="53"/>
                    <a:pt x="557" y="52"/>
                    <a:pt x="555" y="49"/>
                  </a:cubicBezTo>
                  <a:cubicBezTo>
                    <a:pt x="552" y="45"/>
                    <a:pt x="551" y="41"/>
                    <a:pt x="551" y="36"/>
                  </a:cubicBezTo>
                  <a:cubicBezTo>
                    <a:pt x="551" y="30"/>
                    <a:pt x="552" y="25"/>
                    <a:pt x="555" y="22"/>
                  </a:cubicBezTo>
                  <a:cubicBezTo>
                    <a:pt x="558" y="19"/>
                    <a:pt x="561" y="17"/>
                    <a:pt x="566" y="17"/>
                  </a:cubicBezTo>
                  <a:cubicBezTo>
                    <a:pt x="569" y="17"/>
                    <a:pt x="573" y="19"/>
                    <a:pt x="575" y="21"/>
                  </a:cubicBezTo>
                  <a:cubicBezTo>
                    <a:pt x="577" y="23"/>
                    <a:pt x="579" y="27"/>
                    <a:pt x="579" y="31"/>
                  </a:cubicBezTo>
                  <a:cubicBezTo>
                    <a:pt x="555" y="31"/>
                    <a:pt x="555" y="31"/>
                    <a:pt x="555" y="31"/>
                  </a:cubicBezTo>
                  <a:close/>
                  <a:moveTo>
                    <a:pt x="555" y="29"/>
                  </a:moveTo>
                  <a:cubicBezTo>
                    <a:pt x="571" y="29"/>
                    <a:pt x="571" y="29"/>
                    <a:pt x="571" y="29"/>
                  </a:cubicBezTo>
                  <a:cubicBezTo>
                    <a:pt x="571" y="27"/>
                    <a:pt x="570" y="26"/>
                    <a:pt x="570" y="25"/>
                  </a:cubicBezTo>
                  <a:cubicBezTo>
                    <a:pt x="569" y="24"/>
                    <a:pt x="568" y="23"/>
                    <a:pt x="567" y="22"/>
                  </a:cubicBezTo>
                  <a:cubicBezTo>
                    <a:pt x="566" y="21"/>
                    <a:pt x="565" y="21"/>
                    <a:pt x="563" y="21"/>
                  </a:cubicBezTo>
                  <a:cubicBezTo>
                    <a:pt x="561" y="21"/>
                    <a:pt x="560" y="21"/>
                    <a:pt x="558" y="23"/>
                  </a:cubicBezTo>
                  <a:cubicBezTo>
                    <a:pt x="557" y="24"/>
                    <a:pt x="555" y="27"/>
                    <a:pt x="555" y="29"/>
                  </a:cubicBezTo>
                  <a:close/>
                  <a:moveTo>
                    <a:pt x="595" y="25"/>
                  </a:moveTo>
                  <a:cubicBezTo>
                    <a:pt x="599" y="20"/>
                    <a:pt x="603" y="18"/>
                    <a:pt x="606" y="18"/>
                  </a:cubicBezTo>
                  <a:cubicBezTo>
                    <a:pt x="608" y="18"/>
                    <a:pt x="609" y="18"/>
                    <a:pt x="611" y="19"/>
                  </a:cubicBezTo>
                  <a:cubicBezTo>
                    <a:pt x="612" y="20"/>
                    <a:pt x="613" y="21"/>
                    <a:pt x="614" y="23"/>
                  </a:cubicBezTo>
                  <a:cubicBezTo>
                    <a:pt x="615" y="25"/>
                    <a:pt x="615" y="27"/>
                    <a:pt x="615" y="30"/>
                  </a:cubicBezTo>
                  <a:cubicBezTo>
                    <a:pt x="615" y="45"/>
                    <a:pt x="615" y="45"/>
                    <a:pt x="615" y="45"/>
                  </a:cubicBezTo>
                  <a:cubicBezTo>
                    <a:pt x="615" y="47"/>
                    <a:pt x="615" y="48"/>
                    <a:pt x="615" y="49"/>
                  </a:cubicBezTo>
                  <a:cubicBezTo>
                    <a:pt x="616" y="50"/>
                    <a:pt x="616" y="50"/>
                    <a:pt x="617" y="51"/>
                  </a:cubicBezTo>
                  <a:cubicBezTo>
                    <a:pt x="617" y="51"/>
                    <a:pt x="618" y="51"/>
                    <a:pt x="620" y="51"/>
                  </a:cubicBezTo>
                  <a:cubicBezTo>
                    <a:pt x="620" y="52"/>
                    <a:pt x="620" y="52"/>
                    <a:pt x="620" y="52"/>
                  </a:cubicBezTo>
                  <a:cubicBezTo>
                    <a:pt x="604" y="52"/>
                    <a:pt x="604" y="52"/>
                    <a:pt x="604" y="52"/>
                  </a:cubicBezTo>
                  <a:cubicBezTo>
                    <a:pt x="604" y="51"/>
                    <a:pt x="604" y="51"/>
                    <a:pt x="604" y="51"/>
                  </a:cubicBezTo>
                  <a:cubicBezTo>
                    <a:pt x="605" y="51"/>
                    <a:pt x="605" y="51"/>
                    <a:pt x="605" y="51"/>
                  </a:cubicBezTo>
                  <a:cubicBezTo>
                    <a:pt x="606" y="51"/>
                    <a:pt x="607" y="51"/>
                    <a:pt x="608" y="50"/>
                  </a:cubicBezTo>
                  <a:cubicBezTo>
                    <a:pt x="609" y="50"/>
                    <a:pt x="609" y="49"/>
                    <a:pt x="609" y="48"/>
                  </a:cubicBezTo>
                  <a:cubicBezTo>
                    <a:pt x="609" y="48"/>
                    <a:pt x="609" y="47"/>
                    <a:pt x="609" y="45"/>
                  </a:cubicBezTo>
                  <a:cubicBezTo>
                    <a:pt x="609" y="31"/>
                    <a:pt x="609" y="31"/>
                    <a:pt x="609" y="31"/>
                  </a:cubicBezTo>
                  <a:cubicBezTo>
                    <a:pt x="609" y="27"/>
                    <a:pt x="609" y="25"/>
                    <a:pt x="608" y="24"/>
                  </a:cubicBezTo>
                  <a:cubicBezTo>
                    <a:pt x="607" y="23"/>
                    <a:pt x="606" y="22"/>
                    <a:pt x="604" y="22"/>
                  </a:cubicBezTo>
                  <a:cubicBezTo>
                    <a:pt x="601" y="22"/>
                    <a:pt x="598" y="23"/>
                    <a:pt x="595" y="27"/>
                  </a:cubicBezTo>
                  <a:cubicBezTo>
                    <a:pt x="595" y="45"/>
                    <a:pt x="595" y="45"/>
                    <a:pt x="595" y="45"/>
                  </a:cubicBezTo>
                  <a:cubicBezTo>
                    <a:pt x="595" y="47"/>
                    <a:pt x="595" y="48"/>
                    <a:pt x="596" y="49"/>
                  </a:cubicBezTo>
                  <a:cubicBezTo>
                    <a:pt x="596" y="50"/>
                    <a:pt x="597" y="50"/>
                    <a:pt x="597" y="51"/>
                  </a:cubicBezTo>
                  <a:cubicBezTo>
                    <a:pt x="597" y="51"/>
                    <a:pt x="599" y="51"/>
                    <a:pt x="601" y="51"/>
                  </a:cubicBezTo>
                  <a:cubicBezTo>
                    <a:pt x="601" y="52"/>
                    <a:pt x="601" y="52"/>
                    <a:pt x="601" y="52"/>
                  </a:cubicBezTo>
                  <a:cubicBezTo>
                    <a:pt x="585" y="52"/>
                    <a:pt x="585" y="52"/>
                    <a:pt x="585" y="52"/>
                  </a:cubicBezTo>
                  <a:cubicBezTo>
                    <a:pt x="585" y="51"/>
                    <a:pt x="585" y="51"/>
                    <a:pt x="585" y="51"/>
                  </a:cubicBezTo>
                  <a:cubicBezTo>
                    <a:pt x="585" y="51"/>
                    <a:pt x="585" y="51"/>
                    <a:pt x="585" y="51"/>
                  </a:cubicBezTo>
                  <a:cubicBezTo>
                    <a:pt x="587" y="51"/>
                    <a:pt x="588" y="51"/>
                    <a:pt x="589" y="50"/>
                  </a:cubicBezTo>
                  <a:cubicBezTo>
                    <a:pt x="589" y="49"/>
                    <a:pt x="589" y="47"/>
                    <a:pt x="589" y="45"/>
                  </a:cubicBezTo>
                  <a:cubicBezTo>
                    <a:pt x="589" y="32"/>
                    <a:pt x="589" y="32"/>
                    <a:pt x="589" y="32"/>
                  </a:cubicBezTo>
                  <a:cubicBezTo>
                    <a:pt x="589" y="28"/>
                    <a:pt x="589" y="25"/>
                    <a:pt x="589" y="24"/>
                  </a:cubicBezTo>
                  <a:cubicBezTo>
                    <a:pt x="589" y="23"/>
                    <a:pt x="589" y="23"/>
                    <a:pt x="588" y="22"/>
                  </a:cubicBezTo>
                  <a:cubicBezTo>
                    <a:pt x="588" y="22"/>
                    <a:pt x="587" y="22"/>
                    <a:pt x="587" y="22"/>
                  </a:cubicBezTo>
                  <a:cubicBezTo>
                    <a:pt x="586" y="22"/>
                    <a:pt x="585" y="22"/>
                    <a:pt x="584" y="22"/>
                  </a:cubicBezTo>
                  <a:cubicBezTo>
                    <a:pt x="584" y="21"/>
                    <a:pt x="584" y="21"/>
                    <a:pt x="584" y="21"/>
                  </a:cubicBezTo>
                  <a:cubicBezTo>
                    <a:pt x="594" y="17"/>
                    <a:pt x="594" y="17"/>
                    <a:pt x="594" y="17"/>
                  </a:cubicBezTo>
                  <a:cubicBezTo>
                    <a:pt x="595" y="17"/>
                    <a:pt x="595" y="17"/>
                    <a:pt x="595" y="17"/>
                  </a:cubicBezTo>
                  <a:cubicBezTo>
                    <a:pt x="595" y="25"/>
                    <a:pt x="595" y="25"/>
                    <a:pt x="595" y="25"/>
                  </a:cubicBezTo>
                  <a:close/>
                  <a:moveTo>
                    <a:pt x="654" y="40"/>
                  </a:moveTo>
                  <a:cubicBezTo>
                    <a:pt x="653" y="44"/>
                    <a:pt x="651" y="48"/>
                    <a:pt x="649" y="50"/>
                  </a:cubicBezTo>
                  <a:cubicBezTo>
                    <a:pt x="646" y="53"/>
                    <a:pt x="643" y="54"/>
                    <a:pt x="640" y="54"/>
                  </a:cubicBezTo>
                  <a:cubicBezTo>
                    <a:pt x="637" y="54"/>
                    <a:pt x="633" y="52"/>
                    <a:pt x="631" y="49"/>
                  </a:cubicBezTo>
                  <a:cubicBezTo>
                    <a:pt x="628" y="46"/>
                    <a:pt x="627" y="41"/>
                    <a:pt x="627" y="36"/>
                  </a:cubicBezTo>
                  <a:cubicBezTo>
                    <a:pt x="627" y="31"/>
                    <a:pt x="628" y="26"/>
                    <a:pt x="631" y="23"/>
                  </a:cubicBezTo>
                  <a:cubicBezTo>
                    <a:pt x="634" y="19"/>
                    <a:pt x="638" y="17"/>
                    <a:pt x="642" y="17"/>
                  </a:cubicBezTo>
                  <a:cubicBezTo>
                    <a:pt x="645" y="17"/>
                    <a:pt x="648" y="18"/>
                    <a:pt x="650" y="20"/>
                  </a:cubicBezTo>
                  <a:cubicBezTo>
                    <a:pt x="652" y="22"/>
                    <a:pt x="653" y="24"/>
                    <a:pt x="653" y="26"/>
                  </a:cubicBezTo>
                  <a:cubicBezTo>
                    <a:pt x="653" y="27"/>
                    <a:pt x="653" y="27"/>
                    <a:pt x="653" y="28"/>
                  </a:cubicBezTo>
                  <a:cubicBezTo>
                    <a:pt x="652" y="29"/>
                    <a:pt x="651" y="29"/>
                    <a:pt x="650" y="29"/>
                  </a:cubicBezTo>
                  <a:cubicBezTo>
                    <a:pt x="649" y="29"/>
                    <a:pt x="648" y="29"/>
                    <a:pt x="647" y="27"/>
                  </a:cubicBezTo>
                  <a:cubicBezTo>
                    <a:pt x="647" y="27"/>
                    <a:pt x="646" y="26"/>
                    <a:pt x="646" y="25"/>
                  </a:cubicBezTo>
                  <a:cubicBezTo>
                    <a:pt x="646" y="23"/>
                    <a:pt x="645" y="22"/>
                    <a:pt x="645" y="21"/>
                  </a:cubicBezTo>
                  <a:cubicBezTo>
                    <a:pt x="644" y="21"/>
                    <a:pt x="643" y="20"/>
                    <a:pt x="641" y="20"/>
                  </a:cubicBezTo>
                  <a:cubicBezTo>
                    <a:pt x="639" y="20"/>
                    <a:pt x="637" y="21"/>
                    <a:pt x="635" y="23"/>
                  </a:cubicBezTo>
                  <a:cubicBezTo>
                    <a:pt x="633" y="25"/>
                    <a:pt x="633" y="29"/>
                    <a:pt x="633" y="33"/>
                  </a:cubicBezTo>
                  <a:cubicBezTo>
                    <a:pt x="633" y="37"/>
                    <a:pt x="633" y="40"/>
                    <a:pt x="635" y="43"/>
                  </a:cubicBezTo>
                  <a:cubicBezTo>
                    <a:pt x="637" y="47"/>
                    <a:pt x="640" y="48"/>
                    <a:pt x="643" y="48"/>
                  </a:cubicBezTo>
                  <a:cubicBezTo>
                    <a:pt x="645" y="48"/>
                    <a:pt x="647" y="47"/>
                    <a:pt x="649" y="46"/>
                  </a:cubicBezTo>
                  <a:cubicBezTo>
                    <a:pt x="651" y="45"/>
                    <a:pt x="652" y="43"/>
                    <a:pt x="654" y="40"/>
                  </a:cubicBezTo>
                  <a:cubicBezTo>
                    <a:pt x="654" y="40"/>
                    <a:pt x="654" y="40"/>
                    <a:pt x="654" y="40"/>
                  </a:cubicBezTo>
                  <a:close/>
                  <a:moveTo>
                    <a:pt x="668" y="31"/>
                  </a:moveTo>
                  <a:cubicBezTo>
                    <a:pt x="668" y="37"/>
                    <a:pt x="669" y="40"/>
                    <a:pt x="671" y="43"/>
                  </a:cubicBezTo>
                  <a:cubicBezTo>
                    <a:pt x="674" y="46"/>
                    <a:pt x="677" y="48"/>
                    <a:pt x="680" y="48"/>
                  </a:cubicBezTo>
                  <a:cubicBezTo>
                    <a:pt x="682" y="48"/>
                    <a:pt x="684" y="47"/>
                    <a:pt x="685" y="46"/>
                  </a:cubicBezTo>
                  <a:cubicBezTo>
                    <a:pt x="687" y="45"/>
                    <a:pt x="688" y="43"/>
                    <a:pt x="689" y="39"/>
                  </a:cubicBezTo>
                  <a:cubicBezTo>
                    <a:pt x="691" y="40"/>
                    <a:pt x="691" y="40"/>
                    <a:pt x="691" y="40"/>
                  </a:cubicBezTo>
                  <a:cubicBezTo>
                    <a:pt x="690" y="43"/>
                    <a:pt x="689" y="47"/>
                    <a:pt x="686" y="49"/>
                  </a:cubicBezTo>
                  <a:cubicBezTo>
                    <a:pt x="684" y="52"/>
                    <a:pt x="681" y="53"/>
                    <a:pt x="677" y="53"/>
                  </a:cubicBezTo>
                  <a:cubicBezTo>
                    <a:pt x="673" y="53"/>
                    <a:pt x="670" y="52"/>
                    <a:pt x="667" y="49"/>
                  </a:cubicBezTo>
                  <a:cubicBezTo>
                    <a:pt x="664" y="45"/>
                    <a:pt x="663" y="41"/>
                    <a:pt x="663" y="36"/>
                  </a:cubicBezTo>
                  <a:cubicBezTo>
                    <a:pt x="663" y="30"/>
                    <a:pt x="665" y="25"/>
                    <a:pt x="667" y="22"/>
                  </a:cubicBezTo>
                  <a:cubicBezTo>
                    <a:pt x="670" y="19"/>
                    <a:pt x="674" y="17"/>
                    <a:pt x="678" y="17"/>
                  </a:cubicBezTo>
                  <a:cubicBezTo>
                    <a:pt x="682" y="17"/>
                    <a:pt x="685" y="19"/>
                    <a:pt x="687" y="21"/>
                  </a:cubicBezTo>
                  <a:cubicBezTo>
                    <a:pt x="690" y="23"/>
                    <a:pt x="691" y="27"/>
                    <a:pt x="691" y="31"/>
                  </a:cubicBezTo>
                  <a:cubicBezTo>
                    <a:pt x="668" y="31"/>
                    <a:pt x="668" y="31"/>
                    <a:pt x="668" y="31"/>
                  </a:cubicBezTo>
                  <a:close/>
                  <a:moveTo>
                    <a:pt x="668" y="29"/>
                  </a:moveTo>
                  <a:cubicBezTo>
                    <a:pt x="683" y="29"/>
                    <a:pt x="683" y="29"/>
                    <a:pt x="683" y="29"/>
                  </a:cubicBezTo>
                  <a:cubicBezTo>
                    <a:pt x="683" y="27"/>
                    <a:pt x="683" y="26"/>
                    <a:pt x="682" y="25"/>
                  </a:cubicBezTo>
                  <a:cubicBezTo>
                    <a:pt x="682" y="24"/>
                    <a:pt x="681" y="23"/>
                    <a:pt x="679" y="22"/>
                  </a:cubicBezTo>
                  <a:cubicBezTo>
                    <a:pt x="678" y="21"/>
                    <a:pt x="677" y="21"/>
                    <a:pt x="676" y="21"/>
                  </a:cubicBezTo>
                  <a:cubicBezTo>
                    <a:pt x="674" y="21"/>
                    <a:pt x="672" y="21"/>
                    <a:pt x="671" y="23"/>
                  </a:cubicBezTo>
                  <a:cubicBezTo>
                    <a:pt x="669" y="24"/>
                    <a:pt x="668" y="27"/>
                    <a:pt x="668" y="29"/>
                  </a:cubicBezTo>
                  <a:close/>
                  <a:moveTo>
                    <a:pt x="731" y="48"/>
                  </a:moveTo>
                  <a:cubicBezTo>
                    <a:pt x="728" y="51"/>
                    <a:pt x="726" y="52"/>
                    <a:pt x="725" y="53"/>
                  </a:cubicBezTo>
                  <a:cubicBezTo>
                    <a:pt x="724" y="53"/>
                    <a:pt x="722" y="53"/>
                    <a:pt x="721" y="53"/>
                  </a:cubicBezTo>
                  <a:cubicBezTo>
                    <a:pt x="719" y="53"/>
                    <a:pt x="717" y="53"/>
                    <a:pt x="715" y="51"/>
                  </a:cubicBezTo>
                  <a:cubicBezTo>
                    <a:pt x="714" y="49"/>
                    <a:pt x="713" y="47"/>
                    <a:pt x="713" y="45"/>
                  </a:cubicBezTo>
                  <a:cubicBezTo>
                    <a:pt x="713" y="43"/>
                    <a:pt x="714" y="41"/>
                    <a:pt x="715" y="40"/>
                  </a:cubicBezTo>
                  <a:cubicBezTo>
                    <a:pt x="715" y="39"/>
                    <a:pt x="717" y="37"/>
                    <a:pt x="720" y="35"/>
                  </a:cubicBezTo>
                  <a:cubicBezTo>
                    <a:pt x="722" y="34"/>
                    <a:pt x="726" y="32"/>
                    <a:pt x="732" y="30"/>
                  </a:cubicBezTo>
                  <a:cubicBezTo>
                    <a:pt x="732" y="29"/>
                    <a:pt x="732" y="29"/>
                    <a:pt x="732" y="29"/>
                  </a:cubicBezTo>
                  <a:cubicBezTo>
                    <a:pt x="732" y="25"/>
                    <a:pt x="731" y="23"/>
                    <a:pt x="730" y="22"/>
                  </a:cubicBezTo>
                  <a:cubicBezTo>
                    <a:pt x="729" y="21"/>
                    <a:pt x="728" y="20"/>
                    <a:pt x="726" y="20"/>
                  </a:cubicBezTo>
                  <a:cubicBezTo>
                    <a:pt x="724" y="20"/>
                    <a:pt x="723" y="20"/>
                    <a:pt x="722" y="21"/>
                  </a:cubicBezTo>
                  <a:cubicBezTo>
                    <a:pt x="721" y="22"/>
                    <a:pt x="721" y="23"/>
                    <a:pt x="721" y="24"/>
                  </a:cubicBezTo>
                  <a:cubicBezTo>
                    <a:pt x="721" y="26"/>
                    <a:pt x="721" y="26"/>
                    <a:pt x="721" y="26"/>
                  </a:cubicBezTo>
                  <a:cubicBezTo>
                    <a:pt x="721" y="27"/>
                    <a:pt x="721" y="28"/>
                    <a:pt x="720" y="29"/>
                  </a:cubicBezTo>
                  <a:cubicBezTo>
                    <a:pt x="720" y="29"/>
                    <a:pt x="719" y="29"/>
                    <a:pt x="718" y="29"/>
                  </a:cubicBezTo>
                  <a:cubicBezTo>
                    <a:pt x="717" y="29"/>
                    <a:pt x="717" y="29"/>
                    <a:pt x="716" y="29"/>
                  </a:cubicBezTo>
                  <a:cubicBezTo>
                    <a:pt x="716" y="28"/>
                    <a:pt x="715" y="27"/>
                    <a:pt x="715" y="26"/>
                  </a:cubicBezTo>
                  <a:cubicBezTo>
                    <a:pt x="715" y="24"/>
                    <a:pt x="717" y="22"/>
                    <a:pt x="719" y="20"/>
                  </a:cubicBezTo>
                  <a:cubicBezTo>
                    <a:pt x="721" y="18"/>
                    <a:pt x="724" y="17"/>
                    <a:pt x="727" y="17"/>
                  </a:cubicBezTo>
                  <a:cubicBezTo>
                    <a:pt x="730" y="17"/>
                    <a:pt x="733" y="17"/>
                    <a:pt x="735" y="19"/>
                  </a:cubicBezTo>
                  <a:cubicBezTo>
                    <a:pt x="736" y="19"/>
                    <a:pt x="737" y="21"/>
                    <a:pt x="738" y="22"/>
                  </a:cubicBezTo>
                  <a:cubicBezTo>
                    <a:pt x="738" y="23"/>
                    <a:pt x="739" y="25"/>
                    <a:pt x="739" y="29"/>
                  </a:cubicBezTo>
                  <a:cubicBezTo>
                    <a:pt x="739" y="40"/>
                    <a:pt x="739" y="40"/>
                    <a:pt x="739" y="40"/>
                  </a:cubicBezTo>
                  <a:cubicBezTo>
                    <a:pt x="739" y="43"/>
                    <a:pt x="739" y="45"/>
                    <a:pt x="739" y="46"/>
                  </a:cubicBezTo>
                  <a:cubicBezTo>
                    <a:pt x="739" y="47"/>
                    <a:pt x="739" y="47"/>
                    <a:pt x="739" y="48"/>
                  </a:cubicBezTo>
                  <a:cubicBezTo>
                    <a:pt x="739" y="48"/>
                    <a:pt x="739" y="48"/>
                    <a:pt x="740" y="48"/>
                  </a:cubicBezTo>
                  <a:cubicBezTo>
                    <a:pt x="740" y="48"/>
                    <a:pt x="741" y="48"/>
                    <a:pt x="741" y="48"/>
                  </a:cubicBezTo>
                  <a:cubicBezTo>
                    <a:pt x="741" y="47"/>
                    <a:pt x="743" y="47"/>
                    <a:pt x="744" y="45"/>
                  </a:cubicBezTo>
                  <a:cubicBezTo>
                    <a:pt x="744" y="47"/>
                    <a:pt x="744" y="47"/>
                    <a:pt x="744" y="47"/>
                  </a:cubicBezTo>
                  <a:cubicBezTo>
                    <a:pt x="741" y="51"/>
                    <a:pt x="739" y="53"/>
                    <a:pt x="736" y="53"/>
                  </a:cubicBezTo>
                  <a:cubicBezTo>
                    <a:pt x="735" y="53"/>
                    <a:pt x="734" y="52"/>
                    <a:pt x="733" y="51"/>
                  </a:cubicBezTo>
                  <a:cubicBezTo>
                    <a:pt x="732" y="51"/>
                    <a:pt x="731" y="50"/>
                    <a:pt x="731" y="48"/>
                  </a:cubicBezTo>
                  <a:close/>
                  <a:moveTo>
                    <a:pt x="731" y="45"/>
                  </a:moveTo>
                  <a:cubicBezTo>
                    <a:pt x="731" y="33"/>
                    <a:pt x="731" y="33"/>
                    <a:pt x="731" y="33"/>
                  </a:cubicBezTo>
                  <a:cubicBezTo>
                    <a:pt x="728" y="34"/>
                    <a:pt x="725" y="35"/>
                    <a:pt x="725" y="36"/>
                  </a:cubicBezTo>
                  <a:cubicBezTo>
                    <a:pt x="723" y="37"/>
                    <a:pt x="721" y="38"/>
                    <a:pt x="721" y="39"/>
                  </a:cubicBezTo>
                  <a:cubicBezTo>
                    <a:pt x="720" y="41"/>
                    <a:pt x="719" y="42"/>
                    <a:pt x="719" y="43"/>
                  </a:cubicBezTo>
                  <a:cubicBezTo>
                    <a:pt x="719" y="45"/>
                    <a:pt x="720" y="47"/>
                    <a:pt x="721" y="48"/>
                  </a:cubicBezTo>
                  <a:cubicBezTo>
                    <a:pt x="722" y="49"/>
                    <a:pt x="723" y="49"/>
                    <a:pt x="725" y="49"/>
                  </a:cubicBezTo>
                  <a:cubicBezTo>
                    <a:pt x="726" y="49"/>
                    <a:pt x="729" y="48"/>
                    <a:pt x="731" y="45"/>
                  </a:cubicBezTo>
                  <a:close/>
                  <a:moveTo>
                    <a:pt x="759" y="25"/>
                  </a:moveTo>
                  <a:cubicBezTo>
                    <a:pt x="763" y="20"/>
                    <a:pt x="766" y="18"/>
                    <a:pt x="769" y="18"/>
                  </a:cubicBezTo>
                  <a:cubicBezTo>
                    <a:pt x="771" y="18"/>
                    <a:pt x="773" y="18"/>
                    <a:pt x="774" y="19"/>
                  </a:cubicBezTo>
                  <a:cubicBezTo>
                    <a:pt x="775" y="20"/>
                    <a:pt x="777" y="21"/>
                    <a:pt x="777" y="23"/>
                  </a:cubicBezTo>
                  <a:cubicBezTo>
                    <a:pt x="778" y="25"/>
                    <a:pt x="778" y="27"/>
                    <a:pt x="778" y="30"/>
                  </a:cubicBezTo>
                  <a:cubicBezTo>
                    <a:pt x="778" y="45"/>
                    <a:pt x="778" y="45"/>
                    <a:pt x="778" y="45"/>
                  </a:cubicBezTo>
                  <a:cubicBezTo>
                    <a:pt x="778" y="47"/>
                    <a:pt x="778" y="48"/>
                    <a:pt x="779" y="49"/>
                  </a:cubicBezTo>
                  <a:cubicBezTo>
                    <a:pt x="779" y="50"/>
                    <a:pt x="779" y="50"/>
                    <a:pt x="780" y="51"/>
                  </a:cubicBezTo>
                  <a:cubicBezTo>
                    <a:pt x="780" y="51"/>
                    <a:pt x="781" y="51"/>
                    <a:pt x="783" y="51"/>
                  </a:cubicBezTo>
                  <a:cubicBezTo>
                    <a:pt x="783" y="52"/>
                    <a:pt x="783" y="52"/>
                    <a:pt x="783" y="52"/>
                  </a:cubicBezTo>
                  <a:cubicBezTo>
                    <a:pt x="767" y="52"/>
                    <a:pt x="767" y="52"/>
                    <a:pt x="767" y="52"/>
                  </a:cubicBezTo>
                  <a:cubicBezTo>
                    <a:pt x="767" y="51"/>
                    <a:pt x="767" y="51"/>
                    <a:pt x="767" y="51"/>
                  </a:cubicBezTo>
                  <a:cubicBezTo>
                    <a:pt x="768" y="51"/>
                    <a:pt x="768" y="51"/>
                    <a:pt x="768" y="51"/>
                  </a:cubicBezTo>
                  <a:cubicBezTo>
                    <a:pt x="769" y="51"/>
                    <a:pt x="770" y="51"/>
                    <a:pt x="771" y="50"/>
                  </a:cubicBezTo>
                  <a:cubicBezTo>
                    <a:pt x="772" y="50"/>
                    <a:pt x="772" y="49"/>
                    <a:pt x="772" y="48"/>
                  </a:cubicBezTo>
                  <a:cubicBezTo>
                    <a:pt x="772" y="48"/>
                    <a:pt x="772" y="47"/>
                    <a:pt x="772" y="45"/>
                  </a:cubicBezTo>
                  <a:cubicBezTo>
                    <a:pt x="772" y="31"/>
                    <a:pt x="772" y="31"/>
                    <a:pt x="772" y="31"/>
                  </a:cubicBezTo>
                  <a:cubicBezTo>
                    <a:pt x="772" y="27"/>
                    <a:pt x="772" y="25"/>
                    <a:pt x="771" y="24"/>
                  </a:cubicBezTo>
                  <a:cubicBezTo>
                    <a:pt x="770" y="23"/>
                    <a:pt x="769" y="22"/>
                    <a:pt x="767" y="22"/>
                  </a:cubicBezTo>
                  <a:cubicBezTo>
                    <a:pt x="764" y="22"/>
                    <a:pt x="761" y="23"/>
                    <a:pt x="759" y="27"/>
                  </a:cubicBezTo>
                  <a:cubicBezTo>
                    <a:pt x="759" y="45"/>
                    <a:pt x="759" y="45"/>
                    <a:pt x="759" y="45"/>
                  </a:cubicBezTo>
                  <a:cubicBezTo>
                    <a:pt x="759" y="47"/>
                    <a:pt x="759" y="48"/>
                    <a:pt x="759" y="49"/>
                  </a:cubicBezTo>
                  <a:cubicBezTo>
                    <a:pt x="759" y="50"/>
                    <a:pt x="760" y="50"/>
                    <a:pt x="760" y="51"/>
                  </a:cubicBezTo>
                  <a:cubicBezTo>
                    <a:pt x="761" y="51"/>
                    <a:pt x="762" y="51"/>
                    <a:pt x="764" y="51"/>
                  </a:cubicBezTo>
                  <a:cubicBezTo>
                    <a:pt x="764" y="52"/>
                    <a:pt x="764" y="52"/>
                    <a:pt x="764" y="52"/>
                  </a:cubicBezTo>
                  <a:cubicBezTo>
                    <a:pt x="748" y="52"/>
                    <a:pt x="748" y="52"/>
                    <a:pt x="748" y="52"/>
                  </a:cubicBezTo>
                  <a:cubicBezTo>
                    <a:pt x="748" y="51"/>
                    <a:pt x="748" y="51"/>
                    <a:pt x="748" y="51"/>
                  </a:cubicBezTo>
                  <a:cubicBezTo>
                    <a:pt x="749" y="51"/>
                    <a:pt x="749" y="51"/>
                    <a:pt x="749" y="51"/>
                  </a:cubicBezTo>
                  <a:cubicBezTo>
                    <a:pt x="750" y="51"/>
                    <a:pt x="751" y="51"/>
                    <a:pt x="752" y="50"/>
                  </a:cubicBezTo>
                  <a:cubicBezTo>
                    <a:pt x="752" y="49"/>
                    <a:pt x="753" y="47"/>
                    <a:pt x="753" y="45"/>
                  </a:cubicBezTo>
                  <a:cubicBezTo>
                    <a:pt x="753" y="32"/>
                    <a:pt x="753" y="32"/>
                    <a:pt x="753" y="32"/>
                  </a:cubicBezTo>
                  <a:cubicBezTo>
                    <a:pt x="753" y="28"/>
                    <a:pt x="753" y="25"/>
                    <a:pt x="752" y="24"/>
                  </a:cubicBezTo>
                  <a:cubicBezTo>
                    <a:pt x="752" y="23"/>
                    <a:pt x="752" y="23"/>
                    <a:pt x="751" y="22"/>
                  </a:cubicBezTo>
                  <a:cubicBezTo>
                    <a:pt x="751" y="22"/>
                    <a:pt x="751" y="22"/>
                    <a:pt x="750" y="22"/>
                  </a:cubicBezTo>
                  <a:cubicBezTo>
                    <a:pt x="749" y="22"/>
                    <a:pt x="748" y="22"/>
                    <a:pt x="747" y="22"/>
                  </a:cubicBezTo>
                  <a:cubicBezTo>
                    <a:pt x="747" y="21"/>
                    <a:pt x="747" y="21"/>
                    <a:pt x="747" y="21"/>
                  </a:cubicBezTo>
                  <a:cubicBezTo>
                    <a:pt x="757" y="17"/>
                    <a:pt x="757" y="17"/>
                    <a:pt x="757" y="17"/>
                  </a:cubicBezTo>
                  <a:cubicBezTo>
                    <a:pt x="759" y="17"/>
                    <a:pt x="759" y="17"/>
                    <a:pt x="759" y="17"/>
                  </a:cubicBezTo>
                  <a:cubicBezTo>
                    <a:pt x="759" y="25"/>
                    <a:pt x="759" y="25"/>
                    <a:pt x="759" y="25"/>
                  </a:cubicBezTo>
                  <a:close/>
                  <a:moveTo>
                    <a:pt x="812" y="49"/>
                  </a:moveTo>
                  <a:cubicBezTo>
                    <a:pt x="811" y="51"/>
                    <a:pt x="809" y="52"/>
                    <a:pt x="807" y="53"/>
                  </a:cubicBezTo>
                  <a:cubicBezTo>
                    <a:pt x="806" y="53"/>
                    <a:pt x="804" y="54"/>
                    <a:pt x="803" y="54"/>
                  </a:cubicBezTo>
                  <a:cubicBezTo>
                    <a:pt x="799" y="54"/>
                    <a:pt x="796" y="52"/>
                    <a:pt x="793" y="49"/>
                  </a:cubicBezTo>
                  <a:cubicBezTo>
                    <a:pt x="791" y="46"/>
                    <a:pt x="789" y="42"/>
                    <a:pt x="789" y="37"/>
                  </a:cubicBezTo>
                  <a:cubicBezTo>
                    <a:pt x="789" y="32"/>
                    <a:pt x="791" y="28"/>
                    <a:pt x="794" y="24"/>
                  </a:cubicBezTo>
                  <a:cubicBezTo>
                    <a:pt x="797" y="20"/>
                    <a:pt x="801" y="18"/>
                    <a:pt x="805" y="18"/>
                  </a:cubicBezTo>
                  <a:cubicBezTo>
                    <a:pt x="808" y="18"/>
                    <a:pt x="810" y="19"/>
                    <a:pt x="812" y="21"/>
                  </a:cubicBezTo>
                  <a:cubicBezTo>
                    <a:pt x="812" y="14"/>
                    <a:pt x="812" y="14"/>
                    <a:pt x="812" y="14"/>
                  </a:cubicBezTo>
                  <a:cubicBezTo>
                    <a:pt x="812" y="10"/>
                    <a:pt x="812" y="8"/>
                    <a:pt x="812" y="7"/>
                  </a:cubicBezTo>
                  <a:cubicBezTo>
                    <a:pt x="812" y="6"/>
                    <a:pt x="811" y="5"/>
                    <a:pt x="811" y="5"/>
                  </a:cubicBezTo>
                  <a:cubicBezTo>
                    <a:pt x="811" y="5"/>
                    <a:pt x="810" y="5"/>
                    <a:pt x="809" y="5"/>
                  </a:cubicBezTo>
                  <a:cubicBezTo>
                    <a:pt x="809" y="5"/>
                    <a:pt x="808" y="5"/>
                    <a:pt x="807" y="5"/>
                  </a:cubicBezTo>
                  <a:cubicBezTo>
                    <a:pt x="807" y="4"/>
                    <a:pt x="807" y="4"/>
                    <a:pt x="807" y="4"/>
                  </a:cubicBezTo>
                  <a:cubicBezTo>
                    <a:pt x="816" y="0"/>
                    <a:pt x="816" y="0"/>
                    <a:pt x="816" y="0"/>
                  </a:cubicBezTo>
                  <a:cubicBezTo>
                    <a:pt x="818" y="0"/>
                    <a:pt x="818" y="0"/>
                    <a:pt x="818" y="0"/>
                  </a:cubicBezTo>
                  <a:cubicBezTo>
                    <a:pt x="818" y="39"/>
                    <a:pt x="818" y="39"/>
                    <a:pt x="818" y="39"/>
                  </a:cubicBezTo>
                  <a:cubicBezTo>
                    <a:pt x="818" y="43"/>
                    <a:pt x="818" y="45"/>
                    <a:pt x="818" y="46"/>
                  </a:cubicBezTo>
                  <a:cubicBezTo>
                    <a:pt x="818" y="47"/>
                    <a:pt x="819" y="48"/>
                    <a:pt x="819" y="48"/>
                  </a:cubicBezTo>
                  <a:cubicBezTo>
                    <a:pt x="819" y="49"/>
                    <a:pt x="820" y="49"/>
                    <a:pt x="820" y="49"/>
                  </a:cubicBezTo>
                  <a:cubicBezTo>
                    <a:pt x="821" y="49"/>
                    <a:pt x="822" y="48"/>
                    <a:pt x="823" y="48"/>
                  </a:cubicBezTo>
                  <a:cubicBezTo>
                    <a:pt x="823" y="49"/>
                    <a:pt x="823" y="49"/>
                    <a:pt x="823" y="49"/>
                  </a:cubicBezTo>
                  <a:cubicBezTo>
                    <a:pt x="813" y="53"/>
                    <a:pt x="813" y="53"/>
                    <a:pt x="813" y="53"/>
                  </a:cubicBezTo>
                  <a:cubicBezTo>
                    <a:pt x="812" y="53"/>
                    <a:pt x="812" y="53"/>
                    <a:pt x="812" y="53"/>
                  </a:cubicBezTo>
                  <a:cubicBezTo>
                    <a:pt x="812" y="49"/>
                    <a:pt x="812" y="49"/>
                    <a:pt x="812" y="49"/>
                  </a:cubicBezTo>
                  <a:close/>
                  <a:moveTo>
                    <a:pt x="812" y="46"/>
                  </a:moveTo>
                  <a:cubicBezTo>
                    <a:pt x="812" y="29"/>
                    <a:pt x="812" y="29"/>
                    <a:pt x="812" y="29"/>
                  </a:cubicBezTo>
                  <a:cubicBezTo>
                    <a:pt x="812" y="27"/>
                    <a:pt x="812" y="25"/>
                    <a:pt x="811" y="24"/>
                  </a:cubicBezTo>
                  <a:cubicBezTo>
                    <a:pt x="810" y="23"/>
                    <a:pt x="809" y="22"/>
                    <a:pt x="808" y="21"/>
                  </a:cubicBezTo>
                  <a:cubicBezTo>
                    <a:pt x="807" y="20"/>
                    <a:pt x="806" y="20"/>
                    <a:pt x="805" y="20"/>
                  </a:cubicBezTo>
                  <a:cubicBezTo>
                    <a:pt x="803" y="20"/>
                    <a:pt x="801" y="21"/>
                    <a:pt x="799" y="23"/>
                  </a:cubicBezTo>
                  <a:cubicBezTo>
                    <a:pt x="797" y="25"/>
                    <a:pt x="796" y="29"/>
                    <a:pt x="796" y="34"/>
                  </a:cubicBezTo>
                  <a:cubicBezTo>
                    <a:pt x="796" y="39"/>
                    <a:pt x="797" y="43"/>
                    <a:pt x="799" y="45"/>
                  </a:cubicBezTo>
                  <a:cubicBezTo>
                    <a:pt x="801" y="48"/>
                    <a:pt x="803" y="49"/>
                    <a:pt x="806" y="49"/>
                  </a:cubicBezTo>
                  <a:cubicBezTo>
                    <a:pt x="808" y="50"/>
                    <a:pt x="810" y="49"/>
                    <a:pt x="812" y="46"/>
                  </a:cubicBezTo>
                  <a:close/>
                  <a:moveTo>
                    <a:pt x="883" y="3"/>
                  </a:moveTo>
                  <a:cubicBezTo>
                    <a:pt x="883" y="14"/>
                    <a:pt x="883" y="14"/>
                    <a:pt x="883" y="14"/>
                  </a:cubicBezTo>
                  <a:cubicBezTo>
                    <a:pt x="882" y="14"/>
                    <a:pt x="882" y="14"/>
                    <a:pt x="882" y="14"/>
                  </a:cubicBezTo>
                  <a:cubicBezTo>
                    <a:pt x="882" y="12"/>
                    <a:pt x="881" y="11"/>
                    <a:pt x="881" y="10"/>
                  </a:cubicBezTo>
                  <a:cubicBezTo>
                    <a:pt x="880" y="8"/>
                    <a:pt x="879" y="7"/>
                    <a:pt x="878" y="7"/>
                  </a:cubicBezTo>
                  <a:cubicBezTo>
                    <a:pt x="877" y="6"/>
                    <a:pt x="875" y="5"/>
                    <a:pt x="873" y="5"/>
                  </a:cubicBezTo>
                  <a:cubicBezTo>
                    <a:pt x="867" y="5"/>
                    <a:pt x="867" y="5"/>
                    <a:pt x="867" y="5"/>
                  </a:cubicBezTo>
                  <a:cubicBezTo>
                    <a:pt x="867" y="44"/>
                    <a:pt x="867" y="44"/>
                    <a:pt x="867" y="44"/>
                  </a:cubicBezTo>
                  <a:cubicBezTo>
                    <a:pt x="867" y="47"/>
                    <a:pt x="867" y="49"/>
                    <a:pt x="867" y="49"/>
                  </a:cubicBezTo>
                  <a:cubicBezTo>
                    <a:pt x="868" y="51"/>
                    <a:pt x="870" y="51"/>
                    <a:pt x="871" y="51"/>
                  </a:cubicBezTo>
                  <a:cubicBezTo>
                    <a:pt x="873" y="51"/>
                    <a:pt x="873" y="51"/>
                    <a:pt x="873" y="51"/>
                  </a:cubicBezTo>
                  <a:cubicBezTo>
                    <a:pt x="873" y="52"/>
                    <a:pt x="873" y="52"/>
                    <a:pt x="873" y="52"/>
                  </a:cubicBezTo>
                  <a:cubicBezTo>
                    <a:pt x="853" y="52"/>
                    <a:pt x="853" y="52"/>
                    <a:pt x="853" y="52"/>
                  </a:cubicBezTo>
                  <a:cubicBezTo>
                    <a:pt x="853" y="51"/>
                    <a:pt x="853" y="51"/>
                    <a:pt x="853" y="51"/>
                  </a:cubicBezTo>
                  <a:cubicBezTo>
                    <a:pt x="854" y="51"/>
                    <a:pt x="854" y="51"/>
                    <a:pt x="854" y="51"/>
                  </a:cubicBezTo>
                  <a:cubicBezTo>
                    <a:pt x="856" y="51"/>
                    <a:pt x="858" y="50"/>
                    <a:pt x="859" y="49"/>
                  </a:cubicBezTo>
                  <a:cubicBezTo>
                    <a:pt x="859" y="48"/>
                    <a:pt x="859" y="47"/>
                    <a:pt x="859" y="43"/>
                  </a:cubicBezTo>
                  <a:cubicBezTo>
                    <a:pt x="859" y="5"/>
                    <a:pt x="859" y="5"/>
                    <a:pt x="859" y="5"/>
                  </a:cubicBezTo>
                  <a:cubicBezTo>
                    <a:pt x="853" y="5"/>
                    <a:pt x="853" y="5"/>
                    <a:pt x="853" y="5"/>
                  </a:cubicBezTo>
                  <a:cubicBezTo>
                    <a:pt x="851" y="5"/>
                    <a:pt x="849" y="5"/>
                    <a:pt x="849" y="6"/>
                  </a:cubicBezTo>
                  <a:cubicBezTo>
                    <a:pt x="847" y="6"/>
                    <a:pt x="846" y="7"/>
                    <a:pt x="845" y="9"/>
                  </a:cubicBezTo>
                  <a:cubicBezTo>
                    <a:pt x="845" y="10"/>
                    <a:pt x="844" y="12"/>
                    <a:pt x="844" y="14"/>
                  </a:cubicBezTo>
                  <a:cubicBezTo>
                    <a:pt x="843" y="14"/>
                    <a:pt x="843" y="14"/>
                    <a:pt x="843" y="14"/>
                  </a:cubicBezTo>
                  <a:cubicBezTo>
                    <a:pt x="843" y="3"/>
                    <a:pt x="843" y="3"/>
                    <a:pt x="843" y="3"/>
                  </a:cubicBezTo>
                  <a:cubicBezTo>
                    <a:pt x="883" y="3"/>
                    <a:pt x="883" y="3"/>
                    <a:pt x="883" y="3"/>
                  </a:cubicBezTo>
                  <a:close/>
                  <a:moveTo>
                    <a:pt x="891" y="31"/>
                  </a:moveTo>
                  <a:cubicBezTo>
                    <a:pt x="891" y="37"/>
                    <a:pt x="893" y="40"/>
                    <a:pt x="895" y="43"/>
                  </a:cubicBezTo>
                  <a:cubicBezTo>
                    <a:pt x="897" y="46"/>
                    <a:pt x="900" y="48"/>
                    <a:pt x="903" y="48"/>
                  </a:cubicBezTo>
                  <a:cubicBezTo>
                    <a:pt x="905" y="48"/>
                    <a:pt x="907" y="47"/>
                    <a:pt x="909" y="46"/>
                  </a:cubicBezTo>
                  <a:cubicBezTo>
                    <a:pt x="911" y="45"/>
                    <a:pt x="912" y="43"/>
                    <a:pt x="913" y="39"/>
                  </a:cubicBezTo>
                  <a:cubicBezTo>
                    <a:pt x="914" y="40"/>
                    <a:pt x="914" y="40"/>
                    <a:pt x="914" y="40"/>
                  </a:cubicBezTo>
                  <a:cubicBezTo>
                    <a:pt x="914" y="43"/>
                    <a:pt x="912" y="47"/>
                    <a:pt x="910" y="49"/>
                  </a:cubicBezTo>
                  <a:cubicBezTo>
                    <a:pt x="907" y="52"/>
                    <a:pt x="904" y="53"/>
                    <a:pt x="901" y="53"/>
                  </a:cubicBezTo>
                  <a:cubicBezTo>
                    <a:pt x="897" y="53"/>
                    <a:pt x="893" y="52"/>
                    <a:pt x="891" y="49"/>
                  </a:cubicBezTo>
                  <a:cubicBezTo>
                    <a:pt x="888" y="45"/>
                    <a:pt x="887" y="41"/>
                    <a:pt x="887" y="36"/>
                  </a:cubicBezTo>
                  <a:cubicBezTo>
                    <a:pt x="887" y="30"/>
                    <a:pt x="888" y="25"/>
                    <a:pt x="891" y="22"/>
                  </a:cubicBezTo>
                  <a:cubicBezTo>
                    <a:pt x="894" y="19"/>
                    <a:pt x="897" y="17"/>
                    <a:pt x="902" y="17"/>
                  </a:cubicBezTo>
                  <a:cubicBezTo>
                    <a:pt x="905" y="17"/>
                    <a:pt x="909" y="19"/>
                    <a:pt x="911" y="21"/>
                  </a:cubicBezTo>
                  <a:cubicBezTo>
                    <a:pt x="913" y="23"/>
                    <a:pt x="915" y="27"/>
                    <a:pt x="915" y="31"/>
                  </a:cubicBezTo>
                  <a:cubicBezTo>
                    <a:pt x="891" y="31"/>
                    <a:pt x="891" y="31"/>
                    <a:pt x="891" y="31"/>
                  </a:cubicBezTo>
                  <a:close/>
                  <a:moveTo>
                    <a:pt x="891" y="29"/>
                  </a:moveTo>
                  <a:cubicBezTo>
                    <a:pt x="907" y="29"/>
                    <a:pt x="907" y="29"/>
                    <a:pt x="907" y="29"/>
                  </a:cubicBezTo>
                  <a:cubicBezTo>
                    <a:pt x="907" y="27"/>
                    <a:pt x="906" y="26"/>
                    <a:pt x="906" y="25"/>
                  </a:cubicBezTo>
                  <a:cubicBezTo>
                    <a:pt x="905" y="24"/>
                    <a:pt x="904" y="23"/>
                    <a:pt x="903" y="22"/>
                  </a:cubicBezTo>
                  <a:cubicBezTo>
                    <a:pt x="902" y="21"/>
                    <a:pt x="901" y="21"/>
                    <a:pt x="899" y="21"/>
                  </a:cubicBezTo>
                  <a:cubicBezTo>
                    <a:pt x="897" y="21"/>
                    <a:pt x="896" y="21"/>
                    <a:pt x="894" y="23"/>
                  </a:cubicBezTo>
                  <a:cubicBezTo>
                    <a:pt x="893" y="24"/>
                    <a:pt x="892" y="27"/>
                    <a:pt x="891"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7" name="Freeform 35"/>
            <p:cNvSpPr>
              <a:spLocks noEditPoints="1"/>
            </p:cNvSpPr>
            <p:nvPr/>
          </p:nvSpPr>
          <p:spPr bwMode="auto">
            <a:xfrm>
              <a:off x="10679175" y="4943779"/>
              <a:ext cx="873125" cy="103188"/>
            </a:xfrm>
            <a:custGeom>
              <a:avLst/>
              <a:gdLst>
                <a:gd name="T0" fmla="*/ 23 w 586"/>
                <a:gd name="T1" fmla="*/ 21 h 69"/>
                <a:gd name="T2" fmla="*/ 8 w 586"/>
                <a:gd name="T3" fmla="*/ 24 h 69"/>
                <a:gd name="T4" fmla="*/ 45 w 586"/>
                <a:gd name="T5" fmla="*/ 26 h 69"/>
                <a:gd name="T6" fmla="*/ 66 w 586"/>
                <a:gd name="T7" fmla="*/ 52 h 69"/>
                <a:gd name="T8" fmla="*/ 58 w 586"/>
                <a:gd name="T9" fmla="*/ 46 h 69"/>
                <a:gd name="T10" fmla="*/ 46 w 586"/>
                <a:gd name="T11" fmla="*/ 50 h 69"/>
                <a:gd name="T12" fmla="*/ 40 w 586"/>
                <a:gd name="T13" fmla="*/ 46 h 69"/>
                <a:gd name="T14" fmla="*/ 45 w 586"/>
                <a:gd name="T15" fmla="*/ 1 h 69"/>
                <a:gd name="T16" fmla="*/ 106 w 586"/>
                <a:gd name="T17" fmla="*/ 52 h 69"/>
                <a:gd name="T18" fmla="*/ 98 w 586"/>
                <a:gd name="T19" fmla="*/ 46 h 69"/>
                <a:gd name="T20" fmla="*/ 90 w 586"/>
                <a:gd name="T21" fmla="*/ 52 h 69"/>
                <a:gd name="T22" fmla="*/ 78 w 586"/>
                <a:gd name="T23" fmla="*/ 25 h 69"/>
                <a:gd name="T24" fmla="*/ 132 w 586"/>
                <a:gd name="T25" fmla="*/ 19 h 69"/>
                <a:gd name="T26" fmla="*/ 118 w 586"/>
                <a:gd name="T27" fmla="*/ 28 h 69"/>
                <a:gd name="T28" fmla="*/ 133 w 586"/>
                <a:gd name="T29" fmla="*/ 52 h 69"/>
                <a:gd name="T30" fmla="*/ 169 w 586"/>
                <a:gd name="T31" fmla="*/ 52 h 69"/>
                <a:gd name="T32" fmla="*/ 161 w 586"/>
                <a:gd name="T33" fmla="*/ 15 h 69"/>
                <a:gd name="T34" fmla="*/ 167 w 586"/>
                <a:gd name="T35" fmla="*/ 1 h 69"/>
                <a:gd name="T36" fmla="*/ 181 w 586"/>
                <a:gd name="T37" fmla="*/ 38 h 69"/>
                <a:gd name="T38" fmla="*/ 189 w 586"/>
                <a:gd name="T39" fmla="*/ 47 h 69"/>
                <a:gd name="T40" fmla="*/ 222 w 586"/>
                <a:gd name="T41" fmla="*/ 31 h 69"/>
                <a:gd name="T42" fmla="*/ 252 w 586"/>
                <a:gd name="T43" fmla="*/ 24 h 69"/>
                <a:gd name="T44" fmla="*/ 228 w 586"/>
                <a:gd name="T45" fmla="*/ 44 h 69"/>
                <a:gd name="T46" fmla="*/ 249 w 586"/>
                <a:gd name="T47" fmla="*/ 64 h 69"/>
                <a:gd name="T48" fmla="*/ 223 w 586"/>
                <a:gd name="T49" fmla="*/ 48 h 69"/>
                <a:gd name="T50" fmla="*/ 240 w 586"/>
                <a:gd name="T51" fmla="*/ 39 h 69"/>
                <a:gd name="T52" fmla="*/ 238 w 586"/>
                <a:gd name="T53" fmla="*/ 66 h 69"/>
                <a:gd name="T54" fmla="*/ 274 w 586"/>
                <a:gd name="T55" fmla="*/ 21 h 69"/>
                <a:gd name="T56" fmla="*/ 286 w 586"/>
                <a:gd name="T57" fmla="*/ 21 h 69"/>
                <a:gd name="T58" fmla="*/ 290 w 586"/>
                <a:gd name="T59" fmla="*/ 25 h 69"/>
                <a:gd name="T60" fmla="*/ 267 w 586"/>
                <a:gd name="T61" fmla="*/ 62 h 69"/>
                <a:gd name="T62" fmla="*/ 258 w 586"/>
                <a:gd name="T63" fmla="*/ 20 h 69"/>
                <a:gd name="T64" fmla="*/ 319 w 586"/>
                <a:gd name="T65" fmla="*/ 49 h 69"/>
                <a:gd name="T66" fmla="*/ 322 w 586"/>
                <a:gd name="T67" fmla="*/ 34 h 69"/>
                <a:gd name="T68" fmla="*/ 368 w 586"/>
                <a:gd name="T69" fmla="*/ 45 h 69"/>
                <a:gd name="T70" fmla="*/ 360 w 586"/>
                <a:gd name="T71" fmla="*/ 52 h 69"/>
                <a:gd name="T72" fmla="*/ 364 w 586"/>
                <a:gd name="T73" fmla="*/ 8 h 69"/>
                <a:gd name="T74" fmla="*/ 378 w 586"/>
                <a:gd name="T75" fmla="*/ 6 h 69"/>
                <a:gd name="T76" fmla="*/ 377 w 586"/>
                <a:gd name="T77" fmla="*/ 22 h 69"/>
                <a:gd name="T78" fmla="*/ 408 w 586"/>
                <a:gd name="T79" fmla="*/ 16 h 69"/>
                <a:gd name="T80" fmla="*/ 433 w 586"/>
                <a:gd name="T81" fmla="*/ 52 h 69"/>
                <a:gd name="T82" fmla="*/ 435 w 586"/>
                <a:gd name="T83" fmla="*/ 6 h 69"/>
                <a:gd name="T84" fmla="*/ 476 w 586"/>
                <a:gd name="T85" fmla="*/ 20 h 69"/>
                <a:gd name="T86" fmla="*/ 468 w 586"/>
                <a:gd name="T87" fmla="*/ 54 h 69"/>
                <a:gd name="T88" fmla="*/ 472 w 586"/>
                <a:gd name="T89" fmla="*/ 24 h 69"/>
                <a:gd name="T90" fmla="*/ 466 w 586"/>
                <a:gd name="T91" fmla="*/ 54 h 69"/>
                <a:gd name="T92" fmla="*/ 454 w 586"/>
                <a:gd name="T93" fmla="*/ 6 h 69"/>
                <a:gd name="T94" fmla="*/ 502 w 586"/>
                <a:gd name="T95" fmla="*/ 5 h 69"/>
                <a:gd name="T96" fmla="*/ 502 w 586"/>
                <a:gd name="T97" fmla="*/ 46 h 69"/>
                <a:gd name="T98" fmla="*/ 495 w 586"/>
                <a:gd name="T99" fmla="*/ 50 h 69"/>
                <a:gd name="T100" fmla="*/ 500 w 586"/>
                <a:gd name="T101" fmla="*/ 19 h 69"/>
                <a:gd name="T102" fmla="*/ 544 w 586"/>
                <a:gd name="T103" fmla="*/ 50 h 69"/>
                <a:gd name="T104" fmla="*/ 538 w 586"/>
                <a:gd name="T105" fmla="*/ 49 h 69"/>
                <a:gd name="T106" fmla="*/ 526 w 586"/>
                <a:gd name="T107" fmla="*/ 52 h 69"/>
                <a:gd name="T108" fmla="*/ 518 w 586"/>
                <a:gd name="T109" fmla="*/ 33 h 69"/>
                <a:gd name="T110" fmla="*/ 524 w 586"/>
                <a:gd name="T111" fmla="*/ 26 h 69"/>
                <a:gd name="T112" fmla="*/ 574 w 586"/>
                <a:gd name="T113" fmla="*/ 31 h 69"/>
                <a:gd name="T114" fmla="*/ 560 w 586"/>
                <a:gd name="T115" fmla="*/ 30 h 69"/>
                <a:gd name="T116" fmla="*/ 580 w 586"/>
                <a:gd name="T117" fmla="*/ 41 h 69"/>
                <a:gd name="T118" fmla="*/ 575 w 586"/>
                <a:gd name="T119" fmla="*/ 52 h 69"/>
                <a:gd name="T120" fmla="*/ 566 w 586"/>
                <a:gd name="T121" fmla="*/ 5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86" h="69">
                  <a:moveTo>
                    <a:pt x="27" y="41"/>
                  </a:moveTo>
                  <a:cubicBezTo>
                    <a:pt x="26" y="45"/>
                    <a:pt x="24" y="49"/>
                    <a:pt x="22" y="51"/>
                  </a:cubicBezTo>
                  <a:cubicBezTo>
                    <a:pt x="19" y="54"/>
                    <a:pt x="16" y="55"/>
                    <a:pt x="13" y="55"/>
                  </a:cubicBezTo>
                  <a:cubicBezTo>
                    <a:pt x="10" y="55"/>
                    <a:pt x="6" y="53"/>
                    <a:pt x="4" y="50"/>
                  </a:cubicBezTo>
                  <a:cubicBezTo>
                    <a:pt x="1" y="47"/>
                    <a:pt x="0" y="42"/>
                    <a:pt x="0" y="37"/>
                  </a:cubicBezTo>
                  <a:cubicBezTo>
                    <a:pt x="0" y="32"/>
                    <a:pt x="1" y="27"/>
                    <a:pt x="4" y="24"/>
                  </a:cubicBezTo>
                  <a:cubicBezTo>
                    <a:pt x="7" y="20"/>
                    <a:pt x="11" y="18"/>
                    <a:pt x="15" y="18"/>
                  </a:cubicBezTo>
                  <a:cubicBezTo>
                    <a:pt x="18" y="18"/>
                    <a:pt x="21" y="19"/>
                    <a:pt x="23" y="21"/>
                  </a:cubicBezTo>
                  <a:cubicBezTo>
                    <a:pt x="25" y="23"/>
                    <a:pt x="26" y="25"/>
                    <a:pt x="26" y="27"/>
                  </a:cubicBezTo>
                  <a:cubicBezTo>
                    <a:pt x="26" y="28"/>
                    <a:pt x="26" y="28"/>
                    <a:pt x="26" y="29"/>
                  </a:cubicBezTo>
                  <a:cubicBezTo>
                    <a:pt x="25" y="30"/>
                    <a:pt x="24" y="30"/>
                    <a:pt x="23" y="30"/>
                  </a:cubicBezTo>
                  <a:cubicBezTo>
                    <a:pt x="22" y="30"/>
                    <a:pt x="21" y="30"/>
                    <a:pt x="20" y="28"/>
                  </a:cubicBezTo>
                  <a:cubicBezTo>
                    <a:pt x="20" y="28"/>
                    <a:pt x="19" y="27"/>
                    <a:pt x="19" y="26"/>
                  </a:cubicBezTo>
                  <a:cubicBezTo>
                    <a:pt x="19" y="24"/>
                    <a:pt x="18" y="23"/>
                    <a:pt x="18" y="22"/>
                  </a:cubicBezTo>
                  <a:cubicBezTo>
                    <a:pt x="17" y="22"/>
                    <a:pt x="16" y="21"/>
                    <a:pt x="14" y="21"/>
                  </a:cubicBezTo>
                  <a:cubicBezTo>
                    <a:pt x="12" y="21"/>
                    <a:pt x="10" y="22"/>
                    <a:pt x="8" y="24"/>
                  </a:cubicBezTo>
                  <a:cubicBezTo>
                    <a:pt x="6" y="26"/>
                    <a:pt x="6" y="30"/>
                    <a:pt x="6" y="34"/>
                  </a:cubicBezTo>
                  <a:cubicBezTo>
                    <a:pt x="6" y="38"/>
                    <a:pt x="6" y="41"/>
                    <a:pt x="8" y="44"/>
                  </a:cubicBezTo>
                  <a:cubicBezTo>
                    <a:pt x="10" y="48"/>
                    <a:pt x="13" y="49"/>
                    <a:pt x="16" y="49"/>
                  </a:cubicBezTo>
                  <a:cubicBezTo>
                    <a:pt x="18" y="49"/>
                    <a:pt x="20" y="48"/>
                    <a:pt x="22" y="47"/>
                  </a:cubicBezTo>
                  <a:cubicBezTo>
                    <a:pt x="24" y="46"/>
                    <a:pt x="25" y="44"/>
                    <a:pt x="27" y="41"/>
                  </a:cubicBezTo>
                  <a:cubicBezTo>
                    <a:pt x="27" y="41"/>
                    <a:pt x="27" y="41"/>
                    <a:pt x="27" y="41"/>
                  </a:cubicBezTo>
                  <a:close/>
                  <a:moveTo>
                    <a:pt x="45" y="1"/>
                  </a:moveTo>
                  <a:cubicBezTo>
                    <a:pt x="45" y="26"/>
                    <a:pt x="45" y="26"/>
                    <a:pt x="45" y="26"/>
                  </a:cubicBezTo>
                  <a:cubicBezTo>
                    <a:pt x="48" y="22"/>
                    <a:pt x="50" y="21"/>
                    <a:pt x="51" y="20"/>
                  </a:cubicBezTo>
                  <a:cubicBezTo>
                    <a:pt x="53" y="19"/>
                    <a:pt x="54" y="18"/>
                    <a:pt x="56" y="18"/>
                  </a:cubicBezTo>
                  <a:cubicBezTo>
                    <a:pt x="58" y="18"/>
                    <a:pt x="60" y="19"/>
                    <a:pt x="61" y="20"/>
                  </a:cubicBezTo>
                  <a:cubicBezTo>
                    <a:pt x="62" y="21"/>
                    <a:pt x="63" y="23"/>
                    <a:pt x="64" y="25"/>
                  </a:cubicBezTo>
                  <a:cubicBezTo>
                    <a:pt x="64" y="27"/>
                    <a:pt x="64" y="30"/>
                    <a:pt x="64" y="34"/>
                  </a:cubicBezTo>
                  <a:cubicBezTo>
                    <a:pt x="64" y="46"/>
                    <a:pt x="64" y="46"/>
                    <a:pt x="64" y="46"/>
                  </a:cubicBezTo>
                  <a:cubicBezTo>
                    <a:pt x="64" y="48"/>
                    <a:pt x="64" y="50"/>
                    <a:pt x="65" y="50"/>
                  </a:cubicBezTo>
                  <a:cubicBezTo>
                    <a:pt x="65" y="51"/>
                    <a:pt x="66" y="52"/>
                    <a:pt x="66" y="52"/>
                  </a:cubicBezTo>
                  <a:cubicBezTo>
                    <a:pt x="66" y="52"/>
                    <a:pt x="68" y="52"/>
                    <a:pt x="69" y="52"/>
                  </a:cubicBezTo>
                  <a:cubicBezTo>
                    <a:pt x="69" y="54"/>
                    <a:pt x="69" y="54"/>
                    <a:pt x="69" y="54"/>
                  </a:cubicBezTo>
                  <a:cubicBezTo>
                    <a:pt x="53" y="54"/>
                    <a:pt x="53" y="54"/>
                    <a:pt x="53" y="54"/>
                  </a:cubicBezTo>
                  <a:cubicBezTo>
                    <a:pt x="53" y="52"/>
                    <a:pt x="53" y="52"/>
                    <a:pt x="53" y="52"/>
                  </a:cubicBezTo>
                  <a:cubicBezTo>
                    <a:pt x="54" y="52"/>
                    <a:pt x="54" y="52"/>
                    <a:pt x="54" y="52"/>
                  </a:cubicBezTo>
                  <a:cubicBezTo>
                    <a:pt x="56" y="52"/>
                    <a:pt x="56" y="52"/>
                    <a:pt x="57" y="52"/>
                  </a:cubicBezTo>
                  <a:cubicBezTo>
                    <a:pt x="58" y="51"/>
                    <a:pt x="58" y="50"/>
                    <a:pt x="58" y="50"/>
                  </a:cubicBezTo>
                  <a:cubicBezTo>
                    <a:pt x="58" y="49"/>
                    <a:pt x="58" y="48"/>
                    <a:pt x="58" y="46"/>
                  </a:cubicBezTo>
                  <a:cubicBezTo>
                    <a:pt x="58" y="34"/>
                    <a:pt x="58" y="34"/>
                    <a:pt x="58" y="34"/>
                  </a:cubicBezTo>
                  <a:cubicBezTo>
                    <a:pt x="58" y="30"/>
                    <a:pt x="58" y="28"/>
                    <a:pt x="58" y="27"/>
                  </a:cubicBezTo>
                  <a:cubicBezTo>
                    <a:pt x="58" y="26"/>
                    <a:pt x="57" y="25"/>
                    <a:pt x="56" y="24"/>
                  </a:cubicBezTo>
                  <a:cubicBezTo>
                    <a:pt x="56" y="24"/>
                    <a:pt x="55" y="23"/>
                    <a:pt x="54" y="23"/>
                  </a:cubicBezTo>
                  <a:cubicBezTo>
                    <a:pt x="52" y="23"/>
                    <a:pt x="51" y="24"/>
                    <a:pt x="50" y="24"/>
                  </a:cubicBezTo>
                  <a:cubicBezTo>
                    <a:pt x="49" y="25"/>
                    <a:pt x="47" y="26"/>
                    <a:pt x="46" y="28"/>
                  </a:cubicBezTo>
                  <a:cubicBezTo>
                    <a:pt x="46" y="46"/>
                    <a:pt x="46" y="46"/>
                    <a:pt x="46" y="46"/>
                  </a:cubicBezTo>
                  <a:cubicBezTo>
                    <a:pt x="46" y="48"/>
                    <a:pt x="46" y="50"/>
                    <a:pt x="46" y="50"/>
                  </a:cubicBezTo>
                  <a:cubicBezTo>
                    <a:pt x="46" y="51"/>
                    <a:pt x="47" y="52"/>
                    <a:pt x="47" y="52"/>
                  </a:cubicBezTo>
                  <a:cubicBezTo>
                    <a:pt x="48" y="52"/>
                    <a:pt x="49" y="52"/>
                    <a:pt x="51" y="52"/>
                  </a:cubicBezTo>
                  <a:cubicBezTo>
                    <a:pt x="51" y="54"/>
                    <a:pt x="51" y="54"/>
                    <a:pt x="51" y="54"/>
                  </a:cubicBezTo>
                  <a:cubicBezTo>
                    <a:pt x="34" y="54"/>
                    <a:pt x="34" y="54"/>
                    <a:pt x="34" y="54"/>
                  </a:cubicBezTo>
                  <a:cubicBezTo>
                    <a:pt x="34" y="52"/>
                    <a:pt x="34" y="52"/>
                    <a:pt x="34" y="52"/>
                  </a:cubicBezTo>
                  <a:cubicBezTo>
                    <a:pt x="36" y="52"/>
                    <a:pt x="37" y="52"/>
                    <a:pt x="38" y="52"/>
                  </a:cubicBezTo>
                  <a:cubicBezTo>
                    <a:pt x="38" y="51"/>
                    <a:pt x="39" y="51"/>
                    <a:pt x="39" y="50"/>
                  </a:cubicBezTo>
                  <a:cubicBezTo>
                    <a:pt x="40" y="49"/>
                    <a:pt x="40" y="48"/>
                    <a:pt x="40" y="46"/>
                  </a:cubicBezTo>
                  <a:cubicBezTo>
                    <a:pt x="40" y="15"/>
                    <a:pt x="40" y="15"/>
                    <a:pt x="40" y="15"/>
                  </a:cubicBezTo>
                  <a:cubicBezTo>
                    <a:pt x="40" y="11"/>
                    <a:pt x="40" y="8"/>
                    <a:pt x="39" y="8"/>
                  </a:cubicBezTo>
                  <a:cubicBezTo>
                    <a:pt x="39" y="7"/>
                    <a:pt x="39" y="6"/>
                    <a:pt x="38" y="6"/>
                  </a:cubicBezTo>
                  <a:cubicBezTo>
                    <a:pt x="38" y="5"/>
                    <a:pt x="38" y="5"/>
                    <a:pt x="37" y="5"/>
                  </a:cubicBezTo>
                  <a:cubicBezTo>
                    <a:pt x="36" y="5"/>
                    <a:pt x="36" y="5"/>
                    <a:pt x="34" y="6"/>
                  </a:cubicBezTo>
                  <a:cubicBezTo>
                    <a:pt x="34" y="4"/>
                    <a:pt x="34" y="4"/>
                    <a:pt x="34" y="4"/>
                  </a:cubicBezTo>
                  <a:cubicBezTo>
                    <a:pt x="44" y="0"/>
                    <a:pt x="44" y="0"/>
                    <a:pt x="44" y="0"/>
                  </a:cubicBezTo>
                  <a:cubicBezTo>
                    <a:pt x="45" y="1"/>
                    <a:pt x="45" y="1"/>
                    <a:pt x="45" y="1"/>
                  </a:cubicBezTo>
                  <a:close/>
                  <a:moveTo>
                    <a:pt x="85" y="26"/>
                  </a:moveTo>
                  <a:cubicBezTo>
                    <a:pt x="89" y="21"/>
                    <a:pt x="92" y="19"/>
                    <a:pt x="96" y="19"/>
                  </a:cubicBezTo>
                  <a:cubicBezTo>
                    <a:pt x="97" y="19"/>
                    <a:pt x="99" y="19"/>
                    <a:pt x="100" y="20"/>
                  </a:cubicBezTo>
                  <a:cubicBezTo>
                    <a:pt x="102" y="21"/>
                    <a:pt x="103" y="22"/>
                    <a:pt x="104" y="24"/>
                  </a:cubicBezTo>
                  <a:cubicBezTo>
                    <a:pt x="104" y="26"/>
                    <a:pt x="104" y="28"/>
                    <a:pt x="104" y="31"/>
                  </a:cubicBezTo>
                  <a:cubicBezTo>
                    <a:pt x="104" y="46"/>
                    <a:pt x="104" y="46"/>
                    <a:pt x="104" y="46"/>
                  </a:cubicBezTo>
                  <a:cubicBezTo>
                    <a:pt x="104" y="48"/>
                    <a:pt x="104" y="49"/>
                    <a:pt x="105" y="50"/>
                  </a:cubicBezTo>
                  <a:cubicBezTo>
                    <a:pt x="105" y="51"/>
                    <a:pt x="106" y="51"/>
                    <a:pt x="106" y="52"/>
                  </a:cubicBezTo>
                  <a:cubicBezTo>
                    <a:pt x="106" y="52"/>
                    <a:pt x="108" y="52"/>
                    <a:pt x="109" y="52"/>
                  </a:cubicBezTo>
                  <a:cubicBezTo>
                    <a:pt x="109" y="53"/>
                    <a:pt x="109" y="53"/>
                    <a:pt x="109" y="53"/>
                  </a:cubicBezTo>
                  <a:cubicBezTo>
                    <a:pt x="93" y="53"/>
                    <a:pt x="93" y="53"/>
                    <a:pt x="93" y="53"/>
                  </a:cubicBezTo>
                  <a:cubicBezTo>
                    <a:pt x="93" y="52"/>
                    <a:pt x="93" y="52"/>
                    <a:pt x="93" y="52"/>
                  </a:cubicBezTo>
                  <a:cubicBezTo>
                    <a:pt x="94" y="52"/>
                    <a:pt x="94" y="52"/>
                    <a:pt x="94" y="52"/>
                  </a:cubicBezTo>
                  <a:cubicBezTo>
                    <a:pt x="96" y="52"/>
                    <a:pt x="96" y="52"/>
                    <a:pt x="97" y="51"/>
                  </a:cubicBezTo>
                  <a:cubicBezTo>
                    <a:pt x="98" y="51"/>
                    <a:pt x="98" y="50"/>
                    <a:pt x="98" y="49"/>
                  </a:cubicBezTo>
                  <a:cubicBezTo>
                    <a:pt x="98" y="49"/>
                    <a:pt x="98" y="48"/>
                    <a:pt x="98" y="46"/>
                  </a:cubicBezTo>
                  <a:cubicBezTo>
                    <a:pt x="98" y="32"/>
                    <a:pt x="98" y="32"/>
                    <a:pt x="98" y="32"/>
                  </a:cubicBezTo>
                  <a:cubicBezTo>
                    <a:pt x="98" y="28"/>
                    <a:pt x="98" y="26"/>
                    <a:pt x="97" y="25"/>
                  </a:cubicBezTo>
                  <a:cubicBezTo>
                    <a:pt x="96" y="24"/>
                    <a:pt x="95" y="23"/>
                    <a:pt x="93" y="23"/>
                  </a:cubicBezTo>
                  <a:cubicBezTo>
                    <a:pt x="90" y="23"/>
                    <a:pt x="88" y="24"/>
                    <a:pt x="85" y="28"/>
                  </a:cubicBezTo>
                  <a:cubicBezTo>
                    <a:pt x="85" y="46"/>
                    <a:pt x="85" y="46"/>
                    <a:pt x="85" y="46"/>
                  </a:cubicBezTo>
                  <a:cubicBezTo>
                    <a:pt x="85" y="48"/>
                    <a:pt x="85" y="49"/>
                    <a:pt x="85" y="50"/>
                  </a:cubicBezTo>
                  <a:cubicBezTo>
                    <a:pt x="86" y="51"/>
                    <a:pt x="86" y="51"/>
                    <a:pt x="86" y="52"/>
                  </a:cubicBezTo>
                  <a:cubicBezTo>
                    <a:pt x="87" y="52"/>
                    <a:pt x="88" y="52"/>
                    <a:pt x="90" y="52"/>
                  </a:cubicBezTo>
                  <a:cubicBezTo>
                    <a:pt x="90" y="53"/>
                    <a:pt x="90" y="53"/>
                    <a:pt x="90" y="53"/>
                  </a:cubicBezTo>
                  <a:cubicBezTo>
                    <a:pt x="74" y="53"/>
                    <a:pt x="74" y="53"/>
                    <a:pt x="74" y="53"/>
                  </a:cubicBezTo>
                  <a:cubicBezTo>
                    <a:pt x="74" y="52"/>
                    <a:pt x="74" y="52"/>
                    <a:pt x="74" y="52"/>
                  </a:cubicBezTo>
                  <a:cubicBezTo>
                    <a:pt x="75" y="52"/>
                    <a:pt x="75" y="52"/>
                    <a:pt x="75" y="52"/>
                  </a:cubicBezTo>
                  <a:cubicBezTo>
                    <a:pt x="76" y="52"/>
                    <a:pt x="78" y="52"/>
                    <a:pt x="78" y="51"/>
                  </a:cubicBezTo>
                  <a:cubicBezTo>
                    <a:pt x="78" y="50"/>
                    <a:pt x="79" y="48"/>
                    <a:pt x="79" y="46"/>
                  </a:cubicBezTo>
                  <a:cubicBezTo>
                    <a:pt x="79" y="33"/>
                    <a:pt x="79" y="33"/>
                    <a:pt x="79" y="33"/>
                  </a:cubicBezTo>
                  <a:cubicBezTo>
                    <a:pt x="79" y="29"/>
                    <a:pt x="79" y="26"/>
                    <a:pt x="78" y="25"/>
                  </a:cubicBezTo>
                  <a:cubicBezTo>
                    <a:pt x="78" y="24"/>
                    <a:pt x="78" y="24"/>
                    <a:pt x="78" y="23"/>
                  </a:cubicBezTo>
                  <a:cubicBezTo>
                    <a:pt x="77" y="23"/>
                    <a:pt x="77" y="23"/>
                    <a:pt x="76" y="23"/>
                  </a:cubicBezTo>
                  <a:cubicBezTo>
                    <a:pt x="75" y="23"/>
                    <a:pt x="74" y="23"/>
                    <a:pt x="74" y="23"/>
                  </a:cubicBezTo>
                  <a:cubicBezTo>
                    <a:pt x="73" y="22"/>
                    <a:pt x="73" y="22"/>
                    <a:pt x="73" y="22"/>
                  </a:cubicBezTo>
                  <a:cubicBezTo>
                    <a:pt x="83" y="18"/>
                    <a:pt x="83" y="18"/>
                    <a:pt x="83" y="18"/>
                  </a:cubicBezTo>
                  <a:cubicBezTo>
                    <a:pt x="85" y="18"/>
                    <a:pt x="85" y="18"/>
                    <a:pt x="85" y="18"/>
                  </a:cubicBezTo>
                  <a:cubicBezTo>
                    <a:pt x="85" y="26"/>
                    <a:pt x="85" y="26"/>
                    <a:pt x="85" y="26"/>
                  </a:cubicBezTo>
                  <a:close/>
                  <a:moveTo>
                    <a:pt x="132" y="19"/>
                  </a:moveTo>
                  <a:cubicBezTo>
                    <a:pt x="136" y="19"/>
                    <a:pt x="140" y="21"/>
                    <a:pt x="144" y="25"/>
                  </a:cubicBezTo>
                  <a:cubicBezTo>
                    <a:pt x="146" y="28"/>
                    <a:pt x="148" y="32"/>
                    <a:pt x="148" y="36"/>
                  </a:cubicBezTo>
                  <a:cubicBezTo>
                    <a:pt x="148" y="40"/>
                    <a:pt x="147" y="42"/>
                    <a:pt x="146" y="46"/>
                  </a:cubicBezTo>
                  <a:cubicBezTo>
                    <a:pt x="144" y="49"/>
                    <a:pt x="142" y="51"/>
                    <a:pt x="140" y="53"/>
                  </a:cubicBezTo>
                  <a:cubicBezTo>
                    <a:pt x="137" y="54"/>
                    <a:pt x="134" y="55"/>
                    <a:pt x="131" y="55"/>
                  </a:cubicBezTo>
                  <a:cubicBezTo>
                    <a:pt x="126" y="55"/>
                    <a:pt x="122" y="53"/>
                    <a:pt x="120" y="49"/>
                  </a:cubicBezTo>
                  <a:cubicBezTo>
                    <a:pt x="117" y="46"/>
                    <a:pt x="116" y="42"/>
                    <a:pt x="116" y="38"/>
                  </a:cubicBezTo>
                  <a:cubicBezTo>
                    <a:pt x="116" y="34"/>
                    <a:pt x="117" y="31"/>
                    <a:pt x="118" y="28"/>
                  </a:cubicBezTo>
                  <a:cubicBezTo>
                    <a:pt x="120" y="26"/>
                    <a:pt x="122" y="23"/>
                    <a:pt x="124" y="22"/>
                  </a:cubicBezTo>
                  <a:cubicBezTo>
                    <a:pt x="126" y="20"/>
                    <a:pt x="129" y="19"/>
                    <a:pt x="132" y="19"/>
                  </a:cubicBezTo>
                  <a:close/>
                  <a:moveTo>
                    <a:pt x="130" y="21"/>
                  </a:moveTo>
                  <a:cubicBezTo>
                    <a:pt x="129" y="21"/>
                    <a:pt x="128" y="22"/>
                    <a:pt x="127" y="22"/>
                  </a:cubicBezTo>
                  <a:cubicBezTo>
                    <a:pt x="126" y="23"/>
                    <a:pt x="124" y="24"/>
                    <a:pt x="124" y="26"/>
                  </a:cubicBezTo>
                  <a:cubicBezTo>
                    <a:pt x="123" y="28"/>
                    <a:pt x="122" y="31"/>
                    <a:pt x="122" y="34"/>
                  </a:cubicBezTo>
                  <a:cubicBezTo>
                    <a:pt x="122" y="39"/>
                    <a:pt x="123" y="43"/>
                    <a:pt x="125" y="47"/>
                  </a:cubicBezTo>
                  <a:cubicBezTo>
                    <a:pt x="127" y="50"/>
                    <a:pt x="130" y="52"/>
                    <a:pt x="133" y="52"/>
                  </a:cubicBezTo>
                  <a:cubicBezTo>
                    <a:pt x="135" y="52"/>
                    <a:pt x="137" y="51"/>
                    <a:pt x="138" y="49"/>
                  </a:cubicBezTo>
                  <a:cubicBezTo>
                    <a:pt x="140" y="47"/>
                    <a:pt x="141" y="44"/>
                    <a:pt x="141" y="39"/>
                  </a:cubicBezTo>
                  <a:cubicBezTo>
                    <a:pt x="141" y="33"/>
                    <a:pt x="140" y="28"/>
                    <a:pt x="137" y="25"/>
                  </a:cubicBezTo>
                  <a:cubicBezTo>
                    <a:pt x="135" y="22"/>
                    <a:pt x="133" y="21"/>
                    <a:pt x="130" y="21"/>
                  </a:cubicBezTo>
                  <a:close/>
                  <a:moveTo>
                    <a:pt x="167" y="1"/>
                  </a:moveTo>
                  <a:cubicBezTo>
                    <a:pt x="167" y="46"/>
                    <a:pt x="167" y="46"/>
                    <a:pt x="167" y="46"/>
                  </a:cubicBezTo>
                  <a:cubicBezTo>
                    <a:pt x="167" y="48"/>
                    <a:pt x="167" y="50"/>
                    <a:pt x="168" y="50"/>
                  </a:cubicBezTo>
                  <a:cubicBezTo>
                    <a:pt x="168" y="51"/>
                    <a:pt x="168" y="52"/>
                    <a:pt x="169" y="52"/>
                  </a:cubicBezTo>
                  <a:cubicBezTo>
                    <a:pt x="170" y="52"/>
                    <a:pt x="170" y="52"/>
                    <a:pt x="172" y="52"/>
                  </a:cubicBezTo>
                  <a:cubicBezTo>
                    <a:pt x="172" y="54"/>
                    <a:pt x="172" y="54"/>
                    <a:pt x="172" y="54"/>
                  </a:cubicBezTo>
                  <a:cubicBezTo>
                    <a:pt x="156" y="54"/>
                    <a:pt x="156" y="54"/>
                    <a:pt x="156" y="54"/>
                  </a:cubicBezTo>
                  <a:cubicBezTo>
                    <a:pt x="156" y="52"/>
                    <a:pt x="156" y="52"/>
                    <a:pt x="156" y="52"/>
                  </a:cubicBezTo>
                  <a:cubicBezTo>
                    <a:pt x="158" y="52"/>
                    <a:pt x="159" y="52"/>
                    <a:pt x="160" y="52"/>
                  </a:cubicBezTo>
                  <a:cubicBezTo>
                    <a:pt x="160" y="52"/>
                    <a:pt x="160" y="51"/>
                    <a:pt x="161" y="50"/>
                  </a:cubicBezTo>
                  <a:cubicBezTo>
                    <a:pt x="161" y="50"/>
                    <a:pt x="161" y="48"/>
                    <a:pt x="161" y="46"/>
                  </a:cubicBezTo>
                  <a:cubicBezTo>
                    <a:pt x="161" y="15"/>
                    <a:pt x="161" y="15"/>
                    <a:pt x="161" y="15"/>
                  </a:cubicBezTo>
                  <a:cubicBezTo>
                    <a:pt x="161" y="11"/>
                    <a:pt x="161" y="9"/>
                    <a:pt x="161" y="8"/>
                  </a:cubicBezTo>
                  <a:cubicBezTo>
                    <a:pt x="161" y="7"/>
                    <a:pt x="160" y="6"/>
                    <a:pt x="160" y="6"/>
                  </a:cubicBezTo>
                  <a:cubicBezTo>
                    <a:pt x="160" y="6"/>
                    <a:pt x="159" y="6"/>
                    <a:pt x="158" y="6"/>
                  </a:cubicBezTo>
                  <a:cubicBezTo>
                    <a:pt x="158" y="6"/>
                    <a:pt x="157" y="6"/>
                    <a:pt x="156" y="6"/>
                  </a:cubicBezTo>
                  <a:cubicBezTo>
                    <a:pt x="155" y="5"/>
                    <a:pt x="155" y="5"/>
                    <a:pt x="155" y="5"/>
                  </a:cubicBezTo>
                  <a:cubicBezTo>
                    <a:pt x="165" y="1"/>
                    <a:pt x="165" y="1"/>
                    <a:pt x="165" y="1"/>
                  </a:cubicBezTo>
                  <a:cubicBezTo>
                    <a:pt x="167" y="1"/>
                    <a:pt x="167" y="1"/>
                    <a:pt x="167" y="1"/>
                  </a:cubicBezTo>
                  <a:cubicBezTo>
                    <a:pt x="167" y="1"/>
                    <a:pt x="167" y="1"/>
                    <a:pt x="167" y="1"/>
                  </a:cubicBezTo>
                  <a:close/>
                  <a:moveTo>
                    <a:pt x="196" y="19"/>
                  </a:moveTo>
                  <a:cubicBezTo>
                    <a:pt x="201" y="19"/>
                    <a:pt x="205" y="21"/>
                    <a:pt x="208" y="25"/>
                  </a:cubicBezTo>
                  <a:cubicBezTo>
                    <a:pt x="210" y="28"/>
                    <a:pt x="212" y="32"/>
                    <a:pt x="212" y="36"/>
                  </a:cubicBezTo>
                  <a:cubicBezTo>
                    <a:pt x="212" y="40"/>
                    <a:pt x="211" y="42"/>
                    <a:pt x="210" y="46"/>
                  </a:cubicBezTo>
                  <a:cubicBezTo>
                    <a:pt x="209" y="49"/>
                    <a:pt x="207" y="51"/>
                    <a:pt x="204" y="53"/>
                  </a:cubicBezTo>
                  <a:cubicBezTo>
                    <a:pt x="202" y="54"/>
                    <a:pt x="199" y="55"/>
                    <a:pt x="196" y="55"/>
                  </a:cubicBezTo>
                  <a:cubicBezTo>
                    <a:pt x="191" y="55"/>
                    <a:pt x="187" y="53"/>
                    <a:pt x="184" y="49"/>
                  </a:cubicBezTo>
                  <a:cubicBezTo>
                    <a:pt x="182" y="46"/>
                    <a:pt x="181" y="42"/>
                    <a:pt x="181" y="38"/>
                  </a:cubicBezTo>
                  <a:cubicBezTo>
                    <a:pt x="181" y="34"/>
                    <a:pt x="182" y="31"/>
                    <a:pt x="183" y="28"/>
                  </a:cubicBezTo>
                  <a:cubicBezTo>
                    <a:pt x="185" y="26"/>
                    <a:pt x="187" y="23"/>
                    <a:pt x="189" y="22"/>
                  </a:cubicBezTo>
                  <a:cubicBezTo>
                    <a:pt x="190" y="20"/>
                    <a:pt x="193" y="19"/>
                    <a:pt x="196" y="19"/>
                  </a:cubicBezTo>
                  <a:close/>
                  <a:moveTo>
                    <a:pt x="195" y="21"/>
                  </a:moveTo>
                  <a:cubicBezTo>
                    <a:pt x="194" y="21"/>
                    <a:pt x="192" y="22"/>
                    <a:pt x="191" y="22"/>
                  </a:cubicBezTo>
                  <a:cubicBezTo>
                    <a:pt x="190" y="23"/>
                    <a:pt x="188" y="24"/>
                    <a:pt x="188" y="26"/>
                  </a:cubicBezTo>
                  <a:cubicBezTo>
                    <a:pt x="187" y="28"/>
                    <a:pt x="186" y="31"/>
                    <a:pt x="186" y="34"/>
                  </a:cubicBezTo>
                  <a:cubicBezTo>
                    <a:pt x="186" y="39"/>
                    <a:pt x="187" y="43"/>
                    <a:pt x="189" y="47"/>
                  </a:cubicBezTo>
                  <a:cubicBezTo>
                    <a:pt x="191" y="50"/>
                    <a:pt x="194" y="52"/>
                    <a:pt x="197" y="52"/>
                  </a:cubicBezTo>
                  <a:cubicBezTo>
                    <a:pt x="199" y="52"/>
                    <a:pt x="201" y="51"/>
                    <a:pt x="202" y="49"/>
                  </a:cubicBezTo>
                  <a:cubicBezTo>
                    <a:pt x="204" y="47"/>
                    <a:pt x="205" y="44"/>
                    <a:pt x="205" y="39"/>
                  </a:cubicBezTo>
                  <a:cubicBezTo>
                    <a:pt x="205" y="33"/>
                    <a:pt x="204" y="28"/>
                    <a:pt x="201" y="25"/>
                  </a:cubicBezTo>
                  <a:cubicBezTo>
                    <a:pt x="200" y="22"/>
                    <a:pt x="197" y="21"/>
                    <a:pt x="195" y="21"/>
                  </a:cubicBezTo>
                  <a:close/>
                  <a:moveTo>
                    <a:pt x="229" y="41"/>
                  </a:moveTo>
                  <a:cubicBezTo>
                    <a:pt x="227" y="40"/>
                    <a:pt x="225" y="39"/>
                    <a:pt x="224" y="37"/>
                  </a:cubicBezTo>
                  <a:cubicBezTo>
                    <a:pt x="223" y="35"/>
                    <a:pt x="222" y="33"/>
                    <a:pt x="222" y="31"/>
                  </a:cubicBezTo>
                  <a:cubicBezTo>
                    <a:pt x="222" y="28"/>
                    <a:pt x="224" y="24"/>
                    <a:pt x="226" y="22"/>
                  </a:cubicBezTo>
                  <a:cubicBezTo>
                    <a:pt x="228" y="20"/>
                    <a:pt x="232" y="18"/>
                    <a:pt x="235" y="18"/>
                  </a:cubicBezTo>
                  <a:cubicBezTo>
                    <a:pt x="238" y="18"/>
                    <a:pt x="241" y="19"/>
                    <a:pt x="243" y="21"/>
                  </a:cubicBezTo>
                  <a:cubicBezTo>
                    <a:pt x="250" y="21"/>
                    <a:pt x="250" y="21"/>
                    <a:pt x="250" y="21"/>
                  </a:cubicBezTo>
                  <a:cubicBezTo>
                    <a:pt x="251" y="21"/>
                    <a:pt x="252" y="21"/>
                    <a:pt x="252" y="21"/>
                  </a:cubicBezTo>
                  <a:cubicBezTo>
                    <a:pt x="252" y="21"/>
                    <a:pt x="252" y="21"/>
                    <a:pt x="252" y="21"/>
                  </a:cubicBezTo>
                  <a:cubicBezTo>
                    <a:pt x="252" y="22"/>
                    <a:pt x="252" y="22"/>
                    <a:pt x="252" y="22"/>
                  </a:cubicBezTo>
                  <a:cubicBezTo>
                    <a:pt x="252" y="23"/>
                    <a:pt x="252" y="24"/>
                    <a:pt x="252" y="24"/>
                  </a:cubicBezTo>
                  <a:cubicBezTo>
                    <a:pt x="252" y="24"/>
                    <a:pt x="252" y="24"/>
                    <a:pt x="252" y="24"/>
                  </a:cubicBezTo>
                  <a:cubicBezTo>
                    <a:pt x="252" y="24"/>
                    <a:pt x="251" y="24"/>
                    <a:pt x="250" y="24"/>
                  </a:cubicBezTo>
                  <a:cubicBezTo>
                    <a:pt x="246" y="24"/>
                    <a:pt x="246" y="24"/>
                    <a:pt x="246" y="24"/>
                  </a:cubicBezTo>
                  <a:cubicBezTo>
                    <a:pt x="247" y="26"/>
                    <a:pt x="248" y="28"/>
                    <a:pt x="248" y="31"/>
                  </a:cubicBezTo>
                  <a:cubicBezTo>
                    <a:pt x="248" y="34"/>
                    <a:pt x="246" y="37"/>
                    <a:pt x="244" y="39"/>
                  </a:cubicBezTo>
                  <a:cubicBezTo>
                    <a:pt x="242" y="41"/>
                    <a:pt x="238" y="42"/>
                    <a:pt x="235" y="42"/>
                  </a:cubicBezTo>
                  <a:cubicBezTo>
                    <a:pt x="233" y="42"/>
                    <a:pt x="232" y="42"/>
                    <a:pt x="230" y="41"/>
                  </a:cubicBezTo>
                  <a:cubicBezTo>
                    <a:pt x="229" y="42"/>
                    <a:pt x="228" y="43"/>
                    <a:pt x="228" y="44"/>
                  </a:cubicBezTo>
                  <a:cubicBezTo>
                    <a:pt x="228" y="44"/>
                    <a:pt x="228" y="45"/>
                    <a:pt x="228" y="45"/>
                  </a:cubicBezTo>
                  <a:cubicBezTo>
                    <a:pt x="228" y="46"/>
                    <a:pt x="228" y="46"/>
                    <a:pt x="228" y="46"/>
                  </a:cubicBezTo>
                  <a:cubicBezTo>
                    <a:pt x="228" y="47"/>
                    <a:pt x="229" y="47"/>
                    <a:pt x="230" y="47"/>
                  </a:cubicBezTo>
                  <a:cubicBezTo>
                    <a:pt x="231" y="47"/>
                    <a:pt x="233" y="47"/>
                    <a:pt x="236" y="48"/>
                  </a:cubicBezTo>
                  <a:cubicBezTo>
                    <a:pt x="240" y="48"/>
                    <a:pt x="244" y="48"/>
                    <a:pt x="245" y="48"/>
                  </a:cubicBezTo>
                  <a:cubicBezTo>
                    <a:pt x="248" y="48"/>
                    <a:pt x="249" y="49"/>
                    <a:pt x="250" y="50"/>
                  </a:cubicBezTo>
                  <a:cubicBezTo>
                    <a:pt x="252" y="52"/>
                    <a:pt x="252" y="54"/>
                    <a:pt x="252" y="56"/>
                  </a:cubicBezTo>
                  <a:cubicBezTo>
                    <a:pt x="252" y="58"/>
                    <a:pt x="251" y="61"/>
                    <a:pt x="249" y="64"/>
                  </a:cubicBezTo>
                  <a:cubicBezTo>
                    <a:pt x="245" y="67"/>
                    <a:pt x="240" y="69"/>
                    <a:pt x="234" y="69"/>
                  </a:cubicBezTo>
                  <a:cubicBezTo>
                    <a:pt x="230" y="69"/>
                    <a:pt x="226" y="68"/>
                    <a:pt x="223" y="66"/>
                  </a:cubicBezTo>
                  <a:cubicBezTo>
                    <a:pt x="221" y="65"/>
                    <a:pt x="220" y="64"/>
                    <a:pt x="220" y="62"/>
                  </a:cubicBezTo>
                  <a:cubicBezTo>
                    <a:pt x="220" y="62"/>
                    <a:pt x="220" y="61"/>
                    <a:pt x="220" y="60"/>
                  </a:cubicBezTo>
                  <a:cubicBezTo>
                    <a:pt x="221" y="60"/>
                    <a:pt x="222" y="58"/>
                    <a:pt x="223" y="56"/>
                  </a:cubicBezTo>
                  <a:cubicBezTo>
                    <a:pt x="223" y="56"/>
                    <a:pt x="224" y="55"/>
                    <a:pt x="226" y="52"/>
                  </a:cubicBezTo>
                  <a:cubicBezTo>
                    <a:pt x="225" y="52"/>
                    <a:pt x="224" y="51"/>
                    <a:pt x="224" y="50"/>
                  </a:cubicBezTo>
                  <a:cubicBezTo>
                    <a:pt x="223" y="50"/>
                    <a:pt x="223" y="49"/>
                    <a:pt x="223" y="48"/>
                  </a:cubicBezTo>
                  <a:cubicBezTo>
                    <a:pt x="223" y="48"/>
                    <a:pt x="223" y="46"/>
                    <a:pt x="224" y="45"/>
                  </a:cubicBezTo>
                  <a:cubicBezTo>
                    <a:pt x="225" y="45"/>
                    <a:pt x="226" y="44"/>
                    <a:pt x="229" y="41"/>
                  </a:cubicBezTo>
                  <a:close/>
                  <a:moveTo>
                    <a:pt x="235" y="20"/>
                  </a:moveTo>
                  <a:cubicBezTo>
                    <a:pt x="233" y="20"/>
                    <a:pt x="232" y="21"/>
                    <a:pt x="230" y="22"/>
                  </a:cubicBezTo>
                  <a:cubicBezTo>
                    <a:pt x="229" y="24"/>
                    <a:pt x="229" y="26"/>
                    <a:pt x="229" y="29"/>
                  </a:cubicBezTo>
                  <a:cubicBezTo>
                    <a:pt x="229" y="33"/>
                    <a:pt x="230" y="36"/>
                    <a:pt x="231" y="38"/>
                  </a:cubicBezTo>
                  <a:cubicBezTo>
                    <a:pt x="232" y="40"/>
                    <a:pt x="234" y="41"/>
                    <a:pt x="236" y="41"/>
                  </a:cubicBezTo>
                  <a:cubicBezTo>
                    <a:pt x="238" y="41"/>
                    <a:pt x="239" y="40"/>
                    <a:pt x="240" y="39"/>
                  </a:cubicBezTo>
                  <a:cubicBezTo>
                    <a:pt x="242" y="37"/>
                    <a:pt x="242" y="35"/>
                    <a:pt x="242" y="32"/>
                  </a:cubicBezTo>
                  <a:cubicBezTo>
                    <a:pt x="242" y="28"/>
                    <a:pt x="241" y="25"/>
                    <a:pt x="240" y="23"/>
                  </a:cubicBezTo>
                  <a:cubicBezTo>
                    <a:pt x="238" y="21"/>
                    <a:pt x="237" y="20"/>
                    <a:pt x="235" y="20"/>
                  </a:cubicBezTo>
                  <a:close/>
                  <a:moveTo>
                    <a:pt x="228" y="54"/>
                  </a:moveTo>
                  <a:cubicBezTo>
                    <a:pt x="227" y="55"/>
                    <a:pt x="226" y="56"/>
                    <a:pt x="226" y="57"/>
                  </a:cubicBezTo>
                  <a:cubicBezTo>
                    <a:pt x="226" y="58"/>
                    <a:pt x="225" y="59"/>
                    <a:pt x="225" y="60"/>
                  </a:cubicBezTo>
                  <a:cubicBezTo>
                    <a:pt x="225" y="62"/>
                    <a:pt x="226" y="63"/>
                    <a:pt x="227" y="64"/>
                  </a:cubicBezTo>
                  <a:cubicBezTo>
                    <a:pt x="230" y="65"/>
                    <a:pt x="233" y="66"/>
                    <a:pt x="238" y="66"/>
                  </a:cubicBezTo>
                  <a:cubicBezTo>
                    <a:pt x="242" y="66"/>
                    <a:pt x="245" y="65"/>
                    <a:pt x="247" y="64"/>
                  </a:cubicBezTo>
                  <a:cubicBezTo>
                    <a:pt x="249" y="62"/>
                    <a:pt x="250" y="60"/>
                    <a:pt x="250" y="58"/>
                  </a:cubicBezTo>
                  <a:cubicBezTo>
                    <a:pt x="250" y="57"/>
                    <a:pt x="250" y="56"/>
                    <a:pt x="248" y="56"/>
                  </a:cubicBezTo>
                  <a:cubicBezTo>
                    <a:pt x="247" y="55"/>
                    <a:pt x="245" y="55"/>
                    <a:pt x="241" y="55"/>
                  </a:cubicBezTo>
                  <a:cubicBezTo>
                    <a:pt x="236" y="54"/>
                    <a:pt x="231" y="54"/>
                    <a:pt x="228" y="54"/>
                  </a:cubicBezTo>
                  <a:close/>
                  <a:moveTo>
                    <a:pt x="258" y="20"/>
                  </a:moveTo>
                  <a:cubicBezTo>
                    <a:pt x="274" y="20"/>
                    <a:pt x="274" y="20"/>
                    <a:pt x="274" y="20"/>
                  </a:cubicBezTo>
                  <a:cubicBezTo>
                    <a:pt x="274" y="21"/>
                    <a:pt x="274" y="21"/>
                    <a:pt x="274" y="21"/>
                  </a:cubicBezTo>
                  <a:cubicBezTo>
                    <a:pt x="273" y="21"/>
                    <a:pt x="273" y="21"/>
                    <a:pt x="273" y="21"/>
                  </a:cubicBezTo>
                  <a:cubicBezTo>
                    <a:pt x="272" y="21"/>
                    <a:pt x="271" y="21"/>
                    <a:pt x="270" y="22"/>
                  </a:cubicBezTo>
                  <a:cubicBezTo>
                    <a:pt x="270" y="22"/>
                    <a:pt x="270" y="23"/>
                    <a:pt x="270" y="23"/>
                  </a:cubicBezTo>
                  <a:cubicBezTo>
                    <a:pt x="270" y="24"/>
                    <a:pt x="270" y="26"/>
                    <a:pt x="271" y="27"/>
                  </a:cubicBezTo>
                  <a:cubicBezTo>
                    <a:pt x="279" y="44"/>
                    <a:pt x="279" y="44"/>
                    <a:pt x="279" y="44"/>
                  </a:cubicBezTo>
                  <a:cubicBezTo>
                    <a:pt x="286" y="26"/>
                    <a:pt x="286" y="26"/>
                    <a:pt x="286" y="26"/>
                  </a:cubicBezTo>
                  <a:cubicBezTo>
                    <a:pt x="286" y="24"/>
                    <a:pt x="287" y="24"/>
                    <a:pt x="287" y="22"/>
                  </a:cubicBezTo>
                  <a:cubicBezTo>
                    <a:pt x="287" y="22"/>
                    <a:pt x="287" y="22"/>
                    <a:pt x="286" y="21"/>
                  </a:cubicBezTo>
                  <a:cubicBezTo>
                    <a:pt x="286" y="21"/>
                    <a:pt x="286" y="21"/>
                    <a:pt x="286" y="20"/>
                  </a:cubicBezTo>
                  <a:cubicBezTo>
                    <a:pt x="285" y="20"/>
                    <a:pt x="284" y="20"/>
                    <a:pt x="284" y="20"/>
                  </a:cubicBezTo>
                  <a:cubicBezTo>
                    <a:pt x="284" y="19"/>
                    <a:pt x="284" y="19"/>
                    <a:pt x="284" y="19"/>
                  </a:cubicBezTo>
                  <a:cubicBezTo>
                    <a:pt x="294" y="19"/>
                    <a:pt x="294" y="19"/>
                    <a:pt x="294" y="19"/>
                  </a:cubicBezTo>
                  <a:cubicBezTo>
                    <a:pt x="294" y="20"/>
                    <a:pt x="294" y="20"/>
                    <a:pt x="294" y="20"/>
                  </a:cubicBezTo>
                  <a:cubicBezTo>
                    <a:pt x="294" y="20"/>
                    <a:pt x="293" y="20"/>
                    <a:pt x="292" y="20"/>
                  </a:cubicBezTo>
                  <a:cubicBezTo>
                    <a:pt x="292" y="21"/>
                    <a:pt x="292" y="21"/>
                    <a:pt x="291" y="22"/>
                  </a:cubicBezTo>
                  <a:cubicBezTo>
                    <a:pt x="290" y="22"/>
                    <a:pt x="290" y="23"/>
                    <a:pt x="290" y="25"/>
                  </a:cubicBezTo>
                  <a:cubicBezTo>
                    <a:pt x="276" y="59"/>
                    <a:pt x="276" y="59"/>
                    <a:pt x="276" y="59"/>
                  </a:cubicBezTo>
                  <a:cubicBezTo>
                    <a:pt x="275" y="62"/>
                    <a:pt x="274" y="64"/>
                    <a:pt x="271" y="66"/>
                  </a:cubicBezTo>
                  <a:cubicBezTo>
                    <a:pt x="269" y="68"/>
                    <a:pt x="267" y="69"/>
                    <a:pt x="265" y="69"/>
                  </a:cubicBezTo>
                  <a:cubicBezTo>
                    <a:pt x="264" y="69"/>
                    <a:pt x="263" y="68"/>
                    <a:pt x="262" y="68"/>
                  </a:cubicBezTo>
                  <a:cubicBezTo>
                    <a:pt x="261" y="67"/>
                    <a:pt x="260" y="66"/>
                    <a:pt x="260" y="65"/>
                  </a:cubicBezTo>
                  <a:cubicBezTo>
                    <a:pt x="260" y="64"/>
                    <a:pt x="261" y="63"/>
                    <a:pt x="261" y="62"/>
                  </a:cubicBezTo>
                  <a:cubicBezTo>
                    <a:pt x="262" y="62"/>
                    <a:pt x="263" y="62"/>
                    <a:pt x="264" y="62"/>
                  </a:cubicBezTo>
                  <a:cubicBezTo>
                    <a:pt x="265" y="62"/>
                    <a:pt x="266" y="62"/>
                    <a:pt x="267" y="62"/>
                  </a:cubicBezTo>
                  <a:cubicBezTo>
                    <a:pt x="268" y="63"/>
                    <a:pt x="269" y="63"/>
                    <a:pt x="269" y="63"/>
                  </a:cubicBezTo>
                  <a:cubicBezTo>
                    <a:pt x="270" y="63"/>
                    <a:pt x="270" y="62"/>
                    <a:pt x="271" y="62"/>
                  </a:cubicBezTo>
                  <a:cubicBezTo>
                    <a:pt x="272" y="61"/>
                    <a:pt x="273" y="59"/>
                    <a:pt x="274" y="57"/>
                  </a:cubicBezTo>
                  <a:cubicBezTo>
                    <a:pt x="276" y="51"/>
                    <a:pt x="276" y="51"/>
                    <a:pt x="276" y="51"/>
                  </a:cubicBezTo>
                  <a:cubicBezTo>
                    <a:pt x="264" y="26"/>
                    <a:pt x="264" y="26"/>
                    <a:pt x="264" y="26"/>
                  </a:cubicBezTo>
                  <a:cubicBezTo>
                    <a:pt x="264" y="25"/>
                    <a:pt x="264" y="24"/>
                    <a:pt x="263" y="23"/>
                  </a:cubicBezTo>
                  <a:cubicBezTo>
                    <a:pt x="262" y="22"/>
                    <a:pt x="262" y="21"/>
                    <a:pt x="261" y="21"/>
                  </a:cubicBezTo>
                  <a:cubicBezTo>
                    <a:pt x="261" y="21"/>
                    <a:pt x="260" y="20"/>
                    <a:pt x="258" y="20"/>
                  </a:cubicBezTo>
                  <a:cubicBezTo>
                    <a:pt x="258" y="20"/>
                    <a:pt x="258" y="20"/>
                    <a:pt x="258" y="20"/>
                  </a:cubicBezTo>
                  <a:close/>
                  <a:moveTo>
                    <a:pt x="331" y="19"/>
                  </a:moveTo>
                  <a:cubicBezTo>
                    <a:pt x="336" y="19"/>
                    <a:pt x="340" y="21"/>
                    <a:pt x="343" y="25"/>
                  </a:cubicBezTo>
                  <a:cubicBezTo>
                    <a:pt x="346" y="28"/>
                    <a:pt x="347" y="32"/>
                    <a:pt x="347" y="36"/>
                  </a:cubicBezTo>
                  <a:cubicBezTo>
                    <a:pt x="347" y="40"/>
                    <a:pt x="346" y="42"/>
                    <a:pt x="345" y="46"/>
                  </a:cubicBezTo>
                  <a:cubicBezTo>
                    <a:pt x="344" y="49"/>
                    <a:pt x="342" y="51"/>
                    <a:pt x="339" y="53"/>
                  </a:cubicBezTo>
                  <a:cubicBezTo>
                    <a:pt x="336" y="54"/>
                    <a:pt x="334" y="55"/>
                    <a:pt x="331" y="55"/>
                  </a:cubicBezTo>
                  <a:cubicBezTo>
                    <a:pt x="326" y="55"/>
                    <a:pt x="322" y="53"/>
                    <a:pt x="319" y="49"/>
                  </a:cubicBezTo>
                  <a:cubicBezTo>
                    <a:pt x="317" y="46"/>
                    <a:pt x="316" y="42"/>
                    <a:pt x="316" y="38"/>
                  </a:cubicBezTo>
                  <a:cubicBezTo>
                    <a:pt x="316" y="34"/>
                    <a:pt x="316" y="31"/>
                    <a:pt x="318" y="28"/>
                  </a:cubicBezTo>
                  <a:cubicBezTo>
                    <a:pt x="320" y="26"/>
                    <a:pt x="322" y="23"/>
                    <a:pt x="324" y="22"/>
                  </a:cubicBezTo>
                  <a:cubicBezTo>
                    <a:pt x="326" y="20"/>
                    <a:pt x="328" y="19"/>
                    <a:pt x="331" y="19"/>
                  </a:cubicBezTo>
                  <a:close/>
                  <a:moveTo>
                    <a:pt x="330" y="21"/>
                  </a:moveTo>
                  <a:cubicBezTo>
                    <a:pt x="329" y="21"/>
                    <a:pt x="328" y="22"/>
                    <a:pt x="326" y="22"/>
                  </a:cubicBezTo>
                  <a:cubicBezTo>
                    <a:pt x="325" y="23"/>
                    <a:pt x="324" y="24"/>
                    <a:pt x="323" y="26"/>
                  </a:cubicBezTo>
                  <a:cubicBezTo>
                    <a:pt x="322" y="28"/>
                    <a:pt x="322" y="31"/>
                    <a:pt x="322" y="34"/>
                  </a:cubicBezTo>
                  <a:cubicBezTo>
                    <a:pt x="322" y="39"/>
                    <a:pt x="323" y="43"/>
                    <a:pt x="325" y="47"/>
                  </a:cubicBezTo>
                  <a:cubicBezTo>
                    <a:pt x="327" y="50"/>
                    <a:pt x="329" y="52"/>
                    <a:pt x="332" y="52"/>
                  </a:cubicBezTo>
                  <a:cubicBezTo>
                    <a:pt x="335" y="52"/>
                    <a:pt x="337" y="51"/>
                    <a:pt x="338" y="49"/>
                  </a:cubicBezTo>
                  <a:cubicBezTo>
                    <a:pt x="340" y="47"/>
                    <a:pt x="340" y="44"/>
                    <a:pt x="340" y="39"/>
                  </a:cubicBezTo>
                  <a:cubicBezTo>
                    <a:pt x="340" y="33"/>
                    <a:pt x="339" y="28"/>
                    <a:pt x="337" y="25"/>
                  </a:cubicBezTo>
                  <a:cubicBezTo>
                    <a:pt x="335" y="22"/>
                    <a:pt x="332" y="21"/>
                    <a:pt x="330" y="21"/>
                  </a:cubicBezTo>
                  <a:close/>
                  <a:moveTo>
                    <a:pt x="368" y="22"/>
                  </a:moveTo>
                  <a:cubicBezTo>
                    <a:pt x="368" y="45"/>
                    <a:pt x="368" y="45"/>
                    <a:pt x="368" y="45"/>
                  </a:cubicBezTo>
                  <a:cubicBezTo>
                    <a:pt x="368" y="48"/>
                    <a:pt x="368" y="50"/>
                    <a:pt x="369" y="51"/>
                  </a:cubicBezTo>
                  <a:cubicBezTo>
                    <a:pt x="370" y="52"/>
                    <a:pt x="371" y="52"/>
                    <a:pt x="373" y="52"/>
                  </a:cubicBezTo>
                  <a:cubicBezTo>
                    <a:pt x="376" y="52"/>
                    <a:pt x="376" y="52"/>
                    <a:pt x="376" y="52"/>
                  </a:cubicBezTo>
                  <a:cubicBezTo>
                    <a:pt x="376" y="54"/>
                    <a:pt x="376" y="54"/>
                    <a:pt x="376" y="54"/>
                  </a:cubicBezTo>
                  <a:cubicBezTo>
                    <a:pt x="356" y="54"/>
                    <a:pt x="356" y="54"/>
                    <a:pt x="356" y="54"/>
                  </a:cubicBezTo>
                  <a:cubicBezTo>
                    <a:pt x="356" y="52"/>
                    <a:pt x="356" y="52"/>
                    <a:pt x="356" y="52"/>
                  </a:cubicBezTo>
                  <a:cubicBezTo>
                    <a:pt x="358" y="52"/>
                    <a:pt x="358" y="52"/>
                    <a:pt x="358" y="52"/>
                  </a:cubicBezTo>
                  <a:cubicBezTo>
                    <a:pt x="358" y="52"/>
                    <a:pt x="360" y="52"/>
                    <a:pt x="360" y="52"/>
                  </a:cubicBezTo>
                  <a:cubicBezTo>
                    <a:pt x="361" y="51"/>
                    <a:pt x="362" y="50"/>
                    <a:pt x="362" y="50"/>
                  </a:cubicBezTo>
                  <a:cubicBezTo>
                    <a:pt x="362" y="49"/>
                    <a:pt x="362" y="47"/>
                    <a:pt x="362" y="45"/>
                  </a:cubicBezTo>
                  <a:cubicBezTo>
                    <a:pt x="362" y="22"/>
                    <a:pt x="362" y="22"/>
                    <a:pt x="362" y="22"/>
                  </a:cubicBezTo>
                  <a:cubicBezTo>
                    <a:pt x="356" y="22"/>
                    <a:pt x="356" y="22"/>
                    <a:pt x="356" y="22"/>
                  </a:cubicBezTo>
                  <a:cubicBezTo>
                    <a:pt x="356" y="20"/>
                    <a:pt x="356" y="20"/>
                    <a:pt x="356" y="20"/>
                  </a:cubicBezTo>
                  <a:cubicBezTo>
                    <a:pt x="362" y="20"/>
                    <a:pt x="362" y="20"/>
                    <a:pt x="362" y="20"/>
                  </a:cubicBezTo>
                  <a:cubicBezTo>
                    <a:pt x="362" y="17"/>
                    <a:pt x="362" y="17"/>
                    <a:pt x="362" y="17"/>
                  </a:cubicBezTo>
                  <a:cubicBezTo>
                    <a:pt x="362" y="14"/>
                    <a:pt x="363" y="11"/>
                    <a:pt x="364" y="8"/>
                  </a:cubicBezTo>
                  <a:cubicBezTo>
                    <a:pt x="365" y="6"/>
                    <a:pt x="367" y="4"/>
                    <a:pt x="369" y="3"/>
                  </a:cubicBezTo>
                  <a:cubicBezTo>
                    <a:pt x="371" y="2"/>
                    <a:pt x="373" y="1"/>
                    <a:pt x="376" y="1"/>
                  </a:cubicBezTo>
                  <a:cubicBezTo>
                    <a:pt x="378" y="1"/>
                    <a:pt x="381" y="2"/>
                    <a:pt x="383" y="3"/>
                  </a:cubicBezTo>
                  <a:cubicBezTo>
                    <a:pt x="384" y="4"/>
                    <a:pt x="385" y="6"/>
                    <a:pt x="385" y="7"/>
                  </a:cubicBezTo>
                  <a:cubicBezTo>
                    <a:pt x="385" y="8"/>
                    <a:pt x="384" y="8"/>
                    <a:pt x="384" y="9"/>
                  </a:cubicBezTo>
                  <a:cubicBezTo>
                    <a:pt x="383" y="10"/>
                    <a:pt x="383" y="10"/>
                    <a:pt x="382" y="10"/>
                  </a:cubicBezTo>
                  <a:cubicBezTo>
                    <a:pt x="382" y="10"/>
                    <a:pt x="381" y="9"/>
                    <a:pt x="380" y="9"/>
                  </a:cubicBezTo>
                  <a:cubicBezTo>
                    <a:pt x="380" y="8"/>
                    <a:pt x="379" y="8"/>
                    <a:pt x="378" y="6"/>
                  </a:cubicBezTo>
                  <a:cubicBezTo>
                    <a:pt x="377" y="5"/>
                    <a:pt x="376" y="4"/>
                    <a:pt x="376" y="3"/>
                  </a:cubicBezTo>
                  <a:cubicBezTo>
                    <a:pt x="375" y="3"/>
                    <a:pt x="374" y="2"/>
                    <a:pt x="373" y="2"/>
                  </a:cubicBezTo>
                  <a:cubicBezTo>
                    <a:pt x="372" y="2"/>
                    <a:pt x="371" y="3"/>
                    <a:pt x="370" y="3"/>
                  </a:cubicBezTo>
                  <a:cubicBezTo>
                    <a:pt x="370" y="4"/>
                    <a:pt x="369" y="5"/>
                    <a:pt x="369" y="6"/>
                  </a:cubicBezTo>
                  <a:cubicBezTo>
                    <a:pt x="368" y="7"/>
                    <a:pt x="368" y="10"/>
                    <a:pt x="368" y="16"/>
                  </a:cubicBezTo>
                  <a:cubicBezTo>
                    <a:pt x="368" y="18"/>
                    <a:pt x="368" y="18"/>
                    <a:pt x="368" y="18"/>
                  </a:cubicBezTo>
                  <a:cubicBezTo>
                    <a:pt x="377" y="18"/>
                    <a:pt x="377" y="18"/>
                    <a:pt x="377" y="18"/>
                  </a:cubicBezTo>
                  <a:cubicBezTo>
                    <a:pt x="377" y="22"/>
                    <a:pt x="377" y="22"/>
                    <a:pt x="377" y="22"/>
                  </a:cubicBezTo>
                  <a:cubicBezTo>
                    <a:pt x="368" y="22"/>
                    <a:pt x="368" y="22"/>
                    <a:pt x="368" y="22"/>
                  </a:cubicBezTo>
                  <a:close/>
                  <a:moveTo>
                    <a:pt x="440" y="2"/>
                  </a:moveTo>
                  <a:cubicBezTo>
                    <a:pt x="441" y="20"/>
                    <a:pt x="441" y="20"/>
                    <a:pt x="441" y="20"/>
                  </a:cubicBezTo>
                  <a:cubicBezTo>
                    <a:pt x="440" y="20"/>
                    <a:pt x="440" y="20"/>
                    <a:pt x="440" y="20"/>
                  </a:cubicBezTo>
                  <a:cubicBezTo>
                    <a:pt x="438" y="14"/>
                    <a:pt x="436" y="11"/>
                    <a:pt x="433" y="8"/>
                  </a:cubicBezTo>
                  <a:cubicBezTo>
                    <a:pt x="430" y="6"/>
                    <a:pt x="427" y="5"/>
                    <a:pt x="423" y="5"/>
                  </a:cubicBezTo>
                  <a:cubicBezTo>
                    <a:pt x="420" y="5"/>
                    <a:pt x="417" y="6"/>
                    <a:pt x="414" y="8"/>
                  </a:cubicBezTo>
                  <a:cubicBezTo>
                    <a:pt x="412" y="9"/>
                    <a:pt x="410" y="12"/>
                    <a:pt x="408" y="16"/>
                  </a:cubicBezTo>
                  <a:cubicBezTo>
                    <a:pt x="407" y="19"/>
                    <a:pt x="406" y="24"/>
                    <a:pt x="406" y="30"/>
                  </a:cubicBezTo>
                  <a:cubicBezTo>
                    <a:pt x="406" y="34"/>
                    <a:pt x="407" y="38"/>
                    <a:pt x="408" y="42"/>
                  </a:cubicBezTo>
                  <a:cubicBezTo>
                    <a:pt x="409" y="45"/>
                    <a:pt x="412" y="48"/>
                    <a:pt x="414" y="49"/>
                  </a:cubicBezTo>
                  <a:cubicBezTo>
                    <a:pt x="417" y="51"/>
                    <a:pt x="420" y="52"/>
                    <a:pt x="424" y="52"/>
                  </a:cubicBezTo>
                  <a:cubicBezTo>
                    <a:pt x="427" y="52"/>
                    <a:pt x="430" y="51"/>
                    <a:pt x="432" y="50"/>
                  </a:cubicBezTo>
                  <a:cubicBezTo>
                    <a:pt x="435" y="49"/>
                    <a:pt x="438" y="46"/>
                    <a:pt x="440" y="42"/>
                  </a:cubicBezTo>
                  <a:cubicBezTo>
                    <a:pt x="442" y="42"/>
                    <a:pt x="442" y="42"/>
                    <a:pt x="442" y="42"/>
                  </a:cubicBezTo>
                  <a:cubicBezTo>
                    <a:pt x="439" y="47"/>
                    <a:pt x="436" y="50"/>
                    <a:pt x="433" y="52"/>
                  </a:cubicBezTo>
                  <a:cubicBezTo>
                    <a:pt x="430" y="54"/>
                    <a:pt x="426" y="56"/>
                    <a:pt x="422" y="56"/>
                  </a:cubicBezTo>
                  <a:cubicBezTo>
                    <a:pt x="414" y="56"/>
                    <a:pt x="407" y="52"/>
                    <a:pt x="403" y="46"/>
                  </a:cubicBezTo>
                  <a:cubicBezTo>
                    <a:pt x="400" y="42"/>
                    <a:pt x="398" y="36"/>
                    <a:pt x="398" y="30"/>
                  </a:cubicBezTo>
                  <a:cubicBezTo>
                    <a:pt x="398" y="25"/>
                    <a:pt x="399" y="20"/>
                    <a:pt x="401" y="16"/>
                  </a:cubicBezTo>
                  <a:cubicBezTo>
                    <a:pt x="403" y="12"/>
                    <a:pt x="406" y="8"/>
                    <a:pt x="410" y="6"/>
                  </a:cubicBezTo>
                  <a:cubicBezTo>
                    <a:pt x="414" y="4"/>
                    <a:pt x="418" y="3"/>
                    <a:pt x="422" y="3"/>
                  </a:cubicBezTo>
                  <a:cubicBezTo>
                    <a:pt x="426" y="3"/>
                    <a:pt x="429" y="4"/>
                    <a:pt x="433" y="6"/>
                  </a:cubicBezTo>
                  <a:cubicBezTo>
                    <a:pt x="434" y="6"/>
                    <a:pt x="434" y="6"/>
                    <a:pt x="435" y="6"/>
                  </a:cubicBezTo>
                  <a:cubicBezTo>
                    <a:pt x="436" y="6"/>
                    <a:pt x="436" y="6"/>
                    <a:pt x="436" y="6"/>
                  </a:cubicBezTo>
                  <a:cubicBezTo>
                    <a:pt x="437" y="5"/>
                    <a:pt x="438" y="4"/>
                    <a:pt x="438" y="3"/>
                  </a:cubicBezTo>
                  <a:cubicBezTo>
                    <a:pt x="440" y="2"/>
                    <a:pt x="440" y="2"/>
                    <a:pt x="440" y="2"/>
                  </a:cubicBezTo>
                  <a:close/>
                  <a:moveTo>
                    <a:pt x="460" y="1"/>
                  </a:moveTo>
                  <a:cubicBezTo>
                    <a:pt x="460" y="26"/>
                    <a:pt x="460" y="26"/>
                    <a:pt x="460" y="26"/>
                  </a:cubicBezTo>
                  <a:cubicBezTo>
                    <a:pt x="463" y="22"/>
                    <a:pt x="465" y="21"/>
                    <a:pt x="466" y="20"/>
                  </a:cubicBezTo>
                  <a:cubicBezTo>
                    <a:pt x="468" y="19"/>
                    <a:pt x="470" y="18"/>
                    <a:pt x="471" y="18"/>
                  </a:cubicBezTo>
                  <a:cubicBezTo>
                    <a:pt x="473" y="18"/>
                    <a:pt x="475" y="19"/>
                    <a:pt x="476" y="20"/>
                  </a:cubicBezTo>
                  <a:cubicBezTo>
                    <a:pt x="477" y="21"/>
                    <a:pt x="478" y="23"/>
                    <a:pt x="479" y="25"/>
                  </a:cubicBezTo>
                  <a:cubicBezTo>
                    <a:pt x="479" y="27"/>
                    <a:pt x="480" y="30"/>
                    <a:pt x="480" y="34"/>
                  </a:cubicBezTo>
                  <a:cubicBezTo>
                    <a:pt x="480" y="46"/>
                    <a:pt x="480" y="46"/>
                    <a:pt x="480" y="46"/>
                  </a:cubicBezTo>
                  <a:cubicBezTo>
                    <a:pt x="480" y="48"/>
                    <a:pt x="480" y="50"/>
                    <a:pt x="480" y="50"/>
                  </a:cubicBezTo>
                  <a:cubicBezTo>
                    <a:pt x="480" y="51"/>
                    <a:pt x="481" y="52"/>
                    <a:pt x="481" y="52"/>
                  </a:cubicBezTo>
                  <a:cubicBezTo>
                    <a:pt x="482" y="52"/>
                    <a:pt x="483" y="52"/>
                    <a:pt x="484" y="52"/>
                  </a:cubicBezTo>
                  <a:cubicBezTo>
                    <a:pt x="484" y="54"/>
                    <a:pt x="484" y="54"/>
                    <a:pt x="484" y="54"/>
                  </a:cubicBezTo>
                  <a:cubicBezTo>
                    <a:pt x="468" y="54"/>
                    <a:pt x="468" y="54"/>
                    <a:pt x="468" y="54"/>
                  </a:cubicBezTo>
                  <a:cubicBezTo>
                    <a:pt x="468" y="52"/>
                    <a:pt x="468" y="52"/>
                    <a:pt x="468" y="52"/>
                  </a:cubicBezTo>
                  <a:cubicBezTo>
                    <a:pt x="469" y="52"/>
                    <a:pt x="469" y="52"/>
                    <a:pt x="469" y="52"/>
                  </a:cubicBezTo>
                  <a:cubicBezTo>
                    <a:pt x="471" y="52"/>
                    <a:pt x="472" y="52"/>
                    <a:pt x="472" y="52"/>
                  </a:cubicBezTo>
                  <a:cubicBezTo>
                    <a:pt x="473" y="51"/>
                    <a:pt x="474" y="50"/>
                    <a:pt x="474" y="50"/>
                  </a:cubicBezTo>
                  <a:cubicBezTo>
                    <a:pt x="474" y="49"/>
                    <a:pt x="474" y="48"/>
                    <a:pt x="474" y="46"/>
                  </a:cubicBezTo>
                  <a:cubicBezTo>
                    <a:pt x="474" y="34"/>
                    <a:pt x="474" y="34"/>
                    <a:pt x="474" y="34"/>
                  </a:cubicBezTo>
                  <a:cubicBezTo>
                    <a:pt x="474" y="30"/>
                    <a:pt x="474" y="28"/>
                    <a:pt x="473" y="27"/>
                  </a:cubicBezTo>
                  <a:cubicBezTo>
                    <a:pt x="473" y="26"/>
                    <a:pt x="472" y="25"/>
                    <a:pt x="472" y="24"/>
                  </a:cubicBezTo>
                  <a:cubicBezTo>
                    <a:pt x="471" y="24"/>
                    <a:pt x="470" y="23"/>
                    <a:pt x="469" y="23"/>
                  </a:cubicBezTo>
                  <a:cubicBezTo>
                    <a:pt x="468" y="23"/>
                    <a:pt x="466" y="24"/>
                    <a:pt x="465" y="24"/>
                  </a:cubicBezTo>
                  <a:cubicBezTo>
                    <a:pt x="464" y="25"/>
                    <a:pt x="462" y="26"/>
                    <a:pt x="461" y="28"/>
                  </a:cubicBezTo>
                  <a:cubicBezTo>
                    <a:pt x="461" y="46"/>
                    <a:pt x="461" y="46"/>
                    <a:pt x="461" y="46"/>
                  </a:cubicBezTo>
                  <a:cubicBezTo>
                    <a:pt x="461" y="48"/>
                    <a:pt x="461" y="50"/>
                    <a:pt x="461" y="50"/>
                  </a:cubicBezTo>
                  <a:cubicBezTo>
                    <a:pt x="462" y="51"/>
                    <a:pt x="462" y="52"/>
                    <a:pt x="462" y="52"/>
                  </a:cubicBezTo>
                  <a:cubicBezTo>
                    <a:pt x="463" y="52"/>
                    <a:pt x="464" y="52"/>
                    <a:pt x="466" y="52"/>
                  </a:cubicBezTo>
                  <a:cubicBezTo>
                    <a:pt x="466" y="54"/>
                    <a:pt x="466" y="54"/>
                    <a:pt x="466" y="54"/>
                  </a:cubicBezTo>
                  <a:cubicBezTo>
                    <a:pt x="450" y="54"/>
                    <a:pt x="450" y="54"/>
                    <a:pt x="450" y="54"/>
                  </a:cubicBezTo>
                  <a:cubicBezTo>
                    <a:pt x="450" y="52"/>
                    <a:pt x="450" y="52"/>
                    <a:pt x="450" y="52"/>
                  </a:cubicBezTo>
                  <a:cubicBezTo>
                    <a:pt x="451" y="52"/>
                    <a:pt x="452" y="52"/>
                    <a:pt x="453" y="52"/>
                  </a:cubicBezTo>
                  <a:cubicBezTo>
                    <a:pt x="454" y="51"/>
                    <a:pt x="454" y="51"/>
                    <a:pt x="454" y="50"/>
                  </a:cubicBezTo>
                  <a:cubicBezTo>
                    <a:pt x="455" y="49"/>
                    <a:pt x="455" y="48"/>
                    <a:pt x="455" y="46"/>
                  </a:cubicBezTo>
                  <a:cubicBezTo>
                    <a:pt x="455" y="15"/>
                    <a:pt x="455" y="15"/>
                    <a:pt x="455" y="15"/>
                  </a:cubicBezTo>
                  <a:cubicBezTo>
                    <a:pt x="455" y="11"/>
                    <a:pt x="455" y="8"/>
                    <a:pt x="454" y="8"/>
                  </a:cubicBezTo>
                  <a:cubicBezTo>
                    <a:pt x="454" y="7"/>
                    <a:pt x="454" y="6"/>
                    <a:pt x="454" y="6"/>
                  </a:cubicBezTo>
                  <a:cubicBezTo>
                    <a:pt x="453" y="5"/>
                    <a:pt x="453" y="5"/>
                    <a:pt x="452" y="5"/>
                  </a:cubicBezTo>
                  <a:cubicBezTo>
                    <a:pt x="452" y="5"/>
                    <a:pt x="451" y="5"/>
                    <a:pt x="450" y="6"/>
                  </a:cubicBezTo>
                  <a:cubicBezTo>
                    <a:pt x="449" y="4"/>
                    <a:pt x="449" y="4"/>
                    <a:pt x="449" y="4"/>
                  </a:cubicBezTo>
                  <a:cubicBezTo>
                    <a:pt x="459" y="0"/>
                    <a:pt x="459" y="0"/>
                    <a:pt x="459" y="0"/>
                  </a:cubicBezTo>
                  <a:cubicBezTo>
                    <a:pt x="460" y="1"/>
                    <a:pt x="460" y="1"/>
                    <a:pt x="460" y="1"/>
                  </a:cubicBezTo>
                  <a:close/>
                  <a:moveTo>
                    <a:pt x="499" y="1"/>
                  </a:moveTo>
                  <a:cubicBezTo>
                    <a:pt x="500" y="1"/>
                    <a:pt x="501" y="1"/>
                    <a:pt x="501" y="2"/>
                  </a:cubicBezTo>
                  <a:cubicBezTo>
                    <a:pt x="502" y="3"/>
                    <a:pt x="502" y="4"/>
                    <a:pt x="502" y="5"/>
                  </a:cubicBezTo>
                  <a:cubicBezTo>
                    <a:pt x="502" y="6"/>
                    <a:pt x="502" y="7"/>
                    <a:pt x="501" y="8"/>
                  </a:cubicBezTo>
                  <a:cubicBezTo>
                    <a:pt x="500" y="8"/>
                    <a:pt x="500" y="9"/>
                    <a:pt x="499" y="9"/>
                  </a:cubicBezTo>
                  <a:cubicBezTo>
                    <a:pt x="498" y="9"/>
                    <a:pt x="497" y="8"/>
                    <a:pt x="496" y="8"/>
                  </a:cubicBezTo>
                  <a:cubicBezTo>
                    <a:pt x="496" y="7"/>
                    <a:pt x="495" y="6"/>
                    <a:pt x="495" y="5"/>
                  </a:cubicBezTo>
                  <a:cubicBezTo>
                    <a:pt x="495" y="4"/>
                    <a:pt x="496" y="3"/>
                    <a:pt x="496" y="2"/>
                  </a:cubicBezTo>
                  <a:cubicBezTo>
                    <a:pt x="497" y="1"/>
                    <a:pt x="498" y="1"/>
                    <a:pt x="499" y="1"/>
                  </a:cubicBezTo>
                  <a:close/>
                  <a:moveTo>
                    <a:pt x="502" y="19"/>
                  </a:moveTo>
                  <a:cubicBezTo>
                    <a:pt x="502" y="46"/>
                    <a:pt x="502" y="46"/>
                    <a:pt x="502" y="46"/>
                  </a:cubicBezTo>
                  <a:cubicBezTo>
                    <a:pt x="502" y="48"/>
                    <a:pt x="502" y="50"/>
                    <a:pt x="502" y="50"/>
                  </a:cubicBezTo>
                  <a:cubicBezTo>
                    <a:pt x="503" y="51"/>
                    <a:pt x="503" y="52"/>
                    <a:pt x="504" y="52"/>
                  </a:cubicBezTo>
                  <a:cubicBezTo>
                    <a:pt x="504" y="52"/>
                    <a:pt x="505" y="52"/>
                    <a:pt x="507" y="52"/>
                  </a:cubicBezTo>
                  <a:cubicBezTo>
                    <a:pt x="507" y="54"/>
                    <a:pt x="507" y="54"/>
                    <a:pt x="507" y="54"/>
                  </a:cubicBezTo>
                  <a:cubicBezTo>
                    <a:pt x="491" y="54"/>
                    <a:pt x="491" y="54"/>
                    <a:pt x="491" y="54"/>
                  </a:cubicBezTo>
                  <a:cubicBezTo>
                    <a:pt x="491" y="52"/>
                    <a:pt x="491" y="52"/>
                    <a:pt x="491" y="52"/>
                  </a:cubicBezTo>
                  <a:cubicBezTo>
                    <a:pt x="492" y="52"/>
                    <a:pt x="494" y="52"/>
                    <a:pt x="494" y="52"/>
                  </a:cubicBezTo>
                  <a:cubicBezTo>
                    <a:pt x="494" y="52"/>
                    <a:pt x="495" y="51"/>
                    <a:pt x="495" y="50"/>
                  </a:cubicBezTo>
                  <a:cubicBezTo>
                    <a:pt x="496" y="50"/>
                    <a:pt x="496" y="48"/>
                    <a:pt x="496" y="46"/>
                  </a:cubicBezTo>
                  <a:cubicBezTo>
                    <a:pt x="496" y="33"/>
                    <a:pt x="496" y="33"/>
                    <a:pt x="496" y="33"/>
                  </a:cubicBezTo>
                  <a:cubicBezTo>
                    <a:pt x="496" y="29"/>
                    <a:pt x="496" y="27"/>
                    <a:pt x="495" y="26"/>
                  </a:cubicBezTo>
                  <a:cubicBezTo>
                    <a:pt x="495" y="25"/>
                    <a:pt x="495" y="24"/>
                    <a:pt x="494" y="24"/>
                  </a:cubicBezTo>
                  <a:cubicBezTo>
                    <a:pt x="494" y="24"/>
                    <a:pt x="494" y="24"/>
                    <a:pt x="493" y="24"/>
                  </a:cubicBezTo>
                  <a:cubicBezTo>
                    <a:pt x="492" y="24"/>
                    <a:pt x="491" y="24"/>
                    <a:pt x="490" y="24"/>
                  </a:cubicBezTo>
                  <a:cubicBezTo>
                    <a:pt x="490" y="23"/>
                    <a:pt x="490" y="23"/>
                    <a:pt x="490" y="23"/>
                  </a:cubicBezTo>
                  <a:cubicBezTo>
                    <a:pt x="500" y="19"/>
                    <a:pt x="500" y="19"/>
                    <a:pt x="500" y="19"/>
                  </a:cubicBezTo>
                  <a:cubicBezTo>
                    <a:pt x="502" y="19"/>
                    <a:pt x="502" y="19"/>
                    <a:pt x="502" y="19"/>
                  </a:cubicBezTo>
                  <a:close/>
                  <a:moveTo>
                    <a:pt x="524" y="26"/>
                  </a:moveTo>
                  <a:cubicBezTo>
                    <a:pt x="528" y="21"/>
                    <a:pt x="532" y="19"/>
                    <a:pt x="535" y="19"/>
                  </a:cubicBezTo>
                  <a:cubicBezTo>
                    <a:pt x="536" y="19"/>
                    <a:pt x="538" y="19"/>
                    <a:pt x="540" y="20"/>
                  </a:cubicBezTo>
                  <a:cubicBezTo>
                    <a:pt x="541" y="21"/>
                    <a:pt x="542" y="22"/>
                    <a:pt x="543" y="24"/>
                  </a:cubicBezTo>
                  <a:cubicBezTo>
                    <a:pt x="543" y="26"/>
                    <a:pt x="544" y="28"/>
                    <a:pt x="544" y="31"/>
                  </a:cubicBezTo>
                  <a:cubicBezTo>
                    <a:pt x="544" y="46"/>
                    <a:pt x="544" y="46"/>
                    <a:pt x="544" y="46"/>
                  </a:cubicBezTo>
                  <a:cubicBezTo>
                    <a:pt x="544" y="48"/>
                    <a:pt x="544" y="49"/>
                    <a:pt x="544" y="50"/>
                  </a:cubicBezTo>
                  <a:cubicBezTo>
                    <a:pt x="544" y="51"/>
                    <a:pt x="545" y="51"/>
                    <a:pt x="545" y="52"/>
                  </a:cubicBezTo>
                  <a:cubicBezTo>
                    <a:pt x="546" y="52"/>
                    <a:pt x="547" y="52"/>
                    <a:pt x="548" y="52"/>
                  </a:cubicBezTo>
                  <a:cubicBezTo>
                    <a:pt x="548" y="53"/>
                    <a:pt x="548" y="53"/>
                    <a:pt x="548" y="53"/>
                  </a:cubicBezTo>
                  <a:cubicBezTo>
                    <a:pt x="532" y="53"/>
                    <a:pt x="532" y="53"/>
                    <a:pt x="532" y="53"/>
                  </a:cubicBezTo>
                  <a:cubicBezTo>
                    <a:pt x="532" y="52"/>
                    <a:pt x="532" y="52"/>
                    <a:pt x="532" y="52"/>
                  </a:cubicBezTo>
                  <a:cubicBezTo>
                    <a:pt x="533" y="52"/>
                    <a:pt x="533" y="52"/>
                    <a:pt x="533" y="52"/>
                  </a:cubicBezTo>
                  <a:cubicBezTo>
                    <a:pt x="535" y="52"/>
                    <a:pt x="536" y="52"/>
                    <a:pt x="536" y="51"/>
                  </a:cubicBezTo>
                  <a:cubicBezTo>
                    <a:pt x="537" y="51"/>
                    <a:pt x="538" y="50"/>
                    <a:pt x="538" y="49"/>
                  </a:cubicBezTo>
                  <a:cubicBezTo>
                    <a:pt x="538" y="49"/>
                    <a:pt x="538" y="48"/>
                    <a:pt x="538" y="46"/>
                  </a:cubicBezTo>
                  <a:cubicBezTo>
                    <a:pt x="538" y="32"/>
                    <a:pt x="538" y="32"/>
                    <a:pt x="538" y="32"/>
                  </a:cubicBezTo>
                  <a:cubicBezTo>
                    <a:pt x="538" y="28"/>
                    <a:pt x="537" y="26"/>
                    <a:pt x="536" y="25"/>
                  </a:cubicBezTo>
                  <a:cubicBezTo>
                    <a:pt x="536" y="24"/>
                    <a:pt x="534" y="23"/>
                    <a:pt x="532" y="23"/>
                  </a:cubicBezTo>
                  <a:cubicBezTo>
                    <a:pt x="530" y="23"/>
                    <a:pt x="527" y="24"/>
                    <a:pt x="524" y="28"/>
                  </a:cubicBezTo>
                  <a:cubicBezTo>
                    <a:pt x="524" y="46"/>
                    <a:pt x="524" y="46"/>
                    <a:pt x="524" y="46"/>
                  </a:cubicBezTo>
                  <a:cubicBezTo>
                    <a:pt x="524" y="48"/>
                    <a:pt x="524" y="49"/>
                    <a:pt x="524" y="50"/>
                  </a:cubicBezTo>
                  <a:cubicBezTo>
                    <a:pt x="525" y="51"/>
                    <a:pt x="525" y="51"/>
                    <a:pt x="526" y="52"/>
                  </a:cubicBezTo>
                  <a:cubicBezTo>
                    <a:pt x="526" y="52"/>
                    <a:pt x="527" y="52"/>
                    <a:pt x="529" y="52"/>
                  </a:cubicBezTo>
                  <a:cubicBezTo>
                    <a:pt x="529" y="53"/>
                    <a:pt x="529" y="53"/>
                    <a:pt x="529" y="53"/>
                  </a:cubicBezTo>
                  <a:cubicBezTo>
                    <a:pt x="513" y="53"/>
                    <a:pt x="513" y="53"/>
                    <a:pt x="513" y="53"/>
                  </a:cubicBezTo>
                  <a:cubicBezTo>
                    <a:pt x="513" y="52"/>
                    <a:pt x="513" y="52"/>
                    <a:pt x="513" y="52"/>
                  </a:cubicBezTo>
                  <a:cubicBezTo>
                    <a:pt x="514" y="52"/>
                    <a:pt x="514" y="52"/>
                    <a:pt x="514" y="52"/>
                  </a:cubicBezTo>
                  <a:cubicBezTo>
                    <a:pt x="516" y="52"/>
                    <a:pt x="517" y="52"/>
                    <a:pt x="517" y="51"/>
                  </a:cubicBezTo>
                  <a:cubicBezTo>
                    <a:pt x="518" y="50"/>
                    <a:pt x="518" y="48"/>
                    <a:pt x="518" y="46"/>
                  </a:cubicBezTo>
                  <a:cubicBezTo>
                    <a:pt x="518" y="33"/>
                    <a:pt x="518" y="33"/>
                    <a:pt x="518" y="33"/>
                  </a:cubicBezTo>
                  <a:cubicBezTo>
                    <a:pt x="518" y="29"/>
                    <a:pt x="518" y="26"/>
                    <a:pt x="518" y="25"/>
                  </a:cubicBezTo>
                  <a:cubicBezTo>
                    <a:pt x="518" y="24"/>
                    <a:pt x="517" y="24"/>
                    <a:pt x="517" y="23"/>
                  </a:cubicBezTo>
                  <a:cubicBezTo>
                    <a:pt x="516" y="23"/>
                    <a:pt x="516" y="23"/>
                    <a:pt x="515" y="23"/>
                  </a:cubicBezTo>
                  <a:cubicBezTo>
                    <a:pt x="514" y="23"/>
                    <a:pt x="514" y="23"/>
                    <a:pt x="513" y="23"/>
                  </a:cubicBezTo>
                  <a:cubicBezTo>
                    <a:pt x="512" y="22"/>
                    <a:pt x="512" y="22"/>
                    <a:pt x="512" y="22"/>
                  </a:cubicBezTo>
                  <a:cubicBezTo>
                    <a:pt x="522" y="18"/>
                    <a:pt x="522" y="18"/>
                    <a:pt x="522" y="18"/>
                  </a:cubicBezTo>
                  <a:cubicBezTo>
                    <a:pt x="524" y="18"/>
                    <a:pt x="524" y="18"/>
                    <a:pt x="524" y="18"/>
                  </a:cubicBezTo>
                  <a:cubicBezTo>
                    <a:pt x="524" y="26"/>
                    <a:pt x="524" y="26"/>
                    <a:pt x="524" y="26"/>
                  </a:cubicBezTo>
                  <a:close/>
                  <a:moveTo>
                    <a:pt x="573" y="49"/>
                  </a:moveTo>
                  <a:cubicBezTo>
                    <a:pt x="570" y="52"/>
                    <a:pt x="568" y="53"/>
                    <a:pt x="567" y="54"/>
                  </a:cubicBezTo>
                  <a:cubicBezTo>
                    <a:pt x="566" y="54"/>
                    <a:pt x="564" y="54"/>
                    <a:pt x="563" y="54"/>
                  </a:cubicBezTo>
                  <a:cubicBezTo>
                    <a:pt x="560" y="54"/>
                    <a:pt x="559" y="54"/>
                    <a:pt x="557" y="52"/>
                  </a:cubicBezTo>
                  <a:cubicBezTo>
                    <a:pt x="556" y="50"/>
                    <a:pt x="555" y="48"/>
                    <a:pt x="555" y="46"/>
                  </a:cubicBezTo>
                  <a:cubicBezTo>
                    <a:pt x="555" y="44"/>
                    <a:pt x="556" y="42"/>
                    <a:pt x="556" y="41"/>
                  </a:cubicBezTo>
                  <a:cubicBezTo>
                    <a:pt x="557" y="40"/>
                    <a:pt x="559" y="38"/>
                    <a:pt x="562" y="36"/>
                  </a:cubicBezTo>
                  <a:cubicBezTo>
                    <a:pt x="564" y="35"/>
                    <a:pt x="568" y="33"/>
                    <a:pt x="574" y="31"/>
                  </a:cubicBezTo>
                  <a:cubicBezTo>
                    <a:pt x="574" y="30"/>
                    <a:pt x="574" y="30"/>
                    <a:pt x="574" y="30"/>
                  </a:cubicBezTo>
                  <a:cubicBezTo>
                    <a:pt x="574" y="26"/>
                    <a:pt x="573" y="24"/>
                    <a:pt x="572" y="23"/>
                  </a:cubicBezTo>
                  <a:cubicBezTo>
                    <a:pt x="571" y="22"/>
                    <a:pt x="570" y="21"/>
                    <a:pt x="568" y="21"/>
                  </a:cubicBezTo>
                  <a:cubicBezTo>
                    <a:pt x="566" y="21"/>
                    <a:pt x="565" y="21"/>
                    <a:pt x="564" y="22"/>
                  </a:cubicBezTo>
                  <a:cubicBezTo>
                    <a:pt x="563" y="23"/>
                    <a:pt x="563" y="24"/>
                    <a:pt x="563" y="25"/>
                  </a:cubicBezTo>
                  <a:cubicBezTo>
                    <a:pt x="563" y="27"/>
                    <a:pt x="563" y="27"/>
                    <a:pt x="563" y="27"/>
                  </a:cubicBezTo>
                  <a:cubicBezTo>
                    <a:pt x="563" y="28"/>
                    <a:pt x="562" y="29"/>
                    <a:pt x="562" y="30"/>
                  </a:cubicBezTo>
                  <a:cubicBezTo>
                    <a:pt x="562" y="30"/>
                    <a:pt x="561" y="30"/>
                    <a:pt x="560" y="30"/>
                  </a:cubicBezTo>
                  <a:cubicBezTo>
                    <a:pt x="559" y="30"/>
                    <a:pt x="558" y="30"/>
                    <a:pt x="558" y="30"/>
                  </a:cubicBezTo>
                  <a:cubicBezTo>
                    <a:pt x="558" y="29"/>
                    <a:pt x="557" y="28"/>
                    <a:pt x="557" y="27"/>
                  </a:cubicBezTo>
                  <a:cubicBezTo>
                    <a:pt x="557" y="25"/>
                    <a:pt x="558" y="23"/>
                    <a:pt x="560" y="21"/>
                  </a:cubicBezTo>
                  <a:cubicBezTo>
                    <a:pt x="562" y="19"/>
                    <a:pt x="566" y="18"/>
                    <a:pt x="569" y="18"/>
                  </a:cubicBezTo>
                  <a:cubicBezTo>
                    <a:pt x="572" y="18"/>
                    <a:pt x="574" y="18"/>
                    <a:pt x="576" y="20"/>
                  </a:cubicBezTo>
                  <a:cubicBezTo>
                    <a:pt x="578" y="20"/>
                    <a:pt x="579" y="22"/>
                    <a:pt x="580" y="23"/>
                  </a:cubicBezTo>
                  <a:cubicBezTo>
                    <a:pt x="580" y="24"/>
                    <a:pt x="580" y="26"/>
                    <a:pt x="580" y="30"/>
                  </a:cubicBezTo>
                  <a:cubicBezTo>
                    <a:pt x="580" y="41"/>
                    <a:pt x="580" y="41"/>
                    <a:pt x="580" y="41"/>
                  </a:cubicBezTo>
                  <a:cubicBezTo>
                    <a:pt x="580" y="44"/>
                    <a:pt x="580" y="46"/>
                    <a:pt x="580" y="47"/>
                  </a:cubicBezTo>
                  <a:cubicBezTo>
                    <a:pt x="580" y="48"/>
                    <a:pt x="581" y="48"/>
                    <a:pt x="581" y="49"/>
                  </a:cubicBezTo>
                  <a:cubicBezTo>
                    <a:pt x="581" y="49"/>
                    <a:pt x="581" y="49"/>
                    <a:pt x="582" y="49"/>
                  </a:cubicBezTo>
                  <a:cubicBezTo>
                    <a:pt x="582" y="49"/>
                    <a:pt x="582" y="49"/>
                    <a:pt x="583" y="49"/>
                  </a:cubicBezTo>
                  <a:cubicBezTo>
                    <a:pt x="583" y="48"/>
                    <a:pt x="584" y="48"/>
                    <a:pt x="586" y="46"/>
                  </a:cubicBezTo>
                  <a:cubicBezTo>
                    <a:pt x="586" y="48"/>
                    <a:pt x="586" y="48"/>
                    <a:pt x="586" y="48"/>
                  </a:cubicBezTo>
                  <a:cubicBezTo>
                    <a:pt x="583" y="52"/>
                    <a:pt x="580" y="54"/>
                    <a:pt x="578" y="54"/>
                  </a:cubicBezTo>
                  <a:cubicBezTo>
                    <a:pt x="577" y="54"/>
                    <a:pt x="576" y="53"/>
                    <a:pt x="575" y="52"/>
                  </a:cubicBezTo>
                  <a:cubicBezTo>
                    <a:pt x="574" y="52"/>
                    <a:pt x="573" y="51"/>
                    <a:pt x="573" y="49"/>
                  </a:cubicBezTo>
                  <a:close/>
                  <a:moveTo>
                    <a:pt x="573" y="46"/>
                  </a:moveTo>
                  <a:cubicBezTo>
                    <a:pt x="573" y="34"/>
                    <a:pt x="573" y="34"/>
                    <a:pt x="573" y="34"/>
                  </a:cubicBezTo>
                  <a:cubicBezTo>
                    <a:pt x="570" y="35"/>
                    <a:pt x="567" y="36"/>
                    <a:pt x="566" y="37"/>
                  </a:cubicBezTo>
                  <a:cubicBezTo>
                    <a:pt x="564" y="38"/>
                    <a:pt x="563" y="39"/>
                    <a:pt x="562" y="40"/>
                  </a:cubicBezTo>
                  <a:cubicBezTo>
                    <a:pt x="562" y="42"/>
                    <a:pt x="561" y="43"/>
                    <a:pt x="561" y="44"/>
                  </a:cubicBezTo>
                  <a:cubicBezTo>
                    <a:pt x="561" y="46"/>
                    <a:pt x="562" y="48"/>
                    <a:pt x="563" y="49"/>
                  </a:cubicBezTo>
                  <a:cubicBezTo>
                    <a:pt x="564" y="50"/>
                    <a:pt x="565" y="50"/>
                    <a:pt x="566" y="50"/>
                  </a:cubicBezTo>
                  <a:cubicBezTo>
                    <a:pt x="568" y="50"/>
                    <a:pt x="570" y="49"/>
                    <a:pt x="573" y="4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8" name="Freeform 36"/>
            <p:cNvSpPr>
              <a:spLocks noEditPoints="1"/>
            </p:cNvSpPr>
            <p:nvPr/>
          </p:nvSpPr>
          <p:spPr bwMode="auto">
            <a:xfrm>
              <a:off x="9304400" y="4596116"/>
              <a:ext cx="2255838" cy="300038"/>
            </a:xfrm>
            <a:custGeom>
              <a:avLst/>
              <a:gdLst>
                <a:gd name="T0" fmla="*/ 1465 w 1513"/>
                <a:gd name="T1" fmla="*/ 107 h 200"/>
                <a:gd name="T2" fmla="*/ 1416 w 1513"/>
                <a:gd name="T3" fmla="*/ 130 h 200"/>
                <a:gd name="T4" fmla="*/ 1450 w 1513"/>
                <a:gd name="T5" fmla="*/ 47 h 200"/>
                <a:gd name="T6" fmla="*/ 1458 w 1513"/>
                <a:gd name="T7" fmla="*/ 70 h 200"/>
                <a:gd name="T8" fmla="*/ 1467 w 1513"/>
                <a:gd name="T9" fmla="*/ 146 h 200"/>
                <a:gd name="T10" fmla="*/ 1410 w 1513"/>
                <a:gd name="T11" fmla="*/ 171 h 200"/>
                <a:gd name="T12" fmla="*/ 1408 w 1513"/>
                <a:gd name="T13" fmla="*/ 153 h 200"/>
                <a:gd name="T14" fmla="*/ 1272 w 1513"/>
                <a:gd name="T15" fmla="*/ 125 h 200"/>
                <a:gd name="T16" fmla="*/ 1257 w 1513"/>
                <a:gd name="T17" fmla="*/ 79 h 200"/>
                <a:gd name="T18" fmla="*/ 1298 w 1513"/>
                <a:gd name="T19" fmla="*/ 59 h 200"/>
                <a:gd name="T20" fmla="*/ 1220 w 1513"/>
                <a:gd name="T21" fmla="*/ 139 h 200"/>
                <a:gd name="T22" fmla="*/ 1112 w 1513"/>
                <a:gd name="T23" fmla="*/ 16 h 200"/>
                <a:gd name="T24" fmla="*/ 1064 w 1513"/>
                <a:gd name="T25" fmla="*/ 107 h 200"/>
                <a:gd name="T26" fmla="*/ 1074 w 1513"/>
                <a:gd name="T27" fmla="*/ 95 h 200"/>
                <a:gd name="T28" fmla="*/ 1096 w 1513"/>
                <a:gd name="T29" fmla="*/ 49 h 200"/>
                <a:gd name="T30" fmla="*/ 1098 w 1513"/>
                <a:gd name="T31" fmla="*/ 84 h 200"/>
                <a:gd name="T32" fmla="*/ 1101 w 1513"/>
                <a:gd name="T33" fmla="*/ 154 h 200"/>
                <a:gd name="T34" fmla="*/ 1038 w 1513"/>
                <a:gd name="T35" fmla="*/ 172 h 200"/>
                <a:gd name="T36" fmla="*/ 862 w 1513"/>
                <a:gd name="T37" fmla="*/ 136 h 200"/>
                <a:gd name="T38" fmla="*/ 895 w 1513"/>
                <a:gd name="T39" fmla="*/ 103 h 200"/>
                <a:gd name="T40" fmla="*/ 856 w 1513"/>
                <a:gd name="T41" fmla="*/ 83 h 200"/>
                <a:gd name="T42" fmla="*/ 873 w 1513"/>
                <a:gd name="T43" fmla="*/ 80 h 200"/>
                <a:gd name="T44" fmla="*/ 905 w 1513"/>
                <a:gd name="T45" fmla="*/ 38 h 200"/>
                <a:gd name="T46" fmla="*/ 908 w 1513"/>
                <a:gd name="T47" fmla="*/ 83 h 200"/>
                <a:gd name="T48" fmla="*/ 874 w 1513"/>
                <a:gd name="T49" fmla="*/ 168 h 200"/>
                <a:gd name="T50" fmla="*/ 809 w 1513"/>
                <a:gd name="T51" fmla="*/ 149 h 200"/>
                <a:gd name="T52" fmla="*/ 704 w 1513"/>
                <a:gd name="T53" fmla="*/ 45 h 200"/>
                <a:gd name="T54" fmla="*/ 658 w 1513"/>
                <a:gd name="T55" fmla="*/ 45 h 200"/>
                <a:gd name="T56" fmla="*/ 694 w 1513"/>
                <a:gd name="T57" fmla="*/ 50 h 200"/>
                <a:gd name="T58" fmla="*/ 705 w 1513"/>
                <a:gd name="T59" fmla="*/ 55 h 200"/>
                <a:gd name="T60" fmla="*/ 697 w 1513"/>
                <a:gd name="T61" fmla="*/ 139 h 200"/>
                <a:gd name="T62" fmla="*/ 662 w 1513"/>
                <a:gd name="T63" fmla="*/ 179 h 200"/>
                <a:gd name="T64" fmla="*/ 686 w 1513"/>
                <a:gd name="T65" fmla="*/ 141 h 200"/>
                <a:gd name="T66" fmla="*/ 720 w 1513"/>
                <a:gd name="T67" fmla="*/ 90 h 200"/>
                <a:gd name="T68" fmla="*/ 540 w 1513"/>
                <a:gd name="T69" fmla="*/ 92 h 200"/>
                <a:gd name="T70" fmla="*/ 491 w 1513"/>
                <a:gd name="T71" fmla="*/ 115 h 200"/>
                <a:gd name="T72" fmla="*/ 466 w 1513"/>
                <a:gd name="T73" fmla="*/ 70 h 200"/>
                <a:gd name="T74" fmla="*/ 444 w 1513"/>
                <a:gd name="T75" fmla="*/ 90 h 200"/>
                <a:gd name="T76" fmla="*/ 426 w 1513"/>
                <a:gd name="T77" fmla="*/ 96 h 200"/>
                <a:gd name="T78" fmla="*/ 414 w 1513"/>
                <a:gd name="T79" fmla="*/ 90 h 200"/>
                <a:gd name="T80" fmla="*/ 502 w 1513"/>
                <a:gd name="T81" fmla="*/ 43 h 200"/>
                <a:gd name="T82" fmla="*/ 560 w 1513"/>
                <a:gd name="T83" fmla="*/ 85 h 200"/>
                <a:gd name="T84" fmla="*/ 520 w 1513"/>
                <a:gd name="T85" fmla="*/ 187 h 200"/>
                <a:gd name="T86" fmla="*/ 465 w 1513"/>
                <a:gd name="T87" fmla="*/ 119 h 200"/>
                <a:gd name="T88" fmla="*/ 442 w 1513"/>
                <a:gd name="T89" fmla="*/ 153 h 200"/>
                <a:gd name="T90" fmla="*/ 282 w 1513"/>
                <a:gd name="T91" fmla="*/ 98 h 200"/>
                <a:gd name="T92" fmla="*/ 259 w 1513"/>
                <a:gd name="T93" fmla="*/ 93 h 200"/>
                <a:gd name="T94" fmla="*/ 226 w 1513"/>
                <a:gd name="T95" fmla="*/ 158 h 200"/>
                <a:gd name="T96" fmla="*/ 307 w 1513"/>
                <a:gd name="T97" fmla="*/ 43 h 200"/>
                <a:gd name="T98" fmla="*/ 290 w 1513"/>
                <a:gd name="T99" fmla="*/ 120 h 200"/>
                <a:gd name="T100" fmla="*/ 234 w 1513"/>
                <a:gd name="T101" fmla="*/ 93 h 200"/>
                <a:gd name="T102" fmla="*/ 205 w 1513"/>
                <a:gd name="T103" fmla="*/ 107 h 200"/>
                <a:gd name="T104" fmla="*/ 226 w 1513"/>
                <a:gd name="T105" fmla="*/ 171 h 200"/>
                <a:gd name="T106" fmla="*/ 101 w 1513"/>
                <a:gd name="T107" fmla="*/ 63 h 200"/>
                <a:gd name="T108" fmla="*/ 32 w 1513"/>
                <a:gd name="T109" fmla="*/ 94 h 200"/>
                <a:gd name="T110" fmla="*/ 58 w 1513"/>
                <a:gd name="T111" fmla="*/ 7 h 200"/>
                <a:gd name="T112" fmla="*/ 104 w 1513"/>
                <a:gd name="T113" fmla="*/ 90 h 200"/>
                <a:gd name="T114" fmla="*/ 48 w 1513"/>
                <a:gd name="T115" fmla="*/ 152 h 200"/>
                <a:gd name="T116" fmla="*/ 3 w 1513"/>
                <a:gd name="T117" fmla="*/ 66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513" h="200">
                  <a:moveTo>
                    <a:pt x="1410" y="31"/>
                  </a:moveTo>
                  <a:cubicBezTo>
                    <a:pt x="1410" y="28"/>
                    <a:pt x="1410" y="26"/>
                    <a:pt x="1410" y="23"/>
                  </a:cubicBezTo>
                  <a:cubicBezTo>
                    <a:pt x="1418" y="21"/>
                    <a:pt x="1413" y="3"/>
                    <a:pt x="1421" y="0"/>
                  </a:cubicBezTo>
                  <a:cubicBezTo>
                    <a:pt x="1424" y="0"/>
                    <a:pt x="1424" y="0"/>
                    <a:pt x="1424" y="0"/>
                  </a:cubicBezTo>
                  <a:cubicBezTo>
                    <a:pt x="1425" y="3"/>
                    <a:pt x="1427" y="7"/>
                    <a:pt x="1428" y="11"/>
                  </a:cubicBezTo>
                  <a:cubicBezTo>
                    <a:pt x="1428" y="13"/>
                    <a:pt x="1428" y="15"/>
                    <a:pt x="1428" y="17"/>
                  </a:cubicBezTo>
                  <a:cubicBezTo>
                    <a:pt x="1431" y="30"/>
                    <a:pt x="1429" y="36"/>
                    <a:pt x="1427" y="47"/>
                  </a:cubicBezTo>
                  <a:cubicBezTo>
                    <a:pt x="1414" y="49"/>
                    <a:pt x="1415" y="38"/>
                    <a:pt x="1410" y="31"/>
                  </a:cubicBezTo>
                  <a:close/>
                  <a:moveTo>
                    <a:pt x="1442" y="122"/>
                  </a:moveTo>
                  <a:cubicBezTo>
                    <a:pt x="1442" y="107"/>
                    <a:pt x="1454" y="110"/>
                    <a:pt x="1465" y="107"/>
                  </a:cubicBezTo>
                  <a:cubicBezTo>
                    <a:pt x="1470" y="105"/>
                    <a:pt x="1478" y="101"/>
                    <a:pt x="1482" y="97"/>
                  </a:cubicBezTo>
                  <a:cubicBezTo>
                    <a:pt x="1484" y="95"/>
                    <a:pt x="1484" y="93"/>
                    <a:pt x="1486" y="91"/>
                  </a:cubicBezTo>
                  <a:cubicBezTo>
                    <a:pt x="1485" y="90"/>
                    <a:pt x="1485" y="88"/>
                    <a:pt x="1484" y="87"/>
                  </a:cubicBezTo>
                  <a:cubicBezTo>
                    <a:pt x="1482" y="86"/>
                    <a:pt x="1479" y="83"/>
                    <a:pt x="1477" y="83"/>
                  </a:cubicBezTo>
                  <a:cubicBezTo>
                    <a:pt x="1474" y="81"/>
                    <a:pt x="1470" y="82"/>
                    <a:pt x="1468" y="81"/>
                  </a:cubicBezTo>
                  <a:cubicBezTo>
                    <a:pt x="1452" y="83"/>
                    <a:pt x="1429" y="95"/>
                    <a:pt x="1424" y="105"/>
                  </a:cubicBezTo>
                  <a:cubicBezTo>
                    <a:pt x="1424" y="108"/>
                    <a:pt x="1424" y="111"/>
                    <a:pt x="1424" y="113"/>
                  </a:cubicBezTo>
                  <a:cubicBezTo>
                    <a:pt x="1426" y="115"/>
                    <a:pt x="1428" y="117"/>
                    <a:pt x="1430" y="119"/>
                  </a:cubicBezTo>
                  <a:cubicBezTo>
                    <a:pt x="1430" y="126"/>
                    <a:pt x="1430" y="134"/>
                    <a:pt x="1422" y="135"/>
                  </a:cubicBezTo>
                  <a:cubicBezTo>
                    <a:pt x="1420" y="133"/>
                    <a:pt x="1418" y="132"/>
                    <a:pt x="1416" y="130"/>
                  </a:cubicBezTo>
                  <a:cubicBezTo>
                    <a:pt x="1414" y="132"/>
                    <a:pt x="1413" y="133"/>
                    <a:pt x="1409" y="132"/>
                  </a:cubicBezTo>
                  <a:cubicBezTo>
                    <a:pt x="1407" y="128"/>
                    <a:pt x="1397" y="105"/>
                    <a:pt x="1398" y="102"/>
                  </a:cubicBezTo>
                  <a:cubicBezTo>
                    <a:pt x="1399" y="99"/>
                    <a:pt x="1405" y="97"/>
                    <a:pt x="1408" y="96"/>
                  </a:cubicBezTo>
                  <a:cubicBezTo>
                    <a:pt x="1414" y="93"/>
                    <a:pt x="1418" y="86"/>
                    <a:pt x="1423" y="82"/>
                  </a:cubicBezTo>
                  <a:cubicBezTo>
                    <a:pt x="1426" y="80"/>
                    <a:pt x="1430" y="80"/>
                    <a:pt x="1433" y="79"/>
                  </a:cubicBezTo>
                  <a:cubicBezTo>
                    <a:pt x="1441" y="75"/>
                    <a:pt x="1447" y="65"/>
                    <a:pt x="1454" y="59"/>
                  </a:cubicBezTo>
                  <a:cubicBezTo>
                    <a:pt x="1462" y="51"/>
                    <a:pt x="1472" y="50"/>
                    <a:pt x="1478" y="41"/>
                  </a:cubicBezTo>
                  <a:cubicBezTo>
                    <a:pt x="1478" y="41"/>
                    <a:pt x="1478" y="41"/>
                    <a:pt x="1478" y="40"/>
                  </a:cubicBezTo>
                  <a:cubicBezTo>
                    <a:pt x="1477" y="40"/>
                    <a:pt x="1477" y="40"/>
                    <a:pt x="1477" y="40"/>
                  </a:cubicBezTo>
                  <a:cubicBezTo>
                    <a:pt x="1472" y="45"/>
                    <a:pt x="1459" y="54"/>
                    <a:pt x="1450" y="47"/>
                  </a:cubicBezTo>
                  <a:cubicBezTo>
                    <a:pt x="1446" y="45"/>
                    <a:pt x="1447" y="40"/>
                    <a:pt x="1444" y="37"/>
                  </a:cubicBezTo>
                  <a:cubicBezTo>
                    <a:pt x="1443" y="35"/>
                    <a:pt x="1440" y="34"/>
                    <a:pt x="1440" y="31"/>
                  </a:cubicBezTo>
                  <a:cubicBezTo>
                    <a:pt x="1440" y="29"/>
                    <a:pt x="1441" y="28"/>
                    <a:pt x="1441" y="27"/>
                  </a:cubicBezTo>
                  <a:cubicBezTo>
                    <a:pt x="1447" y="27"/>
                    <a:pt x="1459" y="35"/>
                    <a:pt x="1462" y="38"/>
                  </a:cubicBezTo>
                  <a:cubicBezTo>
                    <a:pt x="1471" y="35"/>
                    <a:pt x="1480" y="33"/>
                    <a:pt x="1488" y="28"/>
                  </a:cubicBezTo>
                  <a:cubicBezTo>
                    <a:pt x="1491" y="26"/>
                    <a:pt x="1496" y="30"/>
                    <a:pt x="1498" y="29"/>
                  </a:cubicBezTo>
                  <a:cubicBezTo>
                    <a:pt x="1502" y="32"/>
                    <a:pt x="1508" y="48"/>
                    <a:pt x="1500" y="52"/>
                  </a:cubicBezTo>
                  <a:cubicBezTo>
                    <a:pt x="1496" y="53"/>
                    <a:pt x="1490" y="53"/>
                    <a:pt x="1486" y="54"/>
                  </a:cubicBezTo>
                  <a:cubicBezTo>
                    <a:pt x="1476" y="56"/>
                    <a:pt x="1464" y="63"/>
                    <a:pt x="1457" y="69"/>
                  </a:cubicBezTo>
                  <a:cubicBezTo>
                    <a:pt x="1457" y="69"/>
                    <a:pt x="1458" y="69"/>
                    <a:pt x="1458" y="70"/>
                  </a:cubicBezTo>
                  <a:cubicBezTo>
                    <a:pt x="1458" y="70"/>
                    <a:pt x="1458" y="70"/>
                    <a:pt x="1458" y="70"/>
                  </a:cubicBezTo>
                  <a:cubicBezTo>
                    <a:pt x="1462" y="71"/>
                    <a:pt x="1469" y="68"/>
                    <a:pt x="1474" y="71"/>
                  </a:cubicBezTo>
                  <a:cubicBezTo>
                    <a:pt x="1485" y="76"/>
                    <a:pt x="1500" y="81"/>
                    <a:pt x="1500" y="99"/>
                  </a:cubicBezTo>
                  <a:cubicBezTo>
                    <a:pt x="1497" y="100"/>
                    <a:pt x="1496" y="102"/>
                    <a:pt x="1494" y="103"/>
                  </a:cubicBezTo>
                  <a:cubicBezTo>
                    <a:pt x="1488" y="105"/>
                    <a:pt x="1482" y="105"/>
                    <a:pt x="1477" y="108"/>
                  </a:cubicBezTo>
                  <a:cubicBezTo>
                    <a:pt x="1477" y="109"/>
                    <a:pt x="1477" y="109"/>
                    <a:pt x="1477" y="110"/>
                  </a:cubicBezTo>
                  <a:cubicBezTo>
                    <a:pt x="1478" y="112"/>
                    <a:pt x="1479" y="113"/>
                    <a:pt x="1479" y="118"/>
                  </a:cubicBezTo>
                  <a:cubicBezTo>
                    <a:pt x="1477" y="119"/>
                    <a:pt x="1478" y="122"/>
                    <a:pt x="1476" y="123"/>
                  </a:cubicBezTo>
                  <a:cubicBezTo>
                    <a:pt x="1472" y="130"/>
                    <a:pt x="1465" y="135"/>
                    <a:pt x="1463" y="142"/>
                  </a:cubicBezTo>
                  <a:cubicBezTo>
                    <a:pt x="1464" y="143"/>
                    <a:pt x="1466" y="145"/>
                    <a:pt x="1467" y="146"/>
                  </a:cubicBezTo>
                  <a:cubicBezTo>
                    <a:pt x="1476" y="149"/>
                    <a:pt x="1513" y="129"/>
                    <a:pt x="1508" y="151"/>
                  </a:cubicBezTo>
                  <a:cubicBezTo>
                    <a:pt x="1507" y="154"/>
                    <a:pt x="1505" y="156"/>
                    <a:pt x="1504" y="158"/>
                  </a:cubicBezTo>
                  <a:cubicBezTo>
                    <a:pt x="1500" y="158"/>
                    <a:pt x="1498" y="157"/>
                    <a:pt x="1495" y="157"/>
                  </a:cubicBezTo>
                  <a:cubicBezTo>
                    <a:pt x="1490" y="155"/>
                    <a:pt x="1472" y="161"/>
                    <a:pt x="1469" y="163"/>
                  </a:cubicBezTo>
                  <a:cubicBezTo>
                    <a:pt x="1470" y="169"/>
                    <a:pt x="1471" y="175"/>
                    <a:pt x="1471" y="182"/>
                  </a:cubicBezTo>
                  <a:cubicBezTo>
                    <a:pt x="1469" y="183"/>
                    <a:pt x="1469" y="185"/>
                    <a:pt x="1468" y="186"/>
                  </a:cubicBezTo>
                  <a:cubicBezTo>
                    <a:pt x="1465" y="188"/>
                    <a:pt x="1462" y="187"/>
                    <a:pt x="1458" y="189"/>
                  </a:cubicBezTo>
                  <a:cubicBezTo>
                    <a:pt x="1456" y="190"/>
                    <a:pt x="1453" y="193"/>
                    <a:pt x="1450" y="193"/>
                  </a:cubicBezTo>
                  <a:cubicBezTo>
                    <a:pt x="1432" y="200"/>
                    <a:pt x="1414" y="183"/>
                    <a:pt x="1410" y="171"/>
                  </a:cubicBezTo>
                  <a:cubicBezTo>
                    <a:pt x="1410" y="171"/>
                    <a:pt x="1410" y="171"/>
                    <a:pt x="1410" y="171"/>
                  </a:cubicBezTo>
                  <a:cubicBezTo>
                    <a:pt x="1416" y="171"/>
                    <a:pt x="1423" y="177"/>
                    <a:pt x="1428" y="179"/>
                  </a:cubicBezTo>
                  <a:cubicBezTo>
                    <a:pt x="1430" y="179"/>
                    <a:pt x="1433" y="179"/>
                    <a:pt x="1435" y="179"/>
                  </a:cubicBezTo>
                  <a:cubicBezTo>
                    <a:pt x="1449" y="179"/>
                    <a:pt x="1457" y="174"/>
                    <a:pt x="1463" y="165"/>
                  </a:cubicBezTo>
                  <a:cubicBezTo>
                    <a:pt x="1463" y="164"/>
                    <a:pt x="1463" y="163"/>
                    <a:pt x="1463" y="162"/>
                  </a:cubicBezTo>
                  <a:cubicBezTo>
                    <a:pt x="1462" y="162"/>
                    <a:pt x="1461" y="161"/>
                    <a:pt x="1460" y="161"/>
                  </a:cubicBezTo>
                  <a:cubicBezTo>
                    <a:pt x="1453" y="158"/>
                    <a:pt x="1440" y="165"/>
                    <a:pt x="1434" y="166"/>
                  </a:cubicBezTo>
                  <a:cubicBezTo>
                    <a:pt x="1428" y="167"/>
                    <a:pt x="1413" y="167"/>
                    <a:pt x="1408" y="164"/>
                  </a:cubicBezTo>
                  <a:cubicBezTo>
                    <a:pt x="1406" y="163"/>
                    <a:pt x="1405" y="161"/>
                    <a:pt x="1404" y="160"/>
                  </a:cubicBezTo>
                  <a:cubicBezTo>
                    <a:pt x="1404" y="159"/>
                    <a:pt x="1404" y="157"/>
                    <a:pt x="1404" y="156"/>
                  </a:cubicBezTo>
                  <a:cubicBezTo>
                    <a:pt x="1406" y="155"/>
                    <a:pt x="1407" y="154"/>
                    <a:pt x="1408" y="153"/>
                  </a:cubicBezTo>
                  <a:cubicBezTo>
                    <a:pt x="1418" y="153"/>
                    <a:pt x="1426" y="153"/>
                    <a:pt x="1436" y="153"/>
                  </a:cubicBezTo>
                  <a:cubicBezTo>
                    <a:pt x="1438" y="152"/>
                    <a:pt x="1442" y="149"/>
                    <a:pt x="1444" y="149"/>
                  </a:cubicBezTo>
                  <a:cubicBezTo>
                    <a:pt x="1448" y="147"/>
                    <a:pt x="1452" y="148"/>
                    <a:pt x="1455" y="147"/>
                  </a:cubicBezTo>
                  <a:cubicBezTo>
                    <a:pt x="1456" y="146"/>
                    <a:pt x="1456" y="146"/>
                    <a:pt x="1457" y="145"/>
                  </a:cubicBezTo>
                  <a:cubicBezTo>
                    <a:pt x="1456" y="143"/>
                    <a:pt x="1454" y="139"/>
                    <a:pt x="1456" y="136"/>
                  </a:cubicBezTo>
                  <a:cubicBezTo>
                    <a:pt x="1458" y="129"/>
                    <a:pt x="1460" y="125"/>
                    <a:pt x="1464" y="118"/>
                  </a:cubicBezTo>
                  <a:cubicBezTo>
                    <a:pt x="1463" y="117"/>
                    <a:pt x="1462" y="117"/>
                    <a:pt x="1461" y="117"/>
                  </a:cubicBezTo>
                  <a:cubicBezTo>
                    <a:pt x="1455" y="118"/>
                    <a:pt x="1451" y="121"/>
                    <a:pt x="1442" y="122"/>
                  </a:cubicBezTo>
                  <a:close/>
                  <a:moveTo>
                    <a:pt x="1272" y="127"/>
                  </a:moveTo>
                  <a:cubicBezTo>
                    <a:pt x="1272" y="125"/>
                    <a:pt x="1271" y="126"/>
                    <a:pt x="1272" y="125"/>
                  </a:cubicBezTo>
                  <a:cubicBezTo>
                    <a:pt x="1274" y="119"/>
                    <a:pt x="1285" y="115"/>
                    <a:pt x="1292" y="119"/>
                  </a:cubicBezTo>
                  <a:cubicBezTo>
                    <a:pt x="1301" y="125"/>
                    <a:pt x="1318" y="137"/>
                    <a:pt x="1316" y="154"/>
                  </a:cubicBezTo>
                  <a:cubicBezTo>
                    <a:pt x="1310" y="157"/>
                    <a:pt x="1309" y="164"/>
                    <a:pt x="1298" y="164"/>
                  </a:cubicBezTo>
                  <a:cubicBezTo>
                    <a:pt x="1298" y="161"/>
                    <a:pt x="1294" y="159"/>
                    <a:pt x="1293" y="157"/>
                  </a:cubicBezTo>
                  <a:cubicBezTo>
                    <a:pt x="1292" y="155"/>
                    <a:pt x="1292" y="152"/>
                    <a:pt x="1291" y="149"/>
                  </a:cubicBezTo>
                  <a:cubicBezTo>
                    <a:pt x="1288" y="143"/>
                    <a:pt x="1279" y="128"/>
                    <a:pt x="1272" y="127"/>
                  </a:cubicBezTo>
                  <a:close/>
                  <a:moveTo>
                    <a:pt x="1216" y="87"/>
                  </a:moveTo>
                  <a:cubicBezTo>
                    <a:pt x="1216" y="86"/>
                    <a:pt x="1217" y="85"/>
                    <a:pt x="1217" y="84"/>
                  </a:cubicBezTo>
                  <a:cubicBezTo>
                    <a:pt x="1222" y="85"/>
                    <a:pt x="1227" y="86"/>
                    <a:pt x="1232" y="87"/>
                  </a:cubicBezTo>
                  <a:cubicBezTo>
                    <a:pt x="1237" y="89"/>
                    <a:pt x="1256" y="82"/>
                    <a:pt x="1257" y="79"/>
                  </a:cubicBezTo>
                  <a:cubicBezTo>
                    <a:pt x="1260" y="74"/>
                    <a:pt x="1260" y="41"/>
                    <a:pt x="1257" y="36"/>
                  </a:cubicBezTo>
                  <a:cubicBezTo>
                    <a:pt x="1255" y="31"/>
                    <a:pt x="1252" y="30"/>
                    <a:pt x="1252" y="23"/>
                  </a:cubicBezTo>
                  <a:cubicBezTo>
                    <a:pt x="1256" y="21"/>
                    <a:pt x="1256" y="20"/>
                    <a:pt x="1264" y="20"/>
                  </a:cubicBezTo>
                  <a:cubicBezTo>
                    <a:pt x="1272" y="26"/>
                    <a:pt x="1273" y="39"/>
                    <a:pt x="1273" y="54"/>
                  </a:cubicBezTo>
                  <a:cubicBezTo>
                    <a:pt x="1273" y="59"/>
                    <a:pt x="1271" y="74"/>
                    <a:pt x="1272" y="74"/>
                  </a:cubicBezTo>
                  <a:cubicBezTo>
                    <a:pt x="1276" y="75"/>
                    <a:pt x="1290" y="70"/>
                    <a:pt x="1293" y="68"/>
                  </a:cubicBezTo>
                  <a:cubicBezTo>
                    <a:pt x="1293" y="63"/>
                    <a:pt x="1292" y="61"/>
                    <a:pt x="1288" y="58"/>
                  </a:cubicBezTo>
                  <a:cubicBezTo>
                    <a:pt x="1288" y="57"/>
                    <a:pt x="1288" y="55"/>
                    <a:pt x="1288" y="53"/>
                  </a:cubicBezTo>
                  <a:cubicBezTo>
                    <a:pt x="1289" y="53"/>
                    <a:pt x="1290" y="54"/>
                    <a:pt x="1290" y="54"/>
                  </a:cubicBezTo>
                  <a:cubicBezTo>
                    <a:pt x="1293" y="55"/>
                    <a:pt x="1295" y="59"/>
                    <a:pt x="1298" y="59"/>
                  </a:cubicBezTo>
                  <a:cubicBezTo>
                    <a:pt x="1306" y="62"/>
                    <a:pt x="1314" y="60"/>
                    <a:pt x="1321" y="63"/>
                  </a:cubicBezTo>
                  <a:cubicBezTo>
                    <a:pt x="1322" y="64"/>
                    <a:pt x="1322" y="63"/>
                    <a:pt x="1322" y="65"/>
                  </a:cubicBezTo>
                  <a:cubicBezTo>
                    <a:pt x="1322" y="67"/>
                    <a:pt x="1322" y="69"/>
                    <a:pt x="1322" y="71"/>
                  </a:cubicBezTo>
                  <a:cubicBezTo>
                    <a:pt x="1321" y="71"/>
                    <a:pt x="1320" y="74"/>
                    <a:pt x="1319" y="75"/>
                  </a:cubicBezTo>
                  <a:cubicBezTo>
                    <a:pt x="1317" y="76"/>
                    <a:pt x="1310" y="75"/>
                    <a:pt x="1308" y="76"/>
                  </a:cubicBezTo>
                  <a:cubicBezTo>
                    <a:pt x="1301" y="79"/>
                    <a:pt x="1273" y="90"/>
                    <a:pt x="1268" y="95"/>
                  </a:cubicBezTo>
                  <a:cubicBezTo>
                    <a:pt x="1264" y="99"/>
                    <a:pt x="1266" y="105"/>
                    <a:pt x="1264" y="110"/>
                  </a:cubicBezTo>
                  <a:cubicBezTo>
                    <a:pt x="1260" y="123"/>
                    <a:pt x="1250" y="153"/>
                    <a:pt x="1232" y="145"/>
                  </a:cubicBezTo>
                  <a:cubicBezTo>
                    <a:pt x="1230" y="145"/>
                    <a:pt x="1229" y="145"/>
                    <a:pt x="1228" y="145"/>
                  </a:cubicBezTo>
                  <a:cubicBezTo>
                    <a:pt x="1225" y="143"/>
                    <a:pt x="1223" y="141"/>
                    <a:pt x="1220" y="139"/>
                  </a:cubicBezTo>
                  <a:cubicBezTo>
                    <a:pt x="1220" y="138"/>
                    <a:pt x="1220" y="137"/>
                    <a:pt x="1220" y="135"/>
                  </a:cubicBezTo>
                  <a:cubicBezTo>
                    <a:pt x="1222" y="135"/>
                    <a:pt x="1225" y="131"/>
                    <a:pt x="1227" y="130"/>
                  </a:cubicBezTo>
                  <a:cubicBezTo>
                    <a:pt x="1232" y="128"/>
                    <a:pt x="1236" y="129"/>
                    <a:pt x="1240" y="127"/>
                  </a:cubicBezTo>
                  <a:cubicBezTo>
                    <a:pt x="1246" y="125"/>
                    <a:pt x="1256" y="107"/>
                    <a:pt x="1254" y="101"/>
                  </a:cubicBezTo>
                  <a:cubicBezTo>
                    <a:pt x="1246" y="100"/>
                    <a:pt x="1236" y="101"/>
                    <a:pt x="1228" y="101"/>
                  </a:cubicBezTo>
                  <a:cubicBezTo>
                    <a:pt x="1225" y="98"/>
                    <a:pt x="1222" y="96"/>
                    <a:pt x="1219" y="93"/>
                  </a:cubicBezTo>
                  <a:cubicBezTo>
                    <a:pt x="1217" y="91"/>
                    <a:pt x="1217" y="88"/>
                    <a:pt x="1216" y="87"/>
                  </a:cubicBezTo>
                  <a:close/>
                  <a:moveTo>
                    <a:pt x="1110" y="21"/>
                  </a:moveTo>
                  <a:cubicBezTo>
                    <a:pt x="1110" y="20"/>
                    <a:pt x="1110" y="19"/>
                    <a:pt x="1110" y="17"/>
                  </a:cubicBezTo>
                  <a:cubicBezTo>
                    <a:pt x="1110" y="17"/>
                    <a:pt x="1111" y="16"/>
                    <a:pt x="1112" y="16"/>
                  </a:cubicBezTo>
                  <a:cubicBezTo>
                    <a:pt x="1124" y="17"/>
                    <a:pt x="1148" y="19"/>
                    <a:pt x="1147" y="35"/>
                  </a:cubicBezTo>
                  <a:cubicBezTo>
                    <a:pt x="1142" y="43"/>
                    <a:pt x="1140" y="49"/>
                    <a:pt x="1128" y="45"/>
                  </a:cubicBezTo>
                  <a:cubicBezTo>
                    <a:pt x="1127" y="43"/>
                    <a:pt x="1126" y="41"/>
                    <a:pt x="1124" y="39"/>
                  </a:cubicBezTo>
                  <a:cubicBezTo>
                    <a:pt x="1123" y="38"/>
                    <a:pt x="1121" y="38"/>
                    <a:pt x="1119" y="37"/>
                  </a:cubicBezTo>
                  <a:cubicBezTo>
                    <a:pt x="1119" y="31"/>
                    <a:pt x="1113" y="23"/>
                    <a:pt x="1110" y="21"/>
                  </a:cubicBezTo>
                  <a:close/>
                  <a:moveTo>
                    <a:pt x="1055" y="126"/>
                  </a:moveTo>
                  <a:cubicBezTo>
                    <a:pt x="1058" y="127"/>
                    <a:pt x="1062" y="127"/>
                    <a:pt x="1064" y="125"/>
                  </a:cubicBezTo>
                  <a:cubicBezTo>
                    <a:pt x="1066" y="124"/>
                    <a:pt x="1068" y="125"/>
                    <a:pt x="1070" y="123"/>
                  </a:cubicBezTo>
                  <a:cubicBezTo>
                    <a:pt x="1074" y="119"/>
                    <a:pt x="1070" y="109"/>
                    <a:pt x="1066" y="107"/>
                  </a:cubicBezTo>
                  <a:cubicBezTo>
                    <a:pt x="1066" y="107"/>
                    <a:pt x="1064" y="107"/>
                    <a:pt x="1064" y="107"/>
                  </a:cubicBezTo>
                  <a:cubicBezTo>
                    <a:pt x="1056" y="125"/>
                    <a:pt x="1056" y="125"/>
                    <a:pt x="1056" y="125"/>
                  </a:cubicBezTo>
                  <a:cubicBezTo>
                    <a:pt x="1056" y="125"/>
                    <a:pt x="1056" y="126"/>
                    <a:pt x="1055" y="126"/>
                  </a:cubicBezTo>
                  <a:close/>
                  <a:moveTo>
                    <a:pt x="1021" y="158"/>
                  </a:moveTo>
                  <a:cubicBezTo>
                    <a:pt x="1021" y="153"/>
                    <a:pt x="1024" y="148"/>
                    <a:pt x="1024" y="143"/>
                  </a:cubicBezTo>
                  <a:cubicBezTo>
                    <a:pt x="1025" y="140"/>
                    <a:pt x="1023" y="136"/>
                    <a:pt x="1024" y="133"/>
                  </a:cubicBezTo>
                  <a:cubicBezTo>
                    <a:pt x="1031" y="132"/>
                    <a:pt x="1042" y="114"/>
                    <a:pt x="1048" y="108"/>
                  </a:cubicBezTo>
                  <a:cubicBezTo>
                    <a:pt x="1051" y="106"/>
                    <a:pt x="1056" y="103"/>
                    <a:pt x="1059" y="102"/>
                  </a:cubicBezTo>
                  <a:cubicBezTo>
                    <a:pt x="1060" y="102"/>
                    <a:pt x="1062" y="102"/>
                    <a:pt x="1063" y="103"/>
                  </a:cubicBezTo>
                  <a:cubicBezTo>
                    <a:pt x="1068" y="104"/>
                    <a:pt x="1072" y="102"/>
                    <a:pt x="1075" y="101"/>
                  </a:cubicBezTo>
                  <a:cubicBezTo>
                    <a:pt x="1075" y="99"/>
                    <a:pt x="1075" y="97"/>
                    <a:pt x="1074" y="95"/>
                  </a:cubicBezTo>
                  <a:cubicBezTo>
                    <a:pt x="1074" y="95"/>
                    <a:pt x="1072" y="92"/>
                    <a:pt x="1072" y="93"/>
                  </a:cubicBezTo>
                  <a:cubicBezTo>
                    <a:pt x="1069" y="93"/>
                    <a:pt x="1067" y="96"/>
                    <a:pt x="1065" y="97"/>
                  </a:cubicBezTo>
                  <a:cubicBezTo>
                    <a:pt x="1064" y="97"/>
                    <a:pt x="1062" y="97"/>
                    <a:pt x="1060" y="97"/>
                  </a:cubicBezTo>
                  <a:cubicBezTo>
                    <a:pt x="1051" y="97"/>
                    <a:pt x="1045" y="88"/>
                    <a:pt x="1047" y="79"/>
                  </a:cubicBezTo>
                  <a:cubicBezTo>
                    <a:pt x="1056" y="81"/>
                    <a:pt x="1069" y="81"/>
                    <a:pt x="1076" y="76"/>
                  </a:cubicBezTo>
                  <a:cubicBezTo>
                    <a:pt x="1078" y="64"/>
                    <a:pt x="1079" y="47"/>
                    <a:pt x="1083" y="37"/>
                  </a:cubicBezTo>
                  <a:cubicBezTo>
                    <a:pt x="1085" y="34"/>
                    <a:pt x="1081" y="25"/>
                    <a:pt x="1084" y="18"/>
                  </a:cubicBezTo>
                  <a:cubicBezTo>
                    <a:pt x="1085" y="18"/>
                    <a:pt x="1087" y="18"/>
                    <a:pt x="1089" y="18"/>
                  </a:cubicBezTo>
                  <a:cubicBezTo>
                    <a:pt x="1090" y="19"/>
                    <a:pt x="1091" y="21"/>
                    <a:pt x="1092" y="22"/>
                  </a:cubicBezTo>
                  <a:cubicBezTo>
                    <a:pt x="1092" y="24"/>
                    <a:pt x="1097" y="47"/>
                    <a:pt x="1096" y="49"/>
                  </a:cubicBezTo>
                  <a:cubicBezTo>
                    <a:pt x="1095" y="53"/>
                    <a:pt x="1090" y="67"/>
                    <a:pt x="1092" y="70"/>
                  </a:cubicBezTo>
                  <a:cubicBezTo>
                    <a:pt x="1092" y="71"/>
                    <a:pt x="1092" y="71"/>
                    <a:pt x="1093" y="71"/>
                  </a:cubicBezTo>
                  <a:cubicBezTo>
                    <a:pt x="1099" y="71"/>
                    <a:pt x="1107" y="67"/>
                    <a:pt x="1109" y="62"/>
                  </a:cubicBezTo>
                  <a:cubicBezTo>
                    <a:pt x="1110" y="58"/>
                    <a:pt x="1107" y="56"/>
                    <a:pt x="1108" y="54"/>
                  </a:cubicBezTo>
                  <a:cubicBezTo>
                    <a:pt x="1108" y="54"/>
                    <a:pt x="1109" y="54"/>
                    <a:pt x="1109" y="54"/>
                  </a:cubicBezTo>
                  <a:cubicBezTo>
                    <a:pt x="1113" y="56"/>
                    <a:pt x="1126" y="58"/>
                    <a:pt x="1132" y="59"/>
                  </a:cubicBezTo>
                  <a:cubicBezTo>
                    <a:pt x="1132" y="61"/>
                    <a:pt x="1132" y="63"/>
                    <a:pt x="1132" y="65"/>
                  </a:cubicBezTo>
                  <a:cubicBezTo>
                    <a:pt x="1131" y="65"/>
                    <a:pt x="1130" y="66"/>
                    <a:pt x="1130" y="66"/>
                  </a:cubicBezTo>
                  <a:cubicBezTo>
                    <a:pt x="1129" y="66"/>
                    <a:pt x="1129" y="65"/>
                    <a:pt x="1129" y="65"/>
                  </a:cubicBezTo>
                  <a:cubicBezTo>
                    <a:pt x="1120" y="68"/>
                    <a:pt x="1100" y="77"/>
                    <a:pt x="1098" y="84"/>
                  </a:cubicBezTo>
                  <a:cubicBezTo>
                    <a:pt x="1096" y="84"/>
                    <a:pt x="1093" y="83"/>
                    <a:pt x="1092" y="85"/>
                  </a:cubicBezTo>
                  <a:cubicBezTo>
                    <a:pt x="1085" y="89"/>
                    <a:pt x="1090" y="98"/>
                    <a:pt x="1088" y="106"/>
                  </a:cubicBezTo>
                  <a:cubicBezTo>
                    <a:pt x="1087" y="109"/>
                    <a:pt x="1086" y="112"/>
                    <a:pt x="1087" y="115"/>
                  </a:cubicBezTo>
                  <a:cubicBezTo>
                    <a:pt x="1088" y="115"/>
                    <a:pt x="1089" y="116"/>
                    <a:pt x="1090" y="116"/>
                  </a:cubicBezTo>
                  <a:cubicBezTo>
                    <a:pt x="1095" y="108"/>
                    <a:pt x="1106" y="105"/>
                    <a:pt x="1114" y="111"/>
                  </a:cubicBezTo>
                  <a:cubicBezTo>
                    <a:pt x="1122" y="117"/>
                    <a:pt x="1116" y="123"/>
                    <a:pt x="1119" y="131"/>
                  </a:cubicBezTo>
                  <a:cubicBezTo>
                    <a:pt x="1120" y="136"/>
                    <a:pt x="1126" y="139"/>
                    <a:pt x="1128" y="145"/>
                  </a:cubicBezTo>
                  <a:cubicBezTo>
                    <a:pt x="1128" y="145"/>
                    <a:pt x="1128" y="147"/>
                    <a:pt x="1129" y="146"/>
                  </a:cubicBezTo>
                  <a:cubicBezTo>
                    <a:pt x="1134" y="161"/>
                    <a:pt x="1113" y="161"/>
                    <a:pt x="1105" y="160"/>
                  </a:cubicBezTo>
                  <a:cubicBezTo>
                    <a:pt x="1104" y="158"/>
                    <a:pt x="1102" y="156"/>
                    <a:pt x="1101" y="154"/>
                  </a:cubicBezTo>
                  <a:cubicBezTo>
                    <a:pt x="1098" y="145"/>
                    <a:pt x="1098" y="133"/>
                    <a:pt x="1090" y="130"/>
                  </a:cubicBezTo>
                  <a:cubicBezTo>
                    <a:pt x="1076" y="139"/>
                    <a:pt x="1092" y="160"/>
                    <a:pt x="1085" y="177"/>
                  </a:cubicBezTo>
                  <a:cubicBezTo>
                    <a:pt x="1085" y="177"/>
                    <a:pt x="1085" y="177"/>
                    <a:pt x="1085" y="177"/>
                  </a:cubicBezTo>
                  <a:cubicBezTo>
                    <a:pt x="1083" y="175"/>
                    <a:pt x="1080" y="175"/>
                    <a:pt x="1079" y="173"/>
                  </a:cubicBezTo>
                  <a:cubicBezTo>
                    <a:pt x="1075" y="170"/>
                    <a:pt x="1072" y="163"/>
                    <a:pt x="1070" y="156"/>
                  </a:cubicBezTo>
                  <a:cubicBezTo>
                    <a:pt x="1068" y="149"/>
                    <a:pt x="1074" y="143"/>
                    <a:pt x="1072" y="139"/>
                  </a:cubicBezTo>
                  <a:cubicBezTo>
                    <a:pt x="1071" y="139"/>
                    <a:pt x="1071" y="138"/>
                    <a:pt x="1070" y="137"/>
                  </a:cubicBezTo>
                  <a:cubicBezTo>
                    <a:pt x="1065" y="137"/>
                    <a:pt x="1056" y="139"/>
                    <a:pt x="1054" y="144"/>
                  </a:cubicBezTo>
                  <a:cubicBezTo>
                    <a:pt x="1053" y="147"/>
                    <a:pt x="1054" y="149"/>
                    <a:pt x="1053" y="151"/>
                  </a:cubicBezTo>
                  <a:cubicBezTo>
                    <a:pt x="1050" y="156"/>
                    <a:pt x="1042" y="170"/>
                    <a:pt x="1038" y="172"/>
                  </a:cubicBezTo>
                  <a:cubicBezTo>
                    <a:pt x="1034" y="173"/>
                    <a:pt x="1030" y="171"/>
                    <a:pt x="1027" y="169"/>
                  </a:cubicBezTo>
                  <a:cubicBezTo>
                    <a:pt x="1028" y="163"/>
                    <a:pt x="1024" y="158"/>
                    <a:pt x="1021" y="158"/>
                  </a:cubicBezTo>
                  <a:close/>
                  <a:moveTo>
                    <a:pt x="913" y="65"/>
                  </a:moveTo>
                  <a:cubicBezTo>
                    <a:pt x="914" y="65"/>
                    <a:pt x="913" y="65"/>
                    <a:pt x="915" y="65"/>
                  </a:cubicBezTo>
                  <a:cubicBezTo>
                    <a:pt x="919" y="64"/>
                    <a:pt x="929" y="61"/>
                    <a:pt x="931" y="58"/>
                  </a:cubicBezTo>
                  <a:cubicBezTo>
                    <a:pt x="931" y="57"/>
                    <a:pt x="931" y="55"/>
                    <a:pt x="931" y="54"/>
                  </a:cubicBezTo>
                  <a:cubicBezTo>
                    <a:pt x="929" y="49"/>
                    <a:pt x="924" y="45"/>
                    <a:pt x="920" y="43"/>
                  </a:cubicBezTo>
                  <a:cubicBezTo>
                    <a:pt x="920" y="43"/>
                    <a:pt x="920" y="43"/>
                    <a:pt x="919" y="43"/>
                  </a:cubicBezTo>
                  <a:cubicBezTo>
                    <a:pt x="917" y="47"/>
                    <a:pt x="913" y="58"/>
                    <a:pt x="913" y="65"/>
                  </a:cubicBezTo>
                  <a:close/>
                  <a:moveTo>
                    <a:pt x="862" y="136"/>
                  </a:moveTo>
                  <a:cubicBezTo>
                    <a:pt x="863" y="139"/>
                    <a:pt x="864" y="143"/>
                    <a:pt x="865" y="147"/>
                  </a:cubicBezTo>
                  <a:cubicBezTo>
                    <a:pt x="870" y="155"/>
                    <a:pt x="887" y="161"/>
                    <a:pt x="898" y="154"/>
                  </a:cubicBezTo>
                  <a:cubicBezTo>
                    <a:pt x="900" y="149"/>
                    <a:pt x="886" y="129"/>
                    <a:pt x="882" y="126"/>
                  </a:cubicBezTo>
                  <a:cubicBezTo>
                    <a:pt x="886" y="126"/>
                    <a:pt x="890" y="126"/>
                    <a:pt x="894" y="126"/>
                  </a:cubicBezTo>
                  <a:cubicBezTo>
                    <a:pt x="896" y="127"/>
                    <a:pt x="913" y="133"/>
                    <a:pt x="914" y="132"/>
                  </a:cubicBezTo>
                  <a:cubicBezTo>
                    <a:pt x="918" y="129"/>
                    <a:pt x="918" y="106"/>
                    <a:pt x="916" y="105"/>
                  </a:cubicBezTo>
                  <a:cubicBezTo>
                    <a:pt x="914" y="104"/>
                    <a:pt x="913" y="104"/>
                    <a:pt x="912" y="104"/>
                  </a:cubicBezTo>
                  <a:cubicBezTo>
                    <a:pt x="910" y="107"/>
                    <a:pt x="907" y="113"/>
                    <a:pt x="904" y="116"/>
                  </a:cubicBezTo>
                  <a:cubicBezTo>
                    <a:pt x="903" y="116"/>
                    <a:pt x="902" y="116"/>
                    <a:pt x="902" y="116"/>
                  </a:cubicBezTo>
                  <a:cubicBezTo>
                    <a:pt x="900" y="112"/>
                    <a:pt x="897" y="108"/>
                    <a:pt x="895" y="103"/>
                  </a:cubicBezTo>
                  <a:cubicBezTo>
                    <a:pt x="893" y="99"/>
                    <a:pt x="896" y="91"/>
                    <a:pt x="894" y="87"/>
                  </a:cubicBezTo>
                  <a:cubicBezTo>
                    <a:pt x="881" y="85"/>
                    <a:pt x="881" y="95"/>
                    <a:pt x="876" y="101"/>
                  </a:cubicBezTo>
                  <a:cubicBezTo>
                    <a:pt x="869" y="111"/>
                    <a:pt x="862" y="119"/>
                    <a:pt x="862" y="136"/>
                  </a:cubicBezTo>
                  <a:close/>
                  <a:moveTo>
                    <a:pt x="801" y="141"/>
                  </a:moveTo>
                  <a:cubicBezTo>
                    <a:pt x="801" y="139"/>
                    <a:pt x="801" y="137"/>
                    <a:pt x="801" y="134"/>
                  </a:cubicBezTo>
                  <a:cubicBezTo>
                    <a:pt x="804" y="132"/>
                    <a:pt x="806" y="128"/>
                    <a:pt x="810" y="126"/>
                  </a:cubicBezTo>
                  <a:cubicBezTo>
                    <a:pt x="808" y="123"/>
                    <a:pt x="808" y="120"/>
                    <a:pt x="808" y="116"/>
                  </a:cubicBezTo>
                  <a:cubicBezTo>
                    <a:pt x="811" y="116"/>
                    <a:pt x="820" y="118"/>
                    <a:pt x="825" y="116"/>
                  </a:cubicBezTo>
                  <a:cubicBezTo>
                    <a:pt x="830" y="115"/>
                    <a:pt x="851" y="107"/>
                    <a:pt x="854" y="104"/>
                  </a:cubicBezTo>
                  <a:cubicBezTo>
                    <a:pt x="856" y="100"/>
                    <a:pt x="854" y="87"/>
                    <a:pt x="856" y="83"/>
                  </a:cubicBezTo>
                  <a:cubicBezTo>
                    <a:pt x="857" y="81"/>
                    <a:pt x="863" y="72"/>
                    <a:pt x="861" y="69"/>
                  </a:cubicBezTo>
                  <a:cubicBezTo>
                    <a:pt x="856" y="62"/>
                    <a:pt x="835" y="75"/>
                    <a:pt x="835" y="59"/>
                  </a:cubicBezTo>
                  <a:cubicBezTo>
                    <a:pt x="836" y="59"/>
                    <a:pt x="836" y="59"/>
                    <a:pt x="837" y="58"/>
                  </a:cubicBezTo>
                  <a:cubicBezTo>
                    <a:pt x="840" y="58"/>
                    <a:pt x="843" y="59"/>
                    <a:pt x="845" y="60"/>
                  </a:cubicBezTo>
                  <a:cubicBezTo>
                    <a:pt x="850" y="57"/>
                    <a:pt x="865" y="52"/>
                    <a:pt x="868" y="47"/>
                  </a:cubicBezTo>
                  <a:cubicBezTo>
                    <a:pt x="873" y="39"/>
                    <a:pt x="871" y="30"/>
                    <a:pt x="878" y="23"/>
                  </a:cubicBezTo>
                  <a:cubicBezTo>
                    <a:pt x="884" y="23"/>
                    <a:pt x="888" y="24"/>
                    <a:pt x="893" y="26"/>
                  </a:cubicBezTo>
                  <a:cubicBezTo>
                    <a:pt x="890" y="36"/>
                    <a:pt x="882" y="41"/>
                    <a:pt x="878" y="49"/>
                  </a:cubicBezTo>
                  <a:cubicBezTo>
                    <a:pt x="875" y="56"/>
                    <a:pt x="874" y="68"/>
                    <a:pt x="873" y="74"/>
                  </a:cubicBezTo>
                  <a:cubicBezTo>
                    <a:pt x="873" y="76"/>
                    <a:pt x="873" y="78"/>
                    <a:pt x="873" y="80"/>
                  </a:cubicBezTo>
                  <a:cubicBezTo>
                    <a:pt x="872" y="80"/>
                    <a:pt x="870" y="88"/>
                    <a:pt x="870" y="90"/>
                  </a:cubicBezTo>
                  <a:cubicBezTo>
                    <a:pt x="871" y="90"/>
                    <a:pt x="871" y="91"/>
                    <a:pt x="871" y="91"/>
                  </a:cubicBezTo>
                  <a:cubicBezTo>
                    <a:pt x="872" y="91"/>
                    <a:pt x="872" y="90"/>
                    <a:pt x="873" y="90"/>
                  </a:cubicBezTo>
                  <a:cubicBezTo>
                    <a:pt x="873" y="90"/>
                    <a:pt x="873" y="90"/>
                    <a:pt x="874" y="90"/>
                  </a:cubicBezTo>
                  <a:cubicBezTo>
                    <a:pt x="875" y="89"/>
                    <a:pt x="877" y="87"/>
                    <a:pt x="877" y="85"/>
                  </a:cubicBezTo>
                  <a:cubicBezTo>
                    <a:pt x="877" y="84"/>
                    <a:pt x="877" y="83"/>
                    <a:pt x="877" y="82"/>
                  </a:cubicBezTo>
                  <a:cubicBezTo>
                    <a:pt x="878" y="80"/>
                    <a:pt x="880" y="79"/>
                    <a:pt x="881" y="77"/>
                  </a:cubicBezTo>
                  <a:cubicBezTo>
                    <a:pt x="887" y="77"/>
                    <a:pt x="895" y="75"/>
                    <a:pt x="897" y="72"/>
                  </a:cubicBezTo>
                  <a:cubicBezTo>
                    <a:pt x="899" y="67"/>
                    <a:pt x="897" y="58"/>
                    <a:pt x="899" y="55"/>
                  </a:cubicBezTo>
                  <a:cubicBezTo>
                    <a:pt x="901" y="51"/>
                    <a:pt x="904" y="42"/>
                    <a:pt x="905" y="38"/>
                  </a:cubicBezTo>
                  <a:cubicBezTo>
                    <a:pt x="907" y="29"/>
                    <a:pt x="898" y="22"/>
                    <a:pt x="903" y="17"/>
                  </a:cubicBezTo>
                  <a:cubicBezTo>
                    <a:pt x="907" y="13"/>
                    <a:pt x="915" y="19"/>
                    <a:pt x="917" y="21"/>
                  </a:cubicBezTo>
                  <a:cubicBezTo>
                    <a:pt x="921" y="25"/>
                    <a:pt x="916" y="31"/>
                    <a:pt x="918" y="36"/>
                  </a:cubicBezTo>
                  <a:cubicBezTo>
                    <a:pt x="920" y="41"/>
                    <a:pt x="930" y="45"/>
                    <a:pt x="934" y="47"/>
                  </a:cubicBezTo>
                  <a:cubicBezTo>
                    <a:pt x="938" y="48"/>
                    <a:pt x="943" y="48"/>
                    <a:pt x="948" y="49"/>
                  </a:cubicBezTo>
                  <a:cubicBezTo>
                    <a:pt x="948" y="49"/>
                    <a:pt x="949" y="50"/>
                    <a:pt x="949" y="50"/>
                  </a:cubicBezTo>
                  <a:cubicBezTo>
                    <a:pt x="949" y="51"/>
                    <a:pt x="948" y="53"/>
                    <a:pt x="948" y="54"/>
                  </a:cubicBezTo>
                  <a:cubicBezTo>
                    <a:pt x="945" y="60"/>
                    <a:pt x="935" y="64"/>
                    <a:pt x="930" y="67"/>
                  </a:cubicBezTo>
                  <a:cubicBezTo>
                    <a:pt x="926" y="70"/>
                    <a:pt x="924" y="75"/>
                    <a:pt x="921" y="77"/>
                  </a:cubicBezTo>
                  <a:cubicBezTo>
                    <a:pt x="916" y="80"/>
                    <a:pt x="910" y="79"/>
                    <a:pt x="908" y="83"/>
                  </a:cubicBezTo>
                  <a:cubicBezTo>
                    <a:pt x="908" y="85"/>
                    <a:pt x="907" y="85"/>
                    <a:pt x="907" y="87"/>
                  </a:cubicBezTo>
                  <a:cubicBezTo>
                    <a:pt x="905" y="86"/>
                    <a:pt x="906" y="90"/>
                    <a:pt x="906" y="91"/>
                  </a:cubicBezTo>
                  <a:cubicBezTo>
                    <a:pt x="910" y="93"/>
                    <a:pt x="924" y="95"/>
                    <a:pt x="926" y="99"/>
                  </a:cubicBezTo>
                  <a:cubicBezTo>
                    <a:pt x="930" y="105"/>
                    <a:pt x="930" y="119"/>
                    <a:pt x="928" y="129"/>
                  </a:cubicBezTo>
                  <a:cubicBezTo>
                    <a:pt x="927" y="131"/>
                    <a:pt x="926" y="134"/>
                    <a:pt x="927" y="138"/>
                  </a:cubicBezTo>
                  <a:cubicBezTo>
                    <a:pt x="944" y="144"/>
                    <a:pt x="968" y="157"/>
                    <a:pt x="946" y="175"/>
                  </a:cubicBezTo>
                  <a:cubicBezTo>
                    <a:pt x="930" y="175"/>
                    <a:pt x="930" y="166"/>
                    <a:pt x="917" y="161"/>
                  </a:cubicBezTo>
                  <a:cubicBezTo>
                    <a:pt x="915" y="161"/>
                    <a:pt x="906" y="165"/>
                    <a:pt x="905" y="165"/>
                  </a:cubicBezTo>
                  <a:cubicBezTo>
                    <a:pt x="903" y="165"/>
                    <a:pt x="901" y="165"/>
                    <a:pt x="899" y="165"/>
                  </a:cubicBezTo>
                  <a:cubicBezTo>
                    <a:pt x="892" y="168"/>
                    <a:pt x="882" y="170"/>
                    <a:pt x="874" y="168"/>
                  </a:cubicBezTo>
                  <a:cubicBezTo>
                    <a:pt x="872" y="163"/>
                    <a:pt x="867" y="157"/>
                    <a:pt x="863" y="153"/>
                  </a:cubicBezTo>
                  <a:cubicBezTo>
                    <a:pt x="863" y="153"/>
                    <a:pt x="863" y="153"/>
                    <a:pt x="863" y="153"/>
                  </a:cubicBezTo>
                  <a:cubicBezTo>
                    <a:pt x="862" y="154"/>
                    <a:pt x="862" y="154"/>
                    <a:pt x="862" y="154"/>
                  </a:cubicBezTo>
                  <a:cubicBezTo>
                    <a:pt x="862" y="162"/>
                    <a:pt x="869" y="172"/>
                    <a:pt x="864" y="179"/>
                  </a:cubicBezTo>
                  <a:cubicBezTo>
                    <a:pt x="863" y="179"/>
                    <a:pt x="861" y="179"/>
                    <a:pt x="859" y="178"/>
                  </a:cubicBezTo>
                  <a:cubicBezTo>
                    <a:pt x="855" y="176"/>
                    <a:pt x="854" y="171"/>
                    <a:pt x="851" y="167"/>
                  </a:cubicBezTo>
                  <a:cubicBezTo>
                    <a:pt x="850" y="165"/>
                    <a:pt x="850" y="163"/>
                    <a:pt x="849" y="161"/>
                  </a:cubicBezTo>
                  <a:cubicBezTo>
                    <a:pt x="846" y="159"/>
                    <a:pt x="844" y="156"/>
                    <a:pt x="841" y="153"/>
                  </a:cubicBezTo>
                  <a:cubicBezTo>
                    <a:pt x="839" y="151"/>
                    <a:pt x="840" y="146"/>
                    <a:pt x="837" y="144"/>
                  </a:cubicBezTo>
                  <a:cubicBezTo>
                    <a:pt x="834" y="141"/>
                    <a:pt x="817" y="153"/>
                    <a:pt x="809" y="149"/>
                  </a:cubicBezTo>
                  <a:cubicBezTo>
                    <a:pt x="806" y="147"/>
                    <a:pt x="803" y="144"/>
                    <a:pt x="801" y="141"/>
                  </a:cubicBezTo>
                  <a:close/>
                  <a:moveTo>
                    <a:pt x="704" y="44"/>
                  </a:moveTo>
                  <a:cubicBezTo>
                    <a:pt x="705" y="43"/>
                    <a:pt x="706" y="43"/>
                    <a:pt x="707" y="42"/>
                  </a:cubicBezTo>
                  <a:cubicBezTo>
                    <a:pt x="707" y="41"/>
                    <a:pt x="707" y="41"/>
                    <a:pt x="706" y="40"/>
                  </a:cubicBezTo>
                  <a:cubicBezTo>
                    <a:pt x="706" y="40"/>
                    <a:pt x="706" y="40"/>
                    <a:pt x="706" y="40"/>
                  </a:cubicBezTo>
                  <a:cubicBezTo>
                    <a:pt x="706" y="40"/>
                    <a:pt x="706" y="40"/>
                    <a:pt x="705" y="40"/>
                  </a:cubicBezTo>
                  <a:cubicBezTo>
                    <a:pt x="705" y="41"/>
                    <a:pt x="705" y="43"/>
                    <a:pt x="704" y="44"/>
                  </a:cubicBezTo>
                  <a:close/>
                  <a:moveTo>
                    <a:pt x="702" y="45"/>
                  </a:moveTo>
                  <a:cubicBezTo>
                    <a:pt x="702" y="46"/>
                    <a:pt x="703" y="46"/>
                    <a:pt x="703" y="46"/>
                  </a:cubicBezTo>
                  <a:cubicBezTo>
                    <a:pt x="704" y="46"/>
                    <a:pt x="704" y="46"/>
                    <a:pt x="704" y="45"/>
                  </a:cubicBezTo>
                  <a:cubicBezTo>
                    <a:pt x="704" y="45"/>
                    <a:pt x="704" y="45"/>
                    <a:pt x="704" y="45"/>
                  </a:cubicBezTo>
                  <a:cubicBezTo>
                    <a:pt x="704" y="45"/>
                    <a:pt x="704" y="44"/>
                    <a:pt x="704" y="44"/>
                  </a:cubicBezTo>
                  <a:cubicBezTo>
                    <a:pt x="704" y="44"/>
                    <a:pt x="703" y="43"/>
                    <a:pt x="703" y="43"/>
                  </a:cubicBezTo>
                  <a:cubicBezTo>
                    <a:pt x="703" y="43"/>
                    <a:pt x="703" y="44"/>
                    <a:pt x="702" y="44"/>
                  </a:cubicBezTo>
                  <a:cubicBezTo>
                    <a:pt x="702" y="45"/>
                    <a:pt x="702" y="45"/>
                    <a:pt x="702" y="45"/>
                  </a:cubicBezTo>
                  <a:close/>
                  <a:moveTo>
                    <a:pt x="637" y="47"/>
                  </a:moveTo>
                  <a:cubicBezTo>
                    <a:pt x="637" y="41"/>
                    <a:pt x="637" y="35"/>
                    <a:pt x="639" y="30"/>
                  </a:cubicBezTo>
                  <a:cubicBezTo>
                    <a:pt x="639" y="27"/>
                    <a:pt x="639" y="25"/>
                    <a:pt x="638" y="23"/>
                  </a:cubicBezTo>
                  <a:cubicBezTo>
                    <a:pt x="640" y="23"/>
                    <a:pt x="647" y="21"/>
                    <a:pt x="647" y="21"/>
                  </a:cubicBezTo>
                  <a:cubicBezTo>
                    <a:pt x="652" y="29"/>
                    <a:pt x="651" y="39"/>
                    <a:pt x="658" y="45"/>
                  </a:cubicBezTo>
                  <a:cubicBezTo>
                    <a:pt x="658" y="48"/>
                    <a:pt x="658" y="51"/>
                    <a:pt x="658" y="55"/>
                  </a:cubicBezTo>
                  <a:cubicBezTo>
                    <a:pt x="656" y="55"/>
                    <a:pt x="654" y="58"/>
                    <a:pt x="653" y="59"/>
                  </a:cubicBezTo>
                  <a:cubicBezTo>
                    <a:pt x="643" y="59"/>
                    <a:pt x="640" y="53"/>
                    <a:pt x="637" y="47"/>
                  </a:cubicBezTo>
                  <a:close/>
                  <a:moveTo>
                    <a:pt x="621" y="118"/>
                  </a:moveTo>
                  <a:cubicBezTo>
                    <a:pt x="621" y="113"/>
                    <a:pt x="621" y="109"/>
                    <a:pt x="621" y="105"/>
                  </a:cubicBezTo>
                  <a:cubicBezTo>
                    <a:pt x="628" y="104"/>
                    <a:pt x="632" y="97"/>
                    <a:pt x="636" y="92"/>
                  </a:cubicBezTo>
                  <a:cubicBezTo>
                    <a:pt x="640" y="85"/>
                    <a:pt x="652" y="76"/>
                    <a:pt x="660" y="71"/>
                  </a:cubicBezTo>
                  <a:cubicBezTo>
                    <a:pt x="663" y="70"/>
                    <a:pt x="678" y="62"/>
                    <a:pt x="677" y="61"/>
                  </a:cubicBezTo>
                  <a:cubicBezTo>
                    <a:pt x="680" y="60"/>
                    <a:pt x="693" y="54"/>
                    <a:pt x="694" y="51"/>
                  </a:cubicBezTo>
                  <a:cubicBezTo>
                    <a:pt x="694" y="50"/>
                    <a:pt x="694" y="50"/>
                    <a:pt x="694" y="50"/>
                  </a:cubicBezTo>
                  <a:cubicBezTo>
                    <a:pt x="692" y="49"/>
                    <a:pt x="681" y="45"/>
                    <a:pt x="680" y="44"/>
                  </a:cubicBezTo>
                  <a:cubicBezTo>
                    <a:pt x="678" y="43"/>
                    <a:pt x="676" y="39"/>
                    <a:pt x="675" y="39"/>
                  </a:cubicBezTo>
                  <a:cubicBezTo>
                    <a:pt x="675" y="38"/>
                    <a:pt x="675" y="37"/>
                    <a:pt x="675" y="37"/>
                  </a:cubicBezTo>
                  <a:cubicBezTo>
                    <a:pt x="684" y="39"/>
                    <a:pt x="702" y="36"/>
                    <a:pt x="707" y="33"/>
                  </a:cubicBezTo>
                  <a:cubicBezTo>
                    <a:pt x="709" y="31"/>
                    <a:pt x="712" y="28"/>
                    <a:pt x="716" y="27"/>
                  </a:cubicBezTo>
                  <a:cubicBezTo>
                    <a:pt x="721" y="26"/>
                    <a:pt x="736" y="34"/>
                    <a:pt x="739" y="36"/>
                  </a:cubicBezTo>
                  <a:cubicBezTo>
                    <a:pt x="739" y="38"/>
                    <a:pt x="738" y="39"/>
                    <a:pt x="738" y="41"/>
                  </a:cubicBezTo>
                  <a:cubicBezTo>
                    <a:pt x="736" y="42"/>
                    <a:pt x="734" y="44"/>
                    <a:pt x="732" y="45"/>
                  </a:cubicBezTo>
                  <a:cubicBezTo>
                    <a:pt x="731" y="45"/>
                    <a:pt x="730" y="45"/>
                    <a:pt x="730" y="45"/>
                  </a:cubicBezTo>
                  <a:cubicBezTo>
                    <a:pt x="724" y="47"/>
                    <a:pt x="709" y="51"/>
                    <a:pt x="705" y="55"/>
                  </a:cubicBezTo>
                  <a:cubicBezTo>
                    <a:pt x="706" y="56"/>
                    <a:pt x="706" y="57"/>
                    <a:pt x="706" y="58"/>
                  </a:cubicBezTo>
                  <a:cubicBezTo>
                    <a:pt x="708" y="59"/>
                    <a:pt x="710" y="60"/>
                    <a:pt x="712" y="61"/>
                  </a:cubicBezTo>
                  <a:cubicBezTo>
                    <a:pt x="713" y="61"/>
                    <a:pt x="715" y="61"/>
                    <a:pt x="717" y="61"/>
                  </a:cubicBezTo>
                  <a:cubicBezTo>
                    <a:pt x="724" y="65"/>
                    <a:pt x="744" y="92"/>
                    <a:pt x="730" y="103"/>
                  </a:cubicBezTo>
                  <a:cubicBezTo>
                    <a:pt x="728" y="104"/>
                    <a:pt x="716" y="108"/>
                    <a:pt x="717" y="108"/>
                  </a:cubicBezTo>
                  <a:cubicBezTo>
                    <a:pt x="711" y="111"/>
                    <a:pt x="705" y="106"/>
                    <a:pt x="702" y="111"/>
                  </a:cubicBezTo>
                  <a:cubicBezTo>
                    <a:pt x="702" y="114"/>
                    <a:pt x="702" y="117"/>
                    <a:pt x="702" y="120"/>
                  </a:cubicBezTo>
                  <a:cubicBezTo>
                    <a:pt x="699" y="125"/>
                    <a:pt x="694" y="130"/>
                    <a:pt x="690" y="134"/>
                  </a:cubicBezTo>
                  <a:cubicBezTo>
                    <a:pt x="690" y="136"/>
                    <a:pt x="690" y="137"/>
                    <a:pt x="691" y="137"/>
                  </a:cubicBezTo>
                  <a:cubicBezTo>
                    <a:pt x="692" y="139"/>
                    <a:pt x="695" y="139"/>
                    <a:pt x="697" y="139"/>
                  </a:cubicBezTo>
                  <a:cubicBezTo>
                    <a:pt x="698" y="138"/>
                    <a:pt x="699" y="137"/>
                    <a:pt x="700" y="134"/>
                  </a:cubicBezTo>
                  <a:cubicBezTo>
                    <a:pt x="711" y="134"/>
                    <a:pt x="716" y="138"/>
                    <a:pt x="726" y="140"/>
                  </a:cubicBezTo>
                  <a:cubicBezTo>
                    <a:pt x="727" y="143"/>
                    <a:pt x="730" y="149"/>
                    <a:pt x="729" y="151"/>
                  </a:cubicBezTo>
                  <a:cubicBezTo>
                    <a:pt x="728" y="152"/>
                    <a:pt x="727" y="154"/>
                    <a:pt x="725" y="155"/>
                  </a:cubicBezTo>
                  <a:cubicBezTo>
                    <a:pt x="716" y="158"/>
                    <a:pt x="712" y="149"/>
                    <a:pt x="705" y="150"/>
                  </a:cubicBezTo>
                  <a:cubicBezTo>
                    <a:pt x="704" y="149"/>
                    <a:pt x="700" y="153"/>
                    <a:pt x="699" y="155"/>
                  </a:cubicBezTo>
                  <a:cubicBezTo>
                    <a:pt x="698" y="157"/>
                    <a:pt x="700" y="159"/>
                    <a:pt x="700" y="160"/>
                  </a:cubicBezTo>
                  <a:cubicBezTo>
                    <a:pt x="700" y="162"/>
                    <a:pt x="700" y="164"/>
                    <a:pt x="700" y="166"/>
                  </a:cubicBezTo>
                  <a:cubicBezTo>
                    <a:pt x="702" y="174"/>
                    <a:pt x="698" y="180"/>
                    <a:pt x="692" y="183"/>
                  </a:cubicBezTo>
                  <a:cubicBezTo>
                    <a:pt x="685" y="187"/>
                    <a:pt x="666" y="181"/>
                    <a:pt x="662" y="179"/>
                  </a:cubicBezTo>
                  <a:cubicBezTo>
                    <a:pt x="662" y="177"/>
                    <a:pt x="653" y="173"/>
                    <a:pt x="651" y="173"/>
                  </a:cubicBezTo>
                  <a:cubicBezTo>
                    <a:pt x="651" y="172"/>
                    <a:pt x="652" y="172"/>
                    <a:pt x="652" y="172"/>
                  </a:cubicBezTo>
                  <a:cubicBezTo>
                    <a:pt x="660" y="170"/>
                    <a:pt x="676" y="168"/>
                    <a:pt x="683" y="163"/>
                  </a:cubicBezTo>
                  <a:cubicBezTo>
                    <a:pt x="685" y="162"/>
                    <a:pt x="692" y="157"/>
                    <a:pt x="689" y="155"/>
                  </a:cubicBezTo>
                  <a:cubicBezTo>
                    <a:pt x="685" y="154"/>
                    <a:pt x="675" y="155"/>
                    <a:pt x="672" y="157"/>
                  </a:cubicBezTo>
                  <a:cubicBezTo>
                    <a:pt x="668" y="159"/>
                    <a:pt x="653" y="154"/>
                    <a:pt x="652" y="153"/>
                  </a:cubicBezTo>
                  <a:cubicBezTo>
                    <a:pt x="650" y="152"/>
                    <a:pt x="650" y="151"/>
                    <a:pt x="649" y="149"/>
                  </a:cubicBezTo>
                  <a:cubicBezTo>
                    <a:pt x="649" y="148"/>
                    <a:pt x="649" y="148"/>
                    <a:pt x="650" y="147"/>
                  </a:cubicBezTo>
                  <a:cubicBezTo>
                    <a:pt x="660" y="147"/>
                    <a:pt x="674" y="146"/>
                    <a:pt x="684" y="144"/>
                  </a:cubicBezTo>
                  <a:cubicBezTo>
                    <a:pt x="685" y="143"/>
                    <a:pt x="685" y="142"/>
                    <a:pt x="686" y="141"/>
                  </a:cubicBezTo>
                  <a:cubicBezTo>
                    <a:pt x="686" y="141"/>
                    <a:pt x="686" y="141"/>
                    <a:pt x="686" y="140"/>
                  </a:cubicBezTo>
                  <a:cubicBezTo>
                    <a:pt x="684" y="139"/>
                    <a:pt x="684" y="138"/>
                    <a:pt x="682" y="137"/>
                  </a:cubicBezTo>
                  <a:cubicBezTo>
                    <a:pt x="682" y="133"/>
                    <a:pt x="681" y="129"/>
                    <a:pt x="683" y="125"/>
                  </a:cubicBezTo>
                  <a:cubicBezTo>
                    <a:pt x="685" y="122"/>
                    <a:pt x="691" y="115"/>
                    <a:pt x="690" y="111"/>
                  </a:cubicBezTo>
                  <a:cubicBezTo>
                    <a:pt x="690" y="109"/>
                    <a:pt x="689" y="109"/>
                    <a:pt x="688" y="109"/>
                  </a:cubicBezTo>
                  <a:cubicBezTo>
                    <a:pt x="680" y="105"/>
                    <a:pt x="670" y="123"/>
                    <a:pt x="665" y="118"/>
                  </a:cubicBezTo>
                  <a:cubicBezTo>
                    <a:pt x="666" y="112"/>
                    <a:pt x="667" y="106"/>
                    <a:pt x="670" y="102"/>
                  </a:cubicBezTo>
                  <a:cubicBezTo>
                    <a:pt x="675" y="96"/>
                    <a:pt x="690" y="97"/>
                    <a:pt x="695" y="102"/>
                  </a:cubicBezTo>
                  <a:cubicBezTo>
                    <a:pt x="701" y="102"/>
                    <a:pt x="703" y="100"/>
                    <a:pt x="707" y="98"/>
                  </a:cubicBezTo>
                  <a:cubicBezTo>
                    <a:pt x="711" y="95"/>
                    <a:pt x="717" y="94"/>
                    <a:pt x="720" y="90"/>
                  </a:cubicBezTo>
                  <a:cubicBezTo>
                    <a:pt x="720" y="89"/>
                    <a:pt x="720" y="88"/>
                    <a:pt x="720" y="89"/>
                  </a:cubicBezTo>
                  <a:cubicBezTo>
                    <a:pt x="726" y="78"/>
                    <a:pt x="710" y="68"/>
                    <a:pt x="705" y="66"/>
                  </a:cubicBezTo>
                  <a:cubicBezTo>
                    <a:pt x="694" y="63"/>
                    <a:pt x="681" y="76"/>
                    <a:pt x="678" y="81"/>
                  </a:cubicBezTo>
                  <a:cubicBezTo>
                    <a:pt x="670" y="91"/>
                    <a:pt x="657" y="97"/>
                    <a:pt x="649" y="107"/>
                  </a:cubicBezTo>
                  <a:cubicBezTo>
                    <a:pt x="645" y="112"/>
                    <a:pt x="646" y="118"/>
                    <a:pt x="644" y="123"/>
                  </a:cubicBezTo>
                  <a:cubicBezTo>
                    <a:pt x="643" y="127"/>
                    <a:pt x="640" y="131"/>
                    <a:pt x="639" y="133"/>
                  </a:cubicBezTo>
                  <a:cubicBezTo>
                    <a:pt x="632" y="134"/>
                    <a:pt x="625" y="130"/>
                    <a:pt x="623" y="125"/>
                  </a:cubicBezTo>
                  <a:cubicBezTo>
                    <a:pt x="621" y="123"/>
                    <a:pt x="623" y="120"/>
                    <a:pt x="621" y="118"/>
                  </a:cubicBezTo>
                  <a:close/>
                  <a:moveTo>
                    <a:pt x="537" y="94"/>
                  </a:moveTo>
                  <a:cubicBezTo>
                    <a:pt x="538" y="94"/>
                    <a:pt x="540" y="93"/>
                    <a:pt x="540" y="92"/>
                  </a:cubicBezTo>
                  <a:cubicBezTo>
                    <a:pt x="541" y="91"/>
                    <a:pt x="540" y="90"/>
                    <a:pt x="540" y="89"/>
                  </a:cubicBezTo>
                  <a:cubicBezTo>
                    <a:pt x="539" y="90"/>
                    <a:pt x="539" y="90"/>
                    <a:pt x="539" y="90"/>
                  </a:cubicBezTo>
                  <a:cubicBezTo>
                    <a:pt x="538" y="91"/>
                    <a:pt x="538" y="93"/>
                    <a:pt x="537" y="94"/>
                  </a:cubicBezTo>
                  <a:close/>
                  <a:moveTo>
                    <a:pt x="503" y="79"/>
                  </a:moveTo>
                  <a:cubicBezTo>
                    <a:pt x="504" y="80"/>
                    <a:pt x="505" y="81"/>
                    <a:pt x="507" y="79"/>
                  </a:cubicBezTo>
                  <a:cubicBezTo>
                    <a:pt x="507" y="77"/>
                    <a:pt x="508" y="77"/>
                    <a:pt x="508" y="75"/>
                  </a:cubicBezTo>
                  <a:cubicBezTo>
                    <a:pt x="508" y="75"/>
                    <a:pt x="507" y="75"/>
                    <a:pt x="507" y="74"/>
                  </a:cubicBezTo>
                  <a:cubicBezTo>
                    <a:pt x="506" y="75"/>
                    <a:pt x="505" y="75"/>
                    <a:pt x="504" y="75"/>
                  </a:cubicBezTo>
                  <a:cubicBezTo>
                    <a:pt x="504" y="77"/>
                    <a:pt x="504" y="77"/>
                    <a:pt x="503" y="79"/>
                  </a:cubicBezTo>
                  <a:close/>
                  <a:moveTo>
                    <a:pt x="491" y="115"/>
                  </a:moveTo>
                  <a:cubicBezTo>
                    <a:pt x="496" y="117"/>
                    <a:pt x="504" y="111"/>
                    <a:pt x="507" y="108"/>
                  </a:cubicBezTo>
                  <a:cubicBezTo>
                    <a:pt x="506" y="107"/>
                    <a:pt x="506" y="105"/>
                    <a:pt x="506" y="104"/>
                  </a:cubicBezTo>
                  <a:cubicBezTo>
                    <a:pt x="505" y="104"/>
                    <a:pt x="505" y="103"/>
                    <a:pt x="504" y="103"/>
                  </a:cubicBezTo>
                  <a:cubicBezTo>
                    <a:pt x="501" y="105"/>
                    <a:pt x="494" y="109"/>
                    <a:pt x="491" y="113"/>
                  </a:cubicBezTo>
                  <a:cubicBezTo>
                    <a:pt x="491" y="113"/>
                    <a:pt x="491" y="114"/>
                    <a:pt x="491" y="115"/>
                  </a:cubicBezTo>
                  <a:close/>
                  <a:moveTo>
                    <a:pt x="460" y="78"/>
                  </a:moveTo>
                  <a:cubicBezTo>
                    <a:pt x="461" y="79"/>
                    <a:pt x="462" y="79"/>
                    <a:pt x="463" y="79"/>
                  </a:cubicBezTo>
                  <a:cubicBezTo>
                    <a:pt x="466" y="77"/>
                    <a:pt x="468" y="75"/>
                    <a:pt x="470" y="73"/>
                  </a:cubicBezTo>
                  <a:cubicBezTo>
                    <a:pt x="470" y="71"/>
                    <a:pt x="470" y="71"/>
                    <a:pt x="470" y="69"/>
                  </a:cubicBezTo>
                  <a:cubicBezTo>
                    <a:pt x="468" y="69"/>
                    <a:pt x="467" y="70"/>
                    <a:pt x="466" y="70"/>
                  </a:cubicBezTo>
                  <a:cubicBezTo>
                    <a:pt x="464" y="71"/>
                    <a:pt x="461" y="74"/>
                    <a:pt x="460" y="78"/>
                  </a:cubicBezTo>
                  <a:close/>
                  <a:moveTo>
                    <a:pt x="453" y="106"/>
                  </a:moveTo>
                  <a:cubicBezTo>
                    <a:pt x="454" y="106"/>
                    <a:pt x="454" y="106"/>
                    <a:pt x="455" y="106"/>
                  </a:cubicBezTo>
                  <a:cubicBezTo>
                    <a:pt x="457" y="103"/>
                    <a:pt x="473" y="90"/>
                    <a:pt x="469" y="87"/>
                  </a:cubicBezTo>
                  <a:cubicBezTo>
                    <a:pt x="458" y="82"/>
                    <a:pt x="453" y="96"/>
                    <a:pt x="453" y="106"/>
                  </a:cubicBezTo>
                  <a:close/>
                  <a:moveTo>
                    <a:pt x="438" y="93"/>
                  </a:moveTo>
                  <a:cubicBezTo>
                    <a:pt x="439" y="93"/>
                    <a:pt x="440" y="94"/>
                    <a:pt x="440" y="95"/>
                  </a:cubicBezTo>
                  <a:cubicBezTo>
                    <a:pt x="442" y="95"/>
                    <a:pt x="443" y="95"/>
                    <a:pt x="444" y="95"/>
                  </a:cubicBezTo>
                  <a:cubicBezTo>
                    <a:pt x="445" y="94"/>
                    <a:pt x="446" y="93"/>
                    <a:pt x="446" y="92"/>
                  </a:cubicBezTo>
                  <a:cubicBezTo>
                    <a:pt x="445" y="91"/>
                    <a:pt x="444" y="91"/>
                    <a:pt x="444" y="90"/>
                  </a:cubicBezTo>
                  <a:cubicBezTo>
                    <a:pt x="444" y="91"/>
                    <a:pt x="439" y="91"/>
                    <a:pt x="438" y="92"/>
                  </a:cubicBezTo>
                  <a:cubicBezTo>
                    <a:pt x="438" y="92"/>
                    <a:pt x="438" y="92"/>
                    <a:pt x="438" y="93"/>
                  </a:cubicBezTo>
                  <a:close/>
                  <a:moveTo>
                    <a:pt x="425" y="130"/>
                  </a:moveTo>
                  <a:cubicBezTo>
                    <a:pt x="429" y="129"/>
                    <a:pt x="448" y="117"/>
                    <a:pt x="439" y="112"/>
                  </a:cubicBezTo>
                  <a:cubicBezTo>
                    <a:pt x="438" y="112"/>
                    <a:pt x="438" y="112"/>
                    <a:pt x="437" y="112"/>
                  </a:cubicBezTo>
                  <a:cubicBezTo>
                    <a:pt x="435" y="119"/>
                    <a:pt x="428" y="123"/>
                    <a:pt x="425" y="130"/>
                  </a:cubicBezTo>
                  <a:close/>
                  <a:moveTo>
                    <a:pt x="398" y="150"/>
                  </a:moveTo>
                  <a:cubicBezTo>
                    <a:pt x="398" y="144"/>
                    <a:pt x="399" y="138"/>
                    <a:pt x="399" y="133"/>
                  </a:cubicBezTo>
                  <a:cubicBezTo>
                    <a:pt x="403" y="131"/>
                    <a:pt x="426" y="102"/>
                    <a:pt x="429" y="97"/>
                  </a:cubicBezTo>
                  <a:cubicBezTo>
                    <a:pt x="428" y="96"/>
                    <a:pt x="428" y="96"/>
                    <a:pt x="426" y="96"/>
                  </a:cubicBezTo>
                  <a:cubicBezTo>
                    <a:pt x="424" y="97"/>
                    <a:pt x="405" y="104"/>
                    <a:pt x="401" y="101"/>
                  </a:cubicBezTo>
                  <a:cubicBezTo>
                    <a:pt x="400" y="100"/>
                    <a:pt x="400" y="100"/>
                    <a:pt x="400" y="100"/>
                  </a:cubicBezTo>
                  <a:cubicBezTo>
                    <a:pt x="400" y="86"/>
                    <a:pt x="411" y="79"/>
                    <a:pt x="418" y="74"/>
                  </a:cubicBezTo>
                  <a:cubicBezTo>
                    <a:pt x="424" y="70"/>
                    <a:pt x="428" y="65"/>
                    <a:pt x="432" y="60"/>
                  </a:cubicBezTo>
                  <a:cubicBezTo>
                    <a:pt x="437" y="54"/>
                    <a:pt x="450" y="45"/>
                    <a:pt x="453" y="38"/>
                  </a:cubicBezTo>
                  <a:cubicBezTo>
                    <a:pt x="454" y="34"/>
                    <a:pt x="454" y="29"/>
                    <a:pt x="454" y="25"/>
                  </a:cubicBezTo>
                  <a:cubicBezTo>
                    <a:pt x="462" y="22"/>
                    <a:pt x="468" y="24"/>
                    <a:pt x="473" y="28"/>
                  </a:cubicBezTo>
                  <a:cubicBezTo>
                    <a:pt x="468" y="46"/>
                    <a:pt x="437" y="68"/>
                    <a:pt x="423" y="81"/>
                  </a:cubicBezTo>
                  <a:cubicBezTo>
                    <a:pt x="420" y="84"/>
                    <a:pt x="416" y="86"/>
                    <a:pt x="413" y="89"/>
                  </a:cubicBezTo>
                  <a:cubicBezTo>
                    <a:pt x="413" y="90"/>
                    <a:pt x="413" y="90"/>
                    <a:pt x="414" y="90"/>
                  </a:cubicBezTo>
                  <a:cubicBezTo>
                    <a:pt x="419" y="90"/>
                    <a:pt x="426" y="88"/>
                    <a:pt x="430" y="86"/>
                  </a:cubicBezTo>
                  <a:cubicBezTo>
                    <a:pt x="436" y="85"/>
                    <a:pt x="441" y="85"/>
                    <a:pt x="447" y="84"/>
                  </a:cubicBezTo>
                  <a:cubicBezTo>
                    <a:pt x="451" y="81"/>
                    <a:pt x="451" y="77"/>
                    <a:pt x="453" y="73"/>
                  </a:cubicBezTo>
                  <a:cubicBezTo>
                    <a:pt x="457" y="67"/>
                    <a:pt x="460" y="60"/>
                    <a:pt x="466" y="55"/>
                  </a:cubicBezTo>
                  <a:cubicBezTo>
                    <a:pt x="469" y="55"/>
                    <a:pt x="472" y="55"/>
                    <a:pt x="474" y="55"/>
                  </a:cubicBezTo>
                  <a:cubicBezTo>
                    <a:pt x="475" y="57"/>
                    <a:pt x="477" y="58"/>
                    <a:pt x="478" y="59"/>
                  </a:cubicBezTo>
                  <a:cubicBezTo>
                    <a:pt x="481" y="63"/>
                    <a:pt x="483" y="67"/>
                    <a:pt x="485" y="71"/>
                  </a:cubicBezTo>
                  <a:cubicBezTo>
                    <a:pt x="488" y="69"/>
                    <a:pt x="495" y="62"/>
                    <a:pt x="492" y="57"/>
                  </a:cubicBezTo>
                  <a:cubicBezTo>
                    <a:pt x="491" y="54"/>
                    <a:pt x="488" y="53"/>
                    <a:pt x="490" y="49"/>
                  </a:cubicBezTo>
                  <a:cubicBezTo>
                    <a:pt x="490" y="46"/>
                    <a:pt x="498" y="42"/>
                    <a:pt x="502" y="43"/>
                  </a:cubicBezTo>
                  <a:cubicBezTo>
                    <a:pt x="502" y="47"/>
                    <a:pt x="506" y="51"/>
                    <a:pt x="508" y="53"/>
                  </a:cubicBezTo>
                  <a:cubicBezTo>
                    <a:pt x="515" y="55"/>
                    <a:pt x="513" y="47"/>
                    <a:pt x="514" y="43"/>
                  </a:cubicBezTo>
                  <a:cubicBezTo>
                    <a:pt x="517" y="34"/>
                    <a:pt x="512" y="13"/>
                    <a:pt x="524" y="13"/>
                  </a:cubicBezTo>
                  <a:cubicBezTo>
                    <a:pt x="525" y="15"/>
                    <a:pt x="530" y="19"/>
                    <a:pt x="532" y="21"/>
                  </a:cubicBezTo>
                  <a:cubicBezTo>
                    <a:pt x="532" y="21"/>
                    <a:pt x="532" y="21"/>
                    <a:pt x="533" y="21"/>
                  </a:cubicBezTo>
                  <a:cubicBezTo>
                    <a:pt x="535" y="25"/>
                    <a:pt x="536" y="27"/>
                    <a:pt x="539" y="30"/>
                  </a:cubicBezTo>
                  <a:cubicBezTo>
                    <a:pt x="541" y="34"/>
                    <a:pt x="544" y="42"/>
                    <a:pt x="545" y="47"/>
                  </a:cubicBezTo>
                  <a:cubicBezTo>
                    <a:pt x="546" y="51"/>
                    <a:pt x="542" y="54"/>
                    <a:pt x="543" y="59"/>
                  </a:cubicBezTo>
                  <a:cubicBezTo>
                    <a:pt x="546" y="65"/>
                    <a:pt x="553" y="69"/>
                    <a:pt x="556" y="75"/>
                  </a:cubicBezTo>
                  <a:cubicBezTo>
                    <a:pt x="558" y="79"/>
                    <a:pt x="558" y="83"/>
                    <a:pt x="560" y="85"/>
                  </a:cubicBezTo>
                  <a:cubicBezTo>
                    <a:pt x="564" y="89"/>
                    <a:pt x="570" y="91"/>
                    <a:pt x="574" y="95"/>
                  </a:cubicBezTo>
                  <a:cubicBezTo>
                    <a:pt x="574" y="97"/>
                    <a:pt x="574" y="98"/>
                    <a:pt x="574" y="99"/>
                  </a:cubicBezTo>
                  <a:cubicBezTo>
                    <a:pt x="572" y="100"/>
                    <a:pt x="570" y="102"/>
                    <a:pt x="568" y="103"/>
                  </a:cubicBezTo>
                  <a:cubicBezTo>
                    <a:pt x="565" y="105"/>
                    <a:pt x="561" y="104"/>
                    <a:pt x="559" y="105"/>
                  </a:cubicBezTo>
                  <a:cubicBezTo>
                    <a:pt x="552" y="106"/>
                    <a:pt x="543" y="109"/>
                    <a:pt x="539" y="114"/>
                  </a:cubicBezTo>
                  <a:cubicBezTo>
                    <a:pt x="536" y="117"/>
                    <a:pt x="536" y="135"/>
                    <a:pt x="535" y="141"/>
                  </a:cubicBezTo>
                  <a:cubicBezTo>
                    <a:pt x="535" y="143"/>
                    <a:pt x="534" y="145"/>
                    <a:pt x="534" y="148"/>
                  </a:cubicBezTo>
                  <a:cubicBezTo>
                    <a:pt x="532" y="152"/>
                    <a:pt x="531" y="158"/>
                    <a:pt x="530" y="163"/>
                  </a:cubicBezTo>
                  <a:cubicBezTo>
                    <a:pt x="530" y="164"/>
                    <a:pt x="530" y="165"/>
                    <a:pt x="530" y="166"/>
                  </a:cubicBezTo>
                  <a:cubicBezTo>
                    <a:pt x="526" y="174"/>
                    <a:pt x="524" y="181"/>
                    <a:pt x="520" y="187"/>
                  </a:cubicBezTo>
                  <a:cubicBezTo>
                    <a:pt x="520" y="190"/>
                    <a:pt x="520" y="193"/>
                    <a:pt x="520" y="195"/>
                  </a:cubicBezTo>
                  <a:cubicBezTo>
                    <a:pt x="519" y="195"/>
                    <a:pt x="519" y="195"/>
                    <a:pt x="519" y="195"/>
                  </a:cubicBezTo>
                  <a:cubicBezTo>
                    <a:pt x="518" y="193"/>
                    <a:pt x="515" y="191"/>
                    <a:pt x="514" y="189"/>
                  </a:cubicBezTo>
                  <a:cubicBezTo>
                    <a:pt x="511" y="185"/>
                    <a:pt x="511" y="181"/>
                    <a:pt x="509" y="177"/>
                  </a:cubicBezTo>
                  <a:cubicBezTo>
                    <a:pt x="509" y="175"/>
                    <a:pt x="509" y="173"/>
                    <a:pt x="509" y="171"/>
                  </a:cubicBezTo>
                  <a:cubicBezTo>
                    <a:pt x="507" y="163"/>
                    <a:pt x="509" y="147"/>
                    <a:pt x="508" y="135"/>
                  </a:cubicBezTo>
                  <a:cubicBezTo>
                    <a:pt x="507" y="135"/>
                    <a:pt x="506" y="135"/>
                    <a:pt x="507" y="134"/>
                  </a:cubicBezTo>
                  <a:cubicBezTo>
                    <a:pt x="497" y="136"/>
                    <a:pt x="489" y="139"/>
                    <a:pt x="481" y="142"/>
                  </a:cubicBezTo>
                  <a:cubicBezTo>
                    <a:pt x="476" y="142"/>
                    <a:pt x="472" y="143"/>
                    <a:pt x="467" y="143"/>
                  </a:cubicBezTo>
                  <a:cubicBezTo>
                    <a:pt x="462" y="138"/>
                    <a:pt x="463" y="125"/>
                    <a:pt x="465" y="119"/>
                  </a:cubicBezTo>
                  <a:cubicBezTo>
                    <a:pt x="470" y="117"/>
                    <a:pt x="476" y="112"/>
                    <a:pt x="478" y="108"/>
                  </a:cubicBezTo>
                  <a:cubicBezTo>
                    <a:pt x="478" y="107"/>
                    <a:pt x="478" y="105"/>
                    <a:pt x="478" y="104"/>
                  </a:cubicBezTo>
                  <a:cubicBezTo>
                    <a:pt x="484" y="97"/>
                    <a:pt x="492" y="90"/>
                    <a:pt x="488" y="77"/>
                  </a:cubicBezTo>
                  <a:cubicBezTo>
                    <a:pt x="488" y="77"/>
                    <a:pt x="488" y="77"/>
                    <a:pt x="487" y="77"/>
                  </a:cubicBezTo>
                  <a:cubicBezTo>
                    <a:pt x="473" y="87"/>
                    <a:pt x="476" y="96"/>
                    <a:pt x="467" y="109"/>
                  </a:cubicBezTo>
                  <a:cubicBezTo>
                    <a:pt x="461" y="117"/>
                    <a:pt x="456" y="117"/>
                    <a:pt x="452" y="129"/>
                  </a:cubicBezTo>
                  <a:cubicBezTo>
                    <a:pt x="448" y="140"/>
                    <a:pt x="457" y="156"/>
                    <a:pt x="457" y="165"/>
                  </a:cubicBezTo>
                  <a:cubicBezTo>
                    <a:pt x="455" y="165"/>
                    <a:pt x="455" y="167"/>
                    <a:pt x="454" y="167"/>
                  </a:cubicBezTo>
                  <a:cubicBezTo>
                    <a:pt x="452" y="167"/>
                    <a:pt x="452" y="167"/>
                    <a:pt x="450" y="167"/>
                  </a:cubicBezTo>
                  <a:cubicBezTo>
                    <a:pt x="447" y="163"/>
                    <a:pt x="444" y="159"/>
                    <a:pt x="442" y="153"/>
                  </a:cubicBezTo>
                  <a:cubicBezTo>
                    <a:pt x="440" y="149"/>
                    <a:pt x="441" y="145"/>
                    <a:pt x="439" y="141"/>
                  </a:cubicBezTo>
                  <a:cubicBezTo>
                    <a:pt x="438" y="141"/>
                    <a:pt x="438" y="141"/>
                    <a:pt x="437" y="141"/>
                  </a:cubicBezTo>
                  <a:cubicBezTo>
                    <a:pt x="431" y="151"/>
                    <a:pt x="418" y="157"/>
                    <a:pt x="402" y="157"/>
                  </a:cubicBezTo>
                  <a:cubicBezTo>
                    <a:pt x="402" y="156"/>
                    <a:pt x="400" y="155"/>
                    <a:pt x="400" y="155"/>
                  </a:cubicBezTo>
                  <a:cubicBezTo>
                    <a:pt x="398" y="153"/>
                    <a:pt x="398" y="151"/>
                    <a:pt x="398" y="150"/>
                  </a:cubicBezTo>
                  <a:close/>
                  <a:moveTo>
                    <a:pt x="278" y="104"/>
                  </a:moveTo>
                  <a:cubicBezTo>
                    <a:pt x="279" y="106"/>
                    <a:pt x="280" y="109"/>
                    <a:pt x="281" y="111"/>
                  </a:cubicBezTo>
                  <a:cubicBezTo>
                    <a:pt x="282" y="111"/>
                    <a:pt x="282" y="111"/>
                    <a:pt x="282" y="111"/>
                  </a:cubicBezTo>
                  <a:cubicBezTo>
                    <a:pt x="283" y="108"/>
                    <a:pt x="286" y="101"/>
                    <a:pt x="283" y="99"/>
                  </a:cubicBezTo>
                  <a:cubicBezTo>
                    <a:pt x="283" y="99"/>
                    <a:pt x="282" y="99"/>
                    <a:pt x="282" y="98"/>
                  </a:cubicBezTo>
                  <a:cubicBezTo>
                    <a:pt x="281" y="98"/>
                    <a:pt x="280" y="98"/>
                    <a:pt x="279" y="99"/>
                  </a:cubicBezTo>
                  <a:cubicBezTo>
                    <a:pt x="279" y="102"/>
                    <a:pt x="278" y="101"/>
                    <a:pt x="278" y="104"/>
                  </a:cubicBezTo>
                  <a:close/>
                  <a:moveTo>
                    <a:pt x="257" y="97"/>
                  </a:moveTo>
                  <a:cubicBezTo>
                    <a:pt x="257" y="97"/>
                    <a:pt x="257" y="98"/>
                    <a:pt x="257" y="99"/>
                  </a:cubicBezTo>
                  <a:cubicBezTo>
                    <a:pt x="258" y="99"/>
                    <a:pt x="258" y="99"/>
                    <a:pt x="258" y="99"/>
                  </a:cubicBezTo>
                  <a:cubicBezTo>
                    <a:pt x="258" y="99"/>
                    <a:pt x="259" y="99"/>
                    <a:pt x="259" y="99"/>
                  </a:cubicBezTo>
                  <a:cubicBezTo>
                    <a:pt x="260" y="98"/>
                    <a:pt x="260" y="97"/>
                    <a:pt x="261" y="97"/>
                  </a:cubicBezTo>
                  <a:cubicBezTo>
                    <a:pt x="261" y="95"/>
                    <a:pt x="261" y="95"/>
                    <a:pt x="260" y="93"/>
                  </a:cubicBezTo>
                  <a:cubicBezTo>
                    <a:pt x="260" y="93"/>
                    <a:pt x="260" y="93"/>
                    <a:pt x="260" y="93"/>
                  </a:cubicBezTo>
                  <a:cubicBezTo>
                    <a:pt x="259" y="93"/>
                    <a:pt x="259" y="93"/>
                    <a:pt x="259" y="93"/>
                  </a:cubicBezTo>
                  <a:cubicBezTo>
                    <a:pt x="258" y="94"/>
                    <a:pt x="258" y="95"/>
                    <a:pt x="257" y="97"/>
                  </a:cubicBezTo>
                  <a:close/>
                  <a:moveTo>
                    <a:pt x="236" y="104"/>
                  </a:moveTo>
                  <a:cubicBezTo>
                    <a:pt x="236" y="105"/>
                    <a:pt x="237" y="105"/>
                    <a:pt x="238" y="105"/>
                  </a:cubicBezTo>
                  <a:cubicBezTo>
                    <a:pt x="241" y="104"/>
                    <a:pt x="242" y="102"/>
                    <a:pt x="245" y="100"/>
                  </a:cubicBezTo>
                  <a:cubicBezTo>
                    <a:pt x="245" y="99"/>
                    <a:pt x="245" y="98"/>
                    <a:pt x="245" y="97"/>
                  </a:cubicBezTo>
                  <a:cubicBezTo>
                    <a:pt x="244" y="97"/>
                    <a:pt x="244" y="97"/>
                    <a:pt x="244" y="97"/>
                  </a:cubicBezTo>
                  <a:cubicBezTo>
                    <a:pt x="244" y="97"/>
                    <a:pt x="243" y="97"/>
                    <a:pt x="242" y="97"/>
                  </a:cubicBezTo>
                  <a:cubicBezTo>
                    <a:pt x="240" y="99"/>
                    <a:pt x="238" y="101"/>
                    <a:pt x="236" y="104"/>
                  </a:cubicBezTo>
                  <a:close/>
                  <a:moveTo>
                    <a:pt x="216" y="151"/>
                  </a:moveTo>
                  <a:cubicBezTo>
                    <a:pt x="217" y="152"/>
                    <a:pt x="225" y="157"/>
                    <a:pt x="226" y="158"/>
                  </a:cubicBezTo>
                  <a:cubicBezTo>
                    <a:pt x="230" y="159"/>
                    <a:pt x="253" y="155"/>
                    <a:pt x="254" y="154"/>
                  </a:cubicBezTo>
                  <a:cubicBezTo>
                    <a:pt x="254" y="153"/>
                    <a:pt x="253" y="151"/>
                    <a:pt x="252" y="149"/>
                  </a:cubicBezTo>
                  <a:cubicBezTo>
                    <a:pt x="253" y="149"/>
                    <a:pt x="253" y="149"/>
                    <a:pt x="253" y="149"/>
                  </a:cubicBezTo>
                  <a:cubicBezTo>
                    <a:pt x="259" y="147"/>
                    <a:pt x="266" y="162"/>
                    <a:pt x="274" y="147"/>
                  </a:cubicBezTo>
                  <a:cubicBezTo>
                    <a:pt x="280" y="149"/>
                    <a:pt x="289" y="157"/>
                    <a:pt x="296" y="153"/>
                  </a:cubicBezTo>
                  <a:cubicBezTo>
                    <a:pt x="309" y="147"/>
                    <a:pt x="312" y="126"/>
                    <a:pt x="312" y="104"/>
                  </a:cubicBezTo>
                  <a:cubicBezTo>
                    <a:pt x="312" y="97"/>
                    <a:pt x="313" y="86"/>
                    <a:pt x="310" y="81"/>
                  </a:cubicBezTo>
                  <a:cubicBezTo>
                    <a:pt x="310" y="78"/>
                    <a:pt x="310" y="75"/>
                    <a:pt x="310" y="73"/>
                  </a:cubicBezTo>
                  <a:cubicBezTo>
                    <a:pt x="310" y="67"/>
                    <a:pt x="310" y="56"/>
                    <a:pt x="308" y="51"/>
                  </a:cubicBezTo>
                  <a:cubicBezTo>
                    <a:pt x="308" y="49"/>
                    <a:pt x="307" y="45"/>
                    <a:pt x="307" y="43"/>
                  </a:cubicBezTo>
                  <a:cubicBezTo>
                    <a:pt x="305" y="35"/>
                    <a:pt x="304" y="27"/>
                    <a:pt x="301" y="21"/>
                  </a:cubicBezTo>
                  <a:cubicBezTo>
                    <a:pt x="270" y="17"/>
                    <a:pt x="248" y="27"/>
                    <a:pt x="235" y="46"/>
                  </a:cubicBezTo>
                  <a:cubicBezTo>
                    <a:pt x="232" y="50"/>
                    <a:pt x="222" y="63"/>
                    <a:pt x="225" y="70"/>
                  </a:cubicBezTo>
                  <a:cubicBezTo>
                    <a:pt x="233" y="70"/>
                    <a:pt x="243" y="58"/>
                    <a:pt x="249" y="54"/>
                  </a:cubicBezTo>
                  <a:cubicBezTo>
                    <a:pt x="250" y="54"/>
                    <a:pt x="254" y="53"/>
                    <a:pt x="254" y="53"/>
                  </a:cubicBezTo>
                  <a:cubicBezTo>
                    <a:pt x="280" y="51"/>
                    <a:pt x="264" y="71"/>
                    <a:pt x="264" y="83"/>
                  </a:cubicBezTo>
                  <a:cubicBezTo>
                    <a:pt x="268" y="85"/>
                    <a:pt x="278" y="95"/>
                    <a:pt x="284" y="92"/>
                  </a:cubicBezTo>
                  <a:cubicBezTo>
                    <a:pt x="284" y="91"/>
                    <a:pt x="285" y="90"/>
                    <a:pt x="286" y="90"/>
                  </a:cubicBezTo>
                  <a:cubicBezTo>
                    <a:pt x="293" y="90"/>
                    <a:pt x="311" y="103"/>
                    <a:pt x="302" y="112"/>
                  </a:cubicBezTo>
                  <a:cubicBezTo>
                    <a:pt x="299" y="115"/>
                    <a:pt x="294" y="117"/>
                    <a:pt x="290" y="120"/>
                  </a:cubicBezTo>
                  <a:cubicBezTo>
                    <a:pt x="285" y="123"/>
                    <a:pt x="280" y="129"/>
                    <a:pt x="274" y="133"/>
                  </a:cubicBezTo>
                  <a:cubicBezTo>
                    <a:pt x="274" y="133"/>
                    <a:pt x="272" y="133"/>
                    <a:pt x="273" y="134"/>
                  </a:cubicBezTo>
                  <a:cubicBezTo>
                    <a:pt x="268" y="137"/>
                    <a:pt x="260" y="139"/>
                    <a:pt x="254" y="143"/>
                  </a:cubicBezTo>
                  <a:cubicBezTo>
                    <a:pt x="251" y="145"/>
                    <a:pt x="243" y="143"/>
                    <a:pt x="240" y="143"/>
                  </a:cubicBezTo>
                  <a:cubicBezTo>
                    <a:pt x="238" y="140"/>
                    <a:pt x="232" y="133"/>
                    <a:pt x="236" y="127"/>
                  </a:cubicBezTo>
                  <a:cubicBezTo>
                    <a:pt x="237" y="124"/>
                    <a:pt x="242" y="120"/>
                    <a:pt x="244" y="119"/>
                  </a:cubicBezTo>
                  <a:cubicBezTo>
                    <a:pt x="244" y="116"/>
                    <a:pt x="243" y="116"/>
                    <a:pt x="241" y="116"/>
                  </a:cubicBezTo>
                  <a:cubicBezTo>
                    <a:pt x="238" y="121"/>
                    <a:pt x="227" y="110"/>
                    <a:pt x="226" y="108"/>
                  </a:cubicBezTo>
                  <a:cubicBezTo>
                    <a:pt x="226" y="105"/>
                    <a:pt x="226" y="102"/>
                    <a:pt x="226" y="99"/>
                  </a:cubicBezTo>
                  <a:cubicBezTo>
                    <a:pt x="229" y="98"/>
                    <a:pt x="231" y="95"/>
                    <a:pt x="234" y="93"/>
                  </a:cubicBezTo>
                  <a:cubicBezTo>
                    <a:pt x="242" y="89"/>
                    <a:pt x="256" y="87"/>
                    <a:pt x="252" y="74"/>
                  </a:cubicBezTo>
                  <a:cubicBezTo>
                    <a:pt x="252" y="74"/>
                    <a:pt x="251" y="74"/>
                    <a:pt x="250" y="74"/>
                  </a:cubicBezTo>
                  <a:cubicBezTo>
                    <a:pt x="246" y="78"/>
                    <a:pt x="227" y="77"/>
                    <a:pt x="223" y="83"/>
                  </a:cubicBezTo>
                  <a:cubicBezTo>
                    <a:pt x="220" y="86"/>
                    <a:pt x="223" y="93"/>
                    <a:pt x="221" y="97"/>
                  </a:cubicBezTo>
                  <a:cubicBezTo>
                    <a:pt x="219" y="97"/>
                    <a:pt x="220" y="103"/>
                    <a:pt x="218" y="105"/>
                  </a:cubicBezTo>
                  <a:cubicBezTo>
                    <a:pt x="214" y="114"/>
                    <a:pt x="219" y="132"/>
                    <a:pt x="217" y="141"/>
                  </a:cubicBezTo>
                  <a:cubicBezTo>
                    <a:pt x="217" y="144"/>
                    <a:pt x="216" y="149"/>
                    <a:pt x="216" y="151"/>
                  </a:cubicBezTo>
                  <a:close/>
                  <a:moveTo>
                    <a:pt x="197" y="154"/>
                  </a:moveTo>
                  <a:cubicBezTo>
                    <a:pt x="197" y="141"/>
                    <a:pt x="202" y="127"/>
                    <a:pt x="205" y="115"/>
                  </a:cubicBezTo>
                  <a:cubicBezTo>
                    <a:pt x="205" y="113"/>
                    <a:pt x="205" y="110"/>
                    <a:pt x="205" y="107"/>
                  </a:cubicBezTo>
                  <a:cubicBezTo>
                    <a:pt x="205" y="93"/>
                    <a:pt x="199" y="79"/>
                    <a:pt x="201" y="66"/>
                  </a:cubicBezTo>
                  <a:cubicBezTo>
                    <a:pt x="205" y="39"/>
                    <a:pt x="229" y="25"/>
                    <a:pt x="252" y="17"/>
                  </a:cubicBezTo>
                  <a:cubicBezTo>
                    <a:pt x="261" y="15"/>
                    <a:pt x="289" y="6"/>
                    <a:pt x="300" y="13"/>
                  </a:cubicBezTo>
                  <a:cubicBezTo>
                    <a:pt x="302" y="13"/>
                    <a:pt x="306" y="13"/>
                    <a:pt x="308" y="15"/>
                  </a:cubicBezTo>
                  <a:cubicBezTo>
                    <a:pt x="330" y="29"/>
                    <a:pt x="324" y="79"/>
                    <a:pt x="325" y="113"/>
                  </a:cubicBezTo>
                  <a:cubicBezTo>
                    <a:pt x="325" y="129"/>
                    <a:pt x="328" y="154"/>
                    <a:pt x="320" y="163"/>
                  </a:cubicBezTo>
                  <a:cubicBezTo>
                    <a:pt x="318" y="166"/>
                    <a:pt x="294" y="183"/>
                    <a:pt x="287" y="179"/>
                  </a:cubicBezTo>
                  <a:cubicBezTo>
                    <a:pt x="280" y="175"/>
                    <a:pt x="274" y="165"/>
                    <a:pt x="264" y="164"/>
                  </a:cubicBezTo>
                  <a:cubicBezTo>
                    <a:pt x="261" y="163"/>
                    <a:pt x="257" y="167"/>
                    <a:pt x="254" y="168"/>
                  </a:cubicBezTo>
                  <a:cubicBezTo>
                    <a:pt x="252" y="169"/>
                    <a:pt x="230" y="173"/>
                    <a:pt x="226" y="171"/>
                  </a:cubicBezTo>
                  <a:cubicBezTo>
                    <a:pt x="221" y="170"/>
                    <a:pt x="220" y="167"/>
                    <a:pt x="216" y="164"/>
                  </a:cubicBezTo>
                  <a:cubicBezTo>
                    <a:pt x="216" y="164"/>
                    <a:pt x="216" y="164"/>
                    <a:pt x="216" y="164"/>
                  </a:cubicBezTo>
                  <a:cubicBezTo>
                    <a:pt x="213" y="166"/>
                    <a:pt x="211" y="170"/>
                    <a:pt x="206" y="170"/>
                  </a:cubicBezTo>
                  <a:cubicBezTo>
                    <a:pt x="204" y="168"/>
                    <a:pt x="202" y="166"/>
                    <a:pt x="201" y="164"/>
                  </a:cubicBezTo>
                  <a:cubicBezTo>
                    <a:pt x="199" y="161"/>
                    <a:pt x="199" y="158"/>
                    <a:pt x="197" y="154"/>
                  </a:cubicBezTo>
                  <a:close/>
                  <a:moveTo>
                    <a:pt x="83" y="79"/>
                  </a:moveTo>
                  <a:cubicBezTo>
                    <a:pt x="84" y="83"/>
                    <a:pt x="84" y="85"/>
                    <a:pt x="85" y="87"/>
                  </a:cubicBezTo>
                  <a:cubicBezTo>
                    <a:pt x="92" y="84"/>
                    <a:pt x="115" y="69"/>
                    <a:pt x="116" y="62"/>
                  </a:cubicBezTo>
                  <a:cubicBezTo>
                    <a:pt x="116" y="62"/>
                    <a:pt x="116" y="62"/>
                    <a:pt x="115" y="62"/>
                  </a:cubicBezTo>
                  <a:cubicBezTo>
                    <a:pt x="111" y="60"/>
                    <a:pt x="105" y="62"/>
                    <a:pt x="101" y="63"/>
                  </a:cubicBezTo>
                  <a:cubicBezTo>
                    <a:pt x="98" y="63"/>
                    <a:pt x="96" y="63"/>
                    <a:pt x="93" y="63"/>
                  </a:cubicBezTo>
                  <a:cubicBezTo>
                    <a:pt x="84" y="65"/>
                    <a:pt x="82" y="70"/>
                    <a:pt x="83" y="79"/>
                  </a:cubicBezTo>
                  <a:close/>
                  <a:moveTo>
                    <a:pt x="32" y="97"/>
                  </a:moveTo>
                  <a:cubicBezTo>
                    <a:pt x="36" y="101"/>
                    <a:pt x="36" y="104"/>
                    <a:pt x="36" y="112"/>
                  </a:cubicBezTo>
                  <a:cubicBezTo>
                    <a:pt x="38" y="113"/>
                    <a:pt x="38" y="113"/>
                    <a:pt x="38" y="114"/>
                  </a:cubicBezTo>
                  <a:cubicBezTo>
                    <a:pt x="41" y="114"/>
                    <a:pt x="44" y="114"/>
                    <a:pt x="46" y="113"/>
                  </a:cubicBezTo>
                  <a:cubicBezTo>
                    <a:pt x="47" y="111"/>
                    <a:pt x="50" y="108"/>
                    <a:pt x="50" y="106"/>
                  </a:cubicBezTo>
                  <a:cubicBezTo>
                    <a:pt x="52" y="100"/>
                    <a:pt x="53" y="86"/>
                    <a:pt x="49" y="83"/>
                  </a:cubicBezTo>
                  <a:cubicBezTo>
                    <a:pt x="49" y="83"/>
                    <a:pt x="49" y="82"/>
                    <a:pt x="48" y="82"/>
                  </a:cubicBezTo>
                  <a:cubicBezTo>
                    <a:pt x="42" y="82"/>
                    <a:pt x="34" y="89"/>
                    <a:pt x="32" y="94"/>
                  </a:cubicBezTo>
                  <a:cubicBezTo>
                    <a:pt x="32" y="95"/>
                    <a:pt x="32" y="96"/>
                    <a:pt x="32" y="97"/>
                  </a:cubicBezTo>
                  <a:close/>
                  <a:moveTo>
                    <a:pt x="3" y="66"/>
                  </a:moveTo>
                  <a:cubicBezTo>
                    <a:pt x="9" y="66"/>
                    <a:pt x="12" y="70"/>
                    <a:pt x="14" y="73"/>
                  </a:cubicBezTo>
                  <a:cubicBezTo>
                    <a:pt x="16" y="73"/>
                    <a:pt x="18" y="73"/>
                    <a:pt x="19" y="73"/>
                  </a:cubicBezTo>
                  <a:cubicBezTo>
                    <a:pt x="22" y="71"/>
                    <a:pt x="24" y="69"/>
                    <a:pt x="26" y="67"/>
                  </a:cubicBezTo>
                  <a:cubicBezTo>
                    <a:pt x="31" y="64"/>
                    <a:pt x="38" y="63"/>
                    <a:pt x="44" y="60"/>
                  </a:cubicBezTo>
                  <a:cubicBezTo>
                    <a:pt x="48" y="57"/>
                    <a:pt x="51" y="59"/>
                    <a:pt x="54" y="55"/>
                  </a:cubicBezTo>
                  <a:cubicBezTo>
                    <a:pt x="57" y="47"/>
                    <a:pt x="51" y="40"/>
                    <a:pt x="54" y="31"/>
                  </a:cubicBezTo>
                  <a:cubicBezTo>
                    <a:pt x="55" y="26"/>
                    <a:pt x="56" y="23"/>
                    <a:pt x="57" y="17"/>
                  </a:cubicBezTo>
                  <a:cubicBezTo>
                    <a:pt x="57" y="17"/>
                    <a:pt x="56" y="5"/>
                    <a:pt x="58" y="7"/>
                  </a:cubicBezTo>
                  <a:cubicBezTo>
                    <a:pt x="58" y="6"/>
                    <a:pt x="58" y="6"/>
                    <a:pt x="59" y="6"/>
                  </a:cubicBezTo>
                  <a:cubicBezTo>
                    <a:pt x="69" y="5"/>
                    <a:pt x="83" y="21"/>
                    <a:pt x="92" y="27"/>
                  </a:cubicBezTo>
                  <a:cubicBezTo>
                    <a:pt x="92" y="35"/>
                    <a:pt x="89" y="43"/>
                    <a:pt x="90" y="51"/>
                  </a:cubicBezTo>
                  <a:cubicBezTo>
                    <a:pt x="100" y="55"/>
                    <a:pt x="115" y="50"/>
                    <a:pt x="126" y="48"/>
                  </a:cubicBezTo>
                  <a:cubicBezTo>
                    <a:pt x="130" y="48"/>
                    <a:pt x="134" y="48"/>
                    <a:pt x="138" y="49"/>
                  </a:cubicBezTo>
                  <a:cubicBezTo>
                    <a:pt x="140" y="50"/>
                    <a:pt x="142" y="53"/>
                    <a:pt x="144" y="53"/>
                  </a:cubicBezTo>
                  <a:cubicBezTo>
                    <a:pt x="144" y="53"/>
                    <a:pt x="144" y="55"/>
                    <a:pt x="144" y="55"/>
                  </a:cubicBezTo>
                  <a:cubicBezTo>
                    <a:pt x="140" y="59"/>
                    <a:pt x="136" y="64"/>
                    <a:pt x="133" y="68"/>
                  </a:cubicBezTo>
                  <a:cubicBezTo>
                    <a:pt x="130" y="71"/>
                    <a:pt x="120" y="76"/>
                    <a:pt x="114" y="79"/>
                  </a:cubicBezTo>
                  <a:cubicBezTo>
                    <a:pt x="110" y="82"/>
                    <a:pt x="104" y="83"/>
                    <a:pt x="104" y="90"/>
                  </a:cubicBezTo>
                  <a:cubicBezTo>
                    <a:pt x="105" y="91"/>
                    <a:pt x="106" y="91"/>
                    <a:pt x="106" y="92"/>
                  </a:cubicBezTo>
                  <a:cubicBezTo>
                    <a:pt x="114" y="95"/>
                    <a:pt x="125" y="91"/>
                    <a:pt x="128" y="99"/>
                  </a:cubicBezTo>
                  <a:cubicBezTo>
                    <a:pt x="129" y="101"/>
                    <a:pt x="130" y="103"/>
                    <a:pt x="129" y="105"/>
                  </a:cubicBezTo>
                  <a:cubicBezTo>
                    <a:pt x="124" y="112"/>
                    <a:pt x="112" y="106"/>
                    <a:pt x="105" y="111"/>
                  </a:cubicBezTo>
                  <a:cubicBezTo>
                    <a:pt x="99" y="115"/>
                    <a:pt x="94" y="120"/>
                    <a:pt x="89" y="124"/>
                  </a:cubicBezTo>
                  <a:cubicBezTo>
                    <a:pt x="84" y="127"/>
                    <a:pt x="79" y="125"/>
                    <a:pt x="76" y="130"/>
                  </a:cubicBezTo>
                  <a:cubicBezTo>
                    <a:pt x="72" y="136"/>
                    <a:pt x="76" y="147"/>
                    <a:pt x="74" y="153"/>
                  </a:cubicBezTo>
                  <a:cubicBezTo>
                    <a:pt x="74" y="155"/>
                    <a:pt x="73" y="156"/>
                    <a:pt x="73" y="157"/>
                  </a:cubicBezTo>
                  <a:cubicBezTo>
                    <a:pt x="64" y="159"/>
                    <a:pt x="66" y="177"/>
                    <a:pt x="59" y="183"/>
                  </a:cubicBezTo>
                  <a:cubicBezTo>
                    <a:pt x="57" y="172"/>
                    <a:pt x="50" y="162"/>
                    <a:pt x="48" y="152"/>
                  </a:cubicBezTo>
                  <a:cubicBezTo>
                    <a:pt x="48" y="147"/>
                    <a:pt x="50" y="142"/>
                    <a:pt x="46" y="139"/>
                  </a:cubicBezTo>
                  <a:cubicBezTo>
                    <a:pt x="44" y="138"/>
                    <a:pt x="40" y="139"/>
                    <a:pt x="38" y="138"/>
                  </a:cubicBezTo>
                  <a:cubicBezTo>
                    <a:pt x="36" y="132"/>
                    <a:pt x="34" y="123"/>
                    <a:pt x="26" y="121"/>
                  </a:cubicBezTo>
                  <a:cubicBezTo>
                    <a:pt x="23" y="120"/>
                    <a:pt x="22" y="122"/>
                    <a:pt x="17" y="122"/>
                  </a:cubicBezTo>
                  <a:cubicBezTo>
                    <a:pt x="16" y="120"/>
                    <a:pt x="15" y="116"/>
                    <a:pt x="14" y="114"/>
                  </a:cubicBezTo>
                  <a:cubicBezTo>
                    <a:pt x="12" y="111"/>
                    <a:pt x="7" y="110"/>
                    <a:pt x="5" y="107"/>
                  </a:cubicBezTo>
                  <a:cubicBezTo>
                    <a:pt x="5" y="107"/>
                    <a:pt x="5" y="107"/>
                    <a:pt x="5" y="107"/>
                  </a:cubicBezTo>
                  <a:cubicBezTo>
                    <a:pt x="3" y="102"/>
                    <a:pt x="5" y="99"/>
                    <a:pt x="4" y="96"/>
                  </a:cubicBezTo>
                  <a:cubicBezTo>
                    <a:pt x="4" y="94"/>
                    <a:pt x="1" y="93"/>
                    <a:pt x="0" y="90"/>
                  </a:cubicBezTo>
                  <a:cubicBezTo>
                    <a:pt x="4" y="85"/>
                    <a:pt x="3" y="76"/>
                    <a:pt x="3" y="6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9" name="Freeform 37"/>
            <p:cNvSpPr>
              <a:spLocks noEditPoints="1"/>
            </p:cNvSpPr>
            <p:nvPr/>
          </p:nvSpPr>
          <p:spPr bwMode="auto">
            <a:xfrm>
              <a:off x="8797988" y="4643741"/>
              <a:ext cx="334963" cy="325438"/>
            </a:xfrm>
            <a:custGeom>
              <a:avLst/>
              <a:gdLst>
                <a:gd name="T0" fmla="*/ 218 w 225"/>
                <a:gd name="T1" fmla="*/ 76 h 216"/>
                <a:gd name="T2" fmla="*/ 170 w 225"/>
                <a:gd name="T3" fmla="*/ 32 h 216"/>
                <a:gd name="T4" fmla="*/ 113 w 225"/>
                <a:gd name="T5" fmla="*/ 0 h 216"/>
                <a:gd name="T6" fmla="*/ 56 w 225"/>
                <a:gd name="T7" fmla="*/ 32 h 216"/>
                <a:gd name="T8" fmla="*/ 8 w 225"/>
                <a:gd name="T9" fmla="*/ 76 h 216"/>
                <a:gd name="T10" fmla="*/ 21 w 225"/>
                <a:gd name="T11" fmla="*/ 140 h 216"/>
                <a:gd name="T12" fmla="*/ 48 w 225"/>
                <a:gd name="T13" fmla="*/ 200 h 216"/>
                <a:gd name="T14" fmla="*/ 112 w 225"/>
                <a:gd name="T15" fmla="*/ 207 h 216"/>
                <a:gd name="T16" fmla="*/ 177 w 225"/>
                <a:gd name="T17" fmla="*/ 200 h 216"/>
                <a:gd name="T18" fmla="*/ 204 w 225"/>
                <a:gd name="T19" fmla="*/ 140 h 216"/>
                <a:gd name="T20" fmla="*/ 218 w 225"/>
                <a:gd name="T21" fmla="*/ 76 h 216"/>
                <a:gd name="T22" fmla="*/ 113 w 225"/>
                <a:gd name="T23" fmla="*/ 201 h 216"/>
                <a:gd name="T24" fmla="*/ 22 w 225"/>
                <a:gd name="T25" fmla="*/ 110 h 216"/>
                <a:gd name="T26" fmla="*/ 113 w 225"/>
                <a:gd name="T27" fmla="*/ 20 h 216"/>
                <a:gd name="T28" fmla="*/ 204 w 225"/>
                <a:gd name="T29" fmla="*/ 111 h 216"/>
                <a:gd name="T30" fmla="*/ 113 w 225"/>
                <a:gd name="T31" fmla="*/ 201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5" h="216">
                  <a:moveTo>
                    <a:pt x="218" y="76"/>
                  </a:moveTo>
                  <a:cubicBezTo>
                    <a:pt x="210" y="53"/>
                    <a:pt x="191" y="37"/>
                    <a:pt x="170" y="32"/>
                  </a:cubicBezTo>
                  <a:cubicBezTo>
                    <a:pt x="158" y="13"/>
                    <a:pt x="137" y="0"/>
                    <a:pt x="113" y="0"/>
                  </a:cubicBezTo>
                  <a:cubicBezTo>
                    <a:pt x="89" y="0"/>
                    <a:pt x="68" y="13"/>
                    <a:pt x="56" y="32"/>
                  </a:cubicBezTo>
                  <a:cubicBezTo>
                    <a:pt x="34" y="37"/>
                    <a:pt x="15" y="53"/>
                    <a:pt x="8" y="76"/>
                  </a:cubicBezTo>
                  <a:cubicBezTo>
                    <a:pt x="0" y="99"/>
                    <a:pt x="6" y="123"/>
                    <a:pt x="21" y="140"/>
                  </a:cubicBezTo>
                  <a:cubicBezTo>
                    <a:pt x="18" y="163"/>
                    <a:pt x="28" y="185"/>
                    <a:pt x="48" y="200"/>
                  </a:cubicBezTo>
                  <a:cubicBezTo>
                    <a:pt x="67" y="214"/>
                    <a:pt x="92" y="216"/>
                    <a:pt x="112" y="207"/>
                  </a:cubicBezTo>
                  <a:cubicBezTo>
                    <a:pt x="133" y="216"/>
                    <a:pt x="158" y="214"/>
                    <a:pt x="177" y="200"/>
                  </a:cubicBezTo>
                  <a:cubicBezTo>
                    <a:pt x="197" y="186"/>
                    <a:pt x="206" y="163"/>
                    <a:pt x="204" y="140"/>
                  </a:cubicBezTo>
                  <a:cubicBezTo>
                    <a:pt x="220" y="123"/>
                    <a:pt x="225" y="99"/>
                    <a:pt x="218" y="76"/>
                  </a:cubicBezTo>
                  <a:close/>
                  <a:moveTo>
                    <a:pt x="113" y="201"/>
                  </a:moveTo>
                  <a:cubicBezTo>
                    <a:pt x="63" y="201"/>
                    <a:pt x="22" y="160"/>
                    <a:pt x="22" y="110"/>
                  </a:cubicBezTo>
                  <a:cubicBezTo>
                    <a:pt x="22" y="60"/>
                    <a:pt x="62" y="20"/>
                    <a:pt x="113" y="20"/>
                  </a:cubicBezTo>
                  <a:cubicBezTo>
                    <a:pt x="163" y="20"/>
                    <a:pt x="204" y="61"/>
                    <a:pt x="204" y="111"/>
                  </a:cubicBezTo>
                  <a:cubicBezTo>
                    <a:pt x="204" y="161"/>
                    <a:pt x="163" y="201"/>
                    <a:pt x="113" y="20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0" name="Freeform 38"/>
            <p:cNvSpPr>
              <a:spLocks noEditPoints="1"/>
            </p:cNvSpPr>
            <p:nvPr/>
          </p:nvSpPr>
          <p:spPr bwMode="auto">
            <a:xfrm>
              <a:off x="8872600" y="4775504"/>
              <a:ext cx="84138" cy="26988"/>
            </a:xfrm>
            <a:custGeom>
              <a:avLst/>
              <a:gdLst>
                <a:gd name="T0" fmla="*/ 4 w 56"/>
                <a:gd name="T1" fmla="*/ 17 h 18"/>
                <a:gd name="T2" fmla="*/ 0 w 56"/>
                <a:gd name="T3" fmla="*/ 7 h 18"/>
                <a:gd name="T4" fmla="*/ 3 w 56"/>
                <a:gd name="T5" fmla="*/ 2 h 18"/>
                <a:gd name="T6" fmla="*/ 8 w 56"/>
                <a:gd name="T7" fmla="*/ 0 h 18"/>
                <a:gd name="T8" fmla="*/ 15 w 56"/>
                <a:gd name="T9" fmla="*/ 13 h 18"/>
                <a:gd name="T10" fmla="*/ 19 w 56"/>
                <a:gd name="T11" fmla="*/ 14 h 18"/>
                <a:gd name="T12" fmla="*/ 22 w 56"/>
                <a:gd name="T13" fmla="*/ 14 h 18"/>
                <a:gd name="T14" fmla="*/ 20 w 56"/>
                <a:gd name="T15" fmla="*/ 12 h 18"/>
                <a:gd name="T16" fmla="*/ 14 w 56"/>
                <a:gd name="T17" fmla="*/ 6 h 18"/>
                <a:gd name="T18" fmla="*/ 20 w 56"/>
                <a:gd name="T19" fmla="*/ 0 h 18"/>
                <a:gd name="T20" fmla="*/ 26 w 56"/>
                <a:gd name="T21" fmla="*/ 8 h 18"/>
                <a:gd name="T22" fmla="*/ 19 w 56"/>
                <a:gd name="T23" fmla="*/ 18 h 18"/>
                <a:gd name="T24" fmla="*/ 15 w 56"/>
                <a:gd name="T25" fmla="*/ 13 h 18"/>
                <a:gd name="T26" fmla="*/ 22 w 56"/>
                <a:gd name="T27" fmla="*/ 3 h 18"/>
                <a:gd name="T28" fmla="*/ 18 w 56"/>
                <a:gd name="T29" fmla="*/ 3 h 18"/>
                <a:gd name="T30" fmla="*/ 18 w 56"/>
                <a:gd name="T31" fmla="*/ 8 h 18"/>
                <a:gd name="T32" fmla="*/ 22 w 56"/>
                <a:gd name="T33" fmla="*/ 8 h 18"/>
                <a:gd name="T34" fmla="*/ 30 w 56"/>
                <a:gd name="T35" fmla="*/ 13 h 18"/>
                <a:gd name="T36" fmla="*/ 34 w 56"/>
                <a:gd name="T37" fmla="*/ 14 h 18"/>
                <a:gd name="T38" fmla="*/ 38 w 56"/>
                <a:gd name="T39" fmla="*/ 14 h 18"/>
                <a:gd name="T40" fmla="*/ 38 w 56"/>
                <a:gd name="T41" fmla="*/ 9 h 18"/>
                <a:gd name="T42" fmla="*/ 33 w 56"/>
                <a:gd name="T43" fmla="*/ 10 h 18"/>
                <a:gd name="T44" fmla="*/ 32 w 56"/>
                <a:gd name="T45" fmla="*/ 0 h 18"/>
                <a:gd name="T46" fmla="*/ 41 w 56"/>
                <a:gd name="T47" fmla="*/ 3 h 18"/>
                <a:gd name="T48" fmla="*/ 34 w 56"/>
                <a:gd name="T49" fmla="*/ 6 h 18"/>
                <a:gd name="T50" fmla="*/ 41 w 56"/>
                <a:gd name="T51" fmla="*/ 8 h 18"/>
                <a:gd name="T52" fmla="*/ 41 w 56"/>
                <a:gd name="T53" fmla="*/ 16 h 18"/>
                <a:gd name="T54" fmla="*/ 32 w 56"/>
                <a:gd name="T55" fmla="*/ 17 h 18"/>
                <a:gd name="T56" fmla="*/ 48 w 56"/>
                <a:gd name="T57" fmla="*/ 8 h 18"/>
                <a:gd name="T58" fmla="*/ 45 w 56"/>
                <a:gd name="T59" fmla="*/ 4 h 18"/>
                <a:gd name="T60" fmla="*/ 50 w 56"/>
                <a:gd name="T61" fmla="*/ 0 h 18"/>
                <a:gd name="T62" fmla="*/ 56 w 56"/>
                <a:gd name="T63" fmla="*/ 4 h 18"/>
                <a:gd name="T64" fmla="*/ 53 w 56"/>
                <a:gd name="T65" fmla="*/ 8 h 18"/>
                <a:gd name="T66" fmla="*/ 56 w 56"/>
                <a:gd name="T67" fmla="*/ 12 h 18"/>
                <a:gd name="T68" fmla="*/ 50 w 56"/>
                <a:gd name="T69" fmla="*/ 18 h 18"/>
                <a:gd name="T70" fmla="*/ 44 w 56"/>
                <a:gd name="T71" fmla="*/ 13 h 18"/>
                <a:gd name="T72" fmla="*/ 48 w 56"/>
                <a:gd name="T73" fmla="*/ 8 h 18"/>
                <a:gd name="T74" fmla="*/ 49 w 56"/>
                <a:gd name="T75" fmla="*/ 6 h 18"/>
                <a:gd name="T76" fmla="*/ 52 w 56"/>
                <a:gd name="T77" fmla="*/ 6 h 18"/>
                <a:gd name="T78" fmla="*/ 52 w 56"/>
                <a:gd name="T79" fmla="*/ 3 h 18"/>
                <a:gd name="T80" fmla="*/ 49 w 56"/>
                <a:gd name="T81" fmla="*/ 3 h 18"/>
                <a:gd name="T82" fmla="*/ 48 w 56"/>
                <a:gd name="T83" fmla="*/ 12 h 18"/>
                <a:gd name="T84" fmla="*/ 51 w 56"/>
                <a:gd name="T85" fmla="*/ 15 h 18"/>
                <a:gd name="T86" fmla="*/ 54 w 56"/>
                <a:gd name="T87" fmla="*/ 12 h 18"/>
                <a:gd name="T88" fmla="*/ 51 w 56"/>
                <a:gd name="T89" fmla="*/ 9 h 18"/>
                <a:gd name="T90" fmla="*/ 48 w 56"/>
                <a:gd name="T91" fmla="*/ 12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6" h="18">
                  <a:moveTo>
                    <a:pt x="8" y="17"/>
                  </a:moveTo>
                  <a:cubicBezTo>
                    <a:pt x="4" y="17"/>
                    <a:pt x="4" y="17"/>
                    <a:pt x="4" y="17"/>
                  </a:cubicBezTo>
                  <a:cubicBezTo>
                    <a:pt x="4" y="4"/>
                    <a:pt x="4" y="4"/>
                    <a:pt x="4" y="4"/>
                  </a:cubicBezTo>
                  <a:cubicBezTo>
                    <a:pt x="3" y="6"/>
                    <a:pt x="2" y="6"/>
                    <a:pt x="0" y="7"/>
                  </a:cubicBezTo>
                  <a:cubicBezTo>
                    <a:pt x="0" y="4"/>
                    <a:pt x="0" y="4"/>
                    <a:pt x="0" y="4"/>
                  </a:cubicBezTo>
                  <a:cubicBezTo>
                    <a:pt x="1" y="4"/>
                    <a:pt x="2" y="3"/>
                    <a:pt x="3" y="2"/>
                  </a:cubicBezTo>
                  <a:cubicBezTo>
                    <a:pt x="4" y="2"/>
                    <a:pt x="4" y="1"/>
                    <a:pt x="5" y="0"/>
                  </a:cubicBezTo>
                  <a:cubicBezTo>
                    <a:pt x="8" y="0"/>
                    <a:pt x="8" y="0"/>
                    <a:pt x="8" y="0"/>
                  </a:cubicBezTo>
                  <a:cubicBezTo>
                    <a:pt x="8" y="17"/>
                    <a:pt x="8" y="17"/>
                    <a:pt x="8" y="17"/>
                  </a:cubicBezTo>
                  <a:close/>
                  <a:moveTo>
                    <a:pt x="15" y="13"/>
                  </a:moveTo>
                  <a:cubicBezTo>
                    <a:pt x="18" y="13"/>
                    <a:pt x="18" y="13"/>
                    <a:pt x="18" y="13"/>
                  </a:cubicBezTo>
                  <a:cubicBezTo>
                    <a:pt x="18" y="14"/>
                    <a:pt x="18" y="14"/>
                    <a:pt x="19" y="14"/>
                  </a:cubicBezTo>
                  <a:cubicBezTo>
                    <a:pt x="19" y="15"/>
                    <a:pt x="20" y="15"/>
                    <a:pt x="20" y="15"/>
                  </a:cubicBezTo>
                  <a:cubicBezTo>
                    <a:pt x="21" y="15"/>
                    <a:pt x="21" y="14"/>
                    <a:pt x="22" y="14"/>
                  </a:cubicBezTo>
                  <a:cubicBezTo>
                    <a:pt x="22" y="13"/>
                    <a:pt x="23" y="12"/>
                    <a:pt x="23" y="10"/>
                  </a:cubicBezTo>
                  <a:cubicBezTo>
                    <a:pt x="22" y="11"/>
                    <a:pt x="21" y="12"/>
                    <a:pt x="20" y="12"/>
                  </a:cubicBezTo>
                  <a:cubicBezTo>
                    <a:pt x="18" y="12"/>
                    <a:pt x="17" y="11"/>
                    <a:pt x="16" y="10"/>
                  </a:cubicBezTo>
                  <a:cubicBezTo>
                    <a:pt x="15" y="9"/>
                    <a:pt x="14" y="8"/>
                    <a:pt x="14" y="6"/>
                  </a:cubicBezTo>
                  <a:cubicBezTo>
                    <a:pt x="14" y="4"/>
                    <a:pt x="15" y="2"/>
                    <a:pt x="16" y="1"/>
                  </a:cubicBezTo>
                  <a:cubicBezTo>
                    <a:pt x="17" y="0"/>
                    <a:pt x="18" y="0"/>
                    <a:pt x="20" y="0"/>
                  </a:cubicBezTo>
                  <a:cubicBezTo>
                    <a:pt x="22" y="0"/>
                    <a:pt x="23" y="0"/>
                    <a:pt x="24" y="2"/>
                  </a:cubicBezTo>
                  <a:cubicBezTo>
                    <a:pt x="26" y="3"/>
                    <a:pt x="26" y="5"/>
                    <a:pt x="26" y="8"/>
                  </a:cubicBezTo>
                  <a:cubicBezTo>
                    <a:pt x="26" y="12"/>
                    <a:pt x="25" y="14"/>
                    <a:pt x="24" y="16"/>
                  </a:cubicBezTo>
                  <a:cubicBezTo>
                    <a:pt x="23" y="17"/>
                    <a:pt x="21" y="18"/>
                    <a:pt x="19" y="18"/>
                  </a:cubicBezTo>
                  <a:cubicBezTo>
                    <a:pt x="18" y="18"/>
                    <a:pt x="17" y="17"/>
                    <a:pt x="16" y="16"/>
                  </a:cubicBezTo>
                  <a:cubicBezTo>
                    <a:pt x="16" y="16"/>
                    <a:pt x="15" y="15"/>
                    <a:pt x="15" y="13"/>
                  </a:cubicBezTo>
                  <a:close/>
                  <a:moveTo>
                    <a:pt x="22" y="6"/>
                  </a:moveTo>
                  <a:cubicBezTo>
                    <a:pt x="22" y="4"/>
                    <a:pt x="22" y="4"/>
                    <a:pt x="22" y="3"/>
                  </a:cubicBezTo>
                  <a:cubicBezTo>
                    <a:pt x="21" y="2"/>
                    <a:pt x="21" y="2"/>
                    <a:pt x="20" y="2"/>
                  </a:cubicBezTo>
                  <a:cubicBezTo>
                    <a:pt x="19" y="2"/>
                    <a:pt x="19" y="3"/>
                    <a:pt x="18" y="3"/>
                  </a:cubicBezTo>
                  <a:cubicBezTo>
                    <a:pt x="18" y="4"/>
                    <a:pt x="18" y="4"/>
                    <a:pt x="18" y="6"/>
                  </a:cubicBezTo>
                  <a:cubicBezTo>
                    <a:pt x="18" y="7"/>
                    <a:pt x="18" y="8"/>
                    <a:pt x="18" y="8"/>
                  </a:cubicBezTo>
                  <a:cubicBezTo>
                    <a:pt x="19" y="8"/>
                    <a:pt x="20" y="9"/>
                    <a:pt x="20" y="9"/>
                  </a:cubicBezTo>
                  <a:cubicBezTo>
                    <a:pt x="21" y="9"/>
                    <a:pt x="21" y="8"/>
                    <a:pt x="22" y="8"/>
                  </a:cubicBezTo>
                  <a:cubicBezTo>
                    <a:pt x="22" y="8"/>
                    <a:pt x="22" y="7"/>
                    <a:pt x="22" y="6"/>
                  </a:cubicBezTo>
                  <a:close/>
                  <a:moveTo>
                    <a:pt x="30" y="13"/>
                  </a:moveTo>
                  <a:cubicBezTo>
                    <a:pt x="34" y="12"/>
                    <a:pt x="34" y="12"/>
                    <a:pt x="34" y="12"/>
                  </a:cubicBezTo>
                  <a:cubicBezTo>
                    <a:pt x="34" y="13"/>
                    <a:pt x="34" y="14"/>
                    <a:pt x="34" y="14"/>
                  </a:cubicBezTo>
                  <a:cubicBezTo>
                    <a:pt x="35" y="15"/>
                    <a:pt x="36" y="15"/>
                    <a:pt x="36" y="15"/>
                  </a:cubicBezTo>
                  <a:cubicBezTo>
                    <a:pt x="37" y="15"/>
                    <a:pt x="37" y="15"/>
                    <a:pt x="38" y="14"/>
                  </a:cubicBezTo>
                  <a:cubicBezTo>
                    <a:pt x="38" y="14"/>
                    <a:pt x="39" y="13"/>
                    <a:pt x="39" y="12"/>
                  </a:cubicBezTo>
                  <a:cubicBezTo>
                    <a:pt x="39" y="10"/>
                    <a:pt x="38" y="10"/>
                    <a:pt x="38" y="9"/>
                  </a:cubicBezTo>
                  <a:cubicBezTo>
                    <a:pt x="38" y="9"/>
                    <a:pt x="37" y="8"/>
                    <a:pt x="36" y="8"/>
                  </a:cubicBezTo>
                  <a:cubicBezTo>
                    <a:pt x="35" y="8"/>
                    <a:pt x="34" y="9"/>
                    <a:pt x="33" y="10"/>
                  </a:cubicBezTo>
                  <a:cubicBezTo>
                    <a:pt x="30" y="9"/>
                    <a:pt x="30" y="9"/>
                    <a:pt x="30" y="9"/>
                  </a:cubicBezTo>
                  <a:cubicBezTo>
                    <a:pt x="32" y="0"/>
                    <a:pt x="32" y="0"/>
                    <a:pt x="32" y="0"/>
                  </a:cubicBezTo>
                  <a:cubicBezTo>
                    <a:pt x="41" y="0"/>
                    <a:pt x="41" y="0"/>
                    <a:pt x="41" y="0"/>
                  </a:cubicBezTo>
                  <a:cubicBezTo>
                    <a:pt x="41" y="3"/>
                    <a:pt x="41" y="3"/>
                    <a:pt x="41" y="3"/>
                  </a:cubicBezTo>
                  <a:cubicBezTo>
                    <a:pt x="35" y="3"/>
                    <a:pt x="35" y="3"/>
                    <a:pt x="35" y="3"/>
                  </a:cubicBezTo>
                  <a:cubicBezTo>
                    <a:pt x="34" y="6"/>
                    <a:pt x="34" y="6"/>
                    <a:pt x="34" y="6"/>
                  </a:cubicBezTo>
                  <a:cubicBezTo>
                    <a:pt x="35" y="6"/>
                    <a:pt x="36" y="6"/>
                    <a:pt x="37" y="6"/>
                  </a:cubicBezTo>
                  <a:cubicBezTo>
                    <a:pt x="38" y="6"/>
                    <a:pt x="40" y="6"/>
                    <a:pt x="41" y="8"/>
                  </a:cubicBezTo>
                  <a:cubicBezTo>
                    <a:pt x="42" y="9"/>
                    <a:pt x="42" y="10"/>
                    <a:pt x="42" y="12"/>
                  </a:cubicBezTo>
                  <a:cubicBezTo>
                    <a:pt x="42" y="14"/>
                    <a:pt x="42" y="15"/>
                    <a:pt x="41" y="16"/>
                  </a:cubicBezTo>
                  <a:cubicBezTo>
                    <a:pt x="40" y="18"/>
                    <a:pt x="38" y="18"/>
                    <a:pt x="36" y="18"/>
                  </a:cubicBezTo>
                  <a:cubicBezTo>
                    <a:pt x="35" y="18"/>
                    <a:pt x="33" y="18"/>
                    <a:pt x="32" y="17"/>
                  </a:cubicBezTo>
                  <a:cubicBezTo>
                    <a:pt x="31" y="16"/>
                    <a:pt x="30" y="14"/>
                    <a:pt x="30" y="13"/>
                  </a:cubicBezTo>
                  <a:close/>
                  <a:moveTo>
                    <a:pt x="48" y="8"/>
                  </a:moveTo>
                  <a:cubicBezTo>
                    <a:pt x="47" y="7"/>
                    <a:pt x="46" y="7"/>
                    <a:pt x="46" y="6"/>
                  </a:cubicBezTo>
                  <a:cubicBezTo>
                    <a:pt x="46" y="5"/>
                    <a:pt x="45" y="5"/>
                    <a:pt x="45" y="4"/>
                  </a:cubicBezTo>
                  <a:cubicBezTo>
                    <a:pt x="45" y="3"/>
                    <a:pt x="46" y="2"/>
                    <a:pt x="46" y="1"/>
                  </a:cubicBezTo>
                  <a:cubicBezTo>
                    <a:pt x="47" y="0"/>
                    <a:pt x="49" y="0"/>
                    <a:pt x="50" y="0"/>
                  </a:cubicBezTo>
                  <a:cubicBezTo>
                    <a:pt x="52" y="0"/>
                    <a:pt x="54" y="0"/>
                    <a:pt x="54" y="1"/>
                  </a:cubicBezTo>
                  <a:cubicBezTo>
                    <a:pt x="55" y="2"/>
                    <a:pt x="56" y="3"/>
                    <a:pt x="56" y="4"/>
                  </a:cubicBezTo>
                  <a:cubicBezTo>
                    <a:pt x="56" y="5"/>
                    <a:pt x="56" y="6"/>
                    <a:pt x="55" y="6"/>
                  </a:cubicBezTo>
                  <a:cubicBezTo>
                    <a:pt x="55" y="7"/>
                    <a:pt x="54" y="8"/>
                    <a:pt x="53" y="8"/>
                  </a:cubicBezTo>
                  <a:cubicBezTo>
                    <a:pt x="54" y="8"/>
                    <a:pt x="55" y="9"/>
                    <a:pt x="56" y="10"/>
                  </a:cubicBezTo>
                  <a:cubicBezTo>
                    <a:pt x="56" y="10"/>
                    <a:pt x="56" y="11"/>
                    <a:pt x="56" y="12"/>
                  </a:cubicBezTo>
                  <a:cubicBezTo>
                    <a:pt x="56" y="14"/>
                    <a:pt x="56" y="15"/>
                    <a:pt x="55" y="16"/>
                  </a:cubicBezTo>
                  <a:cubicBezTo>
                    <a:pt x="54" y="18"/>
                    <a:pt x="52" y="18"/>
                    <a:pt x="50" y="18"/>
                  </a:cubicBezTo>
                  <a:cubicBezTo>
                    <a:pt x="49" y="18"/>
                    <a:pt x="48" y="18"/>
                    <a:pt x="46" y="17"/>
                  </a:cubicBezTo>
                  <a:cubicBezTo>
                    <a:pt x="45" y="16"/>
                    <a:pt x="44" y="14"/>
                    <a:pt x="44" y="13"/>
                  </a:cubicBezTo>
                  <a:cubicBezTo>
                    <a:pt x="44" y="12"/>
                    <a:pt x="45" y="11"/>
                    <a:pt x="45" y="10"/>
                  </a:cubicBezTo>
                  <a:cubicBezTo>
                    <a:pt x="46" y="9"/>
                    <a:pt x="47" y="8"/>
                    <a:pt x="48" y="8"/>
                  </a:cubicBezTo>
                  <a:close/>
                  <a:moveTo>
                    <a:pt x="49" y="4"/>
                  </a:moveTo>
                  <a:cubicBezTo>
                    <a:pt x="49" y="5"/>
                    <a:pt x="49" y="6"/>
                    <a:pt x="49" y="6"/>
                  </a:cubicBezTo>
                  <a:cubicBezTo>
                    <a:pt x="50" y="6"/>
                    <a:pt x="50" y="6"/>
                    <a:pt x="51" y="6"/>
                  </a:cubicBezTo>
                  <a:cubicBezTo>
                    <a:pt x="52" y="6"/>
                    <a:pt x="52" y="6"/>
                    <a:pt x="52" y="6"/>
                  </a:cubicBezTo>
                  <a:cubicBezTo>
                    <a:pt x="53" y="6"/>
                    <a:pt x="53" y="5"/>
                    <a:pt x="53" y="4"/>
                  </a:cubicBezTo>
                  <a:cubicBezTo>
                    <a:pt x="53" y="4"/>
                    <a:pt x="53" y="3"/>
                    <a:pt x="52" y="3"/>
                  </a:cubicBezTo>
                  <a:cubicBezTo>
                    <a:pt x="52" y="2"/>
                    <a:pt x="52" y="2"/>
                    <a:pt x="51" y="2"/>
                  </a:cubicBezTo>
                  <a:cubicBezTo>
                    <a:pt x="50" y="2"/>
                    <a:pt x="50" y="2"/>
                    <a:pt x="49" y="3"/>
                  </a:cubicBezTo>
                  <a:cubicBezTo>
                    <a:pt x="49" y="3"/>
                    <a:pt x="49" y="4"/>
                    <a:pt x="49" y="4"/>
                  </a:cubicBezTo>
                  <a:close/>
                  <a:moveTo>
                    <a:pt x="48" y="12"/>
                  </a:moveTo>
                  <a:cubicBezTo>
                    <a:pt x="48" y="13"/>
                    <a:pt x="49" y="14"/>
                    <a:pt x="49" y="14"/>
                  </a:cubicBezTo>
                  <a:cubicBezTo>
                    <a:pt x="50" y="15"/>
                    <a:pt x="50" y="15"/>
                    <a:pt x="51" y="15"/>
                  </a:cubicBezTo>
                  <a:cubicBezTo>
                    <a:pt x="52" y="15"/>
                    <a:pt x="52" y="15"/>
                    <a:pt x="53" y="14"/>
                  </a:cubicBezTo>
                  <a:cubicBezTo>
                    <a:pt x="53" y="14"/>
                    <a:pt x="54" y="13"/>
                    <a:pt x="54" y="12"/>
                  </a:cubicBezTo>
                  <a:cubicBezTo>
                    <a:pt x="54" y="11"/>
                    <a:pt x="53" y="10"/>
                    <a:pt x="53" y="10"/>
                  </a:cubicBezTo>
                  <a:cubicBezTo>
                    <a:pt x="52" y="10"/>
                    <a:pt x="52" y="9"/>
                    <a:pt x="51" y="9"/>
                  </a:cubicBezTo>
                  <a:cubicBezTo>
                    <a:pt x="50" y="9"/>
                    <a:pt x="50" y="10"/>
                    <a:pt x="49" y="10"/>
                  </a:cubicBezTo>
                  <a:cubicBezTo>
                    <a:pt x="49" y="11"/>
                    <a:pt x="48" y="11"/>
                    <a:pt x="48"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1" name="Freeform 39"/>
            <p:cNvSpPr>
              <a:spLocks noEditPoints="1"/>
            </p:cNvSpPr>
            <p:nvPr/>
          </p:nvSpPr>
          <p:spPr bwMode="auto">
            <a:xfrm>
              <a:off x="8729725" y="4570716"/>
              <a:ext cx="474663" cy="477838"/>
            </a:xfrm>
            <a:custGeom>
              <a:avLst/>
              <a:gdLst>
                <a:gd name="T0" fmla="*/ 159 w 318"/>
                <a:gd name="T1" fmla="*/ 0 h 318"/>
                <a:gd name="T2" fmla="*/ 0 w 318"/>
                <a:gd name="T3" fmla="*/ 159 h 318"/>
                <a:gd name="T4" fmla="*/ 159 w 318"/>
                <a:gd name="T5" fmla="*/ 318 h 318"/>
                <a:gd name="T6" fmla="*/ 318 w 318"/>
                <a:gd name="T7" fmla="*/ 159 h 318"/>
                <a:gd name="T8" fmla="*/ 159 w 318"/>
                <a:gd name="T9" fmla="*/ 0 h 318"/>
                <a:gd name="T10" fmla="*/ 159 w 318"/>
                <a:gd name="T11" fmla="*/ 312 h 318"/>
                <a:gd name="T12" fmla="*/ 6 w 318"/>
                <a:gd name="T13" fmla="*/ 159 h 318"/>
                <a:gd name="T14" fmla="*/ 159 w 318"/>
                <a:gd name="T15" fmla="*/ 6 h 318"/>
                <a:gd name="T16" fmla="*/ 312 w 318"/>
                <a:gd name="T17" fmla="*/ 160 h 318"/>
                <a:gd name="T18" fmla="*/ 159 w 318"/>
                <a:gd name="T19" fmla="*/ 31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18" h="318">
                  <a:moveTo>
                    <a:pt x="159" y="0"/>
                  </a:moveTo>
                  <a:cubicBezTo>
                    <a:pt x="71" y="0"/>
                    <a:pt x="0" y="72"/>
                    <a:pt x="0" y="159"/>
                  </a:cubicBezTo>
                  <a:cubicBezTo>
                    <a:pt x="0" y="247"/>
                    <a:pt x="71" y="318"/>
                    <a:pt x="159" y="318"/>
                  </a:cubicBezTo>
                  <a:cubicBezTo>
                    <a:pt x="246" y="318"/>
                    <a:pt x="318" y="247"/>
                    <a:pt x="318" y="159"/>
                  </a:cubicBezTo>
                  <a:cubicBezTo>
                    <a:pt x="317" y="72"/>
                    <a:pt x="246" y="0"/>
                    <a:pt x="159" y="0"/>
                  </a:cubicBezTo>
                  <a:close/>
                  <a:moveTo>
                    <a:pt x="159" y="312"/>
                  </a:moveTo>
                  <a:cubicBezTo>
                    <a:pt x="74" y="312"/>
                    <a:pt x="6" y="244"/>
                    <a:pt x="6" y="159"/>
                  </a:cubicBezTo>
                  <a:cubicBezTo>
                    <a:pt x="6" y="75"/>
                    <a:pt x="74" y="6"/>
                    <a:pt x="159" y="6"/>
                  </a:cubicBezTo>
                  <a:cubicBezTo>
                    <a:pt x="243" y="6"/>
                    <a:pt x="312" y="75"/>
                    <a:pt x="312" y="160"/>
                  </a:cubicBezTo>
                  <a:cubicBezTo>
                    <a:pt x="312" y="244"/>
                    <a:pt x="243" y="312"/>
                    <a:pt x="159" y="3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2" name="Freeform 40"/>
            <p:cNvSpPr>
              <a:spLocks noEditPoints="1"/>
            </p:cNvSpPr>
            <p:nvPr/>
          </p:nvSpPr>
          <p:spPr bwMode="auto">
            <a:xfrm>
              <a:off x="8763063" y="4810429"/>
              <a:ext cx="407988" cy="204788"/>
            </a:xfrm>
            <a:custGeom>
              <a:avLst/>
              <a:gdLst>
                <a:gd name="T0" fmla="*/ 258 w 274"/>
                <a:gd name="T1" fmla="*/ 63 h 137"/>
                <a:gd name="T2" fmla="*/ 1 w 274"/>
                <a:gd name="T3" fmla="*/ 12 h 137"/>
                <a:gd name="T4" fmla="*/ 14 w 274"/>
                <a:gd name="T5" fmla="*/ 9 h 137"/>
                <a:gd name="T6" fmla="*/ 1 w 274"/>
                <a:gd name="T7" fmla="*/ 17 h 137"/>
                <a:gd name="T8" fmla="*/ 16 w 274"/>
                <a:gd name="T9" fmla="*/ 29 h 137"/>
                <a:gd name="T10" fmla="*/ 11 w 274"/>
                <a:gd name="T11" fmla="*/ 27 h 137"/>
                <a:gd name="T12" fmla="*/ 14 w 274"/>
                <a:gd name="T13" fmla="*/ 36 h 137"/>
                <a:gd name="T14" fmla="*/ 18 w 274"/>
                <a:gd name="T15" fmla="*/ 47 h 137"/>
                <a:gd name="T16" fmla="*/ 21 w 274"/>
                <a:gd name="T17" fmla="*/ 57 h 137"/>
                <a:gd name="T18" fmla="*/ 21 w 274"/>
                <a:gd name="T19" fmla="*/ 55 h 137"/>
                <a:gd name="T20" fmla="*/ 19 w 274"/>
                <a:gd name="T21" fmla="*/ 66 h 137"/>
                <a:gd name="T22" fmla="*/ 22 w 274"/>
                <a:gd name="T23" fmla="*/ 62 h 137"/>
                <a:gd name="T24" fmla="*/ 22 w 274"/>
                <a:gd name="T25" fmla="*/ 71 h 137"/>
                <a:gd name="T26" fmla="*/ 30 w 274"/>
                <a:gd name="T27" fmla="*/ 71 h 137"/>
                <a:gd name="T28" fmla="*/ 30 w 274"/>
                <a:gd name="T29" fmla="*/ 86 h 137"/>
                <a:gd name="T30" fmla="*/ 36 w 274"/>
                <a:gd name="T31" fmla="*/ 79 h 137"/>
                <a:gd name="T32" fmla="*/ 47 w 274"/>
                <a:gd name="T33" fmla="*/ 90 h 137"/>
                <a:gd name="T34" fmla="*/ 58 w 274"/>
                <a:gd name="T35" fmla="*/ 96 h 137"/>
                <a:gd name="T36" fmla="*/ 51 w 274"/>
                <a:gd name="T37" fmla="*/ 95 h 137"/>
                <a:gd name="T38" fmla="*/ 58 w 274"/>
                <a:gd name="T39" fmla="*/ 105 h 137"/>
                <a:gd name="T40" fmla="*/ 67 w 274"/>
                <a:gd name="T41" fmla="*/ 106 h 137"/>
                <a:gd name="T42" fmla="*/ 76 w 274"/>
                <a:gd name="T43" fmla="*/ 112 h 137"/>
                <a:gd name="T44" fmla="*/ 82 w 274"/>
                <a:gd name="T45" fmla="*/ 111 h 137"/>
                <a:gd name="T46" fmla="*/ 78 w 274"/>
                <a:gd name="T47" fmla="*/ 113 h 137"/>
                <a:gd name="T48" fmla="*/ 83 w 274"/>
                <a:gd name="T49" fmla="*/ 123 h 137"/>
                <a:gd name="T50" fmla="*/ 97 w 274"/>
                <a:gd name="T51" fmla="*/ 121 h 137"/>
                <a:gd name="T52" fmla="*/ 100 w 274"/>
                <a:gd name="T53" fmla="*/ 125 h 137"/>
                <a:gd name="T54" fmla="*/ 108 w 274"/>
                <a:gd name="T55" fmla="*/ 126 h 137"/>
                <a:gd name="T56" fmla="*/ 113 w 274"/>
                <a:gd name="T57" fmla="*/ 126 h 137"/>
                <a:gd name="T58" fmla="*/ 132 w 274"/>
                <a:gd name="T59" fmla="*/ 136 h 137"/>
                <a:gd name="T60" fmla="*/ 126 w 274"/>
                <a:gd name="T61" fmla="*/ 130 h 137"/>
                <a:gd name="T62" fmla="*/ 128 w 274"/>
                <a:gd name="T63" fmla="*/ 135 h 137"/>
                <a:gd name="T64" fmla="*/ 135 w 274"/>
                <a:gd name="T65" fmla="*/ 135 h 137"/>
                <a:gd name="T66" fmla="*/ 149 w 274"/>
                <a:gd name="T67" fmla="*/ 136 h 137"/>
                <a:gd name="T68" fmla="*/ 152 w 274"/>
                <a:gd name="T69" fmla="*/ 133 h 137"/>
                <a:gd name="T70" fmla="*/ 167 w 274"/>
                <a:gd name="T71" fmla="*/ 131 h 137"/>
                <a:gd name="T72" fmla="*/ 180 w 274"/>
                <a:gd name="T73" fmla="*/ 128 h 137"/>
                <a:gd name="T74" fmla="*/ 175 w 274"/>
                <a:gd name="T75" fmla="*/ 122 h 137"/>
                <a:gd name="T76" fmla="*/ 187 w 274"/>
                <a:gd name="T77" fmla="*/ 119 h 137"/>
                <a:gd name="T78" fmla="*/ 192 w 274"/>
                <a:gd name="T79" fmla="*/ 117 h 137"/>
                <a:gd name="T80" fmla="*/ 199 w 274"/>
                <a:gd name="T81" fmla="*/ 119 h 137"/>
                <a:gd name="T82" fmla="*/ 203 w 274"/>
                <a:gd name="T83" fmla="*/ 119 h 137"/>
                <a:gd name="T84" fmla="*/ 217 w 274"/>
                <a:gd name="T85" fmla="*/ 111 h 137"/>
                <a:gd name="T86" fmla="*/ 217 w 274"/>
                <a:gd name="T87" fmla="*/ 106 h 137"/>
                <a:gd name="T88" fmla="*/ 232 w 274"/>
                <a:gd name="T89" fmla="*/ 96 h 137"/>
                <a:gd name="T90" fmla="*/ 231 w 274"/>
                <a:gd name="T91" fmla="*/ 97 h 137"/>
                <a:gd name="T92" fmla="*/ 238 w 274"/>
                <a:gd name="T93" fmla="*/ 95 h 137"/>
                <a:gd name="T94" fmla="*/ 234 w 274"/>
                <a:gd name="T95" fmla="*/ 85 h 137"/>
                <a:gd name="T96" fmla="*/ 242 w 274"/>
                <a:gd name="T97" fmla="*/ 73 h 137"/>
                <a:gd name="T98" fmla="*/ 238 w 274"/>
                <a:gd name="T99" fmla="*/ 77 h 137"/>
                <a:gd name="T100" fmla="*/ 252 w 274"/>
                <a:gd name="T101" fmla="*/ 71 h 137"/>
                <a:gd name="T102" fmla="*/ 266 w 274"/>
                <a:gd name="T103" fmla="*/ 40 h 137"/>
                <a:gd name="T104" fmla="*/ 258 w 274"/>
                <a:gd name="T105" fmla="*/ 48 h 137"/>
                <a:gd name="T106" fmla="*/ 268 w 274"/>
                <a:gd name="T107" fmla="*/ 35 h 137"/>
                <a:gd name="T108" fmla="*/ 259 w 274"/>
                <a:gd name="T109" fmla="*/ 22 h 137"/>
                <a:gd name="T110" fmla="*/ 262 w 274"/>
                <a:gd name="T111" fmla="*/ 27 h 137"/>
                <a:gd name="T112" fmla="*/ 273 w 274"/>
                <a:gd name="T113" fmla="*/ 17 h 137"/>
                <a:gd name="T114" fmla="*/ 273 w 274"/>
                <a:gd name="T115" fmla="*/ 12 h 137"/>
                <a:gd name="T116" fmla="*/ 266 w 274"/>
                <a:gd name="T117" fmla="*/ 7 h 137"/>
                <a:gd name="T118" fmla="*/ 269 w 274"/>
                <a:gd name="T119" fmla="*/ 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74" h="137">
                  <a:moveTo>
                    <a:pt x="250" y="51"/>
                  </a:moveTo>
                  <a:cubicBezTo>
                    <a:pt x="250" y="51"/>
                    <a:pt x="250" y="51"/>
                    <a:pt x="250" y="51"/>
                  </a:cubicBezTo>
                  <a:cubicBezTo>
                    <a:pt x="250" y="52"/>
                    <a:pt x="250" y="52"/>
                    <a:pt x="250" y="52"/>
                  </a:cubicBezTo>
                  <a:cubicBezTo>
                    <a:pt x="250" y="53"/>
                    <a:pt x="250" y="53"/>
                    <a:pt x="249" y="53"/>
                  </a:cubicBezTo>
                  <a:cubicBezTo>
                    <a:pt x="249" y="53"/>
                    <a:pt x="248" y="53"/>
                    <a:pt x="248" y="53"/>
                  </a:cubicBezTo>
                  <a:cubicBezTo>
                    <a:pt x="248" y="53"/>
                    <a:pt x="248" y="53"/>
                    <a:pt x="248" y="53"/>
                  </a:cubicBezTo>
                  <a:cubicBezTo>
                    <a:pt x="248" y="54"/>
                    <a:pt x="248" y="54"/>
                    <a:pt x="249" y="55"/>
                  </a:cubicBezTo>
                  <a:cubicBezTo>
                    <a:pt x="251" y="56"/>
                    <a:pt x="251" y="56"/>
                    <a:pt x="251" y="56"/>
                  </a:cubicBezTo>
                  <a:cubicBezTo>
                    <a:pt x="252" y="53"/>
                    <a:pt x="252" y="53"/>
                    <a:pt x="252" y="53"/>
                  </a:cubicBezTo>
                  <a:cubicBezTo>
                    <a:pt x="253" y="54"/>
                    <a:pt x="253" y="54"/>
                    <a:pt x="253" y="54"/>
                  </a:cubicBezTo>
                  <a:cubicBezTo>
                    <a:pt x="252" y="56"/>
                    <a:pt x="252" y="56"/>
                    <a:pt x="252" y="56"/>
                  </a:cubicBezTo>
                  <a:cubicBezTo>
                    <a:pt x="258" y="59"/>
                    <a:pt x="258" y="59"/>
                    <a:pt x="258" y="59"/>
                  </a:cubicBezTo>
                  <a:cubicBezTo>
                    <a:pt x="258" y="60"/>
                    <a:pt x="259" y="59"/>
                    <a:pt x="260" y="58"/>
                  </a:cubicBezTo>
                  <a:cubicBezTo>
                    <a:pt x="260" y="58"/>
                    <a:pt x="260" y="58"/>
                    <a:pt x="260" y="58"/>
                  </a:cubicBezTo>
                  <a:cubicBezTo>
                    <a:pt x="258" y="63"/>
                    <a:pt x="258" y="63"/>
                    <a:pt x="258" y="63"/>
                  </a:cubicBezTo>
                  <a:cubicBezTo>
                    <a:pt x="257" y="63"/>
                    <a:pt x="257" y="63"/>
                    <a:pt x="257" y="63"/>
                  </a:cubicBezTo>
                  <a:cubicBezTo>
                    <a:pt x="258" y="62"/>
                    <a:pt x="258" y="62"/>
                    <a:pt x="257" y="61"/>
                  </a:cubicBezTo>
                  <a:cubicBezTo>
                    <a:pt x="251" y="58"/>
                    <a:pt x="251" y="58"/>
                    <a:pt x="251" y="58"/>
                  </a:cubicBezTo>
                  <a:cubicBezTo>
                    <a:pt x="250" y="60"/>
                    <a:pt x="250" y="60"/>
                    <a:pt x="250" y="60"/>
                  </a:cubicBezTo>
                  <a:cubicBezTo>
                    <a:pt x="250" y="59"/>
                    <a:pt x="250" y="59"/>
                    <a:pt x="250" y="59"/>
                  </a:cubicBezTo>
                  <a:cubicBezTo>
                    <a:pt x="250" y="58"/>
                    <a:pt x="250" y="58"/>
                    <a:pt x="250" y="58"/>
                  </a:cubicBezTo>
                  <a:cubicBezTo>
                    <a:pt x="250" y="57"/>
                    <a:pt x="250" y="57"/>
                    <a:pt x="250" y="57"/>
                  </a:cubicBezTo>
                  <a:cubicBezTo>
                    <a:pt x="249" y="57"/>
                    <a:pt x="248" y="56"/>
                    <a:pt x="248" y="55"/>
                  </a:cubicBezTo>
                  <a:cubicBezTo>
                    <a:pt x="247" y="54"/>
                    <a:pt x="247" y="53"/>
                    <a:pt x="248" y="52"/>
                  </a:cubicBezTo>
                  <a:cubicBezTo>
                    <a:pt x="248" y="52"/>
                    <a:pt x="249" y="51"/>
                    <a:pt x="250" y="51"/>
                  </a:cubicBezTo>
                  <a:cubicBezTo>
                    <a:pt x="250" y="51"/>
                    <a:pt x="250" y="51"/>
                    <a:pt x="250" y="51"/>
                  </a:cubicBezTo>
                  <a:close/>
                  <a:moveTo>
                    <a:pt x="14" y="15"/>
                  </a:moveTo>
                  <a:cubicBezTo>
                    <a:pt x="14" y="14"/>
                    <a:pt x="14" y="13"/>
                    <a:pt x="12" y="13"/>
                  </a:cubicBezTo>
                  <a:cubicBezTo>
                    <a:pt x="5" y="13"/>
                    <a:pt x="5" y="13"/>
                    <a:pt x="5" y="13"/>
                  </a:cubicBezTo>
                  <a:cubicBezTo>
                    <a:pt x="4" y="13"/>
                    <a:pt x="2" y="13"/>
                    <a:pt x="1" y="12"/>
                  </a:cubicBezTo>
                  <a:cubicBezTo>
                    <a:pt x="0" y="11"/>
                    <a:pt x="0" y="10"/>
                    <a:pt x="0" y="8"/>
                  </a:cubicBezTo>
                  <a:cubicBezTo>
                    <a:pt x="0" y="7"/>
                    <a:pt x="0" y="5"/>
                    <a:pt x="1" y="5"/>
                  </a:cubicBezTo>
                  <a:cubicBezTo>
                    <a:pt x="2" y="3"/>
                    <a:pt x="3" y="3"/>
                    <a:pt x="5" y="3"/>
                  </a:cubicBezTo>
                  <a:cubicBezTo>
                    <a:pt x="12" y="2"/>
                    <a:pt x="12" y="2"/>
                    <a:pt x="12" y="2"/>
                  </a:cubicBezTo>
                  <a:cubicBezTo>
                    <a:pt x="13" y="2"/>
                    <a:pt x="13" y="1"/>
                    <a:pt x="13" y="0"/>
                  </a:cubicBezTo>
                  <a:cubicBezTo>
                    <a:pt x="14" y="0"/>
                    <a:pt x="14" y="0"/>
                    <a:pt x="14" y="0"/>
                  </a:cubicBezTo>
                  <a:cubicBezTo>
                    <a:pt x="14" y="6"/>
                    <a:pt x="14" y="6"/>
                    <a:pt x="14" y="6"/>
                  </a:cubicBezTo>
                  <a:cubicBezTo>
                    <a:pt x="14" y="6"/>
                    <a:pt x="14" y="6"/>
                    <a:pt x="14" y="6"/>
                  </a:cubicBezTo>
                  <a:cubicBezTo>
                    <a:pt x="14" y="5"/>
                    <a:pt x="13" y="4"/>
                    <a:pt x="12" y="4"/>
                  </a:cubicBezTo>
                  <a:cubicBezTo>
                    <a:pt x="5" y="5"/>
                    <a:pt x="5" y="5"/>
                    <a:pt x="5" y="5"/>
                  </a:cubicBezTo>
                  <a:cubicBezTo>
                    <a:pt x="4" y="5"/>
                    <a:pt x="3" y="5"/>
                    <a:pt x="2" y="5"/>
                  </a:cubicBezTo>
                  <a:cubicBezTo>
                    <a:pt x="1" y="6"/>
                    <a:pt x="1" y="7"/>
                    <a:pt x="1" y="8"/>
                  </a:cubicBezTo>
                  <a:cubicBezTo>
                    <a:pt x="1" y="11"/>
                    <a:pt x="3" y="12"/>
                    <a:pt x="6" y="12"/>
                  </a:cubicBezTo>
                  <a:cubicBezTo>
                    <a:pt x="13" y="11"/>
                    <a:pt x="13" y="11"/>
                    <a:pt x="13" y="11"/>
                  </a:cubicBezTo>
                  <a:cubicBezTo>
                    <a:pt x="14" y="11"/>
                    <a:pt x="14" y="11"/>
                    <a:pt x="14" y="9"/>
                  </a:cubicBezTo>
                  <a:cubicBezTo>
                    <a:pt x="14" y="9"/>
                    <a:pt x="14" y="9"/>
                    <a:pt x="14" y="9"/>
                  </a:cubicBezTo>
                  <a:cubicBezTo>
                    <a:pt x="14" y="15"/>
                    <a:pt x="14" y="15"/>
                    <a:pt x="14" y="15"/>
                  </a:cubicBezTo>
                  <a:cubicBezTo>
                    <a:pt x="14" y="15"/>
                    <a:pt x="14" y="15"/>
                    <a:pt x="14" y="15"/>
                  </a:cubicBezTo>
                  <a:close/>
                  <a:moveTo>
                    <a:pt x="3" y="27"/>
                  </a:moveTo>
                  <a:cubicBezTo>
                    <a:pt x="2" y="23"/>
                    <a:pt x="2" y="23"/>
                    <a:pt x="2" y="23"/>
                  </a:cubicBezTo>
                  <a:cubicBezTo>
                    <a:pt x="2" y="23"/>
                    <a:pt x="2" y="23"/>
                    <a:pt x="2" y="23"/>
                  </a:cubicBezTo>
                  <a:cubicBezTo>
                    <a:pt x="2" y="23"/>
                    <a:pt x="3" y="24"/>
                    <a:pt x="4" y="24"/>
                  </a:cubicBezTo>
                  <a:cubicBezTo>
                    <a:pt x="9" y="23"/>
                    <a:pt x="9" y="23"/>
                    <a:pt x="9" y="23"/>
                  </a:cubicBezTo>
                  <a:cubicBezTo>
                    <a:pt x="10" y="23"/>
                    <a:pt x="10" y="23"/>
                    <a:pt x="10" y="22"/>
                  </a:cubicBezTo>
                  <a:cubicBezTo>
                    <a:pt x="11" y="22"/>
                    <a:pt x="11" y="21"/>
                    <a:pt x="10" y="21"/>
                  </a:cubicBezTo>
                  <a:cubicBezTo>
                    <a:pt x="10" y="20"/>
                    <a:pt x="10" y="19"/>
                    <a:pt x="9" y="19"/>
                  </a:cubicBezTo>
                  <a:cubicBezTo>
                    <a:pt x="3" y="20"/>
                    <a:pt x="3" y="20"/>
                    <a:pt x="3" y="20"/>
                  </a:cubicBezTo>
                  <a:cubicBezTo>
                    <a:pt x="2" y="20"/>
                    <a:pt x="2" y="21"/>
                    <a:pt x="2" y="21"/>
                  </a:cubicBezTo>
                  <a:cubicBezTo>
                    <a:pt x="2" y="21"/>
                    <a:pt x="2" y="21"/>
                    <a:pt x="2" y="21"/>
                  </a:cubicBezTo>
                  <a:cubicBezTo>
                    <a:pt x="1" y="17"/>
                    <a:pt x="1" y="17"/>
                    <a:pt x="1" y="17"/>
                  </a:cubicBezTo>
                  <a:cubicBezTo>
                    <a:pt x="1" y="17"/>
                    <a:pt x="1" y="17"/>
                    <a:pt x="1" y="17"/>
                  </a:cubicBezTo>
                  <a:cubicBezTo>
                    <a:pt x="1" y="18"/>
                    <a:pt x="2" y="18"/>
                    <a:pt x="3" y="18"/>
                  </a:cubicBezTo>
                  <a:cubicBezTo>
                    <a:pt x="8" y="17"/>
                    <a:pt x="8" y="17"/>
                    <a:pt x="8" y="17"/>
                  </a:cubicBezTo>
                  <a:cubicBezTo>
                    <a:pt x="9" y="17"/>
                    <a:pt x="9" y="17"/>
                    <a:pt x="9" y="17"/>
                  </a:cubicBezTo>
                  <a:cubicBezTo>
                    <a:pt x="9" y="17"/>
                    <a:pt x="9" y="17"/>
                    <a:pt x="9" y="16"/>
                  </a:cubicBezTo>
                  <a:cubicBezTo>
                    <a:pt x="10" y="16"/>
                    <a:pt x="10" y="16"/>
                    <a:pt x="10" y="16"/>
                  </a:cubicBezTo>
                  <a:cubicBezTo>
                    <a:pt x="11" y="19"/>
                    <a:pt x="11" y="19"/>
                    <a:pt x="11" y="19"/>
                  </a:cubicBezTo>
                  <a:cubicBezTo>
                    <a:pt x="10" y="19"/>
                    <a:pt x="10" y="19"/>
                    <a:pt x="10" y="19"/>
                  </a:cubicBezTo>
                  <a:cubicBezTo>
                    <a:pt x="11" y="20"/>
                    <a:pt x="12" y="21"/>
                    <a:pt x="12" y="22"/>
                  </a:cubicBezTo>
                  <a:cubicBezTo>
                    <a:pt x="12" y="23"/>
                    <a:pt x="11" y="24"/>
                    <a:pt x="9" y="25"/>
                  </a:cubicBezTo>
                  <a:cubicBezTo>
                    <a:pt x="4" y="25"/>
                    <a:pt x="4" y="25"/>
                    <a:pt x="4" y="25"/>
                  </a:cubicBezTo>
                  <a:cubicBezTo>
                    <a:pt x="3" y="26"/>
                    <a:pt x="3" y="26"/>
                    <a:pt x="3" y="27"/>
                  </a:cubicBezTo>
                  <a:cubicBezTo>
                    <a:pt x="3" y="27"/>
                    <a:pt x="3" y="27"/>
                    <a:pt x="3" y="27"/>
                  </a:cubicBezTo>
                  <a:close/>
                  <a:moveTo>
                    <a:pt x="16" y="29"/>
                  </a:moveTo>
                  <a:cubicBezTo>
                    <a:pt x="16" y="29"/>
                    <a:pt x="16" y="29"/>
                    <a:pt x="16" y="29"/>
                  </a:cubicBezTo>
                  <a:cubicBezTo>
                    <a:pt x="15" y="29"/>
                    <a:pt x="15" y="29"/>
                    <a:pt x="15" y="29"/>
                  </a:cubicBezTo>
                  <a:cubicBezTo>
                    <a:pt x="15" y="28"/>
                    <a:pt x="15" y="28"/>
                    <a:pt x="15" y="28"/>
                  </a:cubicBezTo>
                  <a:cubicBezTo>
                    <a:pt x="15" y="27"/>
                    <a:pt x="16" y="27"/>
                    <a:pt x="16" y="27"/>
                  </a:cubicBezTo>
                  <a:cubicBezTo>
                    <a:pt x="16" y="27"/>
                    <a:pt x="16" y="27"/>
                    <a:pt x="17" y="27"/>
                  </a:cubicBezTo>
                  <a:cubicBezTo>
                    <a:pt x="17" y="27"/>
                    <a:pt x="17" y="28"/>
                    <a:pt x="17" y="28"/>
                  </a:cubicBezTo>
                  <a:cubicBezTo>
                    <a:pt x="17" y="29"/>
                    <a:pt x="17" y="29"/>
                    <a:pt x="17" y="29"/>
                  </a:cubicBezTo>
                  <a:cubicBezTo>
                    <a:pt x="17" y="29"/>
                    <a:pt x="17" y="29"/>
                    <a:pt x="16" y="29"/>
                  </a:cubicBezTo>
                  <a:close/>
                  <a:moveTo>
                    <a:pt x="4" y="33"/>
                  </a:moveTo>
                  <a:cubicBezTo>
                    <a:pt x="3" y="29"/>
                    <a:pt x="3" y="29"/>
                    <a:pt x="3" y="29"/>
                  </a:cubicBezTo>
                  <a:cubicBezTo>
                    <a:pt x="4" y="29"/>
                    <a:pt x="4" y="29"/>
                    <a:pt x="4" y="29"/>
                  </a:cubicBezTo>
                  <a:cubicBezTo>
                    <a:pt x="4" y="30"/>
                    <a:pt x="4" y="30"/>
                    <a:pt x="5" y="30"/>
                  </a:cubicBezTo>
                  <a:cubicBezTo>
                    <a:pt x="10" y="29"/>
                    <a:pt x="10" y="29"/>
                    <a:pt x="10" y="29"/>
                  </a:cubicBezTo>
                  <a:cubicBezTo>
                    <a:pt x="11" y="29"/>
                    <a:pt x="11" y="28"/>
                    <a:pt x="11" y="28"/>
                  </a:cubicBezTo>
                  <a:cubicBezTo>
                    <a:pt x="11" y="27"/>
                    <a:pt x="11" y="27"/>
                    <a:pt x="11" y="27"/>
                  </a:cubicBezTo>
                  <a:cubicBezTo>
                    <a:pt x="11" y="27"/>
                    <a:pt x="11" y="27"/>
                    <a:pt x="11" y="27"/>
                  </a:cubicBezTo>
                  <a:cubicBezTo>
                    <a:pt x="13" y="30"/>
                    <a:pt x="13" y="30"/>
                    <a:pt x="13" y="30"/>
                  </a:cubicBezTo>
                  <a:cubicBezTo>
                    <a:pt x="5" y="32"/>
                    <a:pt x="5" y="32"/>
                    <a:pt x="5" y="32"/>
                  </a:cubicBezTo>
                  <a:cubicBezTo>
                    <a:pt x="5" y="32"/>
                    <a:pt x="4" y="33"/>
                    <a:pt x="4" y="33"/>
                  </a:cubicBezTo>
                  <a:cubicBezTo>
                    <a:pt x="4" y="33"/>
                    <a:pt x="4" y="33"/>
                    <a:pt x="4" y="33"/>
                  </a:cubicBezTo>
                  <a:close/>
                  <a:moveTo>
                    <a:pt x="16" y="42"/>
                  </a:moveTo>
                  <a:cubicBezTo>
                    <a:pt x="16" y="41"/>
                    <a:pt x="15" y="41"/>
                    <a:pt x="14" y="41"/>
                  </a:cubicBezTo>
                  <a:cubicBezTo>
                    <a:pt x="6" y="40"/>
                    <a:pt x="6" y="40"/>
                    <a:pt x="6" y="40"/>
                  </a:cubicBezTo>
                  <a:cubicBezTo>
                    <a:pt x="6" y="40"/>
                    <a:pt x="6" y="40"/>
                    <a:pt x="6" y="40"/>
                  </a:cubicBezTo>
                  <a:cubicBezTo>
                    <a:pt x="6" y="40"/>
                    <a:pt x="6" y="40"/>
                    <a:pt x="6" y="40"/>
                  </a:cubicBezTo>
                  <a:cubicBezTo>
                    <a:pt x="13" y="35"/>
                    <a:pt x="13" y="35"/>
                    <a:pt x="13" y="35"/>
                  </a:cubicBezTo>
                  <a:cubicBezTo>
                    <a:pt x="14" y="34"/>
                    <a:pt x="14" y="33"/>
                    <a:pt x="14" y="33"/>
                  </a:cubicBezTo>
                  <a:cubicBezTo>
                    <a:pt x="14" y="33"/>
                    <a:pt x="14" y="33"/>
                    <a:pt x="14" y="33"/>
                  </a:cubicBezTo>
                  <a:cubicBezTo>
                    <a:pt x="15" y="37"/>
                    <a:pt x="15" y="37"/>
                    <a:pt x="15" y="37"/>
                  </a:cubicBezTo>
                  <a:cubicBezTo>
                    <a:pt x="15" y="37"/>
                    <a:pt x="15" y="37"/>
                    <a:pt x="15" y="37"/>
                  </a:cubicBezTo>
                  <a:cubicBezTo>
                    <a:pt x="15" y="37"/>
                    <a:pt x="14" y="36"/>
                    <a:pt x="14" y="36"/>
                  </a:cubicBezTo>
                  <a:cubicBezTo>
                    <a:pt x="14" y="36"/>
                    <a:pt x="14" y="36"/>
                    <a:pt x="13" y="37"/>
                  </a:cubicBezTo>
                  <a:cubicBezTo>
                    <a:pt x="9" y="40"/>
                    <a:pt x="9" y="40"/>
                    <a:pt x="9" y="40"/>
                  </a:cubicBezTo>
                  <a:cubicBezTo>
                    <a:pt x="14" y="40"/>
                    <a:pt x="14" y="40"/>
                    <a:pt x="14" y="40"/>
                  </a:cubicBezTo>
                  <a:cubicBezTo>
                    <a:pt x="14" y="40"/>
                    <a:pt x="15" y="40"/>
                    <a:pt x="15" y="40"/>
                  </a:cubicBezTo>
                  <a:cubicBezTo>
                    <a:pt x="16" y="40"/>
                    <a:pt x="16" y="40"/>
                    <a:pt x="16" y="39"/>
                  </a:cubicBezTo>
                  <a:cubicBezTo>
                    <a:pt x="16" y="39"/>
                    <a:pt x="16" y="39"/>
                    <a:pt x="16" y="39"/>
                  </a:cubicBezTo>
                  <a:cubicBezTo>
                    <a:pt x="16" y="42"/>
                    <a:pt x="16" y="42"/>
                    <a:pt x="16" y="42"/>
                  </a:cubicBezTo>
                  <a:cubicBezTo>
                    <a:pt x="16" y="42"/>
                    <a:pt x="16" y="42"/>
                    <a:pt x="16" y="42"/>
                  </a:cubicBezTo>
                  <a:close/>
                  <a:moveTo>
                    <a:pt x="14" y="53"/>
                  </a:moveTo>
                  <a:cubicBezTo>
                    <a:pt x="13" y="53"/>
                    <a:pt x="12" y="53"/>
                    <a:pt x="11" y="52"/>
                  </a:cubicBezTo>
                  <a:cubicBezTo>
                    <a:pt x="10" y="51"/>
                    <a:pt x="10" y="51"/>
                    <a:pt x="9" y="50"/>
                  </a:cubicBezTo>
                  <a:cubicBezTo>
                    <a:pt x="9" y="49"/>
                    <a:pt x="9" y="48"/>
                    <a:pt x="9" y="47"/>
                  </a:cubicBezTo>
                  <a:cubicBezTo>
                    <a:pt x="10" y="46"/>
                    <a:pt x="11" y="45"/>
                    <a:pt x="12" y="45"/>
                  </a:cubicBezTo>
                  <a:cubicBezTo>
                    <a:pt x="13" y="44"/>
                    <a:pt x="14" y="44"/>
                    <a:pt x="16" y="45"/>
                  </a:cubicBezTo>
                  <a:cubicBezTo>
                    <a:pt x="17" y="45"/>
                    <a:pt x="18" y="46"/>
                    <a:pt x="18" y="47"/>
                  </a:cubicBezTo>
                  <a:cubicBezTo>
                    <a:pt x="18" y="48"/>
                    <a:pt x="18" y="49"/>
                    <a:pt x="18" y="50"/>
                  </a:cubicBezTo>
                  <a:cubicBezTo>
                    <a:pt x="18" y="51"/>
                    <a:pt x="17" y="51"/>
                    <a:pt x="16" y="52"/>
                  </a:cubicBezTo>
                  <a:cubicBezTo>
                    <a:pt x="14" y="46"/>
                    <a:pt x="14" y="46"/>
                    <a:pt x="14" y="46"/>
                  </a:cubicBezTo>
                  <a:cubicBezTo>
                    <a:pt x="12" y="46"/>
                    <a:pt x="12" y="47"/>
                    <a:pt x="11" y="48"/>
                  </a:cubicBezTo>
                  <a:cubicBezTo>
                    <a:pt x="10" y="49"/>
                    <a:pt x="10" y="49"/>
                    <a:pt x="10" y="51"/>
                  </a:cubicBezTo>
                  <a:cubicBezTo>
                    <a:pt x="11" y="51"/>
                    <a:pt x="11" y="52"/>
                    <a:pt x="12" y="52"/>
                  </a:cubicBezTo>
                  <a:cubicBezTo>
                    <a:pt x="13" y="52"/>
                    <a:pt x="14" y="52"/>
                    <a:pt x="14" y="53"/>
                  </a:cubicBezTo>
                  <a:cubicBezTo>
                    <a:pt x="14" y="53"/>
                    <a:pt x="14" y="53"/>
                    <a:pt x="14" y="53"/>
                  </a:cubicBezTo>
                  <a:close/>
                  <a:moveTo>
                    <a:pt x="16" y="49"/>
                  </a:moveTo>
                  <a:cubicBezTo>
                    <a:pt x="18" y="49"/>
                    <a:pt x="18" y="48"/>
                    <a:pt x="18" y="47"/>
                  </a:cubicBezTo>
                  <a:cubicBezTo>
                    <a:pt x="17" y="45"/>
                    <a:pt x="16" y="45"/>
                    <a:pt x="14" y="45"/>
                  </a:cubicBezTo>
                  <a:cubicBezTo>
                    <a:pt x="16" y="49"/>
                    <a:pt x="16" y="49"/>
                    <a:pt x="16" y="49"/>
                  </a:cubicBezTo>
                  <a:close/>
                  <a:moveTo>
                    <a:pt x="22" y="58"/>
                  </a:moveTo>
                  <a:cubicBezTo>
                    <a:pt x="22" y="58"/>
                    <a:pt x="21" y="58"/>
                    <a:pt x="21" y="57"/>
                  </a:cubicBezTo>
                  <a:cubicBezTo>
                    <a:pt x="21" y="57"/>
                    <a:pt x="21" y="57"/>
                    <a:pt x="21" y="57"/>
                  </a:cubicBezTo>
                  <a:cubicBezTo>
                    <a:pt x="21" y="56"/>
                    <a:pt x="21" y="56"/>
                    <a:pt x="21" y="56"/>
                  </a:cubicBezTo>
                  <a:cubicBezTo>
                    <a:pt x="21" y="55"/>
                    <a:pt x="21" y="55"/>
                    <a:pt x="20" y="55"/>
                  </a:cubicBezTo>
                  <a:cubicBezTo>
                    <a:pt x="20" y="55"/>
                    <a:pt x="20" y="55"/>
                    <a:pt x="19" y="55"/>
                  </a:cubicBezTo>
                  <a:cubicBezTo>
                    <a:pt x="15" y="57"/>
                    <a:pt x="15" y="57"/>
                    <a:pt x="15" y="57"/>
                  </a:cubicBezTo>
                  <a:cubicBezTo>
                    <a:pt x="14" y="58"/>
                    <a:pt x="14" y="59"/>
                    <a:pt x="14" y="59"/>
                  </a:cubicBezTo>
                  <a:cubicBezTo>
                    <a:pt x="14" y="59"/>
                    <a:pt x="14" y="59"/>
                    <a:pt x="14" y="59"/>
                  </a:cubicBezTo>
                  <a:cubicBezTo>
                    <a:pt x="12" y="55"/>
                    <a:pt x="12" y="55"/>
                    <a:pt x="12" y="55"/>
                  </a:cubicBezTo>
                  <a:cubicBezTo>
                    <a:pt x="12" y="55"/>
                    <a:pt x="12" y="55"/>
                    <a:pt x="12" y="55"/>
                  </a:cubicBezTo>
                  <a:cubicBezTo>
                    <a:pt x="13" y="56"/>
                    <a:pt x="14" y="56"/>
                    <a:pt x="14" y="56"/>
                  </a:cubicBezTo>
                  <a:cubicBezTo>
                    <a:pt x="19" y="54"/>
                    <a:pt x="19" y="54"/>
                    <a:pt x="19" y="54"/>
                  </a:cubicBezTo>
                  <a:cubicBezTo>
                    <a:pt x="20" y="53"/>
                    <a:pt x="20" y="53"/>
                    <a:pt x="20" y="53"/>
                  </a:cubicBezTo>
                  <a:cubicBezTo>
                    <a:pt x="20" y="53"/>
                    <a:pt x="20" y="52"/>
                    <a:pt x="20" y="52"/>
                  </a:cubicBezTo>
                  <a:cubicBezTo>
                    <a:pt x="20" y="52"/>
                    <a:pt x="20" y="52"/>
                    <a:pt x="20" y="52"/>
                  </a:cubicBezTo>
                  <a:cubicBezTo>
                    <a:pt x="22" y="54"/>
                    <a:pt x="22" y="54"/>
                    <a:pt x="22" y="54"/>
                  </a:cubicBezTo>
                  <a:cubicBezTo>
                    <a:pt x="21" y="55"/>
                    <a:pt x="21" y="55"/>
                    <a:pt x="21" y="55"/>
                  </a:cubicBezTo>
                  <a:cubicBezTo>
                    <a:pt x="22" y="55"/>
                    <a:pt x="23" y="56"/>
                    <a:pt x="24" y="57"/>
                  </a:cubicBezTo>
                  <a:cubicBezTo>
                    <a:pt x="24" y="57"/>
                    <a:pt x="24" y="57"/>
                    <a:pt x="24" y="57"/>
                  </a:cubicBezTo>
                  <a:cubicBezTo>
                    <a:pt x="23" y="58"/>
                    <a:pt x="22" y="58"/>
                    <a:pt x="22" y="58"/>
                  </a:cubicBezTo>
                  <a:close/>
                  <a:moveTo>
                    <a:pt x="21" y="67"/>
                  </a:moveTo>
                  <a:cubicBezTo>
                    <a:pt x="20" y="68"/>
                    <a:pt x="19" y="68"/>
                    <a:pt x="18" y="67"/>
                  </a:cubicBezTo>
                  <a:cubicBezTo>
                    <a:pt x="18" y="67"/>
                    <a:pt x="17" y="67"/>
                    <a:pt x="17" y="66"/>
                  </a:cubicBezTo>
                  <a:cubicBezTo>
                    <a:pt x="17" y="65"/>
                    <a:pt x="16" y="65"/>
                    <a:pt x="16" y="65"/>
                  </a:cubicBezTo>
                  <a:cubicBezTo>
                    <a:pt x="16" y="64"/>
                    <a:pt x="16" y="64"/>
                    <a:pt x="16" y="63"/>
                  </a:cubicBezTo>
                  <a:cubicBezTo>
                    <a:pt x="16" y="63"/>
                    <a:pt x="16" y="63"/>
                    <a:pt x="16" y="63"/>
                  </a:cubicBezTo>
                  <a:cubicBezTo>
                    <a:pt x="16" y="63"/>
                    <a:pt x="16" y="63"/>
                    <a:pt x="16" y="63"/>
                  </a:cubicBezTo>
                  <a:cubicBezTo>
                    <a:pt x="18" y="61"/>
                    <a:pt x="18" y="61"/>
                    <a:pt x="18" y="61"/>
                  </a:cubicBezTo>
                  <a:cubicBezTo>
                    <a:pt x="18" y="61"/>
                    <a:pt x="18" y="61"/>
                    <a:pt x="18" y="61"/>
                  </a:cubicBezTo>
                  <a:cubicBezTo>
                    <a:pt x="17" y="63"/>
                    <a:pt x="16" y="64"/>
                    <a:pt x="17" y="65"/>
                  </a:cubicBezTo>
                  <a:cubicBezTo>
                    <a:pt x="18" y="65"/>
                    <a:pt x="18" y="66"/>
                    <a:pt x="18" y="66"/>
                  </a:cubicBezTo>
                  <a:cubicBezTo>
                    <a:pt x="18" y="66"/>
                    <a:pt x="19" y="66"/>
                    <a:pt x="19" y="66"/>
                  </a:cubicBezTo>
                  <a:cubicBezTo>
                    <a:pt x="20" y="65"/>
                    <a:pt x="20" y="65"/>
                    <a:pt x="20" y="63"/>
                  </a:cubicBezTo>
                  <a:cubicBezTo>
                    <a:pt x="20" y="62"/>
                    <a:pt x="20" y="62"/>
                    <a:pt x="20" y="62"/>
                  </a:cubicBezTo>
                  <a:cubicBezTo>
                    <a:pt x="20" y="61"/>
                    <a:pt x="20" y="60"/>
                    <a:pt x="21" y="59"/>
                  </a:cubicBezTo>
                  <a:cubicBezTo>
                    <a:pt x="22" y="59"/>
                    <a:pt x="22" y="59"/>
                    <a:pt x="23" y="59"/>
                  </a:cubicBezTo>
                  <a:cubicBezTo>
                    <a:pt x="24" y="59"/>
                    <a:pt x="24" y="60"/>
                    <a:pt x="25" y="61"/>
                  </a:cubicBezTo>
                  <a:cubicBezTo>
                    <a:pt x="25" y="61"/>
                    <a:pt x="25" y="61"/>
                    <a:pt x="25" y="62"/>
                  </a:cubicBezTo>
                  <a:cubicBezTo>
                    <a:pt x="25" y="62"/>
                    <a:pt x="25" y="63"/>
                    <a:pt x="26" y="63"/>
                  </a:cubicBezTo>
                  <a:cubicBezTo>
                    <a:pt x="26" y="63"/>
                    <a:pt x="26" y="63"/>
                    <a:pt x="26" y="63"/>
                  </a:cubicBezTo>
                  <a:cubicBezTo>
                    <a:pt x="26" y="63"/>
                    <a:pt x="26" y="63"/>
                    <a:pt x="26" y="63"/>
                  </a:cubicBezTo>
                  <a:cubicBezTo>
                    <a:pt x="24" y="64"/>
                    <a:pt x="24" y="64"/>
                    <a:pt x="24" y="64"/>
                  </a:cubicBezTo>
                  <a:cubicBezTo>
                    <a:pt x="24" y="64"/>
                    <a:pt x="24" y="64"/>
                    <a:pt x="24" y="64"/>
                  </a:cubicBezTo>
                  <a:cubicBezTo>
                    <a:pt x="25" y="63"/>
                    <a:pt x="25" y="61"/>
                    <a:pt x="25" y="61"/>
                  </a:cubicBezTo>
                  <a:cubicBezTo>
                    <a:pt x="25" y="60"/>
                    <a:pt x="24" y="60"/>
                    <a:pt x="24" y="60"/>
                  </a:cubicBezTo>
                  <a:cubicBezTo>
                    <a:pt x="24" y="60"/>
                    <a:pt x="23" y="60"/>
                    <a:pt x="23" y="60"/>
                  </a:cubicBezTo>
                  <a:cubicBezTo>
                    <a:pt x="22" y="60"/>
                    <a:pt x="22" y="61"/>
                    <a:pt x="22" y="62"/>
                  </a:cubicBezTo>
                  <a:cubicBezTo>
                    <a:pt x="22" y="64"/>
                    <a:pt x="22" y="64"/>
                    <a:pt x="22" y="64"/>
                  </a:cubicBezTo>
                  <a:cubicBezTo>
                    <a:pt x="22" y="66"/>
                    <a:pt x="22" y="67"/>
                    <a:pt x="21" y="67"/>
                  </a:cubicBezTo>
                  <a:close/>
                  <a:moveTo>
                    <a:pt x="33" y="67"/>
                  </a:moveTo>
                  <a:cubicBezTo>
                    <a:pt x="32" y="67"/>
                    <a:pt x="32" y="67"/>
                    <a:pt x="32" y="67"/>
                  </a:cubicBezTo>
                  <a:cubicBezTo>
                    <a:pt x="32" y="67"/>
                    <a:pt x="32" y="66"/>
                    <a:pt x="31" y="66"/>
                  </a:cubicBezTo>
                  <a:cubicBezTo>
                    <a:pt x="31" y="66"/>
                    <a:pt x="31" y="66"/>
                    <a:pt x="31" y="65"/>
                  </a:cubicBezTo>
                  <a:cubicBezTo>
                    <a:pt x="31" y="65"/>
                    <a:pt x="32" y="65"/>
                    <a:pt x="32" y="65"/>
                  </a:cubicBezTo>
                  <a:cubicBezTo>
                    <a:pt x="32" y="65"/>
                    <a:pt x="32" y="64"/>
                    <a:pt x="32" y="65"/>
                  </a:cubicBezTo>
                  <a:cubicBezTo>
                    <a:pt x="33" y="65"/>
                    <a:pt x="33" y="65"/>
                    <a:pt x="33" y="65"/>
                  </a:cubicBezTo>
                  <a:cubicBezTo>
                    <a:pt x="33" y="65"/>
                    <a:pt x="34" y="65"/>
                    <a:pt x="33" y="66"/>
                  </a:cubicBezTo>
                  <a:cubicBezTo>
                    <a:pt x="33" y="66"/>
                    <a:pt x="33" y="66"/>
                    <a:pt x="33" y="67"/>
                  </a:cubicBezTo>
                  <a:close/>
                  <a:moveTo>
                    <a:pt x="22" y="75"/>
                  </a:moveTo>
                  <a:cubicBezTo>
                    <a:pt x="20" y="71"/>
                    <a:pt x="20" y="71"/>
                    <a:pt x="20" y="71"/>
                  </a:cubicBezTo>
                  <a:cubicBezTo>
                    <a:pt x="20" y="71"/>
                    <a:pt x="20" y="71"/>
                    <a:pt x="20" y="71"/>
                  </a:cubicBezTo>
                  <a:cubicBezTo>
                    <a:pt x="21" y="71"/>
                    <a:pt x="22" y="72"/>
                    <a:pt x="22" y="71"/>
                  </a:cubicBezTo>
                  <a:cubicBezTo>
                    <a:pt x="27" y="69"/>
                    <a:pt x="27" y="69"/>
                    <a:pt x="27" y="69"/>
                  </a:cubicBezTo>
                  <a:cubicBezTo>
                    <a:pt x="28" y="68"/>
                    <a:pt x="28" y="68"/>
                    <a:pt x="28" y="67"/>
                  </a:cubicBezTo>
                  <a:cubicBezTo>
                    <a:pt x="27" y="67"/>
                    <a:pt x="27" y="67"/>
                    <a:pt x="27" y="67"/>
                  </a:cubicBezTo>
                  <a:cubicBezTo>
                    <a:pt x="28" y="67"/>
                    <a:pt x="28" y="67"/>
                    <a:pt x="28" y="67"/>
                  </a:cubicBezTo>
                  <a:cubicBezTo>
                    <a:pt x="30" y="69"/>
                    <a:pt x="30" y="69"/>
                    <a:pt x="30" y="69"/>
                  </a:cubicBezTo>
                  <a:cubicBezTo>
                    <a:pt x="24" y="73"/>
                    <a:pt x="24" y="73"/>
                    <a:pt x="24" y="73"/>
                  </a:cubicBezTo>
                  <a:cubicBezTo>
                    <a:pt x="22" y="73"/>
                    <a:pt x="22" y="73"/>
                    <a:pt x="22" y="75"/>
                  </a:cubicBezTo>
                  <a:cubicBezTo>
                    <a:pt x="22" y="75"/>
                    <a:pt x="22" y="75"/>
                    <a:pt x="22" y="75"/>
                  </a:cubicBezTo>
                  <a:close/>
                  <a:moveTo>
                    <a:pt x="28" y="80"/>
                  </a:moveTo>
                  <a:cubicBezTo>
                    <a:pt x="27" y="80"/>
                    <a:pt x="26" y="80"/>
                    <a:pt x="26" y="79"/>
                  </a:cubicBezTo>
                  <a:cubicBezTo>
                    <a:pt x="26" y="79"/>
                    <a:pt x="25" y="79"/>
                    <a:pt x="25" y="79"/>
                  </a:cubicBezTo>
                  <a:cubicBezTo>
                    <a:pt x="24" y="78"/>
                    <a:pt x="24" y="77"/>
                    <a:pt x="26" y="76"/>
                  </a:cubicBezTo>
                  <a:cubicBezTo>
                    <a:pt x="31" y="73"/>
                    <a:pt x="31" y="73"/>
                    <a:pt x="31" y="73"/>
                  </a:cubicBezTo>
                  <a:cubicBezTo>
                    <a:pt x="30" y="71"/>
                    <a:pt x="30" y="71"/>
                    <a:pt x="30" y="71"/>
                  </a:cubicBezTo>
                  <a:cubicBezTo>
                    <a:pt x="30" y="71"/>
                    <a:pt x="30" y="71"/>
                    <a:pt x="30" y="71"/>
                  </a:cubicBezTo>
                  <a:cubicBezTo>
                    <a:pt x="30" y="71"/>
                    <a:pt x="30" y="71"/>
                    <a:pt x="30" y="71"/>
                  </a:cubicBezTo>
                  <a:cubicBezTo>
                    <a:pt x="31" y="72"/>
                    <a:pt x="32" y="72"/>
                    <a:pt x="34" y="72"/>
                  </a:cubicBezTo>
                  <a:cubicBezTo>
                    <a:pt x="34" y="72"/>
                    <a:pt x="34" y="72"/>
                    <a:pt x="34" y="72"/>
                  </a:cubicBezTo>
                  <a:cubicBezTo>
                    <a:pt x="32" y="73"/>
                    <a:pt x="32" y="73"/>
                    <a:pt x="32" y="73"/>
                  </a:cubicBezTo>
                  <a:cubicBezTo>
                    <a:pt x="33" y="75"/>
                    <a:pt x="33" y="75"/>
                    <a:pt x="33" y="75"/>
                  </a:cubicBezTo>
                  <a:cubicBezTo>
                    <a:pt x="33" y="75"/>
                    <a:pt x="33" y="75"/>
                    <a:pt x="33" y="75"/>
                  </a:cubicBezTo>
                  <a:cubicBezTo>
                    <a:pt x="32" y="74"/>
                    <a:pt x="32" y="74"/>
                    <a:pt x="32" y="74"/>
                  </a:cubicBezTo>
                  <a:cubicBezTo>
                    <a:pt x="27" y="77"/>
                    <a:pt x="27" y="77"/>
                    <a:pt x="27" y="77"/>
                  </a:cubicBezTo>
                  <a:cubicBezTo>
                    <a:pt x="26" y="78"/>
                    <a:pt x="26" y="79"/>
                    <a:pt x="26" y="79"/>
                  </a:cubicBezTo>
                  <a:cubicBezTo>
                    <a:pt x="27" y="79"/>
                    <a:pt x="27" y="79"/>
                    <a:pt x="28" y="80"/>
                  </a:cubicBezTo>
                  <a:cubicBezTo>
                    <a:pt x="28" y="80"/>
                    <a:pt x="28" y="80"/>
                    <a:pt x="28" y="80"/>
                  </a:cubicBezTo>
                  <a:close/>
                  <a:moveTo>
                    <a:pt x="40" y="84"/>
                  </a:moveTo>
                  <a:cubicBezTo>
                    <a:pt x="40" y="84"/>
                    <a:pt x="40" y="83"/>
                    <a:pt x="40" y="83"/>
                  </a:cubicBezTo>
                  <a:cubicBezTo>
                    <a:pt x="39" y="83"/>
                    <a:pt x="39" y="83"/>
                    <a:pt x="39" y="83"/>
                  </a:cubicBezTo>
                  <a:cubicBezTo>
                    <a:pt x="30" y="86"/>
                    <a:pt x="30" y="86"/>
                    <a:pt x="30" y="86"/>
                  </a:cubicBezTo>
                  <a:cubicBezTo>
                    <a:pt x="28" y="87"/>
                    <a:pt x="26" y="87"/>
                    <a:pt x="25" y="86"/>
                  </a:cubicBezTo>
                  <a:cubicBezTo>
                    <a:pt x="24" y="85"/>
                    <a:pt x="25" y="84"/>
                    <a:pt x="25" y="84"/>
                  </a:cubicBezTo>
                  <a:cubicBezTo>
                    <a:pt x="25" y="84"/>
                    <a:pt x="26" y="84"/>
                    <a:pt x="26" y="84"/>
                  </a:cubicBezTo>
                  <a:cubicBezTo>
                    <a:pt x="26" y="84"/>
                    <a:pt x="26" y="84"/>
                    <a:pt x="26" y="84"/>
                  </a:cubicBezTo>
                  <a:cubicBezTo>
                    <a:pt x="26" y="84"/>
                    <a:pt x="27" y="85"/>
                    <a:pt x="27" y="85"/>
                  </a:cubicBezTo>
                  <a:cubicBezTo>
                    <a:pt x="27" y="85"/>
                    <a:pt x="27" y="85"/>
                    <a:pt x="27" y="85"/>
                  </a:cubicBezTo>
                  <a:cubicBezTo>
                    <a:pt x="28" y="86"/>
                    <a:pt x="29" y="86"/>
                    <a:pt x="31" y="85"/>
                  </a:cubicBezTo>
                  <a:cubicBezTo>
                    <a:pt x="34" y="78"/>
                    <a:pt x="34" y="78"/>
                    <a:pt x="34" y="78"/>
                  </a:cubicBezTo>
                  <a:cubicBezTo>
                    <a:pt x="35" y="77"/>
                    <a:pt x="35" y="77"/>
                    <a:pt x="35" y="77"/>
                  </a:cubicBezTo>
                  <a:cubicBezTo>
                    <a:pt x="35" y="77"/>
                    <a:pt x="35" y="77"/>
                    <a:pt x="34" y="76"/>
                  </a:cubicBezTo>
                  <a:cubicBezTo>
                    <a:pt x="35" y="76"/>
                    <a:pt x="35" y="76"/>
                    <a:pt x="35" y="76"/>
                  </a:cubicBezTo>
                  <a:cubicBezTo>
                    <a:pt x="38" y="79"/>
                    <a:pt x="38" y="79"/>
                    <a:pt x="38" y="79"/>
                  </a:cubicBezTo>
                  <a:cubicBezTo>
                    <a:pt x="37" y="79"/>
                    <a:pt x="37" y="79"/>
                    <a:pt x="37" y="79"/>
                  </a:cubicBezTo>
                  <a:cubicBezTo>
                    <a:pt x="37" y="79"/>
                    <a:pt x="36" y="79"/>
                    <a:pt x="36" y="79"/>
                  </a:cubicBezTo>
                  <a:cubicBezTo>
                    <a:pt x="36" y="79"/>
                    <a:pt x="36" y="79"/>
                    <a:pt x="36" y="79"/>
                  </a:cubicBezTo>
                  <a:cubicBezTo>
                    <a:pt x="33" y="84"/>
                    <a:pt x="33" y="84"/>
                    <a:pt x="33" y="84"/>
                  </a:cubicBezTo>
                  <a:cubicBezTo>
                    <a:pt x="38" y="83"/>
                    <a:pt x="38" y="83"/>
                    <a:pt x="38" y="83"/>
                  </a:cubicBezTo>
                  <a:cubicBezTo>
                    <a:pt x="38" y="83"/>
                    <a:pt x="39" y="82"/>
                    <a:pt x="39" y="82"/>
                  </a:cubicBezTo>
                  <a:cubicBezTo>
                    <a:pt x="39" y="82"/>
                    <a:pt x="39" y="82"/>
                    <a:pt x="39" y="82"/>
                  </a:cubicBezTo>
                  <a:cubicBezTo>
                    <a:pt x="39" y="81"/>
                    <a:pt x="39" y="81"/>
                    <a:pt x="38" y="81"/>
                  </a:cubicBezTo>
                  <a:cubicBezTo>
                    <a:pt x="39" y="81"/>
                    <a:pt x="39" y="81"/>
                    <a:pt x="39" y="81"/>
                  </a:cubicBezTo>
                  <a:cubicBezTo>
                    <a:pt x="40" y="84"/>
                    <a:pt x="40" y="84"/>
                    <a:pt x="40" y="84"/>
                  </a:cubicBezTo>
                  <a:cubicBezTo>
                    <a:pt x="40" y="84"/>
                    <a:pt x="40" y="84"/>
                    <a:pt x="40" y="84"/>
                  </a:cubicBezTo>
                  <a:close/>
                  <a:moveTo>
                    <a:pt x="47" y="97"/>
                  </a:moveTo>
                  <a:cubicBezTo>
                    <a:pt x="46" y="97"/>
                    <a:pt x="45" y="98"/>
                    <a:pt x="44" y="98"/>
                  </a:cubicBezTo>
                  <a:cubicBezTo>
                    <a:pt x="42" y="98"/>
                    <a:pt x="41" y="98"/>
                    <a:pt x="40" y="97"/>
                  </a:cubicBezTo>
                  <a:cubicBezTo>
                    <a:pt x="40" y="96"/>
                    <a:pt x="39" y="95"/>
                    <a:pt x="39" y="94"/>
                  </a:cubicBezTo>
                  <a:cubicBezTo>
                    <a:pt x="39" y="93"/>
                    <a:pt x="40" y="91"/>
                    <a:pt x="41" y="91"/>
                  </a:cubicBezTo>
                  <a:cubicBezTo>
                    <a:pt x="42" y="90"/>
                    <a:pt x="43" y="89"/>
                    <a:pt x="44" y="89"/>
                  </a:cubicBezTo>
                  <a:cubicBezTo>
                    <a:pt x="45" y="89"/>
                    <a:pt x="46" y="89"/>
                    <a:pt x="47" y="90"/>
                  </a:cubicBezTo>
                  <a:cubicBezTo>
                    <a:pt x="48" y="91"/>
                    <a:pt x="49" y="92"/>
                    <a:pt x="49" y="93"/>
                  </a:cubicBezTo>
                  <a:cubicBezTo>
                    <a:pt x="49" y="95"/>
                    <a:pt x="48" y="95"/>
                    <a:pt x="47" y="97"/>
                  </a:cubicBezTo>
                  <a:close/>
                  <a:moveTo>
                    <a:pt x="45" y="96"/>
                  </a:moveTo>
                  <a:cubicBezTo>
                    <a:pt x="46" y="95"/>
                    <a:pt x="47" y="94"/>
                    <a:pt x="47" y="93"/>
                  </a:cubicBezTo>
                  <a:cubicBezTo>
                    <a:pt x="48" y="92"/>
                    <a:pt x="47" y="91"/>
                    <a:pt x="47" y="90"/>
                  </a:cubicBezTo>
                  <a:cubicBezTo>
                    <a:pt x="46" y="90"/>
                    <a:pt x="46" y="89"/>
                    <a:pt x="45" y="90"/>
                  </a:cubicBezTo>
                  <a:cubicBezTo>
                    <a:pt x="44" y="90"/>
                    <a:pt x="44" y="91"/>
                    <a:pt x="43" y="91"/>
                  </a:cubicBezTo>
                  <a:cubicBezTo>
                    <a:pt x="42" y="92"/>
                    <a:pt x="41" y="93"/>
                    <a:pt x="41" y="94"/>
                  </a:cubicBezTo>
                  <a:cubicBezTo>
                    <a:pt x="40" y="95"/>
                    <a:pt x="40" y="96"/>
                    <a:pt x="41" y="97"/>
                  </a:cubicBezTo>
                  <a:cubicBezTo>
                    <a:pt x="42" y="97"/>
                    <a:pt x="42" y="97"/>
                    <a:pt x="43" y="97"/>
                  </a:cubicBezTo>
                  <a:cubicBezTo>
                    <a:pt x="44" y="97"/>
                    <a:pt x="44" y="97"/>
                    <a:pt x="45" y="96"/>
                  </a:cubicBezTo>
                  <a:close/>
                  <a:moveTo>
                    <a:pt x="60" y="97"/>
                  </a:moveTo>
                  <a:cubicBezTo>
                    <a:pt x="59" y="97"/>
                    <a:pt x="59" y="97"/>
                    <a:pt x="59" y="97"/>
                  </a:cubicBezTo>
                  <a:cubicBezTo>
                    <a:pt x="59" y="97"/>
                    <a:pt x="59" y="97"/>
                    <a:pt x="59" y="97"/>
                  </a:cubicBezTo>
                  <a:cubicBezTo>
                    <a:pt x="58" y="97"/>
                    <a:pt x="58" y="97"/>
                    <a:pt x="58" y="96"/>
                  </a:cubicBezTo>
                  <a:cubicBezTo>
                    <a:pt x="58" y="96"/>
                    <a:pt x="58" y="95"/>
                    <a:pt x="58" y="95"/>
                  </a:cubicBezTo>
                  <a:cubicBezTo>
                    <a:pt x="58" y="95"/>
                    <a:pt x="58" y="95"/>
                    <a:pt x="58" y="95"/>
                  </a:cubicBezTo>
                  <a:cubicBezTo>
                    <a:pt x="58" y="94"/>
                    <a:pt x="57" y="94"/>
                    <a:pt x="56" y="95"/>
                  </a:cubicBezTo>
                  <a:cubicBezTo>
                    <a:pt x="54" y="97"/>
                    <a:pt x="54" y="97"/>
                    <a:pt x="54" y="97"/>
                  </a:cubicBezTo>
                  <a:cubicBezTo>
                    <a:pt x="56" y="99"/>
                    <a:pt x="56" y="99"/>
                    <a:pt x="56" y="99"/>
                  </a:cubicBezTo>
                  <a:cubicBezTo>
                    <a:pt x="56" y="99"/>
                    <a:pt x="56" y="99"/>
                    <a:pt x="56" y="99"/>
                  </a:cubicBezTo>
                  <a:cubicBezTo>
                    <a:pt x="54" y="97"/>
                    <a:pt x="54" y="97"/>
                    <a:pt x="54" y="97"/>
                  </a:cubicBezTo>
                  <a:cubicBezTo>
                    <a:pt x="50" y="103"/>
                    <a:pt x="50" y="103"/>
                    <a:pt x="50" y="103"/>
                  </a:cubicBezTo>
                  <a:cubicBezTo>
                    <a:pt x="49" y="103"/>
                    <a:pt x="49" y="104"/>
                    <a:pt x="50" y="105"/>
                  </a:cubicBezTo>
                  <a:cubicBezTo>
                    <a:pt x="50" y="105"/>
                    <a:pt x="50" y="105"/>
                    <a:pt x="50" y="105"/>
                  </a:cubicBezTo>
                  <a:cubicBezTo>
                    <a:pt x="46" y="102"/>
                    <a:pt x="46" y="102"/>
                    <a:pt x="46" y="102"/>
                  </a:cubicBezTo>
                  <a:cubicBezTo>
                    <a:pt x="46" y="101"/>
                    <a:pt x="46" y="101"/>
                    <a:pt x="46" y="101"/>
                  </a:cubicBezTo>
                  <a:cubicBezTo>
                    <a:pt x="47" y="102"/>
                    <a:pt x="48" y="102"/>
                    <a:pt x="48" y="101"/>
                  </a:cubicBezTo>
                  <a:cubicBezTo>
                    <a:pt x="52" y="96"/>
                    <a:pt x="52" y="96"/>
                    <a:pt x="52" y="96"/>
                  </a:cubicBezTo>
                  <a:cubicBezTo>
                    <a:pt x="51" y="95"/>
                    <a:pt x="51" y="95"/>
                    <a:pt x="51" y="95"/>
                  </a:cubicBezTo>
                  <a:cubicBezTo>
                    <a:pt x="52" y="95"/>
                    <a:pt x="52" y="95"/>
                    <a:pt x="52" y="95"/>
                  </a:cubicBezTo>
                  <a:cubicBezTo>
                    <a:pt x="53" y="96"/>
                    <a:pt x="53" y="96"/>
                    <a:pt x="53" y="96"/>
                  </a:cubicBezTo>
                  <a:cubicBezTo>
                    <a:pt x="53" y="95"/>
                    <a:pt x="53" y="95"/>
                    <a:pt x="53" y="95"/>
                  </a:cubicBezTo>
                  <a:cubicBezTo>
                    <a:pt x="54" y="95"/>
                    <a:pt x="55" y="94"/>
                    <a:pt x="56" y="94"/>
                  </a:cubicBezTo>
                  <a:cubicBezTo>
                    <a:pt x="57" y="94"/>
                    <a:pt x="58" y="94"/>
                    <a:pt x="59" y="95"/>
                  </a:cubicBezTo>
                  <a:cubicBezTo>
                    <a:pt x="59" y="95"/>
                    <a:pt x="60" y="95"/>
                    <a:pt x="60" y="96"/>
                  </a:cubicBezTo>
                  <a:cubicBezTo>
                    <a:pt x="60" y="96"/>
                    <a:pt x="60" y="96"/>
                    <a:pt x="60" y="97"/>
                  </a:cubicBezTo>
                  <a:close/>
                  <a:moveTo>
                    <a:pt x="65" y="111"/>
                  </a:moveTo>
                  <a:cubicBezTo>
                    <a:pt x="64" y="113"/>
                    <a:pt x="63" y="113"/>
                    <a:pt x="62" y="113"/>
                  </a:cubicBezTo>
                  <a:cubicBezTo>
                    <a:pt x="61" y="113"/>
                    <a:pt x="60" y="113"/>
                    <a:pt x="59" y="112"/>
                  </a:cubicBezTo>
                  <a:cubicBezTo>
                    <a:pt x="58" y="112"/>
                    <a:pt x="58" y="111"/>
                    <a:pt x="58" y="111"/>
                  </a:cubicBezTo>
                  <a:cubicBezTo>
                    <a:pt x="57" y="111"/>
                    <a:pt x="57" y="110"/>
                    <a:pt x="57" y="110"/>
                  </a:cubicBezTo>
                  <a:cubicBezTo>
                    <a:pt x="56" y="109"/>
                    <a:pt x="56" y="110"/>
                    <a:pt x="56" y="110"/>
                  </a:cubicBezTo>
                  <a:cubicBezTo>
                    <a:pt x="56" y="109"/>
                    <a:pt x="56" y="109"/>
                    <a:pt x="56" y="109"/>
                  </a:cubicBezTo>
                  <a:cubicBezTo>
                    <a:pt x="58" y="105"/>
                    <a:pt x="58" y="105"/>
                    <a:pt x="58" y="105"/>
                  </a:cubicBezTo>
                  <a:cubicBezTo>
                    <a:pt x="58" y="106"/>
                    <a:pt x="58" y="106"/>
                    <a:pt x="58" y="106"/>
                  </a:cubicBezTo>
                  <a:cubicBezTo>
                    <a:pt x="57" y="108"/>
                    <a:pt x="58" y="110"/>
                    <a:pt x="59" y="111"/>
                  </a:cubicBezTo>
                  <a:cubicBezTo>
                    <a:pt x="60" y="112"/>
                    <a:pt x="60" y="112"/>
                    <a:pt x="61" y="112"/>
                  </a:cubicBezTo>
                  <a:cubicBezTo>
                    <a:pt x="62" y="112"/>
                    <a:pt x="62" y="111"/>
                    <a:pt x="62" y="111"/>
                  </a:cubicBezTo>
                  <a:cubicBezTo>
                    <a:pt x="63" y="110"/>
                    <a:pt x="63" y="109"/>
                    <a:pt x="62" y="107"/>
                  </a:cubicBezTo>
                  <a:cubicBezTo>
                    <a:pt x="62" y="105"/>
                    <a:pt x="62" y="105"/>
                    <a:pt x="62" y="105"/>
                  </a:cubicBezTo>
                  <a:cubicBezTo>
                    <a:pt x="61" y="104"/>
                    <a:pt x="61" y="102"/>
                    <a:pt x="62" y="101"/>
                  </a:cubicBezTo>
                  <a:cubicBezTo>
                    <a:pt x="62" y="100"/>
                    <a:pt x="63" y="100"/>
                    <a:pt x="64" y="99"/>
                  </a:cubicBezTo>
                  <a:cubicBezTo>
                    <a:pt x="65" y="99"/>
                    <a:pt x="66" y="99"/>
                    <a:pt x="67" y="100"/>
                  </a:cubicBezTo>
                  <a:cubicBezTo>
                    <a:pt x="67" y="101"/>
                    <a:pt x="68" y="101"/>
                    <a:pt x="68" y="101"/>
                  </a:cubicBezTo>
                  <a:cubicBezTo>
                    <a:pt x="68" y="102"/>
                    <a:pt x="68" y="102"/>
                    <a:pt x="69" y="102"/>
                  </a:cubicBezTo>
                  <a:cubicBezTo>
                    <a:pt x="69" y="102"/>
                    <a:pt x="69" y="102"/>
                    <a:pt x="70" y="102"/>
                  </a:cubicBezTo>
                  <a:cubicBezTo>
                    <a:pt x="70" y="103"/>
                    <a:pt x="70" y="103"/>
                    <a:pt x="70" y="103"/>
                  </a:cubicBezTo>
                  <a:cubicBezTo>
                    <a:pt x="68" y="107"/>
                    <a:pt x="68" y="107"/>
                    <a:pt x="68" y="107"/>
                  </a:cubicBezTo>
                  <a:cubicBezTo>
                    <a:pt x="67" y="106"/>
                    <a:pt x="67" y="106"/>
                    <a:pt x="67" y="106"/>
                  </a:cubicBezTo>
                  <a:cubicBezTo>
                    <a:pt x="68" y="104"/>
                    <a:pt x="68" y="102"/>
                    <a:pt x="66" y="101"/>
                  </a:cubicBezTo>
                  <a:cubicBezTo>
                    <a:pt x="66" y="101"/>
                    <a:pt x="65" y="101"/>
                    <a:pt x="64" y="101"/>
                  </a:cubicBezTo>
                  <a:cubicBezTo>
                    <a:pt x="64" y="101"/>
                    <a:pt x="64" y="101"/>
                    <a:pt x="63" y="101"/>
                  </a:cubicBezTo>
                  <a:cubicBezTo>
                    <a:pt x="63" y="102"/>
                    <a:pt x="63" y="102"/>
                    <a:pt x="63" y="103"/>
                  </a:cubicBezTo>
                  <a:cubicBezTo>
                    <a:pt x="63" y="103"/>
                    <a:pt x="63" y="104"/>
                    <a:pt x="64" y="105"/>
                  </a:cubicBezTo>
                  <a:cubicBezTo>
                    <a:pt x="64" y="107"/>
                    <a:pt x="64" y="107"/>
                    <a:pt x="64" y="107"/>
                  </a:cubicBezTo>
                  <a:cubicBezTo>
                    <a:pt x="66" y="109"/>
                    <a:pt x="66" y="111"/>
                    <a:pt x="65" y="111"/>
                  </a:cubicBezTo>
                  <a:close/>
                  <a:moveTo>
                    <a:pt x="74" y="117"/>
                  </a:moveTo>
                  <a:cubicBezTo>
                    <a:pt x="73" y="118"/>
                    <a:pt x="72" y="119"/>
                    <a:pt x="71" y="119"/>
                  </a:cubicBezTo>
                  <a:cubicBezTo>
                    <a:pt x="70" y="119"/>
                    <a:pt x="69" y="119"/>
                    <a:pt x="68" y="118"/>
                  </a:cubicBezTo>
                  <a:cubicBezTo>
                    <a:pt x="68" y="118"/>
                    <a:pt x="67" y="117"/>
                    <a:pt x="67" y="116"/>
                  </a:cubicBezTo>
                  <a:cubicBezTo>
                    <a:pt x="66" y="115"/>
                    <a:pt x="67" y="113"/>
                    <a:pt x="68" y="112"/>
                  </a:cubicBezTo>
                  <a:cubicBezTo>
                    <a:pt x="68" y="111"/>
                    <a:pt x="69" y="110"/>
                    <a:pt x="70" y="110"/>
                  </a:cubicBezTo>
                  <a:cubicBezTo>
                    <a:pt x="72" y="109"/>
                    <a:pt x="73" y="109"/>
                    <a:pt x="74" y="110"/>
                  </a:cubicBezTo>
                  <a:cubicBezTo>
                    <a:pt x="75" y="111"/>
                    <a:pt x="75" y="111"/>
                    <a:pt x="76" y="112"/>
                  </a:cubicBezTo>
                  <a:cubicBezTo>
                    <a:pt x="76" y="113"/>
                    <a:pt x="76" y="113"/>
                    <a:pt x="76" y="113"/>
                  </a:cubicBezTo>
                  <a:cubicBezTo>
                    <a:pt x="76" y="114"/>
                    <a:pt x="75" y="114"/>
                    <a:pt x="75" y="114"/>
                  </a:cubicBezTo>
                  <a:cubicBezTo>
                    <a:pt x="75" y="114"/>
                    <a:pt x="75" y="114"/>
                    <a:pt x="74" y="114"/>
                  </a:cubicBezTo>
                  <a:cubicBezTo>
                    <a:pt x="74" y="114"/>
                    <a:pt x="74" y="113"/>
                    <a:pt x="74" y="113"/>
                  </a:cubicBezTo>
                  <a:cubicBezTo>
                    <a:pt x="74" y="113"/>
                    <a:pt x="74" y="113"/>
                    <a:pt x="74" y="113"/>
                  </a:cubicBezTo>
                  <a:cubicBezTo>
                    <a:pt x="74" y="112"/>
                    <a:pt x="74" y="112"/>
                    <a:pt x="74" y="111"/>
                  </a:cubicBezTo>
                  <a:cubicBezTo>
                    <a:pt x="74" y="111"/>
                    <a:pt x="74" y="111"/>
                    <a:pt x="73" y="111"/>
                  </a:cubicBezTo>
                  <a:cubicBezTo>
                    <a:pt x="72" y="110"/>
                    <a:pt x="72" y="110"/>
                    <a:pt x="70" y="111"/>
                  </a:cubicBezTo>
                  <a:cubicBezTo>
                    <a:pt x="70" y="111"/>
                    <a:pt x="69" y="111"/>
                    <a:pt x="69" y="112"/>
                  </a:cubicBezTo>
                  <a:cubicBezTo>
                    <a:pt x="68" y="113"/>
                    <a:pt x="68" y="114"/>
                    <a:pt x="68" y="115"/>
                  </a:cubicBezTo>
                  <a:cubicBezTo>
                    <a:pt x="68" y="116"/>
                    <a:pt x="68" y="117"/>
                    <a:pt x="69" y="117"/>
                  </a:cubicBezTo>
                  <a:cubicBezTo>
                    <a:pt x="71" y="118"/>
                    <a:pt x="72" y="118"/>
                    <a:pt x="74" y="117"/>
                  </a:cubicBezTo>
                  <a:cubicBezTo>
                    <a:pt x="74" y="117"/>
                    <a:pt x="74" y="117"/>
                    <a:pt x="74" y="117"/>
                  </a:cubicBezTo>
                  <a:close/>
                  <a:moveTo>
                    <a:pt x="83" y="111"/>
                  </a:moveTo>
                  <a:cubicBezTo>
                    <a:pt x="83" y="111"/>
                    <a:pt x="82" y="111"/>
                    <a:pt x="82" y="111"/>
                  </a:cubicBezTo>
                  <a:cubicBezTo>
                    <a:pt x="82" y="111"/>
                    <a:pt x="82" y="111"/>
                    <a:pt x="81" y="111"/>
                  </a:cubicBezTo>
                  <a:cubicBezTo>
                    <a:pt x="81" y="111"/>
                    <a:pt x="81" y="111"/>
                    <a:pt x="81" y="111"/>
                  </a:cubicBezTo>
                  <a:cubicBezTo>
                    <a:pt x="81" y="110"/>
                    <a:pt x="81" y="110"/>
                    <a:pt x="81" y="110"/>
                  </a:cubicBezTo>
                  <a:cubicBezTo>
                    <a:pt x="81" y="109"/>
                    <a:pt x="81" y="109"/>
                    <a:pt x="82" y="109"/>
                  </a:cubicBezTo>
                  <a:cubicBezTo>
                    <a:pt x="82" y="109"/>
                    <a:pt x="82" y="109"/>
                    <a:pt x="82" y="109"/>
                  </a:cubicBezTo>
                  <a:cubicBezTo>
                    <a:pt x="83" y="109"/>
                    <a:pt x="83" y="110"/>
                    <a:pt x="83" y="110"/>
                  </a:cubicBezTo>
                  <a:cubicBezTo>
                    <a:pt x="83" y="111"/>
                    <a:pt x="83" y="111"/>
                    <a:pt x="83" y="111"/>
                  </a:cubicBezTo>
                  <a:close/>
                  <a:moveTo>
                    <a:pt x="78" y="123"/>
                  </a:moveTo>
                  <a:cubicBezTo>
                    <a:pt x="74" y="121"/>
                    <a:pt x="74" y="121"/>
                    <a:pt x="74" y="121"/>
                  </a:cubicBezTo>
                  <a:cubicBezTo>
                    <a:pt x="74" y="121"/>
                    <a:pt x="74" y="121"/>
                    <a:pt x="74" y="121"/>
                  </a:cubicBezTo>
                  <a:cubicBezTo>
                    <a:pt x="75" y="121"/>
                    <a:pt x="76" y="121"/>
                    <a:pt x="76" y="120"/>
                  </a:cubicBezTo>
                  <a:cubicBezTo>
                    <a:pt x="78" y="115"/>
                    <a:pt x="78" y="115"/>
                    <a:pt x="78" y="115"/>
                  </a:cubicBezTo>
                  <a:cubicBezTo>
                    <a:pt x="79" y="115"/>
                    <a:pt x="79" y="114"/>
                    <a:pt x="78" y="114"/>
                  </a:cubicBezTo>
                  <a:cubicBezTo>
                    <a:pt x="78" y="114"/>
                    <a:pt x="78" y="114"/>
                    <a:pt x="78" y="114"/>
                  </a:cubicBezTo>
                  <a:cubicBezTo>
                    <a:pt x="78" y="113"/>
                    <a:pt x="78" y="113"/>
                    <a:pt x="78" y="113"/>
                  </a:cubicBezTo>
                  <a:cubicBezTo>
                    <a:pt x="81" y="114"/>
                    <a:pt x="81" y="114"/>
                    <a:pt x="81" y="114"/>
                  </a:cubicBezTo>
                  <a:cubicBezTo>
                    <a:pt x="78" y="121"/>
                    <a:pt x="78" y="121"/>
                    <a:pt x="78" y="121"/>
                  </a:cubicBezTo>
                  <a:cubicBezTo>
                    <a:pt x="77" y="122"/>
                    <a:pt x="78" y="123"/>
                    <a:pt x="78" y="123"/>
                  </a:cubicBezTo>
                  <a:cubicBezTo>
                    <a:pt x="78" y="123"/>
                    <a:pt x="78" y="123"/>
                    <a:pt x="78" y="123"/>
                  </a:cubicBezTo>
                  <a:close/>
                  <a:moveTo>
                    <a:pt x="89" y="124"/>
                  </a:moveTo>
                  <a:cubicBezTo>
                    <a:pt x="88" y="125"/>
                    <a:pt x="87" y="125"/>
                    <a:pt x="86" y="126"/>
                  </a:cubicBezTo>
                  <a:cubicBezTo>
                    <a:pt x="85" y="126"/>
                    <a:pt x="84" y="126"/>
                    <a:pt x="84" y="126"/>
                  </a:cubicBezTo>
                  <a:cubicBezTo>
                    <a:pt x="82" y="125"/>
                    <a:pt x="82" y="125"/>
                    <a:pt x="82" y="124"/>
                  </a:cubicBezTo>
                  <a:cubicBezTo>
                    <a:pt x="81" y="123"/>
                    <a:pt x="81" y="121"/>
                    <a:pt x="82" y="120"/>
                  </a:cubicBezTo>
                  <a:cubicBezTo>
                    <a:pt x="82" y="119"/>
                    <a:pt x="83" y="118"/>
                    <a:pt x="84" y="117"/>
                  </a:cubicBezTo>
                  <a:cubicBezTo>
                    <a:pt x="85" y="117"/>
                    <a:pt x="86" y="117"/>
                    <a:pt x="87" y="117"/>
                  </a:cubicBezTo>
                  <a:cubicBezTo>
                    <a:pt x="88" y="118"/>
                    <a:pt x="89" y="119"/>
                    <a:pt x="89" y="119"/>
                  </a:cubicBezTo>
                  <a:cubicBezTo>
                    <a:pt x="90" y="120"/>
                    <a:pt x="90" y="121"/>
                    <a:pt x="89" y="122"/>
                  </a:cubicBezTo>
                  <a:cubicBezTo>
                    <a:pt x="83" y="119"/>
                    <a:pt x="83" y="119"/>
                    <a:pt x="83" y="119"/>
                  </a:cubicBezTo>
                  <a:cubicBezTo>
                    <a:pt x="83" y="121"/>
                    <a:pt x="83" y="122"/>
                    <a:pt x="83" y="123"/>
                  </a:cubicBezTo>
                  <a:cubicBezTo>
                    <a:pt x="83" y="124"/>
                    <a:pt x="84" y="124"/>
                    <a:pt x="84" y="125"/>
                  </a:cubicBezTo>
                  <a:cubicBezTo>
                    <a:pt x="85" y="125"/>
                    <a:pt x="86" y="125"/>
                    <a:pt x="86" y="125"/>
                  </a:cubicBezTo>
                  <a:cubicBezTo>
                    <a:pt x="88" y="125"/>
                    <a:pt x="88" y="124"/>
                    <a:pt x="89" y="124"/>
                  </a:cubicBezTo>
                  <a:cubicBezTo>
                    <a:pt x="89" y="124"/>
                    <a:pt x="89" y="124"/>
                    <a:pt x="89" y="124"/>
                  </a:cubicBezTo>
                  <a:close/>
                  <a:moveTo>
                    <a:pt x="88" y="120"/>
                  </a:moveTo>
                  <a:cubicBezTo>
                    <a:pt x="88" y="119"/>
                    <a:pt x="88" y="118"/>
                    <a:pt x="87" y="117"/>
                  </a:cubicBezTo>
                  <a:cubicBezTo>
                    <a:pt x="86" y="117"/>
                    <a:pt x="84" y="117"/>
                    <a:pt x="84" y="119"/>
                  </a:cubicBezTo>
                  <a:cubicBezTo>
                    <a:pt x="88" y="120"/>
                    <a:pt x="88" y="120"/>
                    <a:pt x="88" y="120"/>
                  </a:cubicBezTo>
                  <a:close/>
                  <a:moveTo>
                    <a:pt x="98" y="131"/>
                  </a:moveTo>
                  <a:cubicBezTo>
                    <a:pt x="94" y="129"/>
                    <a:pt x="94" y="129"/>
                    <a:pt x="94" y="129"/>
                  </a:cubicBezTo>
                  <a:cubicBezTo>
                    <a:pt x="94" y="129"/>
                    <a:pt x="94" y="129"/>
                    <a:pt x="94" y="129"/>
                  </a:cubicBezTo>
                  <a:cubicBezTo>
                    <a:pt x="95" y="129"/>
                    <a:pt x="96" y="129"/>
                    <a:pt x="96" y="128"/>
                  </a:cubicBezTo>
                  <a:cubicBezTo>
                    <a:pt x="98" y="123"/>
                    <a:pt x="98" y="123"/>
                    <a:pt x="98" y="123"/>
                  </a:cubicBezTo>
                  <a:cubicBezTo>
                    <a:pt x="98" y="123"/>
                    <a:pt x="98" y="123"/>
                    <a:pt x="98" y="122"/>
                  </a:cubicBezTo>
                  <a:cubicBezTo>
                    <a:pt x="98" y="122"/>
                    <a:pt x="97" y="122"/>
                    <a:pt x="97" y="121"/>
                  </a:cubicBezTo>
                  <a:cubicBezTo>
                    <a:pt x="96" y="121"/>
                    <a:pt x="95" y="121"/>
                    <a:pt x="94" y="122"/>
                  </a:cubicBezTo>
                  <a:cubicBezTo>
                    <a:pt x="93" y="127"/>
                    <a:pt x="93" y="127"/>
                    <a:pt x="93" y="127"/>
                  </a:cubicBezTo>
                  <a:cubicBezTo>
                    <a:pt x="92" y="128"/>
                    <a:pt x="93" y="129"/>
                    <a:pt x="94" y="129"/>
                  </a:cubicBezTo>
                  <a:cubicBezTo>
                    <a:pt x="94" y="129"/>
                    <a:pt x="94" y="129"/>
                    <a:pt x="94" y="129"/>
                  </a:cubicBezTo>
                  <a:cubicBezTo>
                    <a:pt x="90" y="128"/>
                    <a:pt x="90" y="128"/>
                    <a:pt x="90" y="128"/>
                  </a:cubicBezTo>
                  <a:cubicBezTo>
                    <a:pt x="90" y="127"/>
                    <a:pt x="90" y="127"/>
                    <a:pt x="90" y="127"/>
                  </a:cubicBezTo>
                  <a:cubicBezTo>
                    <a:pt x="90" y="128"/>
                    <a:pt x="91" y="127"/>
                    <a:pt x="91" y="127"/>
                  </a:cubicBezTo>
                  <a:cubicBezTo>
                    <a:pt x="93" y="121"/>
                    <a:pt x="93" y="121"/>
                    <a:pt x="93" y="121"/>
                  </a:cubicBezTo>
                  <a:cubicBezTo>
                    <a:pt x="93" y="121"/>
                    <a:pt x="93" y="121"/>
                    <a:pt x="93" y="121"/>
                  </a:cubicBezTo>
                  <a:cubicBezTo>
                    <a:pt x="93" y="121"/>
                    <a:pt x="93" y="120"/>
                    <a:pt x="92" y="120"/>
                  </a:cubicBezTo>
                  <a:cubicBezTo>
                    <a:pt x="92" y="120"/>
                    <a:pt x="92" y="120"/>
                    <a:pt x="92" y="120"/>
                  </a:cubicBezTo>
                  <a:cubicBezTo>
                    <a:pt x="96" y="120"/>
                    <a:pt x="96" y="120"/>
                    <a:pt x="96" y="120"/>
                  </a:cubicBezTo>
                  <a:cubicBezTo>
                    <a:pt x="95" y="121"/>
                    <a:pt x="95" y="121"/>
                    <a:pt x="95" y="121"/>
                  </a:cubicBezTo>
                  <a:cubicBezTo>
                    <a:pt x="96" y="121"/>
                    <a:pt x="98" y="121"/>
                    <a:pt x="99" y="121"/>
                  </a:cubicBezTo>
                  <a:cubicBezTo>
                    <a:pt x="100" y="121"/>
                    <a:pt x="101" y="123"/>
                    <a:pt x="100" y="125"/>
                  </a:cubicBezTo>
                  <a:cubicBezTo>
                    <a:pt x="98" y="129"/>
                    <a:pt x="98" y="129"/>
                    <a:pt x="98" y="129"/>
                  </a:cubicBezTo>
                  <a:cubicBezTo>
                    <a:pt x="98" y="130"/>
                    <a:pt x="98" y="131"/>
                    <a:pt x="98" y="131"/>
                  </a:cubicBezTo>
                  <a:cubicBezTo>
                    <a:pt x="98" y="131"/>
                    <a:pt x="98" y="131"/>
                    <a:pt x="98" y="131"/>
                  </a:cubicBezTo>
                  <a:close/>
                  <a:moveTo>
                    <a:pt x="109" y="130"/>
                  </a:moveTo>
                  <a:cubicBezTo>
                    <a:pt x="108" y="131"/>
                    <a:pt x="107" y="132"/>
                    <a:pt x="107" y="132"/>
                  </a:cubicBezTo>
                  <a:cubicBezTo>
                    <a:pt x="106" y="133"/>
                    <a:pt x="105" y="133"/>
                    <a:pt x="104" y="133"/>
                  </a:cubicBezTo>
                  <a:cubicBezTo>
                    <a:pt x="103" y="132"/>
                    <a:pt x="102" y="132"/>
                    <a:pt x="102" y="131"/>
                  </a:cubicBezTo>
                  <a:cubicBezTo>
                    <a:pt x="101" y="129"/>
                    <a:pt x="101" y="128"/>
                    <a:pt x="101" y="127"/>
                  </a:cubicBezTo>
                  <a:cubicBezTo>
                    <a:pt x="102" y="126"/>
                    <a:pt x="102" y="125"/>
                    <a:pt x="103" y="124"/>
                  </a:cubicBezTo>
                  <a:cubicBezTo>
                    <a:pt x="104" y="123"/>
                    <a:pt x="106" y="123"/>
                    <a:pt x="107" y="123"/>
                  </a:cubicBezTo>
                  <a:cubicBezTo>
                    <a:pt x="108" y="123"/>
                    <a:pt x="108" y="123"/>
                    <a:pt x="109" y="124"/>
                  </a:cubicBezTo>
                  <a:cubicBezTo>
                    <a:pt x="109" y="125"/>
                    <a:pt x="110" y="125"/>
                    <a:pt x="109" y="126"/>
                  </a:cubicBezTo>
                  <a:cubicBezTo>
                    <a:pt x="109" y="126"/>
                    <a:pt x="109" y="126"/>
                    <a:pt x="109" y="126"/>
                  </a:cubicBezTo>
                  <a:cubicBezTo>
                    <a:pt x="108" y="126"/>
                    <a:pt x="108" y="126"/>
                    <a:pt x="108" y="126"/>
                  </a:cubicBezTo>
                  <a:cubicBezTo>
                    <a:pt x="108" y="126"/>
                    <a:pt x="108" y="126"/>
                    <a:pt x="108" y="126"/>
                  </a:cubicBezTo>
                  <a:cubicBezTo>
                    <a:pt x="108" y="125"/>
                    <a:pt x="108" y="125"/>
                    <a:pt x="108" y="125"/>
                  </a:cubicBezTo>
                  <a:cubicBezTo>
                    <a:pt x="108" y="125"/>
                    <a:pt x="108" y="124"/>
                    <a:pt x="108" y="124"/>
                  </a:cubicBezTo>
                  <a:cubicBezTo>
                    <a:pt x="107" y="123"/>
                    <a:pt x="107" y="123"/>
                    <a:pt x="107" y="123"/>
                  </a:cubicBezTo>
                  <a:cubicBezTo>
                    <a:pt x="106" y="123"/>
                    <a:pt x="105" y="123"/>
                    <a:pt x="104" y="124"/>
                  </a:cubicBezTo>
                  <a:cubicBezTo>
                    <a:pt x="104" y="124"/>
                    <a:pt x="104" y="125"/>
                    <a:pt x="103" y="126"/>
                  </a:cubicBezTo>
                  <a:cubicBezTo>
                    <a:pt x="103" y="127"/>
                    <a:pt x="103" y="128"/>
                    <a:pt x="104" y="129"/>
                  </a:cubicBezTo>
                  <a:cubicBezTo>
                    <a:pt x="104" y="129"/>
                    <a:pt x="105" y="130"/>
                    <a:pt x="106" y="130"/>
                  </a:cubicBezTo>
                  <a:cubicBezTo>
                    <a:pt x="106" y="131"/>
                    <a:pt x="107" y="131"/>
                    <a:pt x="109" y="130"/>
                  </a:cubicBezTo>
                  <a:cubicBezTo>
                    <a:pt x="109" y="130"/>
                    <a:pt x="109" y="130"/>
                    <a:pt x="109" y="130"/>
                  </a:cubicBezTo>
                  <a:close/>
                  <a:moveTo>
                    <a:pt x="119" y="132"/>
                  </a:moveTo>
                  <a:cubicBezTo>
                    <a:pt x="118" y="133"/>
                    <a:pt x="118" y="133"/>
                    <a:pt x="117" y="134"/>
                  </a:cubicBezTo>
                  <a:cubicBezTo>
                    <a:pt x="116" y="134"/>
                    <a:pt x="115" y="135"/>
                    <a:pt x="114" y="134"/>
                  </a:cubicBezTo>
                  <a:cubicBezTo>
                    <a:pt x="113" y="134"/>
                    <a:pt x="112" y="133"/>
                    <a:pt x="112" y="133"/>
                  </a:cubicBezTo>
                  <a:cubicBezTo>
                    <a:pt x="111" y="131"/>
                    <a:pt x="111" y="130"/>
                    <a:pt x="111" y="129"/>
                  </a:cubicBezTo>
                  <a:cubicBezTo>
                    <a:pt x="112" y="128"/>
                    <a:pt x="112" y="127"/>
                    <a:pt x="113" y="126"/>
                  </a:cubicBezTo>
                  <a:cubicBezTo>
                    <a:pt x="114" y="125"/>
                    <a:pt x="115" y="125"/>
                    <a:pt x="116" y="125"/>
                  </a:cubicBezTo>
                  <a:cubicBezTo>
                    <a:pt x="118" y="125"/>
                    <a:pt x="118" y="126"/>
                    <a:pt x="119" y="127"/>
                  </a:cubicBezTo>
                  <a:cubicBezTo>
                    <a:pt x="119" y="127"/>
                    <a:pt x="120" y="128"/>
                    <a:pt x="119" y="129"/>
                  </a:cubicBezTo>
                  <a:cubicBezTo>
                    <a:pt x="113" y="128"/>
                    <a:pt x="113" y="128"/>
                    <a:pt x="113" y="128"/>
                  </a:cubicBezTo>
                  <a:cubicBezTo>
                    <a:pt x="112" y="129"/>
                    <a:pt x="113" y="131"/>
                    <a:pt x="113" y="131"/>
                  </a:cubicBezTo>
                  <a:cubicBezTo>
                    <a:pt x="114" y="132"/>
                    <a:pt x="114" y="133"/>
                    <a:pt x="115" y="133"/>
                  </a:cubicBezTo>
                  <a:cubicBezTo>
                    <a:pt x="116" y="133"/>
                    <a:pt x="116" y="133"/>
                    <a:pt x="117" y="133"/>
                  </a:cubicBezTo>
                  <a:cubicBezTo>
                    <a:pt x="118" y="133"/>
                    <a:pt x="118" y="132"/>
                    <a:pt x="119" y="132"/>
                  </a:cubicBezTo>
                  <a:cubicBezTo>
                    <a:pt x="119" y="132"/>
                    <a:pt x="119" y="132"/>
                    <a:pt x="119" y="132"/>
                  </a:cubicBezTo>
                  <a:close/>
                  <a:moveTo>
                    <a:pt x="117" y="129"/>
                  </a:moveTo>
                  <a:cubicBezTo>
                    <a:pt x="117" y="127"/>
                    <a:pt x="116" y="126"/>
                    <a:pt x="115" y="126"/>
                  </a:cubicBezTo>
                  <a:cubicBezTo>
                    <a:pt x="114" y="125"/>
                    <a:pt x="113" y="126"/>
                    <a:pt x="112" y="128"/>
                  </a:cubicBezTo>
                  <a:cubicBezTo>
                    <a:pt x="117" y="129"/>
                    <a:pt x="117" y="129"/>
                    <a:pt x="117" y="129"/>
                  </a:cubicBezTo>
                  <a:close/>
                  <a:moveTo>
                    <a:pt x="133" y="135"/>
                  </a:moveTo>
                  <a:cubicBezTo>
                    <a:pt x="132" y="136"/>
                    <a:pt x="132" y="136"/>
                    <a:pt x="132" y="136"/>
                  </a:cubicBezTo>
                  <a:cubicBezTo>
                    <a:pt x="132" y="137"/>
                    <a:pt x="131" y="137"/>
                    <a:pt x="131" y="137"/>
                  </a:cubicBezTo>
                  <a:cubicBezTo>
                    <a:pt x="130" y="137"/>
                    <a:pt x="130" y="136"/>
                    <a:pt x="130" y="135"/>
                  </a:cubicBezTo>
                  <a:cubicBezTo>
                    <a:pt x="130" y="135"/>
                    <a:pt x="129" y="136"/>
                    <a:pt x="128" y="136"/>
                  </a:cubicBezTo>
                  <a:cubicBezTo>
                    <a:pt x="128" y="136"/>
                    <a:pt x="127" y="136"/>
                    <a:pt x="127" y="136"/>
                  </a:cubicBezTo>
                  <a:cubicBezTo>
                    <a:pt x="126" y="136"/>
                    <a:pt x="126" y="136"/>
                    <a:pt x="125" y="135"/>
                  </a:cubicBezTo>
                  <a:cubicBezTo>
                    <a:pt x="125" y="135"/>
                    <a:pt x="125" y="135"/>
                    <a:pt x="125" y="134"/>
                  </a:cubicBezTo>
                  <a:cubicBezTo>
                    <a:pt x="125" y="133"/>
                    <a:pt x="126" y="132"/>
                    <a:pt x="127" y="131"/>
                  </a:cubicBezTo>
                  <a:cubicBezTo>
                    <a:pt x="128" y="131"/>
                    <a:pt x="129" y="130"/>
                    <a:pt x="130" y="130"/>
                  </a:cubicBezTo>
                  <a:cubicBezTo>
                    <a:pt x="130" y="129"/>
                    <a:pt x="130" y="129"/>
                    <a:pt x="130" y="129"/>
                  </a:cubicBezTo>
                  <a:cubicBezTo>
                    <a:pt x="130" y="128"/>
                    <a:pt x="130" y="127"/>
                    <a:pt x="129" y="127"/>
                  </a:cubicBezTo>
                  <a:cubicBezTo>
                    <a:pt x="128" y="127"/>
                    <a:pt x="128" y="127"/>
                    <a:pt x="128" y="128"/>
                  </a:cubicBezTo>
                  <a:cubicBezTo>
                    <a:pt x="128" y="128"/>
                    <a:pt x="128" y="128"/>
                    <a:pt x="128" y="128"/>
                  </a:cubicBezTo>
                  <a:cubicBezTo>
                    <a:pt x="128" y="129"/>
                    <a:pt x="128" y="129"/>
                    <a:pt x="128" y="129"/>
                  </a:cubicBezTo>
                  <a:cubicBezTo>
                    <a:pt x="128" y="129"/>
                    <a:pt x="128" y="129"/>
                    <a:pt x="127" y="129"/>
                  </a:cubicBezTo>
                  <a:cubicBezTo>
                    <a:pt x="127" y="130"/>
                    <a:pt x="127" y="130"/>
                    <a:pt x="126" y="130"/>
                  </a:cubicBezTo>
                  <a:cubicBezTo>
                    <a:pt x="126" y="130"/>
                    <a:pt x="126" y="130"/>
                    <a:pt x="126" y="129"/>
                  </a:cubicBezTo>
                  <a:cubicBezTo>
                    <a:pt x="125" y="129"/>
                    <a:pt x="125" y="129"/>
                    <a:pt x="126" y="129"/>
                  </a:cubicBezTo>
                  <a:cubicBezTo>
                    <a:pt x="126" y="128"/>
                    <a:pt x="126" y="128"/>
                    <a:pt x="127" y="127"/>
                  </a:cubicBezTo>
                  <a:cubicBezTo>
                    <a:pt x="128" y="127"/>
                    <a:pt x="128" y="127"/>
                    <a:pt x="129" y="127"/>
                  </a:cubicBezTo>
                  <a:cubicBezTo>
                    <a:pt x="130" y="127"/>
                    <a:pt x="131" y="127"/>
                    <a:pt x="132" y="128"/>
                  </a:cubicBezTo>
                  <a:cubicBezTo>
                    <a:pt x="132" y="128"/>
                    <a:pt x="132" y="129"/>
                    <a:pt x="132" y="130"/>
                  </a:cubicBezTo>
                  <a:cubicBezTo>
                    <a:pt x="132" y="135"/>
                    <a:pt x="132" y="135"/>
                    <a:pt x="132" y="135"/>
                  </a:cubicBezTo>
                  <a:cubicBezTo>
                    <a:pt x="132" y="135"/>
                    <a:pt x="132" y="135"/>
                    <a:pt x="132" y="135"/>
                  </a:cubicBezTo>
                  <a:cubicBezTo>
                    <a:pt x="132" y="135"/>
                    <a:pt x="132" y="135"/>
                    <a:pt x="133" y="135"/>
                  </a:cubicBezTo>
                  <a:cubicBezTo>
                    <a:pt x="133" y="135"/>
                    <a:pt x="133" y="135"/>
                    <a:pt x="133" y="135"/>
                  </a:cubicBezTo>
                  <a:close/>
                  <a:moveTo>
                    <a:pt x="130" y="134"/>
                  </a:moveTo>
                  <a:cubicBezTo>
                    <a:pt x="130" y="131"/>
                    <a:pt x="130" y="131"/>
                    <a:pt x="130" y="131"/>
                  </a:cubicBezTo>
                  <a:cubicBezTo>
                    <a:pt x="129" y="131"/>
                    <a:pt x="128" y="131"/>
                    <a:pt x="128" y="131"/>
                  </a:cubicBezTo>
                  <a:cubicBezTo>
                    <a:pt x="127" y="132"/>
                    <a:pt x="126" y="132"/>
                    <a:pt x="126" y="133"/>
                  </a:cubicBezTo>
                  <a:cubicBezTo>
                    <a:pt x="126" y="134"/>
                    <a:pt x="127" y="135"/>
                    <a:pt x="128" y="135"/>
                  </a:cubicBezTo>
                  <a:cubicBezTo>
                    <a:pt x="128" y="135"/>
                    <a:pt x="129" y="135"/>
                    <a:pt x="130" y="134"/>
                  </a:cubicBezTo>
                  <a:close/>
                  <a:moveTo>
                    <a:pt x="144" y="136"/>
                  </a:moveTo>
                  <a:cubicBezTo>
                    <a:pt x="140" y="136"/>
                    <a:pt x="140" y="136"/>
                    <a:pt x="140" y="136"/>
                  </a:cubicBezTo>
                  <a:cubicBezTo>
                    <a:pt x="140" y="136"/>
                    <a:pt x="140" y="136"/>
                    <a:pt x="140" y="136"/>
                  </a:cubicBezTo>
                  <a:cubicBezTo>
                    <a:pt x="140" y="136"/>
                    <a:pt x="141" y="135"/>
                    <a:pt x="141" y="135"/>
                  </a:cubicBezTo>
                  <a:cubicBezTo>
                    <a:pt x="141" y="129"/>
                    <a:pt x="141" y="129"/>
                    <a:pt x="141" y="129"/>
                  </a:cubicBezTo>
                  <a:cubicBezTo>
                    <a:pt x="141" y="129"/>
                    <a:pt x="141" y="129"/>
                    <a:pt x="140" y="128"/>
                  </a:cubicBezTo>
                  <a:cubicBezTo>
                    <a:pt x="140" y="128"/>
                    <a:pt x="140" y="128"/>
                    <a:pt x="139" y="128"/>
                  </a:cubicBezTo>
                  <a:cubicBezTo>
                    <a:pt x="138" y="128"/>
                    <a:pt x="138" y="128"/>
                    <a:pt x="137" y="129"/>
                  </a:cubicBezTo>
                  <a:cubicBezTo>
                    <a:pt x="137" y="135"/>
                    <a:pt x="137" y="135"/>
                    <a:pt x="137" y="135"/>
                  </a:cubicBezTo>
                  <a:cubicBezTo>
                    <a:pt x="137" y="135"/>
                    <a:pt x="137" y="136"/>
                    <a:pt x="138" y="136"/>
                  </a:cubicBezTo>
                  <a:cubicBezTo>
                    <a:pt x="138" y="136"/>
                    <a:pt x="138" y="136"/>
                    <a:pt x="138" y="136"/>
                  </a:cubicBezTo>
                  <a:cubicBezTo>
                    <a:pt x="134" y="136"/>
                    <a:pt x="134" y="136"/>
                    <a:pt x="134" y="136"/>
                  </a:cubicBezTo>
                  <a:cubicBezTo>
                    <a:pt x="134" y="136"/>
                    <a:pt x="134" y="136"/>
                    <a:pt x="134" y="136"/>
                  </a:cubicBezTo>
                  <a:cubicBezTo>
                    <a:pt x="134" y="136"/>
                    <a:pt x="135" y="135"/>
                    <a:pt x="135" y="135"/>
                  </a:cubicBezTo>
                  <a:cubicBezTo>
                    <a:pt x="135" y="129"/>
                    <a:pt x="135" y="129"/>
                    <a:pt x="135" y="129"/>
                  </a:cubicBezTo>
                  <a:cubicBezTo>
                    <a:pt x="135" y="129"/>
                    <a:pt x="135" y="128"/>
                    <a:pt x="134" y="128"/>
                  </a:cubicBezTo>
                  <a:cubicBezTo>
                    <a:pt x="134" y="128"/>
                    <a:pt x="134" y="128"/>
                    <a:pt x="133" y="128"/>
                  </a:cubicBezTo>
                  <a:cubicBezTo>
                    <a:pt x="133" y="128"/>
                    <a:pt x="133" y="128"/>
                    <a:pt x="133" y="128"/>
                  </a:cubicBezTo>
                  <a:cubicBezTo>
                    <a:pt x="136" y="127"/>
                    <a:pt x="136" y="127"/>
                    <a:pt x="136" y="127"/>
                  </a:cubicBezTo>
                  <a:cubicBezTo>
                    <a:pt x="136" y="128"/>
                    <a:pt x="136" y="128"/>
                    <a:pt x="136" y="128"/>
                  </a:cubicBezTo>
                  <a:cubicBezTo>
                    <a:pt x="137" y="127"/>
                    <a:pt x="138" y="127"/>
                    <a:pt x="140" y="127"/>
                  </a:cubicBezTo>
                  <a:cubicBezTo>
                    <a:pt x="141" y="127"/>
                    <a:pt x="142" y="127"/>
                    <a:pt x="142" y="130"/>
                  </a:cubicBezTo>
                  <a:cubicBezTo>
                    <a:pt x="142" y="135"/>
                    <a:pt x="142" y="135"/>
                    <a:pt x="142" y="135"/>
                  </a:cubicBezTo>
                  <a:cubicBezTo>
                    <a:pt x="143" y="135"/>
                    <a:pt x="143" y="136"/>
                    <a:pt x="144" y="136"/>
                  </a:cubicBezTo>
                  <a:cubicBezTo>
                    <a:pt x="144" y="136"/>
                    <a:pt x="144" y="136"/>
                    <a:pt x="144" y="136"/>
                  </a:cubicBezTo>
                  <a:close/>
                  <a:moveTo>
                    <a:pt x="155" y="134"/>
                  </a:moveTo>
                  <a:cubicBezTo>
                    <a:pt x="154" y="135"/>
                    <a:pt x="153" y="135"/>
                    <a:pt x="152" y="136"/>
                  </a:cubicBezTo>
                  <a:cubicBezTo>
                    <a:pt x="152" y="134"/>
                    <a:pt x="152" y="134"/>
                    <a:pt x="152" y="134"/>
                  </a:cubicBezTo>
                  <a:cubicBezTo>
                    <a:pt x="151" y="135"/>
                    <a:pt x="150" y="136"/>
                    <a:pt x="149" y="136"/>
                  </a:cubicBezTo>
                  <a:cubicBezTo>
                    <a:pt x="148" y="136"/>
                    <a:pt x="148" y="136"/>
                    <a:pt x="147" y="135"/>
                  </a:cubicBezTo>
                  <a:cubicBezTo>
                    <a:pt x="146" y="134"/>
                    <a:pt x="145" y="133"/>
                    <a:pt x="145" y="131"/>
                  </a:cubicBezTo>
                  <a:cubicBezTo>
                    <a:pt x="145" y="130"/>
                    <a:pt x="146" y="129"/>
                    <a:pt x="146" y="128"/>
                  </a:cubicBezTo>
                  <a:cubicBezTo>
                    <a:pt x="146" y="127"/>
                    <a:pt x="148" y="126"/>
                    <a:pt x="149" y="126"/>
                  </a:cubicBezTo>
                  <a:cubicBezTo>
                    <a:pt x="150" y="126"/>
                    <a:pt x="150" y="126"/>
                    <a:pt x="151" y="127"/>
                  </a:cubicBezTo>
                  <a:cubicBezTo>
                    <a:pt x="150" y="124"/>
                    <a:pt x="150" y="124"/>
                    <a:pt x="150" y="124"/>
                  </a:cubicBezTo>
                  <a:cubicBezTo>
                    <a:pt x="150" y="123"/>
                    <a:pt x="150" y="123"/>
                    <a:pt x="150" y="123"/>
                  </a:cubicBezTo>
                  <a:cubicBezTo>
                    <a:pt x="150" y="123"/>
                    <a:pt x="150" y="123"/>
                    <a:pt x="149" y="123"/>
                  </a:cubicBezTo>
                  <a:cubicBezTo>
                    <a:pt x="149" y="123"/>
                    <a:pt x="149" y="123"/>
                    <a:pt x="149" y="123"/>
                  </a:cubicBezTo>
                  <a:cubicBezTo>
                    <a:pt x="150" y="123"/>
                    <a:pt x="150" y="122"/>
                    <a:pt x="152" y="121"/>
                  </a:cubicBezTo>
                  <a:cubicBezTo>
                    <a:pt x="153" y="133"/>
                    <a:pt x="153" y="133"/>
                    <a:pt x="153" y="133"/>
                  </a:cubicBezTo>
                  <a:cubicBezTo>
                    <a:pt x="153" y="134"/>
                    <a:pt x="153" y="134"/>
                    <a:pt x="153" y="134"/>
                  </a:cubicBezTo>
                  <a:cubicBezTo>
                    <a:pt x="154" y="134"/>
                    <a:pt x="155" y="134"/>
                    <a:pt x="155" y="134"/>
                  </a:cubicBezTo>
                  <a:cubicBezTo>
                    <a:pt x="155" y="134"/>
                    <a:pt x="155" y="134"/>
                    <a:pt x="155" y="134"/>
                  </a:cubicBezTo>
                  <a:close/>
                  <a:moveTo>
                    <a:pt x="152" y="133"/>
                  </a:moveTo>
                  <a:cubicBezTo>
                    <a:pt x="152" y="129"/>
                    <a:pt x="152" y="129"/>
                    <a:pt x="152" y="129"/>
                  </a:cubicBezTo>
                  <a:cubicBezTo>
                    <a:pt x="152" y="128"/>
                    <a:pt x="151" y="128"/>
                    <a:pt x="151" y="127"/>
                  </a:cubicBezTo>
                  <a:cubicBezTo>
                    <a:pt x="150" y="127"/>
                    <a:pt x="150" y="127"/>
                    <a:pt x="149" y="127"/>
                  </a:cubicBezTo>
                  <a:cubicBezTo>
                    <a:pt x="148" y="127"/>
                    <a:pt x="148" y="127"/>
                    <a:pt x="147" y="128"/>
                  </a:cubicBezTo>
                  <a:cubicBezTo>
                    <a:pt x="147" y="129"/>
                    <a:pt x="147" y="130"/>
                    <a:pt x="147" y="131"/>
                  </a:cubicBezTo>
                  <a:cubicBezTo>
                    <a:pt x="147" y="132"/>
                    <a:pt x="147" y="133"/>
                    <a:pt x="148" y="134"/>
                  </a:cubicBezTo>
                  <a:cubicBezTo>
                    <a:pt x="148" y="135"/>
                    <a:pt x="149" y="135"/>
                    <a:pt x="150" y="135"/>
                  </a:cubicBezTo>
                  <a:cubicBezTo>
                    <a:pt x="150" y="135"/>
                    <a:pt x="150" y="135"/>
                    <a:pt x="151" y="135"/>
                  </a:cubicBezTo>
                  <a:cubicBezTo>
                    <a:pt x="152" y="134"/>
                    <a:pt x="152" y="134"/>
                    <a:pt x="152" y="133"/>
                  </a:cubicBezTo>
                  <a:close/>
                  <a:moveTo>
                    <a:pt x="170" y="122"/>
                  </a:moveTo>
                  <a:cubicBezTo>
                    <a:pt x="170" y="122"/>
                    <a:pt x="170" y="122"/>
                    <a:pt x="170" y="122"/>
                  </a:cubicBezTo>
                  <a:cubicBezTo>
                    <a:pt x="169" y="121"/>
                    <a:pt x="169" y="120"/>
                    <a:pt x="169" y="120"/>
                  </a:cubicBezTo>
                  <a:cubicBezTo>
                    <a:pt x="168" y="120"/>
                    <a:pt x="168" y="120"/>
                    <a:pt x="167" y="120"/>
                  </a:cubicBezTo>
                  <a:cubicBezTo>
                    <a:pt x="165" y="120"/>
                    <a:pt x="165" y="120"/>
                    <a:pt x="165" y="120"/>
                  </a:cubicBezTo>
                  <a:cubicBezTo>
                    <a:pt x="167" y="131"/>
                    <a:pt x="167" y="131"/>
                    <a:pt x="167" y="131"/>
                  </a:cubicBezTo>
                  <a:cubicBezTo>
                    <a:pt x="168" y="132"/>
                    <a:pt x="168" y="132"/>
                    <a:pt x="170" y="132"/>
                  </a:cubicBezTo>
                  <a:cubicBezTo>
                    <a:pt x="170" y="132"/>
                    <a:pt x="170" y="132"/>
                    <a:pt x="170" y="132"/>
                  </a:cubicBezTo>
                  <a:cubicBezTo>
                    <a:pt x="164" y="133"/>
                    <a:pt x="164" y="133"/>
                    <a:pt x="164" y="133"/>
                  </a:cubicBezTo>
                  <a:cubicBezTo>
                    <a:pt x="164" y="133"/>
                    <a:pt x="164" y="133"/>
                    <a:pt x="164" y="133"/>
                  </a:cubicBezTo>
                  <a:cubicBezTo>
                    <a:pt x="165" y="133"/>
                    <a:pt x="166" y="132"/>
                    <a:pt x="165" y="131"/>
                  </a:cubicBezTo>
                  <a:cubicBezTo>
                    <a:pt x="163" y="121"/>
                    <a:pt x="163" y="121"/>
                    <a:pt x="163" y="121"/>
                  </a:cubicBezTo>
                  <a:cubicBezTo>
                    <a:pt x="161" y="121"/>
                    <a:pt x="161" y="121"/>
                    <a:pt x="161" y="121"/>
                  </a:cubicBezTo>
                  <a:cubicBezTo>
                    <a:pt x="160" y="121"/>
                    <a:pt x="160" y="122"/>
                    <a:pt x="159" y="122"/>
                  </a:cubicBezTo>
                  <a:cubicBezTo>
                    <a:pt x="159" y="123"/>
                    <a:pt x="159" y="123"/>
                    <a:pt x="159" y="124"/>
                  </a:cubicBezTo>
                  <a:cubicBezTo>
                    <a:pt x="159" y="124"/>
                    <a:pt x="159" y="124"/>
                    <a:pt x="159" y="124"/>
                  </a:cubicBezTo>
                  <a:cubicBezTo>
                    <a:pt x="158" y="121"/>
                    <a:pt x="158" y="121"/>
                    <a:pt x="158" y="121"/>
                  </a:cubicBezTo>
                  <a:cubicBezTo>
                    <a:pt x="169" y="118"/>
                    <a:pt x="169" y="118"/>
                    <a:pt x="169" y="118"/>
                  </a:cubicBezTo>
                  <a:cubicBezTo>
                    <a:pt x="170" y="122"/>
                    <a:pt x="170" y="122"/>
                    <a:pt x="170" y="122"/>
                  </a:cubicBezTo>
                  <a:close/>
                  <a:moveTo>
                    <a:pt x="181" y="125"/>
                  </a:moveTo>
                  <a:cubicBezTo>
                    <a:pt x="181" y="126"/>
                    <a:pt x="181" y="127"/>
                    <a:pt x="180" y="128"/>
                  </a:cubicBezTo>
                  <a:cubicBezTo>
                    <a:pt x="180" y="129"/>
                    <a:pt x="179" y="130"/>
                    <a:pt x="178" y="130"/>
                  </a:cubicBezTo>
                  <a:cubicBezTo>
                    <a:pt x="177" y="131"/>
                    <a:pt x="176" y="131"/>
                    <a:pt x="176" y="130"/>
                  </a:cubicBezTo>
                  <a:cubicBezTo>
                    <a:pt x="174" y="129"/>
                    <a:pt x="174" y="128"/>
                    <a:pt x="173" y="127"/>
                  </a:cubicBezTo>
                  <a:cubicBezTo>
                    <a:pt x="173" y="126"/>
                    <a:pt x="173" y="125"/>
                    <a:pt x="173" y="123"/>
                  </a:cubicBezTo>
                  <a:cubicBezTo>
                    <a:pt x="174" y="122"/>
                    <a:pt x="174" y="121"/>
                    <a:pt x="176" y="121"/>
                  </a:cubicBezTo>
                  <a:cubicBezTo>
                    <a:pt x="177" y="121"/>
                    <a:pt x="178" y="121"/>
                    <a:pt x="178" y="121"/>
                  </a:cubicBezTo>
                  <a:cubicBezTo>
                    <a:pt x="179" y="121"/>
                    <a:pt x="180" y="122"/>
                    <a:pt x="180" y="123"/>
                  </a:cubicBezTo>
                  <a:cubicBezTo>
                    <a:pt x="174" y="125"/>
                    <a:pt x="174" y="125"/>
                    <a:pt x="174" y="125"/>
                  </a:cubicBezTo>
                  <a:cubicBezTo>
                    <a:pt x="175" y="126"/>
                    <a:pt x="176" y="127"/>
                    <a:pt x="176" y="128"/>
                  </a:cubicBezTo>
                  <a:cubicBezTo>
                    <a:pt x="177" y="129"/>
                    <a:pt x="178" y="129"/>
                    <a:pt x="179" y="128"/>
                  </a:cubicBezTo>
                  <a:cubicBezTo>
                    <a:pt x="180" y="128"/>
                    <a:pt x="180" y="127"/>
                    <a:pt x="181" y="127"/>
                  </a:cubicBezTo>
                  <a:cubicBezTo>
                    <a:pt x="180" y="127"/>
                    <a:pt x="181" y="126"/>
                    <a:pt x="181" y="125"/>
                  </a:cubicBezTo>
                  <a:cubicBezTo>
                    <a:pt x="181" y="125"/>
                    <a:pt x="181" y="125"/>
                    <a:pt x="181" y="125"/>
                  </a:cubicBezTo>
                  <a:close/>
                  <a:moveTo>
                    <a:pt x="178" y="123"/>
                  </a:moveTo>
                  <a:cubicBezTo>
                    <a:pt x="177" y="122"/>
                    <a:pt x="176" y="121"/>
                    <a:pt x="175" y="122"/>
                  </a:cubicBezTo>
                  <a:cubicBezTo>
                    <a:pt x="174" y="122"/>
                    <a:pt x="173" y="123"/>
                    <a:pt x="173" y="125"/>
                  </a:cubicBezTo>
                  <a:cubicBezTo>
                    <a:pt x="178" y="123"/>
                    <a:pt x="178" y="123"/>
                    <a:pt x="178" y="123"/>
                  </a:cubicBezTo>
                  <a:close/>
                  <a:moveTo>
                    <a:pt x="190" y="122"/>
                  </a:moveTo>
                  <a:cubicBezTo>
                    <a:pt x="190" y="123"/>
                    <a:pt x="190" y="124"/>
                    <a:pt x="190" y="125"/>
                  </a:cubicBezTo>
                  <a:cubicBezTo>
                    <a:pt x="189" y="126"/>
                    <a:pt x="188" y="127"/>
                    <a:pt x="188" y="127"/>
                  </a:cubicBezTo>
                  <a:cubicBezTo>
                    <a:pt x="186" y="127"/>
                    <a:pt x="186" y="127"/>
                    <a:pt x="184" y="127"/>
                  </a:cubicBezTo>
                  <a:cubicBezTo>
                    <a:pt x="183" y="127"/>
                    <a:pt x="182" y="125"/>
                    <a:pt x="182" y="124"/>
                  </a:cubicBezTo>
                  <a:cubicBezTo>
                    <a:pt x="182" y="123"/>
                    <a:pt x="182" y="122"/>
                    <a:pt x="182" y="121"/>
                  </a:cubicBezTo>
                  <a:cubicBezTo>
                    <a:pt x="182" y="119"/>
                    <a:pt x="183" y="119"/>
                    <a:pt x="185" y="118"/>
                  </a:cubicBezTo>
                  <a:cubicBezTo>
                    <a:pt x="186" y="118"/>
                    <a:pt x="186" y="118"/>
                    <a:pt x="187" y="118"/>
                  </a:cubicBezTo>
                  <a:cubicBezTo>
                    <a:pt x="188" y="118"/>
                    <a:pt x="188" y="118"/>
                    <a:pt x="188" y="119"/>
                  </a:cubicBezTo>
                  <a:cubicBezTo>
                    <a:pt x="188" y="119"/>
                    <a:pt x="188" y="119"/>
                    <a:pt x="188" y="119"/>
                  </a:cubicBezTo>
                  <a:cubicBezTo>
                    <a:pt x="188" y="120"/>
                    <a:pt x="188" y="120"/>
                    <a:pt x="188" y="120"/>
                  </a:cubicBezTo>
                  <a:cubicBezTo>
                    <a:pt x="188" y="120"/>
                    <a:pt x="188" y="120"/>
                    <a:pt x="187" y="120"/>
                  </a:cubicBezTo>
                  <a:cubicBezTo>
                    <a:pt x="187" y="120"/>
                    <a:pt x="187" y="119"/>
                    <a:pt x="187" y="119"/>
                  </a:cubicBezTo>
                  <a:cubicBezTo>
                    <a:pt x="187" y="119"/>
                    <a:pt x="186" y="119"/>
                    <a:pt x="186" y="119"/>
                  </a:cubicBezTo>
                  <a:cubicBezTo>
                    <a:pt x="186" y="119"/>
                    <a:pt x="185" y="119"/>
                    <a:pt x="185" y="119"/>
                  </a:cubicBezTo>
                  <a:cubicBezTo>
                    <a:pt x="184" y="119"/>
                    <a:pt x="183" y="120"/>
                    <a:pt x="183" y="121"/>
                  </a:cubicBezTo>
                  <a:cubicBezTo>
                    <a:pt x="183" y="121"/>
                    <a:pt x="183" y="122"/>
                    <a:pt x="184" y="123"/>
                  </a:cubicBezTo>
                  <a:cubicBezTo>
                    <a:pt x="184" y="124"/>
                    <a:pt x="185" y="125"/>
                    <a:pt x="186" y="125"/>
                  </a:cubicBezTo>
                  <a:cubicBezTo>
                    <a:pt x="186" y="126"/>
                    <a:pt x="187" y="126"/>
                    <a:pt x="188" y="126"/>
                  </a:cubicBezTo>
                  <a:cubicBezTo>
                    <a:pt x="189" y="125"/>
                    <a:pt x="190" y="124"/>
                    <a:pt x="190" y="122"/>
                  </a:cubicBezTo>
                  <a:cubicBezTo>
                    <a:pt x="190" y="122"/>
                    <a:pt x="190" y="122"/>
                    <a:pt x="190" y="122"/>
                  </a:cubicBezTo>
                  <a:close/>
                  <a:moveTo>
                    <a:pt x="202" y="120"/>
                  </a:moveTo>
                  <a:cubicBezTo>
                    <a:pt x="198" y="122"/>
                    <a:pt x="198" y="122"/>
                    <a:pt x="198" y="122"/>
                  </a:cubicBezTo>
                  <a:cubicBezTo>
                    <a:pt x="198" y="121"/>
                    <a:pt x="198" y="121"/>
                    <a:pt x="198" y="121"/>
                  </a:cubicBezTo>
                  <a:cubicBezTo>
                    <a:pt x="199" y="121"/>
                    <a:pt x="199" y="121"/>
                    <a:pt x="198" y="120"/>
                  </a:cubicBezTo>
                  <a:cubicBezTo>
                    <a:pt x="196" y="115"/>
                    <a:pt x="196" y="115"/>
                    <a:pt x="196" y="115"/>
                  </a:cubicBezTo>
                  <a:cubicBezTo>
                    <a:pt x="195" y="114"/>
                    <a:pt x="195" y="114"/>
                    <a:pt x="194" y="115"/>
                  </a:cubicBezTo>
                  <a:cubicBezTo>
                    <a:pt x="193" y="115"/>
                    <a:pt x="192" y="116"/>
                    <a:pt x="192" y="117"/>
                  </a:cubicBezTo>
                  <a:cubicBezTo>
                    <a:pt x="194" y="121"/>
                    <a:pt x="194" y="121"/>
                    <a:pt x="194" y="121"/>
                  </a:cubicBezTo>
                  <a:cubicBezTo>
                    <a:pt x="195" y="122"/>
                    <a:pt x="196" y="122"/>
                    <a:pt x="196" y="122"/>
                  </a:cubicBezTo>
                  <a:cubicBezTo>
                    <a:pt x="196" y="122"/>
                    <a:pt x="196" y="122"/>
                    <a:pt x="196" y="122"/>
                  </a:cubicBezTo>
                  <a:cubicBezTo>
                    <a:pt x="192" y="124"/>
                    <a:pt x="192" y="124"/>
                    <a:pt x="192" y="124"/>
                  </a:cubicBezTo>
                  <a:cubicBezTo>
                    <a:pt x="192" y="124"/>
                    <a:pt x="192" y="124"/>
                    <a:pt x="192" y="124"/>
                  </a:cubicBezTo>
                  <a:cubicBezTo>
                    <a:pt x="193" y="123"/>
                    <a:pt x="193" y="123"/>
                    <a:pt x="192" y="122"/>
                  </a:cubicBezTo>
                  <a:cubicBezTo>
                    <a:pt x="188" y="113"/>
                    <a:pt x="188" y="113"/>
                    <a:pt x="188" y="113"/>
                  </a:cubicBezTo>
                  <a:cubicBezTo>
                    <a:pt x="187" y="113"/>
                    <a:pt x="187" y="113"/>
                    <a:pt x="187" y="113"/>
                  </a:cubicBezTo>
                  <a:cubicBezTo>
                    <a:pt x="187" y="113"/>
                    <a:pt x="186" y="113"/>
                    <a:pt x="186" y="113"/>
                  </a:cubicBezTo>
                  <a:cubicBezTo>
                    <a:pt x="186" y="113"/>
                    <a:pt x="186" y="113"/>
                    <a:pt x="186" y="113"/>
                  </a:cubicBezTo>
                  <a:cubicBezTo>
                    <a:pt x="186" y="112"/>
                    <a:pt x="187" y="111"/>
                    <a:pt x="188" y="110"/>
                  </a:cubicBezTo>
                  <a:cubicBezTo>
                    <a:pt x="191" y="116"/>
                    <a:pt x="191" y="116"/>
                    <a:pt x="191" y="116"/>
                  </a:cubicBezTo>
                  <a:cubicBezTo>
                    <a:pt x="192" y="114"/>
                    <a:pt x="192" y="113"/>
                    <a:pt x="193" y="113"/>
                  </a:cubicBezTo>
                  <a:cubicBezTo>
                    <a:pt x="195" y="112"/>
                    <a:pt x="196" y="113"/>
                    <a:pt x="197" y="115"/>
                  </a:cubicBezTo>
                  <a:cubicBezTo>
                    <a:pt x="199" y="119"/>
                    <a:pt x="199" y="119"/>
                    <a:pt x="199" y="119"/>
                  </a:cubicBezTo>
                  <a:cubicBezTo>
                    <a:pt x="200" y="120"/>
                    <a:pt x="201" y="120"/>
                    <a:pt x="202" y="120"/>
                  </a:cubicBezTo>
                  <a:cubicBezTo>
                    <a:pt x="202" y="120"/>
                    <a:pt x="202" y="120"/>
                    <a:pt x="202" y="120"/>
                  </a:cubicBezTo>
                  <a:close/>
                  <a:moveTo>
                    <a:pt x="212" y="114"/>
                  </a:moveTo>
                  <a:cubicBezTo>
                    <a:pt x="208" y="116"/>
                    <a:pt x="208" y="116"/>
                    <a:pt x="208" y="116"/>
                  </a:cubicBezTo>
                  <a:cubicBezTo>
                    <a:pt x="208" y="116"/>
                    <a:pt x="208" y="116"/>
                    <a:pt x="208" y="116"/>
                  </a:cubicBezTo>
                  <a:cubicBezTo>
                    <a:pt x="209" y="115"/>
                    <a:pt x="209" y="115"/>
                    <a:pt x="209" y="114"/>
                  </a:cubicBezTo>
                  <a:cubicBezTo>
                    <a:pt x="206" y="110"/>
                    <a:pt x="206" y="110"/>
                    <a:pt x="206" y="110"/>
                  </a:cubicBezTo>
                  <a:cubicBezTo>
                    <a:pt x="206" y="109"/>
                    <a:pt x="206" y="109"/>
                    <a:pt x="206" y="109"/>
                  </a:cubicBezTo>
                  <a:cubicBezTo>
                    <a:pt x="205" y="109"/>
                    <a:pt x="205" y="109"/>
                    <a:pt x="204" y="109"/>
                  </a:cubicBezTo>
                  <a:cubicBezTo>
                    <a:pt x="203" y="110"/>
                    <a:pt x="202" y="111"/>
                    <a:pt x="202" y="111"/>
                  </a:cubicBezTo>
                  <a:cubicBezTo>
                    <a:pt x="205" y="116"/>
                    <a:pt x="205" y="116"/>
                    <a:pt x="205" y="116"/>
                  </a:cubicBezTo>
                  <a:cubicBezTo>
                    <a:pt x="206" y="117"/>
                    <a:pt x="206" y="117"/>
                    <a:pt x="207" y="117"/>
                  </a:cubicBezTo>
                  <a:cubicBezTo>
                    <a:pt x="207" y="117"/>
                    <a:pt x="207" y="117"/>
                    <a:pt x="207" y="117"/>
                  </a:cubicBezTo>
                  <a:cubicBezTo>
                    <a:pt x="203" y="119"/>
                    <a:pt x="203" y="119"/>
                    <a:pt x="203" y="119"/>
                  </a:cubicBezTo>
                  <a:cubicBezTo>
                    <a:pt x="203" y="119"/>
                    <a:pt x="203" y="119"/>
                    <a:pt x="203" y="119"/>
                  </a:cubicBezTo>
                  <a:cubicBezTo>
                    <a:pt x="204" y="119"/>
                    <a:pt x="204" y="118"/>
                    <a:pt x="204" y="117"/>
                  </a:cubicBezTo>
                  <a:cubicBezTo>
                    <a:pt x="201" y="113"/>
                    <a:pt x="201" y="113"/>
                    <a:pt x="201" y="113"/>
                  </a:cubicBezTo>
                  <a:cubicBezTo>
                    <a:pt x="200" y="112"/>
                    <a:pt x="200" y="112"/>
                    <a:pt x="200" y="112"/>
                  </a:cubicBezTo>
                  <a:cubicBezTo>
                    <a:pt x="200" y="112"/>
                    <a:pt x="200" y="112"/>
                    <a:pt x="199" y="113"/>
                  </a:cubicBezTo>
                  <a:cubicBezTo>
                    <a:pt x="199" y="112"/>
                    <a:pt x="199" y="112"/>
                    <a:pt x="199" y="112"/>
                  </a:cubicBezTo>
                  <a:cubicBezTo>
                    <a:pt x="201" y="110"/>
                    <a:pt x="201" y="110"/>
                    <a:pt x="201" y="110"/>
                  </a:cubicBezTo>
                  <a:cubicBezTo>
                    <a:pt x="202" y="111"/>
                    <a:pt x="202" y="111"/>
                    <a:pt x="202" y="111"/>
                  </a:cubicBezTo>
                  <a:cubicBezTo>
                    <a:pt x="202" y="110"/>
                    <a:pt x="203" y="109"/>
                    <a:pt x="204" y="108"/>
                  </a:cubicBezTo>
                  <a:cubicBezTo>
                    <a:pt x="205" y="107"/>
                    <a:pt x="206" y="108"/>
                    <a:pt x="208" y="110"/>
                  </a:cubicBezTo>
                  <a:cubicBezTo>
                    <a:pt x="210" y="114"/>
                    <a:pt x="210" y="114"/>
                    <a:pt x="210" y="114"/>
                  </a:cubicBezTo>
                  <a:cubicBezTo>
                    <a:pt x="210" y="114"/>
                    <a:pt x="211" y="115"/>
                    <a:pt x="212" y="114"/>
                  </a:cubicBezTo>
                  <a:cubicBezTo>
                    <a:pt x="212" y="114"/>
                    <a:pt x="212" y="114"/>
                    <a:pt x="212" y="114"/>
                  </a:cubicBezTo>
                  <a:close/>
                  <a:moveTo>
                    <a:pt x="218" y="104"/>
                  </a:moveTo>
                  <a:cubicBezTo>
                    <a:pt x="219" y="105"/>
                    <a:pt x="219" y="107"/>
                    <a:pt x="219" y="108"/>
                  </a:cubicBezTo>
                  <a:cubicBezTo>
                    <a:pt x="219" y="109"/>
                    <a:pt x="218" y="110"/>
                    <a:pt x="217" y="111"/>
                  </a:cubicBezTo>
                  <a:cubicBezTo>
                    <a:pt x="216" y="112"/>
                    <a:pt x="215" y="112"/>
                    <a:pt x="214" y="112"/>
                  </a:cubicBezTo>
                  <a:cubicBezTo>
                    <a:pt x="212" y="111"/>
                    <a:pt x="211" y="111"/>
                    <a:pt x="210" y="110"/>
                  </a:cubicBezTo>
                  <a:cubicBezTo>
                    <a:pt x="210" y="109"/>
                    <a:pt x="209" y="107"/>
                    <a:pt x="209" y="106"/>
                  </a:cubicBezTo>
                  <a:cubicBezTo>
                    <a:pt x="209" y="105"/>
                    <a:pt x="210" y="104"/>
                    <a:pt x="211" y="103"/>
                  </a:cubicBezTo>
                  <a:cubicBezTo>
                    <a:pt x="212" y="102"/>
                    <a:pt x="214" y="102"/>
                    <a:pt x="215" y="102"/>
                  </a:cubicBezTo>
                  <a:cubicBezTo>
                    <a:pt x="216" y="102"/>
                    <a:pt x="217" y="103"/>
                    <a:pt x="218" y="104"/>
                  </a:cubicBezTo>
                  <a:close/>
                  <a:moveTo>
                    <a:pt x="217" y="106"/>
                  </a:moveTo>
                  <a:cubicBezTo>
                    <a:pt x="216" y="105"/>
                    <a:pt x="215" y="104"/>
                    <a:pt x="214" y="103"/>
                  </a:cubicBezTo>
                  <a:cubicBezTo>
                    <a:pt x="213" y="103"/>
                    <a:pt x="212" y="103"/>
                    <a:pt x="212" y="103"/>
                  </a:cubicBezTo>
                  <a:cubicBezTo>
                    <a:pt x="211" y="104"/>
                    <a:pt x="211" y="105"/>
                    <a:pt x="211" y="105"/>
                  </a:cubicBezTo>
                  <a:cubicBezTo>
                    <a:pt x="211" y="106"/>
                    <a:pt x="211" y="107"/>
                    <a:pt x="212" y="108"/>
                  </a:cubicBezTo>
                  <a:cubicBezTo>
                    <a:pt x="212" y="109"/>
                    <a:pt x="213" y="110"/>
                    <a:pt x="214" y="110"/>
                  </a:cubicBezTo>
                  <a:cubicBezTo>
                    <a:pt x="215" y="111"/>
                    <a:pt x="216" y="111"/>
                    <a:pt x="217" y="110"/>
                  </a:cubicBezTo>
                  <a:cubicBezTo>
                    <a:pt x="218" y="110"/>
                    <a:pt x="218" y="109"/>
                    <a:pt x="218" y="108"/>
                  </a:cubicBezTo>
                  <a:cubicBezTo>
                    <a:pt x="218" y="107"/>
                    <a:pt x="217" y="107"/>
                    <a:pt x="217" y="106"/>
                  </a:cubicBezTo>
                  <a:close/>
                  <a:moveTo>
                    <a:pt x="226" y="103"/>
                  </a:moveTo>
                  <a:cubicBezTo>
                    <a:pt x="222" y="107"/>
                    <a:pt x="222" y="107"/>
                    <a:pt x="222" y="107"/>
                  </a:cubicBezTo>
                  <a:cubicBezTo>
                    <a:pt x="222" y="106"/>
                    <a:pt x="222" y="106"/>
                    <a:pt x="222" y="106"/>
                  </a:cubicBezTo>
                  <a:cubicBezTo>
                    <a:pt x="223" y="105"/>
                    <a:pt x="223" y="105"/>
                    <a:pt x="223" y="104"/>
                  </a:cubicBezTo>
                  <a:cubicBezTo>
                    <a:pt x="216" y="97"/>
                    <a:pt x="216" y="97"/>
                    <a:pt x="216" y="97"/>
                  </a:cubicBezTo>
                  <a:cubicBezTo>
                    <a:pt x="216" y="96"/>
                    <a:pt x="216" y="96"/>
                    <a:pt x="215" y="96"/>
                  </a:cubicBezTo>
                  <a:cubicBezTo>
                    <a:pt x="215" y="96"/>
                    <a:pt x="215" y="96"/>
                    <a:pt x="214" y="97"/>
                  </a:cubicBezTo>
                  <a:cubicBezTo>
                    <a:pt x="214" y="97"/>
                    <a:pt x="214" y="97"/>
                    <a:pt x="214" y="97"/>
                  </a:cubicBezTo>
                  <a:cubicBezTo>
                    <a:pt x="214" y="97"/>
                    <a:pt x="214" y="97"/>
                    <a:pt x="214" y="97"/>
                  </a:cubicBezTo>
                  <a:cubicBezTo>
                    <a:pt x="214" y="96"/>
                    <a:pt x="215" y="95"/>
                    <a:pt x="216" y="94"/>
                  </a:cubicBezTo>
                  <a:cubicBezTo>
                    <a:pt x="224" y="103"/>
                    <a:pt x="224" y="103"/>
                    <a:pt x="224" y="103"/>
                  </a:cubicBezTo>
                  <a:cubicBezTo>
                    <a:pt x="224" y="104"/>
                    <a:pt x="225" y="104"/>
                    <a:pt x="226" y="103"/>
                  </a:cubicBezTo>
                  <a:cubicBezTo>
                    <a:pt x="226" y="103"/>
                    <a:pt x="226" y="103"/>
                    <a:pt x="226" y="103"/>
                  </a:cubicBezTo>
                  <a:close/>
                  <a:moveTo>
                    <a:pt x="231" y="93"/>
                  </a:moveTo>
                  <a:cubicBezTo>
                    <a:pt x="232" y="94"/>
                    <a:pt x="232" y="95"/>
                    <a:pt x="232" y="96"/>
                  </a:cubicBezTo>
                  <a:cubicBezTo>
                    <a:pt x="232" y="97"/>
                    <a:pt x="232" y="99"/>
                    <a:pt x="230" y="99"/>
                  </a:cubicBezTo>
                  <a:cubicBezTo>
                    <a:pt x="230" y="100"/>
                    <a:pt x="228" y="101"/>
                    <a:pt x="227" y="101"/>
                  </a:cubicBezTo>
                  <a:cubicBezTo>
                    <a:pt x="226" y="101"/>
                    <a:pt x="225" y="100"/>
                    <a:pt x="224" y="99"/>
                  </a:cubicBezTo>
                  <a:cubicBezTo>
                    <a:pt x="223" y="98"/>
                    <a:pt x="222" y="97"/>
                    <a:pt x="222" y="96"/>
                  </a:cubicBezTo>
                  <a:cubicBezTo>
                    <a:pt x="222" y="95"/>
                    <a:pt x="223" y="93"/>
                    <a:pt x="224" y="93"/>
                  </a:cubicBezTo>
                  <a:cubicBezTo>
                    <a:pt x="225" y="92"/>
                    <a:pt x="226" y="91"/>
                    <a:pt x="227" y="91"/>
                  </a:cubicBezTo>
                  <a:cubicBezTo>
                    <a:pt x="229" y="91"/>
                    <a:pt x="230" y="91"/>
                    <a:pt x="231" y="93"/>
                  </a:cubicBezTo>
                  <a:close/>
                  <a:moveTo>
                    <a:pt x="230" y="95"/>
                  </a:moveTo>
                  <a:cubicBezTo>
                    <a:pt x="229" y="94"/>
                    <a:pt x="228" y="93"/>
                    <a:pt x="227" y="93"/>
                  </a:cubicBezTo>
                  <a:cubicBezTo>
                    <a:pt x="226" y="92"/>
                    <a:pt x="225" y="92"/>
                    <a:pt x="224" y="93"/>
                  </a:cubicBezTo>
                  <a:cubicBezTo>
                    <a:pt x="224" y="93"/>
                    <a:pt x="224" y="94"/>
                    <a:pt x="224" y="95"/>
                  </a:cubicBezTo>
                  <a:cubicBezTo>
                    <a:pt x="224" y="96"/>
                    <a:pt x="224" y="96"/>
                    <a:pt x="225" y="97"/>
                  </a:cubicBezTo>
                  <a:cubicBezTo>
                    <a:pt x="226" y="98"/>
                    <a:pt x="227" y="99"/>
                    <a:pt x="228" y="99"/>
                  </a:cubicBezTo>
                  <a:cubicBezTo>
                    <a:pt x="229" y="99"/>
                    <a:pt x="230" y="99"/>
                    <a:pt x="231" y="99"/>
                  </a:cubicBezTo>
                  <a:cubicBezTo>
                    <a:pt x="232" y="98"/>
                    <a:pt x="232" y="97"/>
                    <a:pt x="231" y="97"/>
                  </a:cubicBezTo>
                  <a:cubicBezTo>
                    <a:pt x="231" y="96"/>
                    <a:pt x="231" y="95"/>
                    <a:pt x="230" y="95"/>
                  </a:cubicBezTo>
                  <a:close/>
                  <a:moveTo>
                    <a:pt x="236" y="82"/>
                  </a:moveTo>
                  <a:cubicBezTo>
                    <a:pt x="234" y="83"/>
                    <a:pt x="234" y="83"/>
                    <a:pt x="234" y="83"/>
                  </a:cubicBezTo>
                  <a:cubicBezTo>
                    <a:pt x="235" y="83"/>
                    <a:pt x="236" y="84"/>
                    <a:pt x="236" y="84"/>
                  </a:cubicBezTo>
                  <a:cubicBezTo>
                    <a:pt x="237" y="85"/>
                    <a:pt x="237" y="85"/>
                    <a:pt x="237" y="87"/>
                  </a:cubicBezTo>
                  <a:cubicBezTo>
                    <a:pt x="237" y="87"/>
                    <a:pt x="237" y="88"/>
                    <a:pt x="236" y="89"/>
                  </a:cubicBezTo>
                  <a:cubicBezTo>
                    <a:pt x="236" y="89"/>
                    <a:pt x="236" y="89"/>
                    <a:pt x="236" y="90"/>
                  </a:cubicBezTo>
                  <a:cubicBezTo>
                    <a:pt x="236" y="91"/>
                    <a:pt x="236" y="91"/>
                    <a:pt x="236" y="91"/>
                  </a:cubicBezTo>
                  <a:cubicBezTo>
                    <a:pt x="236" y="92"/>
                    <a:pt x="237" y="91"/>
                    <a:pt x="238" y="90"/>
                  </a:cubicBezTo>
                  <a:cubicBezTo>
                    <a:pt x="239" y="89"/>
                    <a:pt x="240" y="88"/>
                    <a:pt x="240" y="87"/>
                  </a:cubicBezTo>
                  <a:cubicBezTo>
                    <a:pt x="241" y="87"/>
                    <a:pt x="242" y="87"/>
                    <a:pt x="242" y="88"/>
                  </a:cubicBezTo>
                  <a:cubicBezTo>
                    <a:pt x="243" y="88"/>
                    <a:pt x="243" y="89"/>
                    <a:pt x="243" y="91"/>
                  </a:cubicBezTo>
                  <a:cubicBezTo>
                    <a:pt x="243" y="92"/>
                    <a:pt x="242" y="93"/>
                    <a:pt x="242" y="94"/>
                  </a:cubicBezTo>
                  <a:cubicBezTo>
                    <a:pt x="241" y="95"/>
                    <a:pt x="240" y="95"/>
                    <a:pt x="239" y="96"/>
                  </a:cubicBezTo>
                  <a:cubicBezTo>
                    <a:pt x="238" y="96"/>
                    <a:pt x="238" y="96"/>
                    <a:pt x="238" y="95"/>
                  </a:cubicBezTo>
                  <a:cubicBezTo>
                    <a:pt x="237" y="95"/>
                    <a:pt x="237" y="95"/>
                    <a:pt x="237" y="94"/>
                  </a:cubicBezTo>
                  <a:cubicBezTo>
                    <a:pt x="237" y="94"/>
                    <a:pt x="237" y="93"/>
                    <a:pt x="237" y="93"/>
                  </a:cubicBezTo>
                  <a:cubicBezTo>
                    <a:pt x="237" y="93"/>
                    <a:pt x="237" y="93"/>
                    <a:pt x="236" y="93"/>
                  </a:cubicBezTo>
                  <a:cubicBezTo>
                    <a:pt x="236" y="93"/>
                    <a:pt x="236" y="93"/>
                    <a:pt x="236" y="93"/>
                  </a:cubicBezTo>
                  <a:cubicBezTo>
                    <a:pt x="235" y="93"/>
                    <a:pt x="235" y="92"/>
                    <a:pt x="235" y="92"/>
                  </a:cubicBezTo>
                  <a:cubicBezTo>
                    <a:pt x="235" y="91"/>
                    <a:pt x="235" y="91"/>
                    <a:pt x="235" y="90"/>
                  </a:cubicBezTo>
                  <a:cubicBezTo>
                    <a:pt x="234" y="91"/>
                    <a:pt x="233" y="91"/>
                    <a:pt x="232" y="90"/>
                  </a:cubicBezTo>
                  <a:cubicBezTo>
                    <a:pt x="231" y="89"/>
                    <a:pt x="230" y="89"/>
                    <a:pt x="230" y="87"/>
                  </a:cubicBezTo>
                  <a:cubicBezTo>
                    <a:pt x="230" y="87"/>
                    <a:pt x="231" y="85"/>
                    <a:pt x="232" y="85"/>
                  </a:cubicBezTo>
                  <a:cubicBezTo>
                    <a:pt x="232" y="84"/>
                    <a:pt x="232" y="84"/>
                    <a:pt x="233" y="83"/>
                  </a:cubicBezTo>
                  <a:cubicBezTo>
                    <a:pt x="234" y="83"/>
                    <a:pt x="234" y="83"/>
                    <a:pt x="234" y="83"/>
                  </a:cubicBezTo>
                  <a:cubicBezTo>
                    <a:pt x="235" y="81"/>
                    <a:pt x="235" y="81"/>
                    <a:pt x="235" y="81"/>
                  </a:cubicBezTo>
                  <a:cubicBezTo>
                    <a:pt x="236" y="82"/>
                    <a:pt x="236" y="82"/>
                    <a:pt x="236" y="82"/>
                  </a:cubicBezTo>
                  <a:close/>
                  <a:moveTo>
                    <a:pt x="236" y="86"/>
                  </a:moveTo>
                  <a:cubicBezTo>
                    <a:pt x="235" y="86"/>
                    <a:pt x="234" y="85"/>
                    <a:pt x="234" y="85"/>
                  </a:cubicBezTo>
                  <a:cubicBezTo>
                    <a:pt x="233" y="85"/>
                    <a:pt x="232" y="85"/>
                    <a:pt x="232" y="85"/>
                  </a:cubicBezTo>
                  <a:cubicBezTo>
                    <a:pt x="231" y="86"/>
                    <a:pt x="231" y="86"/>
                    <a:pt x="231" y="87"/>
                  </a:cubicBezTo>
                  <a:cubicBezTo>
                    <a:pt x="231" y="87"/>
                    <a:pt x="232" y="87"/>
                    <a:pt x="232" y="88"/>
                  </a:cubicBezTo>
                  <a:cubicBezTo>
                    <a:pt x="233" y="88"/>
                    <a:pt x="233" y="89"/>
                    <a:pt x="234" y="89"/>
                  </a:cubicBezTo>
                  <a:cubicBezTo>
                    <a:pt x="235" y="89"/>
                    <a:pt x="235" y="89"/>
                    <a:pt x="236" y="89"/>
                  </a:cubicBezTo>
                  <a:cubicBezTo>
                    <a:pt x="237" y="88"/>
                    <a:pt x="236" y="87"/>
                    <a:pt x="236" y="86"/>
                  </a:cubicBezTo>
                  <a:close/>
                  <a:moveTo>
                    <a:pt x="242" y="89"/>
                  </a:moveTo>
                  <a:cubicBezTo>
                    <a:pt x="242" y="89"/>
                    <a:pt x="241" y="89"/>
                    <a:pt x="240" y="89"/>
                  </a:cubicBezTo>
                  <a:cubicBezTo>
                    <a:pt x="240" y="90"/>
                    <a:pt x="240" y="90"/>
                    <a:pt x="239" y="91"/>
                  </a:cubicBezTo>
                  <a:cubicBezTo>
                    <a:pt x="238" y="92"/>
                    <a:pt x="238" y="92"/>
                    <a:pt x="237" y="93"/>
                  </a:cubicBezTo>
                  <a:cubicBezTo>
                    <a:pt x="237" y="93"/>
                    <a:pt x="238" y="94"/>
                    <a:pt x="238" y="95"/>
                  </a:cubicBezTo>
                  <a:cubicBezTo>
                    <a:pt x="239" y="95"/>
                    <a:pt x="240" y="95"/>
                    <a:pt x="241" y="93"/>
                  </a:cubicBezTo>
                  <a:cubicBezTo>
                    <a:pt x="242" y="93"/>
                    <a:pt x="242" y="91"/>
                    <a:pt x="243" y="91"/>
                  </a:cubicBezTo>
                  <a:cubicBezTo>
                    <a:pt x="243" y="90"/>
                    <a:pt x="242" y="89"/>
                    <a:pt x="242" y="89"/>
                  </a:cubicBezTo>
                  <a:close/>
                  <a:moveTo>
                    <a:pt x="242" y="73"/>
                  </a:moveTo>
                  <a:cubicBezTo>
                    <a:pt x="242" y="73"/>
                    <a:pt x="242" y="73"/>
                    <a:pt x="242" y="74"/>
                  </a:cubicBezTo>
                  <a:cubicBezTo>
                    <a:pt x="242" y="74"/>
                    <a:pt x="242" y="74"/>
                    <a:pt x="242" y="75"/>
                  </a:cubicBezTo>
                  <a:cubicBezTo>
                    <a:pt x="247" y="83"/>
                    <a:pt x="247" y="83"/>
                    <a:pt x="247" y="83"/>
                  </a:cubicBezTo>
                  <a:cubicBezTo>
                    <a:pt x="248" y="85"/>
                    <a:pt x="248" y="86"/>
                    <a:pt x="247" y="87"/>
                  </a:cubicBezTo>
                  <a:cubicBezTo>
                    <a:pt x="246" y="88"/>
                    <a:pt x="246" y="88"/>
                    <a:pt x="245" y="87"/>
                  </a:cubicBezTo>
                  <a:cubicBezTo>
                    <a:pt x="245" y="87"/>
                    <a:pt x="245" y="87"/>
                    <a:pt x="245" y="87"/>
                  </a:cubicBezTo>
                  <a:cubicBezTo>
                    <a:pt x="245" y="86"/>
                    <a:pt x="245" y="86"/>
                    <a:pt x="245" y="86"/>
                  </a:cubicBezTo>
                  <a:cubicBezTo>
                    <a:pt x="245" y="86"/>
                    <a:pt x="246" y="85"/>
                    <a:pt x="246" y="85"/>
                  </a:cubicBezTo>
                  <a:cubicBezTo>
                    <a:pt x="246" y="85"/>
                    <a:pt x="246" y="85"/>
                    <a:pt x="246" y="85"/>
                  </a:cubicBezTo>
                  <a:cubicBezTo>
                    <a:pt x="247" y="85"/>
                    <a:pt x="246" y="83"/>
                    <a:pt x="245" y="81"/>
                  </a:cubicBezTo>
                  <a:cubicBezTo>
                    <a:pt x="238" y="80"/>
                    <a:pt x="238" y="80"/>
                    <a:pt x="238" y="80"/>
                  </a:cubicBezTo>
                  <a:cubicBezTo>
                    <a:pt x="237" y="80"/>
                    <a:pt x="237" y="80"/>
                    <a:pt x="236" y="80"/>
                  </a:cubicBezTo>
                  <a:cubicBezTo>
                    <a:pt x="236" y="80"/>
                    <a:pt x="236" y="80"/>
                    <a:pt x="236" y="80"/>
                  </a:cubicBezTo>
                  <a:cubicBezTo>
                    <a:pt x="235" y="80"/>
                    <a:pt x="235" y="80"/>
                    <a:pt x="235" y="80"/>
                  </a:cubicBezTo>
                  <a:cubicBezTo>
                    <a:pt x="238" y="77"/>
                    <a:pt x="238" y="77"/>
                    <a:pt x="238" y="77"/>
                  </a:cubicBezTo>
                  <a:cubicBezTo>
                    <a:pt x="238" y="77"/>
                    <a:pt x="238" y="77"/>
                    <a:pt x="238" y="77"/>
                  </a:cubicBezTo>
                  <a:cubicBezTo>
                    <a:pt x="238" y="78"/>
                    <a:pt x="238" y="78"/>
                    <a:pt x="238" y="78"/>
                  </a:cubicBezTo>
                  <a:cubicBezTo>
                    <a:pt x="238" y="78"/>
                    <a:pt x="238" y="79"/>
                    <a:pt x="239" y="79"/>
                  </a:cubicBezTo>
                  <a:cubicBezTo>
                    <a:pt x="244" y="80"/>
                    <a:pt x="244" y="80"/>
                    <a:pt x="244" y="80"/>
                  </a:cubicBezTo>
                  <a:cubicBezTo>
                    <a:pt x="242" y="75"/>
                    <a:pt x="242" y="75"/>
                    <a:pt x="242" y="75"/>
                  </a:cubicBezTo>
                  <a:cubicBezTo>
                    <a:pt x="241" y="75"/>
                    <a:pt x="241" y="75"/>
                    <a:pt x="241" y="75"/>
                  </a:cubicBezTo>
                  <a:cubicBezTo>
                    <a:pt x="241" y="75"/>
                    <a:pt x="241" y="75"/>
                    <a:pt x="241" y="75"/>
                  </a:cubicBezTo>
                  <a:cubicBezTo>
                    <a:pt x="240" y="75"/>
                    <a:pt x="240" y="75"/>
                    <a:pt x="240" y="75"/>
                  </a:cubicBezTo>
                  <a:cubicBezTo>
                    <a:pt x="240" y="75"/>
                    <a:pt x="240" y="75"/>
                    <a:pt x="240" y="75"/>
                  </a:cubicBezTo>
                  <a:cubicBezTo>
                    <a:pt x="242" y="73"/>
                    <a:pt x="242" y="73"/>
                    <a:pt x="242" y="73"/>
                  </a:cubicBezTo>
                  <a:cubicBezTo>
                    <a:pt x="242" y="73"/>
                    <a:pt x="242" y="73"/>
                    <a:pt x="242" y="73"/>
                  </a:cubicBezTo>
                  <a:close/>
                  <a:moveTo>
                    <a:pt x="253" y="63"/>
                  </a:moveTo>
                  <a:cubicBezTo>
                    <a:pt x="254" y="64"/>
                    <a:pt x="255" y="65"/>
                    <a:pt x="255" y="66"/>
                  </a:cubicBezTo>
                  <a:cubicBezTo>
                    <a:pt x="256" y="67"/>
                    <a:pt x="256" y="68"/>
                    <a:pt x="255" y="69"/>
                  </a:cubicBezTo>
                  <a:cubicBezTo>
                    <a:pt x="254" y="71"/>
                    <a:pt x="253" y="71"/>
                    <a:pt x="252" y="71"/>
                  </a:cubicBezTo>
                  <a:cubicBezTo>
                    <a:pt x="251" y="72"/>
                    <a:pt x="250" y="71"/>
                    <a:pt x="248" y="71"/>
                  </a:cubicBezTo>
                  <a:cubicBezTo>
                    <a:pt x="247" y="70"/>
                    <a:pt x="246" y="69"/>
                    <a:pt x="246" y="68"/>
                  </a:cubicBezTo>
                  <a:cubicBezTo>
                    <a:pt x="246" y="67"/>
                    <a:pt x="246" y="66"/>
                    <a:pt x="246" y="65"/>
                  </a:cubicBezTo>
                  <a:cubicBezTo>
                    <a:pt x="247" y="63"/>
                    <a:pt x="248" y="63"/>
                    <a:pt x="249" y="62"/>
                  </a:cubicBezTo>
                  <a:cubicBezTo>
                    <a:pt x="250" y="62"/>
                    <a:pt x="252" y="62"/>
                    <a:pt x="253" y="63"/>
                  </a:cubicBezTo>
                  <a:close/>
                  <a:moveTo>
                    <a:pt x="252" y="65"/>
                  </a:moveTo>
                  <a:cubicBezTo>
                    <a:pt x="251" y="64"/>
                    <a:pt x="250" y="64"/>
                    <a:pt x="249" y="64"/>
                  </a:cubicBezTo>
                  <a:cubicBezTo>
                    <a:pt x="248" y="64"/>
                    <a:pt x="247" y="64"/>
                    <a:pt x="247" y="65"/>
                  </a:cubicBezTo>
                  <a:cubicBezTo>
                    <a:pt x="246" y="66"/>
                    <a:pt x="246" y="66"/>
                    <a:pt x="247" y="67"/>
                  </a:cubicBezTo>
                  <a:cubicBezTo>
                    <a:pt x="247" y="68"/>
                    <a:pt x="248" y="68"/>
                    <a:pt x="249" y="69"/>
                  </a:cubicBezTo>
                  <a:cubicBezTo>
                    <a:pt x="250" y="69"/>
                    <a:pt x="251" y="69"/>
                    <a:pt x="252" y="70"/>
                  </a:cubicBezTo>
                  <a:cubicBezTo>
                    <a:pt x="253" y="70"/>
                    <a:pt x="254" y="69"/>
                    <a:pt x="254" y="69"/>
                  </a:cubicBezTo>
                  <a:cubicBezTo>
                    <a:pt x="255" y="68"/>
                    <a:pt x="255" y="67"/>
                    <a:pt x="254" y="66"/>
                  </a:cubicBezTo>
                  <a:cubicBezTo>
                    <a:pt x="254" y="66"/>
                    <a:pt x="253" y="65"/>
                    <a:pt x="252" y="65"/>
                  </a:cubicBezTo>
                  <a:close/>
                  <a:moveTo>
                    <a:pt x="266" y="40"/>
                  </a:moveTo>
                  <a:cubicBezTo>
                    <a:pt x="267" y="42"/>
                    <a:pt x="267" y="44"/>
                    <a:pt x="266" y="46"/>
                  </a:cubicBezTo>
                  <a:cubicBezTo>
                    <a:pt x="265" y="48"/>
                    <a:pt x="264" y="49"/>
                    <a:pt x="262" y="50"/>
                  </a:cubicBezTo>
                  <a:cubicBezTo>
                    <a:pt x="261" y="51"/>
                    <a:pt x="259" y="51"/>
                    <a:pt x="257" y="50"/>
                  </a:cubicBezTo>
                  <a:cubicBezTo>
                    <a:pt x="255" y="49"/>
                    <a:pt x="254" y="48"/>
                    <a:pt x="253" y="47"/>
                  </a:cubicBezTo>
                  <a:cubicBezTo>
                    <a:pt x="252" y="45"/>
                    <a:pt x="252" y="43"/>
                    <a:pt x="253" y="41"/>
                  </a:cubicBezTo>
                  <a:cubicBezTo>
                    <a:pt x="254" y="41"/>
                    <a:pt x="254" y="40"/>
                    <a:pt x="254" y="39"/>
                  </a:cubicBezTo>
                  <a:cubicBezTo>
                    <a:pt x="255" y="39"/>
                    <a:pt x="255" y="38"/>
                    <a:pt x="255" y="38"/>
                  </a:cubicBezTo>
                  <a:cubicBezTo>
                    <a:pt x="255" y="38"/>
                    <a:pt x="255" y="37"/>
                    <a:pt x="255" y="37"/>
                  </a:cubicBezTo>
                  <a:cubicBezTo>
                    <a:pt x="255" y="37"/>
                    <a:pt x="255" y="37"/>
                    <a:pt x="255" y="37"/>
                  </a:cubicBezTo>
                  <a:cubicBezTo>
                    <a:pt x="259" y="38"/>
                    <a:pt x="259" y="38"/>
                    <a:pt x="259" y="38"/>
                  </a:cubicBezTo>
                  <a:cubicBezTo>
                    <a:pt x="259" y="39"/>
                    <a:pt x="259" y="39"/>
                    <a:pt x="259" y="39"/>
                  </a:cubicBezTo>
                  <a:cubicBezTo>
                    <a:pt x="258" y="39"/>
                    <a:pt x="257" y="39"/>
                    <a:pt x="256" y="39"/>
                  </a:cubicBezTo>
                  <a:cubicBezTo>
                    <a:pt x="255" y="39"/>
                    <a:pt x="254" y="40"/>
                    <a:pt x="254" y="41"/>
                  </a:cubicBezTo>
                  <a:cubicBezTo>
                    <a:pt x="254" y="43"/>
                    <a:pt x="254" y="44"/>
                    <a:pt x="254" y="45"/>
                  </a:cubicBezTo>
                  <a:cubicBezTo>
                    <a:pt x="255" y="47"/>
                    <a:pt x="256" y="47"/>
                    <a:pt x="258" y="48"/>
                  </a:cubicBezTo>
                  <a:cubicBezTo>
                    <a:pt x="260" y="49"/>
                    <a:pt x="261" y="49"/>
                    <a:pt x="263" y="49"/>
                  </a:cubicBezTo>
                  <a:cubicBezTo>
                    <a:pt x="264" y="48"/>
                    <a:pt x="265" y="47"/>
                    <a:pt x="266" y="46"/>
                  </a:cubicBezTo>
                  <a:cubicBezTo>
                    <a:pt x="266" y="45"/>
                    <a:pt x="266" y="43"/>
                    <a:pt x="266" y="42"/>
                  </a:cubicBezTo>
                  <a:cubicBezTo>
                    <a:pt x="266" y="42"/>
                    <a:pt x="266" y="41"/>
                    <a:pt x="266" y="40"/>
                  </a:cubicBezTo>
                  <a:cubicBezTo>
                    <a:pt x="266" y="40"/>
                    <a:pt x="266" y="40"/>
                    <a:pt x="266" y="40"/>
                  </a:cubicBezTo>
                  <a:close/>
                  <a:moveTo>
                    <a:pt x="270" y="30"/>
                  </a:moveTo>
                  <a:cubicBezTo>
                    <a:pt x="269" y="34"/>
                    <a:pt x="269" y="34"/>
                    <a:pt x="269" y="34"/>
                  </a:cubicBezTo>
                  <a:cubicBezTo>
                    <a:pt x="269" y="34"/>
                    <a:pt x="269" y="34"/>
                    <a:pt x="269" y="34"/>
                  </a:cubicBezTo>
                  <a:cubicBezTo>
                    <a:pt x="269" y="33"/>
                    <a:pt x="269" y="33"/>
                    <a:pt x="268" y="32"/>
                  </a:cubicBezTo>
                  <a:cubicBezTo>
                    <a:pt x="263" y="31"/>
                    <a:pt x="263" y="31"/>
                    <a:pt x="263" y="31"/>
                  </a:cubicBezTo>
                  <a:cubicBezTo>
                    <a:pt x="262" y="31"/>
                    <a:pt x="261" y="31"/>
                    <a:pt x="261" y="32"/>
                  </a:cubicBezTo>
                  <a:cubicBezTo>
                    <a:pt x="260" y="33"/>
                    <a:pt x="261" y="33"/>
                    <a:pt x="261" y="34"/>
                  </a:cubicBezTo>
                  <a:cubicBezTo>
                    <a:pt x="266" y="36"/>
                    <a:pt x="266" y="36"/>
                    <a:pt x="266" y="36"/>
                  </a:cubicBezTo>
                  <a:cubicBezTo>
                    <a:pt x="267" y="36"/>
                    <a:pt x="268" y="36"/>
                    <a:pt x="268" y="35"/>
                  </a:cubicBezTo>
                  <a:cubicBezTo>
                    <a:pt x="268" y="35"/>
                    <a:pt x="268" y="35"/>
                    <a:pt x="268" y="35"/>
                  </a:cubicBezTo>
                  <a:cubicBezTo>
                    <a:pt x="267" y="39"/>
                    <a:pt x="267" y="39"/>
                    <a:pt x="267" y="39"/>
                  </a:cubicBezTo>
                  <a:cubicBezTo>
                    <a:pt x="267" y="39"/>
                    <a:pt x="267" y="39"/>
                    <a:pt x="267" y="39"/>
                  </a:cubicBezTo>
                  <a:cubicBezTo>
                    <a:pt x="267" y="38"/>
                    <a:pt x="267" y="38"/>
                    <a:pt x="266" y="37"/>
                  </a:cubicBezTo>
                  <a:cubicBezTo>
                    <a:pt x="256" y="35"/>
                    <a:pt x="256" y="35"/>
                    <a:pt x="256" y="35"/>
                  </a:cubicBezTo>
                  <a:cubicBezTo>
                    <a:pt x="256" y="35"/>
                    <a:pt x="255" y="35"/>
                    <a:pt x="255" y="35"/>
                  </a:cubicBezTo>
                  <a:cubicBezTo>
                    <a:pt x="255" y="35"/>
                    <a:pt x="255" y="35"/>
                    <a:pt x="255" y="35"/>
                  </a:cubicBezTo>
                  <a:cubicBezTo>
                    <a:pt x="254" y="35"/>
                    <a:pt x="254" y="35"/>
                    <a:pt x="254" y="35"/>
                  </a:cubicBezTo>
                  <a:cubicBezTo>
                    <a:pt x="254" y="35"/>
                    <a:pt x="254" y="34"/>
                    <a:pt x="254" y="32"/>
                  </a:cubicBezTo>
                  <a:cubicBezTo>
                    <a:pt x="260" y="34"/>
                    <a:pt x="260" y="34"/>
                    <a:pt x="260" y="34"/>
                  </a:cubicBezTo>
                  <a:cubicBezTo>
                    <a:pt x="260" y="33"/>
                    <a:pt x="259" y="31"/>
                    <a:pt x="260" y="31"/>
                  </a:cubicBezTo>
                  <a:cubicBezTo>
                    <a:pt x="260" y="29"/>
                    <a:pt x="261" y="28"/>
                    <a:pt x="263" y="29"/>
                  </a:cubicBezTo>
                  <a:cubicBezTo>
                    <a:pt x="268" y="30"/>
                    <a:pt x="268" y="30"/>
                    <a:pt x="268" y="30"/>
                  </a:cubicBezTo>
                  <a:cubicBezTo>
                    <a:pt x="270" y="31"/>
                    <a:pt x="270" y="31"/>
                    <a:pt x="270" y="30"/>
                  </a:cubicBezTo>
                  <a:cubicBezTo>
                    <a:pt x="270" y="30"/>
                    <a:pt x="270" y="30"/>
                    <a:pt x="270" y="30"/>
                  </a:cubicBezTo>
                  <a:close/>
                  <a:moveTo>
                    <a:pt x="259" y="22"/>
                  </a:moveTo>
                  <a:cubicBezTo>
                    <a:pt x="259" y="22"/>
                    <a:pt x="259" y="22"/>
                    <a:pt x="260" y="23"/>
                  </a:cubicBezTo>
                  <a:cubicBezTo>
                    <a:pt x="260" y="23"/>
                    <a:pt x="260" y="23"/>
                    <a:pt x="260" y="23"/>
                  </a:cubicBezTo>
                  <a:cubicBezTo>
                    <a:pt x="259" y="24"/>
                    <a:pt x="260" y="24"/>
                    <a:pt x="259" y="24"/>
                  </a:cubicBezTo>
                  <a:cubicBezTo>
                    <a:pt x="259" y="24"/>
                    <a:pt x="259" y="25"/>
                    <a:pt x="258" y="24"/>
                  </a:cubicBezTo>
                  <a:cubicBezTo>
                    <a:pt x="258" y="24"/>
                    <a:pt x="258" y="24"/>
                    <a:pt x="258" y="24"/>
                  </a:cubicBezTo>
                  <a:cubicBezTo>
                    <a:pt x="258" y="23"/>
                    <a:pt x="257" y="23"/>
                    <a:pt x="258" y="23"/>
                  </a:cubicBezTo>
                  <a:cubicBezTo>
                    <a:pt x="258" y="23"/>
                    <a:pt x="258" y="23"/>
                    <a:pt x="258" y="22"/>
                  </a:cubicBezTo>
                  <a:cubicBezTo>
                    <a:pt x="258" y="22"/>
                    <a:pt x="258" y="22"/>
                    <a:pt x="259" y="22"/>
                  </a:cubicBezTo>
                  <a:close/>
                  <a:moveTo>
                    <a:pt x="272" y="23"/>
                  </a:moveTo>
                  <a:cubicBezTo>
                    <a:pt x="271" y="28"/>
                    <a:pt x="271" y="28"/>
                    <a:pt x="271" y="28"/>
                  </a:cubicBezTo>
                  <a:cubicBezTo>
                    <a:pt x="270" y="28"/>
                    <a:pt x="270" y="28"/>
                    <a:pt x="270" y="28"/>
                  </a:cubicBezTo>
                  <a:cubicBezTo>
                    <a:pt x="270" y="27"/>
                    <a:pt x="270" y="26"/>
                    <a:pt x="269" y="26"/>
                  </a:cubicBezTo>
                  <a:cubicBezTo>
                    <a:pt x="264" y="25"/>
                    <a:pt x="264" y="25"/>
                    <a:pt x="264" y="25"/>
                  </a:cubicBezTo>
                  <a:cubicBezTo>
                    <a:pt x="263" y="25"/>
                    <a:pt x="262" y="25"/>
                    <a:pt x="262" y="26"/>
                  </a:cubicBezTo>
                  <a:cubicBezTo>
                    <a:pt x="262" y="26"/>
                    <a:pt x="262" y="26"/>
                    <a:pt x="262" y="27"/>
                  </a:cubicBezTo>
                  <a:cubicBezTo>
                    <a:pt x="262" y="27"/>
                    <a:pt x="262" y="27"/>
                    <a:pt x="262" y="27"/>
                  </a:cubicBezTo>
                  <a:cubicBezTo>
                    <a:pt x="262" y="23"/>
                    <a:pt x="262" y="23"/>
                    <a:pt x="262" y="23"/>
                  </a:cubicBezTo>
                  <a:cubicBezTo>
                    <a:pt x="269" y="24"/>
                    <a:pt x="269" y="24"/>
                    <a:pt x="269" y="24"/>
                  </a:cubicBezTo>
                  <a:cubicBezTo>
                    <a:pt x="271" y="25"/>
                    <a:pt x="271" y="24"/>
                    <a:pt x="272" y="23"/>
                  </a:cubicBezTo>
                  <a:cubicBezTo>
                    <a:pt x="272" y="23"/>
                    <a:pt x="272" y="23"/>
                    <a:pt x="272" y="23"/>
                  </a:cubicBezTo>
                  <a:close/>
                  <a:moveTo>
                    <a:pt x="273" y="12"/>
                  </a:moveTo>
                  <a:cubicBezTo>
                    <a:pt x="273" y="16"/>
                    <a:pt x="273" y="16"/>
                    <a:pt x="273" y="16"/>
                  </a:cubicBezTo>
                  <a:cubicBezTo>
                    <a:pt x="272" y="16"/>
                    <a:pt x="272" y="16"/>
                    <a:pt x="272" y="16"/>
                  </a:cubicBezTo>
                  <a:cubicBezTo>
                    <a:pt x="272" y="15"/>
                    <a:pt x="272" y="15"/>
                    <a:pt x="271" y="15"/>
                  </a:cubicBezTo>
                  <a:cubicBezTo>
                    <a:pt x="266" y="14"/>
                    <a:pt x="266" y="14"/>
                    <a:pt x="266" y="14"/>
                  </a:cubicBezTo>
                  <a:cubicBezTo>
                    <a:pt x="266" y="14"/>
                    <a:pt x="266" y="14"/>
                    <a:pt x="265" y="14"/>
                  </a:cubicBezTo>
                  <a:cubicBezTo>
                    <a:pt x="265" y="15"/>
                    <a:pt x="265" y="15"/>
                    <a:pt x="265" y="15"/>
                  </a:cubicBezTo>
                  <a:cubicBezTo>
                    <a:pt x="265" y="16"/>
                    <a:pt x="265" y="17"/>
                    <a:pt x="266" y="18"/>
                  </a:cubicBezTo>
                  <a:cubicBezTo>
                    <a:pt x="271" y="19"/>
                    <a:pt x="271" y="19"/>
                    <a:pt x="271" y="19"/>
                  </a:cubicBezTo>
                  <a:cubicBezTo>
                    <a:pt x="272" y="19"/>
                    <a:pt x="272" y="18"/>
                    <a:pt x="273" y="17"/>
                  </a:cubicBezTo>
                  <a:cubicBezTo>
                    <a:pt x="273" y="17"/>
                    <a:pt x="273" y="17"/>
                    <a:pt x="273" y="17"/>
                  </a:cubicBezTo>
                  <a:cubicBezTo>
                    <a:pt x="273" y="22"/>
                    <a:pt x="273" y="22"/>
                    <a:pt x="273" y="22"/>
                  </a:cubicBezTo>
                  <a:cubicBezTo>
                    <a:pt x="272" y="22"/>
                    <a:pt x="272" y="22"/>
                    <a:pt x="272" y="22"/>
                  </a:cubicBezTo>
                  <a:cubicBezTo>
                    <a:pt x="272" y="21"/>
                    <a:pt x="272" y="21"/>
                    <a:pt x="271" y="20"/>
                  </a:cubicBezTo>
                  <a:cubicBezTo>
                    <a:pt x="265" y="19"/>
                    <a:pt x="265" y="19"/>
                    <a:pt x="265" y="19"/>
                  </a:cubicBezTo>
                  <a:cubicBezTo>
                    <a:pt x="265" y="19"/>
                    <a:pt x="264" y="19"/>
                    <a:pt x="264" y="19"/>
                  </a:cubicBezTo>
                  <a:cubicBezTo>
                    <a:pt x="264" y="19"/>
                    <a:pt x="264" y="20"/>
                    <a:pt x="264" y="21"/>
                  </a:cubicBezTo>
                  <a:cubicBezTo>
                    <a:pt x="264" y="21"/>
                    <a:pt x="264" y="21"/>
                    <a:pt x="264" y="21"/>
                  </a:cubicBezTo>
                  <a:cubicBezTo>
                    <a:pt x="263" y="17"/>
                    <a:pt x="263" y="17"/>
                    <a:pt x="263" y="17"/>
                  </a:cubicBezTo>
                  <a:cubicBezTo>
                    <a:pt x="265" y="18"/>
                    <a:pt x="265" y="18"/>
                    <a:pt x="265" y="18"/>
                  </a:cubicBezTo>
                  <a:cubicBezTo>
                    <a:pt x="264" y="17"/>
                    <a:pt x="263" y="16"/>
                    <a:pt x="264" y="15"/>
                  </a:cubicBezTo>
                  <a:cubicBezTo>
                    <a:pt x="264" y="13"/>
                    <a:pt x="265" y="12"/>
                    <a:pt x="267" y="13"/>
                  </a:cubicBezTo>
                  <a:cubicBezTo>
                    <a:pt x="272" y="13"/>
                    <a:pt x="272" y="13"/>
                    <a:pt x="272" y="13"/>
                  </a:cubicBezTo>
                  <a:cubicBezTo>
                    <a:pt x="272" y="13"/>
                    <a:pt x="273" y="13"/>
                    <a:pt x="273" y="12"/>
                  </a:cubicBezTo>
                  <a:cubicBezTo>
                    <a:pt x="273" y="12"/>
                    <a:pt x="273" y="12"/>
                    <a:pt x="273" y="12"/>
                  </a:cubicBezTo>
                  <a:close/>
                  <a:moveTo>
                    <a:pt x="273" y="1"/>
                  </a:moveTo>
                  <a:cubicBezTo>
                    <a:pt x="273" y="2"/>
                    <a:pt x="273" y="2"/>
                    <a:pt x="274" y="2"/>
                  </a:cubicBezTo>
                  <a:cubicBezTo>
                    <a:pt x="274" y="3"/>
                    <a:pt x="274" y="3"/>
                    <a:pt x="274" y="3"/>
                  </a:cubicBezTo>
                  <a:cubicBezTo>
                    <a:pt x="274" y="4"/>
                    <a:pt x="274" y="4"/>
                    <a:pt x="272" y="5"/>
                  </a:cubicBezTo>
                  <a:cubicBezTo>
                    <a:pt x="273" y="5"/>
                    <a:pt x="273" y="5"/>
                    <a:pt x="274" y="6"/>
                  </a:cubicBezTo>
                  <a:cubicBezTo>
                    <a:pt x="274" y="7"/>
                    <a:pt x="274" y="7"/>
                    <a:pt x="274" y="7"/>
                  </a:cubicBezTo>
                  <a:cubicBezTo>
                    <a:pt x="274" y="8"/>
                    <a:pt x="274" y="9"/>
                    <a:pt x="273" y="9"/>
                  </a:cubicBezTo>
                  <a:cubicBezTo>
                    <a:pt x="273" y="9"/>
                    <a:pt x="272" y="10"/>
                    <a:pt x="272" y="10"/>
                  </a:cubicBezTo>
                  <a:cubicBezTo>
                    <a:pt x="270" y="10"/>
                    <a:pt x="270" y="9"/>
                    <a:pt x="269" y="8"/>
                  </a:cubicBezTo>
                  <a:cubicBezTo>
                    <a:pt x="268" y="7"/>
                    <a:pt x="268" y="6"/>
                    <a:pt x="268" y="5"/>
                  </a:cubicBezTo>
                  <a:cubicBezTo>
                    <a:pt x="267" y="5"/>
                    <a:pt x="267" y="5"/>
                    <a:pt x="267" y="5"/>
                  </a:cubicBezTo>
                  <a:cubicBezTo>
                    <a:pt x="265" y="5"/>
                    <a:pt x="264" y="5"/>
                    <a:pt x="264" y="6"/>
                  </a:cubicBezTo>
                  <a:cubicBezTo>
                    <a:pt x="264" y="7"/>
                    <a:pt x="265" y="7"/>
                    <a:pt x="265" y="7"/>
                  </a:cubicBezTo>
                  <a:cubicBezTo>
                    <a:pt x="266" y="7"/>
                    <a:pt x="266" y="7"/>
                    <a:pt x="266" y="7"/>
                  </a:cubicBezTo>
                  <a:cubicBezTo>
                    <a:pt x="266" y="7"/>
                    <a:pt x="266" y="7"/>
                    <a:pt x="266" y="7"/>
                  </a:cubicBezTo>
                  <a:cubicBezTo>
                    <a:pt x="266" y="7"/>
                    <a:pt x="266" y="7"/>
                    <a:pt x="267" y="8"/>
                  </a:cubicBezTo>
                  <a:cubicBezTo>
                    <a:pt x="267" y="8"/>
                    <a:pt x="267" y="8"/>
                    <a:pt x="267" y="9"/>
                  </a:cubicBezTo>
                  <a:cubicBezTo>
                    <a:pt x="267" y="9"/>
                    <a:pt x="267" y="9"/>
                    <a:pt x="267" y="9"/>
                  </a:cubicBezTo>
                  <a:cubicBezTo>
                    <a:pt x="266" y="10"/>
                    <a:pt x="266" y="10"/>
                    <a:pt x="266" y="10"/>
                  </a:cubicBezTo>
                  <a:cubicBezTo>
                    <a:pt x="266" y="10"/>
                    <a:pt x="265" y="9"/>
                    <a:pt x="265" y="9"/>
                  </a:cubicBezTo>
                  <a:cubicBezTo>
                    <a:pt x="264" y="8"/>
                    <a:pt x="264" y="7"/>
                    <a:pt x="264" y="7"/>
                  </a:cubicBezTo>
                  <a:cubicBezTo>
                    <a:pt x="264" y="5"/>
                    <a:pt x="265" y="5"/>
                    <a:pt x="265" y="4"/>
                  </a:cubicBezTo>
                  <a:cubicBezTo>
                    <a:pt x="266" y="4"/>
                    <a:pt x="266" y="3"/>
                    <a:pt x="268" y="3"/>
                  </a:cubicBezTo>
                  <a:cubicBezTo>
                    <a:pt x="272" y="3"/>
                    <a:pt x="272" y="3"/>
                    <a:pt x="272" y="3"/>
                  </a:cubicBezTo>
                  <a:cubicBezTo>
                    <a:pt x="272" y="3"/>
                    <a:pt x="273" y="3"/>
                    <a:pt x="273" y="3"/>
                  </a:cubicBezTo>
                  <a:cubicBezTo>
                    <a:pt x="273" y="3"/>
                    <a:pt x="273" y="3"/>
                    <a:pt x="272" y="2"/>
                  </a:cubicBezTo>
                  <a:cubicBezTo>
                    <a:pt x="273" y="1"/>
                    <a:pt x="273" y="1"/>
                    <a:pt x="273" y="1"/>
                  </a:cubicBezTo>
                  <a:close/>
                  <a:moveTo>
                    <a:pt x="272" y="5"/>
                  </a:moveTo>
                  <a:cubicBezTo>
                    <a:pt x="268" y="5"/>
                    <a:pt x="268" y="5"/>
                    <a:pt x="268" y="5"/>
                  </a:cubicBezTo>
                  <a:cubicBezTo>
                    <a:pt x="269" y="6"/>
                    <a:pt x="269" y="7"/>
                    <a:pt x="269" y="7"/>
                  </a:cubicBezTo>
                  <a:cubicBezTo>
                    <a:pt x="270" y="8"/>
                    <a:pt x="270" y="8"/>
                    <a:pt x="271" y="8"/>
                  </a:cubicBezTo>
                  <a:cubicBezTo>
                    <a:pt x="272" y="8"/>
                    <a:pt x="272" y="8"/>
                    <a:pt x="272" y="7"/>
                  </a:cubicBezTo>
                  <a:cubicBezTo>
                    <a:pt x="273" y="6"/>
                    <a:pt x="272" y="5"/>
                    <a:pt x="272"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3" name="Freeform 41"/>
            <p:cNvSpPr/>
            <p:nvPr/>
          </p:nvSpPr>
          <p:spPr bwMode="auto">
            <a:xfrm>
              <a:off x="8913875" y="4712004"/>
              <a:ext cx="161925" cy="150813"/>
            </a:xfrm>
            <a:custGeom>
              <a:avLst/>
              <a:gdLst>
                <a:gd name="T0" fmla="*/ 86 w 108"/>
                <a:gd name="T1" fmla="*/ 99 h 100"/>
                <a:gd name="T2" fmla="*/ 46 w 108"/>
                <a:gd name="T3" fmla="*/ 0 h 100"/>
                <a:gd name="T4" fmla="*/ 56 w 108"/>
                <a:gd name="T5" fmla="*/ 58 h 100"/>
                <a:gd name="T6" fmla="*/ 0 w 108"/>
                <a:gd name="T7" fmla="*/ 100 h 100"/>
                <a:gd name="T8" fmla="*/ 57 w 108"/>
                <a:gd name="T9" fmla="*/ 59 h 100"/>
                <a:gd name="T10" fmla="*/ 65 w 108"/>
                <a:gd name="T11" fmla="*/ 18 h 100"/>
                <a:gd name="T12" fmla="*/ 41 w 108"/>
                <a:gd name="T13" fmla="*/ 97 h 100"/>
                <a:gd name="T14" fmla="*/ 64 w 108"/>
                <a:gd name="T15" fmla="*/ 14 h 100"/>
                <a:gd name="T16" fmla="*/ 65 w 108"/>
                <a:gd name="T17" fmla="*/ 98 h 100"/>
                <a:gd name="T18" fmla="*/ 62 w 108"/>
                <a:gd name="T19" fmla="*/ 9 h 100"/>
                <a:gd name="T20" fmla="*/ 86 w 108"/>
                <a:gd name="T21" fmla="*/ 99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8" h="100">
                  <a:moveTo>
                    <a:pt x="86" y="99"/>
                  </a:moveTo>
                  <a:cubicBezTo>
                    <a:pt x="108" y="48"/>
                    <a:pt x="88" y="16"/>
                    <a:pt x="46" y="0"/>
                  </a:cubicBezTo>
                  <a:cubicBezTo>
                    <a:pt x="71" y="10"/>
                    <a:pt x="66" y="42"/>
                    <a:pt x="56" y="58"/>
                  </a:cubicBezTo>
                  <a:cubicBezTo>
                    <a:pt x="45" y="74"/>
                    <a:pt x="28" y="87"/>
                    <a:pt x="0" y="100"/>
                  </a:cubicBezTo>
                  <a:cubicBezTo>
                    <a:pt x="30" y="88"/>
                    <a:pt x="48" y="73"/>
                    <a:pt x="57" y="59"/>
                  </a:cubicBezTo>
                  <a:cubicBezTo>
                    <a:pt x="65" y="44"/>
                    <a:pt x="67" y="32"/>
                    <a:pt x="65" y="18"/>
                  </a:cubicBezTo>
                  <a:cubicBezTo>
                    <a:pt x="78" y="47"/>
                    <a:pt x="67" y="72"/>
                    <a:pt x="41" y="97"/>
                  </a:cubicBezTo>
                  <a:cubicBezTo>
                    <a:pt x="71" y="71"/>
                    <a:pt x="81" y="43"/>
                    <a:pt x="64" y="14"/>
                  </a:cubicBezTo>
                  <a:cubicBezTo>
                    <a:pt x="89" y="42"/>
                    <a:pt x="82" y="72"/>
                    <a:pt x="65" y="98"/>
                  </a:cubicBezTo>
                  <a:cubicBezTo>
                    <a:pt x="86" y="68"/>
                    <a:pt x="90" y="36"/>
                    <a:pt x="62" y="9"/>
                  </a:cubicBezTo>
                  <a:cubicBezTo>
                    <a:pt x="96" y="30"/>
                    <a:pt x="101" y="59"/>
                    <a:pt x="86" y="9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4" name="Freeform 42"/>
            <p:cNvSpPr/>
            <p:nvPr/>
          </p:nvSpPr>
          <p:spPr bwMode="auto">
            <a:xfrm>
              <a:off x="8942450" y="4694541"/>
              <a:ext cx="49213" cy="20638"/>
            </a:xfrm>
            <a:custGeom>
              <a:avLst/>
              <a:gdLst>
                <a:gd name="T0" fmla="*/ 19 w 33"/>
                <a:gd name="T1" fmla="*/ 14 h 14"/>
                <a:gd name="T2" fmla="*/ 0 w 33"/>
                <a:gd name="T3" fmla="*/ 0 h 14"/>
                <a:gd name="T4" fmla="*/ 33 w 33"/>
                <a:gd name="T5" fmla="*/ 5 h 14"/>
                <a:gd name="T6" fmla="*/ 18 w 33"/>
                <a:gd name="T7" fmla="*/ 6 h 14"/>
                <a:gd name="T8" fmla="*/ 19 w 33"/>
                <a:gd name="T9" fmla="*/ 14 h 14"/>
              </a:gdLst>
              <a:ahLst/>
              <a:cxnLst>
                <a:cxn ang="0">
                  <a:pos x="T0" y="T1"/>
                </a:cxn>
                <a:cxn ang="0">
                  <a:pos x="T2" y="T3"/>
                </a:cxn>
                <a:cxn ang="0">
                  <a:pos x="T4" y="T5"/>
                </a:cxn>
                <a:cxn ang="0">
                  <a:pos x="T6" y="T7"/>
                </a:cxn>
                <a:cxn ang="0">
                  <a:pos x="T8" y="T9"/>
                </a:cxn>
              </a:cxnLst>
              <a:rect l="0" t="0" r="r" b="b"/>
              <a:pathLst>
                <a:path w="33" h="14">
                  <a:moveTo>
                    <a:pt x="19" y="14"/>
                  </a:moveTo>
                  <a:cubicBezTo>
                    <a:pt x="13" y="8"/>
                    <a:pt x="8" y="4"/>
                    <a:pt x="0" y="0"/>
                  </a:cubicBezTo>
                  <a:cubicBezTo>
                    <a:pt x="11" y="0"/>
                    <a:pt x="25" y="3"/>
                    <a:pt x="33" y="5"/>
                  </a:cubicBezTo>
                  <a:cubicBezTo>
                    <a:pt x="24" y="4"/>
                    <a:pt x="20" y="5"/>
                    <a:pt x="18" y="6"/>
                  </a:cubicBezTo>
                  <a:cubicBezTo>
                    <a:pt x="16" y="8"/>
                    <a:pt x="17" y="10"/>
                    <a:pt x="19"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5" name="Freeform 43"/>
            <p:cNvSpPr/>
            <p:nvPr/>
          </p:nvSpPr>
          <p:spPr bwMode="auto">
            <a:xfrm>
              <a:off x="8867838" y="4856466"/>
              <a:ext cx="195263" cy="30163"/>
            </a:xfrm>
            <a:custGeom>
              <a:avLst/>
              <a:gdLst>
                <a:gd name="T0" fmla="*/ 70 w 131"/>
                <a:gd name="T1" fmla="*/ 20 h 20"/>
                <a:gd name="T2" fmla="*/ 77 w 131"/>
                <a:gd name="T3" fmla="*/ 12 h 20"/>
                <a:gd name="T4" fmla="*/ 100 w 131"/>
                <a:gd name="T5" fmla="*/ 12 h 20"/>
                <a:gd name="T6" fmla="*/ 131 w 131"/>
                <a:gd name="T7" fmla="*/ 14 h 20"/>
                <a:gd name="T8" fmla="*/ 124 w 131"/>
                <a:gd name="T9" fmla="*/ 8 h 20"/>
                <a:gd name="T10" fmla="*/ 101 w 131"/>
                <a:gd name="T11" fmla="*/ 5 h 20"/>
                <a:gd name="T12" fmla="*/ 77 w 131"/>
                <a:gd name="T13" fmla="*/ 0 h 20"/>
                <a:gd name="T14" fmla="*/ 65 w 131"/>
                <a:gd name="T15" fmla="*/ 12 h 20"/>
                <a:gd name="T16" fmla="*/ 53 w 131"/>
                <a:gd name="T17" fmla="*/ 0 h 20"/>
                <a:gd name="T18" fmla="*/ 30 w 131"/>
                <a:gd name="T19" fmla="*/ 5 h 20"/>
                <a:gd name="T20" fmla="*/ 7 w 131"/>
                <a:gd name="T21" fmla="*/ 8 h 20"/>
                <a:gd name="T22" fmla="*/ 0 w 131"/>
                <a:gd name="T23" fmla="*/ 14 h 20"/>
                <a:gd name="T24" fmla="*/ 31 w 131"/>
                <a:gd name="T25" fmla="*/ 12 h 20"/>
                <a:gd name="T26" fmla="*/ 54 w 131"/>
                <a:gd name="T27" fmla="*/ 12 h 20"/>
                <a:gd name="T28" fmla="*/ 61 w 131"/>
                <a:gd name="T29" fmla="*/ 20 h 20"/>
                <a:gd name="T30" fmla="*/ 70 w 131"/>
                <a:gd name="T31"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31" h="20">
                  <a:moveTo>
                    <a:pt x="70" y="20"/>
                  </a:moveTo>
                  <a:cubicBezTo>
                    <a:pt x="70" y="16"/>
                    <a:pt x="71" y="14"/>
                    <a:pt x="77" y="12"/>
                  </a:cubicBezTo>
                  <a:cubicBezTo>
                    <a:pt x="83" y="10"/>
                    <a:pt x="89" y="11"/>
                    <a:pt x="100" y="12"/>
                  </a:cubicBezTo>
                  <a:cubicBezTo>
                    <a:pt x="111" y="14"/>
                    <a:pt x="120" y="15"/>
                    <a:pt x="131" y="14"/>
                  </a:cubicBezTo>
                  <a:cubicBezTo>
                    <a:pt x="127" y="12"/>
                    <a:pt x="126" y="10"/>
                    <a:pt x="124" y="8"/>
                  </a:cubicBezTo>
                  <a:cubicBezTo>
                    <a:pt x="115" y="8"/>
                    <a:pt x="109" y="7"/>
                    <a:pt x="101" y="5"/>
                  </a:cubicBezTo>
                  <a:cubicBezTo>
                    <a:pt x="93" y="2"/>
                    <a:pt x="83" y="0"/>
                    <a:pt x="77" y="0"/>
                  </a:cubicBezTo>
                  <a:cubicBezTo>
                    <a:pt x="71" y="1"/>
                    <a:pt x="67" y="4"/>
                    <a:pt x="65" y="12"/>
                  </a:cubicBezTo>
                  <a:cubicBezTo>
                    <a:pt x="63" y="4"/>
                    <a:pt x="59" y="1"/>
                    <a:pt x="53" y="0"/>
                  </a:cubicBezTo>
                  <a:cubicBezTo>
                    <a:pt x="47" y="0"/>
                    <a:pt x="38" y="2"/>
                    <a:pt x="30" y="5"/>
                  </a:cubicBezTo>
                  <a:cubicBezTo>
                    <a:pt x="22" y="7"/>
                    <a:pt x="16" y="8"/>
                    <a:pt x="7" y="8"/>
                  </a:cubicBezTo>
                  <a:cubicBezTo>
                    <a:pt x="5" y="10"/>
                    <a:pt x="4" y="12"/>
                    <a:pt x="0" y="14"/>
                  </a:cubicBezTo>
                  <a:cubicBezTo>
                    <a:pt x="11" y="15"/>
                    <a:pt x="20" y="14"/>
                    <a:pt x="31" y="12"/>
                  </a:cubicBezTo>
                  <a:cubicBezTo>
                    <a:pt x="41" y="11"/>
                    <a:pt x="48" y="10"/>
                    <a:pt x="54" y="12"/>
                  </a:cubicBezTo>
                  <a:cubicBezTo>
                    <a:pt x="60" y="14"/>
                    <a:pt x="61" y="16"/>
                    <a:pt x="61" y="20"/>
                  </a:cubicBezTo>
                  <a:cubicBezTo>
                    <a:pt x="70" y="20"/>
                    <a:pt x="70" y="20"/>
                    <a:pt x="70" y="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6" name="Freeform 44"/>
            <p:cNvSpPr>
              <a:spLocks noEditPoints="1"/>
            </p:cNvSpPr>
            <p:nvPr/>
          </p:nvSpPr>
          <p:spPr bwMode="auto">
            <a:xfrm>
              <a:off x="8840850" y="4681841"/>
              <a:ext cx="252413" cy="257175"/>
            </a:xfrm>
            <a:custGeom>
              <a:avLst/>
              <a:gdLst>
                <a:gd name="T0" fmla="*/ 85 w 170"/>
                <a:gd name="T1" fmla="*/ 0 h 171"/>
                <a:gd name="T2" fmla="*/ 0 w 170"/>
                <a:gd name="T3" fmla="*/ 86 h 171"/>
                <a:gd name="T4" fmla="*/ 85 w 170"/>
                <a:gd name="T5" fmla="*/ 171 h 171"/>
                <a:gd name="T6" fmla="*/ 170 w 170"/>
                <a:gd name="T7" fmla="*/ 86 h 171"/>
                <a:gd name="T8" fmla="*/ 85 w 170"/>
                <a:gd name="T9" fmla="*/ 0 h 171"/>
                <a:gd name="T10" fmla="*/ 85 w 170"/>
                <a:gd name="T11" fmla="*/ 168 h 171"/>
                <a:gd name="T12" fmla="*/ 2 w 170"/>
                <a:gd name="T13" fmla="*/ 85 h 171"/>
                <a:gd name="T14" fmla="*/ 85 w 170"/>
                <a:gd name="T15" fmla="*/ 3 h 171"/>
                <a:gd name="T16" fmla="*/ 167 w 170"/>
                <a:gd name="T17" fmla="*/ 85 h 171"/>
                <a:gd name="T18" fmla="*/ 85 w 170"/>
                <a:gd name="T19" fmla="*/ 168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0" h="171">
                  <a:moveTo>
                    <a:pt x="85" y="0"/>
                  </a:moveTo>
                  <a:cubicBezTo>
                    <a:pt x="38" y="0"/>
                    <a:pt x="0" y="38"/>
                    <a:pt x="0" y="86"/>
                  </a:cubicBezTo>
                  <a:cubicBezTo>
                    <a:pt x="0" y="132"/>
                    <a:pt x="38" y="171"/>
                    <a:pt x="85" y="171"/>
                  </a:cubicBezTo>
                  <a:cubicBezTo>
                    <a:pt x="132" y="171"/>
                    <a:pt x="170" y="133"/>
                    <a:pt x="170" y="86"/>
                  </a:cubicBezTo>
                  <a:cubicBezTo>
                    <a:pt x="170" y="38"/>
                    <a:pt x="132" y="0"/>
                    <a:pt x="85" y="0"/>
                  </a:cubicBezTo>
                  <a:close/>
                  <a:moveTo>
                    <a:pt x="85" y="168"/>
                  </a:moveTo>
                  <a:cubicBezTo>
                    <a:pt x="39" y="168"/>
                    <a:pt x="2" y="131"/>
                    <a:pt x="2" y="85"/>
                  </a:cubicBezTo>
                  <a:cubicBezTo>
                    <a:pt x="2" y="40"/>
                    <a:pt x="39" y="3"/>
                    <a:pt x="85" y="3"/>
                  </a:cubicBezTo>
                  <a:cubicBezTo>
                    <a:pt x="130" y="3"/>
                    <a:pt x="167" y="40"/>
                    <a:pt x="167" y="85"/>
                  </a:cubicBezTo>
                  <a:cubicBezTo>
                    <a:pt x="167" y="131"/>
                    <a:pt x="130" y="168"/>
                    <a:pt x="85" y="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7" name="Freeform 45"/>
            <p:cNvSpPr>
              <a:spLocks noEditPoints="1"/>
            </p:cNvSpPr>
            <p:nvPr/>
          </p:nvSpPr>
          <p:spPr bwMode="auto">
            <a:xfrm>
              <a:off x="9091675" y="4667554"/>
              <a:ext cx="39688" cy="36513"/>
            </a:xfrm>
            <a:custGeom>
              <a:avLst/>
              <a:gdLst>
                <a:gd name="T0" fmla="*/ 13 w 26"/>
                <a:gd name="T1" fmla="*/ 16 h 25"/>
                <a:gd name="T2" fmla="*/ 11 w 26"/>
                <a:gd name="T3" fmla="*/ 25 h 25"/>
                <a:gd name="T4" fmla="*/ 7 w 26"/>
                <a:gd name="T5" fmla="*/ 24 h 25"/>
                <a:gd name="T6" fmla="*/ 9 w 26"/>
                <a:gd name="T7" fmla="*/ 19 h 25"/>
                <a:gd name="T8" fmla="*/ 10 w 26"/>
                <a:gd name="T9" fmla="*/ 14 h 25"/>
                <a:gd name="T10" fmla="*/ 10 w 26"/>
                <a:gd name="T11" fmla="*/ 14 h 25"/>
                <a:gd name="T12" fmla="*/ 13 w 26"/>
                <a:gd name="T13" fmla="*/ 16 h 25"/>
                <a:gd name="T14" fmla="*/ 25 w 26"/>
                <a:gd name="T15" fmla="*/ 0 h 25"/>
                <a:gd name="T16" fmla="*/ 26 w 26"/>
                <a:gd name="T17" fmla="*/ 2 h 25"/>
                <a:gd name="T18" fmla="*/ 21 w 26"/>
                <a:gd name="T19" fmla="*/ 7 h 25"/>
                <a:gd name="T20" fmla="*/ 18 w 26"/>
                <a:gd name="T21" fmla="*/ 9 h 25"/>
                <a:gd name="T22" fmla="*/ 22 w 26"/>
                <a:gd name="T23" fmla="*/ 11 h 25"/>
                <a:gd name="T24" fmla="*/ 22 w 26"/>
                <a:gd name="T25" fmla="*/ 11 h 25"/>
                <a:gd name="T26" fmla="*/ 23 w 26"/>
                <a:gd name="T27" fmla="*/ 9 h 25"/>
                <a:gd name="T28" fmla="*/ 23 w 26"/>
                <a:gd name="T29" fmla="*/ 9 h 25"/>
                <a:gd name="T30" fmla="*/ 24 w 26"/>
                <a:gd name="T31" fmla="*/ 9 h 25"/>
                <a:gd name="T32" fmla="*/ 25 w 26"/>
                <a:gd name="T33" fmla="*/ 14 h 25"/>
                <a:gd name="T34" fmla="*/ 26 w 26"/>
                <a:gd name="T35" fmla="*/ 15 h 25"/>
                <a:gd name="T36" fmla="*/ 26 w 26"/>
                <a:gd name="T37" fmla="*/ 16 h 25"/>
                <a:gd name="T38" fmla="*/ 25 w 26"/>
                <a:gd name="T39" fmla="*/ 16 h 25"/>
                <a:gd name="T40" fmla="*/ 23 w 26"/>
                <a:gd name="T41" fmla="*/ 16 h 25"/>
                <a:gd name="T42" fmla="*/ 22 w 26"/>
                <a:gd name="T43" fmla="*/ 15 h 25"/>
                <a:gd name="T44" fmla="*/ 13 w 26"/>
                <a:gd name="T45" fmla="*/ 11 h 25"/>
                <a:gd name="T46" fmla="*/ 4 w 26"/>
                <a:gd name="T47" fmla="*/ 13 h 25"/>
                <a:gd name="T48" fmla="*/ 2 w 26"/>
                <a:gd name="T49" fmla="*/ 8 h 25"/>
                <a:gd name="T50" fmla="*/ 2 w 26"/>
                <a:gd name="T51" fmla="*/ 8 h 25"/>
                <a:gd name="T52" fmla="*/ 3 w 26"/>
                <a:gd name="T53" fmla="*/ 8 h 25"/>
                <a:gd name="T54" fmla="*/ 5 w 26"/>
                <a:gd name="T55" fmla="*/ 10 h 25"/>
                <a:gd name="T56" fmla="*/ 11 w 26"/>
                <a:gd name="T57" fmla="*/ 10 h 25"/>
                <a:gd name="T58" fmla="*/ 11 w 26"/>
                <a:gd name="T59" fmla="*/ 9 h 25"/>
                <a:gd name="T60" fmla="*/ 8 w 26"/>
                <a:gd name="T61" fmla="*/ 3 h 25"/>
                <a:gd name="T62" fmla="*/ 9 w 26"/>
                <a:gd name="T63" fmla="*/ 2 h 25"/>
                <a:gd name="T64" fmla="*/ 10 w 26"/>
                <a:gd name="T65" fmla="*/ 2 h 25"/>
                <a:gd name="T66" fmla="*/ 11 w 26"/>
                <a:gd name="T67" fmla="*/ 5 h 25"/>
                <a:gd name="T68" fmla="*/ 12 w 26"/>
                <a:gd name="T69" fmla="*/ 6 h 25"/>
                <a:gd name="T70" fmla="*/ 15 w 26"/>
                <a:gd name="T71" fmla="*/ 8 h 25"/>
                <a:gd name="T72" fmla="*/ 22 w 26"/>
                <a:gd name="T73" fmla="*/ 2 h 25"/>
                <a:gd name="T74" fmla="*/ 24 w 26"/>
                <a:gd name="T75" fmla="*/ 0 h 25"/>
                <a:gd name="T76" fmla="*/ 25 w 26"/>
                <a:gd name="T77"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6" h="25">
                  <a:moveTo>
                    <a:pt x="13" y="16"/>
                  </a:moveTo>
                  <a:cubicBezTo>
                    <a:pt x="14" y="18"/>
                    <a:pt x="13" y="24"/>
                    <a:pt x="11" y="25"/>
                  </a:cubicBezTo>
                  <a:cubicBezTo>
                    <a:pt x="10" y="25"/>
                    <a:pt x="7" y="25"/>
                    <a:pt x="7" y="24"/>
                  </a:cubicBezTo>
                  <a:cubicBezTo>
                    <a:pt x="7" y="22"/>
                    <a:pt x="8" y="21"/>
                    <a:pt x="9" y="19"/>
                  </a:cubicBezTo>
                  <a:cubicBezTo>
                    <a:pt x="10" y="18"/>
                    <a:pt x="9" y="16"/>
                    <a:pt x="10" y="14"/>
                  </a:cubicBezTo>
                  <a:cubicBezTo>
                    <a:pt x="10" y="14"/>
                    <a:pt x="10" y="14"/>
                    <a:pt x="10" y="14"/>
                  </a:cubicBezTo>
                  <a:cubicBezTo>
                    <a:pt x="11" y="15"/>
                    <a:pt x="12" y="15"/>
                    <a:pt x="13" y="16"/>
                  </a:cubicBezTo>
                  <a:close/>
                  <a:moveTo>
                    <a:pt x="25" y="0"/>
                  </a:moveTo>
                  <a:cubicBezTo>
                    <a:pt x="25" y="0"/>
                    <a:pt x="26" y="1"/>
                    <a:pt x="26" y="2"/>
                  </a:cubicBezTo>
                  <a:cubicBezTo>
                    <a:pt x="26" y="3"/>
                    <a:pt x="23" y="6"/>
                    <a:pt x="21" y="7"/>
                  </a:cubicBezTo>
                  <a:cubicBezTo>
                    <a:pt x="20" y="8"/>
                    <a:pt x="19" y="8"/>
                    <a:pt x="18" y="9"/>
                  </a:cubicBezTo>
                  <a:cubicBezTo>
                    <a:pt x="19" y="10"/>
                    <a:pt x="20" y="11"/>
                    <a:pt x="22" y="11"/>
                  </a:cubicBezTo>
                  <a:cubicBezTo>
                    <a:pt x="22" y="11"/>
                    <a:pt x="22" y="11"/>
                    <a:pt x="22" y="11"/>
                  </a:cubicBezTo>
                  <a:cubicBezTo>
                    <a:pt x="23" y="10"/>
                    <a:pt x="23" y="10"/>
                    <a:pt x="23" y="9"/>
                  </a:cubicBezTo>
                  <a:cubicBezTo>
                    <a:pt x="23" y="9"/>
                    <a:pt x="23" y="9"/>
                    <a:pt x="23" y="9"/>
                  </a:cubicBezTo>
                  <a:cubicBezTo>
                    <a:pt x="23" y="9"/>
                    <a:pt x="23" y="9"/>
                    <a:pt x="24" y="9"/>
                  </a:cubicBezTo>
                  <a:cubicBezTo>
                    <a:pt x="23" y="11"/>
                    <a:pt x="24" y="12"/>
                    <a:pt x="25" y="14"/>
                  </a:cubicBezTo>
                  <a:cubicBezTo>
                    <a:pt x="26" y="14"/>
                    <a:pt x="25" y="15"/>
                    <a:pt x="26" y="15"/>
                  </a:cubicBezTo>
                  <a:cubicBezTo>
                    <a:pt x="26" y="16"/>
                    <a:pt x="26" y="15"/>
                    <a:pt x="26" y="16"/>
                  </a:cubicBezTo>
                  <a:cubicBezTo>
                    <a:pt x="25" y="16"/>
                    <a:pt x="25" y="16"/>
                    <a:pt x="25" y="16"/>
                  </a:cubicBezTo>
                  <a:cubicBezTo>
                    <a:pt x="24" y="16"/>
                    <a:pt x="24" y="16"/>
                    <a:pt x="23" y="16"/>
                  </a:cubicBezTo>
                  <a:cubicBezTo>
                    <a:pt x="23" y="16"/>
                    <a:pt x="22" y="15"/>
                    <a:pt x="22" y="15"/>
                  </a:cubicBezTo>
                  <a:cubicBezTo>
                    <a:pt x="19" y="13"/>
                    <a:pt x="16" y="11"/>
                    <a:pt x="13" y="11"/>
                  </a:cubicBezTo>
                  <a:cubicBezTo>
                    <a:pt x="11" y="12"/>
                    <a:pt x="6" y="14"/>
                    <a:pt x="4" y="13"/>
                  </a:cubicBezTo>
                  <a:cubicBezTo>
                    <a:pt x="2" y="13"/>
                    <a:pt x="0" y="9"/>
                    <a:pt x="2" y="8"/>
                  </a:cubicBezTo>
                  <a:cubicBezTo>
                    <a:pt x="2" y="8"/>
                    <a:pt x="2" y="8"/>
                    <a:pt x="2" y="8"/>
                  </a:cubicBezTo>
                  <a:cubicBezTo>
                    <a:pt x="2" y="8"/>
                    <a:pt x="3" y="8"/>
                    <a:pt x="3" y="8"/>
                  </a:cubicBezTo>
                  <a:cubicBezTo>
                    <a:pt x="4" y="9"/>
                    <a:pt x="5" y="10"/>
                    <a:pt x="5" y="10"/>
                  </a:cubicBezTo>
                  <a:cubicBezTo>
                    <a:pt x="7" y="10"/>
                    <a:pt x="10" y="10"/>
                    <a:pt x="11" y="10"/>
                  </a:cubicBezTo>
                  <a:cubicBezTo>
                    <a:pt x="11" y="9"/>
                    <a:pt x="11" y="9"/>
                    <a:pt x="11" y="9"/>
                  </a:cubicBezTo>
                  <a:cubicBezTo>
                    <a:pt x="9" y="6"/>
                    <a:pt x="7" y="6"/>
                    <a:pt x="8" y="3"/>
                  </a:cubicBezTo>
                  <a:cubicBezTo>
                    <a:pt x="8" y="2"/>
                    <a:pt x="9" y="2"/>
                    <a:pt x="9" y="2"/>
                  </a:cubicBezTo>
                  <a:cubicBezTo>
                    <a:pt x="9" y="2"/>
                    <a:pt x="10" y="2"/>
                    <a:pt x="10" y="2"/>
                  </a:cubicBezTo>
                  <a:cubicBezTo>
                    <a:pt x="10" y="3"/>
                    <a:pt x="11" y="4"/>
                    <a:pt x="11" y="5"/>
                  </a:cubicBezTo>
                  <a:cubicBezTo>
                    <a:pt x="12" y="5"/>
                    <a:pt x="12" y="6"/>
                    <a:pt x="12" y="6"/>
                  </a:cubicBezTo>
                  <a:cubicBezTo>
                    <a:pt x="13" y="6"/>
                    <a:pt x="14" y="8"/>
                    <a:pt x="15" y="8"/>
                  </a:cubicBezTo>
                  <a:cubicBezTo>
                    <a:pt x="16" y="8"/>
                    <a:pt x="21" y="4"/>
                    <a:pt x="22" y="2"/>
                  </a:cubicBezTo>
                  <a:cubicBezTo>
                    <a:pt x="23" y="2"/>
                    <a:pt x="23" y="0"/>
                    <a:pt x="24" y="0"/>
                  </a:cubicBezTo>
                  <a:cubicBezTo>
                    <a:pt x="25" y="0"/>
                    <a:pt x="25" y="0"/>
                    <a:pt x="2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8" name="Freeform 46"/>
            <p:cNvSpPr>
              <a:spLocks noEditPoints="1"/>
            </p:cNvSpPr>
            <p:nvPr/>
          </p:nvSpPr>
          <p:spPr bwMode="auto">
            <a:xfrm>
              <a:off x="9120250" y="4715179"/>
              <a:ext cx="53975" cy="44450"/>
            </a:xfrm>
            <a:custGeom>
              <a:avLst/>
              <a:gdLst>
                <a:gd name="T0" fmla="*/ 32 w 36"/>
                <a:gd name="T1" fmla="*/ 11 h 30"/>
                <a:gd name="T2" fmla="*/ 36 w 36"/>
                <a:gd name="T3" fmla="*/ 16 h 30"/>
                <a:gd name="T4" fmla="*/ 30 w 36"/>
                <a:gd name="T5" fmla="*/ 16 h 30"/>
                <a:gd name="T6" fmla="*/ 26 w 36"/>
                <a:gd name="T7" fmla="*/ 13 h 30"/>
                <a:gd name="T8" fmla="*/ 27 w 36"/>
                <a:gd name="T9" fmla="*/ 16 h 30"/>
                <a:gd name="T10" fmla="*/ 23 w 36"/>
                <a:gd name="T11" fmla="*/ 22 h 30"/>
                <a:gd name="T12" fmla="*/ 14 w 36"/>
                <a:gd name="T13" fmla="*/ 21 h 30"/>
                <a:gd name="T14" fmla="*/ 14 w 36"/>
                <a:gd name="T15" fmla="*/ 24 h 30"/>
                <a:gd name="T16" fmla="*/ 14 w 36"/>
                <a:gd name="T17" fmla="*/ 30 h 30"/>
                <a:gd name="T18" fmla="*/ 10 w 36"/>
                <a:gd name="T19" fmla="*/ 24 h 30"/>
                <a:gd name="T20" fmla="*/ 1 w 36"/>
                <a:gd name="T21" fmla="*/ 18 h 30"/>
                <a:gd name="T22" fmla="*/ 3 w 36"/>
                <a:gd name="T23" fmla="*/ 19 h 30"/>
                <a:gd name="T24" fmla="*/ 9 w 36"/>
                <a:gd name="T25" fmla="*/ 24 h 30"/>
                <a:gd name="T26" fmla="*/ 9 w 36"/>
                <a:gd name="T27" fmla="*/ 23 h 30"/>
                <a:gd name="T28" fmla="*/ 6 w 36"/>
                <a:gd name="T29" fmla="*/ 20 h 30"/>
                <a:gd name="T30" fmla="*/ 4 w 36"/>
                <a:gd name="T31" fmla="*/ 12 h 30"/>
                <a:gd name="T32" fmla="*/ 8 w 36"/>
                <a:gd name="T33" fmla="*/ 18 h 30"/>
                <a:gd name="T34" fmla="*/ 12 w 36"/>
                <a:gd name="T35" fmla="*/ 20 h 30"/>
                <a:gd name="T36" fmla="*/ 17 w 36"/>
                <a:gd name="T37" fmla="*/ 19 h 30"/>
                <a:gd name="T38" fmla="*/ 14 w 36"/>
                <a:gd name="T39" fmla="*/ 16 h 30"/>
                <a:gd name="T40" fmla="*/ 21 w 36"/>
                <a:gd name="T41" fmla="*/ 20 h 30"/>
                <a:gd name="T42" fmla="*/ 24 w 36"/>
                <a:gd name="T43" fmla="*/ 18 h 30"/>
                <a:gd name="T44" fmla="*/ 14 w 36"/>
                <a:gd name="T45" fmla="*/ 12 h 30"/>
                <a:gd name="T46" fmla="*/ 10 w 36"/>
                <a:gd name="T47" fmla="*/ 14 h 30"/>
                <a:gd name="T48" fmla="*/ 10 w 36"/>
                <a:gd name="T49" fmla="*/ 12 h 30"/>
                <a:gd name="T50" fmla="*/ 14 w 36"/>
                <a:gd name="T51" fmla="*/ 6 h 30"/>
                <a:gd name="T52" fmla="*/ 21 w 36"/>
                <a:gd name="T53" fmla="*/ 10 h 30"/>
                <a:gd name="T54" fmla="*/ 32 w 36"/>
                <a:gd name="T55" fmla="*/ 14 h 30"/>
                <a:gd name="T56" fmla="*/ 32 w 36"/>
                <a:gd name="T57" fmla="*/ 14 h 30"/>
                <a:gd name="T58" fmla="*/ 29 w 36"/>
                <a:gd name="T59" fmla="*/ 6 h 30"/>
                <a:gd name="T60" fmla="*/ 32 w 36"/>
                <a:gd name="T61" fmla="*/ 6 h 30"/>
                <a:gd name="T62" fmla="*/ 34 w 36"/>
                <a:gd name="T63" fmla="*/ 0 h 30"/>
                <a:gd name="T64" fmla="*/ 29 w 36"/>
                <a:gd name="T65"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6" h="30">
                  <a:moveTo>
                    <a:pt x="32" y="6"/>
                  </a:moveTo>
                  <a:cubicBezTo>
                    <a:pt x="33" y="8"/>
                    <a:pt x="31" y="10"/>
                    <a:pt x="32" y="11"/>
                  </a:cubicBezTo>
                  <a:cubicBezTo>
                    <a:pt x="32" y="11"/>
                    <a:pt x="32" y="12"/>
                    <a:pt x="32" y="12"/>
                  </a:cubicBezTo>
                  <a:cubicBezTo>
                    <a:pt x="34" y="12"/>
                    <a:pt x="36" y="14"/>
                    <a:pt x="36" y="16"/>
                  </a:cubicBezTo>
                  <a:cubicBezTo>
                    <a:pt x="36" y="17"/>
                    <a:pt x="34" y="19"/>
                    <a:pt x="33" y="19"/>
                  </a:cubicBezTo>
                  <a:cubicBezTo>
                    <a:pt x="32" y="18"/>
                    <a:pt x="30" y="16"/>
                    <a:pt x="30" y="16"/>
                  </a:cubicBezTo>
                  <a:cubicBezTo>
                    <a:pt x="29" y="14"/>
                    <a:pt x="27" y="14"/>
                    <a:pt x="26" y="13"/>
                  </a:cubicBezTo>
                  <a:cubicBezTo>
                    <a:pt x="26" y="13"/>
                    <a:pt x="26" y="13"/>
                    <a:pt x="26" y="13"/>
                  </a:cubicBezTo>
                  <a:cubicBezTo>
                    <a:pt x="26" y="13"/>
                    <a:pt x="26" y="13"/>
                    <a:pt x="26" y="13"/>
                  </a:cubicBezTo>
                  <a:cubicBezTo>
                    <a:pt x="26" y="14"/>
                    <a:pt x="27" y="14"/>
                    <a:pt x="27" y="16"/>
                  </a:cubicBezTo>
                  <a:cubicBezTo>
                    <a:pt x="27" y="18"/>
                    <a:pt x="28" y="21"/>
                    <a:pt x="24" y="23"/>
                  </a:cubicBezTo>
                  <a:cubicBezTo>
                    <a:pt x="24" y="22"/>
                    <a:pt x="24" y="22"/>
                    <a:pt x="23" y="22"/>
                  </a:cubicBezTo>
                  <a:cubicBezTo>
                    <a:pt x="22" y="22"/>
                    <a:pt x="21" y="20"/>
                    <a:pt x="20" y="20"/>
                  </a:cubicBezTo>
                  <a:cubicBezTo>
                    <a:pt x="19" y="22"/>
                    <a:pt x="16" y="21"/>
                    <a:pt x="14" y="21"/>
                  </a:cubicBezTo>
                  <a:cubicBezTo>
                    <a:pt x="13" y="21"/>
                    <a:pt x="13" y="22"/>
                    <a:pt x="13" y="22"/>
                  </a:cubicBezTo>
                  <a:cubicBezTo>
                    <a:pt x="14" y="22"/>
                    <a:pt x="14" y="23"/>
                    <a:pt x="14" y="24"/>
                  </a:cubicBezTo>
                  <a:cubicBezTo>
                    <a:pt x="15" y="24"/>
                    <a:pt x="18" y="26"/>
                    <a:pt x="18" y="28"/>
                  </a:cubicBezTo>
                  <a:cubicBezTo>
                    <a:pt x="18" y="29"/>
                    <a:pt x="16" y="30"/>
                    <a:pt x="14" y="30"/>
                  </a:cubicBezTo>
                  <a:cubicBezTo>
                    <a:pt x="14" y="28"/>
                    <a:pt x="13" y="26"/>
                    <a:pt x="11" y="25"/>
                  </a:cubicBezTo>
                  <a:cubicBezTo>
                    <a:pt x="10" y="25"/>
                    <a:pt x="11" y="24"/>
                    <a:pt x="10" y="24"/>
                  </a:cubicBezTo>
                  <a:cubicBezTo>
                    <a:pt x="9" y="25"/>
                    <a:pt x="8" y="26"/>
                    <a:pt x="7" y="26"/>
                  </a:cubicBezTo>
                  <a:cubicBezTo>
                    <a:pt x="3" y="25"/>
                    <a:pt x="0" y="22"/>
                    <a:pt x="1" y="18"/>
                  </a:cubicBezTo>
                  <a:cubicBezTo>
                    <a:pt x="2" y="17"/>
                    <a:pt x="2" y="16"/>
                    <a:pt x="2" y="15"/>
                  </a:cubicBezTo>
                  <a:cubicBezTo>
                    <a:pt x="3" y="16"/>
                    <a:pt x="3" y="18"/>
                    <a:pt x="3" y="19"/>
                  </a:cubicBezTo>
                  <a:cubicBezTo>
                    <a:pt x="3" y="19"/>
                    <a:pt x="3" y="20"/>
                    <a:pt x="4" y="20"/>
                  </a:cubicBezTo>
                  <a:cubicBezTo>
                    <a:pt x="5" y="22"/>
                    <a:pt x="7" y="23"/>
                    <a:pt x="9" y="24"/>
                  </a:cubicBezTo>
                  <a:cubicBezTo>
                    <a:pt x="9" y="24"/>
                    <a:pt x="9" y="24"/>
                    <a:pt x="9" y="23"/>
                  </a:cubicBezTo>
                  <a:cubicBezTo>
                    <a:pt x="9" y="23"/>
                    <a:pt x="9" y="23"/>
                    <a:pt x="9" y="23"/>
                  </a:cubicBezTo>
                  <a:cubicBezTo>
                    <a:pt x="9" y="22"/>
                    <a:pt x="8" y="22"/>
                    <a:pt x="8" y="21"/>
                  </a:cubicBezTo>
                  <a:cubicBezTo>
                    <a:pt x="8" y="21"/>
                    <a:pt x="7" y="20"/>
                    <a:pt x="6" y="20"/>
                  </a:cubicBezTo>
                  <a:cubicBezTo>
                    <a:pt x="5" y="19"/>
                    <a:pt x="3" y="14"/>
                    <a:pt x="4" y="13"/>
                  </a:cubicBezTo>
                  <a:cubicBezTo>
                    <a:pt x="4" y="13"/>
                    <a:pt x="4" y="12"/>
                    <a:pt x="4" y="12"/>
                  </a:cubicBezTo>
                  <a:cubicBezTo>
                    <a:pt x="5" y="12"/>
                    <a:pt x="5" y="12"/>
                    <a:pt x="5" y="13"/>
                  </a:cubicBezTo>
                  <a:cubicBezTo>
                    <a:pt x="6" y="14"/>
                    <a:pt x="7" y="16"/>
                    <a:pt x="8" y="18"/>
                  </a:cubicBezTo>
                  <a:cubicBezTo>
                    <a:pt x="9" y="18"/>
                    <a:pt x="10" y="19"/>
                    <a:pt x="11" y="20"/>
                  </a:cubicBezTo>
                  <a:cubicBezTo>
                    <a:pt x="11" y="20"/>
                    <a:pt x="11" y="20"/>
                    <a:pt x="12" y="20"/>
                  </a:cubicBezTo>
                  <a:cubicBezTo>
                    <a:pt x="13" y="19"/>
                    <a:pt x="14" y="19"/>
                    <a:pt x="16" y="19"/>
                  </a:cubicBezTo>
                  <a:cubicBezTo>
                    <a:pt x="16" y="19"/>
                    <a:pt x="17" y="19"/>
                    <a:pt x="17" y="19"/>
                  </a:cubicBezTo>
                  <a:cubicBezTo>
                    <a:pt x="17" y="18"/>
                    <a:pt x="15" y="17"/>
                    <a:pt x="15" y="17"/>
                  </a:cubicBezTo>
                  <a:cubicBezTo>
                    <a:pt x="14" y="16"/>
                    <a:pt x="14" y="16"/>
                    <a:pt x="14" y="16"/>
                  </a:cubicBezTo>
                  <a:cubicBezTo>
                    <a:pt x="16" y="14"/>
                    <a:pt x="17" y="16"/>
                    <a:pt x="19" y="18"/>
                  </a:cubicBezTo>
                  <a:cubicBezTo>
                    <a:pt x="20" y="19"/>
                    <a:pt x="20" y="19"/>
                    <a:pt x="21" y="20"/>
                  </a:cubicBezTo>
                  <a:cubicBezTo>
                    <a:pt x="22" y="20"/>
                    <a:pt x="23" y="21"/>
                    <a:pt x="24" y="20"/>
                  </a:cubicBezTo>
                  <a:cubicBezTo>
                    <a:pt x="24" y="19"/>
                    <a:pt x="24" y="19"/>
                    <a:pt x="24" y="18"/>
                  </a:cubicBezTo>
                  <a:cubicBezTo>
                    <a:pt x="24" y="15"/>
                    <a:pt x="20" y="12"/>
                    <a:pt x="17" y="12"/>
                  </a:cubicBezTo>
                  <a:cubicBezTo>
                    <a:pt x="16" y="11"/>
                    <a:pt x="14" y="10"/>
                    <a:pt x="14" y="12"/>
                  </a:cubicBezTo>
                  <a:cubicBezTo>
                    <a:pt x="14" y="12"/>
                    <a:pt x="13" y="14"/>
                    <a:pt x="13" y="14"/>
                  </a:cubicBezTo>
                  <a:cubicBezTo>
                    <a:pt x="12" y="14"/>
                    <a:pt x="11" y="14"/>
                    <a:pt x="10" y="14"/>
                  </a:cubicBezTo>
                  <a:cubicBezTo>
                    <a:pt x="10" y="14"/>
                    <a:pt x="10" y="14"/>
                    <a:pt x="10" y="14"/>
                  </a:cubicBezTo>
                  <a:cubicBezTo>
                    <a:pt x="10" y="13"/>
                    <a:pt x="10" y="13"/>
                    <a:pt x="10" y="12"/>
                  </a:cubicBezTo>
                  <a:cubicBezTo>
                    <a:pt x="10" y="12"/>
                    <a:pt x="9" y="12"/>
                    <a:pt x="9" y="11"/>
                  </a:cubicBezTo>
                  <a:cubicBezTo>
                    <a:pt x="9" y="10"/>
                    <a:pt x="13" y="6"/>
                    <a:pt x="14" y="6"/>
                  </a:cubicBezTo>
                  <a:cubicBezTo>
                    <a:pt x="16" y="8"/>
                    <a:pt x="17" y="8"/>
                    <a:pt x="19" y="9"/>
                  </a:cubicBezTo>
                  <a:cubicBezTo>
                    <a:pt x="20" y="9"/>
                    <a:pt x="21" y="10"/>
                    <a:pt x="21" y="10"/>
                  </a:cubicBezTo>
                  <a:cubicBezTo>
                    <a:pt x="23" y="11"/>
                    <a:pt x="24" y="11"/>
                    <a:pt x="26" y="12"/>
                  </a:cubicBezTo>
                  <a:cubicBezTo>
                    <a:pt x="28" y="12"/>
                    <a:pt x="30" y="14"/>
                    <a:pt x="32" y="14"/>
                  </a:cubicBezTo>
                  <a:cubicBezTo>
                    <a:pt x="32" y="14"/>
                    <a:pt x="32" y="14"/>
                    <a:pt x="32" y="14"/>
                  </a:cubicBezTo>
                  <a:cubicBezTo>
                    <a:pt x="32" y="14"/>
                    <a:pt x="32" y="14"/>
                    <a:pt x="32" y="14"/>
                  </a:cubicBezTo>
                  <a:cubicBezTo>
                    <a:pt x="30" y="13"/>
                    <a:pt x="27" y="12"/>
                    <a:pt x="28" y="10"/>
                  </a:cubicBezTo>
                  <a:cubicBezTo>
                    <a:pt x="28" y="8"/>
                    <a:pt x="30" y="8"/>
                    <a:pt x="29" y="6"/>
                  </a:cubicBezTo>
                  <a:cubicBezTo>
                    <a:pt x="30" y="6"/>
                    <a:pt x="30" y="6"/>
                    <a:pt x="30" y="6"/>
                  </a:cubicBezTo>
                  <a:cubicBezTo>
                    <a:pt x="31" y="6"/>
                    <a:pt x="31" y="6"/>
                    <a:pt x="32" y="6"/>
                  </a:cubicBezTo>
                  <a:close/>
                  <a:moveTo>
                    <a:pt x="34" y="0"/>
                  </a:moveTo>
                  <a:cubicBezTo>
                    <a:pt x="34" y="0"/>
                    <a:pt x="34" y="0"/>
                    <a:pt x="34" y="0"/>
                  </a:cubicBezTo>
                  <a:cubicBezTo>
                    <a:pt x="33" y="2"/>
                    <a:pt x="29" y="6"/>
                    <a:pt x="26" y="6"/>
                  </a:cubicBezTo>
                  <a:cubicBezTo>
                    <a:pt x="25" y="4"/>
                    <a:pt x="27" y="2"/>
                    <a:pt x="29" y="0"/>
                  </a:cubicBezTo>
                  <a:cubicBezTo>
                    <a:pt x="30" y="1"/>
                    <a:pt x="32" y="0"/>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9" name="Freeform 47"/>
            <p:cNvSpPr>
              <a:spLocks noEditPoints="1"/>
            </p:cNvSpPr>
            <p:nvPr/>
          </p:nvSpPr>
          <p:spPr bwMode="auto">
            <a:xfrm>
              <a:off x="9037700" y="4621516"/>
              <a:ext cx="53975" cy="46038"/>
            </a:xfrm>
            <a:custGeom>
              <a:avLst/>
              <a:gdLst>
                <a:gd name="T0" fmla="*/ 13 w 36"/>
                <a:gd name="T1" fmla="*/ 14 h 30"/>
                <a:gd name="T2" fmla="*/ 10 w 36"/>
                <a:gd name="T3" fmla="*/ 17 h 30"/>
                <a:gd name="T4" fmla="*/ 10 w 36"/>
                <a:gd name="T5" fmla="*/ 17 h 30"/>
                <a:gd name="T6" fmla="*/ 13 w 36"/>
                <a:gd name="T7" fmla="*/ 14 h 30"/>
                <a:gd name="T8" fmla="*/ 13 w 36"/>
                <a:gd name="T9" fmla="*/ 14 h 30"/>
                <a:gd name="T10" fmla="*/ 26 w 36"/>
                <a:gd name="T11" fmla="*/ 1 h 30"/>
                <a:gd name="T12" fmla="*/ 27 w 36"/>
                <a:gd name="T13" fmla="*/ 1 h 30"/>
                <a:gd name="T14" fmla="*/ 25 w 36"/>
                <a:gd name="T15" fmla="*/ 7 h 30"/>
                <a:gd name="T16" fmla="*/ 22 w 36"/>
                <a:gd name="T17" fmla="*/ 10 h 30"/>
                <a:gd name="T18" fmla="*/ 22 w 36"/>
                <a:gd name="T19" fmla="*/ 11 h 30"/>
                <a:gd name="T20" fmla="*/ 25 w 36"/>
                <a:gd name="T21" fmla="*/ 11 h 30"/>
                <a:gd name="T22" fmla="*/ 26 w 36"/>
                <a:gd name="T23" fmla="*/ 10 h 30"/>
                <a:gd name="T24" fmla="*/ 29 w 36"/>
                <a:gd name="T25" fmla="*/ 13 h 30"/>
                <a:gd name="T26" fmla="*/ 28 w 36"/>
                <a:gd name="T27" fmla="*/ 14 h 30"/>
                <a:gd name="T28" fmla="*/ 21 w 36"/>
                <a:gd name="T29" fmla="*/ 14 h 30"/>
                <a:gd name="T30" fmla="*/ 19 w 36"/>
                <a:gd name="T31" fmla="*/ 13 h 30"/>
                <a:gd name="T32" fmla="*/ 16 w 36"/>
                <a:gd name="T33" fmla="*/ 18 h 30"/>
                <a:gd name="T34" fmla="*/ 16 w 36"/>
                <a:gd name="T35" fmla="*/ 18 h 30"/>
                <a:gd name="T36" fmla="*/ 21 w 36"/>
                <a:gd name="T37" fmla="*/ 20 h 30"/>
                <a:gd name="T38" fmla="*/ 20 w 36"/>
                <a:gd name="T39" fmla="*/ 24 h 30"/>
                <a:gd name="T40" fmla="*/ 20 w 36"/>
                <a:gd name="T41" fmla="*/ 27 h 30"/>
                <a:gd name="T42" fmla="*/ 14 w 36"/>
                <a:gd name="T43" fmla="*/ 27 h 30"/>
                <a:gd name="T44" fmla="*/ 15 w 36"/>
                <a:gd name="T45" fmla="*/ 21 h 30"/>
                <a:gd name="T46" fmla="*/ 14 w 36"/>
                <a:gd name="T47" fmla="*/ 21 h 30"/>
                <a:gd name="T48" fmla="*/ 9 w 36"/>
                <a:gd name="T49" fmla="*/ 28 h 30"/>
                <a:gd name="T50" fmla="*/ 9 w 36"/>
                <a:gd name="T51" fmla="*/ 28 h 30"/>
                <a:gd name="T52" fmla="*/ 9 w 36"/>
                <a:gd name="T53" fmla="*/ 22 h 30"/>
                <a:gd name="T54" fmla="*/ 11 w 36"/>
                <a:gd name="T55" fmla="*/ 20 h 30"/>
                <a:gd name="T56" fmla="*/ 8 w 36"/>
                <a:gd name="T57" fmla="*/ 20 h 30"/>
                <a:gd name="T58" fmla="*/ 6 w 36"/>
                <a:gd name="T59" fmla="*/ 21 h 30"/>
                <a:gd name="T60" fmla="*/ 1 w 36"/>
                <a:gd name="T61" fmla="*/ 23 h 30"/>
                <a:gd name="T62" fmla="*/ 0 w 36"/>
                <a:gd name="T63" fmla="*/ 22 h 30"/>
                <a:gd name="T64" fmla="*/ 1 w 36"/>
                <a:gd name="T65" fmla="*/ 19 h 30"/>
                <a:gd name="T66" fmla="*/ 3 w 36"/>
                <a:gd name="T67" fmla="*/ 15 h 30"/>
                <a:gd name="T68" fmla="*/ 13 w 36"/>
                <a:gd name="T69" fmla="*/ 13 h 30"/>
                <a:gd name="T70" fmla="*/ 16 w 36"/>
                <a:gd name="T71" fmla="*/ 14 h 30"/>
                <a:gd name="T72" fmla="*/ 16 w 36"/>
                <a:gd name="T73" fmla="*/ 14 h 30"/>
                <a:gd name="T74" fmla="*/ 16 w 36"/>
                <a:gd name="T75" fmla="*/ 13 h 30"/>
                <a:gd name="T76" fmla="*/ 15 w 36"/>
                <a:gd name="T77" fmla="*/ 13 h 30"/>
                <a:gd name="T78" fmla="*/ 13 w 36"/>
                <a:gd name="T79" fmla="*/ 8 h 30"/>
                <a:gd name="T80" fmla="*/ 13 w 36"/>
                <a:gd name="T81" fmla="*/ 8 h 30"/>
                <a:gd name="T82" fmla="*/ 18 w 36"/>
                <a:gd name="T83" fmla="*/ 11 h 30"/>
                <a:gd name="T84" fmla="*/ 20 w 36"/>
                <a:gd name="T85" fmla="*/ 9 h 30"/>
                <a:gd name="T86" fmla="*/ 21 w 36"/>
                <a:gd name="T87" fmla="*/ 7 h 30"/>
                <a:gd name="T88" fmla="*/ 24 w 36"/>
                <a:gd name="T89" fmla="*/ 4 h 30"/>
                <a:gd name="T90" fmla="*/ 26 w 36"/>
                <a:gd name="T91" fmla="*/ 1 h 30"/>
                <a:gd name="T92" fmla="*/ 26 w 36"/>
                <a:gd name="T93" fmla="*/ 1 h 30"/>
                <a:gd name="T94" fmla="*/ 31 w 36"/>
                <a:gd name="T95" fmla="*/ 3 h 30"/>
                <a:gd name="T96" fmla="*/ 35 w 36"/>
                <a:gd name="T97" fmla="*/ 7 h 30"/>
                <a:gd name="T98" fmla="*/ 36 w 36"/>
                <a:gd name="T99" fmla="*/ 9 h 30"/>
                <a:gd name="T100" fmla="*/ 31 w 36"/>
                <a:gd name="T101" fmla="*/ 10 h 30"/>
                <a:gd name="T102" fmla="*/ 31 w 36"/>
                <a:gd name="T103" fmla="*/ 8 h 30"/>
                <a:gd name="T104" fmla="*/ 30 w 36"/>
                <a:gd name="T105" fmla="*/ 8 h 30"/>
                <a:gd name="T106" fmla="*/ 31 w 36"/>
                <a:gd name="T107" fmla="*/ 3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6" h="30">
                  <a:moveTo>
                    <a:pt x="13" y="14"/>
                  </a:moveTo>
                  <a:cubicBezTo>
                    <a:pt x="13" y="14"/>
                    <a:pt x="10" y="16"/>
                    <a:pt x="10" y="17"/>
                  </a:cubicBezTo>
                  <a:cubicBezTo>
                    <a:pt x="10" y="17"/>
                    <a:pt x="10" y="17"/>
                    <a:pt x="10" y="17"/>
                  </a:cubicBezTo>
                  <a:cubicBezTo>
                    <a:pt x="13" y="19"/>
                    <a:pt x="14" y="17"/>
                    <a:pt x="13" y="14"/>
                  </a:cubicBezTo>
                  <a:cubicBezTo>
                    <a:pt x="13" y="14"/>
                    <a:pt x="13" y="14"/>
                    <a:pt x="13" y="14"/>
                  </a:cubicBezTo>
                  <a:close/>
                  <a:moveTo>
                    <a:pt x="26" y="1"/>
                  </a:moveTo>
                  <a:cubicBezTo>
                    <a:pt x="26" y="1"/>
                    <a:pt x="26" y="1"/>
                    <a:pt x="27" y="1"/>
                  </a:cubicBezTo>
                  <a:cubicBezTo>
                    <a:pt x="27" y="2"/>
                    <a:pt x="25" y="6"/>
                    <a:pt x="25" y="7"/>
                  </a:cubicBezTo>
                  <a:cubicBezTo>
                    <a:pt x="24" y="8"/>
                    <a:pt x="22" y="10"/>
                    <a:pt x="22" y="10"/>
                  </a:cubicBezTo>
                  <a:cubicBezTo>
                    <a:pt x="22" y="10"/>
                    <a:pt x="22" y="10"/>
                    <a:pt x="22" y="11"/>
                  </a:cubicBezTo>
                  <a:cubicBezTo>
                    <a:pt x="23" y="12"/>
                    <a:pt x="25" y="12"/>
                    <a:pt x="25" y="11"/>
                  </a:cubicBezTo>
                  <a:cubicBezTo>
                    <a:pt x="26" y="10"/>
                    <a:pt x="25" y="10"/>
                    <a:pt x="26" y="10"/>
                  </a:cubicBezTo>
                  <a:cubicBezTo>
                    <a:pt x="27" y="10"/>
                    <a:pt x="29" y="12"/>
                    <a:pt x="29" y="13"/>
                  </a:cubicBezTo>
                  <a:cubicBezTo>
                    <a:pt x="29" y="13"/>
                    <a:pt x="29" y="14"/>
                    <a:pt x="28" y="14"/>
                  </a:cubicBezTo>
                  <a:cubicBezTo>
                    <a:pt x="25" y="13"/>
                    <a:pt x="23" y="14"/>
                    <a:pt x="21" y="14"/>
                  </a:cubicBezTo>
                  <a:cubicBezTo>
                    <a:pt x="20" y="14"/>
                    <a:pt x="20" y="13"/>
                    <a:pt x="19" y="13"/>
                  </a:cubicBezTo>
                  <a:cubicBezTo>
                    <a:pt x="18" y="14"/>
                    <a:pt x="16" y="17"/>
                    <a:pt x="16" y="18"/>
                  </a:cubicBezTo>
                  <a:cubicBezTo>
                    <a:pt x="16" y="18"/>
                    <a:pt x="16" y="18"/>
                    <a:pt x="16" y="18"/>
                  </a:cubicBezTo>
                  <a:cubicBezTo>
                    <a:pt x="18" y="19"/>
                    <a:pt x="19" y="17"/>
                    <a:pt x="21" y="20"/>
                  </a:cubicBezTo>
                  <a:cubicBezTo>
                    <a:pt x="21" y="22"/>
                    <a:pt x="20" y="22"/>
                    <a:pt x="20" y="24"/>
                  </a:cubicBezTo>
                  <a:cubicBezTo>
                    <a:pt x="19" y="25"/>
                    <a:pt x="20" y="26"/>
                    <a:pt x="20" y="27"/>
                  </a:cubicBezTo>
                  <a:cubicBezTo>
                    <a:pt x="19" y="30"/>
                    <a:pt x="15" y="29"/>
                    <a:pt x="14" y="27"/>
                  </a:cubicBezTo>
                  <a:cubicBezTo>
                    <a:pt x="13" y="26"/>
                    <a:pt x="15" y="22"/>
                    <a:pt x="15" y="21"/>
                  </a:cubicBezTo>
                  <a:cubicBezTo>
                    <a:pt x="14" y="21"/>
                    <a:pt x="14" y="21"/>
                    <a:pt x="14" y="21"/>
                  </a:cubicBezTo>
                  <a:cubicBezTo>
                    <a:pt x="11" y="22"/>
                    <a:pt x="11" y="26"/>
                    <a:pt x="9" y="28"/>
                  </a:cubicBezTo>
                  <a:cubicBezTo>
                    <a:pt x="9" y="28"/>
                    <a:pt x="9" y="28"/>
                    <a:pt x="9" y="28"/>
                  </a:cubicBezTo>
                  <a:cubicBezTo>
                    <a:pt x="8" y="27"/>
                    <a:pt x="9" y="24"/>
                    <a:pt x="9" y="22"/>
                  </a:cubicBezTo>
                  <a:cubicBezTo>
                    <a:pt x="10" y="22"/>
                    <a:pt x="11" y="21"/>
                    <a:pt x="11" y="20"/>
                  </a:cubicBezTo>
                  <a:cubicBezTo>
                    <a:pt x="10" y="20"/>
                    <a:pt x="9" y="19"/>
                    <a:pt x="8" y="20"/>
                  </a:cubicBezTo>
                  <a:cubicBezTo>
                    <a:pt x="7" y="20"/>
                    <a:pt x="7" y="21"/>
                    <a:pt x="6" y="21"/>
                  </a:cubicBezTo>
                  <a:cubicBezTo>
                    <a:pt x="5" y="22"/>
                    <a:pt x="3" y="23"/>
                    <a:pt x="1" y="23"/>
                  </a:cubicBezTo>
                  <a:cubicBezTo>
                    <a:pt x="1" y="23"/>
                    <a:pt x="1" y="22"/>
                    <a:pt x="0" y="22"/>
                  </a:cubicBezTo>
                  <a:cubicBezTo>
                    <a:pt x="1" y="20"/>
                    <a:pt x="1" y="20"/>
                    <a:pt x="1" y="19"/>
                  </a:cubicBezTo>
                  <a:cubicBezTo>
                    <a:pt x="1" y="18"/>
                    <a:pt x="3" y="17"/>
                    <a:pt x="3" y="15"/>
                  </a:cubicBezTo>
                  <a:cubicBezTo>
                    <a:pt x="7" y="15"/>
                    <a:pt x="9" y="13"/>
                    <a:pt x="13" y="13"/>
                  </a:cubicBezTo>
                  <a:cubicBezTo>
                    <a:pt x="14" y="13"/>
                    <a:pt x="15" y="15"/>
                    <a:pt x="16" y="14"/>
                  </a:cubicBezTo>
                  <a:cubicBezTo>
                    <a:pt x="16" y="14"/>
                    <a:pt x="16" y="14"/>
                    <a:pt x="16" y="14"/>
                  </a:cubicBezTo>
                  <a:cubicBezTo>
                    <a:pt x="16" y="14"/>
                    <a:pt x="16" y="14"/>
                    <a:pt x="16" y="13"/>
                  </a:cubicBezTo>
                  <a:cubicBezTo>
                    <a:pt x="15" y="13"/>
                    <a:pt x="15" y="13"/>
                    <a:pt x="15" y="13"/>
                  </a:cubicBezTo>
                  <a:cubicBezTo>
                    <a:pt x="12" y="12"/>
                    <a:pt x="12" y="10"/>
                    <a:pt x="13" y="8"/>
                  </a:cubicBezTo>
                  <a:cubicBezTo>
                    <a:pt x="13" y="8"/>
                    <a:pt x="13" y="8"/>
                    <a:pt x="13" y="8"/>
                  </a:cubicBezTo>
                  <a:cubicBezTo>
                    <a:pt x="14" y="10"/>
                    <a:pt x="17" y="11"/>
                    <a:pt x="18" y="11"/>
                  </a:cubicBezTo>
                  <a:cubicBezTo>
                    <a:pt x="19" y="10"/>
                    <a:pt x="19" y="10"/>
                    <a:pt x="20" y="9"/>
                  </a:cubicBezTo>
                  <a:cubicBezTo>
                    <a:pt x="20" y="8"/>
                    <a:pt x="21" y="8"/>
                    <a:pt x="21" y="7"/>
                  </a:cubicBezTo>
                  <a:cubicBezTo>
                    <a:pt x="22" y="6"/>
                    <a:pt x="23" y="5"/>
                    <a:pt x="24" y="4"/>
                  </a:cubicBezTo>
                  <a:cubicBezTo>
                    <a:pt x="24" y="4"/>
                    <a:pt x="25" y="1"/>
                    <a:pt x="26" y="1"/>
                  </a:cubicBezTo>
                  <a:cubicBezTo>
                    <a:pt x="25" y="0"/>
                    <a:pt x="26" y="1"/>
                    <a:pt x="26" y="1"/>
                  </a:cubicBezTo>
                  <a:close/>
                  <a:moveTo>
                    <a:pt x="31" y="3"/>
                  </a:moveTo>
                  <a:cubicBezTo>
                    <a:pt x="32" y="4"/>
                    <a:pt x="34" y="5"/>
                    <a:pt x="35" y="7"/>
                  </a:cubicBezTo>
                  <a:cubicBezTo>
                    <a:pt x="35" y="8"/>
                    <a:pt x="36" y="9"/>
                    <a:pt x="36" y="9"/>
                  </a:cubicBezTo>
                  <a:cubicBezTo>
                    <a:pt x="35" y="12"/>
                    <a:pt x="32" y="12"/>
                    <a:pt x="31" y="10"/>
                  </a:cubicBezTo>
                  <a:cubicBezTo>
                    <a:pt x="31" y="10"/>
                    <a:pt x="31" y="9"/>
                    <a:pt x="31" y="8"/>
                  </a:cubicBezTo>
                  <a:cubicBezTo>
                    <a:pt x="30" y="8"/>
                    <a:pt x="30" y="8"/>
                    <a:pt x="30" y="8"/>
                  </a:cubicBezTo>
                  <a:cubicBezTo>
                    <a:pt x="31" y="6"/>
                    <a:pt x="29" y="4"/>
                    <a:pt x="3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0" name="Freeform 48"/>
            <p:cNvSpPr>
              <a:spLocks noEditPoints="1"/>
            </p:cNvSpPr>
            <p:nvPr/>
          </p:nvSpPr>
          <p:spPr bwMode="auto">
            <a:xfrm>
              <a:off x="8913875" y="4588179"/>
              <a:ext cx="36513" cy="52388"/>
            </a:xfrm>
            <a:custGeom>
              <a:avLst/>
              <a:gdLst>
                <a:gd name="T0" fmla="*/ 14 w 24"/>
                <a:gd name="T1" fmla="*/ 5 h 34"/>
                <a:gd name="T2" fmla="*/ 14 w 24"/>
                <a:gd name="T3" fmla="*/ 5 h 34"/>
                <a:gd name="T4" fmla="*/ 14 w 24"/>
                <a:gd name="T5" fmla="*/ 5 h 34"/>
                <a:gd name="T6" fmla="*/ 14 w 24"/>
                <a:gd name="T7" fmla="*/ 4 h 34"/>
                <a:gd name="T8" fmla="*/ 14 w 24"/>
                <a:gd name="T9" fmla="*/ 4 h 34"/>
                <a:gd name="T10" fmla="*/ 14 w 24"/>
                <a:gd name="T11" fmla="*/ 4 h 34"/>
                <a:gd name="T12" fmla="*/ 14 w 24"/>
                <a:gd name="T13" fmla="*/ 4 h 34"/>
                <a:gd name="T14" fmla="*/ 20 w 24"/>
                <a:gd name="T15" fmla="*/ 2 h 34"/>
                <a:gd name="T16" fmla="*/ 14 w 24"/>
                <a:gd name="T17" fmla="*/ 7 h 34"/>
                <a:gd name="T18" fmla="*/ 22 w 24"/>
                <a:gd name="T19" fmla="*/ 15 h 34"/>
                <a:gd name="T20" fmla="*/ 16 w 24"/>
                <a:gd name="T21" fmla="*/ 18 h 34"/>
                <a:gd name="T22" fmla="*/ 15 w 24"/>
                <a:gd name="T23" fmla="*/ 23 h 34"/>
                <a:gd name="T24" fmla="*/ 17 w 24"/>
                <a:gd name="T25" fmla="*/ 22 h 34"/>
                <a:gd name="T26" fmla="*/ 24 w 24"/>
                <a:gd name="T27" fmla="*/ 24 h 34"/>
                <a:gd name="T28" fmla="*/ 18 w 24"/>
                <a:gd name="T29" fmla="*/ 26 h 34"/>
                <a:gd name="T30" fmla="*/ 9 w 24"/>
                <a:gd name="T31" fmla="*/ 32 h 34"/>
                <a:gd name="T32" fmla="*/ 16 w 24"/>
                <a:gd name="T33" fmla="*/ 27 h 34"/>
                <a:gd name="T34" fmla="*/ 10 w 24"/>
                <a:gd name="T35" fmla="*/ 29 h 34"/>
                <a:gd name="T36" fmla="*/ 7 w 24"/>
                <a:gd name="T37" fmla="*/ 28 h 34"/>
                <a:gd name="T38" fmla="*/ 14 w 24"/>
                <a:gd name="T39" fmla="*/ 25 h 34"/>
                <a:gd name="T40" fmla="*/ 13 w 24"/>
                <a:gd name="T41" fmla="*/ 24 h 34"/>
                <a:gd name="T42" fmla="*/ 14 w 24"/>
                <a:gd name="T43" fmla="*/ 19 h 34"/>
                <a:gd name="T44" fmla="*/ 9 w 24"/>
                <a:gd name="T45" fmla="*/ 22 h 34"/>
                <a:gd name="T46" fmla="*/ 9 w 24"/>
                <a:gd name="T47" fmla="*/ 20 h 34"/>
                <a:gd name="T48" fmla="*/ 17 w 24"/>
                <a:gd name="T49" fmla="*/ 16 h 34"/>
                <a:gd name="T50" fmla="*/ 14 w 24"/>
                <a:gd name="T51" fmla="*/ 10 h 34"/>
                <a:gd name="T52" fmla="*/ 7 w 24"/>
                <a:gd name="T53" fmla="*/ 17 h 34"/>
                <a:gd name="T54" fmla="*/ 4 w 24"/>
                <a:gd name="T55" fmla="*/ 26 h 34"/>
                <a:gd name="T56" fmla="*/ 2 w 24"/>
                <a:gd name="T57" fmla="*/ 19 h 34"/>
                <a:gd name="T58" fmla="*/ 6 w 24"/>
                <a:gd name="T59" fmla="*/ 12 h 34"/>
                <a:gd name="T60" fmla="*/ 12 w 24"/>
                <a:gd name="T61" fmla="*/ 7 h 34"/>
                <a:gd name="T62" fmla="*/ 8 w 24"/>
                <a:gd name="T63" fmla="*/ 6 h 34"/>
                <a:gd name="T64" fmla="*/ 1 w 24"/>
                <a:gd name="T65" fmla="*/ 3 h 34"/>
                <a:gd name="T66" fmla="*/ 4 w 24"/>
                <a:gd name="T67" fmla="*/ 7 h 34"/>
                <a:gd name="T68" fmla="*/ 0 w 24"/>
                <a:gd name="T69" fmla="*/ 5 h 34"/>
                <a:gd name="T70" fmla="*/ 1 w 24"/>
                <a:gd name="T71" fmla="*/ 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4" h="34">
                  <a:moveTo>
                    <a:pt x="14" y="5"/>
                  </a:moveTo>
                  <a:cubicBezTo>
                    <a:pt x="14" y="5"/>
                    <a:pt x="14" y="5"/>
                    <a:pt x="14" y="5"/>
                  </a:cubicBezTo>
                  <a:cubicBezTo>
                    <a:pt x="14" y="5"/>
                    <a:pt x="14" y="5"/>
                    <a:pt x="14" y="5"/>
                  </a:cubicBezTo>
                  <a:cubicBezTo>
                    <a:pt x="14" y="5"/>
                    <a:pt x="14" y="5"/>
                    <a:pt x="14" y="5"/>
                  </a:cubicBezTo>
                  <a:cubicBezTo>
                    <a:pt x="14" y="5"/>
                    <a:pt x="14" y="5"/>
                    <a:pt x="14" y="5"/>
                  </a:cubicBezTo>
                  <a:cubicBezTo>
                    <a:pt x="14" y="5"/>
                    <a:pt x="14" y="5"/>
                    <a:pt x="14" y="5"/>
                  </a:cubicBezTo>
                  <a:cubicBezTo>
                    <a:pt x="14" y="5"/>
                    <a:pt x="14" y="5"/>
                    <a:pt x="14" y="5"/>
                  </a:cubicBezTo>
                  <a:close/>
                  <a:moveTo>
                    <a:pt x="14" y="4"/>
                  </a:moveTo>
                  <a:cubicBezTo>
                    <a:pt x="14" y="4"/>
                    <a:pt x="14" y="4"/>
                    <a:pt x="14" y="4"/>
                  </a:cubicBezTo>
                  <a:cubicBezTo>
                    <a:pt x="14" y="4"/>
                    <a:pt x="14" y="4"/>
                    <a:pt x="14" y="4"/>
                  </a:cubicBezTo>
                  <a:cubicBezTo>
                    <a:pt x="14" y="4"/>
                    <a:pt x="14" y="4"/>
                    <a:pt x="14" y="4"/>
                  </a:cubicBezTo>
                  <a:cubicBezTo>
                    <a:pt x="14" y="4"/>
                    <a:pt x="14" y="4"/>
                    <a:pt x="14" y="4"/>
                  </a:cubicBezTo>
                  <a:cubicBezTo>
                    <a:pt x="14" y="4"/>
                    <a:pt x="14" y="4"/>
                    <a:pt x="14" y="4"/>
                  </a:cubicBezTo>
                  <a:cubicBezTo>
                    <a:pt x="14" y="4"/>
                    <a:pt x="14" y="4"/>
                    <a:pt x="14" y="4"/>
                  </a:cubicBezTo>
                  <a:close/>
                  <a:moveTo>
                    <a:pt x="16" y="1"/>
                  </a:moveTo>
                  <a:cubicBezTo>
                    <a:pt x="17" y="0"/>
                    <a:pt x="19" y="1"/>
                    <a:pt x="20" y="2"/>
                  </a:cubicBezTo>
                  <a:cubicBezTo>
                    <a:pt x="20" y="2"/>
                    <a:pt x="21" y="2"/>
                    <a:pt x="20" y="2"/>
                  </a:cubicBezTo>
                  <a:cubicBezTo>
                    <a:pt x="20" y="4"/>
                    <a:pt x="16" y="5"/>
                    <a:pt x="14" y="7"/>
                  </a:cubicBezTo>
                  <a:cubicBezTo>
                    <a:pt x="15" y="8"/>
                    <a:pt x="16" y="7"/>
                    <a:pt x="18" y="8"/>
                  </a:cubicBezTo>
                  <a:cubicBezTo>
                    <a:pt x="20" y="8"/>
                    <a:pt x="24" y="12"/>
                    <a:pt x="22" y="15"/>
                  </a:cubicBezTo>
                  <a:cubicBezTo>
                    <a:pt x="21" y="16"/>
                    <a:pt x="20" y="16"/>
                    <a:pt x="19" y="16"/>
                  </a:cubicBezTo>
                  <a:cubicBezTo>
                    <a:pt x="18" y="17"/>
                    <a:pt x="17" y="16"/>
                    <a:pt x="16" y="18"/>
                  </a:cubicBezTo>
                  <a:cubicBezTo>
                    <a:pt x="16" y="18"/>
                    <a:pt x="16" y="19"/>
                    <a:pt x="17" y="20"/>
                  </a:cubicBezTo>
                  <a:cubicBezTo>
                    <a:pt x="16" y="21"/>
                    <a:pt x="16" y="22"/>
                    <a:pt x="15" y="23"/>
                  </a:cubicBezTo>
                  <a:cubicBezTo>
                    <a:pt x="16" y="24"/>
                    <a:pt x="16" y="24"/>
                    <a:pt x="17" y="24"/>
                  </a:cubicBezTo>
                  <a:cubicBezTo>
                    <a:pt x="17" y="23"/>
                    <a:pt x="17" y="23"/>
                    <a:pt x="17" y="22"/>
                  </a:cubicBezTo>
                  <a:cubicBezTo>
                    <a:pt x="18" y="22"/>
                    <a:pt x="21" y="22"/>
                    <a:pt x="22" y="22"/>
                  </a:cubicBezTo>
                  <a:cubicBezTo>
                    <a:pt x="23" y="22"/>
                    <a:pt x="23" y="24"/>
                    <a:pt x="24" y="24"/>
                  </a:cubicBezTo>
                  <a:cubicBezTo>
                    <a:pt x="23" y="25"/>
                    <a:pt x="23" y="25"/>
                    <a:pt x="23" y="26"/>
                  </a:cubicBezTo>
                  <a:cubicBezTo>
                    <a:pt x="21" y="27"/>
                    <a:pt x="20" y="24"/>
                    <a:pt x="18" y="26"/>
                  </a:cubicBezTo>
                  <a:cubicBezTo>
                    <a:pt x="17" y="27"/>
                    <a:pt x="19" y="29"/>
                    <a:pt x="19" y="31"/>
                  </a:cubicBezTo>
                  <a:cubicBezTo>
                    <a:pt x="18" y="34"/>
                    <a:pt x="11" y="34"/>
                    <a:pt x="9" y="32"/>
                  </a:cubicBezTo>
                  <a:cubicBezTo>
                    <a:pt x="9" y="32"/>
                    <a:pt x="9" y="32"/>
                    <a:pt x="9" y="32"/>
                  </a:cubicBezTo>
                  <a:cubicBezTo>
                    <a:pt x="12" y="30"/>
                    <a:pt x="16" y="30"/>
                    <a:pt x="16" y="27"/>
                  </a:cubicBezTo>
                  <a:cubicBezTo>
                    <a:pt x="16" y="27"/>
                    <a:pt x="16" y="27"/>
                    <a:pt x="16" y="27"/>
                  </a:cubicBezTo>
                  <a:cubicBezTo>
                    <a:pt x="14" y="27"/>
                    <a:pt x="12" y="29"/>
                    <a:pt x="10" y="29"/>
                  </a:cubicBezTo>
                  <a:cubicBezTo>
                    <a:pt x="10" y="29"/>
                    <a:pt x="8" y="29"/>
                    <a:pt x="8" y="29"/>
                  </a:cubicBezTo>
                  <a:cubicBezTo>
                    <a:pt x="8" y="28"/>
                    <a:pt x="7" y="28"/>
                    <a:pt x="7" y="28"/>
                  </a:cubicBezTo>
                  <a:cubicBezTo>
                    <a:pt x="7" y="28"/>
                    <a:pt x="7" y="28"/>
                    <a:pt x="7" y="28"/>
                  </a:cubicBezTo>
                  <a:cubicBezTo>
                    <a:pt x="9" y="27"/>
                    <a:pt x="14" y="26"/>
                    <a:pt x="14" y="25"/>
                  </a:cubicBezTo>
                  <a:cubicBezTo>
                    <a:pt x="14" y="24"/>
                    <a:pt x="14" y="24"/>
                    <a:pt x="14" y="24"/>
                  </a:cubicBezTo>
                  <a:cubicBezTo>
                    <a:pt x="14" y="24"/>
                    <a:pt x="13" y="24"/>
                    <a:pt x="13" y="24"/>
                  </a:cubicBezTo>
                  <a:cubicBezTo>
                    <a:pt x="13" y="23"/>
                    <a:pt x="13" y="22"/>
                    <a:pt x="13" y="22"/>
                  </a:cubicBezTo>
                  <a:cubicBezTo>
                    <a:pt x="13" y="21"/>
                    <a:pt x="14" y="20"/>
                    <a:pt x="14" y="19"/>
                  </a:cubicBezTo>
                  <a:cubicBezTo>
                    <a:pt x="14" y="19"/>
                    <a:pt x="14" y="19"/>
                    <a:pt x="13" y="19"/>
                  </a:cubicBezTo>
                  <a:cubicBezTo>
                    <a:pt x="12" y="18"/>
                    <a:pt x="10" y="21"/>
                    <a:pt x="9" y="22"/>
                  </a:cubicBezTo>
                  <a:cubicBezTo>
                    <a:pt x="9" y="22"/>
                    <a:pt x="9" y="22"/>
                    <a:pt x="9" y="22"/>
                  </a:cubicBezTo>
                  <a:cubicBezTo>
                    <a:pt x="9" y="22"/>
                    <a:pt x="9" y="21"/>
                    <a:pt x="9" y="20"/>
                  </a:cubicBezTo>
                  <a:cubicBezTo>
                    <a:pt x="9" y="18"/>
                    <a:pt x="12" y="16"/>
                    <a:pt x="14" y="17"/>
                  </a:cubicBezTo>
                  <a:cubicBezTo>
                    <a:pt x="15" y="17"/>
                    <a:pt x="16" y="16"/>
                    <a:pt x="17" y="16"/>
                  </a:cubicBezTo>
                  <a:cubicBezTo>
                    <a:pt x="17" y="15"/>
                    <a:pt x="18" y="14"/>
                    <a:pt x="18" y="14"/>
                  </a:cubicBezTo>
                  <a:cubicBezTo>
                    <a:pt x="19" y="11"/>
                    <a:pt x="16" y="10"/>
                    <a:pt x="14" y="10"/>
                  </a:cubicBezTo>
                  <a:cubicBezTo>
                    <a:pt x="12" y="10"/>
                    <a:pt x="10" y="12"/>
                    <a:pt x="10" y="13"/>
                  </a:cubicBezTo>
                  <a:cubicBezTo>
                    <a:pt x="9" y="14"/>
                    <a:pt x="8" y="16"/>
                    <a:pt x="7" y="17"/>
                  </a:cubicBezTo>
                  <a:cubicBezTo>
                    <a:pt x="6" y="18"/>
                    <a:pt x="6" y="19"/>
                    <a:pt x="5" y="20"/>
                  </a:cubicBezTo>
                  <a:cubicBezTo>
                    <a:pt x="4" y="22"/>
                    <a:pt x="5" y="24"/>
                    <a:pt x="4" y="26"/>
                  </a:cubicBezTo>
                  <a:cubicBezTo>
                    <a:pt x="1" y="26"/>
                    <a:pt x="0" y="24"/>
                    <a:pt x="0" y="21"/>
                  </a:cubicBezTo>
                  <a:cubicBezTo>
                    <a:pt x="0" y="21"/>
                    <a:pt x="1" y="20"/>
                    <a:pt x="2" y="19"/>
                  </a:cubicBezTo>
                  <a:cubicBezTo>
                    <a:pt x="2" y="18"/>
                    <a:pt x="3" y="17"/>
                    <a:pt x="3" y="16"/>
                  </a:cubicBezTo>
                  <a:cubicBezTo>
                    <a:pt x="4" y="15"/>
                    <a:pt x="5" y="14"/>
                    <a:pt x="6" y="12"/>
                  </a:cubicBezTo>
                  <a:cubicBezTo>
                    <a:pt x="8" y="11"/>
                    <a:pt x="11" y="9"/>
                    <a:pt x="12" y="7"/>
                  </a:cubicBezTo>
                  <a:cubicBezTo>
                    <a:pt x="12" y="7"/>
                    <a:pt x="12" y="7"/>
                    <a:pt x="12" y="7"/>
                  </a:cubicBezTo>
                  <a:cubicBezTo>
                    <a:pt x="10" y="7"/>
                    <a:pt x="8" y="7"/>
                    <a:pt x="8" y="6"/>
                  </a:cubicBezTo>
                  <a:cubicBezTo>
                    <a:pt x="8" y="6"/>
                    <a:pt x="8" y="6"/>
                    <a:pt x="8" y="6"/>
                  </a:cubicBezTo>
                  <a:cubicBezTo>
                    <a:pt x="12" y="4"/>
                    <a:pt x="14" y="2"/>
                    <a:pt x="16" y="1"/>
                  </a:cubicBezTo>
                  <a:close/>
                  <a:moveTo>
                    <a:pt x="1" y="3"/>
                  </a:moveTo>
                  <a:cubicBezTo>
                    <a:pt x="2" y="3"/>
                    <a:pt x="2" y="3"/>
                    <a:pt x="2" y="3"/>
                  </a:cubicBezTo>
                  <a:cubicBezTo>
                    <a:pt x="2" y="4"/>
                    <a:pt x="4" y="7"/>
                    <a:pt x="4" y="7"/>
                  </a:cubicBezTo>
                  <a:cubicBezTo>
                    <a:pt x="4" y="9"/>
                    <a:pt x="5" y="9"/>
                    <a:pt x="4" y="10"/>
                  </a:cubicBezTo>
                  <a:cubicBezTo>
                    <a:pt x="1" y="10"/>
                    <a:pt x="0" y="9"/>
                    <a:pt x="0" y="5"/>
                  </a:cubicBezTo>
                  <a:cubicBezTo>
                    <a:pt x="0" y="4"/>
                    <a:pt x="0" y="4"/>
                    <a:pt x="0" y="3"/>
                  </a:cubicBezTo>
                  <a:cubicBezTo>
                    <a:pt x="0" y="3"/>
                    <a:pt x="1" y="3"/>
                    <a:pt x="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1" name="Freeform 49"/>
            <p:cNvSpPr>
              <a:spLocks noEditPoints="1"/>
            </p:cNvSpPr>
            <p:nvPr/>
          </p:nvSpPr>
          <p:spPr bwMode="auto">
            <a:xfrm>
              <a:off x="8971025" y="4589766"/>
              <a:ext cx="50800" cy="52388"/>
            </a:xfrm>
            <a:custGeom>
              <a:avLst/>
              <a:gdLst>
                <a:gd name="T0" fmla="*/ 17 w 34"/>
                <a:gd name="T1" fmla="*/ 16 h 34"/>
                <a:gd name="T2" fmla="*/ 20 w 34"/>
                <a:gd name="T3" fmla="*/ 27 h 34"/>
                <a:gd name="T4" fmla="*/ 18 w 34"/>
                <a:gd name="T5" fmla="*/ 21 h 34"/>
                <a:gd name="T6" fmla="*/ 20 w 34"/>
                <a:gd name="T7" fmla="*/ 21 h 34"/>
                <a:gd name="T8" fmla="*/ 25 w 34"/>
                <a:gd name="T9" fmla="*/ 18 h 34"/>
                <a:gd name="T10" fmla="*/ 22 w 34"/>
                <a:gd name="T11" fmla="*/ 20 h 34"/>
                <a:gd name="T12" fmla="*/ 21 w 34"/>
                <a:gd name="T13" fmla="*/ 14 h 34"/>
                <a:gd name="T14" fmla="*/ 28 w 34"/>
                <a:gd name="T15" fmla="*/ 6 h 34"/>
                <a:gd name="T16" fmla="*/ 26 w 34"/>
                <a:gd name="T17" fmla="*/ 10 h 34"/>
                <a:gd name="T18" fmla="*/ 28 w 34"/>
                <a:gd name="T19" fmla="*/ 6 h 34"/>
                <a:gd name="T20" fmla="*/ 26 w 34"/>
                <a:gd name="T21" fmla="*/ 0 h 34"/>
                <a:gd name="T22" fmla="*/ 28 w 34"/>
                <a:gd name="T23" fmla="*/ 5 h 34"/>
                <a:gd name="T24" fmla="*/ 34 w 34"/>
                <a:gd name="T25" fmla="*/ 9 h 34"/>
                <a:gd name="T26" fmla="*/ 28 w 34"/>
                <a:gd name="T27" fmla="*/ 13 h 34"/>
                <a:gd name="T28" fmla="*/ 28 w 34"/>
                <a:gd name="T29" fmla="*/ 17 h 34"/>
                <a:gd name="T30" fmla="*/ 27 w 34"/>
                <a:gd name="T31" fmla="*/ 25 h 34"/>
                <a:gd name="T32" fmla="*/ 32 w 34"/>
                <a:gd name="T33" fmla="*/ 31 h 34"/>
                <a:gd name="T34" fmla="*/ 26 w 34"/>
                <a:gd name="T35" fmla="*/ 30 h 34"/>
                <a:gd name="T36" fmla="*/ 22 w 34"/>
                <a:gd name="T37" fmla="*/ 30 h 34"/>
                <a:gd name="T38" fmla="*/ 15 w 34"/>
                <a:gd name="T39" fmla="*/ 29 h 34"/>
                <a:gd name="T40" fmla="*/ 13 w 34"/>
                <a:gd name="T41" fmla="*/ 26 h 34"/>
                <a:gd name="T42" fmla="*/ 13 w 34"/>
                <a:gd name="T43" fmla="*/ 31 h 34"/>
                <a:gd name="T44" fmla="*/ 10 w 34"/>
                <a:gd name="T45" fmla="*/ 27 h 34"/>
                <a:gd name="T46" fmla="*/ 8 w 34"/>
                <a:gd name="T47" fmla="*/ 23 h 34"/>
                <a:gd name="T48" fmla="*/ 2 w 34"/>
                <a:gd name="T49" fmla="*/ 19 h 34"/>
                <a:gd name="T50" fmla="*/ 4 w 34"/>
                <a:gd name="T51" fmla="*/ 16 h 34"/>
                <a:gd name="T52" fmla="*/ 13 w 34"/>
                <a:gd name="T53" fmla="*/ 15 h 34"/>
                <a:gd name="T54" fmla="*/ 16 w 34"/>
                <a:gd name="T55" fmla="*/ 9 h 34"/>
                <a:gd name="T56" fmla="*/ 11 w 34"/>
                <a:gd name="T57" fmla="*/ 7 h 34"/>
                <a:gd name="T58" fmla="*/ 10 w 34"/>
                <a:gd name="T59" fmla="*/ 5 h 34"/>
                <a:gd name="T60" fmla="*/ 12 w 34"/>
                <a:gd name="T61" fmla="*/ 6 h 34"/>
                <a:gd name="T62" fmla="*/ 20 w 34"/>
                <a:gd name="T63" fmla="*/ 0 h 34"/>
                <a:gd name="T64" fmla="*/ 23 w 34"/>
                <a:gd name="T65" fmla="*/ 1 h 34"/>
                <a:gd name="T66" fmla="*/ 17 w 34"/>
                <a:gd name="T67" fmla="*/ 11 h 34"/>
                <a:gd name="T68" fmla="*/ 19 w 34"/>
                <a:gd name="T69" fmla="*/ 11 h 34"/>
                <a:gd name="T70" fmla="*/ 23 w 34"/>
                <a:gd name="T71" fmla="*/ 7 h 34"/>
                <a:gd name="T72" fmla="*/ 26 w 34"/>
                <a:gd name="T73"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4" h="34">
                  <a:moveTo>
                    <a:pt x="21" y="13"/>
                  </a:moveTo>
                  <a:cubicBezTo>
                    <a:pt x="19" y="14"/>
                    <a:pt x="18" y="15"/>
                    <a:pt x="17" y="16"/>
                  </a:cubicBezTo>
                  <a:cubicBezTo>
                    <a:pt x="16" y="18"/>
                    <a:pt x="12" y="21"/>
                    <a:pt x="14" y="24"/>
                  </a:cubicBezTo>
                  <a:cubicBezTo>
                    <a:pt x="15" y="26"/>
                    <a:pt x="17" y="28"/>
                    <a:pt x="20" y="27"/>
                  </a:cubicBezTo>
                  <a:cubicBezTo>
                    <a:pt x="20" y="27"/>
                    <a:pt x="20" y="27"/>
                    <a:pt x="21" y="27"/>
                  </a:cubicBezTo>
                  <a:cubicBezTo>
                    <a:pt x="20" y="25"/>
                    <a:pt x="19" y="22"/>
                    <a:pt x="18" y="21"/>
                  </a:cubicBezTo>
                  <a:cubicBezTo>
                    <a:pt x="18" y="21"/>
                    <a:pt x="18" y="21"/>
                    <a:pt x="18" y="21"/>
                  </a:cubicBezTo>
                  <a:cubicBezTo>
                    <a:pt x="19" y="21"/>
                    <a:pt x="20" y="21"/>
                    <a:pt x="20" y="21"/>
                  </a:cubicBezTo>
                  <a:cubicBezTo>
                    <a:pt x="21" y="22"/>
                    <a:pt x="24" y="24"/>
                    <a:pt x="24" y="23"/>
                  </a:cubicBezTo>
                  <a:cubicBezTo>
                    <a:pt x="25" y="22"/>
                    <a:pt x="26" y="19"/>
                    <a:pt x="25" y="18"/>
                  </a:cubicBezTo>
                  <a:cubicBezTo>
                    <a:pt x="25" y="18"/>
                    <a:pt x="25" y="18"/>
                    <a:pt x="24" y="18"/>
                  </a:cubicBezTo>
                  <a:cubicBezTo>
                    <a:pt x="24" y="18"/>
                    <a:pt x="23" y="19"/>
                    <a:pt x="22" y="20"/>
                  </a:cubicBezTo>
                  <a:cubicBezTo>
                    <a:pt x="22" y="20"/>
                    <a:pt x="22" y="19"/>
                    <a:pt x="21" y="19"/>
                  </a:cubicBezTo>
                  <a:cubicBezTo>
                    <a:pt x="21" y="17"/>
                    <a:pt x="21" y="16"/>
                    <a:pt x="21" y="14"/>
                  </a:cubicBezTo>
                  <a:cubicBezTo>
                    <a:pt x="22" y="13"/>
                    <a:pt x="21" y="13"/>
                    <a:pt x="21" y="13"/>
                  </a:cubicBezTo>
                  <a:close/>
                  <a:moveTo>
                    <a:pt x="28" y="6"/>
                  </a:moveTo>
                  <a:cubicBezTo>
                    <a:pt x="28" y="7"/>
                    <a:pt x="26" y="9"/>
                    <a:pt x="26" y="10"/>
                  </a:cubicBezTo>
                  <a:cubicBezTo>
                    <a:pt x="26" y="10"/>
                    <a:pt x="26" y="10"/>
                    <a:pt x="26" y="10"/>
                  </a:cubicBezTo>
                  <a:cubicBezTo>
                    <a:pt x="27" y="10"/>
                    <a:pt x="30" y="9"/>
                    <a:pt x="30" y="9"/>
                  </a:cubicBezTo>
                  <a:cubicBezTo>
                    <a:pt x="30" y="8"/>
                    <a:pt x="29" y="7"/>
                    <a:pt x="28" y="6"/>
                  </a:cubicBezTo>
                  <a:cubicBezTo>
                    <a:pt x="28" y="6"/>
                    <a:pt x="28" y="6"/>
                    <a:pt x="28" y="6"/>
                  </a:cubicBezTo>
                  <a:close/>
                  <a:moveTo>
                    <a:pt x="26" y="0"/>
                  </a:moveTo>
                  <a:cubicBezTo>
                    <a:pt x="28" y="1"/>
                    <a:pt x="29" y="1"/>
                    <a:pt x="29" y="3"/>
                  </a:cubicBezTo>
                  <a:cubicBezTo>
                    <a:pt x="29" y="3"/>
                    <a:pt x="28" y="4"/>
                    <a:pt x="28" y="5"/>
                  </a:cubicBezTo>
                  <a:cubicBezTo>
                    <a:pt x="29" y="7"/>
                    <a:pt x="32" y="7"/>
                    <a:pt x="34" y="8"/>
                  </a:cubicBezTo>
                  <a:cubicBezTo>
                    <a:pt x="34" y="9"/>
                    <a:pt x="34" y="9"/>
                    <a:pt x="34" y="9"/>
                  </a:cubicBezTo>
                  <a:cubicBezTo>
                    <a:pt x="32" y="11"/>
                    <a:pt x="30" y="11"/>
                    <a:pt x="29" y="11"/>
                  </a:cubicBezTo>
                  <a:cubicBezTo>
                    <a:pt x="28" y="12"/>
                    <a:pt x="28" y="12"/>
                    <a:pt x="28" y="13"/>
                  </a:cubicBezTo>
                  <a:cubicBezTo>
                    <a:pt x="26" y="13"/>
                    <a:pt x="25" y="13"/>
                    <a:pt x="24" y="15"/>
                  </a:cubicBezTo>
                  <a:cubicBezTo>
                    <a:pt x="25" y="16"/>
                    <a:pt x="28" y="16"/>
                    <a:pt x="28" y="17"/>
                  </a:cubicBezTo>
                  <a:cubicBezTo>
                    <a:pt x="28" y="18"/>
                    <a:pt x="28" y="21"/>
                    <a:pt x="28" y="22"/>
                  </a:cubicBezTo>
                  <a:cubicBezTo>
                    <a:pt x="27" y="23"/>
                    <a:pt x="26" y="24"/>
                    <a:pt x="27" y="25"/>
                  </a:cubicBezTo>
                  <a:cubicBezTo>
                    <a:pt x="27" y="26"/>
                    <a:pt x="29" y="26"/>
                    <a:pt x="30" y="27"/>
                  </a:cubicBezTo>
                  <a:cubicBezTo>
                    <a:pt x="31" y="28"/>
                    <a:pt x="32" y="29"/>
                    <a:pt x="32" y="31"/>
                  </a:cubicBezTo>
                  <a:cubicBezTo>
                    <a:pt x="32" y="32"/>
                    <a:pt x="30" y="34"/>
                    <a:pt x="28" y="33"/>
                  </a:cubicBezTo>
                  <a:cubicBezTo>
                    <a:pt x="27" y="33"/>
                    <a:pt x="26" y="31"/>
                    <a:pt x="26" y="30"/>
                  </a:cubicBezTo>
                  <a:cubicBezTo>
                    <a:pt x="25" y="30"/>
                    <a:pt x="25" y="30"/>
                    <a:pt x="24" y="29"/>
                  </a:cubicBezTo>
                  <a:cubicBezTo>
                    <a:pt x="24" y="29"/>
                    <a:pt x="22" y="30"/>
                    <a:pt x="22" y="30"/>
                  </a:cubicBezTo>
                  <a:cubicBezTo>
                    <a:pt x="21" y="30"/>
                    <a:pt x="21" y="30"/>
                    <a:pt x="20" y="30"/>
                  </a:cubicBezTo>
                  <a:cubicBezTo>
                    <a:pt x="19" y="30"/>
                    <a:pt x="17" y="30"/>
                    <a:pt x="15" y="29"/>
                  </a:cubicBezTo>
                  <a:cubicBezTo>
                    <a:pt x="15" y="28"/>
                    <a:pt x="14" y="27"/>
                    <a:pt x="14" y="26"/>
                  </a:cubicBezTo>
                  <a:cubicBezTo>
                    <a:pt x="14" y="26"/>
                    <a:pt x="14" y="26"/>
                    <a:pt x="13" y="26"/>
                  </a:cubicBezTo>
                  <a:cubicBezTo>
                    <a:pt x="13" y="26"/>
                    <a:pt x="13" y="26"/>
                    <a:pt x="13" y="26"/>
                  </a:cubicBezTo>
                  <a:cubicBezTo>
                    <a:pt x="13" y="27"/>
                    <a:pt x="14" y="31"/>
                    <a:pt x="13" y="31"/>
                  </a:cubicBezTo>
                  <a:cubicBezTo>
                    <a:pt x="12" y="31"/>
                    <a:pt x="12" y="30"/>
                    <a:pt x="11" y="30"/>
                  </a:cubicBezTo>
                  <a:cubicBezTo>
                    <a:pt x="10" y="29"/>
                    <a:pt x="11" y="28"/>
                    <a:pt x="10" y="27"/>
                  </a:cubicBezTo>
                  <a:cubicBezTo>
                    <a:pt x="10" y="26"/>
                    <a:pt x="9" y="25"/>
                    <a:pt x="9" y="25"/>
                  </a:cubicBezTo>
                  <a:cubicBezTo>
                    <a:pt x="8" y="24"/>
                    <a:pt x="9" y="23"/>
                    <a:pt x="8" y="23"/>
                  </a:cubicBezTo>
                  <a:cubicBezTo>
                    <a:pt x="8" y="23"/>
                    <a:pt x="4" y="24"/>
                    <a:pt x="3" y="23"/>
                  </a:cubicBezTo>
                  <a:cubicBezTo>
                    <a:pt x="2" y="23"/>
                    <a:pt x="0" y="21"/>
                    <a:pt x="2" y="19"/>
                  </a:cubicBezTo>
                  <a:cubicBezTo>
                    <a:pt x="2" y="19"/>
                    <a:pt x="3" y="19"/>
                    <a:pt x="3" y="18"/>
                  </a:cubicBezTo>
                  <a:cubicBezTo>
                    <a:pt x="4" y="18"/>
                    <a:pt x="3" y="17"/>
                    <a:pt x="4" y="16"/>
                  </a:cubicBezTo>
                  <a:cubicBezTo>
                    <a:pt x="4" y="16"/>
                    <a:pt x="6" y="17"/>
                    <a:pt x="6" y="17"/>
                  </a:cubicBezTo>
                  <a:cubicBezTo>
                    <a:pt x="8" y="17"/>
                    <a:pt x="12" y="16"/>
                    <a:pt x="13" y="15"/>
                  </a:cubicBezTo>
                  <a:cubicBezTo>
                    <a:pt x="13" y="14"/>
                    <a:pt x="14" y="12"/>
                    <a:pt x="14" y="11"/>
                  </a:cubicBezTo>
                  <a:cubicBezTo>
                    <a:pt x="14" y="10"/>
                    <a:pt x="15" y="10"/>
                    <a:pt x="16" y="9"/>
                  </a:cubicBezTo>
                  <a:cubicBezTo>
                    <a:pt x="16" y="9"/>
                    <a:pt x="16" y="9"/>
                    <a:pt x="15" y="8"/>
                  </a:cubicBezTo>
                  <a:cubicBezTo>
                    <a:pt x="14" y="8"/>
                    <a:pt x="13" y="8"/>
                    <a:pt x="11" y="7"/>
                  </a:cubicBezTo>
                  <a:cubicBezTo>
                    <a:pt x="11" y="7"/>
                    <a:pt x="11" y="7"/>
                    <a:pt x="10" y="6"/>
                  </a:cubicBezTo>
                  <a:cubicBezTo>
                    <a:pt x="10" y="6"/>
                    <a:pt x="10" y="6"/>
                    <a:pt x="10" y="5"/>
                  </a:cubicBezTo>
                  <a:cubicBezTo>
                    <a:pt x="10" y="5"/>
                    <a:pt x="10" y="5"/>
                    <a:pt x="11" y="5"/>
                  </a:cubicBezTo>
                  <a:cubicBezTo>
                    <a:pt x="12" y="5"/>
                    <a:pt x="12" y="6"/>
                    <a:pt x="12" y="6"/>
                  </a:cubicBezTo>
                  <a:cubicBezTo>
                    <a:pt x="13" y="6"/>
                    <a:pt x="17" y="5"/>
                    <a:pt x="17" y="4"/>
                  </a:cubicBezTo>
                  <a:cubicBezTo>
                    <a:pt x="18" y="3"/>
                    <a:pt x="18" y="1"/>
                    <a:pt x="20" y="0"/>
                  </a:cubicBezTo>
                  <a:cubicBezTo>
                    <a:pt x="21" y="0"/>
                    <a:pt x="22" y="0"/>
                    <a:pt x="23" y="1"/>
                  </a:cubicBezTo>
                  <a:cubicBezTo>
                    <a:pt x="23" y="1"/>
                    <a:pt x="23" y="1"/>
                    <a:pt x="23" y="1"/>
                  </a:cubicBezTo>
                  <a:cubicBezTo>
                    <a:pt x="22" y="3"/>
                    <a:pt x="21" y="3"/>
                    <a:pt x="20" y="5"/>
                  </a:cubicBezTo>
                  <a:cubicBezTo>
                    <a:pt x="18" y="6"/>
                    <a:pt x="18" y="9"/>
                    <a:pt x="17" y="11"/>
                  </a:cubicBezTo>
                  <a:cubicBezTo>
                    <a:pt x="17" y="11"/>
                    <a:pt x="16" y="12"/>
                    <a:pt x="16" y="13"/>
                  </a:cubicBezTo>
                  <a:cubicBezTo>
                    <a:pt x="18" y="13"/>
                    <a:pt x="18" y="11"/>
                    <a:pt x="19" y="11"/>
                  </a:cubicBezTo>
                  <a:cubicBezTo>
                    <a:pt x="20" y="11"/>
                    <a:pt x="22" y="11"/>
                    <a:pt x="22" y="10"/>
                  </a:cubicBezTo>
                  <a:cubicBezTo>
                    <a:pt x="23" y="9"/>
                    <a:pt x="22" y="8"/>
                    <a:pt x="23" y="7"/>
                  </a:cubicBezTo>
                  <a:cubicBezTo>
                    <a:pt x="24" y="6"/>
                    <a:pt x="24" y="4"/>
                    <a:pt x="25" y="3"/>
                  </a:cubicBezTo>
                  <a:cubicBezTo>
                    <a:pt x="26" y="2"/>
                    <a:pt x="25" y="1"/>
                    <a:pt x="2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2" name="Freeform 50"/>
            <p:cNvSpPr>
              <a:spLocks noEditPoints="1"/>
            </p:cNvSpPr>
            <p:nvPr/>
          </p:nvSpPr>
          <p:spPr bwMode="auto">
            <a:xfrm>
              <a:off x="8756713" y="4715179"/>
              <a:ext cx="52388" cy="44450"/>
            </a:xfrm>
            <a:custGeom>
              <a:avLst/>
              <a:gdLst>
                <a:gd name="T0" fmla="*/ 15 w 35"/>
                <a:gd name="T1" fmla="*/ 20 h 30"/>
                <a:gd name="T2" fmla="*/ 16 w 35"/>
                <a:gd name="T3" fmla="*/ 24 h 30"/>
                <a:gd name="T4" fmla="*/ 18 w 35"/>
                <a:gd name="T5" fmla="*/ 23 h 30"/>
                <a:gd name="T6" fmla="*/ 20 w 35"/>
                <a:gd name="T7" fmla="*/ 24 h 30"/>
                <a:gd name="T8" fmla="*/ 20 w 35"/>
                <a:gd name="T9" fmla="*/ 24 h 30"/>
                <a:gd name="T10" fmla="*/ 21 w 35"/>
                <a:gd name="T11" fmla="*/ 22 h 30"/>
                <a:gd name="T12" fmla="*/ 16 w 35"/>
                <a:gd name="T13" fmla="*/ 20 h 30"/>
                <a:gd name="T14" fmla="*/ 15 w 35"/>
                <a:gd name="T15" fmla="*/ 20 h 30"/>
                <a:gd name="T16" fmla="*/ 14 w 35"/>
                <a:gd name="T17" fmla="*/ 7 h 30"/>
                <a:gd name="T18" fmla="*/ 16 w 35"/>
                <a:gd name="T19" fmla="*/ 13 h 30"/>
                <a:gd name="T20" fmla="*/ 18 w 35"/>
                <a:gd name="T21" fmla="*/ 13 h 30"/>
                <a:gd name="T22" fmla="*/ 18 w 35"/>
                <a:gd name="T23" fmla="*/ 13 h 30"/>
                <a:gd name="T24" fmla="*/ 14 w 35"/>
                <a:gd name="T25" fmla="*/ 6 h 30"/>
                <a:gd name="T26" fmla="*/ 14 w 35"/>
                <a:gd name="T27" fmla="*/ 6 h 30"/>
                <a:gd name="T28" fmla="*/ 14 w 35"/>
                <a:gd name="T29" fmla="*/ 7 h 30"/>
                <a:gd name="T30" fmla="*/ 0 w 35"/>
                <a:gd name="T31" fmla="*/ 14 h 30"/>
                <a:gd name="T32" fmla="*/ 6 w 35"/>
                <a:gd name="T33" fmla="*/ 9 h 30"/>
                <a:gd name="T34" fmla="*/ 11 w 35"/>
                <a:gd name="T35" fmla="*/ 10 h 30"/>
                <a:gd name="T36" fmla="*/ 12 w 35"/>
                <a:gd name="T37" fmla="*/ 3 h 30"/>
                <a:gd name="T38" fmla="*/ 15 w 35"/>
                <a:gd name="T39" fmla="*/ 0 h 30"/>
                <a:gd name="T40" fmla="*/ 18 w 35"/>
                <a:gd name="T41" fmla="*/ 6 h 30"/>
                <a:gd name="T42" fmla="*/ 20 w 35"/>
                <a:gd name="T43" fmla="*/ 10 h 30"/>
                <a:gd name="T44" fmla="*/ 20 w 35"/>
                <a:gd name="T45" fmla="*/ 9 h 30"/>
                <a:gd name="T46" fmla="*/ 22 w 35"/>
                <a:gd name="T47" fmla="*/ 5 h 30"/>
                <a:gd name="T48" fmla="*/ 24 w 35"/>
                <a:gd name="T49" fmla="*/ 5 h 30"/>
                <a:gd name="T50" fmla="*/ 24 w 35"/>
                <a:gd name="T51" fmla="*/ 9 h 30"/>
                <a:gd name="T52" fmla="*/ 25 w 35"/>
                <a:gd name="T53" fmla="*/ 14 h 30"/>
                <a:gd name="T54" fmla="*/ 25 w 35"/>
                <a:gd name="T55" fmla="*/ 16 h 30"/>
                <a:gd name="T56" fmla="*/ 30 w 35"/>
                <a:gd name="T57" fmla="*/ 18 h 30"/>
                <a:gd name="T58" fmla="*/ 31 w 35"/>
                <a:gd name="T59" fmla="*/ 20 h 30"/>
                <a:gd name="T60" fmla="*/ 34 w 35"/>
                <a:gd name="T61" fmla="*/ 22 h 30"/>
                <a:gd name="T62" fmla="*/ 35 w 35"/>
                <a:gd name="T63" fmla="*/ 23 h 30"/>
                <a:gd name="T64" fmla="*/ 35 w 35"/>
                <a:gd name="T65" fmla="*/ 23 h 30"/>
                <a:gd name="T66" fmla="*/ 29 w 35"/>
                <a:gd name="T67" fmla="*/ 23 h 30"/>
                <a:gd name="T68" fmla="*/ 26 w 35"/>
                <a:gd name="T69" fmla="*/ 23 h 30"/>
                <a:gd name="T70" fmla="*/ 25 w 35"/>
                <a:gd name="T71" fmla="*/ 24 h 30"/>
                <a:gd name="T72" fmla="*/ 21 w 35"/>
                <a:gd name="T73" fmla="*/ 26 h 30"/>
                <a:gd name="T74" fmla="*/ 21 w 35"/>
                <a:gd name="T75" fmla="*/ 28 h 30"/>
                <a:gd name="T76" fmla="*/ 19 w 35"/>
                <a:gd name="T77" fmla="*/ 28 h 30"/>
                <a:gd name="T78" fmla="*/ 17 w 35"/>
                <a:gd name="T79" fmla="*/ 30 h 30"/>
                <a:gd name="T80" fmla="*/ 14 w 35"/>
                <a:gd name="T81" fmla="*/ 30 h 30"/>
                <a:gd name="T82" fmla="*/ 14 w 35"/>
                <a:gd name="T83" fmla="*/ 30 h 30"/>
                <a:gd name="T84" fmla="*/ 9 w 35"/>
                <a:gd name="T85" fmla="*/ 28 h 30"/>
                <a:gd name="T86" fmla="*/ 11 w 35"/>
                <a:gd name="T87" fmla="*/ 26 h 30"/>
                <a:gd name="T88" fmla="*/ 11 w 35"/>
                <a:gd name="T89" fmla="*/ 23 h 30"/>
                <a:gd name="T90" fmla="*/ 10 w 35"/>
                <a:gd name="T91" fmla="*/ 17 h 30"/>
                <a:gd name="T92" fmla="*/ 8 w 35"/>
                <a:gd name="T93" fmla="*/ 16 h 30"/>
                <a:gd name="T94" fmla="*/ 6 w 35"/>
                <a:gd name="T95" fmla="*/ 16 h 30"/>
                <a:gd name="T96" fmla="*/ 4 w 35"/>
                <a:gd name="T97" fmla="*/ 15 h 30"/>
                <a:gd name="T98" fmla="*/ 0 w 35"/>
                <a:gd name="T99" fmla="*/ 14 h 30"/>
                <a:gd name="T100" fmla="*/ 0 w 35"/>
                <a:gd name="T101" fmla="*/ 14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5" h="30">
                  <a:moveTo>
                    <a:pt x="15" y="20"/>
                  </a:moveTo>
                  <a:cubicBezTo>
                    <a:pt x="15" y="22"/>
                    <a:pt x="16" y="22"/>
                    <a:pt x="16" y="24"/>
                  </a:cubicBezTo>
                  <a:cubicBezTo>
                    <a:pt x="18" y="24"/>
                    <a:pt x="18" y="23"/>
                    <a:pt x="18" y="23"/>
                  </a:cubicBezTo>
                  <a:cubicBezTo>
                    <a:pt x="19" y="23"/>
                    <a:pt x="20" y="24"/>
                    <a:pt x="20" y="24"/>
                  </a:cubicBezTo>
                  <a:cubicBezTo>
                    <a:pt x="20" y="24"/>
                    <a:pt x="20" y="24"/>
                    <a:pt x="20" y="24"/>
                  </a:cubicBezTo>
                  <a:cubicBezTo>
                    <a:pt x="20" y="24"/>
                    <a:pt x="21" y="23"/>
                    <a:pt x="21" y="22"/>
                  </a:cubicBezTo>
                  <a:cubicBezTo>
                    <a:pt x="20" y="21"/>
                    <a:pt x="18" y="20"/>
                    <a:pt x="16" y="20"/>
                  </a:cubicBezTo>
                  <a:cubicBezTo>
                    <a:pt x="15" y="20"/>
                    <a:pt x="15" y="20"/>
                    <a:pt x="15" y="20"/>
                  </a:cubicBezTo>
                  <a:close/>
                  <a:moveTo>
                    <a:pt x="14" y="7"/>
                  </a:moveTo>
                  <a:cubicBezTo>
                    <a:pt x="14" y="10"/>
                    <a:pt x="12" y="12"/>
                    <a:pt x="16" y="13"/>
                  </a:cubicBezTo>
                  <a:cubicBezTo>
                    <a:pt x="17" y="13"/>
                    <a:pt x="17" y="13"/>
                    <a:pt x="18" y="13"/>
                  </a:cubicBezTo>
                  <a:cubicBezTo>
                    <a:pt x="18" y="13"/>
                    <a:pt x="18" y="13"/>
                    <a:pt x="18" y="13"/>
                  </a:cubicBezTo>
                  <a:cubicBezTo>
                    <a:pt x="16" y="11"/>
                    <a:pt x="16" y="8"/>
                    <a:pt x="14" y="6"/>
                  </a:cubicBezTo>
                  <a:cubicBezTo>
                    <a:pt x="14" y="6"/>
                    <a:pt x="14" y="6"/>
                    <a:pt x="14" y="6"/>
                  </a:cubicBezTo>
                  <a:cubicBezTo>
                    <a:pt x="14" y="6"/>
                    <a:pt x="14" y="6"/>
                    <a:pt x="14" y="7"/>
                  </a:cubicBezTo>
                  <a:close/>
                  <a:moveTo>
                    <a:pt x="0" y="14"/>
                  </a:moveTo>
                  <a:cubicBezTo>
                    <a:pt x="1" y="13"/>
                    <a:pt x="5" y="9"/>
                    <a:pt x="6" y="9"/>
                  </a:cubicBezTo>
                  <a:cubicBezTo>
                    <a:pt x="8" y="9"/>
                    <a:pt x="9" y="10"/>
                    <a:pt x="11" y="10"/>
                  </a:cubicBezTo>
                  <a:cubicBezTo>
                    <a:pt x="12" y="8"/>
                    <a:pt x="12" y="6"/>
                    <a:pt x="12" y="3"/>
                  </a:cubicBezTo>
                  <a:cubicBezTo>
                    <a:pt x="12" y="2"/>
                    <a:pt x="14" y="0"/>
                    <a:pt x="15" y="0"/>
                  </a:cubicBezTo>
                  <a:cubicBezTo>
                    <a:pt x="16" y="2"/>
                    <a:pt x="17" y="4"/>
                    <a:pt x="18" y="6"/>
                  </a:cubicBezTo>
                  <a:cubicBezTo>
                    <a:pt x="18" y="7"/>
                    <a:pt x="18" y="9"/>
                    <a:pt x="20" y="10"/>
                  </a:cubicBezTo>
                  <a:cubicBezTo>
                    <a:pt x="20" y="10"/>
                    <a:pt x="20" y="10"/>
                    <a:pt x="20" y="9"/>
                  </a:cubicBezTo>
                  <a:cubicBezTo>
                    <a:pt x="21" y="9"/>
                    <a:pt x="21" y="6"/>
                    <a:pt x="22" y="5"/>
                  </a:cubicBezTo>
                  <a:cubicBezTo>
                    <a:pt x="22" y="5"/>
                    <a:pt x="23" y="5"/>
                    <a:pt x="24" y="5"/>
                  </a:cubicBezTo>
                  <a:cubicBezTo>
                    <a:pt x="25" y="6"/>
                    <a:pt x="24" y="8"/>
                    <a:pt x="24" y="9"/>
                  </a:cubicBezTo>
                  <a:cubicBezTo>
                    <a:pt x="24" y="11"/>
                    <a:pt x="25" y="12"/>
                    <a:pt x="25" y="14"/>
                  </a:cubicBezTo>
                  <a:cubicBezTo>
                    <a:pt x="26" y="15"/>
                    <a:pt x="25" y="15"/>
                    <a:pt x="25" y="16"/>
                  </a:cubicBezTo>
                  <a:cubicBezTo>
                    <a:pt x="26" y="18"/>
                    <a:pt x="29" y="17"/>
                    <a:pt x="30" y="18"/>
                  </a:cubicBezTo>
                  <a:cubicBezTo>
                    <a:pt x="31" y="19"/>
                    <a:pt x="31" y="20"/>
                    <a:pt x="31" y="20"/>
                  </a:cubicBezTo>
                  <a:cubicBezTo>
                    <a:pt x="32" y="21"/>
                    <a:pt x="33" y="21"/>
                    <a:pt x="34" y="22"/>
                  </a:cubicBezTo>
                  <a:cubicBezTo>
                    <a:pt x="34" y="22"/>
                    <a:pt x="35" y="22"/>
                    <a:pt x="35" y="23"/>
                  </a:cubicBezTo>
                  <a:cubicBezTo>
                    <a:pt x="35" y="23"/>
                    <a:pt x="35" y="23"/>
                    <a:pt x="35" y="23"/>
                  </a:cubicBezTo>
                  <a:cubicBezTo>
                    <a:pt x="33" y="22"/>
                    <a:pt x="31" y="23"/>
                    <a:pt x="29" y="23"/>
                  </a:cubicBezTo>
                  <a:cubicBezTo>
                    <a:pt x="28" y="23"/>
                    <a:pt x="27" y="22"/>
                    <a:pt x="26" y="23"/>
                  </a:cubicBezTo>
                  <a:cubicBezTo>
                    <a:pt x="26" y="23"/>
                    <a:pt x="25" y="24"/>
                    <a:pt x="25" y="24"/>
                  </a:cubicBezTo>
                  <a:cubicBezTo>
                    <a:pt x="24" y="25"/>
                    <a:pt x="22" y="24"/>
                    <a:pt x="21" y="26"/>
                  </a:cubicBezTo>
                  <a:cubicBezTo>
                    <a:pt x="21" y="26"/>
                    <a:pt x="21" y="27"/>
                    <a:pt x="21" y="28"/>
                  </a:cubicBezTo>
                  <a:cubicBezTo>
                    <a:pt x="20" y="28"/>
                    <a:pt x="20" y="28"/>
                    <a:pt x="19" y="28"/>
                  </a:cubicBezTo>
                  <a:cubicBezTo>
                    <a:pt x="18" y="28"/>
                    <a:pt x="18" y="29"/>
                    <a:pt x="17" y="30"/>
                  </a:cubicBezTo>
                  <a:cubicBezTo>
                    <a:pt x="16" y="30"/>
                    <a:pt x="15" y="28"/>
                    <a:pt x="14" y="30"/>
                  </a:cubicBezTo>
                  <a:cubicBezTo>
                    <a:pt x="14" y="30"/>
                    <a:pt x="14" y="30"/>
                    <a:pt x="14" y="30"/>
                  </a:cubicBezTo>
                  <a:cubicBezTo>
                    <a:pt x="13" y="28"/>
                    <a:pt x="11" y="28"/>
                    <a:pt x="9" y="28"/>
                  </a:cubicBezTo>
                  <a:cubicBezTo>
                    <a:pt x="10" y="26"/>
                    <a:pt x="11" y="26"/>
                    <a:pt x="11" y="26"/>
                  </a:cubicBezTo>
                  <a:cubicBezTo>
                    <a:pt x="12" y="25"/>
                    <a:pt x="11" y="24"/>
                    <a:pt x="11" y="23"/>
                  </a:cubicBezTo>
                  <a:cubicBezTo>
                    <a:pt x="10" y="21"/>
                    <a:pt x="10" y="19"/>
                    <a:pt x="10" y="17"/>
                  </a:cubicBezTo>
                  <a:cubicBezTo>
                    <a:pt x="9" y="17"/>
                    <a:pt x="9" y="17"/>
                    <a:pt x="8" y="16"/>
                  </a:cubicBezTo>
                  <a:cubicBezTo>
                    <a:pt x="7" y="16"/>
                    <a:pt x="6" y="16"/>
                    <a:pt x="6" y="16"/>
                  </a:cubicBezTo>
                  <a:cubicBezTo>
                    <a:pt x="5" y="16"/>
                    <a:pt x="4" y="15"/>
                    <a:pt x="4" y="15"/>
                  </a:cubicBezTo>
                  <a:cubicBezTo>
                    <a:pt x="2" y="14"/>
                    <a:pt x="1" y="15"/>
                    <a:pt x="0" y="14"/>
                  </a:cubicBezTo>
                  <a:cubicBezTo>
                    <a:pt x="0" y="14"/>
                    <a:pt x="0" y="14"/>
                    <a:pt x="0"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3" name="Freeform 51"/>
            <p:cNvSpPr>
              <a:spLocks noEditPoints="1"/>
            </p:cNvSpPr>
            <p:nvPr/>
          </p:nvSpPr>
          <p:spPr bwMode="auto">
            <a:xfrm>
              <a:off x="8791638" y="4653266"/>
              <a:ext cx="50800" cy="55563"/>
            </a:xfrm>
            <a:custGeom>
              <a:avLst/>
              <a:gdLst>
                <a:gd name="T0" fmla="*/ 20 w 34"/>
                <a:gd name="T1" fmla="*/ 18 h 37"/>
                <a:gd name="T2" fmla="*/ 22 w 34"/>
                <a:gd name="T3" fmla="*/ 19 h 37"/>
                <a:gd name="T4" fmla="*/ 20 w 34"/>
                <a:gd name="T5" fmla="*/ 17 h 37"/>
                <a:gd name="T6" fmla="*/ 14 w 34"/>
                <a:gd name="T7" fmla="*/ 22 h 37"/>
                <a:gd name="T8" fmla="*/ 14 w 34"/>
                <a:gd name="T9" fmla="*/ 24 h 37"/>
                <a:gd name="T10" fmla="*/ 15 w 34"/>
                <a:gd name="T11" fmla="*/ 22 h 37"/>
                <a:gd name="T12" fmla="*/ 14 w 34"/>
                <a:gd name="T13" fmla="*/ 22 h 37"/>
                <a:gd name="T14" fmla="*/ 16 w 34"/>
                <a:gd name="T15" fmla="*/ 20 h 37"/>
                <a:gd name="T16" fmla="*/ 16 w 34"/>
                <a:gd name="T17" fmla="*/ 20 h 37"/>
                <a:gd name="T18" fmla="*/ 16 w 34"/>
                <a:gd name="T19" fmla="*/ 19 h 37"/>
                <a:gd name="T20" fmla="*/ 10 w 34"/>
                <a:gd name="T21" fmla="*/ 5 h 37"/>
                <a:gd name="T22" fmla="*/ 6 w 34"/>
                <a:gd name="T23" fmla="*/ 17 h 37"/>
                <a:gd name="T24" fmla="*/ 8 w 34"/>
                <a:gd name="T25" fmla="*/ 20 h 37"/>
                <a:gd name="T26" fmla="*/ 15 w 34"/>
                <a:gd name="T27" fmla="*/ 16 h 37"/>
                <a:gd name="T28" fmla="*/ 20 w 34"/>
                <a:gd name="T29" fmla="*/ 14 h 37"/>
                <a:gd name="T30" fmla="*/ 25 w 34"/>
                <a:gd name="T31" fmla="*/ 15 h 37"/>
                <a:gd name="T32" fmla="*/ 23 w 34"/>
                <a:gd name="T33" fmla="*/ 27 h 37"/>
                <a:gd name="T34" fmla="*/ 18 w 34"/>
                <a:gd name="T35" fmla="*/ 27 h 37"/>
                <a:gd name="T36" fmla="*/ 17 w 34"/>
                <a:gd name="T37" fmla="*/ 24 h 37"/>
                <a:gd name="T38" fmla="*/ 13 w 34"/>
                <a:gd name="T39" fmla="*/ 25 h 37"/>
                <a:gd name="T40" fmla="*/ 12 w 34"/>
                <a:gd name="T41" fmla="*/ 17 h 37"/>
                <a:gd name="T42" fmla="*/ 10 w 34"/>
                <a:gd name="T43" fmla="*/ 22 h 37"/>
                <a:gd name="T44" fmla="*/ 17 w 34"/>
                <a:gd name="T45" fmla="*/ 32 h 37"/>
                <a:gd name="T46" fmla="*/ 20 w 34"/>
                <a:gd name="T47" fmla="*/ 33 h 37"/>
                <a:gd name="T48" fmla="*/ 24 w 34"/>
                <a:gd name="T49" fmla="*/ 29 h 37"/>
                <a:gd name="T50" fmla="*/ 23 w 34"/>
                <a:gd name="T51" fmla="*/ 28 h 37"/>
                <a:gd name="T52" fmla="*/ 26 w 34"/>
                <a:gd name="T53" fmla="*/ 25 h 37"/>
                <a:gd name="T54" fmla="*/ 21 w 34"/>
                <a:gd name="T55" fmla="*/ 10 h 37"/>
                <a:gd name="T56" fmla="*/ 17 w 34"/>
                <a:gd name="T57" fmla="*/ 6 h 37"/>
                <a:gd name="T58" fmla="*/ 10 w 34"/>
                <a:gd name="T59" fmla="*/ 5 h 37"/>
                <a:gd name="T60" fmla="*/ 12 w 34"/>
                <a:gd name="T61" fmla="*/ 1 h 37"/>
                <a:gd name="T62" fmla="*/ 27 w 34"/>
                <a:gd name="T63" fmla="*/ 12 h 37"/>
                <a:gd name="T64" fmla="*/ 31 w 34"/>
                <a:gd name="T65" fmla="*/ 27 h 37"/>
                <a:gd name="T66" fmla="*/ 26 w 34"/>
                <a:gd name="T67" fmla="*/ 30 h 37"/>
                <a:gd name="T68" fmla="*/ 20 w 34"/>
                <a:gd name="T69" fmla="*/ 35 h 37"/>
                <a:gd name="T70" fmla="*/ 19 w 34"/>
                <a:gd name="T71" fmla="*/ 37 h 37"/>
                <a:gd name="T72" fmla="*/ 14 w 34"/>
                <a:gd name="T73" fmla="*/ 35 h 37"/>
                <a:gd name="T74" fmla="*/ 8 w 34"/>
                <a:gd name="T75" fmla="*/ 27 h 37"/>
                <a:gd name="T76" fmla="*/ 3 w 34"/>
                <a:gd name="T77" fmla="*/ 23 h 37"/>
                <a:gd name="T78" fmla="*/ 4 w 34"/>
                <a:gd name="T79" fmla="*/ 8 h 37"/>
                <a:gd name="T80" fmla="*/ 5 w 34"/>
                <a:gd name="T81" fmla="*/ 5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4" h="37">
                  <a:moveTo>
                    <a:pt x="20" y="17"/>
                  </a:moveTo>
                  <a:cubicBezTo>
                    <a:pt x="20" y="17"/>
                    <a:pt x="20" y="18"/>
                    <a:pt x="20" y="18"/>
                  </a:cubicBezTo>
                  <a:cubicBezTo>
                    <a:pt x="20" y="18"/>
                    <a:pt x="21" y="19"/>
                    <a:pt x="22" y="19"/>
                  </a:cubicBezTo>
                  <a:cubicBezTo>
                    <a:pt x="22" y="19"/>
                    <a:pt x="22" y="19"/>
                    <a:pt x="22" y="19"/>
                  </a:cubicBezTo>
                  <a:cubicBezTo>
                    <a:pt x="22" y="18"/>
                    <a:pt x="22" y="18"/>
                    <a:pt x="22" y="18"/>
                  </a:cubicBezTo>
                  <a:cubicBezTo>
                    <a:pt x="21" y="17"/>
                    <a:pt x="21" y="17"/>
                    <a:pt x="20" y="17"/>
                  </a:cubicBezTo>
                  <a:cubicBezTo>
                    <a:pt x="20" y="17"/>
                    <a:pt x="20" y="17"/>
                    <a:pt x="20" y="17"/>
                  </a:cubicBezTo>
                  <a:close/>
                  <a:moveTo>
                    <a:pt x="14" y="22"/>
                  </a:moveTo>
                  <a:cubicBezTo>
                    <a:pt x="14" y="23"/>
                    <a:pt x="14" y="23"/>
                    <a:pt x="14" y="24"/>
                  </a:cubicBezTo>
                  <a:cubicBezTo>
                    <a:pt x="14" y="24"/>
                    <a:pt x="14" y="24"/>
                    <a:pt x="14" y="24"/>
                  </a:cubicBezTo>
                  <a:cubicBezTo>
                    <a:pt x="14" y="24"/>
                    <a:pt x="14" y="24"/>
                    <a:pt x="14" y="24"/>
                  </a:cubicBezTo>
                  <a:cubicBezTo>
                    <a:pt x="15" y="23"/>
                    <a:pt x="14" y="23"/>
                    <a:pt x="15" y="22"/>
                  </a:cubicBezTo>
                  <a:cubicBezTo>
                    <a:pt x="15" y="22"/>
                    <a:pt x="14" y="22"/>
                    <a:pt x="14" y="22"/>
                  </a:cubicBezTo>
                  <a:cubicBezTo>
                    <a:pt x="14" y="22"/>
                    <a:pt x="14" y="22"/>
                    <a:pt x="14" y="22"/>
                  </a:cubicBezTo>
                  <a:close/>
                  <a:moveTo>
                    <a:pt x="16" y="19"/>
                  </a:moveTo>
                  <a:cubicBezTo>
                    <a:pt x="16" y="19"/>
                    <a:pt x="16" y="19"/>
                    <a:pt x="16" y="20"/>
                  </a:cubicBezTo>
                  <a:cubicBezTo>
                    <a:pt x="16" y="20"/>
                    <a:pt x="16" y="20"/>
                    <a:pt x="16" y="20"/>
                  </a:cubicBezTo>
                  <a:cubicBezTo>
                    <a:pt x="16" y="20"/>
                    <a:pt x="16" y="20"/>
                    <a:pt x="16" y="20"/>
                  </a:cubicBezTo>
                  <a:cubicBezTo>
                    <a:pt x="16" y="19"/>
                    <a:pt x="16" y="19"/>
                    <a:pt x="16" y="19"/>
                  </a:cubicBezTo>
                  <a:cubicBezTo>
                    <a:pt x="16" y="19"/>
                    <a:pt x="16" y="19"/>
                    <a:pt x="16" y="19"/>
                  </a:cubicBezTo>
                  <a:cubicBezTo>
                    <a:pt x="16" y="19"/>
                    <a:pt x="16" y="19"/>
                    <a:pt x="16" y="19"/>
                  </a:cubicBezTo>
                  <a:close/>
                  <a:moveTo>
                    <a:pt x="10" y="5"/>
                  </a:moveTo>
                  <a:cubicBezTo>
                    <a:pt x="9" y="6"/>
                    <a:pt x="8" y="7"/>
                    <a:pt x="7" y="8"/>
                  </a:cubicBezTo>
                  <a:cubicBezTo>
                    <a:pt x="5" y="11"/>
                    <a:pt x="6" y="14"/>
                    <a:pt x="6" y="17"/>
                  </a:cubicBezTo>
                  <a:cubicBezTo>
                    <a:pt x="6" y="18"/>
                    <a:pt x="7" y="20"/>
                    <a:pt x="8" y="20"/>
                  </a:cubicBezTo>
                  <a:cubicBezTo>
                    <a:pt x="8" y="20"/>
                    <a:pt x="8" y="20"/>
                    <a:pt x="8" y="20"/>
                  </a:cubicBezTo>
                  <a:cubicBezTo>
                    <a:pt x="9" y="19"/>
                    <a:pt x="8" y="12"/>
                    <a:pt x="12" y="12"/>
                  </a:cubicBezTo>
                  <a:cubicBezTo>
                    <a:pt x="13" y="12"/>
                    <a:pt x="14" y="15"/>
                    <a:pt x="15" y="16"/>
                  </a:cubicBezTo>
                  <a:cubicBezTo>
                    <a:pt x="16" y="16"/>
                    <a:pt x="18" y="16"/>
                    <a:pt x="19" y="15"/>
                  </a:cubicBezTo>
                  <a:cubicBezTo>
                    <a:pt x="19" y="15"/>
                    <a:pt x="19" y="15"/>
                    <a:pt x="20" y="14"/>
                  </a:cubicBezTo>
                  <a:cubicBezTo>
                    <a:pt x="21" y="14"/>
                    <a:pt x="22" y="13"/>
                    <a:pt x="24" y="13"/>
                  </a:cubicBezTo>
                  <a:cubicBezTo>
                    <a:pt x="24" y="14"/>
                    <a:pt x="24" y="14"/>
                    <a:pt x="25" y="15"/>
                  </a:cubicBezTo>
                  <a:cubicBezTo>
                    <a:pt x="25" y="16"/>
                    <a:pt x="24" y="17"/>
                    <a:pt x="24" y="18"/>
                  </a:cubicBezTo>
                  <a:cubicBezTo>
                    <a:pt x="24" y="21"/>
                    <a:pt x="24" y="24"/>
                    <a:pt x="23" y="27"/>
                  </a:cubicBezTo>
                  <a:cubicBezTo>
                    <a:pt x="22" y="27"/>
                    <a:pt x="22" y="28"/>
                    <a:pt x="21" y="29"/>
                  </a:cubicBezTo>
                  <a:cubicBezTo>
                    <a:pt x="20" y="28"/>
                    <a:pt x="19" y="28"/>
                    <a:pt x="18" y="27"/>
                  </a:cubicBezTo>
                  <a:cubicBezTo>
                    <a:pt x="18" y="26"/>
                    <a:pt x="18" y="25"/>
                    <a:pt x="18" y="25"/>
                  </a:cubicBezTo>
                  <a:cubicBezTo>
                    <a:pt x="18" y="25"/>
                    <a:pt x="17" y="25"/>
                    <a:pt x="17" y="24"/>
                  </a:cubicBezTo>
                  <a:cubicBezTo>
                    <a:pt x="17" y="24"/>
                    <a:pt x="17" y="25"/>
                    <a:pt x="16" y="25"/>
                  </a:cubicBezTo>
                  <a:cubicBezTo>
                    <a:pt x="15" y="25"/>
                    <a:pt x="14" y="26"/>
                    <a:pt x="13" y="25"/>
                  </a:cubicBezTo>
                  <a:cubicBezTo>
                    <a:pt x="13" y="25"/>
                    <a:pt x="12" y="24"/>
                    <a:pt x="12" y="24"/>
                  </a:cubicBezTo>
                  <a:cubicBezTo>
                    <a:pt x="12" y="23"/>
                    <a:pt x="15" y="17"/>
                    <a:pt x="12" y="17"/>
                  </a:cubicBezTo>
                  <a:cubicBezTo>
                    <a:pt x="12" y="17"/>
                    <a:pt x="12" y="17"/>
                    <a:pt x="12" y="17"/>
                  </a:cubicBezTo>
                  <a:cubicBezTo>
                    <a:pt x="12" y="18"/>
                    <a:pt x="10" y="21"/>
                    <a:pt x="10" y="22"/>
                  </a:cubicBezTo>
                  <a:cubicBezTo>
                    <a:pt x="10" y="23"/>
                    <a:pt x="11" y="23"/>
                    <a:pt x="11" y="25"/>
                  </a:cubicBezTo>
                  <a:cubicBezTo>
                    <a:pt x="12" y="27"/>
                    <a:pt x="15" y="30"/>
                    <a:pt x="17" y="32"/>
                  </a:cubicBezTo>
                  <a:cubicBezTo>
                    <a:pt x="18" y="33"/>
                    <a:pt x="18" y="33"/>
                    <a:pt x="18" y="33"/>
                  </a:cubicBezTo>
                  <a:cubicBezTo>
                    <a:pt x="19" y="33"/>
                    <a:pt x="20" y="33"/>
                    <a:pt x="20" y="33"/>
                  </a:cubicBezTo>
                  <a:cubicBezTo>
                    <a:pt x="21" y="33"/>
                    <a:pt x="23" y="29"/>
                    <a:pt x="24" y="29"/>
                  </a:cubicBezTo>
                  <a:cubicBezTo>
                    <a:pt x="24" y="29"/>
                    <a:pt x="24" y="29"/>
                    <a:pt x="24" y="29"/>
                  </a:cubicBezTo>
                  <a:cubicBezTo>
                    <a:pt x="24" y="29"/>
                    <a:pt x="24" y="29"/>
                    <a:pt x="23" y="28"/>
                  </a:cubicBezTo>
                  <a:cubicBezTo>
                    <a:pt x="23" y="28"/>
                    <a:pt x="23" y="28"/>
                    <a:pt x="23" y="28"/>
                  </a:cubicBezTo>
                  <a:cubicBezTo>
                    <a:pt x="24" y="27"/>
                    <a:pt x="25" y="28"/>
                    <a:pt x="26" y="27"/>
                  </a:cubicBezTo>
                  <a:cubicBezTo>
                    <a:pt x="26" y="26"/>
                    <a:pt x="26" y="25"/>
                    <a:pt x="26" y="25"/>
                  </a:cubicBezTo>
                  <a:cubicBezTo>
                    <a:pt x="27" y="24"/>
                    <a:pt x="29" y="24"/>
                    <a:pt x="30" y="23"/>
                  </a:cubicBezTo>
                  <a:cubicBezTo>
                    <a:pt x="31" y="19"/>
                    <a:pt x="25" y="12"/>
                    <a:pt x="21" y="10"/>
                  </a:cubicBezTo>
                  <a:cubicBezTo>
                    <a:pt x="21" y="9"/>
                    <a:pt x="20" y="8"/>
                    <a:pt x="19" y="7"/>
                  </a:cubicBezTo>
                  <a:cubicBezTo>
                    <a:pt x="18" y="7"/>
                    <a:pt x="18" y="7"/>
                    <a:pt x="17" y="6"/>
                  </a:cubicBezTo>
                  <a:cubicBezTo>
                    <a:pt x="15" y="5"/>
                    <a:pt x="14" y="3"/>
                    <a:pt x="12" y="3"/>
                  </a:cubicBezTo>
                  <a:cubicBezTo>
                    <a:pt x="11" y="3"/>
                    <a:pt x="10" y="4"/>
                    <a:pt x="10" y="5"/>
                  </a:cubicBezTo>
                  <a:close/>
                  <a:moveTo>
                    <a:pt x="7" y="5"/>
                  </a:moveTo>
                  <a:cubicBezTo>
                    <a:pt x="9" y="3"/>
                    <a:pt x="10" y="1"/>
                    <a:pt x="12" y="1"/>
                  </a:cubicBezTo>
                  <a:cubicBezTo>
                    <a:pt x="16" y="0"/>
                    <a:pt x="20" y="5"/>
                    <a:pt x="24" y="9"/>
                  </a:cubicBezTo>
                  <a:cubicBezTo>
                    <a:pt x="25" y="10"/>
                    <a:pt x="26" y="11"/>
                    <a:pt x="27" y="12"/>
                  </a:cubicBezTo>
                  <a:cubicBezTo>
                    <a:pt x="29" y="15"/>
                    <a:pt x="33" y="17"/>
                    <a:pt x="34" y="20"/>
                  </a:cubicBezTo>
                  <a:cubicBezTo>
                    <a:pt x="34" y="21"/>
                    <a:pt x="33" y="27"/>
                    <a:pt x="31" y="27"/>
                  </a:cubicBezTo>
                  <a:cubicBezTo>
                    <a:pt x="30" y="28"/>
                    <a:pt x="27" y="27"/>
                    <a:pt x="26" y="29"/>
                  </a:cubicBezTo>
                  <a:cubicBezTo>
                    <a:pt x="26" y="29"/>
                    <a:pt x="26" y="30"/>
                    <a:pt x="26" y="30"/>
                  </a:cubicBezTo>
                  <a:cubicBezTo>
                    <a:pt x="26" y="31"/>
                    <a:pt x="23" y="34"/>
                    <a:pt x="22" y="35"/>
                  </a:cubicBezTo>
                  <a:cubicBezTo>
                    <a:pt x="21" y="35"/>
                    <a:pt x="20" y="35"/>
                    <a:pt x="20" y="35"/>
                  </a:cubicBezTo>
                  <a:cubicBezTo>
                    <a:pt x="19" y="36"/>
                    <a:pt x="20" y="37"/>
                    <a:pt x="19" y="37"/>
                  </a:cubicBezTo>
                  <a:cubicBezTo>
                    <a:pt x="19" y="37"/>
                    <a:pt x="19" y="37"/>
                    <a:pt x="19" y="37"/>
                  </a:cubicBezTo>
                  <a:cubicBezTo>
                    <a:pt x="18" y="37"/>
                    <a:pt x="17" y="37"/>
                    <a:pt x="16" y="37"/>
                  </a:cubicBezTo>
                  <a:cubicBezTo>
                    <a:pt x="16" y="37"/>
                    <a:pt x="14" y="35"/>
                    <a:pt x="14" y="35"/>
                  </a:cubicBezTo>
                  <a:cubicBezTo>
                    <a:pt x="14" y="33"/>
                    <a:pt x="12" y="31"/>
                    <a:pt x="11" y="29"/>
                  </a:cubicBezTo>
                  <a:cubicBezTo>
                    <a:pt x="10" y="28"/>
                    <a:pt x="8" y="27"/>
                    <a:pt x="8" y="27"/>
                  </a:cubicBezTo>
                  <a:cubicBezTo>
                    <a:pt x="7" y="26"/>
                    <a:pt x="6" y="25"/>
                    <a:pt x="5" y="25"/>
                  </a:cubicBezTo>
                  <a:cubicBezTo>
                    <a:pt x="5" y="24"/>
                    <a:pt x="4" y="23"/>
                    <a:pt x="3" y="23"/>
                  </a:cubicBezTo>
                  <a:cubicBezTo>
                    <a:pt x="0" y="18"/>
                    <a:pt x="1" y="17"/>
                    <a:pt x="2" y="12"/>
                  </a:cubicBezTo>
                  <a:cubicBezTo>
                    <a:pt x="2" y="11"/>
                    <a:pt x="3" y="9"/>
                    <a:pt x="4" y="8"/>
                  </a:cubicBezTo>
                  <a:cubicBezTo>
                    <a:pt x="4" y="8"/>
                    <a:pt x="4" y="8"/>
                    <a:pt x="4" y="8"/>
                  </a:cubicBezTo>
                  <a:cubicBezTo>
                    <a:pt x="4" y="7"/>
                    <a:pt x="5" y="6"/>
                    <a:pt x="5" y="5"/>
                  </a:cubicBezTo>
                  <a:cubicBezTo>
                    <a:pt x="6" y="5"/>
                    <a:pt x="7" y="5"/>
                    <a:pt x="7"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4" name="Freeform 52"/>
            <p:cNvSpPr>
              <a:spLocks noEditPoints="1"/>
            </p:cNvSpPr>
            <p:nvPr/>
          </p:nvSpPr>
          <p:spPr bwMode="auto">
            <a:xfrm>
              <a:off x="8847200" y="4611991"/>
              <a:ext cx="46038" cy="58738"/>
            </a:xfrm>
            <a:custGeom>
              <a:avLst/>
              <a:gdLst>
                <a:gd name="T0" fmla="*/ 8 w 31"/>
                <a:gd name="T1" fmla="*/ 31 h 39"/>
                <a:gd name="T2" fmla="*/ 9 w 31"/>
                <a:gd name="T3" fmla="*/ 30 h 39"/>
                <a:gd name="T4" fmla="*/ 8 w 31"/>
                <a:gd name="T5" fmla="*/ 26 h 39"/>
                <a:gd name="T6" fmla="*/ 18 w 31"/>
                <a:gd name="T7" fmla="*/ 18 h 39"/>
                <a:gd name="T8" fmla="*/ 18 w 31"/>
                <a:gd name="T9" fmla="*/ 21 h 39"/>
                <a:gd name="T10" fmla="*/ 19 w 31"/>
                <a:gd name="T11" fmla="*/ 18 h 39"/>
                <a:gd name="T12" fmla="*/ 7 w 31"/>
                <a:gd name="T13" fmla="*/ 22 h 39"/>
                <a:gd name="T14" fmla="*/ 6 w 31"/>
                <a:gd name="T15" fmla="*/ 23 h 39"/>
                <a:gd name="T16" fmla="*/ 7 w 31"/>
                <a:gd name="T17" fmla="*/ 22 h 39"/>
                <a:gd name="T18" fmla="*/ 7 w 31"/>
                <a:gd name="T19" fmla="*/ 22 h 39"/>
                <a:gd name="T20" fmla="*/ 23 w 31"/>
                <a:gd name="T21" fmla="*/ 12 h 39"/>
                <a:gd name="T22" fmla="*/ 23 w 31"/>
                <a:gd name="T23" fmla="*/ 12 h 39"/>
                <a:gd name="T24" fmla="*/ 23 w 31"/>
                <a:gd name="T25" fmla="*/ 11 h 39"/>
                <a:gd name="T26" fmla="*/ 10 w 31"/>
                <a:gd name="T27" fmla="*/ 19 h 39"/>
                <a:gd name="T28" fmla="*/ 10 w 31"/>
                <a:gd name="T29" fmla="*/ 23 h 39"/>
                <a:gd name="T30" fmla="*/ 10 w 31"/>
                <a:gd name="T31" fmla="*/ 19 h 39"/>
                <a:gd name="T32" fmla="*/ 15 w 31"/>
                <a:gd name="T33" fmla="*/ 13 h 39"/>
                <a:gd name="T34" fmla="*/ 16 w 31"/>
                <a:gd name="T35" fmla="*/ 14 h 39"/>
                <a:gd name="T36" fmla="*/ 15 w 31"/>
                <a:gd name="T37" fmla="*/ 13 h 39"/>
                <a:gd name="T38" fmla="*/ 9 w 31"/>
                <a:gd name="T39" fmla="*/ 16 h 39"/>
                <a:gd name="T40" fmla="*/ 9 w 31"/>
                <a:gd name="T41" fmla="*/ 18 h 39"/>
                <a:gd name="T42" fmla="*/ 9 w 31"/>
                <a:gd name="T43" fmla="*/ 16 h 39"/>
                <a:gd name="T44" fmla="*/ 19 w 31"/>
                <a:gd name="T45" fmla="*/ 4 h 39"/>
                <a:gd name="T46" fmla="*/ 23 w 31"/>
                <a:gd name="T47" fmla="*/ 7 h 39"/>
                <a:gd name="T48" fmla="*/ 29 w 31"/>
                <a:gd name="T49" fmla="*/ 9 h 39"/>
                <a:gd name="T50" fmla="*/ 25 w 31"/>
                <a:gd name="T51" fmla="*/ 16 h 39"/>
                <a:gd name="T52" fmla="*/ 29 w 31"/>
                <a:gd name="T53" fmla="*/ 26 h 39"/>
                <a:gd name="T54" fmla="*/ 30 w 31"/>
                <a:gd name="T55" fmla="*/ 30 h 39"/>
                <a:gd name="T56" fmla="*/ 31 w 31"/>
                <a:gd name="T57" fmla="*/ 32 h 39"/>
                <a:gd name="T58" fmla="*/ 22 w 31"/>
                <a:gd name="T59" fmla="*/ 23 h 39"/>
                <a:gd name="T60" fmla="*/ 16 w 31"/>
                <a:gd name="T61" fmla="*/ 29 h 39"/>
                <a:gd name="T62" fmla="*/ 15 w 31"/>
                <a:gd name="T63" fmla="*/ 22 h 39"/>
                <a:gd name="T64" fmla="*/ 15 w 31"/>
                <a:gd name="T65" fmla="*/ 19 h 39"/>
                <a:gd name="T66" fmla="*/ 12 w 31"/>
                <a:gd name="T67" fmla="*/ 19 h 39"/>
                <a:gd name="T68" fmla="*/ 13 w 31"/>
                <a:gd name="T69" fmla="*/ 29 h 39"/>
                <a:gd name="T70" fmla="*/ 17 w 31"/>
                <a:gd name="T71" fmla="*/ 34 h 39"/>
                <a:gd name="T72" fmla="*/ 14 w 31"/>
                <a:gd name="T73" fmla="*/ 33 h 39"/>
                <a:gd name="T74" fmla="*/ 12 w 31"/>
                <a:gd name="T75" fmla="*/ 32 h 39"/>
                <a:gd name="T76" fmla="*/ 7 w 31"/>
                <a:gd name="T77" fmla="*/ 39 h 39"/>
                <a:gd name="T78" fmla="*/ 6 w 31"/>
                <a:gd name="T79" fmla="*/ 33 h 39"/>
                <a:gd name="T80" fmla="*/ 6 w 31"/>
                <a:gd name="T81" fmla="*/ 26 h 39"/>
                <a:gd name="T82" fmla="*/ 2 w 31"/>
                <a:gd name="T83" fmla="*/ 29 h 39"/>
                <a:gd name="T84" fmla="*/ 4 w 31"/>
                <a:gd name="T85" fmla="*/ 13 h 39"/>
                <a:gd name="T86" fmla="*/ 6 w 31"/>
                <a:gd name="T87" fmla="*/ 9 h 39"/>
                <a:gd name="T88" fmla="*/ 3 w 31"/>
                <a:gd name="T89" fmla="*/ 23 h 39"/>
                <a:gd name="T90" fmla="*/ 3 w 31"/>
                <a:gd name="T91" fmla="*/ 27 h 39"/>
                <a:gd name="T92" fmla="*/ 9 w 31"/>
                <a:gd name="T93" fmla="*/ 14 h 39"/>
                <a:gd name="T94" fmla="*/ 13 w 31"/>
                <a:gd name="T95" fmla="*/ 15 h 39"/>
                <a:gd name="T96" fmla="*/ 12 w 31"/>
                <a:gd name="T97" fmla="*/ 9 h 39"/>
                <a:gd name="T98" fmla="*/ 11 w 31"/>
                <a:gd name="T99" fmla="*/ 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1" h="39">
                  <a:moveTo>
                    <a:pt x="8" y="26"/>
                  </a:moveTo>
                  <a:cubicBezTo>
                    <a:pt x="8" y="27"/>
                    <a:pt x="8" y="30"/>
                    <a:pt x="8" y="31"/>
                  </a:cubicBezTo>
                  <a:cubicBezTo>
                    <a:pt x="8" y="31"/>
                    <a:pt x="8" y="31"/>
                    <a:pt x="8" y="31"/>
                  </a:cubicBezTo>
                  <a:cubicBezTo>
                    <a:pt x="8" y="31"/>
                    <a:pt x="9" y="31"/>
                    <a:pt x="9" y="30"/>
                  </a:cubicBezTo>
                  <a:cubicBezTo>
                    <a:pt x="9" y="29"/>
                    <a:pt x="11" y="27"/>
                    <a:pt x="9" y="26"/>
                  </a:cubicBezTo>
                  <a:cubicBezTo>
                    <a:pt x="9" y="26"/>
                    <a:pt x="9" y="26"/>
                    <a:pt x="8" y="26"/>
                  </a:cubicBezTo>
                  <a:cubicBezTo>
                    <a:pt x="9" y="26"/>
                    <a:pt x="8" y="26"/>
                    <a:pt x="8" y="26"/>
                  </a:cubicBezTo>
                  <a:close/>
                  <a:moveTo>
                    <a:pt x="18" y="18"/>
                  </a:moveTo>
                  <a:cubicBezTo>
                    <a:pt x="18" y="19"/>
                    <a:pt x="17" y="20"/>
                    <a:pt x="17" y="21"/>
                  </a:cubicBezTo>
                  <a:cubicBezTo>
                    <a:pt x="17" y="21"/>
                    <a:pt x="17" y="21"/>
                    <a:pt x="18" y="21"/>
                  </a:cubicBezTo>
                  <a:cubicBezTo>
                    <a:pt x="18" y="21"/>
                    <a:pt x="18" y="21"/>
                    <a:pt x="18" y="21"/>
                  </a:cubicBezTo>
                  <a:cubicBezTo>
                    <a:pt x="19" y="21"/>
                    <a:pt x="21" y="19"/>
                    <a:pt x="19" y="18"/>
                  </a:cubicBezTo>
                  <a:cubicBezTo>
                    <a:pt x="19" y="17"/>
                    <a:pt x="19" y="17"/>
                    <a:pt x="18" y="18"/>
                  </a:cubicBezTo>
                  <a:close/>
                  <a:moveTo>
                    <a:pt x="7" y="22"/>
                  </a:moveTo>
                  <a:cubicBezTo>
                    <a:pt x="7" y="22"/>
                    <a:pt x="7" y="23"/>
                    <a:pt x="6" y="23"/>
                  </a:cubicBezTo>
                  <a:cubicBezTo>
                    <a:pt x="6" y="23"/>
                    <a:pt x="6" y="23"/>
                    <a:pt x="6" y="23"/>
                  </a:cubicBezTo>
                  <a:cubicBezTo>
                    <a:pt x="7" y="23"/>
                    <a:pt x="7" y="23"/>
                    <a:pt x="7" y="23"/>
                  </a:cubicBezTo>
                  <a:cubicBezTo>
                    <a:pt x="7" y="22"/>
                    <a:pt x="7" y="22"/>
                    <a:pt x="7" y="22"/>
                  </a:cubicBezTo>
                  <a:cubicBezTo>
                    <a:pt x="7" y="22"/>
                    <a:pt x="7" y="22"/>
                    <a:pt x="7" y="22"/>
                  </a:cubicBezTo>
                  <a:cubicBezTo>
                    <a:pt x="7" y="22"/>
                    <a:pt x="7" y="22"/>
                    <a:pt x="7" y="22"/>
                  </a:cubicBezTo>
                  <a:close/>
                  <a:moveTo>
                    <a:pt x="23" y="11"/>
                  </a:moveTo>
                  <a:cubicBezTo>
                    <a:pt x="23" y="12"/>
                    <a:pt x="23" y="12"/>
                    <a:pt x="23" y="12"/>
                  </a:cubicBezTo>
                  <a:cubicBezTo>
                    <a:pt x="23" y="12"/>
                    <a:pt x="23" y="12"/>
                    <a:pt x="23" y="12"/>
                  </a:cubicBezTo>
                  <a:cubicBezTo>
                    <a:pt x="23" y="12"/>
                    <a:pt x="23" y="12"/>
                    <a:pt x="23" y="12"/>
                  </a:cubicBezTo>
                  <a:cubicBezTo>
                    <a:pt x="23" y="12"/>
                    <a:pt x="23" y="12"/>
                    <a:pt x="23" y="11"/>
                  </a:cubicBezTo>
                  <a:cubicBezTo>
                    <a:pt x="23" y="11"/>
                    <a:pt x="23" y="11"/>
                    <a:pt x="23" y="11"/>
                  </a:cubicBezTo>
                  <a:cubicBezTo>
                    <a:pt x="23" y="11"/>
                    <a:pt x="23" y="11"/>
                    <a:pt x="23" y="11"/>
                  </a:cubicBezTo>
                  <a:close/>
                  <a:moveTo>
                    <a:pt x="10" y="19"/>
                  </a:moveTo>
                  <a:cubicBezTo>
                    <a:pt x="9" y="20"/>
                    <a:pt x="9" y="23"/>
                    <a:pt x="10" y="23"/>
                  </a:cubicBezTo>
                  <a:cubicBezTo>
                    <a:pt x="10" y="23"/>
                    <a:pt x="10" y="23"/>
                    <a:pt x="10" y="23"/>
                  </a:cubicBezTo>
                  <a:cubicBezTo>
                    <a:pt x="11" y="22"/>
                    <a:pt x="11" y="20"/>
                    <a:pt x="11" y="19"/>
                  </a:cubicBezTo>
                  <a:cubicBezTo>
                    <a:pt x="11" y="19"/>
                    <a:pt x="10" y="19"/>
                    <a:pt x="10" y="19"/>
                  </a:cubicBezTo>
                  <a:close/>
                  <a:moveTo>
                    <a:pt x="15" y="13"/>
                  </a:moveTo>
                  <a:cubicBezTo>
                    <a:pt x="15" y="13"/>
                    <a:pt x="15" y="13"/>
                    <a:pt x="15" y="13"/>
                  </a:cubicBezTo>
                  <a:cubicBezTo>
                    <a:pt x="15" y="14"/>
                    <a:pt x="15" y="14"/>
                    <a:pt x="15" y="14"/>
                  </a:cubicBezTo>
                  <a:cubicBezTo>
                    <a:pt x="16" y="14"/>
                    <a:pt x="16" y="14"/>
                    <a:pt x="16" y="14"/>
                  </a:cubicBezTo>
                  <a:cubicBezTo>
                    <a:pt x="16" y="14"/>
                    <a:pt x="16" y="13"/>
                    <a:pt x="16" y="13"/>
                  </a:cubicBezTo>
                  <a:cubicBezTo>
                    <a:pt x="16" y="13"/>
                    <a:pt x="16" y="13"/>
                    <a:pt x="15" y="13"/>
                  </a:cubicBezTo>
                  <a:cubicBezTo>
                    <a:pt x="16" y="13"/>
                    <a:pt x="16" y="13"/>
                    <a:pt x="15" y="13"/>
                  </a:cubicBezTo>
                  <a:close/>
                  <a:moveTo>
                    <a:pt x="9" y="16"/>
                  </a:moveTo>
                  <a:cubicBezTo>
                    <a:pt x="8" y="17"/>
                    <a:pt x="8" y="18"/>
                    <a:pt x="9" y="18"/>
                  </a:cubicBezTo>
                  <a:cubicBezTo>
                    <a:pt x="9" y="18"/>
                    <a:pt x="9" y="18"/>
                    <a:pt x="9" y="18"/>
                  </a:cubicBezTo>
                  <a:cubicBezTo>
                    <a:pt x="9" y="17"/>
                    <a:pt x="9" y="17"/>
                    <a:pt x="9" y="16"/>
                  </a:cubicBezTo>
                  <a:cubicBezTo>
                    <a:pt x="9" y="15"/>
                    <a:pt x="9" y="16"/>
                    <a:pt x="9" y="16"/>
                  </a:cubicBezTo>
                  <a:close/>
                  <a:moveTo>
                    <a:pt x="11" y="1"/>
                  </a:moveTo>
                  <a:cubicBezTo>
                    <a:pt x="13" y="0"/>
                    <a:pt x="17" y="2"/>
                    <a:pt x="19" y="4"/>
                  </a:cubicBezTo>
                  <a:cubicBezTo>
                    <a:pt x="19" y="5"/>
                    <a:pt x="19" y="6"/>
                    <a:pt x="20" y="6"/>
                  </a:cubicBezTo>
                  <a:cubicBezTo>
                    <a:pt x="21" y="7"/>
                    <a:pt x="22" y="7"/>
                    <a:pt x="23" y="7"/>
                  </a:cubicBezTo>
                  <a:cubicBezTo>
                    <a:pt x="24" y="8"/>
                    <a:pt x="25" y="9"/>
                    <a:pt x="25" y="9"/>
                  </a:cubicBezTo>
                  <a:cubicBezTo>
                    <a:pt x="27" y="9"/>
                    <a:pt x="28" y="9"/>
                    <a:pt x="29" y="9"/>
                  </a:cubicBezTo>
                  <a:cubicBezTo>
                    <a:pt x="29" y="9"/>
                    <a:pt x="29" y="9"/>
                    <a:pt x="29" y="10"/>
                  </a:cubicBezTo>
                  <a:cubicBezTo>
                    <a:pt x="28" y="12"/>
                    <a:pt x="25" y="14"/>
                    <a:pt x="25" y="16"/>
                  </a:cubicBezTo>
                  <a:cubicBezTo>
                    <a:pt x="25" y="18"/>
                    <a:pt x="27" y="19"/>
                    <a:pt x="27" y="21"/>
                  </a:cubicBezTo>
                  <a:cubicBezTo>
                    <a:pt x="28" y="23"/>
                    <a:pt x="29" y="24"/>
                    <a:pt x="29" y="26"/>
                  </a:cubicBezTo>
                  <a:cubicBezTo>
                    <a:pt x="29" y="26"/>
                    <a:pt x="29" y="27"/>
                    <a:pt x="30" y="27"/>
                  </a:cubicBezTo>
                  <a:cubicBezTo>
                    <a:pt x="30" y="28"/>
                    <a:pt x="30" y="29"/>
                    <a:pt x="30" y="30"/>
                  </a:cubicBezTo>
                  <a:cubicBezTo>
                    <a:pt x="30" y="31"/>
                    <a:pt x="31" y="31"/>
                    <a:pt x="31" y="32"/>
                  </a:cubicBezTo>
                  <a:cubicBezTo>
                    <a:pt x="31" y="32"/>
                    <a:pt x="31" y="32"/>
                    <a:pt x="31" y="32"/>
                  </a:cubicBezTo>
                  <a:cubicBezTo>
                    <a:pt x="29" y="31"/>
                    <a:pt x="27" y="30"/>
                    <a:pt x="25" y="28"/>
                  </a:cubicBezTo>
                  <a:cubicBezTo>
                    <a:pt x="24" y="26"/>
                    <a:pt x="23" y="24"/>
                    <a:pt x="22" y="23"/>
                  </a:cubicBezTo>
                  <a:cubicBezTo>
                    <a:pt x="22" y="23"/>
                    <a:pt x="22" y="23"/>
                    <a:pt x="22" y="23"/>
                  </a:cubicBezTo>
                  <a:cubicBezTo>
                    <a:pt x="20" y="25"/>
                    <a:pt x="19" y="27"/>
                    <a:pt x="16" y="29"/>
                  </a:cubicBezTo>
                  <a:cubicBezTo>
                    <a:pt x="15" y="28"/>
                    <a:pt x="13" y="26"/>
                    <a:pt x="14" y="25"/>
                  </a:cubicBezTo>
                  <a:cubicBezTo>
                    <a:pt x="14" y="24"/>
                    <a:pt x="15" y="23"/>
                    <a:pt x="15" y="22"/>
                  </a:cubicBezTo>
                  <a:cubicBezTo>
                    <a:pt x="15" y="22"/>
                    <a:pt x="14" y="21"/>
                    <a:pt x="14" y="21"/>
                  </a:cubicBezTo>
                  <a:cubicBezTo>
                    <a:pt x="14" y="20"/>
                    <a:pt x="14" y="19"/>
                    <a:pt x="15" y="19"/>
                  </a:cubicBezTo>
                  <a:cubicBezTo>
                    <a:pt x="15" y="18"/>
                    <a:pt x="14" y="15"/>
                    <a:pt x="13" y="16"/>
                  </a:cubicBezTo>
                  <a:cubicBezTo>
                    <a:pt x="12" y="16"/>
                    <a:pt x="12" y="18"/>
                    <a:pt x="12" y="19"/>
                  </a:cubicBezTo>
                  <a:cubicBezTo>
                    <a:pt x="12" y="20"/>
                    <a:pt x="13" y="21"/>
                    <a:pt x="13" y="23"/>
                  </a:cubicBezTo>
                  <a:cubicBezTo>
                    <a:pt x="13" y="25"/>
                    <a:pt x="11" y="26"/>
                    <a:pt x="13" y="29"/>
                  </a:cubicBezTo>
                  <a:cubicBezTo>
                    <a:pt x="14" y="31"/>
                    <a:pt x="17" y="33"/>
                    <a:pt x="17" y="34"/>
                  </a:cubicBezTo>
                  <a:cubicBezTo>
                    <a:pt x="17" y="34"/>
                    <a:pt x="17" y="34"/>
                    <a:pt x="17" y="34"/>
                  </a:cubicBezTo>
                  <a:cubicBezTo>
                    <a:pt x="17" y="35"/>
                    <a:pt x="17" y="35"/>
                    <a:pt x="17" y="35"/>
                  </a:cubicBezTo>
                  <a:cubicBezTo>
                    <a:pt x="16" y="34"/>
                    <a:pt x="15" y="34"/>
                    <a:pt x="14" y="33"/>
                  </a:cubicBezTo>
                  <a:cubicBezTo>
                    <a:pt x="13" y="33"/>
                    <a:pt x="13" y="32"/>
                    <a:pt x="12" y="32"/>
                  </a:cubicBezTo>
                  <a:cubicBezTo>
                    <a:pt x="12" y="32"/>
                    <a:pt x="12" y="32"/>
                    <a:pt x="12" y="32"/>
                  </a:cubicBezTo>
                  <a:cubicBezTo>
                    <a:pt x="11" y="34"/>
                    <a:pt x="11" y="37"/>
                    <a:pt x="8" y="39"/>
                  </a:cubicBezTo>
                  <a:cubicBezTo>
                    <a:pt x="7" y="39"/>
                    <a:pt x="7" y="39"/>
                    <a:pt x="7" y="39"/>
                  </a:cubicBezTo>
                  <a:cubicBezTo>
                    <a:pt x="7" y="38"/>
                    <a:pt x="5" y="36"/>
                    <a:pt x="5" y="35"/>
                  </a:cubicBezTo>
                  <a:cubicBezTo>
                    <a:pt x="5" y="34"/>
                    <a:pt x="5" y="33"/>
                    <a:pt x="6" y="33"/>
                  </a:cubicBezTo>
                  <a:cubicBezTo>
                    <a:pt x="6" y="31"/>
                    <a:pt x="6" y="28"/>
                    <a:pt x="6" y="26"/>
                  </a:cubicBezTo>
                  <a:cubicBezTo>
                    <a:pt x="6" y="26"/>
                    <a:pt x="6" y="26"/>
                    <a:pt x="6" y="26"/>
                  </a:cubicBezTo>
                  <a:cubicBezTo>
                    <a:pt x="6" y="26"/>
                    <a:pt x="6" y="26"/>
                    <a:pt x="6" y="26"/>
                  </a:cubicBezTo>
                  <a:cubicBezTo>
                    <a:pt x="5" y="27"/>
                    <a:pt x="3" y="29"/>
                    <a:pt x="2" y="29"/>
                  </a:cubicBezTo>
                  <a:cubicBezTo>
                    <a:pt x="0" y="27"/>
                    <a:pt x="2" y="23"/>
                    <a:pt x="3" y="21"/>
                  </a:cubicBezTo>
                  <a:cubicBezTo>
                    <a:pt x="3" y="19"/>
                    <a:pt x="4" y="14"/>
                    <a:pt x="4" y="13"/>
                  </a:cubicBezTo>
                  <a:cubicBezTo>
                    <a:pt x="3" y="12"/>
                    <a:pt x="3" y="11"/>
                    <a:pt x="3" y="11"/>
                  </a:cubicBezTo>
                  <a:cubicBezTo>
                    <a:pt x="3" y="9"/>
                    <a:pt x="5" y="9"/>
                    <a:pt x="6" y="9"/>
                  </a:cubicBezTo>
                  <a:cubicBezTo>
                    <a:pt x="7" y="11"/>
                    <a:pt x="6" y="12"/>
                    <a:pt x="6" y="14"/>
                  </a:cubicBezTo>
                  <a:cubicBezTo>
                    <a:pt x="5" y="17"/>
                    <a:pt x="4" y="21"/>
                    <a:pt x="3" y="23"/>
                  </a:cubicBezTo>
                  <a:cubicBezTo>
                    <a:pt x="3" y="24"/>
                    <a:pt x="3" y="25"/>
                    <a:pt x="3" y="26"/>
                  </a:cubicBezTo>
                  <a:cubicBezTo>
                    <a:pt x="3" y="26"/>
                    <a:pt x="3" y="26"/>
                    <a:pt x="3" y="27"/>
                  </a:cubicBezTo>
                  <a:cubicBezTo>
                    <a:pt x="3" y="26"/>
                    <a:pt x="8" y="22"/>
                    <a:pt x="8" y="22"/>
                  </a:cubicBezTo>
                  <a:cubicBezTo>
                    <a:pt x="9" y="20"/>
                    <a:pt x="5" y="15"/>
                    <a:pt x="9" y="14"/>
                  </a:cubicBezTo>
                  <a:cubicBezTo>
                    <a:pt x="10" y="15"/>
                    <a:pt x="12" y="15"/>
                    <a:pt x="13" y="15"/>
                  </a:cubicBezTo>
                  <a:cubicBezTo>
                    <a:pt x="13" y="15"/>
                    <a:pt x="13" y="15"/>
                    <a:pt x="13" y="15"/>
                  </a:cubicBezTo>
                  <a:cubicBezTo>
                    <a:pt x="13" y="13"/>
                    <a:pt x="13" y="13"/>
                    <a:pt x="11" y="12"/>
                  </a:cubicBezTo>
                  <a:cubicBezTo>
                    <a:pt x="11" y="11"/>
                    <a:pt x="11" y="10"/>
                    <a:pt x="12" y="9"/>
                  </a:cubicBezTo>
                  <a:cubicBezTo>
                    <a:pt x="13" y="10"/>
                    <a:pt x="14" y="10"/>
                    <a:pt x="15" y="10"/>
                  </a:cubicBezTo>
                  <a:cubicBezTo>
                    <a:pt x="15" y="7"/>
                    <a:pt x="11" y="3"/>
                    <a:pt x="1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空白-深色">
    <p:bg>
      <p:bgPr>
        <a:solidFill>
          <a:schemeClr val="accent1"/>
        </a:solidFill>
        <a:effectLst/>
      </p:bgPr>
    </p:bg>
    <p:spTree>
      <p:nvGrpSpPr>
        <p:cNvPr id="1" name=""/>
        <p:cNvGrpSpPr/>
        <p:nvPr/>
      </p:nvGrpSpPr>
      <p:grpSpPr>
        <a:xfrm>
          <a:off x="0" y="0"/>
          <a:ext cx="0" cy="0"/>
          <a:chOff x="0" y="0"/>
          <a:chExt cx="0" cy="0"/>
        </a:xfrm>
      </p:grpSpPr>
      <p:sp>
        <p:nvSpPr>
          <p:cNvPr id="4" name="任意多边形 3"/>
          <p:cNvSpPr/>
          <p:nvPr/>
        </p:nvSpPr>
        <p:spPr>
          <a:xfrm>
            <a:off x="1" y="-3176"/>
            <a:ext cx="9143999" cy="6861175"/>
          </a:xfrm>
          <a:custGeom>
            <a:avLst/>
            <a:gdLst>
              <a:gd name="connsiteX0" fmla="*/ 0 w 9116459"/>
              <a:gd name="connsiteY0" fmla="*/ 0 h 6861175"/>
              <a:gd name="connsiteX1" fmla="*/ 9116459 w 9116459"/>
              <a:gd name="connsiteY1" fmla="*/ 0 h 6861175"/>
              <a:gd name="connsiteX2" fmla="*/ 9116459 w 9116459"/>
              <a:gd name="connsiteY2" fmla="*/ 6861175 h 6861175"/>
              <a:gd name="connsiteX3" fmla="*/ 0 w 9116459"/>
              <a:gd name="connsiteY3" fmla="*/ 6861175 h 6861175"/>
            </a:gdLst>
            <a:ahLst/>
            <a:cxnLst>
              <a:cxn ang="0">
                <a:pos x="connsiteX0" y="connsiteY0"/>
              </a:cxn>
              <a:cxn ang="0">
                <a:pos x="connsiteX1" y="connsiteY1"/>
              </a:cxn>
              <a:cxn ang="0">
                <a:pos x="connsiteX2" y="connsiteY2"/>
              </a:cxn>
              <a:cxn ang="0">
                <a:pos x="connsiteX3" y="connsiteY3"/>
              </a:cxn>
            </a:cxnLst>
            <a:rect l="l" t="t" r="r" b="b"/>
            <a:pathLst>
              <a:path w="9116459" h="6861175">
                <a:moveTo>
                  <a:pt x="0" y="0"/>
                </a:moveTo>
                <a:lnTo>
                  <a:pt x="9116459" y="0"/>
                </a:lnTo>
                <a:lnTo>
                  <a:pt x="9116459" y="6861175"/>
                </a:lnTo>
                <a:lnTo>
                  <a:pt x="0" y="6861175"/>
                </a:lnTo>
                <a:close/>
              </a:path>
            </a:pathLst>
          </a:custGeom>
          <a:blipFill dpi="0" rotWithShape="1">
            <a:blip r:embed="rId2">
              <a:alphaModFix amt="1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内容占位符 2"/>
          <p:cNvSpPr>
            <a:spLocks noGrp="1"/>
          </p:cNvSpPr>
          <p:nvPr>
            <p:ph idx="1" hasCustomPrompt="1"/>
          </p:nvPr>
        </p:nvSpPr>
        <p:spPr>
          <a:xfrm>
            <a:off x="544067" y="781579"/>
            <a:ext cx="8055866" cy="5291666"/>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自定义版式">
    <p:bg>
      <p:bgPr>
        <a:solidFill>
          <a:schemeClr val="accent1"/>
        </a:solidFill>
        <a:effectLst/>
      </p:bgPr>
    </p:bg>
    <p:spTree>
      <p:nvGrpSpPr>
        <p:cNvPr id="1" name=""/>
        <p:cNvGrpSpPr/>
        <p:nvPr/>
      </p:nvGrpSpPr>
      <p:grpSpPr>
        <a:xfrm>
          <a:off x="0" y="0"/>
          <a:ext cx="0" cy="0"/>
          <a:chOff x="0" y="0"/>
          <a:chExt cx="0" cy="0"/>
        </a:xfrm>
      </p:grpSpPr>
      <p:sp>
        <p:nvSpPr>
          <p:cNvPr id="60" name="任意多边形 59"/>
          <p:cNvSpPr/>
          <p:nvPr/>
        </p:nvSpPr>
        <p:spPr>
          <a:xfrm>
            <a:off x="1" y="-3176"/>
            <a:ext cx="9143999" cy="6861175"/>
          </a:xfrm>
          <a:custGeom>
            <a:avLst/>
            <a:gdLst>
              <a:gd name="connsiteX0" fmla="*/ 0 w 9116459"/>
              <a:gd name="connsiteY0" fmla="*/ 0 h 6861175"/>
              <a:gd name="connsiteX1" fmla="*/ 9116459 w 9116459"/>
              <a:gd name="connsiteY1" fmla="*/ 0 h 6861175"/>
              <a:gd name="connsiteX2" fmla="*/ 9116459 w 9116459"/>
              <a:gd name="connsiteY2" fmla="*/ 6861175 h 6861175"/>
              <a:gd name="connsiteX3" fmla="*/ 0 w 9116459"/>
              <a:gd name="connsiteY3" fmla="*/ 6861175 h 6861175"/>
            </a:gdLst>
            <a:ahLst/>
            <a:cxnLst>
              <a:cxn ang="0">
                <a:pos x="connsiteX0" y="connsiteY0"/>
              </a:cxn>
              <a:cxn ang="0">
                <a:pos x="connsiteX1" y="connsiteY1"/>
              </a:cxn>
              <a:cxn ang="0">
                <a:pos x="connsiteX2" y="connsiteY2"/>
              </a:cxn>
              <a:cxn ang="0">
                <a:pos x="connsiteX3" y="connsiteY3"/>
              </a:cxn>
            </a:cxnLst>
            <a:rect l="l" t="t" r="r" b="b"/>
            <a:pathLst>
              <a:path w="9116459" h="6861175">
                <a:moveTo>
                  <a:pt x="0" y="0"/>
                </a:moveTo>
                <a:lnTo>
                  <a:pt x="9116459" y="0"/>
                </a:lnTo>
                <a:lnTo>
                  <a:pt x="9116459" y="6861175"/>
                </a:lnTo>
                <a:lnTo>
                  <a:pt x="0" y="6861175"/>
                </a:lnTo>
                <a:close/>
              </a:path>
            </a:pathLst>
          </a:custGeom>
          <a:blipFill dpi="0" rotWithShape="1">
            <a:blip r:embed="rId2">
              <a:alphaModFix amt="1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7" name="任意多边形 36"/>
          <p:cNvSpPr/>
          <p:nvPr/>
        </p:nvSpPr>
        <p:spPr>
          <a:xfrm>
            <a:off x="0" y="-3175"/>
            <a:ext cx="6430934" cy="6861175"/>
          </a:xfrm>
          <a:custGeom>
            <a:avLst/>
            <a:gdLst>
              <a:gd name="connsiteX0" fmla="*/ 63979 w 8574578"/>
              <a:gd name="connsiteY0" fmla="*/ 0 h 6861175"/>
              <a:gd name="connsiteX1" fmla="*/ 8574578 w 8574578"/>
              <a:gd name="connsiteY1" fmla="*/ 0 h 6861175"/>
              <a:gd name="connsiteX2" fmla="*/ 7852508 w 8574578"/>
              <a:gd name="connsiteY2" fmla="*/ 6861175 h 6861175"/>
              <a:gd name="connsiteX3" fmla="*/ 0 w 8574578"/>
              <a:gd name="connsiteY3" fmla="*/ 6861175 h 6861175"/>
              <a:gd name="connsiteX4" fmla="*/ 0 w 8574578"/>
              <a:gd name="connsiteY4" fmla="*/ 607935 h 6861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4578" h="6861175">
                <a:moveTo>
                  <a:pt x="63979" y="0"/>
                </a:moveTo>
                <a:lnTo>
                  <a:pt x="8574578" y="0"/>
                </a:lnTo>
                <a:lnTo>
                  <a:pt x="7852508" y="6861175"/>
                </a:lnTo>
                <a:lnTo>
                  <a:pt x="0" y="6861175"/>
                </a:lnTo>
                <a:lnTo>
                  <a:pt x="0" y="607935"/>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35" name="任意多边形 34"/>
          <p:cNvSpPr/>
          <p:nvPr/>
        </p:nvSpPr>
        <p:spPr>
          <a:xfrm>
            <a:off x="0" y="-3175"/>
            <a:ext cx="6272992" cy="6861175"/>
          </a:xfrm>
          <a:custGeom>
            <a:avLst/>
            <a:gdLst>
              <a:gd name="connsiteX0" fmla="*/ 0 w 8363989"/>
              <a:gd name="connsiteY0" fmla="*/ 0 h 6861175"/>
              <a:gd name="connsiteX1" fmla="*/ 8363989 w 8363989"/>
              <a:gd name="connsiteY1" fmla="*/ 0 h 6861175"/>
              <a:gd name="connsiteX2" fmla="*/ 7641919 w 8363989"/>
              <a:gd name="connsiteY2" fmla="*/ 6861175 h 6861175"/>
              <a:gd name="connsiteX3" fmla="*/ 0 w 8363989"/>
              <a:gd name="connsiteY3" fmla="*/ 6861175 h 6861175"/>
            </a:gdLst>
            <a:ahLst/>
            <a:cxnLst>
              <a:cxn ang="0">
                <a:pos x="connsiteX0" y="connsiteY0"/>
              </a:cxn>
              <a:cxn ang="0">
                <a:pos x="connsiteX1" y="connsiteY1"/>
              </a:cxn>
              <a:cxn ang="0">
                <a:pos x="connsiteX2" y="connsiteY2"/>
              </a:cxn>
              <a:cxn ang="0">
                <a:pos x="connsiteX3" y="connsiteY3"/>
              </a:cxn>
            </a:cxnLst>
            <a:rect l="l" t="t" r="r" b="b"/>
            <a:pathLst>
              <a:path w="8363989" h="6861175">
                <a:moveTo>
                  <a:pt x="0" y="0"/>
                </a:moveTo>
                <a:lnTo>
                  <a:pt x="8363989" y="0"/>
                </a:lnTo>
                <a:lnTo>
                  <a:pt x="7641919" y="6861175"/>
                </a:lnTo>
                <a:lnTo>
                  <a:pt x="0" y="686117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 name="标题 4"/>
          <p:cNvSpPr>
            <a:spLocks noGrp="1"/>
          </p:cNvSpPr>
          <p:nvPr>
            <p:ph type="title" hasCustomPrompt="1"/>
          </p:nvPr>
        </p:nvSpPr>
        <p:spPr>
          <a:xfrm>
            <a:off x="685801" y="2032000"/>
            <a:ext cx="5016500" cy="1360489"/>
          </a:xfrm>
        </p:spPr>
        <p:txBody>
          <a:bodyPr anchor="b">
            <a:normAutofit/>
          </a:bodyPr>
          <a:lstStyle>
            <a:lvl1pPr>
              <a:defRPr sz="6600" b="1"/>
            </a:lvl1pPr>
          </a:lstStyle>
          <a:p>
            <a:r>
              <a:rPr lang="zh-CN" altLang="en-US" dirty="0"/>
              <a:t>结束语</a:t>
            </a:r>
            <a:endParaRPr lang="zh-CN" altLang="en-US" dirty="0"/>
          </a:p>
        </p:txBody>
      </p:sp>
      <p:sp>
        <p:nvSpPr>
          <p:cNvPr id="6" name="副标题 2"/>
          <p:cNvSpPr>
            <a:spLocks noGrp="1"/>
          </p:cNvSpPr>
          <p:nvPr>
            <p:ph type="subTitle" idx="1" hasCustomPrompt="1"/>
          </p:nvPr>
        </p:nvSpPr>
        <p:spPr>
          <a:xfrm>
            <a:off x="685801" y="3427411"/>
            <a:ext cx="5016500" cy="1422399"/>
          </a:xfrm>
        </p:spPr>
        <p:txBody>
          <a:bodyPr>
            <a:normAutofit/>
          </a:bodyPr>
          <a:lstStyle>
            <a:lvl1pPr marL="0" indent="0" algn="l">
              <a:buNone/>
              <a:defRPr sz="2400">
                <a:solidFill>
                  <a:schemeClr val="tx2"/>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a:t>单击以编辑副标题</a:t>
            </a:r>
            <a:endParaRPr lang="zh-CN" altLang="en-US" dirty="0"/>
          </a:p>
        </p:txBody>
      </p:sp>
      <p:grpSp>
        <p:nvGrpSpPr>
          <p:cNvPr id="33" name="组合 32"/>
          <p:cNvGrpSpPr>
            <a:grpSpLocks noChangeAspect="1"/>
          </p:cNvGrpSpPr>
          <p:nvPr/>
        </p:nvGrpSpPr>
        <p:grpSpPr>
          <a:xfrm>
            <a:off x="6772453" y="6234193"/>
            <a:ext cx="2014188" cy="340029"/>
            <a:chOff x="8729725" y="4570716"/>
            <a:chExt cx="2830513" cy="477838"/>
          </a:xfrm>
          <a:solidFill>
            <a:schemeClr val="bg2">
              <a:alpha val="50000"/>
            </a:schemeClr>
          </a:solidFill>
        </p:grpSpPr>
        <p:sp>
          <p:nvSpPr>
            <p:cNvPr id="34" name="Freeform 34"/>
            <p:cNvSpPr>
              <a:spLocks noEditPoints="1"/>
            </p:cNvSpPr>
            <p:nvPr/>
          </p:nvSpPr>
          <p:spPr bwMode="auto">
            <a:xfrm>
              <a:off x="9304400" y="4945366"/>
              <a:ext cx="1363663" cy="101600"/>
            </a:xfrm>
            <a:custGeom>
              <a:avLst/>
              <a:gdLst>
                <a:gd name="T0" fmla="*/ 15 w 915"/>
                <a:gd name="T1" fmla="*/ 51 h 68"/>
                <a:gd name="T2" fmla="*/ 14 w 915"/>
                <a:gd name="T3" fmla="*/ 11 h 68"/>
                <a:gd name="T4" fmla="*/ 35 w 915"/>
                <a:gd name="T5" fmla="*/ 4 h 68"/>
                <a:gd name="T6" fmla="*/ 77 w 915"/>
                <a:gd name="T7" fmla="*/ 51 h 68"/>
                <a:gd name="T8" fmla="*/ 74 w 915"/>
                <a:gd name="T9" fmla="*/ 51 h 68"/>
                <a:gd name="T10" fmla="*/ 57 w 915"/>
                <a:gd name="T11" fmla="*/ 21 h 68"/>
                <a:gd name="T12" fmla="*/ 108 w 915"/>
                <a:gd name="T13" fmla="*/ 0 h 68"/>
                <a:gd name="T14" fmla="*/ 104 w 915"/>
                <a:gd name="T15" fmla="*/ 32 h 68"/>
                <a:gd name="T16" fmla="*/ 134 w 915"/>
                <a:gd name="T17" fmla="*/ 21 h 68"/>
                <a:gd name="T18" fmla="*/ 155 w 915"/>
                <a:gd name="T19" fmla="*/ 21 h 68"/>
                <a:gd name="T20" fmla="*/ 187 w 915"/>
                <a:gd name="T21" fmla="*/ 46 h 68"/>
                <a:gd name="T22" fmla="*/ 169 w 915"/>
                <a:gd name="T23" fmla="*/ 29 h 68"/>
                <a:gd name="T24" fmla="*/ 221 w 915"/>
                <a:gd name="T25" fmla="*/ 24 h 68"/>
                <a:gd name="T26" fmla="*/ 198 w 915"/>
                <a:gd name="T27" fmla="*/ 52 h 68"/>
                <a:gd name="T28" fmla="*/ 209 w 915"/>
                <a:gd name="T29" fmla="*/ 18 h 68"/>
                <a:gd name="T30" fmla="*/ 247 w 915"/>
                <a:gd name="T31" fmla="*/ 51 h 68"/>
                <a:gd name="T32" fmla="*/ 244 w 915"/>
                <a:gd name="T33" fmla="*/ 42 h 68"/>
                <a:gd name="T34" fmla="*/ 271 w 915"/>
                <a:gd name="T35" fmla="*/ 1 h 68"/>
                <a:gd name="T36" fmla="*/ 276 w 915"/>
                <a:gd name="T37" fmla="*/ 51 h 68"/>
                <a:gd name="T38" fmla="*/ 259 w 915"/>
                <a:gd name="T39" fmla="*/ 22 h 68"/>
                <a:gd name="T40" fmla="*/ 301 w 915"/>
                <a:gd name="T41" fmla="*/ 46 h 68"/>
                <a:gd name="T42" fmla="*/ 292 w 915"/>
                <a:gd name="T43" fmla="*/ 7 h 68"/>
                <a:gd name="T44" fmla="*/ 333 w 915"/>
                <a:gd name="T45" fmla="*/ 20 h 68"/>
                <a:gd name="T46" fmla="*/ 309 w 915"/>
                <a:gd name="T47" fmla="*/ 67 h 68"/>
                <a:gd name="T48" fmla="*/ 305 w 915"/>
                <a:gd name="T49" fmla="*/ 19 h 68"/>
                <a:gd name="T50" fmla="*/ 379 w 915"/>
                <a:gd name="T51" fmla="*/ 18 h 68"/>
                <a:gd name="T52" fmla="*/ 415 w 915"/>
                <a:gd name="T53" fmla="*/ 44 h 68"/>
                <a:gd name="T54" fmla="*/ 403 w 915"/>
                <a:gd name="T55" fmla="*/ 21 h 68"/>
                <a:gd name="T56" fmla="*/ 425 w 915"/>
                <a:gd name="T57" fmla="*/ 5 h 68"/>
                <a:gd name="T58" fmla="*/ 475 w 915"/>
                <a:gd name="T59" fmla="*/ 19 h 68"/>
                <a:gd name="T60" fmla="*/ 465 w 915"/>
                <a:gd name="T61" fmla="*/ 54 h 68"/>
                <a:gd name="T62" fmla="*/ 471 w 915"/>
                <a:gd name="T63" fmla="*/ 48 h 68"/>
                <a:gd name="T64" fmla="*/ 474 w 915"/>
                <a:gd name="T65" fmla="*/ 4 h 68"/>
                <a:gd name="T66" fmla="*/ 516 w 915"/>
                <a:gd name="T67" fmla="*/ 28 h 68"/>
                <a:gd name="T68" fmla="*/ 517 w 915"/>
                <a:gd name="T69" fmla="*/ 40 h 68"/>
                <a:gd name="T70" fmla="*/ 537 w 915"/>
                <a:gd name="T71" fmla="*/ 49 h 68"/>
                <a:gd name="T72" fmla="*/ 528 w 915"/>
                <a:gd name="T73" fmla="*/ 23 h 68"/>
                <a:gd name="T74" fmla="*/ 565 w 915"/>
                <a:gd name="T75" fmla="*/ 53 h 68"/>
                <a:gd name="T76" fmla="*/ 563 w 915"/>
                <a:gd name="T77" fmla="*/ 21 h 68"/>
                <a:gd name="T78" fmla="*/ 620 w 915"/>
                <a:gd name="T79" fmla="*/ 52 h 68"/>
                <a:gd name="T80" fmla="*/ 596 w 915"/>
                <a:gd name="T81" fmla="*/ 49 h 68"/>
                <a:gd name="T82" fmla="*/ 587 w 915"/>
                <a:gd name="T83" fmla="*/ 22 h 68"/>
                <a:gd name="T84" fmla="*/ 642 w 915"/>
                <a:gd name="T85" fmla="*/ 17 h 68"/>
                <a:gd name="T86" fmla="*/ 643 w 915"/>
                <a:gd name="T87" fmla="*/ 48 h 68"/>
                <a:gd name="T88" fmla="*/ 667 w 915"/>
                <a:gd name="T89" fmla="*/ 49 h 68"/>
                <a:gd name="T90" fmla="*/ 671 w 915"/>
                <a:gd name="T91" fmla="*/ 23 h 68"/>
                <a:gd name="T92" fmla="*/ 726 w 915"/>
                <a:gd name="T93" fmla="*/ 20 h 68"/>
                <a:gd name="T94" fmla="*/ 739 w 915"/>
                <a:gd name="T95" fmla="*/ 29 h 68"/>
                <a:gd name="T96" fmla="*/ 731 w 915"/>
                <a:gd name="T97" fmla="*/ 33 h 68"/>
                <a:gd name="T98" fmla="*/ 778 w 915"/>
                <a:gd name="T99" fmla="*/ 45 h 68"/>
                <a:gd name="T100" fmla="*/ 771 w 915"/>
                <a:gd name="T101" fmla="*/ 24 h 68"/>
                <a:gd name="T102" fmla="*/ 753 w 915"/>
                <a:gd name="T103" fmla="*/ 45 h 68"/>
                <a:gd name="T104" fmla="*/ 803 w 915"/>
                <a:gd name="T105" fmla="*/ 54 h 68"/>
                <a:gd name="T106" fmla="*/ 816 w 915"/>
                <a:gd name="T107" fmla="*/ 0 h 68"/>
                <a:gd name="T108" fmla="*/ 812 w 915"/>
                <a:gd name="T109" fmla="*/ 29 h 68"/>
                <a:gd name="T110" fmla="*/ 881 w 915"/>
                <a:gd name="T111" fmla="*/ 10 h 68"/>
                <a:gd name="T112" fmla="*/ 859 w 915"/>
                <a:gd name="T113" fmla="*/ 49 h 68"/>
                <a:gd name="T114" fmla="*/ 903 w 915"/>
                <a:gd name="T115" fmla="*/ 48 h 68"/>
                <a:gd name="T116" fmla="*/ 891 w 915"/>
                <a:gd name="T117" fmla="*/ 31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915" h="68">
                  <a:moveTo>
                    <a:pt x="35" y="4"/>
                  </a:moveTo>
                  <a:cubicBezTo>
                    <a:pt x="35" y="3"/>
                    <a:pt x="35" y="3"/>
                    <a:pt x="35" y="3"/>
                  </a:cubicBezTo>
                  <a:cubicBezTo>
                    <a:pt x="53" y="3"/>
                    <a:pt x="53" y="3"/>
                    <a:pt x="53" y="3"/>
                  </a:cubicBezTo>
                  <a:cubicBezTo>
                    <a:pt x="53" y="4"/>
                    <a:pt x="53" y="4"/>
                    <a:pt x="53" y="4"/>
                  </a:cubicBezTo>
                  <a:cubicBezTo>
                    <a:pt x="51" y="4"/>
                    <a:pt x="51" y="4"/>
                    <a:pt x="51" y="4"/>
                  </a:cubicBezTo>
                  <a:cubicBezTo>
                    <a:pt x="49" y="4"/>
                    <a:pt x="47" y="5"/>
                    <a:pt x="46" y="6"/>
                  </a:cubicBezTo>
                  <a:cubicBezTo>
                    <a:pt x="46" y="7"/>
                    <a:pt x="45" y="9"/>
                    <a:pt x="45" y="11"/>
                  </a:cubicBezTo>
                  <a:cubicBezTo>
                    <a:pt x="45" y="32"/>
                    <a:pt x="45" y="32"/>
                    <a:pt x="45" y="32"/>
                  </a:cubicBezTo>
                  <a:cubicBezTo>
                    <a:pt x="45" y="37"/>
                    <a:pt x="45" y="41"/>
                    <a:pt x="44" y="43"/>
                  </a:cubicBezTo>
                  <a:cubicBezTo>
                    <a:pt x="43" y="46"/>
                    <a:pt x="41" y="49"/>
                    <a:pt x="38" y="51"/>
                  </a:cubicBezTo>
                  <a:cubicBezTo>
                    <a:pt x="35" y="53"/>
                    <a:pt x="31" y="53"/>
                    <a:pt x="27" y="53"/>
                  </a:cubicBezTo>
                  <a:cubicBezTo>
                    <a:pt x="21" y="53"/>
                    <a:pt x="17" y="53"/>
                    <a:pt x="15" y="51"/>
                  </a:cubicBezTo>
                  <a:cubicBezTo>
                    <a:pt x="12" y="49"/>
                    <a:pt x="10" y="46"/>
                    <a:pt x="9" y="43"/>
                  </a:cubicBezTo>
                  <a:cubicBezTo>
                    <a:pt x="8" y="41"/>
                    <a:pt x="7" y="37"/>
                    <a:pt x="7" y="31"/>
                  </a:cubicBezTo>
                  <a:cubicBezTo>
                    <a:pt x="7" y="11"/>
                    <a:pt x="7" y="11"/>
                    <a:pt x="7" y="11"/>
                  </a:cubicBezTo>
                  <a:cubicBezTo>
                    <a:pt x="7" y="8"/>
                    <a:pt x="7" y="6"/>
                    <a:pt x="6" y="5"/>
                  </a:cubicBezTo>
                  <a:cubicBezTo>
                    <a:pt x="5" y="4"/>
                    <a:pt x="4" y="3"/>
                    <a:pt x="2" y="3"/>
                  </a:cubicBezTo>
                  <a:cubicBezTo>
                    <a:pt x="0" y="3"/>
                    <a:pt x="0" y="3"/>
                    <a:pt x="0" y="3"/>
                  </a:cubicBezTo>
                  <a:cubicBezTo>
                    <a:pt x="0" y="2"/>
                    <a:pt x="0" y="2"/>
                    <a:pt x="0" y="2"/>
                  </a:cubicBezTo>
                  <a:cubicBezTo>
                    <a:pt x="21" y="2"/>
                    <a:pt x="21" y="2"/>
                    <a:pt x="21" y="2"/>
                  </a:cubicBezTo>
                  <a:cubicBezTo>
                    <a:pt x="21" y="3"/>
                    <a:pt x="21" y="3"/>
                    <a:pt x="21" y="3"/>
                  </a:cubicBezTo>
                  <a:cubicBezTo>
                    <a:pt x="19" y="3"/>
                    <a:pt x="19" y="3"/>
                    <a:pt x="19" y="3"/>
                  </a:cubicBezTo>
                  <a:cubicBezTo>
                    <a:pt x="17" y="3"/>
                    <a:pt x="15" y="4"/>
                    <a:pt x="15" y="5"/>
                  </a:cubicBezTo>
                  <a:cubicBezTo>
                    <a:pt x="14" y="6"/>
                    <a:pt x="14" y="8"/>
                    <a:pt x="14" y="11"/>
                  </a:cubicBezTo>
                  <a:cubicBezTo>
                    <a:pt x="14" y="33"/>
                    <a:pt x="14" y="33"/>
                    <a:pt x="14" y="33"/>
                  </a:cubicBezTo>
                  <a:cubicBezTo>
                    <a:pt x="14" y="35"/>
                    <a:pt x="14" y="37"/>
                    <a:pt x="14" y="40"/>
                  </a:cubicBezTo>
                  <a:cubicBezTo>
                    <a:pt x="15" y="43"/>
                    <a:pt x="15" y="45"/>
                    <a:pt x="16" y="46"/>
                  </a:cubicBezTo>
                  <a:cubicBezTo>
                    <a:pt x="17" y="48"/>
                    <a:pt x="19" y="49"/>
                    <a:pt x="20" y="50"/>
                  </a:cubicBezTo>
                  <a:cubicBezTo>
                    <a:pt x="22" y="51"/>
                    <a:pt x="24" y="51"/>
                    <a:pt x="27" y="51"/>
                  </a:cubicBezTo>
                  <a:cubicBezTo>
                    <a:pt x="30" y="51"/>
                    <a:pt x="33" y="50"/>
                    <a:pt x="35" y="49"/>
                  </a:cubicBezTo>
                  <a:cubicBezTo>
                    <a:pt x="37" y="47"/>
                    <a:pt x="39" y="46"/>
                    <a:pt x="40" y="43"/>
                  </a:cubicBezTo>
                  <a:cubicBezTo>
                    <a:pt x="41" y="41"/>
                    <a:pt x="41" y="37"/>
                    <a:pt x="41" y="32"/>
                  </a:cubicBezTo>
                  <a:cubicBezTo>
                    <a:pt x="41" y="12"/>
                    <a:pt x="41" y="12"/>
                    <a:pt x="41" y="12"/>
                  </a:cubicBezTo>
                  <a:cubicBezTo>
                    <a:pt x="41" y="9"/>
                    <a:pt x="41" y="7"/>
                    <a:pt x="40" y="6"/>
                  </a:cubicBezTo>
                  <a:cubicBezTo>
                    <a:pt x="39" y="5"/>
                    <a:pt x="38" y="4"/>
                    <a:pt x="36" y="4"/>
                  </a:cubicBezTo>
                  <a:cubicBezTo>
                    <a:pt x="35" y="4"/>
                    <a:pt x="35" y="4"/>
                    <a:pt x="35" y="4"/>
                  </a:cubicBezTo>
                  <a:close/>
                  <a:moveTo>
                    <a:pt x="69" y="25"/>
                  </a:moveTo>
                  <a:cubicBezTo>
                    <a:pt x="73" y="20"/>
                    <a:pt x="76" y="18"/>
                    <a:pt x="79" y="18"/>
                  </a:cubicBezTo>
                  <a:cubicBezTo>
                    <a:pt x="81" y="18"/>
                    <a:pt x="83" y="18"/>
                    <a:pt x="84" y="19"/>
                  </a:cubicBezTo>
                  <a:cubicBezTo>
                    <a:pt x="85" y="20"/>
                    <a:pt x="87" y="21"/>
                    <a:pt x="87" y="23"/>
                  </a:cubicBezTo>
                  <a:cubicBezTo>
                    <a:pt x="88" y="25"/>
                    <a:pt x="88" y="27"/>
                    <a:pt x="88" y="30"/>
                  </a:cubicBezTo>
                  <a:cubicBezTo>
                    <a:pt x="88" y="45"/>
                    <a:pt x="88" y="45"/>
                    <a:pt x="88" y="45"/>
                  </a:cubicBezTo>
                  <a:cubicBezTo>
                    <a:pt x="88" y="47"/>
                    <a:pt x="88" y="48"/>
                    <a:pt x="89" y="49"/>
                  </a:cubicBezTo>
                  <a:cubicBezTo>
                    <a:pt x="89" y="50"/>
                    <a:pt x="89" y="50"/>
                    <a:pt x="90" y="51"/>
                  </a:cubicBezTo>
                  <a:cubicBezTo>
                    <a:pt x="90" y="51"/>
                    <a:pt x="91" y="51"/>
                    <a:pt x="93" y="51"/>
                  </a:cubicBezTo>
                  <a:cubicBezTo>
                    <a:pt x="93" y="52"/>
                    <a:pt x="93" y="52"/>
                    <a:pt x="93" y="52"/>
                  </a:cubicBezTo>
                  <a:cubicBezTo>
                    <a:pt x="77" y="52"/>
                    <a:pt x="77" y="52"/>
                    <a:pt x="77" y="52"/>
                  </a:cubicBezTo>
                  <a:cubicBezTo>
                    <a:pt x="77" y="51"/>
                    <a:pt x="77" y="51"/>
                    <a:pt x="77" y="51"/>
                  </a:cubicBezTo>
                  <a:cubicBezTo>
                    <a:pt x="78" y="51"/>
                    <a:pt x="78" y="51"/>
                    <a:pt x="78" y="51"/>
                  </a:cubicBezTo>
                  <a:cubicBezTo>
                    <a:pt x="79" y="51"/>
                    <a:pt x="80" y="51"/>
                    <a:pt x="81" y="50"/>
                  </a:cubicBezTo>
                  <a:cubicBezTo>
                    <a:pt x="82" y="50"/>
                    <a:pt x="82" y="49"/>
                    <a:pt x="82" y="48"/>
                  </a:cubicBezTo>
                  <a:cubicBezTo>
                    <a:pt x="82" y="48"/>
                    <a:pt x="82" y="47"/>
                    <a:pt x="82" y="45"/>
                  </a:cubicBezTo>
                  <a:cubicBezTo>
                    <a:pt x="82" y="31"/>
                    <a:pt x="82" y="31"/>
                    <a:pt x="82" y="31"/>
                  </a:cubicBezTo>
                  <a:cubicBezTo>
                    <a:pt x="82" y="27"/>
                    <a:pt x="82" y="25"/>
                    <a:pt x="81" y="24"/>
                  </a:cubicBezTo>
                  <a:cubicBezTo>
                    <a:pt x="80" y="23"/>
                    <a:pt x="79" y="22"/>
                    <a:pt x="77" y="22"/>
                  </a:cubicBezTo>
                  <a:cubicBezTo>
                    <a:pt x="74" y="22"/>
                    <a:pt x="71" y="23"/>
                    <a:pt x="69" y="27"/>
                  </a:cubicBezTo>
                  <a:cubicBezTo>
                    <a:pt x="69" y="45"/>
                    <a:pt x="69" y="45"/>
                    <a:pt x="69" y="45"/>
                  </a:cubicBezTo>
                  <a:cubicBezTo>
                    <a:pt x="69" y="47"/>
                    <a:pt x="69" y="48"/>
                    <a:pt x="69" y="49"/>
                  </a:cubicBezTo>
                  <a:cubicBezTo>
                    <a:pt x="69" y="50"/>
                    <a:pt x="70" y="50"/>
                    <a:pt x="70" y="51"/>
                  </a:cubicBezTo>
                  <a:cubicBezTo>
                    <a:pt x="71" y="51"/>
                    <a:pt x="72" y="51"/>
                    <a:pt x="74" y="51"/>
                  </a:cubicBezTo>
                  <a:cubicBezTo>
                    <a:pt x="74" y="52"/>
                    <a:pt x="74" y="52"/>
                    <a:pt x="74" y="52"/>
                  </a:cubicBezTo>
                  <a:cubicBezTo>
                    <a:pt x="58" y="52"/>
                    <a:pt x="58" y="52"/>
                    <a:pt x="58" y="52"/>
                  </a:cubicBezTo>
                  <a:cubicBezTo>
                    <a:pt x="58" y="51"/>
                    <a:pt x="58" y="51"/>
                    <a:pt x="58" y="51"/>
                  </a:cubicBezTo>
                  <a:cubicBezTo>
                    <a:pt x="59" y="51"/>
                    <a:pt x="59" y="51"/>
                    <a:pt x="59" y="51"/>
                  </a:cubicBezTo>
                  <a:cubicBezTo>
                    <a:pt x="60" y="51"/>
                    <a:pt x="61" y="51"/>
                    <a:pt x="62" y="50"/>
                  </a:cubicBezTo>
                  <a:cubicBezTo>
                    <a:pt x="62" y="49"/>
                    <a:pt x="63" y="47"/>
                    <a:pt x="63" y="45"/>
                  </a:cubicBezTo>
                  <a:cubicBezTo>
                    <a:pt x="63" y="32"/>
                    <a:pt x="63" y="32"/>
                    <a:pt x="63" y="32"/>
                  </a:cubicBezTo>
                  <a:cubicBezTo>
                    <a:pt x="63" y="28"/>
                    <a:pt x="63" y="25"/>
                    <a:pt x="62" y="24"/>
                  </a:cubicBezTo>
                  <a:cubicBezTo>
                    <a:pt x="62" y="23"/>
                    <a:pt x="62" y="23"/>
                    <a:pt x="61" y="22"/>
                  </a:cubicBezTo>
                  <a:cubicBezTo>
                    <a:pt x="61" y="22"/>
                    <a:pt x="61" y="22"/>
                    <a:pt x="60" y="22"/>
                  </a:cubicBezTo>
                  <a:cubicBezTo>
                    <a:pt x="59" y="22"/>
                    <a:pt x="58" y="22"/>
                    <a:pt x="57" y="22"/>
                  </a:cubicBezTo>
                  <a:cubicBezTo>
                    <a:pt x="57" y="21"/>
                    <a:pt x="57" y="21"/>
                    <a:pt x="57" y="21"/>
                  </a:cubicBezTo>
                  <a:cubicBezTo>
                    <a:pt x="67" y="17"/>
                    <a:pt x="67" y="17"/>
                    <a:pt x="67" y="17"/>
                  </a:cubicBezTo>
                  <a:cubicBezTo>
                    <a:pt x="69" y="17"/>
                    <a:pt x="69" y="17"/>
                    <a:pt x="69" y="17"/>
                  </a:cubicBezTo>
                  <a:cubicBezTo>
                    <a:pt x="69" y="25"/>
                    <a:pt x="69" y="25"/>
                    <a:pt x="69" y="25"/>
                  </a:cubicBezTo>
                  <a:close/>
                  <a:moveTo>
                    <a:pt x="108" y="0"/>
                  </a:moveTo>
                  <a:cubicBezTo>
                    <a:pt x="109" y="0"/>
                    <a:pt x="110" y="0"/>
                    <a:pt x="110" y="1"/>
                  </a:cubicBezTo>
                  <a:cubicBezTo>
                    <a:pt x="111" y="2"/>
                    <a:pt x="111" y="3"/>
                    <a:pt x="111" y="4"/>
                  </a:cubicBezTo>
                  <a:cubicBezTo>
                    <a:pt x="111" y="5"/>
                    <a:pt x="111" y="6"/>
                    <a:pt x="110" y="7"/>
                  </a:cubicBezTo>
                  <a:cubicBezTo>
                    <a:pt x="109" y="7"/>
                    <a:pt x="109" y="8"/>
                    <a:pt x="108" y="8"/>
                  </a:cubicBezTo>
                  <a:cubicBezTo>
                    <a:pt x="107" y="8"/>
                    <a:pt x="106" y="7"/>
                    <a:pt x="105" y="7"/>
                  </a:cubicBezTo>
                  <a:cubicBezTo>
                    <a:pt x="105" y="6"/>
                    <a:pt x="104" y="5"/>
                    <a:pt x="104" y="4"/>
                  </a:cubicBezTo>
                  <a:cubicBezTo>
                    <a:pt x="104" y="3"/>
                    <a:pt x="105" y="2"/>
                    <a:pt x="105" y="1"/>
                  </a:cubicBezTo>
                  <a:cubicBezTo>
                    <a:pt x="106" y="0"/>
                    <a:pt x="107" y="0"/>
                    <a:pt x="108" y="0"/>
                  </a:cubicBezTo>
                  <a:close/>
                  <a:moveTo>
                    <a:pt x="111" y="18"/>
                  </a:moveTo>
                  <a:cubicBezTo>
                    <a:pt x="111" y="45"/>
                    <a:pt x="111" y="45"/>
                    <a:pt x="111" y="45"/>
                  </a:cubicBezTo>
                  <a:cubicBezTo>
                    <a:pt x="111" y="47"/>
                    <a:pt x="111" y="49"/>
                    <a:pt x="111" y="49"/>
                  </a:cubicBezTo>
                  <a:cubicBezTo>
                    <a:pt x="111" y="50"/>
                    <a:pt x="112" y="51"/>
                    <a:pt x="112" y="51"/>
                  </a:cubicBezTo>
                  <a:cubicBezTo>
                    <a:pt x="113" y="51"/>
                    <a:pt x="114" y="51"/>
                    <a:pt x="115" y="51"/>
                  </a:cubicBezTo>
                  <a:cubicBezTo>
                    <a:pt x="115" y="53"/>
                    <a:pt x="115" y="53"/>
                    <a:pt x="115" y="53"/>
                  </a:cubicBezTo>
                  <a:cubicBezTo>
                    <a:pt x="99" y="53"/>
                    <a:pt x="99" y="53"/>
                    <a:pt x="99" y="53"/>
                  </a:cubicBezTo>
                  <a:cubicBezTo>
                    <a:pt x="99" y="51"/>
                    <a:pt x="99" y="51"/>
                    <a:pt x="99" y="51"/>
                  </a:cubicBezTo>
                  <a:cubicBezTo>
                    <a:pt x="101" y="51"/>
                    <a:pt x="102" y="51"/>
                    <a:pt x="103" y="51"/>
                  </a:cubicBezTo>
                  <a:cubicBezTo>
                    <a:pt x="103" y="51"/>
                    <a:pt x="103" y="50"/>
                    <a:pt x="104" y="49"/>
                  </a:cubicBezTo>
                  <a:cubicBezTo>
                    <a:pt x="104" y="49"/>
                    <a:pt x="104" y="47"/>
                    <a:pt x="104" y="45"/>
                  </a:cubicBezTo>
                  <a:cubicBezTo>
                    <a:pt x="104" y="32"/>
                    <a:pt x="104" y="32"/>
                    <a:pt x="104" y="32"/>
                  </a:cubicBezTo>
                  <a:cubicBezTo>
                    <a:pt x="104" y="28"/>
                    <a:pt x="104" y="26"/>
                    <a:pt x="104" y="25"/>
                  </a:cubicBezTo>
                  <a:cubicBezTo>
                    <a:pt x="104" y="24"/>
                    <a:pt x="103" y="23"/>
                    <a:pt x="103" y="23"/>
                  </a:cubicBezTo>
                  <a:cubicBezTo>
                    <a:pt x="103" y="23"/>
                    <a:pt x="102" y="23"/>
                    <a:pt x="101" y="23"/>
                  </a:cubicBezTo>
                  <a:cubicBezTo>
                    <a:pt x="101" y="23"/>
                    <a:pt x="100" y="23"/>
                    <a:pt x="99" y="23"/>
                  </a:cubicBezTo>
                  <a:cubicBezTo>
                    <a:pt x="99" y="22"/>
                    <a:pt x="99" y="22"/>
                    <a:pt x="99" y="22"/>
                  </a:cubicBezTo>
                  <a:cubicBezTo>
                    <a:pt x="109" y="18"/>
                    <a:pt x="109" y="18"/>
                    <a:pt x="109" y="18"/>
                  </a:cubicBezTo>
                  <a:cubicBezTo>
                    <a:pt x="111" y="18"/>
                    <a:pt x="111" y="18"/>
                    <a:pt x="111" y="18"/>
                  </a:cubicBezTo>
                  <a:close/>
                  <a:moveTo>
                    <a:pt x="122" y="19"/>
                  </a:moveTo>
                  <a:cubicBezTo>
                    <a:pt x="137" y="19"/>
                    <a:pt x="137" y="19"/>
                    <a:pt x="137" y="19"/>
                  </a:cubicBezTo>
                  <a:cubicBezTo>
                    <a:pt x="137" y="20"/>
                    <a:pt x="137" y="20"/>
                    <a:pt x="137" y="20"/>
                  </a:cubicBezTo>
                  <a:cubicBezTo>
                    <a:pt x="136" y="20"/>
                    <a:pt x="136" y="20"/>
                    <a:pt x="136" y="20"/>
                  </a:cubicBezTo>
                  <a:cubicBezTo>
                    <a:pt x="135" y="20"/>
                    <a:pt x="134" y="20"/>
                    <a:pt x="134" y="21"/>
                  </a:cubicBezTo>
                  <a:cubicBezTo>
                    <a:pt x="133" y="21"/>
                    <a:pt x="133" y="22"/>
                    <a:pt x="133" y="23"/>
                  </a:cubicBezTo>
                  <a:cubicBezTo>
                    <a:pt x="133" y="23"/>
                    <a:pt x="133" y="25"/>
                    <a:pt x="134" y="26"/>
                  </a:cubicBezTo>
                  <a:cubicBezTo>
                    <a:pt x="141" y="45"/>
                    <a:pt x="141" y="45"/>
                    <a:pt x="141" y="45"/>
                  </a:cubicBezTo>
                  <a:cubicBezTo>
                    <a:pt x="149" y="25"/>
                    <a:pt x="149" y="25"/>
                    <a:pt x="149" y="25"/>
                  </a:cubicBezTo>
                  <a:cubicBezTo>
                    <a:pt x="149" y="24"/>
                    <a:pt x="150" y="23"/>
                    <a:pt x="150" y="22"/>
                  </a:cubicBezTo>
                  <a:cubicBezTo>
                    <a:pt x="150" y="21"/>
                    <a:pt x="150" y="21"/>
                    <a:pt x="149" y="21"/>
                  </a:cubicBezTo>
                  <a:cubicBezTo>
                    <a:pt x="149" y="21"/>
                    <a:pt x="149" y="20"/>
                    <a:pt x="149" y="20"/>
                  </a:cubicBezTo>
                  <a:cubicBezTo>
                    <a:pt x="148" y="20"/>
                    <a:pt x="147" y="20"/>
                    <a:pt x="146" y="20"/>
                  </a:cubicBezTo>
                  <a:cubicBezTo>
                    <a:pt x="146" y="19"/>
                    <a:pt x="146" y="19"/>
                    <a:pt x="146" y="19"/>
                  </a:cubicBezTo>
                  <a:cubicBezTo>
                    <a:pt x="157" y="19"/>
                    <a:pt x="157" y="19"/>
                    <a:pt x="157" y="19"/>
                  </a:cubicBezTo>
                  <a:cubicBezTo>
                    <a:pt x="157" y="20"/>
                    <a:pt x="157" y="20"/>
                    <a:pt x="157" y="20"/>
                  </a:cubicBezTo>
                  <a:cubicBezTo>
                    <a:pt x="156" y="20"/>
                    <a:pt x="155" y="20"/>
                    <a:pt x="155" y="21"/>
                  </a:cubicBezTo>
                  <a:cubicBezTo>
                    <a:pt x="154" y="21"/>
                    <a:pt x="153" y="23"/>
                    <a:pt x="152" y="24"/>
                  </a:cubicBezTo>
                  <a:cubicBezTo>
                    <a:pt x="141" y="53"/>
                    <a:pt x="141" y="53"/>
                    <a:pt x="141" y="53"/>
                  </a:cubicBezTo>
                  <a:cubicBezTo>
                    <a:pt x="139" y="53"/>
                    <a:pt x="139" y="53"/>
                    <a:pt x="139" y="53"/>
                  </a:cubicBezTo>
                  <a:cubicBezTo>
                    <a:pt x="127" y="25"/>
                    <a:pt x="127" y="25"/>
                    <a:pt x="127" y="25"/>
                  </a:cubicBezTo>
                  <a:cubicBezTo>
                    <a:pt x="127" y="23"/>
                    <a:pt x="126" y="22"/>
                    <a:pt x="126" y="22"/>
                  </a:cubicBezTo>
                  <a:cubicBezTo>
                    <a:pt x="125" y="21"/>
                    <a:pt x="125" y="21"/>
                    <a:pt x="124" y="20"/>
                  </a:cubicBezTo>
                  <a:cubicBezTo>
                    <a:pt x="123" y="20"/>
                    <a:pt x="123" y="20"/>
                    <a:pt x="121" y="19"/>
                  </a:cubicBezTo>
                  <a:cubicBezTo>
                    <a:pt x="122" y="19"/>
                    <a:pt x="122" y="19"/>
                    <a:pt x="122" y="19"/>
                  </a:cubicBezTo>
                  <a:close/>
                  <a:moveTo>
                    <a:pt x="169" y="31"/>
                  </a:moveTo>
                  <a:cubicBezTo>
                    <a:pt x="169" y="37"/>
                    <a:pt x="170" y="40"/>
                    <a:pt x="173" y="43"/>
                  </a:cubicBezTo>
                  <a:cubicBezTo>
                    <a:pt x="175" y="46"/>
                    <a:pt x="178" y="48"/>
                    <a:pt x="181" y="48"/>
                  </a:cubicBezTo>
                  <a:cubicBezTo>
                    <a:pt x="183" y="48"/>
                    <a:pt x="185" y="47"/>
                    <a:pt x="187" y="46"/>
                  </a:cubicBezTo>
                  <a:cubicBezTo>
                    <a:pt x="188" y="45"/>
                    <a:pt x="189" y="43"/>
                    <a:pt x="191" y="39"/>
                  </a:cubicBezTo>
                  <a:cubicBezTo>
                    <a:pt x="192" y="40"/>
                    <a:pt x="192" y="40"/>
                    <a:pt x="192" y="40"/>
                  </a:cubicBezTo>
                  <a:cubicBezTo>
                    <a:pt x="191" y="43"/>
                    <a:pt x="190" y="47"/>
                    <a:pt x="187" y="49"/>
                  </a:cubicBezTo>
                  <a:cubicBezTo>
                    <a:pt x="185" y="52"/>
                    <a:pt x="182" y="53"/>
                    <a:pt x="178" y="53"/>
                  </a:cubicBezTo>
                  <a:cubicBezTo>
                    <a:pt x="174" y="53"/>
                    <a:pt x="171" y="52"/>
                    <a:pt x="168" y="49"/>
                  </a:cubicBezTo>
                  <a:cubicBezTo>
                    <a:pt x="165" y="45"/>
                    <a:pt x="164" y="41"/>
                    <a:pt x="164" y="36"/>
                  </a:cubicBezTo>
                  <a:cubicBezTo>
                    <a:pt x="164" y="30"/>
                    <a:pt x="166" y="25"/>
                    <a:pt x="169" y="22"/>
                  </a:cubicBezTo>
                  <a:cubicBezTo>
                    <a:pt x="171" y="19"/>
                    <a:pt x="175" y="17"/>
                    <a:pt x="179" y="17"/>
                  </a:cubicBezTo>
                  <a:cubicBezTo>
                    <a:pt x="183" y="17"/>
                    <a:pt x="186" y="19"/>
                    <a:pt x="189" y="21"/>
                  </a:cubicBezTo>
                  <a:cubicBezTo>
                    <a:pt x="191" y="23"/>
                    <a:pt x="192" y="27"/>
                    <a:pt x="192" y="31"/>
                  </a:cubicBezTo>
                  <a:cubicBezTo>
                    <a:pt x="169" y="31"/>
                    <a:pt x="169" y="31"/>
                    <a:pt x="169" y="31"/>
                  </a:cubicBezTo>
                  <a:close/>
                  <a:moveTo>
                    <a:pt x="169" y="29"/>
                  </a:moveTo>
                  <a:cubicBezTo>
                    <a:pt x="184" y="29"/>
                    <a:pt x="184" y="29"/>
                    <a:pt x="184" y="29"/>
                  </a:cubicBezTo>
                  <a:cubicBezTo>
                    <a:pt x="184" y="27"/>
                    <a:pt x="184" y="26"/>
                    <a:pt x="183" y="25"/>
                  </a:cubicBezTo>
                  <a:cubicBezTo>
                    <a:pt x="183" y="24"/>
                    <a:pt x="182" y="23"/>
                    <a:pt x="181" y="22"/>
                  </a:cubicBezTo>
                  <a:cubicBezTo>
                    <a:pt x="179" y="21"/>
                    <a:pt x="178" y="21"/>
                    <a:pt x="177" y="21"/>
                  </a:cubicBezTo>
                  <a:cubicBezTo>
                    <a:pt x="175" y="21"/>
                    <a:pt x="173" y="21"/>
                    <a:pt x="172" y="23"/>
                  </a:cubicBezTo>
                  <a:cubicBezTo>
                    <a:pt x="170" y="24"/>
                    <a:pt x="169" y="27"/>
                    <a:pt x="169" y="29"/>
                  </a:cubicBezTo>
                  <a:close/>
                  <a:moveTo>
                    <a:pt x="209" y="18"/>
                  </a:moveTo>
                  <a:cubicBezTo>
                    <a:pt x="209" y="25"/>
                    <a:pt x="209" y="25"/>
                    <a:pt x="209" y="25"/>
                  </a:cubicBezTo>
                  <a:cubicBezTo>
                    <a:pt x="212" y="20"/>
                    <a:pt x="215" y="18"/>
                    <a:pt x="218" y="18"/>
                  </a:cubicBezTo>
                  <a:cubicBezTo>
                    <a:pt x="219" y="18"/>
                    <a:pt x="220" y="18"/>
                    <a:pt x="221" y="19"/>
                  </a:cubicBezTo>
                  <a:cubicBezTo>
                    <a:pt x="222" y="20"/>
                    <a:pt x="222" y="21"/>
                    <a:pt x="222" y="22"/>
                  </a:cubicBezTo>
                  <a:cubicBezTo>
                    <a:pt x="222" y="23"/>
                    <a:pt x="222" y="23"/>
                    <a:pt x="221" y="24"/>
                  </a:cubicBezTo>
                  <a:cubicBezTo>
                    <a:pt x="221" y="25"/>
                    <a:pt x="220" y="25"/>
                    <a:pt x="219" y="25"/>
                  </a:cubicBezTo>
                  <a:cubicBezTo>
                    <a:pt x="218" y="25"/>
                    <a:pt x="217" y="25"/>
                    <a:pt x="216" y="24"/>
                  </a:cubicBezTo>
                  <a:cubicBezTo>
                    <a:pt x="215" y="23"/>
                    <a:pt x="214" y="23"/>
                    <a:pt x="214" y="23"/>
                  </a:cubicBezTo>
                  <a:cubicBezTo>
                    <a:pt x="213" y="23"/>
                    <a:pt x="213" y="23"/>
                    <a:pt x="213" y="24"/>
                  </a:cubicBezTo>
                  <a:cubicBezTo>
                    <a:pt x="211" y="25"/>
                    <a:pt x="211" y="27"/>
                    <a:pt x="209" y="29"/>
                  </a:cubicBezTo>
                  <a:cubicBezTo>
                    <a:pt x="209" y="45"/>
                    <a:pt x="209" y="45"/>
                    <a:pt x="209" y="45"/>
                  </a:cubicBezTo>
                  <a:cubicBezTo>
                    <a:pt x="209" y="47"/>
                    <a:pt x="210" y="49"/>
                    <a:pt x="210" y="50"/>
                  </a:cubicBezTo>
                  <a:cubicBezTo>
                    <a:pt x="211" y="51"/>
                    <a:pt x="211" y="51"/>
                    <a:pt x="212" y="51"/>
                  </a:cubicBezTo>
                  <a:cubicBezTo>
                    <a:pt x="213" y="52"/>
                    <a:pt x="214" y="52"/>
                    <a:pt x="215" y="52"/>
                  </a:cubicBezTo>
                  <a:cubicBezTo>
                    <a:pt x="215" y="53"/>
                    <a:pt x="215" y="53"/>
                    <a:pt x="215" y="53"/>
                  </a:cubicBezTo>
                  <a:cubicBezTo>
                    <a:pt x="198" y="53"/>
                    <a:pt x="198" y="53"/>
                    <a:pt x="198" y="53"/>
                  </a:cubicBezTo>
                  <a:cubicBezTo>
                    <a:pt x="198" y="52"/>
                    <a:pt x="198" y="52"/>
                    <a:pt x="198" y="52"/>
                  </a:cubicBezTo>
                  <a:cubicBezTo>
                    <a:pt x="200" y="52"/>
                    <a:pt x="201" y="52"/>
                    <a:pt x="202" y="51"/>
                  </a:cubicBezTo>
                  <a:cubicBezTo>
                    <a:pt x="202" y="51"/>
                    <a:pt x="203" y="50"/>
                    <a:pt x="203" y="49"/>
                  </a:cubicBezTo>
                  <a:cubicBezTo>
                    <a:pt x="203" y="49"/>
                    <a:pt x="203" y="48"/>
                    <a:pt x="203" y="46"/>
                  </a:cubicBezTo>
                  <a:cubicBezTo>
                    <a:pt x="203" y="33"/>
                    <a:pt x="203" y="33"/>
                    <a:pt x="203" y="33"/>
                  </a:cubicBezTo>
                  <a:cubicBezTo>
                    <a:pt x="203" y="29"/>
                    <a:pt x="203" y="26"/>
                    <a:pt x="203" y="25"/>
                  </a:cubicBezTo>
                  <a:cubicBezTo>
                    <a:pt x="203" y="25"/>
                    <a:pt x="202" y="24"/>
                    <a:pt x="202" y="24"/>
                  </a:cubicBezTo>
                  <a:cubicBezTo>
                    <a:pt x="201" y="23"/>
                    <a:pt x="201" y="23"/>
                    <a:pt x="200" y="23"/>
                  </a:cubicBezTo>
                  <a:cubicBezTo>
                    <a:pt x="199" y="23"/>
                    <a:pt x="199" y="23"/>
                    <a:pt x="198" y="24"/>
                  </a:cubicBezTo>
                  <a:cubicBezTo>
                    <a:pt x="197" y="23"/>
                    <a:pt x="197" y="23"/>
                    <a:pt x="197" y="23"/>
                  </a:cubicBezTo>
                  <a:cubicBezTo>
                    <a:pt x="207" y="19"/>
                    <a:pt x="207" y="19"/>
                    <a:pt x="207" y="19"/>
                  </a:cubicBezTo>
                  <a:cubicBezTo>
                    <a:pt x="209" y="19"/>
                    <a:pt x="209" y="19"/>
                    <a:pt x="209" y="19"/>
                  </a:cubicBezTo>
                  <a:cubicBezTo>
                    <a:pt x="209" y="18"/>
                    <a:pt x="209" y="18"/>
                    <a:pt x="209" y="18"/>
                  </a:cubicBezTo>
                  <a:close/>
                  <a:moveTo>
                    <a:pt x="249" y="18"/>
                  </a:moveTo>
                  <a:cubicBezTo>
                    <a:pt x="249" y="29"/>
                    <a:pt x="249" y="29"/>
                    <a:pt x="249" y="29"/>
                  </a:cubicBezTo>
                  <a:cubicBezTo>
                    <a:pt x="247" y="29"/>
                    <a:pt x="247" y="29"/>
                    <a:pt x="247" y="29"/>
                  </a:cubicBezTo>
                  <a:cubicBezTo>
                    <a:pt x="247" y="26"/>
                    <a:pt x="245" y="23"/>
                    <a:pt x="244" y="22"/>
                  </a:cubicBezTo>
                  <a:cubicBezTo>
                    <a:pt x="242" y="21"/>
                    <a:pt x="241" y="20"/>
                    <a:pt x="238" y="20"/>
                  </a:cubicBezTo>
                  <a:cubicBezTo>
                    <a:pt x="237" y="20"/>
                    <a:pt x="235" y="20"/>
                    <a:pt x="234" y="21"/>
                  </a:cubicBezTo>
                  <a:cubicBezTo>
                    <a:pt x="233" y="22"/>
                    <a:pt x="233" y="23"/>
                    <a:pt x="233" y="24"/>
                  </a:cubicBezTo>
                  <a:cubicBezTo>
                    <a:pt x="233" y="25"/>
                    <a:pt x="233" y="27"/>
                    <a:pt x="234" y="28"/>
                  </a:cubicBezTo>
                  <a:cubicBezTo>
                    <a:pt x="235" y="29"/>
                    <a:pt x="236" y="30"/>
                    <a:pt x="238" y="31"/>
                  </a:cubicBezTo>
                  <a:cubicBezTo>
                    <a:pt x="243" y="34"/>
                    <a:pt x="243" y="34"/>
                    <a:pt x="243" y="34"/>
                  </a:cubicBezTo>
                  <a:cubicBezTo>
                    <a:pt x="248" y="36"/>
                    <a:pt x="251" y="39"/>
                    <a:pt x="251" y="43"/>
                  </a:cubicBezTo>
                  <a:cubicBezTo>
                    <a:pt x="251" y="47"/>
                    <a:pt x="249" y="49"/>
                    <a:pt x="247" y="51"/>
                  </a:cubicBezTo>
                  <a:cubicBezTo>
                    <a:pt x="245" y="53"/>
                    <a:pt x="243" y="54"/>
                    <a:pt x="240" y="54"/>
                  </a:cubicBezTo>
                  <a:cubicBezTo>
                    <a:pt x="238" y="54"/>
                    <a:pt x="235" y="53"/>
                    <a:pt x="233" y="53"/>
                  </a:cubicBezTo>
                  <a:cubicBezTo>
                    <a:pt x="232" y="52"/>
                    <a:pt x="231" y="52"/>
                    <a:pt x="231" y="52"/>
                  </a:cubicBezTo>
                  <a:cubicBezTo>
                    <a:pt x="231" y="52"/>
                    <a:pt x="230" y="53"/>
                    <a:pt x="230" y="53"/>
                  </a:cubicBezTo>
                  <a:cubicBezTo>
                    <a:pt x="229" y="53"/>
                    <a:pt x="229" y="53"/>
                    <a:pt x="229" y="53"/>
                  </a:cubicBezTo>
                  <a:cubicBezTo>
                    <a:pt x="229" y="41"/>
                    <a:pt x="229" y="41"/>
                    <a:pt x="229" y="41"/>
                  </a:cubicBezTo>
                  <a:cubicBezTo>
                    <a:pt x="230" y="41"/>
                    <a:pt x="230" y="41"/>
                    <a:pt x="230" y="41"/>
                  </a:cubicBezTo>
                  <a:cubicBezTo>
                    <a:pt x="231" y="45"/>
                    <a:pt x="232" y="47"/>
                    <a:pt x="234" y="49"/>
                  </a:cubicBezTo>
                  <a:cubicBezTo>
                    <a:pt x="236" y="51"/>
                    <a:pt x="238" y="52"/>
                    <a:pt x="240" y="52"/>
                  </a:cubicBezTo>
                  <a:cubicBezTo>
                    <a:pt x="242" y="52"/>
                    <a:pt x="243" y="51"/>
                    <a:pt x="244" y="50"/>
                  </a:cubicBezTo>
                  <a:cubicBezTo>
                    <a:pt x="245" y="49"/>
                    <a:pt x="246" y="48"/>
                    <a:pt x="246" y="47"/>
                  </a:cubicBezTo>
                  <a:cubicBezTo>
                    <a:pt x="246" y="45"/>
                    <a:pt x="245" y="43"/>
                    <a:pt x="244" y="42"/>
                  </a:cubicBezTo>
                  <a:cubicBezTo>
                    <a:pt x="243" y="41"/>
                    <a:pt x="241" y="39"/>
                    <a:pt x="237" y="38"/>
                  </a:cubicBezTo>
                  <a:cubicBezTo>
                    <a:pt x="234" y="36"/>
                    <a:pt x="232" y="35"/>
                    <a:pt x="231" y="33"/>
                  </a:cubicBezTo>
                  <a:cubicBezTo>
                    <a:pt x="229" y="31"/>
                    <a:pt x="229" y="30"/>
                    <a:pt x="229" y="28"/>
                  </a:cubicBezTo>
                  <a:cubicBezTo>
                    <a:pt x="229" y="25"/>
                    <a:pt x="230" y="23"/>
                    <a:pt x="232" y="21"/>
                  </a:cubicBezTo>
                  <a:cubicBezTo>
                    <a:pt x="234" y="19"/>
                    <a:pt x="236" y="18"/>
                    <a:pt x="239" y="18"/>
                  </a:cubicBezTo>
                  <a:cubicBezTo>
                    <a:pt x="240" y="18"/>
                    <a:pt x="242" y="18"/>
                    <a:pt x="244" y="19"/>
                  </a:cubicBezTo>
                  <a:cubicBezTo>
                    <a:pt x="245" y="19"/>
                    <a:pt x="246" y="19"/>
                    <a:pt x="246" y="19"/>
                  </a:cubicBezTo>
                  <a:cubicBezTo>
                    <a:pt x="247" y="19"/>
                    <a:pt x="247" y="19"/>
                    <a:pt x="247" y="19"/>
                  </a:cubicBezTo>
                  <a:cubicBezTo>
                    <a:pt x="247" y="19"/>
                    <a:pt x="247" y="18"/>
                    <a:pt x="248" y="17"/>
                  </a:cubicBezTo>
                  <a:cubicBezTo>
                    <a:pt x="249" y="18"/>
                    <a:pt x="249" y="18"/>
                    <a:pt x="249" y="18"/>
                  </a:cubicBezTo>
                  <a:close/>
                  <a:moveTo>
                    <a:pt x="268" y="0"/>
                  </a:moveTo>
                  <a:cubicBezTo>
                    <a:pt x="269" y="0"/>
                    <a:pt x="270" y="0"/>
                    <a:pt x="271" y="1"/>
                  </a:cubicBezTo>
                  <a:cubicBezTo>
                    <a:pt x="271" y="2"/>
                    <a:pt x="272" y="3"/>
                    <a:pt x="272" y="4"/>
                  </a:cubicBezTo>
                  <a:cubicBezTo>
                    <a:pt x="272" y="5"/>
                    <a:pt x="271" y="6"/>
                    <a:pt x="271" y="7"/>
                  </a:cubicBezTo>
                  <a:cubicBezTo>
                    <a:pt x="270" y="7"/>
                    <a:pt x="269" y="8"/>
                    <a:pt x="268" y="8"/>
                  </a:cubicBezTo>
                  <a:cubicBezTo>
                    <a:pt x="267" y="8"/>
                    <a:pt x="266" y="7"/>
                    <a:pt x="266" y="7"/>
                  </a:cubicBezTo>
                  <a:cubicBezTo>
                    <a:pt x="265" y="6"/>
                    <a:pt x="265" y="5"/>
                    <a:pt x="265" y="4"/>
                  </a:cubicBezTo>
                  <a:cubicBezTo>
                    <a:pt x="265" y="3"/>
                    <a:pt x="265" y="2"/>
                    <a:pt x="266" y="1"/>
                  </a:cubicBezTo>
                  <a:cubicBezTo>
                    <a:pt x="266" y="0"/>
                    <a:pt x="267" y="0"/>
                    <a:pt x="268" y="0"/>
                  </a:cubicBezTo>
                  <a:close/>
                  <a:moveTo>
                    <a:pt x="271" y="18"/>
                  </a:moveTo>
                  <a:cubicBezTo>
                    <a:pt x="271" y="45"/>
                    <a:pt x="271" y="45"/>
                    <a:pt x="271" y="45"/>
                  </a:cubicBezTo>
                  <a:cubicBezTo>
                    <a:pt x="271" y="47"/>
                    <a:pt x="271" y="49"/>
                    <a:pt x="271" y="49"/>
                  </a:cubicBezTo>
                  <a:cubicBezTo>
                    <a:pt x="272" y="50"/>
                    <a:pt x="272" y="51"/>
                    <a:pt x="273" y="51"/>
                  </a:cubicBezTo>
                  <a:cubicBezTo>
                    <a:pt x="273" y="51"/>
                    <a:pt x="274" y="51"/>
                    <a:pt x="276" y="51"/>
                  </a:cubicBezTo>
                  <a:cubicBezTo>
                    <a:pt x="276" y="53"/>
                    <a:pt x="276" y="53"/>
                    <a:pt x="276" y="53"/>
                  </a:cubicBezTo>
                  <a:cubicBezTo>
                    <a:pt x="260" y="53"/>
                    <a:pt x="260" y="53"/>
                    <a:pt x="260" y="53"/>
                  </a:cubicBezTo>
                  <a:cubicBezTo>
                    <a:pt x="260" y="51"/>
                    <a:pt x="260" y="51"/>
                    <a:pt x="260" y="51"/>
                  </a:cubicBezTo>
                  <a:cubicBezTo>
                    <a:pt x="261" y="51"/>
                    <a:pt x="263" y="51"/>
                    <a:pt x="263" y="51"/>
                  </a:cubicBezTo>
                  <a:cubicBezTo>
                    <a:pt x="263" y="51"/>
                    <a:pt x="264" y="50"/>
                    <a:pt x="264" y="49"/>
                  </a:cubicBezTo>
                  <a:cubicBezTo>
                    <a:pt x="265" y="49"/>
                    <a:pt x="265" y="47"/>
                    <a:pt x="265" y="45"/>
                  </a:cubicBezTo>
                  <a:cubicBezTo>
                    <a:pt x="265" y="32"/>
                    <a:pt x="265" y="32"/>
                    <a:pt x="265" y="32"/>
                  </a:cubicBezTo>
                  <a:cubicBezTo>
                    <a:pt x="265" y="28"/>
                    <a:pt x="265" y="26"/>
                    <a:pt x="264" y="25"/>
                  </a:cubicBezTo>
                  <a:cubicBezTo>
                    <a:pt x="264" y="24"/>
                    <a:pt x="264" y="23"/>
                    <a:pt x="263" y="23"/>
                  </a:cubicBezTo>
                  <a:cubicBezTo>
                    <a:pt x="263" y="23"/>
                    <a:pt x="263" y="23"/>
                    <a:pt x="262" y="23"/>
                  </a:cubicBezTo>
                  <a:cubicBezTo>
                    <a:pt x="261" y="23"/>
                    <a:pt x="260" y="23"/>
                    <a:pt x="259" y="23"/>
                  </a:cubicBezTo>
                  <a:cubicBezTo>
                    <a:pt x="259" y="22"/>
                    <a:pt x="259" y="22"/>
                    <a:pt x="259" y="22"/>
                  </a:cubicBezTo>
                  <a:cubicBezTo>
                    <a:pt x="269" y="18"/>
                    <a:pt x="269" y="18"/>
                    <a:pt x="269" y="18"/>
                  </a:cubicBezTo>
                  <a:cubicBezTo>
                    <a:pt x="271" y="18"/>
                    <a:pt x="271" y="18"/>
                    <a:pt x="271" y="18"/>
                  </a:cubicBezTo>
                  <a:close/>
                  <a:moveTo>
                    <a:pt x="293" y="7"/>
                  </a:moveTo>
                  <a:cubicBezTo>
                    <a:pt x="293" y="19"/>
                    <a:pt x="293" y="19"/>
                    <a:pt x="293" y="19"/>
                  </a:cubicBezTo>
                  <a:cubicBezTo>
                    <a:pt x="301" y="19"/>
                    <a:pt x="301" y="19"/>
                    <a:pt x="301" y="19"/>
                  </a:cubicBezTo>
                  <a:cubicBezTo>
                    <a:pt x="301" y="21"/>
                    <a:pt x="301" y="21"/>
                    <a:pt x="301" y="21"/>
                  </a:cubicBezTo>
                  <a:cubicBezTo>
                    <a:pt x="293" y="21"/>
                    <a:pt x="293" y="21"/>
                    <a:pt x="293" y="21"/>
                  </a:cubicBezTo>
                  <a:cubicBezTo>
                    <a:pt x="293" y="43"/>
                    <a:pt x="293" y="43"/>
                    <a:pt x="293" y="43"/>
                  </a:cubicBezTo>
                  <a:cubicBezTo>
                    <a:pt x="293" y="45"/>
                    <a:pt x="294" y="47"/>
                    <a:pt x="294" y="48"/>
                  </a:cubicBezTo>
                  <a:cubicBezTo>
                    <a:pt x="295" y="49"/>
                    <a:pt x="295" y="49"/>
                    <a:pt x="297" y="49"/>
                  </a:cubicBezTo>
                  <a:cubicBezTo>
                    <a:pt x="297" y="49"/>
                    <a:pt x="298" y="49"/>
                    <a:pt x="299" y="48"/>
                  </a:cubicBezTo>
                  <a:cubicBezTo>
                    <a:pt x="300" y="48"/>
                    <a:pt x="300" y="47"/>
                    <a:pt x="301" y="46"/>
                  </a:cubicBezTo>
                  <a:cubicBezTo>
                    <a:pt x="302" y="46"/>
                    <a:pt x="302" y="46"/>
                    <a:pt x="302" y="46"/>
                  </a:cubicBezTo>
                  <a:cubicBezTo>
                    <a:pt x="301" y="48"/>
                    <a:pt x="300" y="50"/>
                    <a:pt x="298" y="51"/>
                  </a:cubicBezTo>
                  <a:cubicBezTo>
                    <a:pt x="297" y="53"/>
                    <a:pt x="295" y="53"/>
                    <a:pt x="293" y="53"/>
                  </a:cubicBezTo>
                  <a:cubicBezTo>
                    <a:pt x="292" y="53"/>
                    <a:pt x="291" y="53"/>
                    <a:pt x="290" y="53"/>
                  </a:cubicBezTo>
                  <a:cubicBezTo>
                    <a:pt x="289" y="52"/>
                    <a:pt x="288" y="51"/>
                    <a:pt x="288" y="50"/>
                  </a:cubicBezTo>
                  <a:cubicBezTo>
                    <a:pt x="287" y="49"/>
                    <a:pt x="287" y="47"/>
                    <a:pt x="287" y="44"/>
                  </a:cubicBezTo>
                  <a:cubicBezTo>
                    <a:pt x="287" y="21"/>
                    <a:pt x="287" y="21"/>
                    <a:pt x="287" y="21"/>
                  </a:cubicBezTo>
                  <a:cubicBezTo>
                    <a:pt x="282" y="21"/>
                    <a:pt x="282" y="21"/>
                    <a:pt x="282" y="21"/>
                  </a:cubicBezTo>
                  <a:cubicBezTo>
                    <a:pt x="282" y="20"/>
                    <a:pt x="282" y="20"/>
                    <a:pt x="282" y="20"/>
                  </a:cubicBezTo>
                  <a:cubicBezTo>
                    <a:pt x="283" y="20"/>
                    <a:pt x="285" y="19"/>
                    <a:pt x="286" y="17"/>
                  </a:cubicBezTo>
                  <a:cubicBezTo>
                    <a:pt x="287" y="16"/>
                    <a:pt x="288" y="15"/>
                    <a:pt x="289" y="13"/>
                  </a:cubicBezTo>
                  <a:cubicBezTo>
                    <a:pt x="290" y="12"/>
                    <a:pt x="291" y="10"/>
                    <a:pt x="292" y="7"/>
                  </a:cubicBezTo>
                  <a:cubicBezTo>
                    <a:pt x="293" y="7"/>
                    <a:pt x="293" y="7"/>
                    <a:pt x="293" y="7"/>
                  </a:cubicBezTo>
                  <a:close/>
                  <a:moveTo>
                    <a:pt x="306" y="19"/>
                  </a:moveTo>
                  <a:cubicBezTo>
                    <a:pt x="321" y="19"/>
                    <a:pt x="321" y="19"/>
                    <a:pt x="321" y="19"/>
                  </a:cubicBezTo>
                  <a:cubicBezTo>
                    <a:pt x="321" y="20"/>
                    <a:pt x="321" y="20"/>
                    <a:pt x="321" y="20"/>
                  </a:cubicBezTo>
                  <a:cubicBezTo>
                    <a:pt x="320" y="20"/>
                    <a:pt x="320" y="20"/>
                    <a:pt x="320" y="20"/>
                  </a:cubicBezTo>
                  <a:cubicBezTo>
                    <a:pt x="319" y="20"/>
                    <a:pt x="318" y="20"/>
                    <a:pt x="318" y="21"/>
                  </a:cubicBezTo>
                  <a:cubicBezTo>
                    <a:pt x="317" y="21"/>
                    <a:pt x="317" y="22"/>
                    <a:pt x="317" y="22"/>
                  </a:cubicBezTo>
                  <a:cubicBezTo>
                    <a:pt x="317" y="23"/>
                    <a:pt x="317" y="25"/>
                    <a:pt x="318" y="26"/>
                  </a:cubicBezTo>
                  <a:cubicBezTo>
                    <a:pt x="326" y="43"/>
                    <a:pt x="326" y="43"/>
                    <a:pt x="326" y="43"/>
                  </a:cubicBezTo>
                  <a:cubicBezTo>
                    <a:pt x="333" y="25"/>
                    <a:pt x="333" y="25"/>
                    <a:pt x="333" y="25"/>
                  </a:cubicBezTo>
                  <a:cubicBezTo>
                    <a:pt x="334" y="23"/>
                    <a:pt x="334" y="23"/>
                    <a:pt x="334" y="21"/>
                  </a:cubicBezTo>
                  <a:cubicBezTo>
                    <a:pt x="334" y="21"/>
                    <a:pt x="334" y="21"/>
                    <a:pt x="333" y="20"/>
                  </a:cubicBezTo>
                  <a:cubicBezTo>
                    <a:pt x="333" y="20"/>
                    <a:pt x="333" y="20"/>
                    <a:pt x="333" y="19"/>
                  </a:cubicBezTo>
                  <a:cubicBezTo>
                    <a:pt x="332" y="19"/>
                    <a:pt x="331" y="19"/>
                    <a:pt x="331" y="19"/>
                  </a:cubicBezTo>
                  <a:cubicBezTo>
                    <a:pt x="331" y="18"/>
                    <a:pt x="331" y="18"/>
                    <a:pt x="331" y="18"/>
                  </a:cubicBezTo>
                  <a:cubicBezTo>
                    <a:pt x="341" y="18"/>
                    <a:pt x="341" y="18"/>
                    <a:pt x="341" y="18"/>
                  </a:cubicBezTo>
                  <a:cubicBezTo>
                    <a:pt x="341" y="19"/>
                    <a:pt x="341" y="19"/>
                    <a:pt x="341" y="19"/>
                  </a:cubicBezTo>
                  <a:cubicBezTo>
                    <a:pt x="341" y="19"/>
                    <a:pt x="340" y="19"/>
                    <a:pt x="339" y="19"/>
                  </a:cubicBezTo>
                  <a:cubicBezTo>
                    <a:pt x="339" y="20"/>
                    <a:pt x="338" y="20"/>
                    <a:pt x="338" y="21"/>
                  </a:cubicBezTo>
                  <a:cubicBezTo>
                    <a:pt x="337" y="21"/>
                    <a:pt x="337" y="22"/>
                    <a:pt x="337" y="24"/>
                  </a:cubicBezTo>
                  <a:cubicBezTo>
                    <a:pt x="323" y="58"/>
                    <a:pt x="323" y="58"/>
                    <a:pt x="323" y="58"/>
                  </a:cubicBezTo>
                  <a:cubicBezTo>
                    <a:pt x="322" y="61"/>
                    <a:pt x="321" y="63"/>
                    <a:pt x="318" y="65"/>
                  </a:cubicBezTo>
                  <a:cubicBezTo>
                    <a:pt x="316" y="67"/>
                    <a:pt x="314" y="68"/>
                    <a:pt x="312" y="68"/>
                  </a:cubicBezTo>
                  <a:cubicBezTo>
                    <a:pt x="311" y="68"/>
                    <a:pt x="310" y="67"/>
                    <a:pt x="309" y="67"/>
                  </a:cubicBezTo>
                  <a:cubicBezTo>
                    <a:pt x="308" y="66"/>
                    <a:pt x="307" y="65"/>
                    <a:pt x="307" y="64"/>
                  </a:cubicBezTo>
                  <a:cubicBezTo>
                    <a:pt x="307" y="63"/>
                    <a:pt x="308" y="62"/>
                    <a:pt x="308" y="61"/>
                  </a:cubicBezTo>
                  <a:cubicBezTo>
                    <a:pt x="309" y="61"/>
                    <a:pt x="310" y="61"/>
                    <a:pt x="311" y="61"/>
                  </a:cubicBezTo>
                  <a:cubicBezTo>
                    <a:pt x="312" y="61"/>
                    <a:pt x="313" y="61"/>
                    <a:pt x="314" y="61"/>
                  </a:cubicBezTo>
                  <a:cubicBezTo>
                    <a:pt x="315" y="62"/>
                    <a:pt x="316" y="62"/>
                    <a:pt x="316" y="62"/>
                  </a:cubicBezTo>
                  <a:cubicBezTo>
                    <a:pt x="317" y="62"/>
                    <a:pt x="317" y="61"/>
                    <a:pt x="318" y="61"/>
                  </a:cubicBezTo>
                  <a:cubicBezTo>
                    <a:pt x="319" y="60"/>
                    <a:pt x="320" y="58"/>
                    <a:pt x="321" y="56"/>
                  </a:cubicBezTo>
                  <a:cubicBezTo>
                    <a:pt x="323" y="50"/>
                    <a:pt x="323" y="50"/>
                    <a:pt x="323" y="50"/>
                  </a:cubicBezTo>
                  <a:cubicBezTo>
                    <a:pt x="311" y="25"/>
                    <a:pt x="311" y="25"/>
                    <a:pt x="311" y="25"/>
                  </a:cubicBezTo>
                  <a:cubicBezTo>
                    <a:pt x="311" y="24"/>
                    <a:pt x="311" y="23"/>
                    <a:pt x="310" y="22"/>
                  </a:cubicBezTo>
                  <a:cubicBezTo>
                    <a:pt x="309" y="21"/>
                    <a:pt x="309" y="20"/>
                    <a:pt x="308" y="20"/>
                  </a:cubicBezTo>
                  <a:cubicBezTo>
                    <a:pt x="308" y="20"/>
                    <a:pt x="307" y="19"/>
                    <a:pt x="305" y="19"/>
                  </a:cubicBezTo>
                  <a:cubicBezTo>
                    <a:pt x="306" y="19"/>
                    <a:pt x="306" y="19"/>
                    <a:pt x="306" y="19"/>
                  </a:cubicBezTo>
                  <a:close/>
                  <a:moveTo>
                    <a:pt x="379" y="18"/>
                  </a:moveTo>
                  <a:cubicBezTo>
                    <a:pt x="383" y="18"/>
                    <a:pt x="387" y="20"/>
                    <a:pt x="391" y="24"/>
                  </a:cubicBezTo>
                  <a:cubicBezTo>
                    <a:pt x="393" y="27"/>
                    <a:pt x="395" y="31"/>
                    <a:pt x="395" y="35"/>
                  </a:cubicBezTo>
                  <a:cubicBezTo>
                    <a:pt x="395" y="39"/>
                    <a:pt x="394" y="41"/>
                    <a:pt x="393" y="45"/>
                  </a:cubicBezTo>
                  <a:cubicBezTo>
                    <a:pt x="391" y="48"/>
                    <a:pt x="389" y="50"/>
                    <a:pt x="387" y="52"/>
                  </a:cubicBezTo>
                  <a:cubicBezTo>
                    <a:pt x="385" y="53"/>
                    <a:pt x="382" y="54"/>
                    <a:pt x="379" y="54"/>
                  </a:cubicBezTo>
                  <a:cubicBezTo>
                    <a:pt x="374" y="54"/>
                    <a:pt x="370" y="52"/>
                    <a:pt x="367" y="48"/>
                  </a:cubicBezTo>
                  <a:cubicBezTo>
                    <a:pt x="365" y="45"/>
                    <a:pt x="363" y="41"/>
                    <a:pt x="363" y="37"/>
                  </a:cubicBezTo>
                  <a:cubicBezTo>
                    <a:pt x="363" y="33"/>
                    <a:pt x="364" y="30"/>
                    <a:pt x="366" y="27"/>
                  </a:cubicBezTo>
                  <a:cubicBezTo>
                    <a:pt x="367" y="24"/>
                    <a:pt x="369" y="22"/>
                    <a:pt x="372" y="21"/>
                  </a:cubicBezTo>
                  <a:cubicBezTo>
                    <a:pt x="373" y="19"/>
                    <a:pt x="376" y="18"/>
                    <a:pt x="379" y="18"/>
                  </a:cubicBezTo>
                  <a:close/>
                  <a:moveTo>
                    <a:pt x="377" y="20"/>
                  </a:moveTo>
                  <a:cubicBezTo>
                    <a:pt x="376" y="20"/>
                    <a:pt x="375" y="21"/>
                    <a:pt x="373" y="21"/>
                  </a:cubicBezTo>
                  <a:cubicBezTo>
                    <a:pt x="372" y="22"/>
                    <a:pt x="371" y="23"/>
                    <a:pt x="370" y="25"/>
                  </a:cubicBezTo>
                  <a:cubicBezTo>
                    <a:pt x="369" y="27"/>
                    <a:pt x="369" y="30"/>
                    <a:pt x="369" y="33"/>
                  </a:cubicBezTo>
                  <a:cubicBezTo>
                    <a:pt x="369" y="38"/>
                    <a:pt x="370" y="42"/>
                    <a:pt x="372" y="46"/>
                  </a:cubicBezTo>
                  <a:cubicBezTo>
                    <a:pt x="374" y="49"/>
                    <a:pt x="376" y="51"/>
                    <a:pt x="379" y="51"/>
                  </a:cubicBezTo>
                  <a:cubicBezTo>
                    <a:pt x="382" y="51"/>
                    <a:pt x="384" y="50"/>
                    <a:pt x="385" y="48"/>
                  </a:cubicBezTo>
                  <a:cubicBezTo>
                    <a:pt x="387" y="46"/>
                    <a:pt x="387" y="43"/>
                    <a:pt x="387" y="38"/>
                  </a:cubicBezTo>
                  <a:cubicBezTo>
                    <a:pt x="387" y="32"/>
                    <a:pt x="386" y="27"/>
                    <a:pt x="384" y="24"/>
                  </a:cubicBezTo>
                  <a:cubicBezTo>
                    <a:pt x="382" y="21"/>
                    <a:pt x="380" y="20"/>
                    <a:pt x="377" y="20"/>
                  </a:cubicBezTo>
                  <a:close/>
                  <a:moveTo>
                    <a:pt x="415" y="21"/>
                  </a:moveTo>
                  <a:cubicBezTo>
                    <a:pt x="415" y="44"/>
                    <a:pt x="415" y="44"/>
                    <a:pt x="415" y="44"/>
                  </a:cubicBezTo>
                  <a:cubicBezTo>
                    <a:pt x="415" y="47"/>
                    <a:pt x="416" y="49"/>
                    <a:pt x="416" y="50"/>
                  </a:cubicBezTo>
                  <a:cubicBezTo>
                    <a:pt x="417" y="51"/>
                    <a:pt x="418" y="51"/>
                    <a:pt x="420" y="51"/>
                  </a:cubicBezTo>
                  <a:cubicBezTo>
                    <a:pt x="423" y="51"/>
                    <a:pt x="423" y="51"/>
                    <a:pt x="423" y="51"/>
                  </a:cubicBezTo>
                  <a:cubicBezTo>
                    <a:pt x="423" y="53"/>
                    <a:pt x="423" y="53"/>
                    <a:pt x="423" y="53"/>
                  </a:cubicBezTo>
                  <a:cubicBezTo>
                    <a:pt x="403" y="53"/>
                    <a:pt x="403" y="53"/>
                    <a:pt x="403" y="53"/>
                  </a:cubicBezTo>
                  <a:cubicBezTo>
                    <a:pt x="403" y="51"/>
                    <a:pt x="403" y="51"/>
                    <a:pt x="403" y="51"/>
                  </a:cubicBezTo>
                  <a:cubicBezTo>
                    <a:pt x="405" y="51"/>
                    <a:pt x="405" y="51"/>
                    <a:pt x="405" y="51"/>
                  </a:cubicBezTo>
                  <a:cubicBezTo>
                    <a:pt x="406" y="51"/>
                    <a:pt x="407" y="51"/>
                    <a:pt x="408" y="51"/>
                  </a:cubicBezTo>
                  <a:cubicBezTo>
                    <a:pt x="409" y="50"/>
                    <a:pt x="409" y="49"/>
                    <a:pt x="409" y="49"/>
                  </a:cubicBezTo>
                  <a:cubicBezTo>
                    <a:pt x="410" y="48"/>
                    <a:pt x="410" y="46"/>
                    <a:pt x="410" y="44"/>
                  </a:cubicBezTo>
                  <a:cubicBezTo>
                    <a:pt x="410" y="21"/>
                    <a:pt x="410" y="21"/>
                    <a:pt x="410" y="21"/>
                  </a:cubicBezTo>
                  <a:cubicBezTo>
                    <a:pt x="403" y="21"/>
                    <a:pt x="403" y="21"/>
                    <a:pt x="403" y="21"/>
                  </a:cubicBezTo>
                  <a:cubicBezTo>
                    <a:pt x="403" y="19"/>
                    <a:pt x="403" y="19"/>
                    <a:pt x="403" y="19"/>
                  </a:cubicBezTo>
                  <a:cubicBezTo>
                    <a:pt x="410" y="19"/>
                    <a:pt x="410" y="19"/>
                    <a:pt x="410" y="19"/>
                  </a:cubicBezTo>
                  <a:cubicBezTo>
                    <a:pt x="410" y="16"/>
                    <a:pt x="410" y="16"/>
                    <a:pt x="410" y="16"/>
                  </a:cubicBezTo>
                  <a:cubicBezTo>
                    <a:pt x="410" y="13"/>
                    <a:pt x="410" y="10"/>
                    <a:pt x="411" y="7"/>
                  </a:cubicBezTo>
                  <a:cubicBezTo>
                    <a:pt x="413" y="5"/>
                    <a:pt x="414" y="3"/>
                    <a:pt x="416" y="2"/>
                  </a:cubicBezTo>
                  <a:cubicBezTo>
                    <a:pt x="418" y="0"/>
                    <a:pt x="421" y="0"/>
                    <a:pt x="423" y="0"/>
                  </a:cubicBezTo>
                  <a:cubicBezTo>
                    <a:pt x="426" y="0"/>
                    <a:pt x="428" y="1"/>
                    <a:pt x="430" y="2"/>
                  </a:cubicBezTo>
                  <a:cubicBezTo>
                    <a:pt x="431" y="3"/>
                    <a:pt x="432" y="5"/>
                    <a:pt x="432" y="6"/>
                  </a:cubicBezTo>
                  <a:cubicBezTo>
                    <a:pt x="432" y="7"/>
                    <a:pt x="432" y="7"/>
                    <a:pt x="431" y="8"/>
                  </a:cubicBezTo>
                  <a:cubicBezTo>
                    <a:pt x="431" y="9"/>
                    <a:pt x="430" y="9"/>
                    <a:pt x="429" y="9"/>
                  </a:cubicBezTo>
                  <a:cubicBezTo>
                    <a:pt x="429" y="9"/>
                    <a:pt x="428" y="8"/>
                    <a:pt x="428" y="8"/>
                  </a:cubicBezTo>
                  <a:cubicBezTo>
                    <a:pt x="427" y="7"/>
                    <a:pt x="427" y="7"/>
                    <a:pt x="425" y="5"/>
                  </a:cubicBezTo>
                  <a:cubicBezTo>
                    <a:pt x="425" y="4"/>
                    <a:pt x="424" y="3"/>
                    <a:pt x="423" y="2"/>
                  </a:cubicBezTo>
                  <a:cubicBezTo>
                    <a:pt x="422" y="2"/>
                    <a:pt x="421" y="1"/>
                    <a:pt x="421" y="1"/>
                  </a:cubicBezTo>
                  <a:cubicBezTo>
                    <a:pt x="419" y="1"/>
                    <a:pt x="419" y="2"/>
                    <a:pt x="418" y="2"/>
                  </a:cubicBezTo>
                  <a:cubicBezTo>
                    <a:pt x="417" y="3"/>
                    <a:pt x="417" y="4"/>
                    <a:pt x="416" y="5"/>
                  </a:cubicBezTo>
                  <a:cubicBezTo>
                    <a:pt x="416" y="6"/>
                    <a:pt x="416" y="9"/>
                    <a:pt x="416" y="15"/>
                  </a:cubicBezTo>
                  <a:cubicBezTo>
                    <a:pt x="416" y="17"/>
                    <a:pt x="416" y="17"/>
                    <a:pt x="416" y="17"/>
                  </a:cubicBezTo>
                  <a:cubicBezTo>
                    <a:pt x="424" y="17"/>
                    <a:pt x="424" y="17"/>
                    <a:pt x="424" y="17"/>
                  </a:cubicBezTo>
                  <a:cubicBezTo>
                    <a:pt x="424" y="21"/>
                    <a:pt x="424" y="21"/>
                    <a:pt x="424" y="21"/>
                  </a:cubicBezTo>
                  <a:cubicBezTo>
                    <a:pt x="415" y="21"/>
                    <a:pt x="415" y="21"/>
                    <a:pt x="415" y="21"/>
                  </a:cubicBezTo>
                  <a:close/>
                  <a:moveTo>
                    <a:pt x="477" y="1"/>
                  </a:moveTo>
                  <a:cubicBezTo>
                    <a:pt x="477" y="19"/>
                    <a:pt x="477" y="19"/>
                    <a:pt x="477" y="19"/>
                  </a:cubicBezTo>
                  <a:cubicBezTo>
                    <a:pt x="475" y="19"/>
                    <a:pt x="475" y="19"/>
                    <a:pt x="475" y="19"/>
                  </a:cubicBezTo>
                  <a:cubicBezTo>
                    <a:pt x="475" y="15"/>
                    <a:pt x="474" y="13"/>
                    <a:pt x="473" y="11"/>
                  </a:cubicBezTo>
                  <a:cubicBezTo>
                    <a:pt x="472" y="9"/>
                    <a:pt x="470" y="7"/>
                    <a:pt x="468" y="6"/>
                  </a:cubicBezTo>
                  <a:cubicBezTo>
                    <a:pt x="466" y="5"/>
                    <a:pt x="464" y="4"/>
                    <a:pt x="462" y="4"/>
                  </a:cubicBezTo>
                  <a:cubicBezTo>
                    <a:pt x="459" y="4"/>
                    <a:pt x="457" y="5"/>
                    <a:pt x="456" y="7"/>
                  </a:cubicBezTo>
                  <a:cubicBezTo>
                    <a:pt x="454" y="8"/>
                    <a:pt x="453" y="10"/>
                    <a:pt x="453" y="12"/>
                  </a:cubicBezTo>
                  <a:cubicBezTo>
                    <a:pt x="453" y="13"/>
                    <a:pt x="454" y="15"/>
                    <a:pt x="455" y="16"/>
                  </a:cubicBezTo>
                  <a:cubicBezTo>
                    <a:pt x="457" y="18"/>
                    <a:pt x="460" y="20"/>
                    <a:pt x="465" y="23"/>
                  </a:cubicBezTo>
                  <a:cubicBezTo>
                    <a:pt x="470" y="26"/>
                    <a:pt x="473" y="28"/>
                    <a:pt x="475" y="29"/>
                  </a:cubicBezTo>
                  <a:cubicBezTo>
                    <a:pt x="476" y="31"/>
                    <a:pt x="477" y="32"/>
                    <a:pt x="479" y="34"/>
                  </a:cubicBezTo>
                  <a:cubicBezTo>
                    <a:pt x="479" y="36"/>
                    <a:pt x="480" y="38"/>
                    <a:pt x="480" y="40"/>
                  </a:cubicBezTo>
                  <a:cubicBezTo>
                    <a:pt x="480" y="44"/>
                    <a:pt x="478" y="47"/>
                    <a:pt x="475" y="50"/>
                  </a:cubicBezTo>
                  <a:cubicBezTo>
                    <a:pt x="473" y="53"/>
                    <a:pt x="469" y="54"/>
                    <a:pt x="465" y="54"/>
                  </a:cubicBezTo>
                  <a:cubicBezTo>
                    <a:pt x="463" y="54"/>
                    <a:pt x="462" y="54"/>
                    <a:pt x="461" y="53"/>
                  </a:cubicBezTo>
                  <a:cubicBezTo>
                    <a:pt x="460" y="53"/>
                    <a:pt x="458" y="53"/>
                    <a:pt x="456" y="52"/>
                  </a:cubicBezTo>
                  <a:cubicBezTo>
                    <a:pt x="454" y="51"/>
                    <a:pt x="453" y="51"/>
                    <a:pt x="452" y="51"/>
                  </a:cubicBezTo>
                  <a:cubicBezTo>
                    <a:pt x="451" y="51"/>
                    <a:pt x="451" y="51"/>
                    <a:pt x="450" y="51"/>
                  </a:cubicBezTo>
                  <a:cubicBezTo>
                    <a:pt x="450" y="52"/>
                    <a:pt x="450" y="53"/>
                    <a:pt x="449" y="54"/>
                  </a:cubicBezTo>
                  <a:cubicBezTo>
                    <a:pt x="448" y="54"/>
                    <a:pt x="448" y="54"/>
                    <a:pt x="448" y="54"/>
                  </a:cubicBezTo>
                  <a:cubicBezTo>
                    <a:pt x="448" y="37"/>
                    <a:pt x="448" y="37"/>
                    <a:pt x="448" y="37"/>
                  </a:cubicBezTo>
                  <a:cubicBezTo>
                    <a:pt x="449" y="37"/>
                    <a:pt x="449" y="37"/>
                    <a:pt x="449" y="37"/>
                  </a:cubicBezTo>
                  <a:cubicBezTo>
                    <a:pt x="450" y="40"/>
                    <a:pt x="451" y="43"/>
                    <a:pt x="452" y="45"/>
                  </a:cubicBezTo>
                  <a:cubicBezTo>
                    <a:pt x="453" y="46"/>
                    <a:pt x="455" y="48"/>
                    <a:pt x="457" y="49"/>
                  </a:cubicBezTo>
                  <a:cubicBezTo>
                    <a:pt x="459" y="50"/>
                    <a:pt x="461" y="51"/>
                    <a:pt x="464" y="51"/>
                  </a:cubicBezTo>
                  <a:cubicBezTo>
                    <a:pt x="467" y="51"/>
                    <a:pt x="469" y="50"/>
                    <a:pt x="471" y="48"/>
                  </a:cubicBezTo>
                  <a:cubicBezTo>
                    <a:pt x="473" y="47"/>
                    <a:pt x="473" y="45"/>
                    <a:pt x="473" y="43"/>
                  </a:cubicBezTo>
                  <a:cubicBezTo>
                    <a:pt x="473" y="41"/>
                    <a:pt x="473" y="40"/>
                    <a:pt x="473" y="39"/>
                  </a:cubicBezTo>
                  <a:cubicBezTo>
                    <a:pt x="472" y="38"/>
                    <a:pt x="471" y="37"/>
                    <a:pt x="469" y="35"/>
                  </a:cubicBezTo>
                  <a:cubicBezTo>
                    <a:pt x="469" y="35"/>
                    <a:pt x="466" y="33"/>
                    <a:pt x="462" y="31"/>
                  </a:cubicBezTo>
                  <a:cubicBezTo>
                    <a:pt x="458" y="28"/>
                    <a:pt x="455" y="26"/>
                    <a:pt x="453" y="25"/>
                  </a:cubicBezTo>
                  <a:cubicBezTo>
                    <a:pt x="451" y="23"/>
                    <a:pt x="450" y="22"/>
                    <a:pt x="449" y="20"/>
                  </a:cubicBezTo>
                  <a:cubicBezTo>
                    <a:pt x="448" y="19"/>
                    <a:pt x="448" y="17"/>
                    <a:pt x="448" y="15"/>
                  </a:cubicBezTo>
                  <a:cubicBezTo>
                    <a:pt x="448" y="11"/>
                    <a:pt x="449" y="8"/>
                    <a:pt x="452" y="5"/>
                  </a:cubicBezTo>
                  <a:cubicBezTo>
                    <a:pt x="455" y="3"/>
                    <a:pt x="458" y="1"/>
                    <a:pt x="462" y="1"/>
                  </a:cubicBezTo>
                  <a:cubicBezTo>
                    <a:pt x="464" y="1"/>
                    <a:pt x="467" y="2"/>
                    <a:pt x="470" y="3"/>
                  </a:cubicBezTo>
                  <a:cubicBezTo>
                    <a:pt x="471" y="4"/>
                    <a:pt x="472" y="4"/>
                    <a:pt x="473" y="4"/>
                  </a:cubicBezTo>
                  <a:cubicBezTo>
                    <a:pt x="473" y="4"/>
                    <a:pt x="474" y="4"/>
                    <a:pt x="474" y="4"/>
                  </a:cubicBezTo>
                  <a:cubicBezTo>
                    <a:pt x="475" y="3"/>
                    <a:pt x="475" y="3"/>
                    <a:pt x="475" y="1"/>
                  </a:cubicBezTo>
                  <a:cubicBezTo>
                    <a:pt x="477" y="1"/>
                    <a:pt x="477" y="1"/>
                    <a:pt x="477" y="1"/>
                  </a:cubicBezTo>
                  <a:close/>
                  <a:moveTo>
                    <a:pt x="517" y="40"/>
                  </a:moveTo>
                  <a:cubicBezTo>
                    <a:pt x="517" y="44"/>
                    <a:pt x="515" y="48"/>
                    <a:pt x="512" y="50"/>
                  </a:cubicBezTo>
                  <a:cubicBezTo>
                    <a:pt x="510" y="53"/>
                    <a:pt x="507" y="54"/>
                    <a:pt x="504" y="54"/>
                  </a:cubicBezTo>
                  <a:cubicBezTo>
                    <a:pt x="500" y="54"/>
                    <a:pt x="497" y="52"/>
                    <a:pt x="494" y="49"/>
                  </a:cubicBezTo>
                  <a:cubicBezTo>
                    <a:pt x="491" y="46"/>
                    <a:pt x="490" y="41"/>
                    <a:pt x="490" y="36"/>
                  </a:cubicBezTo>
                  <a:cubicBezTo>
                    <a:pt x="490" y="31"/>
                    <a:pt x="492" y="26"/>
                    <a:pt x="495" y="23"/>
                  </a:cubicBezTo>
                  <a:cubicBezTo>
                    <a:pt x="498" y="19"/>
                    <a:pt x="501" y="17"/>
                    <a:pt x="506" y="17"/>
                  </a:cubicBezTo>
                  <a:cubicBezTo>
                    <a:pt x="509" y="17"/>
                    <a:pt x="512" y="18"/>
                    <a:pt x="514" y="20"/>
                  </a:cubicBezTo>
                  <a:cubicBezTo>
                    <a:pt x="516" y="22"/>
                    <a:pt x="517" y="24"/>
                    <a:pt x="517" y="26"/>
                  </a:cubicBezTo>
                  <a:cubicBezTo>
                    <a:pt x="517" y="27"/>
                    <a:pt x="517" y="27"/>
                    <a:pt x="516" y="28"/>
                  </a:cubicBezTo>
                  <a:cubicBezTo>
                    <a:pt x="516" y="29"/>
                    <a:pt x="515" y="29"/>
                    <a:pt x="514" y="29"/>
                  </a:cubicBezTo>
                  <a:cubicBezTo>
                    <a:pt x="512" y="29"/>
                    <a:pt x="511" y="29"/>
                    <a:pt x="511" y="27"/>
                  </a:cubicBezTo>
                  <a:cubicBezTo>
                    <a:pt x="510" y="27"/>
                    <a:pt x="510" y="26"/>
                    <a:pt x="510" y="25"/>
                  </a:cubicBezTo>
                  <a:cubicBezTo>
                    <a:pt x="510" y="23"/>
                    <a:pt x="509" y="22"/>
                    <a:pt x="508" y="21"/>
                  </a:cubicBezTo>
                  <a:cubicBezTo>
                    <a:pt x="507" y="21"/>
                    <a:pt x="506" y="20"/>
                    <a:pt x="505" y="20"/>
                  </a:cubicBezTo>
                  <a:cubicBezTo>
                    <a:pt x="502" y="20"/>
                    <a:pt x="500" y="21"/>
                    <a:pt x="499" y="23"/>
                  </a:cubicBezTo>
                  <a:cubicBezTo>
                    <a:pt x="497" y="25"/>
                    <a:pt x="496" y="29"/>
                    <a:pt x="496" y="33"/>
                  </a:cubicBezTo>
                  <a:cubicBezTo>
                    <a:pt x="496" y="37"/>
                    <a:pt x="497" y="40"/>
                    <a:pt x="499" y="43"/>
                  </a:cubicBezTo>
                  <a:cubicBezTo>
                    <a:pt x="501" y="47"/>
                    <a:pt x="503" y="48"/>
                    <a:pt x="507" y="48"/>
                  </a:cubicBezTo>
                  <a:cubicBezTo>
                    <a:pt x="509" y="48"/>
                    <a:pt x="511" y="47"/>
                    <a:pt x="513" y="46"/>
                  </a:cubicBezTo>
                  <a:cubicBezTo>
                    <a:pt x="514" y="45"/>
                    <a:pt x="515" y="43"/>
                    <a:pt x="517" y="40"/>
                  </a:cubicBezTo>
                  <a:cubicBezTo>
                    <a:pt x="517" y="40"/>
                    <a:pt x="517" y="40"/>
                    <a:pt x="517" y="40"/>
                  </a:cubicBezTo>
                  <a:close/>
                  <a:moveTo>
                    <a:pt x="534" y="0"/>
                  </a:moveTo>
                  <a:cubicBezTo>
                    <a:pt x="535" y="0"/>
                    <a:pt x="536" y="0"/>
                    <a:pt x="537" y="1"/>
                  </a:cubicBezTo>
                  <a:cubicBezTo>
                    <a:pt x="537" y="2"/>
                    <a:pt x="538" y="3"/>
                    <a:pt x="538" y="4"/>
                  </a:cubicBezTo>
                  <a:cubicBezTo>
                    <a:pt x="538" y="5"/>
                    <a:pt x="537" y="6"/>
                    <a:pt x="537" y="7"/>
                  </a:cubicBezTo>
                  <a:cubicBezTo>
                    <a:pt x="536" y="7"/>
                    <a:pt x="535" y="8"/>
                    <a:pt x="534" y="8"/>
                  </a:cubicBezTo>
                  <a:cubicBezTo>
                    <a:pt x="533" y="8"/>
                    <a:pt x="532" y="7"/>
                    <a:pt x="532" y="7"/>
                  </a:cubicBezTo>
                  <a:cubicBezTo>
                    <a:pt x="531" y="6"/>
                    <a:pt x="531" y="5"/>
                    <a:pt x="531" y="4"/>
                  </a:cubicBezTo>
                  <a:cubicBezTo>
                    <a:pt x="531" y="3"/>
                    <a:pt x="531" y="2"/>
                    <a:pt x="532" y="1"/>
                  </a:cubicBezTo>
                  <a:cubicBezTo>
                    <a:pt x="532" y="0"/>
                    <a:pt x="533" y="0"/>
                    <a:pt x="534" y="0"/>
                  </a:cubicBezTo>
                  <a:close/>
                  <a:moveTo>
                    <a:pt x="537" y="18"/>
                  </a:moveTo>
                  <a:cubicBezTo>
                    <a:pt x="537" y="45"/>
                    <a:pt x="537" y="45"/>
                    <a:pt x="537" y="45"/>
                  </a:cubicBezTo>
                  <a:cubicBezTo>
                    <a:pt x="537" y="47"/>
                    <a:pt x="537" y="49"/>
                    <a:pt x="537" y="49"/>
                  </a:cubicBezTo>
                  <a:cubicBezTo>
                    <a:pt x="538" y="50"/>
                    <a:pt x="538" y="51"/>
                    <a:pt x="539" y="51"/>
                  </a:cubicBezTo>
                  <a:cubicBezTo>
                    <a:pt x="539" y="51"/>
                    <a:pt x="540" y="51"/>
                    <a:pt x="542" y="51"/>
                  </a:cubicBezTo>
                  <a:cubicBezTo>
                    <a:pt x="542" y="53"/>
                    <a:pt x="542" y="53"/>
                    <a:pt x="542" y="53"/>
                  </a:cubicBezTo>
                  <a:cubicBezTo>
                    <a:pt x="526" y="53"/>
                    <a:pt x="526" y="53"/>
                    <a:pt x="526" y="53"/>
                  </a:cubicBezTo>
                  <a:cubicBezTo>
                    <a:pt x="526" y="51"/>
                    <a:pt x="526" y="51"/>
                    <a:pt x="526" y="51"/>
                  </a:cubicBezTo>
                  <a:cubicBezTo>
                    <a:pt x="527" y="51"/>
                    <a:pt x="529" y="51"/>
                    <a:pt x="529" y="51"/>
                  </a:cubicBezTo>
                  <a:cubicBezTo>
                    <a:pt x="529" y="51"/>
                    <a:pt x="530" y="50"/>
                    <a:pt x="530" y="49"/>
                  </a:cubicBezTo>
                  <a:cubicBezTo>
                    <a:pt x="531" y="49"/>
                    <a:pt x="531" y="47"/>
                    <a:pt x="531" y="45"/>
                  </a:cubicBezTo>
                  <a:cubicBezTo>
                    <a:pt x="531" y="32"/>
                    <a:pt x="531" y="32"/>
                    <a:pt x="531" y="32"/>
                  </a:cubicBezTo>
                  <a:cubicBezTo>
                    <a:pt x="531" y="28"/>
                    <a:pt x="531" y="26"/>
                    <a:pt x="530" y="25"/>
                  </a:cubicBezTo>
                  <a:cubicBezTo>
                    <a:pt x="530" y="24"/>
                    <a:pt x="530" y="23"/>
                    <a:pt x="529" y="23"/>
                  </a:cubicBezTo>
                  <a:cubicBezTo>
                    <a:pt x="529" y="23"/>
                    <a:pt x="529" y="23"/>
                    <a:pt x="528" y="23"/>
                  </a:cubicBezTo>
                  <a:cubicBezTo>
                    <a:pt x="527" y="23"/>
                    <a:pt x="526" y="23"/>
                    <a:pt x="525" y="23"/>
                  </a:cubicBezTo>
                  <a:cubicBezTo>
                    <a:pt x="525" y="22"/>
                    <a:pt x="525" y="22"/>
                    <a:pt x="525" y="22"/>
                  </a:cubicBezTo>
                  <a:cubicBezTo>
                    <a:pt x="535" y="18"/>
                    <a:pt x="535" y="18"/>
                    <a:pt x="535" y="18"/>
                  </a:cubicBezTo>
                  <a:cubicBezTo>
                    <a:pt x="537" y="18"/>
                    <a:pt x="537" y="18"/>
                    <a:pt x="537" y="18"/>
                  </a:cubicBezTo>
                  <a:close/>
                  <a:moveTo>
                    <a:pt x="555" y="31"/>
                  </a:moveTo>
                  <a:cubicBezTo>
                    <a:pt x="555" y="37"/>
                    <a:pt x="557" y="40"/>
                    <a:pt x="559" y="43"/>
                  </a:cubicBezTo>
                  <a:cubicBezTo>
                    <a:pt x="561" y="46"/>
                    <a:pt x="564" y="48"/>
                    <a:pt x="567" y="48"/>
                  </a:cubicBezTo>
                  <a:cubicBezTo>
                    <a:pt x="569" y="48"/>
                    <a:pt x="571" y="47"/>
                    <a:pt x="573" y="46"/>
                  </a:cubicBezTo>
                  <a:cubicBezTo>
                    <a:pt x="575" y="45"/>
                    <a:pt x="576" y="43"/>
                    <a:pt x="577" y="39"/>
                  </a:cubicBezTo>
                  <a:cubicBezTo>
                    <a:pt x="578" y="40"/>
                    <a:pt x="578" y="40"/>
                    <a:pt x="578" y="40"/>
                  </a:cubicBezTo>
                  <a:cubicBezTo>
                    <a:pt x="578" y="43"/>
                    <a:pt x="576" y="47"/>
                    <a:pt x="574" y="49"/>
                  </a:cubicBezTo>
                  <a:cubicBezTo>
                    <a:pt x="571" y="52"/>
                    <a:pt x="568" y="53"/>
                    <a:pt x="565" y="53"/>
                  </a:cubicBezTo>
                  <a:cubicBezTo>
                    <a:pt x="561" y="53"/>
                    <a:pt x="557" y="52"/>
                    <a:pt x="555" y="49"/>
                  </a:cubicBezTo>
                  <a:cubicBezTo>
                    <a:pt x="552" y="45"/>
                    <a:pt x="551" y="41"/>
                    <a:pt x="551" y="36"/>
                  </a:cubicBezTo>
                  <a:cubicBezTo>
                    <a:pt x="551" y="30"/>
                    <a:pt x="552" y="25"/>
                    <a:pt x="555" y="22"/>
                  </a:cubicBezTo>
                  <a:cubicBezTo>
                    <a:pt x="558" y="19"/>
                    <a:pt x="561" y="17"/>
                    <a:pt x="566" y="17"/>
                  </a:cubicBezTo>
                  <a:cubicBezTo>
                    <a:pt x="569" y="17"/>
                    <a:pt x="573" y="19"/>
                    <a:pt x="575" y="21"/>
                  </a:cubicBezTo>
                  <a:cubicBezTo>
                    <a:pt x="577" y="23"/>
                    <a:pt x="579" y="27"/>
                    <a:pt x="579" y="31"/>
                  </a:cubicBezTo>
                  <a:cubicBezTo>
                    <a:pt x="555" y="31"/>
                    <a:pt x="555" y="31"/>
                    <a:pt x="555" y="31"/>
                  </a:cubicBezTo>
                  <a:close/>
                  <a:moveTo>
                    <a:pt x="555" y="29"/>
                  </a:moveTo>
                  <a:cubicBezTo>
                    <a:pt x="571" y="29"/>
                    <a:pt x="571" y="29"/>
                    <a:pt x="571" y="29"/>
                  </a:cubicBezTo>
                  <a:cubicBezTo>
                    <a:pt x="571" y="27"/>
                    <a:pt x="570" y="26"/>
                    <a:pt x="570" y="25"/>
                  </a:cubicBezTo>
                  <a:cubicBezTo>
                    <a:pt x="569" y="24"/>
                    <a:pt x="568" y="23"/>
                    <a:pt x="567" y="22"/>
                  </a:cubicBezTo>
                  <a:cubicBezTo>
                    <a:pt x="566" y="21"/>
                    <a:pt x="565" y="21"/>
                    <a:pt x="563" y="21"/>
                  </a:cubicBezTo>
                  <a:cubicBezTo>
                    <a:pt x="561" y="21"/>
                    <a:pt x="560" y="21"/>
                    <a:pt x="558" y="23"/>
                  </a:cubicBezTo>
                  <a:cubicBezTo>
                    <a:pt x="557" y="24"/>
                    <a:pt x="555" y="27"/>
                    <a:pt x="555" y="29"/>
                  </a:cubicBezTo>
                  <a:close/>
                  <a:moveTo>
                    <a:pt x="595" y="25"/>
                  </a:moveTo>
                  <a:cubicBezTo>
                    <a:pt x="599" y="20"/>
                    <a:pt x="603" y="18"/>
                    <a:pt x="606" y="18"/>
                  </a:cubicBezTo>
                  <a:cubicBezTo>
                    <a:pt x="608" y="18"/>
                    <a:pt x="609" y="18"/>
                    <a:pt x="611" y="19"/>
                  </a:cubicBezTo>
                  <a:cubicBezTo>
                    <a:pt x="612" y="20"/>
                    <a:pt x="613" y="21"/>
                    <a:pt x="614" y="23"/>
                  </a:cubicBezTo>
                  <a:cubicBezTo>
                    <a:pt x="615" y="25"/>
                    <a:pt x="615" y="27"/>
                    <a:pt x="615" y="30"/>
                  </a:cubicBezTo>
                  <a:cubicBezTo>
                    <a:pt x="615" y="45"/>
                    <a:pt x="615" y="45"/>
                    <a:pt x="615" y="45"/>
                  </a:cubicBezTo>
                  <a:cubicBezTo>
                    <a:pt x="615" y="47"/>
                    <a:pt x="615" y="48"/>
                    <a:pt x="615" y="49"/>
                  </a:cubicBezTo>
                  <a:cubicBezTo>
                    <a:pt x="616" y="50"/>
                    <a:pt x="616" y="50"/>
                    <a:pt x="617" y="51"/>
                  </a:cubicBezTo>
                  <a:cubicBezTo>
                    <a:pt x="617" y="51"/>
                    <a:pt x="618" y="51"/>
                    <a:pt x="620" y="51"/>
                  </a:cubicBezTo>
                  <a:cubicBezTo>
                    <a:pt x="620" y="52"/>
                    <a:pt x="620" y="52"/>
                    <a:pt x="620" y="52"/>
                  </a:cubicBezTo>
                  <a:cubicBezTo>
                    <a:pt x="604" y="52"/>
                    <a:pt x="604" y="52"/>
                    <a:pt x="604" y="52"/>
                  </a:cubicBezTo>
                  <a:cubicBezTo>
                    <a:pt x="604" y="51"/>
                    <a:pt x="604" y="51"/>
                    <a:pt x="604" y="51"/>
                  </a:cubicBezTo>
                  <a:cubicBezTo>
                    <a:pt x="605" y="51"/>
                    <a:pt x="605" y="51"/>
                    <a:pt x="605" y="51"/>
                  </a:cubicBezTo>
                  <a:cubicBezTo>
                    <a:pt x="606" y="51"/>
                    <a:pt x="607" y="51"/>
                    <a:pt x="608" y="50"/>
                  </a:cubicBezTo>
                  <a:cubicBezTo>
                    <a:pt x="609" y="50"/>
                    <a:pt x="609" y="49"/>
                    <a:pt x="609" y="48"/>
                  </a:cubicBezTo>
                  <a:cubicBezTo>
                    <a:pt x="609" y="48"/>
                    <a:pt x="609" y="47"/>
                    <a:pt x="609" y="45"/>
                  </a:cubicBezTo>
                  <a:cubicBezTo>
                    <a:pt x="609" y="31"/>
                    <a:pt x="609" y="31"/>
                    <a:pt x="609" y="31"/>
                  </a:cubicBezTo>
                  <a:cubicBezTo>
                    <a:pt x="609" y="27"/>
                    <a:pt x="609" y="25"/>
                    <a:pt x="608" y="24"/>
                  </a:cubicBezTo>
                  <a:cubicBezTo>
                    <a:pt x="607" y="23"/>
                    <a:pt x="606" y="22"/>
                    <a:pt x="604" y="22"/>
                  </a:cubicBezTo>
                  <a:cubicBezTo>
                    <a:pt x="601" y="22"/>
                    <a:pt x="598" y="23"/>
                    <a:pt x="595" y="27"/>
                  </a:cubicBezTo>
                  <a:cubicBezTo>
                    <a:pt x="595" y="45"/>
                    <a:pt x="595" y="45"/>
                    <a:pt x="595" y="45"/>
                  </a:cubicBezTo>
                  <a:cubicBezTo>
                    <a:pt x="595" y="47"/>
                    <a:pt x="595" y="48"/>
                    <a:pt x="596" y="49"/>
                  </a:cubicBezTo>
                  <a:cubicBezTo>
                    <a:pt x="596" y="50"/>
                    <a:pt x="597" y="50"/>
                    <a:pt x="597" y="51"/>
                  </a:cubicBezTo>
                  <a:cubicBezTo>
                    <a:pt x="597" y="51"/>
                    <a:pt x="599" y="51"/>
                    <a:pt x="601" y="51"/>
                  </a:cubicBezTo>
                  <a:cubicBezTo>
                    <a:pt x="601" y="52"/>
                    <a:pt x="601" y="52"/>
                    <a:pt x="601" y="52"/>
                  </a:cubicBezTo>
                  <a:cubicBezTo>
                    <a:pt x="585" y="52"/>
                    <a:pt x="585" y="52"/>
                    <a:pt x="585" y="52"/>
                  </a:cubicBezTo>
                  <a:cubicBezTo>
                    <a:pt x="585" y="51"/>
                    <a:pt x="585" y="51"/>
                    <a:pt x="585" y="51"/>
                  </a:cubicBezTo>
                  <a:cubicBezTo>
                    <a:pt x="585" y="51"/>
                    <a:pt x="585" y="51"/>
                    <a:pt x="585" y="51"/>
                  </a:cubicBezTo>
                  <a:cubicBezTo>
                    <a:pt x="587" y="51"/>
                    <a:pt x="588" y="51"/>
                    <a:pt x="589" y="50"/>
                  </a:cubicBezTo>
                  <a:cubicBezTo>
                    <a:pt x="589" y="49"/>
                    <a:pt x="589" y="47"/>
                    <a:pt x="589" y="45"/>
                  </a:cubicBezTo>
                  <a:cubicBezTo>
                    <a:pt x="589" y="32"/>
                    <a:pt x="589" y="32"/>
                    <a:pt x="589" y="32"/>
                  </a:cubicBezTo>
                  <a:cubicBezTo>
                    <a:pt x="589" y="28"/>
                    <a:pt x="589" y="25"/>
                    <a:pt x="589" y="24"/>
                  </a:cubicBezTo>
                  <a:cubicBezTo>
                    <a:pt x="589" y="23"/>
                    <a:pt x="589" y="23"/>
                    <a:pt x="588" y="22"/>
                  </a:cubicBezTo>
                  <a:cubicBezTo>
                    <a:pt x="588" y="22"/>
                    <a:pt x="587" y="22"/>
                    <a:pt x="587" y="22"/>
                  </a:cubicBezTo>
                  <a:cubicBezTo>
                    <a:pt x="586" y="22"/>
                    <a:pt x="585" y="22"/>
                    <a:pt x="584" y="22"/>
                  </a:cubicBezTo>
                  <a:cubicBezTo>
                    <a:pt x="584" y="21"/>
                    <a:pt x="584" y="21"/>
                    <a:pt x="584" y="21"/>
                  </a:cubicBezTo>
                  <a:cubicBezTo>
                    <a:pt x="594" y="17"/>
                    <a:pt x="594" y="17"/>
                    <a:pt x="594" y="17"/>
                  </a:cubicBezTo>
                  <a:cubicBezTo>
                    <a:pt x="595" y="17"/>
                    <a:pt x="595" y="17"/>
                    <a:pt x="595" y="17"/>
                  </a:cubicBezTo>
                  <a:cubicBezTo>
                    <a:pt x="595" y="25"/>
                    <a:pt x="595" y="25"/>
                    <a:pt x="595" y="25"/>
                  </a:cubicBezTo>
                  <a:close/>
                  <a:moveTo>
                    <a:pt x="654" y="40"/>
                  </a:moveTo>
                  <a:cubicBezTo>
                    <a:pt x="653" y="44"/>
                    <a:pt x="651" y="48"/>
                    <a:pt x="649" y="50"/>
                  </a:cubicBezTo>
                  <a:cubicBezTo>
                    <a:pt x="646" y="53"/>
                    <a:pt x="643" y="54"/>
                    <a:pt x="640" y="54"/>
                  </a:cubicBezTo>
                  <a:cubicBezTo>
                    <a:pt x="637" y="54"/>
                    <a:pt x="633" y="52"/>
                    <a:pt x="631" y="49"/>
                  </a:cubicBezTo>
                  <a:cubicBezTo>
                    <a:pt x="628" y="46"/>
                    <a:pt x="627" y="41"/>
                    <a:pt x="627" y="36"/>
                  </a:cubicBezTo>
                  <a:cubicBezTo>
                    <a:pt x="627" y="31"/>
                    <a:pt x="628" y="26"/>
                    <a:pt x="631" y="23"/>
                  </a:cubicBezTo>
                  <a:cubicBezTo>
                    <a:pt x="634" y="19"/>
                    <a:pt x="638" y="17"/>
                    <a:pt x="642" y="17"/>
                  </a:cubicBezTo>
                  <a:cubicBezTo>
                    <a:pt x="645" y="17"/>
                    <a:pt x="648" y="18"/>
                    <a:pt x="650" y="20"/>
                  </a:cubicBezTo>
                  <a:cubicBezTo>
                    <a:pt x="652" y="22"/>
                    <a:pt x="653" y="24"/>
                    <a:pt x="653" y="26"/>
                  </a:cubicBezTo>
                  <a:cubicBezTo>
                    <a:pt x="653" y="27"/>
                    <a:pt x="653" y="27"/>
                    <a:pt x="653" y="28"/>
                  </a:cubicBezTo>
                  <a:cubicBezTo>
                    <a:pt x="652" y="29"/>
                    <a:pt x="651" y="29"/>
                    <a:pt x="650" y="29"/>
                  </a:cubicBezTo>
                  <a:cubicBezTo>
                    <a:pt x="649" y="29"/>
                    <a:pt x="648" y="29"/>
                    <a:pt x="647" y="27"/>
                  </a:cubicBezTo>
                  <a:cubicBezTo>
                    <a:pt x="647" y="27"/>
                    <a:pt x="646" y="26"/>
                    <a:pt x="646" y="25"/>
                  </a:cubicBezTo>
                  <a:cubicBezTo>
                    <a:pt x="646" y="23"/>
                    <a:pt x="645" y="22"/>
                    <a:pt x="645" y="21"/>
                  </a:cubicBezTo>
                  <a:cubicBezTo>
                    <a:pt x="644" y="21"/>
                    <a:pt x="643" y="20"/>
                    <a:pt x="641" y="20"/>
                  </a:cubicBezTo>
                  <a:cubicBezTo>
                    <a:pt x="639" y="20"/>
                    <a:pt x="637" y="21"/>
                    <a:pt x="635" y="23"/>
                  </a:cubicBezTo>
                  <a:cubicBezTo>
                    <a:pt x="633" y="25"/>
                    <a:pt x="633" y="29"/>
                    <a:pt x="633" y="33"/>
                  </a:cubicBezTo>
                  <a:cubicBezTo>
                    <a:pt x="633" y="37"/>
                    <a:pt x="633" y="40"/>
                    <a:pt x="635" y="43"/>
                  </a:cubicBezTo>
                  <a:cubicBezTo>
                    <a:pt x="637" y="47"/>
                    <a:pt x="640" y="48"/>
                    <a:pt x="643" y="48"/>
                  </a:cubicBezTo>
                  <a:cubicBezTo>
                    <a:pt x="645" y="48"/>
                    <a:pt x="647" y="47"/>
                    <a:pt x="649" y="46"/>
                  </a:cubicBezTo>
                  <a:cubicBezTo>
                    <a:pt x="651" y="45"/>
                    <a:pt x="652" y="43"/>
                    <a:pt x="654" y="40"/>
                  </a:cubicBezTo>
                  <a:cubicBezTo>
                    <a:pt x="654" y="40"/>
                    <a:pt x="654" y="40"/>
                    <a:pt x="654" y="40"/>
                  </a:cubicBezTo>
                  <a:close/>
                  <a:moveTo>
                    <a:pt x="668" y="31"/>
                  </a:moveTo>
                  <a:cubicBezTo>
                    <a:pt x="668" y="37"/>
                    <a:pt x="669" y="40"/>
                    <a:pt x="671" y="43"/>
                  </a:cubicBezTo>
                  <a:cubicBezTo>
                    <a:pt x="674" y="46"/>
                    <a:pt x="677" y="48"/>
                    <a:pt x="680" y="48"/>
                  </a:cubicBezTo>
                  <a:cubicBezTo>
                    <a:pt x="682" y="48"/>
                    <a:pt x="684" y="47"/>
                    <a:pt x="685" y="46"/>
                  </a:cubicBezTo>
                  <a:cubicBezTo>
                    <a:pt x="687" y="45"/>
                    <a:pt x="688" y="43"/>
                    <a:pt x="689" y="39"/>
                  </a:cubicBezTo>
                  <a:cubicBezTo>
                    <a:pt x="691" y="40"/>
                    <a:pt x="691" y="40"/>
                    <a:pt x="691" y="40"/>
                  </a:cubicBezTo>
                  <a:cubicBezTo>
                    <a:pt x="690" y="43"/>
                    <a:pt x="689" y="47"/>
                    <a:pt x="686" y="49"/>
                  </a:cubicBezTo>
                  <a:cubicBezTo>
                    <a:pt x="684" y="52"/>
                    <a:pt x="681" y="53"/>
                    <a:pt x="677" y="53"/>
                  </a:cubicBezTo>
                  <a:cubicBezTo>
                    <a:pt x="673" y="53"/>
                    <a:pt x="670" y="52"/>
                    <a:pt x="667" y="49"/>
                  </a:cubicBezTo>
                  <a:cubicBezTo>
                    <a:pt x="664" y="45"/>
                    <a:pt x="663" y="41"/>
                    <a:pt x="663" y="36"/>
                  </a:cubicBezTo>
                  <a:cubicBezTo>
                    <a:pt x="663" y="30"/>
                    <a:pt x="665" y="25"/>
                    <a:pt x="667" y="22"/>
                  </a:cubicBezTo>
                  <a:cubicBezTo>
                    <a:pt x="670" y="19"/>
                    <a:pt x="674" y="17"/>
                    <a:pt x="678" y="17"/>
                  </a:cubicBezTo>
                  <a:cubicBezTo>
                    <a:pt x="682" y="17"/>
                    <a:pt x="685" y="19"/>
                    <a:pt x="687" y="21"/>
                  </a:cubicBezTo>
                  <a:cubicBezTo>
                    <a:pt x="690" y="23"/>
                    <a:pt x="691" y="27"/>
                    <a:pt x="691" y="31"/>
                  </a:cubicBezTo>
                  <a:cubicBezTo>
                    <a:pt x="668" y="31"/>
                    <a:pt x="668" y="31"/>
                    <a:pt x="668" y="31"/>
                  </a:cubicBezTo>
                  <a:close/>
                  <a:moveTo>
                    <a:pt x="668" y="29"/>
                  </a:moveTo>
                  <a:cubicBezTo>
                    <a:pt x="683" y="29"/>
                    <a:pt x="683" y="29"/>
                    <a:pt x="683" y="29"/>
                  </a:cubicBezTo>
                  <a:cubicBezTo>
                    <a:pt x="683" y="27"/>
                    <a:pt x="683" y="26"/>
                    <a:pt x="682" y="25"/>
                  </a:cubicBezTo>
                  <a:cubicBezTo>
                    <a:pt x="682" y="24"/>
                    <a:pt x="681" y="23"/>
                    <a:pt x="679" y="22"/>
                  </a:cubicBezTo>
                  <a:cubicBezTo>
                    <a:pt x="678" y="21"/>
                    <a:pt x="677" y="21"/>
                    <a:pt x="676" y="21"/>
                  </a:cubicBezTo>
                  <a:cubicBezTo>
                    <a:pt x="674" y="21"/>
                    <a:pt x="672" y="21"/>
                    <a:pt x="671" y="23"/>
                  </a:cubicBezTo>
                  <a:cubicBezTo>
                    <a:pt x="669" y="24"/>
                    <a:pt x="668" y="27"/>
                    <a:pt x="668" y="29"/>
                  </a:cubicBezTo>
                  <a:close/>
                  <a:moveTo>
                    <a:pt x="731" y="48"/>
                  </a:moveTo>
                  <a:cubicBezTo>
                    <a:pt x="728" y="51"/>
                    <a:pt x="726" y="52"/>
                    <a:pt x="725" y="53"/>
                  </a:cubicBezTo>
                  <a:cubicBezTo>
                    <a:pt x="724" y="53"/>
                    <a:pt x="722" y="53"/>
                    <a:pt x="721" y="53"/>
                  </a:cubicBezTo>
                  <a:cubicBezTo>
                    <a:pt x="719" y="53"/>
                    <a:pt x="717" y="53"/>
                    <a:pt x="715" y="51"/>
                  </a:cubicBezTo>
                  <a:cubicBezTo>
                    <a:pt x="714" y="49"/>
                    <a:pt x="713" y="47"/>
                    <a:pt x="713" y="45"/>
                  </a:cubicBezTo>
                  <a:cubicBezTo>
                    <a:pt x="713" y="43"/>
                    <a:pt x="714" y="41"/>
                    <a:pt x="715" y="40"/>
                  </a:cubicBezTo>
                  <a:cubicBezTo>
                    <a:pt x="715" y="39"/>
                    <a:pt x="717" y="37"/>
                    <a:pt x="720" y="35"/>
                  </a:cubicBezTo>
                  <a:cubicBezTo>
                    <a:pt x="722" y="34"/>
                    <a:pt x="726" y="32"/>
                    <a:pt x="732" y="30"/>
                  </a:cubicBezTo>
                  <a:cubicBezTo>
                    <a:pt x="732" y="29"/>
                    <a:pt x="732" y="29"/>
                    <a:pt x="732" y="29"/>
                  </a:cubicBezTo>
                  <a:cubicBezTo>
                    <a:pt x="732" y="25"/>
                    <a:pt x="731" y="23"/>
                    <a:pt x="730" y="22"/>
                  </a:cubicBezTo>
                  <a:cubicBezTo>
                    <a:pt x="729" y="21"/>
                    <a:pt x="728" y="20"/>
                    <a:pt x="726" y="20"/>
                  </a:cubicBezTo>
                  <a:cubicBezTo>
                    <a:pt x="724" y="20"/>
                    <a:pt x="723" y="20"/>
                    <a:pt x="722" y="21"/>
                  </a:cubicBezTo>
                  <a:cubicBezTo>
                    <a:pt x="721" y="22"/>
                    <a:pt x="721" y="23"/>
                    <a:pt x="721" y="24"/>
                  </a:cubicBezTo>
                  <a:cubicBezTo>
                    <a:pt x="721" y="26"/>
                    <a:pt x="721" y="26"/>
                    <a:pt x="721" y="26"/>
                  </a:cubicBezTo>
                  <a:cubicBezTo>
                    <a:pt x="721" y="27"/>
                    <a:pt x="721" y="28"/>
                    <a:pt x="720" y="29"/>
                  </a:cubicBezTo>
                  <a:cubicBezTo>
                    <a:pt x="720" y="29"/>
                    <a:pt x="719" y="29"/>
                    <a:pt x="718" y="29"/>
                  </a:cubicBezTo>
                  <a:cubicBezTo>
                    <a:pt x="717" y="29"/>
                    <a:pt x="717" y="29"/>
                    <a:pt x="716" y="29"/>
                  </a:cubicBezTo>
                  <a:cubicBezTo>
                    <a:pt x="716" y="28"/>
                    <a:pt x="715" y="27"/>
                    <a:pt x="715" y="26"/>
                  </a:cubicBezTo>
                  <a:cubicBezTo>
                    <a:pt x="715" y="24"/>
                    <a:pt x="717" y="22"/>
                    <a:pt x="719" y="20"/>
                  </a:cubicBezTo>
                  <a:cubicBezTo>
                    <a:pt x="721" y="18"/>
                    <a:pt x="724" y="17"/>
                    <a:pt x="727" y="17"/>
                  </a:cubicBezTo>
                  <a:cubicBezTo>
                    <a:pt x="730" y="17"/>
                    <a:pt x="733" y="17"/>
                    <a:pt x="735" y="19"/>
                  </a:cubicBezTo>
                  <a:cubicBezTo>
                    <a:pt x="736" y="19"/>
                    <a:pt x="737" y="21"/>
                    <a:pt x="738" y="22"/>
                  </a:cubicBezTo>
                  <a:cubicBezTo>
                    <a:pt x="738" y="23"/>
                    <a:pt x="739" y="25"/>
                    <a:pt x="739" y="29"/>
                  </a:cubicBezTo>
                  <a:cubicBezTo>
                    <a:pt x="739" y="40"/>
                    <a:pt x="739" y="40"/>
                    <a:pt x="739" y="40"/>
                  </a:cubicBezTo>
                  <a:cubicBezTo>
                    <a:pt x="739" y="43"/>
                    <a:pt x="739" y="45"/>
                    <a:pt x="739" y="46"/>
                  </a:cubicBezTo>
                  <a:cubicBezTo>
                    <a:pt x="739" y="47"/>
                    <a:pt x="739" y="47"/>
                    <a:pt x="739" y="48"/>
                  </a:cubicBezTo>
                  <a:cubicBezTo>
                    <a:pt x="739" y="48"/>
                    <a:pt x="739" y="48"/>
                    <a:pt x="740" y="48"/>
                  </a:cubicBezTo>
                  <a:cubicBezTo>
                    <a:pt x="740" y="48"/>
                    <a:pt x="741" y="48"/>
                    <a:pt x="741" y="48"/>
                  </a:cubicBezTo>
                  <a:cubicBezTo>
                    <a:pt x="741" y="47"/>
                    <a:pt x="743" y="47"/>
                    <a:pt x="744" y="45"/>
                  </a:cubicBezTo>
                  <a:cubicBezTo>
                    <a:pt x="744" y="47"/>
                    <a:pt x="744" y="47"/>
                    <a:pt x="744" y="47"/>
                  </a:cubicBezTo>
                  <a:cubicBezTo>
                    <a:pt x="741" y="51"/>
                    <a:pt x="739" y="53"/>
                    <a:pt x="736" y="53"/>
                  </a:cubicBezTo>
                  <a:cubicBezTo>
                    <a:pt x="735" y="53"/>
                    <a:pt x="734" y="52"/>
                    <a:pt x="733" y="51"/>
                  </a:cubicBezTo>
                  <a:cubicBezTo>
                    <a:pt x="732" y="51"/>
                    <a:pt x="731" y="50"/>
                    <a:pt x="731" y="48"/>
                  </a:cubicBezTo>
                  <a:close/>
                  <a:moveTo>
                    <a:pt x="731" y="45"/>
                  </a:moveTo>
                  <a:cubicBezTo>
                    <a:pt x="731" y="33"/>
                    <a:pt x="731" y="33"/>
                    <a:pt x="731" y="33"/>
                  </a:cubicBezTo>
                  <a:cubicBezTo>
                    <a:pt x="728" y="34"/>
                    <a:pt x="725" y="35"/>
                    <a:pt x="725" y="36"/>
                  </a:cubicBezTo>
                  <a:cubicBezTo>
                    <a:pt x="723" y="37"/>
                    <a:pt x="721" y="38"/>
                    <a:pt x="721" y="39"/>
                  </a:cubicBezTo>
                  <a:cubicBezTo>
                    <a:pt x="720" y="41"/>
                    <a:pt x="719" y="42"/>
                    <a:pt x="719" y="43"/>
                  </a:cubicBezTo>
                  <a:cubicBezTo>
                    <a:pt x="719" y="45"/>
                    <a:pt x="720" y="47"/>
                    <a:pt x="721" y="48"/>
                  </a:cubicBezTo>
                  <a:cubicBezTo>
                    <a:pt x="722" y="49"/>
                    <a:pt x="723" y="49"/>
                    <a:pt x="725" y="49"/>
                  </a:cubicBezTo>
                  <a:cubicBezTo>
                    <a:pt x="726" y="49"/>
                    <a:pt x="729" y="48"/>
                    <a:pt x="731" y="45"/>
                  </a:cubicBezTo>
                  <a:close/>
                  <a:moveTo>
                    <a:pt x="759" y="25"/>
                  </a:moveTo>
                  <a:cubicBezTo>
                    <a:pt x="763" y="20"/>
                    <a:pt x="766" y="18"/>
                    <a:pt x="769" y="18"/>
                  </a:cubicBezTo>
                  <a:cubicBezTo>
                    <a:pt x="771" y="18"/>
                    <a:pt x="773" y="18"/>
                    <a:pt x="774" y="19"/>
                  </a:cubicBezTo>
                  <a:cubicBezTo>
                    <a:pt x="775" y="20"/>
                    <a:pt x="777" y="21"/>
                    <a:pt x="777" y="23"/>
                  </a:cubicBezTo>
                  <a:cubicBezTo>
                    <a:pt x="778" y="25"/>
                    <a:pt x="778" y="27"/>
                    <a:pt x="778" y="30"/>
                  </a:cubicBezTo>
                  <a:cubicBezTo>
                    <a:pt x="778" y="45"/>
                    <a:pt x="778" y="45"/>
                    <a:pt x="778" y="45"/>
                  </a:cubicBezTo>
                  <a:cubicBezTo>
                    <a:pt x="778" y="47"/>
                    <a:pt x="778" y="48"/>
                    <a:pt x="779" y="49"/>
                  </a:cubicBezTo>
                  <a:cubicBezTo>
                    <a:pt x="779" y="50"/>
                    <a:pt x="779" y="50"/>
                    <a:pt x="780" y="51"/>
                  </a:cubicBezTo>
                  <a:cubicBezTo>
                    <a:pt x="780" y="51"/>
                    <a:pt x="781" y="51"/>
                    <a:pt x="783" y="51"/>
                  </a:cubicBezTo>
                  <a:cubicBezTo>
                    <a:pt x="783" y="52"/>
                    <a:pt x="783" y="52"/>
                    <a:pt x="783" y="52"/>
                  </a:cubicBezTo>
                  <a:cubicBezTo>
                    <a:pt x="767" y="52"/>
                    <a:pt x="767" y="52"/>
                    <a:pt x="767" y="52"/>
                  </a:cubicBezTo>
                  <a:cubicBezTo>
                    <a:pt x="767" y="51"/>
                    <a:pt x="767" y="51"/>
                    <a:pt x="767" y="51"/>
                  </a:cubicBezTo>
                  <a:cubicBezTo>
                    <a:pt x="768" y="51"/>
                    <a:pt x="768" y="51"/>
                    <a:pt x="768" y="51"/>
                  </a:cubicBezTo>
                  <a:cubicBezTo>
                    <a:pt x="769" y="51"/>
                    <a:pt x="770" y="51"/>
                    <a:pt x="771" y="50"/>
                  </a:cubicBezTo>
                  <a:cubicBezTo>
                    <a:pt x="772" y="50"/>
                    <a:pt x="772" y="49"/>
                    <a:pt x="772" y="48"/>
                  </a:cubicBezTo>
                  <a:cubicBezTo>
                    <a:pt x="772" y="48"/>
                    <a:pt x="772" y="47"/>
                    <a:pt x="772" y="45"/>
                  </a:cubicBezTo>
                  <a:cubicBezTo>
                    <a:pt x="772" y="31"/>
                    <a:pt x="772" y="31"/>
                    <a:pt x="772" y="31"/>
                  </a:cubicBezTo>
                  <a:cubicBezTo>
                    <a:pt x="772" y="27"/>
                    <a:pt x="772" y="25"/>
                    <a:pt x="771" y="24"/>
                  </a:cubicBezTo>
                  <a:cubicBezTo>
                    <a:pt x="770" y="23"/>
                    <a:pt x="769" y="22"/>
                    <a:pt x="767" y="22"/>
                  </a:cubicBezTo>
                  <a:cubicBezTo>
                    <a:pt x="764" y="22"/>
                    <a:pt x="761" y="23"/>
                    <a:pt x="759" y="27"/>
                  </a:cubicBezTo>
                  <a:cubicBezTo>
                    <a:pt x="759" y="45"/>
                    <a:pt x="759" y="45"/>
                    <a:pt x="759" y="45"/>
                  </a:cubicBezTo>
                  <a:cubicBezTo>
                    <a:pt x="759" y="47"/>
                    <a:pt x="759" y="48"/>
                    <a:pt x="759" y="49"/>
                  </a:cubicBezTo>
                  <a:cubicBezTo>
                    <a:pt x="759" y="50"/>
                    <a:pt x="760" y="50"/>
                    <a:pt x="760" y="51"/>
                  </a:cubicBezTo>
                  <a:cubicBezTo>
                    <a:pt x="761" y="51"/>
                    <a:pt x="762" y="51"/>
                    <a:pt x="764" y="51"/>
                  </a:cubicBezTo>
                  <a:cubicBezTo>
                    <a:pt x="764" y="52"/>
                    <a:pt x="764" y="52"/>
                    <a:pt x="764" y="52"/>
                  </a:cubicBezTo>
                  <a:cubicBezTo>
                    <a:pt x="748" y="52"/>
                    <a:pt x="748" y="52"/>
                    <a:pt x="748" y="52"/>
                  </a:cubicBezTo>
                  <a:cubicBezTo>
                    <a:pt x="748" y="51"/>
                    <a:pt x="748" y="51"/>
                    <a:pt x="748" y="51"/>
                  </a:cubicBezTo>
                  <a:cubicBezTo>
                    <a:pt x="749" y="51"/>
                    <a:pt x="749" y="51"/>
                    <a:pt x="749" y="51"/>
                  </a:cubicBezTo>
                  <a:cubicBezTo>
                    <a:pt x="750" y="51"/>
                    <a:pt x="751" y="51"/>
                    <a:pt x="752" y="50"/>
                  </a:cubicBezTo>
                  <a:cubicBezTo>
                    <a:pt x="752" y="49"/>
                    <a:pt x="753" y="47"/>
                    <a:pt x="753" y="45"/>
                  </a:cubicBezTo>
                  <a:cubicBezTo>
                    <a:pt x="753" y="32"/>
                    <a:pt x="753" y="32"/>
                    <a:pt x="753" y="32"/>
                  </a:cubicBezTo>
                  <a:cubicBezTo>
                    <a:pt x="753" y="28"/>
                    <a:pt x="753" y="25"/>
                    <a:pt x="752" y="24"/>
                  </a:cubicBezTo>
                  <a:cubicBezTo>
                    <a:pt x="752" y="23"/>
                    <a:pt x="752" y="23"/>
                    <a:pt x="751" y="22"/>
                  </a:cubicBezTo>
                  <a:cubicBezTo>
                    <a:pt x="751" y="22"/>
                    <a:pt x="751" y="22"/>
                    <a:pt x="750" y="22"/>
                  </a:cubicBezTo>
                  <a:cubicBezTo>
                    <a:pt x="749" y="22"/>
                    <a:pt x="748" y="22"/>
                    <a:pt x="747" y="22"/>
                  </a:cubicBezTo>
                  <a:cubicBezTo>
                    <a:pt x="747" y="21"/>
                    <a:pt x="747" y="21"/>
                    <a:pt x="747" y="21"/>
                  </a:cubicBezTo>
                  <a:cubicBezTo>
                    <a:pt x="757" y="17"/>
                    <a:pt x="757" y="17"/>
                    <a:pt x="757" y="17"/>
                  </a:cubicBezTo>
                  <a:cubicBezTo>
                    <a:pt x="759" y="17"/>
                    <a:pt x="759" y="17"/>
                    <a:pt x="759" y="17"/>
                  </a:cubicBezTo>
                  <a:cubicBezTo>
                    <a:pt x="759" y="25"/>
                    <a:pt x="759" y="25"/>
                    <a:pt x="759" y="25"/>
                  </a:cubicBezTo>
                  <a:close/>
                  <a:moveTo>
                    <a:pt x="812" y="49"/>
                  </a:moveTo>
                  <a:cubicBezTo>
                    <a:pt x="811" y="51"/>
                    <a:pt x="809" y="52"/>
                    <a:pt x="807" y="53"/>
                  </a:cubicBezTo>
                  <a:cubicBezTo>
                    <a:pt x="806" y="53"/>
                    <a:pt x="804" y="54"/>
                    <a:pt x="803" y="54"/>
                  </a:cubicBezTo>
                  <a:cubicBezTo>
                    <a:pt x="799" y="54"/>
                    <a:pt x="796" y="52"/>
                    <a:pt x="793" y="49"/>
                  </a:cubicBezTo>
                  <a:cubicBezTo>
                    <a:pt x="791" y="46"/>
                    <a:pt x="789" y="42"/>
                    <a:pt x="789" y="37"/>
                  </a:cubicBezTo>
                  <a:cubicBezTo>
                    <a:pt x="789" y="32"/>
                    <a:pt x="791" y="28"/>
                    <a:pt x="794" y="24"/>
                  </a:cubicBezTo>
                  <a:cubicBezTo>
                    <a:pt x="797" y="20"/>
                    <a:pt x="801" y="18"/>
                    <a:pt x="805" y="18"/>
                  </a:cubicBezTo>
                  <a:cubicBezTo>
                    <a:pt x="808" y="18"/>
                    <a:pt x="810" y="19"/>
                    <a:pt x="812" y="21"/>
                  </a:cubicBezTo>
                  <a:cubicBezTo>
                    <a:pt x="812" y="14"/>
                    <a:pt x="812" y="14"/>
                    <a:pt x="812" y="14"/>
                  </a:cubicBezTo>
                  <a:cubicBezTo>
                    <a:pt x="812" y="10"/>
                    <a:pt x="812" y="8"/>
                    <a:pt x="812" y="7"/>
                  </a:cubicBezTo>
                  <a:cubicBezTo>
                    <a:pt x="812" y="6"/>
                    <a:pt x="811" y="5"/>
                    <a:pt x="811" y="5"/>
                  </a:cubicBezTo>
                  <a:cubicBezTo>
                    <a:pt x="811" y="5"/>
                    <a:pt x="810" y="5"/>
                    <a:pt x="809" y="5"/>
                  </a:cubicBezTo>
                  <a:cubicBezTo>
                    <a:pt x="809" y="5"/>
                    <a:pt x="808" y="5"/>
                    <a:pt x="807" y="5"/>
                  </a:cubicBezTo>
                  <a:cubicBezTo>
                    <a:pt x="807" y="4"/>
                    <a:pt x="807" y="4"/>
                    <a:pt x="807" y="4"/>
                  </a:cubicBezTo>
                  <a:cubicBezTo>
                    <a:pt x="816" y="0"/>
                    <a:pt x="816" y="0"/>
                    <a:pt x="816" y="0"/>
                  </a:cubicBezTo>
                  <a:cubicBezTo>
                    <a:pt x="818" y="0"/>
                    <a:pt x="818" y="0"/>
                    <a:pt x="818" y="0"/>
                  </a:cubicBezTo>
                  <a:cubicBezTo>
                    <a:pt x="818" y="39"/>
                    <a:pt x="818" y="39"/>
                    <a:pt x="818" y="39"/>
                  </a:cubicBezTo>
                  <a:cubicBezTo>
                    <a:pt x="818" y="43"/>
                    <a:pt x="818" y="45"/>
                    <a:pt x="818" y="46"/>
                  </a:cubicBezTo>
                  <a:cubicBezTo>
                    <a:pt x="818" y="47"/>
                    <a:pt x="819" y="48"/>
                    <a:pt x="819" y="48"/>
                  </a:cubicBezTo>
                  <a:cubicBezTo>
                    <a:pt x="819" y="49"/>
                    <a:pt x="820" y="49"/>
                    <a:pt x="820" y="49"/>
                  </a:cubicBezTo>
                  <a:cubicBezTo>
                    <a:pt x="821" y="49"/>
                    <a:pt x="822" y="48"/>
                    <a:pt x="823" y="48"/>
                  </a:cubicBezTo>
                  <a:cubicBezTo>
                    <a:pt x="823" y="49"/>
                    <a:pt x="823" y="49"/>
                    <a:pt x="823" y="49"/>
                  </a:cubicBezTo>
                  <a:cubicBezTo>
                    <a:pt x="813" y="53"/>
                    <a:pt x="813" y="53"/>
                    <a:pt x="813" y="53"/>
                  </a:cubicBezTo>
                  <a:cubicBezTo>
                    <a:pt x="812" y="53"/>
                    <a:pt x="812" y="53"/>
                    <a:pt x="812" y="53"/>
                  </a:cubicBezTo>
                  <a:cubicBezTo>
                    <a:pt x="812" y="49"/>
                    <a:pt x="812" y="49"/>
                    <a:pt x="812" y="49"/>
                  </a:cubicBezTo>
                  <a:close/>
                  <a:moveTo>
                    <a:pt x="812" y="46"/>
                  </a:moveTo>
                  <a:cubicBezTo>
                    <a:pt x="812" y="29"/>
                    <a:pt x="812" y="29"/>
                    <a:pt x="812" y="29"/>
                  </a:cubicBezTo>
                  <a:cubicBezTo>
                    <a:pt x="812" y="27"/>
                    <a:pt x="812" y="25"/>
                    <a:pt x="811" y="24"/>
                  </a:cubicBezTo>
                  <a:cubicBezTo>
                    <a:pt x="810" y="23"/>
                    <a:pt x="809" y="22"/>
                    <a:pt x="808" y="21"/>
                  </a:cubicBezTo>
                  <a:cubicBezTo>
                    <a:pt x="807" y="20"/>
                    <a:pt x="806" y="20"/>
                    <a:pt x="805" y="20"/>
                  </a:cubicBezTo>
                  <a:cubicBezTo>
                    <a:pt x="803" y="20"/>
                    <a:pt x="801" y="21"/>
                    <a:pt x="799" y="23"/>
                  </a:cubicBezTo>
                  <a:cubicBezTo>
                    <a:pt x="797" y="25"/>
                    <a:pt x="796" y="29"/>
                    <a:pt x="796" y="34"/>
                  </a:cubicBezTo>
                  <a:cubicBezTo>
                    <a:pt x="796" y="39"/>
                    <a:pt x="797" y="43"/>
                    <a:pt x="799" y="45"/>
                  </a:cubicBezTo>
                  <a:cubicBezTo>
                    <a:pt x="801" y="48"/>
                    <a:pt x="803" y="49"/>
                    <a:pt x="806" y="49"/>
                  </a:cubicBezTo>
                  <a:cubicBezTo>
                    <a:pt x="808" y="50"/>
                    <a:pt x="810" y="49"/>
                    <a:pt x="812" y="46"/>
                  </a:cubicBezTo>
                  <a:close/>
                  <a:moveTo>
                    <a:pt x="883" y="3"/>
                  </a:moveTo>
                  <a:cubicBezTo>
                    <a:pt x="883" y="14"/>
                    <a:pt x="883" y="14"/>
                    <a:pt x="883" y="14"/>
                  </a:cubicBezTo>
                  <a:cubicBezTo>
                    <a:pt x="882" y="14"/>
                    <a:pt x="882" y="14"/>
                    <a:pt x="882" y="14"/>
                  </a:cubicBezTo>
                  <a:cubicBezTo>
                    <a:pt x="882" y="12"/>
                    <a:pt x="881" y="11"/>
                    <a:pt x="881" y="10"/>
                  </a:cubicBezTo>
                  <a:cubicBezTo>
                    <a:pt x="880" y="8"/>
                    <a:pt x="879" y="7"/>
                    <a:pt x="878" y="7"/>
                  </a:cubicBezTo>
                  <a:cubicBezTo>
                    <a:pt x="877" y="6"/>
                    <a:pt x="875" y="5"/>
                    <a:pt x="873" y="5"/>
                  </a:cubicBezTo>
                  <a:cubicBezTo>
                    <a:pt x="867" y="5"/>
                    <a:pt x="867" y="5"/>
                    <a:pt x="867" y="5"/>
                  </a:cubicBezTo>
                  <a:cubicBezTo>
                    <a:pt x="867" y="44"/>
                    <a:pt x="867" y="44"/>
                    <a:pt x="867" y="44"/>
                  </a:cubicBezTo>
                  <a:cubicBezTo>
                    <a:pt x="867" y="47"/>
                    <a:pt x="867" y="49"/>
                    <a:pt x="867" y="49"/>
                  </a:cubicBezTo>
                  <a:cubicBezTo>
                    <a:pt x="868" y="51"/>
                    <a:pt x="870" y="51"/>
                    <a:pt x="871" y="51"/>
                  </a:cubicBezTo>
                  <a:cubicBezTo>
                    <a:pt x="873" y="51"/>
                    <a:pt x="873" y="51"/>
                    <a:pt x="873" y="51"/>
                  </a:cubicBezTo>
                  <a:cubicBezTo>
                    <a:pt x="873" y="52"/>
                    <a:pt x="873" y="52"/>
                    <a:pt x="873" y="52"/>
                  </a:cubicBezTo>
                  <a:cubicBezTo>
                    <a:pt x="853" y="52"/>
                    <a:pt x="853" y="52"/>
                    <a:pt x="853" y="52"/>
                  </a:cubicBezTo>
                  <a:cubicBezTo>
                    <a:pt x="853" y="51"/>
                    <a:pt x="853" y="51"/>
                    <a:pt x="853" y="51"/>
                  </a:cubicBezTo>
                  <a:cubicBezTo>
                    <a:pt x="854" y="51"/>
                    <a:pt x="854" y="51"/>
                    <a:pt x="854" y="51"/>
                  </a:cubicBezTo>
                  <a:cubicBezTo>
                    <a:pt x="856" y="51"/>
                    <a:pt x="858" y="50"/>
                    <a:pt x="859" y="49"/>
                  </a:cubicBezTo>
                  <a:cubicBezTo>
                    <a:pt x="859" y="48"/>
                    <a:pt x="859" y="47"/>
                    <a:pt x="859" y="43"/>
                  </a:cubicBezTo>
                  <a:cubicBezTo>
                    <a:pt x="859" y="5"/>
                    <a:pt x="859" y="5"/>
                    <a:pt x="859" y="5"/>
                  </a:cubicBezTo>
                  <a:cubicBezTo>
                    <a:pt x="853" y="5"/>
                    <a:pt x="853" y="5"/>
                    <a:pt x="853" y="5"/>
                  </a:cubicBezTo>
                  <a:cubicBezTo>
                    <a:pt x="851" y="5"/>
                    <a:pt x="849" y="5"/>
                    <a:pt x="849" y="6"/>
                  </a:cubicBezTo>
                  <a:cubicBezTo>
                    <a:pt x="847" y="6"/>
                    <a:pt x="846" y="7"/>
                    <a:pt x="845" y="9"/>
                  </a:cubicBezTo>
                  <a:cubicBezTo>
                    <a:pt x="845" y="10"/>
                    <a:pt x="844" y="12"/>
                    <a:pt x="844" y="14"/>
                  </a:cubicBezTo>
                  <a:cubicBezTo>
                    <a:pt x="843" y="14"/>
                    <a:pt x="843" y="14"/>
                    <a:pt x="843" y="14"/>
                  </a:cubicBezTo>
                  <a:cubicBezTo>
                    <a:pt x="843" y="3"/>
                    <a:pt x="843" y="3"/>
                    <a:pt x="843" y="3"/>
                  </a:cubicBezTo>
                  <a:cubicBezTo>
                    <a:pt x="883" y="3"/>
                    <a:pt x="883" y="3"/>
                    <a:pt x="883" y="3"/>
                  </a:cubicBezTo>
                  <a:close/>
                  <a:moveTo>
                    <a:pt x="891" y="31"/>
                  </a:moveTo>
                  <a:cubicBezTo>
                    <a:pt x="891" y="37"/>
                    <a:pt x="893" y="40"/>
                    <a:pt x="895" y="43"/>
                  </a:cubicBezTo>
                  <a:cubicBezTo>
                    <a:pt x="897" y="46"/>
                    <a:pt x="900" y="48"/>
                    <a:pt x="903" y="48"/>
                  </a:cubicBezTo>
                  <a:cubicBezTo>
                    <a:pt x="905" y="48"/>
                    <a:pt x="907" y="47"/>
                    <a:pt x="909" y="46"/>
                  </a:cubicBezTo>
                  <a:cubicBezTo>
                    <a:pt x="911" y="45"/>
                    <a:pt x="912" y="43"/>
                    <a:pt x="913" y="39"/>
                  </a:cubicBezTo>
                  <a:cubicBezTo>
                    <a:pt x="914" y="40"/>
                    <a:pt x="914" y="40"/>
                    <a:pt x="914" y="40"/>
                  </a:cubicBezTo>
                  <a:cubicBezTo>
                    <a:pt x="914" y="43"/>
                    <a:pt x="912" y="47"/>
                    <a:pt x="910" y="49"/>
                  </a:cubicBezTo>
                  <a:cubicBezTo>
                    <a:pt x="907" y="52"/>
                    <a:pt x="904" y="53"/>
                    <a:pt x="901" y="53"/>
                  </a:cubicBezTo>
                  <a:cubicBezTo>
                    <a:pt x="897" y="53"/>
                    <a:pt x="893" y="52"/>
                    <a:pt x="891" y="49"/>
                  </a:cubicBezTo>
                  <a:cubicBezTo>
                    <a:pt x="888" y="45"/>
                    <a:pt x="887" y="41"/>
                    <a:pt x="887" y="36"/>
                  </a:cubicBezTo>
                  <a:cubicBezTo>
                    <a:pt x="887" y="30"/>
                    <a:pt x="888" y="25"/>
                    <a:pt x="891" y="22"/>
                  </a:cubicBezTo>
                  <a:cubicBezTo>
                    <a:pt x="894" y="19"/>
                    <a:pt x="897" y="17"/>
                    <a:pt x="902" y="17"/>
                  </a:cubicBezTo>
                  <a:cubicBezTo>
                    <a:pt x="905" y="17"/>
                    <a:pt x="909" y="19"/>
                    <a:pt x="911" y="21"/>
                  </a:cubicBezTo>
                  <a:cubicBezTo>
                    <a:pt x="913" y="23"/>
                    <a:pt x="915" y="27"/>
                    <a:pt x="915" y="31"/>
                  </a:cubicBezTo>
                  <a:cubicBezTo>
                    <a:pt x="891" y="31"/>
                    <a:pt x="891" y="31"/>
                    <a:pt x="891" y="31"/>
                  </a:cubicBezTo>
                  <a:close/>
                  <a:moveTo>
                    <a:pt x="891" y="29"/>
                  </a:moveTo>
                  <a:cubicBezTo>
                    <a:pt x="907" y="29"/>
                    <a:pt x="907" y="29"/>
                    <a:pt x="907" y="29"/>
                  </a:cubicBezTo>
                  <a:cubicBezTo>
                    <a:pt x="907" y="27"/>
                    <a:pt x="906" y="26"/>
                    <a:pt x="906" y="25"/>
                  </a:cubicBezTo>
                  <a:cubicBezTo>
                    <a:pt x="905" y="24"/>
                    <a:pt x="904" y="23"/>
                    <a:pt x="903" y="22"/>
                  </a:cubicBezTo>
                  <a:cubicBezTo>
                    <a:pt x="902" y="21"/>
                    <a:pt x="901" y="21"/>
                    <a:pt x="899" y="21"/>
                  </a:cubicBezTo>
                  <a:cubicBezTo>
                    <a:pt x="897" y="21"/>
                    <a:pt x="896" y="21"/>
                    <a:pt x="894" y="23"/>
                  </a:cubicBezTo>
                  <a:cubicBezTo>
                    <a:pt x="893" y="24"/>
                    <a:pt x="892" y="27"/>
                    <a:pt x="891"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6" name="Freeform 35"/>
            <p:cNvSpPr>
              <a:spLocks noEditPoints="1"/>
            </p:cNvSpPr>
            <p:nvPr/>
          </p:nvSpPr>
          <p:spPr bwMode="auto">
            <a:xfrm>
              <a:off x="10679175" y="4943779"/>
              <a:ext cx="873125" cy="103188"/>
            </a:xfrm>
            <a:custGeom>
              <a:avLst/>
              <a:gdLst>
                <a:gd name="T0" fmla="*/ 23 w 586"/>
                <a:gd name="T1" fmla="*/ 21 h 69"/>
                <a:gd name="T2" fmla="*/ 8 w 586"/>
                <a:gd name="T3" fmla="*/ 24 h 69"/>
                <a:gd name="T4" fmla="*/ 45 w 586"/>
                <a:gd name="T5" fmla="*/ 26 h 69"/>
                <a:gd name="T6" fmla="*/ 66 w 586"/>
                <a:gd name="T7" fmla="*/ 52 h 69"/>
                <a:gd name="T8" fmla="*/ 58 w 586"/>
                <a:gd name="T9" fmla="*/ 46 h 69"/>
                <a:gd name="T10" fmla="*/ 46 w 586"/>
                <a:gd name="T11" fmla="*/ 50 h 69"/>
                <a:gd name="T12" fmla="*/ 40 w 586"/>
                <a:gd name="T13" fmla="*/ 46 h 69"/>
                <a:gd name="T14" fmla="*/ 45 w 586"/>
                <a:gd name="T15" fmla="*/ 1 h 69"/>
                <a:gd name="T16" fmla="*/ 106 w 586"/>
                <a:gd name="T17" fmla="*/ 52 h 69"/>
                <a:gd name="T18" fmla="*/ 98 w 586"/>
                <a:gd name="T19" fmla="*/ 46 h 69"/>
                <a:gd name="T20" fmla="*/ 90 w 586"/>
                <a:gd name="T21" fmla="*/ 52 h 69"/>
                <a:gd name="T22" fmla="*/ 78 w 586"/>
                <a:gd name="T23" fmla="*/ 25 h 69"/>
                <a:gd name="T24" fmla="*/ 132 w 586"/>
                <a:gd name="T25" fmla="*/ 19 h 69"/>
                <a:gd name="T26" fmla="*/ 118 w 586"/>
                <a:gd name="T27" fmla="*/ 28 h 69"/>
                <a:gd name="T28" fmla="*/ 133 w 586"/>
                <a:gd name="T29" fmla="*/ 52 h 69"/>
                <a:gd name="T30" fmla="*/ 169 w 586"/>
                <a:gd name="T31" fmla="*/ 52 h 69"/>
                <a:gd name="T32" fmla="*/ 161 w 586"/>
                <a:gd name="T33" fmla="*/ 15 h 69"/>
                <a:gd name="T34" fmla="*/ 167 w 586"/>
                <a:gd name="T35" fmla="*/ 1 h 69"/>
                <a:gd name="T36" fmla="*/ 181 w 586"/>
                <a:gd name="T37" fmla="*/ 38 h 69"/>
                <a:gd name="T38" fmla="*/ 189 w 586"/>
                <a:gd name="T39" fmla="*/ 47 h 69"/>
                <a:gd name="T40" fmla="*/ 222 w 586"/>
                <a:gd name="T41" fmla="*/ 31 h 69"/>
                <a:gd name="T42" fmla="*/ 252 w 586"/>
                <a:gd name="T43" fmla="*/ 24 h 69"/>
                <a:gd name="T44" fmla="*/ 228 w 586"/>
                <a:gd name="T45" fmla="*/ 44 h 69"/>
                <a:gd name="T46" fmla="*/ 249 w 586"/>
                <a:gd name="T47" fmla="*/ 64 h 69"/>
                <a:gd name="T48" fmla="*/ 223 w 586"/>
                <a:gd name="T49" fmla="*/ 48 h 69"/>
                <a:gd name="T50" fmla="*/ 240 w 586"/>
                <a:gd name="T51" fmla="*/ 39 h 69"/>
                <a:gd name="T52" fmla="*/ 238 w 586"/>
                <a:gd name="T53" fmla="*/ 66 h 69"/>
                <a:gd name="T54" fmla="*/ 274 w 586"/>
                <a:gd name="T55" fmla="*/ 21 h 69"/>
                <a:gd name="T56" fmla="*/ 286 w 586"/>
                <a:gd name="T57" fmla="*/ 21 h 69"/>
                <a:gd name="T58" fmla="*/ 290 w 586"/>
                <a:gd name="T59" fmla="*/ 25 h 69"/>
                <a:gd name="T60" fmla="*/ 267 w 586"/>
                <a:gd name="T61" fmla="*/ 62 h 69"/>
                <a:gd name="T62" fmla="*/ 258 w 586"/>
                <a:gd name="T63" fmla="*/ 20 h 69"/>
                <a:gd name="T64" fmla="*/ 319 w 586"/>
                <a:gd name="T65" fmla="*/ 49 h 69"/>
                <a:gd name="T66" fmla="*/ 322 w 586"/>
                <a:gd name="T67" fmla="*/ 34 h 69"/>
                <a:gd name="T68" fmla="*/ 368 w 586"/>
                <a:gd name="T69" fmla="*/ 45 h 69"/>
                <a:gd name="T70" fmla="*/ 360 w 586"/>
                <a:gd name="T71" fmla="*/ 52 h 69"/>
                <a:gd name="T72" fmla="*/ 364 w 586"/>
                <a:gd name="T73" fmla="*/ 8 h 69"/>
                <a:gd name="T74" fmla="*/ 378 w 586"/>
                <a:gd name="T75" fmla="*/ 6 h 69"/>
                <a:gd name="T76" fmla="*/ 377 w 586"/>
                <a:gd name="T77" fmla="*/ 22 h 69"/>
                <a:gd name="T78" fmla="*/ 408 w 586"/>
                <a:gd name="T79" fmla="*/ 16 h 69"/>
                <a:gd name="T80" fmla="*/ 433 w 586"/>
                <a:gd name="T81" fmla="*/ 52 h 69"/>
                <a:gd name="T82" fmla="*/ 435 w 586"/>
                <a:gd name="T83" fmla="*/ 6 h 69"/>
                <a:gd name="T84" fmla="*/ 476 w 586"/>
                <a:gd name="T85" fmla="*/ 20 h 69"/>
                <a:gd name="T86" fmla="*/ 468 w 586"/>
                <a:gd name="T87" fmla="*/ 54 h 69"/>
                <a:gd name="T88" fmla="*/ 472 w 586"/>
                <a:gd name="T89" fmla="*/ 24 h 69"/>
                <a:gd name="T90" fmla="*/ 466 w 586"/>
                <a:gd name="T91" fmla="*/ 54 h 69"/>
                <a:gd name="T92" fmla="*/ 454 w 586"/>
                <a:gd name="T93" fmla="*/ 6 h 69"/>
                <a:gd name="T94" fmla="*/ 502 w 586"/>
                <a:gd name="T95" fmla="*/ 5 h 69"/>
                <a:gd name="T96" fmla="*/ 502 w 586"/>
                <a:gd name="T97" fmla="*/ 46 h 69"/>
                <a:gd name="T98" fmla="*/ 495 w 586"/>
                <a:gd name="T99" fmla="*/ 50 h 69"/>
                <a:gd name="T100" fmla="*/ 500 w 586"/>
                <a:gd name="T101" fmla="*/ 19 h 69"/>
                <a:gd name="T102" fmla="*/ 544 w 586"/>
                <a:gd name="T103" fmla="*/ 50 h 69"/>
                <a:gd name="T104" fmla="*/ 538 w 586"/>
                <a:gd name="T105" fmla="*/ 49 h 69"/>
                <a:gd name="T106" fmla="*/ 526 w 586"/>
                <a:gd name="T107" fmla="*/ 52 h 69"/>
                <a:gd name="T108" fmla="*/ 518 w 586"/>
                <a:gd name="T109" fmla="*/ 33 h 69"/>
                <a:gd name="T110" fmla="*/ 524 w 586"/>
                <a:gd name="T111" fmla="*/ 26 h 69"/>
                <a:gd name="T112" fmla="*/ 574 w 586"/>
                <a:gd name="T113" fmla="*/ 31 h 69"/>
                <a:gd name="T114" fmla="*/ 560 w 586"/>
                <a:gd name="T115" fmla="*/ 30 h 69"/>
                <a:gd name="T116" fmla="*/ 580 w 586"/>
                <a:gd name="T117" fmla="*/ 41 h 69"/>
                <a:gd name="T118" fmla="*/ 575 w 586"/>
                <a:gd name="T119" fmla="*/ 52 h 69"/>
                <a:gd name="T120" fmla="*/ 566 w 586"/>
                <a:gd name="T121" fmla="*/ 5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86" h="69">
                  <a:moveTo>
                    <a:pt x="27" y="41"/>
                  </a:moveTo>
                  <a:cubicBezTo>
                    <a:pt x="26" y="45"/>
                    <a:pt x="24" y="49"/>
                    <a:pt x="22" y="51"/>
                  </a:cubicBezTo>
                  <a:cubicBezTo>
                    <a:pt x="19" y="54"/>
                    <a:pt x="16" y="55"/>
                    <a:pt x="13" y="55"/>
                  </a:cubicBezTo>
                  <a:cubicBezTo>
                    <a:pt x="10" y="55"/>
                    <a:pt x="6" y="53"/>
                    <a:pt x="4" y="50"/>
                  </a:cubicBezTo>
                  <a:cubicBezTo>
                    <a:pt x="1" y="47"/>
                    <a:pt x="0" y="42"/>
                    <a:pt x="0" y="37"/>
                  </a:cubicBezTo>
                  <a:cubicBezTo>
                    <a:pt x="0" y="32"/>
                    <a:pt x="1" y="27"/>
                    <a:pt x="4" y="24"/>
                  </a:cubicBezTo>
                  <a:cubicBezTo>
                    <a:pt x="7" y="20"/>
                    <a:pt x="11" y="18"/>
                    <a:pt x="15" y="18"/>
                  </a:cubicBezTo>
                  <a:cubicBezTo>
                    <a:pt x="18" y="18"/>
                    <a:pt x="21" y="19"/>
                    <a:pt x="23" y="21"/>
                  </a:cubicBezTo>
                  <a:cubicBezTo>
                    <a:pt x="25" y="23"/>
                    <a:pt x="26" y="25"/>
                    <a:pt x="26" y="27"/>
                  </a:cubicBezTo>
                  <a:cubicBezTo>
                    <a:pt x="26" y="28"/>
                    <a:pt x="26" y="28"/>
                    <a:pt x="26" y="29"/>
                  </a:cubicBezTo>
                  <a:cubicBezTo>
                    <a:pt x="25" y="30"/>
                    <a:pt x="24" y="30"/>
                    <a:pt x="23" y="30"/>
                  </a:cubicBezTo>
                  <a:cubicBezTo>
                    <a:pt x="22" y="30"/>
                    <a:pt x="21" y="30"/>
                    <a:pt x="20" y="28"/>
                  </a:cubicBezTo>
                  <a:cubicBezTo>
                    <a:pt x="20" y="28"/>
                    <a:pt x="19" y="27"/>
                    <a:pt x="19" y="26"/>
                  </a:cubicBezTo>
                  <a:cubicBezTo>
                    <a:pt x="19" y="24"/>
                    <a:pt x="18" y="23"/>
                    <a:pt x="18" y="22"/>
                  </a:cubicBezTo>
                  <a:cubicBezTo>
                    <a:pt x="17" y="22"/>
                    <a:pt x="16" y="21"/>
                    <a:pt x="14" y="21"/>
                  </a:cubicBezTo>
                  <a:cubicBezTo>
                    <a:pt x="12" y="21"/>
                    <a:pt x="10" y="22"/>
                    <a:pt x="8" y="24"/>
                  </a:cubicBezTo>
                  <a:cubicBezTo>
                    <a:pt x="6" y="26"/>
                    <a:pt x="6" y="30"/>
                    <a:pt x="6" y="34"/>
                  </a:cubicBezTo>
                  <a:cubicBezTo>
                    <a:pt x="6" y="38"/>
                    <a:pt x="6" y="41"/>
                    <a:pt x="8" y="44"/>
                  </a:cubicBezTo>
                  <a:cubicBezTo>
                    <a:pt x="10" y="48"/>
                    <a:pt x="13" y="49"/>
                    <a:pt x="16" y="49"/>
                  </a:cubicBezTo>
                  <a:cubicBezTo>
                    <a:pt x="18" y="49"/>
                    <a:pt x="20" y="48"/>
                    <a:pt x="22" y="47"/>
                  </a:cubicBezTo>
                  <a:cubicBezTo>
                    <a:pt x="24" y="46"/>
                    <a:pt x="25" y="44"/>
                    <a:pt x="27" y="41"/>
                  </a:cubicBezTo>
                  <a:cubicBezTo>
                    <a:pt x="27" y="41"/>
                    <a:pt x="27" y="41"/>
                    <a:pt x="27" y="41"/>
                  </a:cubicBezTo>
                  <a:close/>
                  <a:moveTo>
                    <a:pt x="45" y="1"/>
                  </a:moveTo>
                  <a:cubicBezTo>
                    <a:pt x="45" y="26"/>
                    <a:pt x="45" y="26"/>
                    <a:pt x="45" y="26"/>
                  </a:cubicBezTo>
                  <a:cubicBezTo>
                    <a:pt x="48" y="22"/>
                    <a:pt x="50" y="21"/>
                    <a:pt x="51" y="20"/>
                  </a:cubicBezTo>
                  <a:cubicBezTo>
                    <a:pt x="53" y="19"/>
                    <a:pt x="54" y="18"/>
                    <a:pt x="56" y="18"/>
                  </a:cubicBezTo>
                  <a:cubicBezTo>
                    <a:pt x="58" y="18"/>
                    <a:pt x="60" y="19"/>
                    <a:pt x="61" y="20"/>
                  </a:cubicBezTo>
                  <a:cubicBezTo>
                    <a:pt x="62" y="21"/>
                    <a:pt x="63" y="23"/>
                    <a:pt x="64" y="25"/>
                  </a:cubicBezTo>
                  <a:cubicBezTo>
                    <a:pt x="64" y="27"/>
                    <a:pt x="64" y="30"/>
                    <a:pt x="64" y="34"/>
                  </a:cubicBezTo>
                  <a:cubicBezTo>
                    <a:pt x="64" y="46"/>
                    <a:pt x="64" y="46"/>
                    <a:pt x="64" y="46"/>
                  </a:cubicBezTo>
                  <a:cubicBezTo>
                    <a:pt x="64" y="48"/>
                    <a:pt x="64" y="50"/>
                    <a:pt x="65" y="50"/>
                  </a:cubicBezTo>
                  <a:cubicBezTo>
                    <a:pt x="65" y="51"/>
                    <a:pt x="66" y="52"/>
                    <a:pt x="66" y="52"/>
                  </a:cubicBezTo>
                  <a:cubicBezTo>
                    <a:pt x="66" y="52"/>
                    <a:pt x="68" y="52"/>
                    <a:pt x="69" y="52"/>
                  </a:cubicBezTo>
                  <a:cubicBezTo>
                    <a:pt x="69" y="54"/>
                    <a:pt x="69" y="54"/>
                    <a:pt x="69" y="54"/>
                  </a:cubicBezTo>
                  <a:cubicBezTo>
                    <a:pt x="53" y="54"/>
                    <a:pt x="53" y="54"/>
                    <a:pt x="53" y="54"/>
                  </a:cubicBezTo>
                  <a:cubicBezTo>
                    <a:pt x="53" y="52"/>
                    <a:pt x="53" y="52"/>
                    <a:pt x="53" y="52"/>
                  </a:cubicBezTo>
                  <a:cubicBezTo>
                    <a:pt x="54" y="52"/>
                    <a:pt x="54" y="52"/>
                    <a:pt x="54" y="52"/>
                  </a:cubicBezTo>
                  <a:cubicBezTo>
                    <a:pt x="56" y="52"/>
                    <a:pt x="56" y="52"/>
                    <a:pt x="57" y="52"/>
                  </a:cubicBezTo>
                  <a:cubicBezTo>
                    <a:pt x="58" y="51"/>
                    <a:pt x="58" y="50"/>
                    <a:pt x="58" y="50"/>
                  </a:cubicBezTo>
                  <a:cubicBezTo>
                    <a:pt x="58" y="49"/>
                    <a:pt x="58" y="48"/>
                    <a:pt x="58" y="46"/>
                  </a:cubicBezTo>
                  <a:cubicBezTo>
                    <a:pt x="58" y="34"/>
                    <a:pt x="58" y="34"/>
                    <a:pt x="58" y="34"/>
                  </a:cubicBezTo>
                  <a:cubicBezTo>
                    <a:pt x="58" y="30"/>
                    <a:pt x="58" y="28"/>
                    <a:pt x="58" y="27"/>
                  </a:cubicBezTo>
                  <a:cubicBezTo>
                    <a:pt x="58" y="26"/>
                    <a:pt x="57" y="25"/>
                    <a:pt x="56" y="24"/>
                  </a:cubicBezTo>
                  <a:cubicBezTo>
                    <a:pt x="56" y="24"/>
                    <a:pt x="55" y="23"/>
                    <a:pt x="54" y="23"/>
                  </a:cubicBezTo>
                  <a:cubicBezTo>
                    <a:pt x="52" y="23"/>
                    <a:pt x="51" y="24"/>
                    <a:pt x="50" y="24"/>
                  </a:cubicBezTo>
                  <a:cubicBezTo>
                    <a:pt x="49" y="25"/>
                    <a:pt x="47" y="26"/>
                    <a:pt x="46" y="28"/>
                  </a:cubicBezTo>
                  <a:cubicBezTo>
                    <a:pt x="46" y="46"/>
                    <a:pt x="46" y="46"/>
                    <a:pt x="46" y="46"/>
                  </a:cubicBezTo>
                  <a:cubicBezTo>
                    <a:pt x="46" y="48"/>
                    <a:pt x="46" y="50"/>
                    <a:pt x="46" y="50"/>
                  </a:cubicBezTo>
                  <a:cubicBezTo>
                    <a:pt x="46" y="51"/>
                    <a:pt x="47" y="52"/>
                    <a:pt x="47" y="52"/>
                  </a:cubicBezTo>
                  <a:cubicBezTo>
                    <a:pt x="48" y="52"/>
                    <a:pt x="49" y="52"/>
                    <a:pt x="51" y="52"/>
                  </a:cubicBezTo>
                  <a:cubicBezTo>
                    <a:pt x="51" y="54"/>
                    <a:pt x="51" y="54"/>
                    <a:pt x="51" y="54"/>
                  </a:cubicBezTo>
                  <a:cubicBezTo>
                    <a:pt x="34" y="54"/>
                    <a:pt x="34" y="54"/>
                    <a:pt x="34" y="54"/>
                  </a:cubicBezTo>
                  <a:cubicBezTo>
                    <a:pt x="34" y="52"/>
                    <a:pt x="34" y="52"/>
                    <a:pt x="34" y="52"/>
                  </a:cubicBezTo>
                  <a:cubicBezTo>
                    <a:pt x="36" y="52"/>
                    <a:pt x="37" y="52"/>
                    <a:pt x="38" y="52"/>
                  </a:cubicBezTo>
                  <a:cubicBezTo>
                    <a:pt x="38" y="51"/>
                    <a:pt x="39" y="51"/>
                    <a:pt x="39" y="50"/>
                  </a:cubicBezTo>
                  <a:cubicBezTo>
                    <a:pt x="40" y="49"/>
                    <a:pt x="40" y="48"/>
                    <a:pt x="40" y="46"/>
                  </a:cubicBezTo>
                  <a:cubicBezTo>
                    <a:pt x="40" y="15"/>
                    <a:pt x="40" y="15"/>
                    <a:pt x="40" y="15"/>
                  </a:cubicBezTo>
                  <a:cubicBezTo>
                    <a:pt x="40" y="11"/>
                    <a:pt x="40" y="8"/>
                    <a:pt x="39" y="8"/>
                  </a:cubicBezTo>
                  <a:cubicBezTo>
                    <a:pt x="39" y="7"/>
                    <a:pt x="39" y="6"/>
                    <a:pt x="38" y="6"/>
                  </a:cubicBezTo>
                  <a:cubicBezTo>
                    <a:pt x="38" y="5"/>
                    <a:pt x="38" y="5"/>
                    <a:pt x="37" y="5"/>
                  </a:cubicBezTo>
                  <a:cubicBezTo>
                    <a:pt x="36" y="5"/>
                    <a:pt x="36" y="5"/>
                    <a:pt x="34" y="6"/>
                  </a:cubicBezTo>
                  <a:cubicBezTo>
                    <a:pt x="34" y="4"/>
                    <a:pt x="34" y="4"/>
                    <a:pt x="34" y="4"/>
                  </a:cubicBezTo>
                  <a:cubicBezTo>
                    <a:pt x="44" y="0"/>
                    <a:pt x="44" y="0"/>
                    <a:pt x="44" y="0"/>
                  </a:cubicBezTo>
                  <a:cubicBezTo>
                    <a:pt x="45" y="1"/>
                    <a:pt x="45" y="1"/>
                    <a:pt x="45" y="1"/>
                  </a:cubicBezTo>
                  <a:close/>
                  <a:moveTo>
                    <a:pt x="85" y="26"/>
                  </a:moveTo>
                  <a:cubicBezTo>
                    <a:pt x="89" y="21"/>
                    <a:pt x="92" y="19"/>
                    <a:pt x="96" y="19"/>
                  </a:cubicBezTo>
                  <a:cubicBezTo>
                    <a:pt x="97" y="19"/>
                    <a:pt x="99" y="19"/>
                    <a:pt x="100" y="20"/>
                  </a:cubicBezTo>
                  <a:cubicBezTo>
                    <a:pt x="102" y="21"/>
                    <a:pt x="103" y="22"/>
                    <a:pt x="104" y="24"/>
                  </a:cubicBezTo>
                  <a:cubicBezTo>
                    <a:pt x="104" y="26"/>
                    <a:pt x="104" y="28"/>
                    <a:pt x="104" y="31"/>
                  </a:cubicBezTo>
                  <a:cubicBezTo>
                    <a:pt x="104" y="46"/>
                    <a:pt x="104" y="46"/>
                    <a:pt x="104" y="46"/>
                  </a:cubicBezTo>
                  <a:cubicBezTo>
                    <a:pt x="104" y="48"/>
                    <a:pt x="104" y="49"/>
                    <a:pt x="105" y="50"/>
                  </a:cubicBezTo>
                  <a:cubicBezTo>
                    <a:pt x="105" y="51"/>
                    <a:pt x="106" y="51"/>
                    <a:pt x="106" y="52"/>
                  </a:cubicBezTo>
                  <a:cubicBezTo>
                    <a:pt x="106" y="52"/>
                    <a:pt x="108" y="52"/>
                    <a:pt x="109" y="52"/>
                  </a:cubicBezTo>
                  <a:cubicBezTo>
                    <a:pt x="109" y="53"/>
                    <a:pt x="109" y="53"/>
                    <a:pt x="109" y="53"/>
                  </a:cubicBezTo>
                  <a:cubicBezTo>
                    <a:pt x="93" y="53"/>
                    <a:pt x="93" y="53"/>
                    <a:pt x="93" y="53"/>
                  </a:cubicBezTo>
                  <a:cubicBezTo>
                    <a:pt x="93" y="52"/>
                    <a:pt x="93" y="52"/>
                    <a:pt x="93" y="52"/>
                  </a:cubicBezTo>
                  <a:cubicBezTo>
                    <a:pt x="94" y="52"/>
                    <a:pt x="94" y="52"/>
                    <a:pt x="94" y="52"/>
                  </a:cubicBezTo>
                  <a:cubicBezTo>
                    <a:pt x="96" y="52"/>
                    <a:pt x="96" y="52"/>
                    <a:pt x="97" y="51"/>
                  </a:cubicBezTo>
                  <a:cubicBezTo>
                    <a:pt x="98" y="51"/>
                    <a:pt x="98" y="50"/>
                    <a:pt x="98" y="49"/>
                  </a:cubicBezTo>
                  <a:cubicBezTo>
                    <a:pt x="98" y="49"/>
                    <a:pt x="98" y="48"/>
                    <a:pt x="98" y="46"/>
                  </a:cubicBezTo>
                  <a:cubicBezTo>
                    <a:pt x="98" y="32"/>
                    <a:pt x="98" y="32"/>
                    <a:pt x="98" y="32"/>
                  </a:cubicBezTo>
                  <a:cubicBezTo>
                    <a:pt x="98" y="28"/>
                    <a:pt x="98" y="26"/>
                    <a:pt x="97" y="25"/>
                  </a:cubicBezTo>
                  <a:cubicBezTo>
                    <a:pt x="96" y="24"/>
                    <a:pt x="95" y="23"/>
                    <a:pt x="93" y="23"/>
                  </a:cubicBezTo>
                  <a:cubicBezTo>
                    <a:pt x="90" y="23"/>
                    <a:pt x="88" y="24"/>
                    <a:pt x="85" y="28"/>
                  </a:cubicBezTo>
                  <a:cubicBezTo>
                    <a:pt x="85" y="46"/>
                    <a:pt x="85" y="46"/>
                    <a:pt x="85" y="46"/>
                  </a:cubicBezTo>
                  <a:cubicBezTo>
                    <a:pt x="85" y="48"/>
                    <a:pt x="85" y="49"/>
                    <a:pt x="85" y="50"/>
                  </a:cubicBezTo>
                  <a:cubicBezTo>
                    <a:pt x="86" y="51"/>
                    <a:pt x="86" y="51"/>
                    <a:pt x="86" y="52"/>
                  </a:cubicBezTo>
                  <a:cubicBezTo>
                    <a:pt x="87" y="52"/>
                    <a:pt x="88" y="52"/>
                    <a:pt x="90" y="52"/>
                  </a:cubicBezTo>
                  <a:cubicBezTo>
                    <a:pt x="90" y="53"/>
                    <a:pt x="90" y="53"/>
                    <a:pt x="90" y="53"/>
                  </a:cubicBezTo>
                  <a:cubicBezTo>
                    <a:pt x="74" y="53"/>
                    <a:pt x="74" y="53"/>
                    <a:pt x="74" y="53"/>
                  </a:cubicBezTo>
                  <a:cubicBezTo>
                    <a:pt x="74" y="52"/>
                    <a:pt x="74" y="52"/>
                    <a:pt x="74" y="52"/>
                  </a:cubicBezTo>
                  <a:cubicBezTo>
                    <a:pt x="75" y="52"/>
                    <a:pt x="75" y="52"/>
                    <a:pt x="75" y="52"/>
                  </a:cubicBezTo>
                  <a:cubicBezTo>
                    <a:pt x="76" y="52"/>
                    <a:pt x="78" y="52"/>
                    <a:pt x="78" y="51"/>
                  </a:cubicBezTo>
                  <a:cubicBezTo>
                    <a:pt x="78" y="50"/>
                    <a:pt x="79" y="48"/>
                    <a:pt x="79" y="46"/>
                  </a:cubicBezTo>
                  <a:cubicBezTo>
                    <a:pt x="79" y="33"/>
                    <a:pt x="79" y="33"/>
                    <a:pt x="79" y="33"/>
                  </a:cubicBezTo>
                  <a:cubicBezTo>
                    <a:pt x="79" y="29"/>
                    <a:pt x="79" y="26"/>
                    <a:pt x="78" y="25"/>
                  </a:cubicBezTo>
                  <a:cubicBezTo>
                    <a:pt x="78" y="24"/>
                    <a:pt x="78" y="24"/>
                    <a:pt x="78" y="23"/>
                  </a:cubicBezTo>
                  <a:cubicBezTo>
                    <a:pt x="77" y="23"/>
                    <a:pt x="77" y="23"/>
                    <a:pt x="76" y="23"/>
                  </a:cubicBezTo>
                  <a:cubicBezTo>
                    <a:pt x="75" y="23"/>
                    <a:pt x="74" y="23"/>
                    <a:pt x="74" y="23"/>
                  </a:cubicBezTo>
                  <a:cubicBezTo>
                    <a:pt x="73" y="22"/>
                    <a:pt x="73" y="22"/>
                    <a:pt x="73" y="22"/>
                  </a:cubicBezTo>
                  <a:cubicBezTo>
                    <a:pt x="83" y="18"/>
                    <a:pt x="83" y="18"/>
                    <a:pt x="83" y="18"/>
                  </a:cubicBezTo>
                  <a:cubicBezTo>
                    <a:pt x="85" y="18"/>
                    <a:pt x="85" y="18"/>
                    <a:pt x="85" y="18"/>
                  </a:cubicBezTo>
                  <a:cubicBezTo>
                    <a:pt x="85" y="26"/>
                    <a:pt x="85" y="26"/>
                    <a:pt x="85" y="26"/>
                  </a:cubicBezTo>
                  <a:close/>
                  <a:moveTo>
                    <a:pt x="132" y="19"/>
                  </a:moveTo>
                  <a:cubicBezTo>
                    <a:pt x="136" y="19"/>
                    <a:pt x="140" y="21"/>
                    <a:pt x="144" y="25"/>
                  </a:cubicBezTo>
                  <a:cubicBezTo>
                    <a:pt x="146" y="28"/>
                    <a:pt x="148" y="32"/>
                    <a:pt x="148" y="36"/>
                  </a:cubicBezTo>
                  <a:cubicBezTo>
                    <a:pt x="148" y="40"/>
                    <a:pt x="147" y="42"/>
                    <a:pt x="146" y="46"/>
                  </a:cubicBezTo>
                  <a:cubicBezTo>
                    <a:pt x="144" y="49"/>
                    <a:pt x="142" y="51"/>
                    <a:pt x="140" y="53"/>
                  </a:cubicBezTo>
                  <a:cubicBezTo>
                    <a:pt x="137" y="54"/>
                    <a:pt x="134" y="55"/>
                    <a:pt x="131" y="55"/>
                  </a:cubicBezTo>
                  <a:cubicBezTo>
                    <a:pt x="126" y="55"/>
                    <a:pt x="122" y="53"/>
                    <a:pt x="120" y="49"/>
                  </a:cubicBezTo>
                  <a:cubicBezTo>
                    <a:pt x="117" y="46"/>
                    <a:pt x="116" y="42"/>
                    <a:pt x="116" y="38"/>
                  </a:cubicBezTo>
                  <a:cubicBezTo>
                    <a:pt x="116" y="34"/>
                    <a:pt x="117" y="31"/>
                    <a:pt x="118" y="28"/>
                  </a:cubicBezTo>
                  <a:cubicBezTo>
                    <a:pt x="120" y="26"/>
                    <a:pt x="122" y="23"/>
                    <a:pt x="124" y="22"/>
                  </a:cubicBezTo>
                  <a:cubicBezTo>
                    <a:pt x="126" y="20"/>
                    <a:pt x="129" y="19"/>
                    <a:pt x="132" y="19"/>
                  </a:cubicBezTo>
                  <a:close/>
                  <a:moveTo>
                    <a:pt x="130" y="21"/>
                  </a:moveTo>
                  <a:cubicBezTo>
                    <a:pt x="129" y="21"/>
                    <a:pt x="128" y="22"/>
                    <a:pt x="127" y="22"/>
                  </a:cubicBezTo>
                  <a:cubicBezTo>
                    <a:pt x="126" y="23"/>
                    <a:pt x="124" y="24"/>
                    <a:pt x="124" y="26"/>
                  </a:cubicBezTo>
                  <a:cubicBezTo>
                    <a:pt x="123" y="28"/>
                    <a:pt x="122" y="31"/>
                    <a:pt x="122" y="34"/>
                  </a:cubicBezTo>
                  <a:cubicBezTo>
                    <a:pt x="122" y="39"/>
                    <a:pt x="123" y="43"/>
                    <a:pt x="125" y="47"/>
                  </a:cubicBezTo>
                  <a:cubicBezTo>
                    <a:pt x="127" y="50"/>
                    <a:pt x="130" y="52"/>
                    <a:pt x="133" y="52"/>
                  </a:cubicBezTo>
                  <a:cubicBezTo>
                    <a:pt x="135" y="52"/>
                    <a:pt x="137" y="51"/>
                    <a:pt x="138" y="49"/>
                  </a:cubicBezTo>
                  <a:cubicBezTo>
                    <a:pt x="140" y="47"/>
                    <a:pt x="141" y="44"/>
                    <a:pt x="141" y="39"/>
                  </a:cubicBezTo>
                  <a:cubicBezTo>
                    <a:pt x="141" y="33"/>
                    <a:pt x="140" y="28"/>
                    <a:pt x="137" y="25"/>
                  </a:cubicBezTo>
                  <a:cubicBezTo>
                    <a:pt x="135" y="22"/>
                    <a:pt x="133" y="21"/>
                    <a:pt x="130" y="21"/>
                  </a:cubicBezTo>
                  <a:close/>
                  <a:moveTo>
                    <a:pt x="167" y="1"/>
                  </a:moveTo>
                  <a:cubicBezTo>
                    <a:pt x="167" y="46"/>
                    <a:pt x="167" y="46"/>
                    <a:pt x="167" y="46"/>
                  </a:cubicBezTo>
                  <a:cubicBezTo>
                    <a:pt x="167" y="48"/>
                    <a:pt x="167" y="50"/>
                    <a:pt x="168" y="50"/>
                  </a:cubicBezTo>
                  <a:cubicBezTo>
                    <a:pt x="168" y="51"/>
                    <a:pt x="168" y="52"/>
                    <a:pt x="169" y="52"/>
                  </a:cubicBezTo>
                  <a:cubicBezTo>
                    <a:pt x="170" y="52"/>
                    <a:pt x="170" y="52"/>
                    <a:pt x="172" y="52"/>
                  </a:cubicBezTo>
                  <a:cubicBezTo>
                    <a:pt x="172" y="54"/>
                    <a:pt x="172" y="54"/>
                    <a:pt x="172" y="54"/>
                  </a:cubicBezTo>
                  <a:cubicBezTo>
                    <a:pt x="156" y="54"/>
                    <a:pt x="156" y="54"/>
                    <a:pt x="156" y="54"/>
                  </a:cubicBezTo>
                  <a:cubicBezTo>
                    <a:pt x="156" y="52"/>
                    <a:pt x="156" y="52"/>
                    <a:pt x="156" y="52"/>
                  </a:cubicBezTo>
                  <a:cubicBezTo>
                    <a:pt x="158" y="52"/>
                    <a:pt x="159" y="52"/>
                    <a:pt x="160" y="52"/>
                  </a:cubicBezTo>
                  <a:cubicBezTo>
                    <a:pt x="160" y="52"/>
                    <a:pt x="160" y="51"/>
                    <a:pt x="161" y="50"/>
                  </a:cubicBezTo>
                  <a:cubicBezTo>
                    <a:pt x="161" y="50"/>
                    <a:pt x="161" y="48"/>
                    <a:pt x="161" y="46"/>
                  </a:cubicBezTo>
                  <a:cubicBezTo>
                    <a:pt x="161" y="15"/>
                    <a:pt x="161" y="15"/>
                    <a:pt x="161" y="15"/>
                  </a:cubicBezTo>
                  <a:cubicBezTo>
                    <a:pt x="161" y="11"/>
                    <a:pt x="161" y="9"/>
                    <a:pt x="161" y="8"/>
                  </a:cubicBezTo>
                  <a:cubicBezTo>
                    <a:pt x="161" y="7"/>
                    <a:pt x="160" y="6"/>
                    <a:pt x="160" y="6"/>
                  </a:cubicBezTo>
                  <a:cubicBezTo>
                    <a:pt x="160" y="6"/>
                    <a:pt x="159" y="6"/>
                    <a:pt x="158" y="6"/>
                  </a:cubicBezTo>
                  <a:cubicBezTo>
                    <a:pt x="158" y="6"/>
                    <a:pt x="157" y="6"/>
                    <a:pt x="156" y="6"/>
                  </a:cubicBezTo>
                  <a:cubicBezTo>
                    <a:pt x="155" y="5"/>
                    <a:pt x="155" y="5"/>
                    <a:pt x="155" y="5"/>
                  </a:cubicBezTo>
                  <a:cubicBezTo>
                    <a:pt x="165" y="1"/>
                    <a:pt x="165" y="1"/>
                    <a:pt x="165" y="1"/>
                  </a:cubicBezTo>
                  <a:cubicBezTo>
                    <a:pt x="167" y="1"/>
                    <a:pt x="167" y="1"/>
                    <a:pt x="167" y="1"/>
                  </a:cubicBezTo>
                  <a:cubicBezTo>
                    <a:pt x="167" y="1"/>
                    <a:pt x="167" y="1"/>
                    <a:pt x="167" y="1"/>
                  </a:cubicBezTo>
                  <a:close/>
                  <a:moveTo>
                    <a:pt x="196" y="19"/>
                  </a:moveTo>
                  <a:cubicBezTo>
                    <a:pt x="201" y="19"/>
                    <a:pt x="205" y="21"/>
                    <a:pt x="208" y="25"/>
                  </a:cubicBezTo>
                  <a:cubicBezTo>
                    <a:pt x="210" y="28"/>
                    <a:pt x="212" y="32"/>
                    <a:pt x="212" y="36"/>
                  </a:cubicBezTo>
                  <a:cubicBezTo>
                    <a:pt x="212" y="40"/>
                    <a:pt x="211" y="42"/>
                    <a:pt x="210" y="46"/>
                  </a:cubicBezTo>
                  <a:cubicBezTo>
                    <a:pt x="209" y="49"/>
                    <a:pt x="207" y="51"/>
                    <a:pt x="204" y="53"/>
                  </a:cubicBezTo>
                  <a:cubicBezTo>
                    <a:pt x="202" y="54"/>
                    <a:pt x="199" y="55"/>
                    <a:pt x="196" y="55"/>
                  </a:cubicBezTo>
                  <a:cubicBezTo>
                    <a:pt x="191" y="55"/>
                    <a:pt x="187" y="53"/>
                    <a:pt x="184" y="49"/>
                  </a:cubicBezTo>
                  <a:cubicBezTo>
                    <a:pt x="182" y="46"/>
                    <a:pt x="181" y="42"/>
                    <a:pt x="181" y="38"/>
                  </a:cubicBezTo>
                  <a:cubicBezTo>
                    <a:pt x="181" y="34"/>
                    <a:pt x="182" y="31"/>
                    <a:pt x="183" y="28"/>
                  </a:cubicBezTo>
                  <a:cubicBezTo>
                    <a:pt x="185" y="26"/>
                    <a:pt x="187" y="23"/>
                    <a:pt x="189" y="22"/>
                  </a:cubicBezTo>
                  <a:cubicBezTo>
                    <a:pt x="190" y="20"/>
                    <a:pt x="193" y="19"/>
                    <a:pt x="196" y="19"/>
                  </a:cubicBezTo>
                  <a:close/>
                  <a:moveTo>
                    <a:pt x="195" y="21"/>
                  </a:moveTo>
                  <a:cubicBezTo>
                    <a:pt x="194" y="21"/>
                    <a:pt x="192" y="22"/>
                    <a:pt x="191" y="22"/>
                  </a:cubicBezTo>
                  <a:cubicBezTo>
                    <a:pt x="190" y="23"/>
                    <a:pt x="188" y="24"/>
                    <a:pt x="188" y="26"/>
                  </a:cubicBezTo>
                  <a:cubicBezTo>
                    <a:pt x="187" y="28"/>
                    <a:pt x="186" y="31"/>
                    <a:pt x="186" y="34"/>
                  </a:cubicBezTo>
                  <a:cubicBezTo>
                    <a:pt x="186" y="39"/>
                    <a:pt x="187" y="43"/>
                    <a:pt x="189" y="47"/>
                  </a:cubicBezTo>
                  <a:cubicBezTo>
                    <a:pt x="191" y="50"/>
                    <a:pt x="194" y="52"/>
                    <a:pt x="197" y="52"/>
                  </a:cubicBezTo>
                  <a:cubicBezTo>
                    <a:pt x="199" y="52"/>
                    <a:pt x="201" y="51"/>
                    <a:pt x="202" y="49"/>
                  </a:cubicBezTo>
                  <a:cubicBezTo>
                    <a:pt x="204" y="47"/>
                    <a:pt x="205" y="44"/>
                    <a:pt x="205" y="39"/>
                  </a:cubicBezTo>
                  <a:cubicBezTo>
                    <a:pt x="205" y="33"/>
                    <a:pt x="204" y="28"/>
                    <a:pt x="201" y="25"/>
                  </a:cubicBezTo>
                  <a:cubicBezTo>
                    <a:pt x="200" y="22"/>
                    <a:pt x="197" y="21"/>
                    <a:pt x="195" y="21"/>
                  </a:cubicBezTo>
                  <a:close/>
                  <a:moveTo>
                    <a:pt x="229" y="41"/>
                  </a:moveTo>
                  <a:cubicBezTo>
                    <a:pt x="227" y="40"/>
                    <a:pt x="225" y="39"/>
                    <a:pt x="224" y="37"/>
                  </a:cubicBezTo>
                  <a:cubicBezTo>
                    <a:pt x="223" y="35"/>
                    <a:pt x="222" y="33"/>
                    <a:pt x="222" y="31"/>
                  </a:cubicBezTo>
                  <a:cubicBezTo>
                    <a:pt x="222" y="28"/>
                    <a:pt x="224" y="24"/>
                    <a:pt x="226" y="22"/>
                  </a:cubicBezTo>
                  <a:cubicBezTo>
                    <a:pt x="228" y="20"/>
                    <a:pt x="232" y="18"/>
                    <a:pt x="235" y="18"/>
                  </a:cubicBezTo>
                  <a:cubicBezTo>
                    <a:pt x="238" y="18"/>
                    <a:pt x="241" y="19"/>
                    <a:pt x="243" y="21"/>
                  </a:cubicBezTo>
                  <a:cubicBezTo>
                    <a:pt x="250" y="21"/>
                    <a:pt x="250" y="21"/>
                    <a:pt x="250" y="21"/>
                  </a:cubicBezTo>
                  <a:cubicBezTo>
                    <a:pt x="251" y="21"/>
                    <a:pt x="252" y="21"/>
                    <a:pt x="252" y="21"/>
                  </a:cubicBezTo>
                  <a:cubicBezTo>
                    <a:pt x="252" y="21"/>
                    <a:pt x="252" y="21"/>
                    <a:pt x="252" y="21"/>
                  </a:cubicBezTo>
                  <a:cubicBezTo>
                    <a:pt x="252" y="22"/>
                    <a:pt x="252" y="22"/>
                    <a:pt x="252" y="22"/>
                  </a:cubicBezTo>
                  <a:cubicBezTo>
                    <a:pt x="252" y="23"/>
                    <a:pt x="252" y="24"/>
                    <a:pt x="252" y="24"/>
                  </a:cubicBezTo>
                  <a:cubicBezTo>
                    <a:pt x="252" y="24"/>
                    <a:pt x="252" y="24"/>
                    <a:pt x="252" y="24"/>
                  </a:cubicBezTo>
                  <a:cubicBezTo>
                    <a:pt x="252" y="24"/>
                    <a:pt x="251" y="24"/>
                    <a:pt x="250" y="24"/>
                  </a:cubicBezTo>
                  <a:cubicBezTo>
                    <a:pt x="246" y="24"/>
                    <a:pt x="246" y="24"/>
                    <a:pt x="246" y="24"/>
                  </a:cubicBezTo>
                  <a:cubicBezTo>
                    <a:pt x="247" y="26"/>
                    <a:pt x="248" y="28"/>
                    <a:pt x="248" y="31"/>
                  </a:cubicBezTo>
                  <a:cubicBezTo>
                    <a:pt x="248" y="34"/>
                    <a:pt x="246" y="37"/>
                    <a:pt x="244" y="39"/>
                  </a:cubicBezTo>
                  <a:cubicBezTo>
                    <a:pt x="242" y="41"/>
                    <a:pt x="238" y="42"/>
                    <a:pt x="235" y="42"/>
                  </a:cubicBezTo>
                  <a:cubicBezTo>
                    <a:pt x="233" y="42"/>
                    <a:pt x="232" y="42"/>
                    <a:pt x="230" y="41"/>
                  </a:cubicBezTo>
                  <a:cubicBezTo>
                    <a:pt x="229" y="42"/>
                    <a:pt x="228" y="43"/>
                    <a:pt x="228" y="44"/>
                  </a:cubicBezTo>
                  <a:cubicBezTo>
                    <a:pt x="228" y="44"/>
                    <a:pt x="228" y="45"/>
                    <a:pt x="228" y="45"/>
                  </a:cubicBezTo>
                  <a:cubicBezTo>
                    <a:pt x="228" y="46"/>
                    <a:pt x="228" y="46"/>
                    <a:pt x="228" y="46"/>
                  </a:cubicBezTo>
                  <a:cubicBezTo>
                    <a:pt x="228" y="47"/>
                    <a:pt x="229" y="47"/>
                    <a:pt x="230" y="47"/>
                  </a:cubicBezTo>
                  <a:cubicBezTo>
                    <a:pt x="231" y="47"/>
                    <a:pt x="233" y="47"/>
                    <a:pt x="236" y="48"/>
                  </a:cubicBezTo>
                  <a:cubicBezTo>
                    <a:pt x="240" y="48"/>
                    <a:pt x="244" y="48"/>
                    <a:pt x="245" y="48"/>
                  </a:cubicBezTo>
                  <a:cubicBezTo>
                    <a:pt x="248" y="48"/>
                    <a:pt x="249" y="49"/>
                    <a:pt x="250" y="50"/>
                  </a:cubicBezTo>
                  <a:cubicBezTo>
                    <a:pt x="252" y="52"/>
                    <a:pt x="252" y="54"/>
                    <a:pt x="252" y="56"/>
                  </a:cubicBezTo>
                  <a:cubicBezTo>
                    <a:pt x="252" y="58"/>
                    <a:pt x="251" y="61"/>
                    <a:pt x="249" y="64"/>
                  </a:cubicBezTo>
                  <a:cubicBezTo>
                    <a:pt x="245" y="67"/>
                    <a:pt x="240" y="69"/>
                    <a:pt x="234" y="69"/>
                  </a:cubicBezTo>
                  <a:cubicBezTo>
                    <a:pt x="230" y="69"/>
                    <a:pt x="226" y="68"/>
                    <a:pt x="223" y="66"/>
                  </a:cubicBezTo>
                  <a:cubicBezTo>
                    <a:pt x="221" y="65"/>
                    <a:pt x="220" y="64"/>
                    <a:pt x="220" y="62"/>
                  </a:cubicBezTo>
                  <a:cubicBezTo>
                    <a:pt x="220" y="62"/>
                    <a:pt x="220" y="61"/>
                    <a:pt x="220" y="60"/>
                  </a:cubicBezTo>
                  <a:cubicBezTo>
                    <a:pt x="221" y="60"/>
                    <a:pt x="222" y="58"/>
                    <a:pt x="223" y="56"/>
                  </a:cubicBezTo>
                  <a:cubicBezTo>
                    <a:pt x="223" y="56"/>
                    <a:pt x="224" y="55"/>
                    <a:pt x="226" y="52"/>
                  </a:cubicBezTo>
                  <a:cubicBezTo>
                    <a:pt x="225" y="52"/>
                    <a:pt x="224" y="51"/>
                    <a:pt x="224" y="50"/>
                  </a:cubicBezTo>
                  <a:cubicBezTo>
                    <a:pt x="223" y="50"/>
                    <a:pt x="223" y="49"/>
                    <a:pt x="223" y="48"/>
                  </a:cubicBezTo>
                  <a:cubicBezTo>
                    <a:pt x="223" y="48"/>
                    <a:pt x="223" y="46"/>
                    <a:pt x="224" y="45"/>
                  </a:cubicBezTo>
                  <a:cubicBezTo>
                    <a:pt x="225" y="45"/>
                    <a:pt x="226" y="44"/>
                    <a:pt x="229" y="41"/>
                  </a:cubicBezTo>
                  <a:close/>
                  <a:moveTo>
                    <a:pt x="235" y="20"/>
                  </a:moveTo>
                  <a:cubicBezTo>
                    <a:pt x="233" y="20"/>
                    <a:pt x="232" y="21"/>
                    <a:pt x="230" y="22"/>
                  </a:cubicBezTo>
                  <a:cubicBezTo>
                    <a:pt x="229" y="24"/>
                    <a:pt x="229" y="26"/>
                    <a:pt x="229" y="29"/>
                  </a:cubicBezTo>
                  <a:cubicBezTo>
                    <a:pt x="229" y="33"/>
                    <a:pt x="230" y="36"/>
                    <a:pt x="231" y="38"/>
                  </a:cubicBezTo>
                  <a:cubicBezTo>
                    <a:pt x="232" y="40"/>
                    <a:pt x="234" y="41"/>
                    <a:pt x="236" y="41"/>
                  </a:cubicBezTo>
                  <a:cubicBezTo>
                    <a:pt x="238" y="41"/>
                    <a:pt x="239" y="40"/>
                    <a:pt x="240" y="39"/>
                  </a:cubicBezTo>
                  <a:cubicBezTo>
                    <a:pt x="242" y="37"/>
                    <a:pt x="242" y="35"/>
                    <a:pt x="242" y="32"/>
                  </a:cubicBezTo>
                  <a:cubicBezTo>
                    <a:pt x="242" y="28"/>
                    <a:pt x="241" y="25"/>
                    <a:pt x="240" y="23"/>
                  </a:cubicBezTo>
                  <a:cubicBezTo>
                    <a:pt x="238" y="21"/>
                    <a:pt x="237" y="20"/>
                    <a:pt x="235" y="20"/>
                  </a:cubicBezTo>
                  <a:close/>
                  <a:moveTo>
                    <a:pt x="228" y="54"/>
                  </a:moveTo>
                  <a:cubicBezTo>
                    <a:pt x="227" y="55"/>
                    <a:pt x="226" y="56"/>
                    <a:pt x="226" y="57"/>
                  </a:cubicBezTo>
                  <a:cubicBezTo>
                    <a:pt x="226" y="58"/>
                    <a:pt x="225" y="59"/>
                    <a:pt x="225" y="60"/>
                  </a:cubicBezTo>
                  <a:cubicBezTo>
                    <a:pt x="225" y="62"/>
                    <a:pt x="226" y="63"/>
                    <a:pt x="227" y="64"/>
                  </a:cubicBezTo>
                  <a:cubicBezTo>
                    <a:pt x="230" y="65"/>
                    <a:pt x="233" y="66"/>
                    <a:pt x="238" y="66"/>
                  </a:cubicBezTo>
                  <a:cubicBezTo>
                    <a:pt x="242" y="66"/>
                    <a:pt x="245" y="65"/>
                    <a:pt x="247" y="64"/>
                  </a:cubicBezTo>
                  <a:cubicBezTo>
                    <a:pt x="249" y="62"/>
                    <a:pt x="250" y="60"/>
                    <a:pt x="250" y="58"/>
                  </a:cubicBezTo>
                  <a:cubicBezTo>
                    <a:pt x="250" y="57"/>
                    <a:pt x="250" y="56"/>
                    <a:pt x="248" y="56"/>
                  </a:cubicBezTo>
                  <a:cubicBezTo>
                    <a:pt x="247" y="55"/>
                    <a:pt x="245" y="55"/>
                    <a:pt x="241" y="55"/>
                  </a:cubicBezTo>
                  <a:cubicBezTo>
                    <a:pt x="236" y="54"/>
                    <a:pt x="231" y="54"/>
                    <a:pt x="228" y="54"/>
                  </a:cubicBezTo>
                  <a:close/>
                  <a:moveTo>
                    <a:pt x="258" y="20"/>
                  </a:moveTo>
                  <a:cubicBezTo>
                    <a:pt x="274" y="20"/>
                    <a:pt x="274" y="20"/>
                    <a:pt x="274" y="20"/>
                  </a:cubicBezTo>
                  <a:cubicBezTo>
                    <a:pt x="274" y="21"/>
                    <a:pt x="274" y="21"/>
                    <a:pt x="274" y="21"/>
                  </a:cubicBezTo>
                  <a:cubicBezTo>
                    <a:pt x="273" y="21"/>
                    <a:pt x="273" y="21"/>
                    <a:pt x="273" y="21"/>
                  </a:cubicBezTo>
                  <a:cubicBezTo>
                    <a:pt x="272" y="21"/>
                    <a:pt x="271" y="21"/>
                    <a:pt x="270" y="22"/>
                  </a:cubicBezTo>
                  <a:cubicBezTo>
                    <a:pt x="270" y="22"/>
                    <a:pt x="270" y="23"/>
                    <a:pt x="270" y="23"/>
                  </a:cubicBezTo>
                  <a:cubicBezTo>
                    <a:pt x="270" y="24"/>
                    <a:pt x="270" y="26"/>
                    <a:pt x="271" y="27"/>
                  </a:cubicBezTo>
                  <a:cubicBezTo>
                    <a:pt x="279" y="44"/>
                    <a:pt x="279" y="44"/>
                    <a:pt x="279" y="44"/>
                  </a:cubicBezTo>
                  <a:cubicBezTo>
                    <a:pt x="286" y="26"/>
                    <a:pt x="286" y="26"/>
                    <a:pt x="286" y="26"/>
                  </a:cubicBezTo>
                  <a:cubicBezTo>
                    <a:pt x="286" y="24"/>
                    <a:pt x="287" y="24"/>
                    <a:pt x="287" y="22"/>
                  </a:cubicBezTo>
                  <a:cubicBezTo>
                    <a:pt x="287" y="22"/>
                    <a:pt x="287" y="22"/>
                    <a:pt x="286" y="21"/>
                  </a:cubicBezTo>
                  <a:cubicBezTo>
                    <a:pt x="286" y="21"/>
                    <a:pt x="286" y="21"/>
                    <a:pt x="286" y="20"/>
                  </a:cubicBezTo>
                  <a:cubicBezTo>
                    <a:pt x="285" y="20"/>
                    <a:pt x="284" y="20"/>
                    <a:pt x="284" y="20"/>
                  </a:cubicBezTo>
                  <a:cubicBezTo>
                    <a:pt x="284" y="19"/>
                    <a:pt x="284" y="19"/>
                    <a:pt x="284" y="19"/>
                  </a:cubicBezTo>
                  <a:cubicBezTo>
                    <a:pt x="294" y="19"/>
                    <a:pt x="294" y="19"/>
                    <a:pt x="294" y="19"/>
                  </a:cubicBezTo>
                  <a:cubicBezTo>
                    <a:pt x="294" y="20"/>
                    <a:pt x="294" y="20"/>
                    <a:pt x="294" y="20"/>
                  </a:cubicBezTo>
                  <a:cubicBezTo>
                    <a:pt x="294" y="20"/>
                    <a:pt x="293" y="20"/>
                    <a:pt x="292" y="20"/>
                  </a:cubicBezTo>
                  <a:cubicBezTo>
                    <a:pt x="292" y="21"/>
                    <a:pt x="292" y="21"/>
                    <a:pt x="291" y="22"/>
                  </a:cubicBezTo>
                  <a:cubicBezTo>
                    <a:pt x="290" y="22"/>
                    <a:pt x="290" y="23"/>
                    <a:pt x="290" y="25"/>
                  </a:cubicBezTo>
                  <a:cubicBezTo>
                    <a:pt x="276" y="59"/>
                    <a:pt x="276" y="59"/>
                    <a:pt x="276" y="59"/>
                  </a:cubicBezTo>
                  <a:cubicBezTo>
                    <a:pt x="275" y="62"/>
                    <a:pt x="274" y="64"/>
                    <a:pt x="271" y="66"/>
                  </a:cubicBezTo>
                  <a:cubicBezTo>
                    <a:pt x="269" y="68"/>
                    <a:pt x="267" y="69"/>
                    <a:pt x="265" y="69"/>
                  </a:cubicBezTo>
                  <a:cubicBezTo>
                    <a:pt x="264" y="69"/>
                    <a:pt x="263" y="68"/>
                    <a:pt x="262" y="68"/>
                  </a:cubicBezTo>
                  <a:cubicBezTo>
                    <a:pt x="261" y="67"/>
                    <a:pt x="260" y="66"/>
                    <a:pt x="260" y="65"/>
                  </a:cubicBezTo>
                  <a:cubicBezTo>
                    <a:pt x="260" y="64"/>
                    <a:pt x="261" y="63"/>
                    <a:pt x="261" y="62"/>
                  </a:cubicBezTo>
                  <a:cubicBezTo>
                    <a:pt x="262" y="62"/>
                    <a:pt x="263" y="62"/>
                    <a:pt x="264" y="62"/>
                  </a:cubicBezTo>
                  <a:cubicBezTo>
                    <a:pt x="265" y="62"/>
                    <a:pt x="266" y="62"/>
                    <a:pt x="267" y="62"/>
                  </a:cubicBezTo>
                  <a:cubicBezTo>
                    <a:pt x="268" y="63"/>
                    <a:pt x="269" y="63"/>
                    <a:pt x="269" y="63"/>
                  </a:cubicBezTo>
                  <a:cubicBezTo>
                    <a:pt x="270" y="63"/>
                    <a:pt x="270" y="62"/>
                    <a:pt x="271" y="62"/>
                  </a:cubicBezTo>
                  <a:cubicBezTo>
                    <a:pt x="272" y="61"/>
                    <a:pt x="273" y="59"/>
                    <a:pt x="274" y="57"/>
                  </a:cubicBezTo>
                  <a:cubicBezTo>
                    <a:pt x="276" y="51"/>
                    <a:pt x="276" y="51"/>
                    <a:pt x="276" y="51"/>
                  </a:cubicBezTo>
                  <a:cubicBezTo>
                    <a:pt x="264" y="26"/>
                    <a:pt x="264" y="26"/>
                    <a:pt x="264" y="26"/>
                  </a:cubicBezTo>
                  <a:cubicBezTo>
                    <a:pt x="264" y="25"/>
                    <a:pt x="264" y="24"/>
                    <a:pt x="263" y="23"/>
                  </a:cubicBezTo>
                  <a:cubicBezTo>
                    <a:pt x="262" y="22"/>
                    <a:pt x="262" y="21"/>
                    <a:pt x="261" y="21"/>
                  </a:cubicBezTo>
                  <a:cubicBezTo>
                    <a:pt x="261" y="21"/>
                    <a:pt x="260" y="20"/>
                    <a:pt x="258" y="20"/>
                  </a:cubicBezTo>
                  <a:cubicBezTo>
                    <a:pt x="258" y="20"/>
                    <a:pt x="258" y="20"/>
                    <a:pt x="258" y="20"/>
                  </a:cubicBezTo>
                  <a:close/>
                  <a:moveTo>
                    <a:pt x="331" y="19"/>
                  </a:moveTo>
                  <a:cubicBezTo>
                    <a:pt x="336" y="19"/>
                    <a:pt x="340" y="21"/>
                    <a:pt x="343" y="25"/>
                  </a:cubicBezTo>
                  <a:cubicBezTo>
                    <a:pt x="346" y="28"/>
                    <a:pt x="347" y="32"/>
                    <a:pt x="347" y="36"/>
                  </a:cubicBezTo>
                  <a:cubicBezTo>
                    <a:pt x="347" y="40"/>
                    <a:pt x="346" y="42"/>
                    <a:pt x="345" y="46"/>
                  </a:cubicBezTo>
                  <a:cubicBezTo>
                    <a:pt x="344" y="49"/>
                    <a:pt x="342" y="51"/>
                    <a:pt x="339" y="53"/>
                  </a:cubicBezTo>
                  <a:cubicBezTo>
                    <a:pt x="336" y="54"/>
                    <a:pt x="334" y="55"/>
                    <a:pt x="331" y="55"/>
                  </a:cubicBezTo>
                  <a:cubicBezTo>
                    <a:pt x="326" y="55"/>
                    <a:pt x="322" y="53"/>
                    <a:pt x="319" y="49"/>
                  </a:cubicBezTo>
                  <a:cubicBezTo>
                    <a:pt x="317" y="46"/>
                    <a:pt x="316" y="42"/>
                    <a:pt x="316" y="38"/>
                  </a:cubicBezTo>
                  <a:cubicBezTo>
                    <a:pt x="316" y="34"/>
                    <a:pt x="316" y="31"/>
                    <a:pt x="318" y="28"/>
                  </a:cubicBezTo>
                  <a:cubicBezTo>
                    <a:pt x="320" y="26"/>
                    <a:pt x="322" y="23"/>
                    <a:pt x="324" y="22"/>
                  </a:cubicBezTo>
                  <a:cubicBezTo>
                    <a:pt x="326" y="20"/>
                    <a:pt x="328" y="19"/>
                    <a:pt x="331" y="19"/>
                  </a:cubicBezTo>
                  <a:close/>
                  <a:moveTo>
                    <a:pt x="330" y="21"/>
                  </a:moveTo>
                  <a:cubicBezTo>
                    <a:pt x="329" y="21"/>
                    <a:pt x="328" y="22"/>
                    <a:pt x="326" y="22"/>
                  </a:cubicBezTo>
                  <a:cubicBezTo>
                    <a:pt x="325" y="23"/>
                    <a:pt x="324" y="24"/>
                    <a:pt x="323" y="26"/>
                  </a:cubicBezTo>
                  <a:cubicBezTo>
                    <a:pt x="322" y="28"/>
                    <a:pt x="322" y="31"/>
                    <a:pt x="322" y="34"/>
                  </a:cubicBezTo>
                  <a:cubicBezTo>
                    <a:pt x="322" y="39"/>
                    <a:pt x="323" y="43"/>
                    <a:pt x="325" y="47"/>
                  </a:cubicBezTo>
                  <a:cubicBezTo>
                    <a:pt x="327" y="50"/>
                    <a:pt x="329" y="52"/>
                    <a:pt x="332" y="52"/>
                  </a:cubicBezTo>
                  <a:cubicBezTo>
                    <a:pt x="335" y="52"/>
                    <a:pt x="337" y="51"/>
                    <a:pt x="338" y="49"/>
                  </a:cubicBezTo>
                  <a:cubicBezTo>
                    <a:pt x="340" y="47"/>
                    <a:pt x="340" y="44"/>
                    <a:pt x="340" y="39"/>
                  </a:cubicBezTo>
                  <a:cubicBezTo>
                    <a:pt x="340" y="33"/>
                    <a:pt x="339" y="28"/>
                    <a:pt x="337" y="25"/>
                  </a:cubicBezTo>
                  <a:cubicBezTo>
                    <a:pt x="335" y="22"/>
                    <a:pt x="332" y="21"/>
                    <a:pt x="330" y="21"/>
                  </a:cubicBezTo>
                  <a:close/>
                  <a:moveTo>
                    <a:pt x="368" y="22"/>
                  </a:moveTo>
                  <a:cubicBezTo>
                    <a:pt x="368" y="45"/>
                    <a:pt x="368" y="45"/>
                    <a:pt x="368" y="45"/>
                  </a:cubicBezTo>
                  <a:cubicBezTo>
                    <a:pt x="368" y="48"/>
                    <a:pt x="368" y="50"/>
                    <a:pt x="369" y="51"/>
                  </a:cubicBezTo>
                  <a:cubicBezTo>
                    <a:pt x="370" y="52"/>
                    <a:pt x="371" y="52"/>
                    <a:pt x="373" y="52"/>
                  </a:cubicBezTo>
                  <a:cubicBezTo>
                    <a:pt x="376" y="52"/>
                    <a:pt x="376" y="52"/>
                    <a:pt x="376" y="52"/>
                  </a:cubicBezTo>
                  <a:cubicBezTo>
                    <a:pt x="376" y="54"/>
                    <a:pt x="376" y="54"/>
                    <a:pt x="376" y="54"/>
                  </a:cubicBezTo>
                  <a:cubicBezTo>
                    <a:pt x="356" y="54"/>
                    <a:pt x="356" y="54"/>
                    <a:pt x="356" y="54"/>
                  </a:cubicBezTo>
                  <a:cubicBezTo>
                    <a:pt x="356" y="52"/>
                    <a:pt x="356" y="52"/>
                    <a:pt x="356" y="52"/>
                  </a:cubicBezTo>
                  <a:cubicBezTo>
                    <a:pt x="358" y="52"/>
                    <a:pt x="358" y="52"/>
                    <a:pt x="358" y="52"/>
                  </a:cubicBezTo>
                  <a:cubicBezTo>
                    <a:pt x="358" y="52"/>
                    <a:pt x="360" y="52"/>
                    <a:pt x="360" y="52"/>
                  </a:cubicBezTo>
                  <a:cubicBezTo>
                    <a:pt x="361" y="51"/>
                    <a:pt x="362" y="50"/>
                    <a:pt x="362" y="50"/>
                  </a:cubicBezTo>
                  <a:cubicBezTo>
                    <a:pt x="362" y="49"/>
                    <a:pt x="362" y="47"/>
                    <a:pt x="362" y="45"/>
                  </a:cubicBezTo>
                  <a:cubicBezTo>
                    <a:pt x="362" y="22"/>
                    <a:pt x="362" y="22"/>
                    <a:pt x="362" y="22"/>
                  </a:cubicBezTo>
                  <a:cubicBezTo>
                    <a:pt x="356" y="22"/>
                    <a:pt x="356" y="22"/>
                    <a:pt x="356" y="22"/>
                  </a:cubicBezTo>
                  <a:cubicBezTo>
                    <a:pt x="356" y="20"/>
                    <a:pt x="356" y="20"/>
                    <a:pt x="356" y="20"/>
                  </a:cubicBezTo>
                  <a:cubicBezTo>
                    <a:pt x="362" y="20"/>
                    <a:pt x="362" y="20"/>
                    <a:pt x="362" y="20"/>
                  </a:cubicBezTo>
                  <a:cubicBezTo>
                    <a:pt x="362" y="17"/>
                    <a:pt x="362" y="17"/>
                    <a:pt x="362" y="17"/>
                  </a:cubicBezTo>
                  <a:cubicBezTo>
                    <a:pt x="362" y="14"/>
                    <a:pt x="363" y="11"/>
                    <a:pt x="364" y="8"/>
                  </a:cubicBezTo>
                  <a:cubicBezTo>
                    <a:pt x="365" y="6"/>
                    <a:pt x="367" y="4"/>
                    <a:pt x="369" y="3"/>
                  </a:cubicBezTo>
                  <a:cubicBezTo>
                    <a:pt x="371" y="2"/>
                    <a:pt x="373" y="1"/>
                    <a:pt x="376" y="1"/>
                  </a:cubicBezTo>
                  <a:cubicBezTo>
                    <a:pt x="378" y="1"/>
                    <a:pt x="381" y="2"/>
                    <a:pt x="383" y="3"/>
                  </a:cubicBezTo>
                  <a:cubicBezTo>
                    <a:pt x="384" y="4"/>
                    <a:pt x="385" y="6"/>
                    <a:pt x="385" y="7"/>
                  </a:cubicBezTo>
                  <a:cubicBezTo>
                    <a:pt x="385" y="8"/>
                    <a:pt x="384" y="8"/>
                    <a:pt x="384" y="9"/>
                  </a:cubicBezTo>
                  <a:cubicBezTo>
                    <a:pt x="383" y="10"/>
                    <a:pt x="383" y="10"/>
                    <a:pt x="382" y="10"/>
                  </a:cubicBezTo>
                  <a:cubicBezTo>
                    <a:pt x="382" y="10"/>
                    <a:pt x="381" y="9"/>
                    <a:pt x="380" y="9"/>
                  </a:cubicBezTo>
                  <a:cubicBezTo>
                    <a:pt x="380" y="8"/>
                    <a:pt x="379" y="8"/>
                    <a:pt x="378" y="6"/>
                  </a:cubicBezTo>
                  <a:cubicBezTo>
                    <a:pt x="377" y="5"/>
                    <a:pt x="376" y="4"/>
                    <a:pt x="376" y="3"/>
                  </a:cubicBezTo>
                  <a:cubicBezTo>
                    <a:pt x="375" y="3"/>
                    <a:pt x="374" y="2"/>
                    <a:pt x="373" y="2"/>
                  </a:cubicBezTo>
                  <a:cubicBezTo>
                    <a:pt x="372" y="2"/>
                    <a:pt x="371" y="3"/>
                    <a:pt x="370" y="3"/>
                  </a:cubicBezTo>
                  <a:cubicBezTo>
                    <a:pt x="370" y="4"/>
                    <a:pt x="369" y="5"/>
                    <a:pt x="369" y="6"/>
                  </a:cubicBezTo>
                  <a:cubicBezTo>
                    <a:pt x="368" y="7"/>
                    <a:pt x="368" y="10"/>
                    <a:pt x="368" y="16"/>
                  </a:cubicBezTo>
                  <a:cubicBezTo>
                    <a:pt x="368" y="18"/>
                    <a:pt x="368" y="18"/>
                    <a:pt x="368" y="18"/>
                  </a:cubicBezTo>
                  <a:cubicBezTo>
                    <a:pt x="377" y="18"/>
                    <a:pt x="377" y="18"/>
                    <a:pt x="377" y="18"/>
                  </a:cubicBezTo>
                  <a:cubicBezTo>
                    <a:pt x="377" y="22"/>
                    <a:pt x="377" y="22"/>
                    <a:pt x="377" y="22"/>
                  </a:cubicBezTo>
                  <a:cubicBezTo>
                    <a:pt x="368" y="22"/>
                    <a:pt x="368" y="22"/>
                    <a:pt x="368" y="22"/>
                  </a:cubicBezTo>
                  <a:close/>
                  <a:moveTo>
                    <a:pt x="440" y="2"/>
                  </a:moveTo>
                  <a:cubicBezTo>
                    <a:pt x="441" y="20"/>
                    <a:pt x="441" y="20"/>
                    <a:pt x="441" y="20"/>
                  </a:cubicBezTo>
                  <a:cubicBezTo>
                    <a:pt x="440" y="20"/>
                    <a:pt x="440" y="20"/>
                    <a:pt x="440" y="20"/>
                  </a:cubicBezTo>
                  <a:cubicBezTo>
                    <a:pt x="438" y="14"/>
                    <a:pt x="436" y="11"/>
                    <a:pt x="433" y="8"/>
                  </a:cubicBezTo>
                  <a:cubicBezTo>
                    <a:pt x="430" y="6"/>
                    <a:pt x="427" y="5"/>
                    <a:pt x="423" y="5"/>
                  </a:cubicBezTo>
                  <a:cubicBezTo>
                    <a:pt x="420" y="5"/>
                    <a:pt x="417" y="6"/>
                    <a:pt x="414" y="8"/>
                  </a:cubicBezTo>
                  <a:cubicBezTo>
                    <a:pt x="412" y="9"/>
                    <a:pt x="410" y="12"/>
                    <a:pt x="408" y="16"/>
                  </a:cubicBezTo>
                  <a:cubicBezTo>
                    <a:pt x="407" y="19"/>
                    <a:pt x="406" y="24"/>
                    <a:pt x="406" y="30"/>
                  </a:cubicBezTo>
                  <a:cubicBezTo>
                    <a:pt x="406" y="34"/>
                    <a:pt x="407" y="38"/>
                    <a:pt x="408" y="42"/>
                  </a:cubicBezTo>
                  <a:cubicBezTo>
                    <a:pt x="409" y="45"/>
                    <a:pt x="412" y="48"/>
                    <a:pt x="414" y="49"/>
                  </a:cubicBezTo>
                  <a:cubicBezTo>
                    <a:pt x="417" y="51"/>
                    <a:pt x="420" y="52"/>
                    <a:pt x="424" y="52"/>
                  </a:cubicBezTo>
                  <a:cubicBezTo>
                    <a:pt x="427" y="52"/>
                    <a:pt x="430" y="51"/>
                    <a:pt x="432" y="50"/>
                  </a:cubicBezTo>
                  <a:cubicBezTo>
                    <a:pt x="435" y="49"/>
                    <a:pt x="438" y="46"/>
                    <a:pt x="440" y="42"/>
                  </a:cubicBezTo>
                  <a:cubicBezTo>
                    <a:pt x="442" y="42"/>
                    <a:pt x="442" y="42"/>
                    <a:pt x="442" y="42"/>
                  </a:cubicBezTo>
                  <a:cubicBezTo>
                    <a:pt x="439" y="47"/>
                    <a:pt x="436" y="50"/>
                    <a:pt x="433" y="52"/>
                  </a:cubicBezTo>
                  <a:cubicBezTo>
                    <a:pt x="430" y="54"/>
                    <a:pt x="426" y="56"/>
                    <a:pt x="422" y="56"/>
                  </a:cubicBezTo>
                  <a:cubicBezTo>
                    <a:pt x="414" y="56"/>
                    <a:pt x="407" y="52"/>
                    <a:pt x="403" y="46"/>
                  </a:cubicBezTo>
                  <a:cubicBezTo>
                    <a:pt x="400" y="42"/>
                    <a:pt x="398" y="36"/>
                    <a:pt x="398" y="30"/>
                  </a:cubicBezTo>
                  <a:cubicBezTo>
                    <a:pt x="398" y="25"/>
                    <a:pt x="399" y="20"/>
                    <a:pt x="401" y="16"/>
                  </a:cubicBezTo>
                  <a:cubicBezTo>
                    <a:pt x="403" y="12"/>
                    <a:pt x="406" y="8"/>
                    <a:pt x="410" y="6"/>
                  </a:cubicBezTo>
                  <a:cubicBezTo>
                    <a:pt x="414" y="4"/>
                    <a:pt x="418" y="3"/>
                    <a:pt x="422" y="3"/>
                  </a:cubicBezTo>
                  <a:cubicBezTo>
                    <a:pt x="426" y="3"/>
                    <a:pt x="429" y="4"/>
                    <a:pt x="433" y="6"/>
                  </a:cubicBezTo>
                  <a:cubicBezTo>
                    <a:pt x="434" y="6"/>
                    <a:pt x="434" y="6"/>
                    <a:pt x="435" y="6"/>
                  </a:cubicBezTo>
                  <a:cubicBezTo>
                    <a:pt x="436" y="6"/>
                    <a:pt x="436" y="6"/>
                    <a:pt x="436" y="6"/>
                  </a:cubicBezTo>
                  <a:cubicBezTo>
                    <a:pt x="437" y="5"/>
                    <a:pt x="438" y="4"/>
                    <a:pt x="438" y="3"/>
                  </a:cubicBezTo>
                  <a:cubicBezTo>
                    <a:pt x="440" y="2"/>
                    <a:pt x="440" y="2"/>
                    <a:pt x="440" y="2"/>
                  </a:cubicBezTo>
                  <a:close/>
                  <a:moveTo>
                    <a:pt x="460" y="1"/>
                  </a:moveTo>
                  <a:cubicBezTo>
                    <a:pt x="460" y="26"/>
                    <a:pt x="460" y="26"/>
                    <a:pt x="460" y="26"/>
                  </a:cubicBezTo>
                  <a:cubicBezTo>
                    <a:pt x="463" y="22"/>
                    <a:pt x="465" y="21"/>
                    <a:pt x="466" y="20"/>
                  </a:cubicBezTo>
                  <a:cubicBezTo>
                    <a:pt x="468" y="19"/>
                    <a:pt x="470" y="18"/>
                    <a:pt x="471" y="18"/>
                  </a:cubicBezTo>
                  <a:cubicBezTo>
                    <a:pt x="473" y="18"/>
                    <a:pt x="475" y="19"/>
                    <a:pt x="476" y="20"/>
                  </a:cubicBezTo>
                  <a:cubicBezTo>
                    <a:pt x="477" y="21"/>
                    <a:pt x="478" y="23"/>
                    <a:pt x="479" y="25"/>
                  </a:cubicBezTo>
                  <a:cubicBezTo>
                    <a:pt x="479" y="27"/>
                    <a:pt x="480" y="30"/>
                    <a:pt x="480" y="34"/>
                  </a:cubicBezTo>
                  <a:cubicBezTo>
                    <a:pt x="480" y="46"/>
                    <a:pt x="480" y="46"/>
                    <a:pt x="480" y="46"/>
                  </a:cubicBezTo>
                  <a:cubicBezTo>
                    <a:pt x="480" y="48"/>
                    <a:pt x="480" y="50"/>
                    <a:pt x="480" y="50"/>
                  </a:cubicBezTo>
                  <a:cubicBezTo>
                    <a:pt x="480" y="51"/>
                    <a:pt x="481" y="52"/>
                    <a:pt x="481" y="52"/>
                  </a:cubicBezTo>
                  <a:cubicBezTo>
                    <a:pt x="482" y="52"/>
                    <a:pt x="483" y="52"/>
                    <a:pt x="484" y="52"/>
                  </a:cubicBezTo>
                  <a:cubicBezTo>
                    <a:pt x="484" y="54"/>
                    <a:pt x="484" y="54"/>
                    <a:pt x="484" y="54"/>
                  </a:cubicBezTo>
                  <a:cubicBezTo>
                    <a:pt x="468" y="54"/>
                    <a:pt x="468" y="54"/>
                    <a:pt x="468" y="54"/>
                  </a:cubicBezTo>
                  <a:cubicBezTo>
                    <a:pt x="468" y="52"/>
                    <a:pt x="468" y="52"/>
                    <a:pt x="468" y="52"/>
                  </a:cubicBezTo>
                  <a:cubicBezTo>
                    <a:pt x="469" y="52"/>
                    <a:pt x="469" y="52"/>
                    <a:pt x="469" y="52"/>
                  </a:cubicBezTo>
                  <a:cubicBezTo>
                    <a:pt x="471" y="52"/>
                    <a:pt x="472" y="52"/>
                    <a:pt x="472" y="52"/>
                  </a:cubicBezTo>
                  <a:cubicBezTo>
                    <a:pt x="473" y="51"/>
                    <a:pt x="474" y="50"/>
                    <a:pt x="474" y="50"/>
                  </a:cubicBezTo>
                  <a:cubicBezTo>
                    <a:pt x="474" y="49"/>
                    <a:pt x="474" y="48"/>
                    <a:pt x="474" y="46"/>
                  </a:cubicBezTo>
                  <a:cubicBezTo>
                    <a:pt x="474" y="34"/>
                    <a:pt x="474" y="34"/>
                    <a:pt x="474" y="34"/>
                  </a:cubicBezTo>
                  <a:cubicBezTo>
                    <a:pt x="474" y="30"/>
                    <a:pt x="474" y="28"/>
                    <a:pt x="473" y="27"/>
                  </a:cubicBezTo>
                  <a:cubicBezTo>
                    <a:pt x="473" y="26"/>
                    <a:pt x="472" y="25"/>
                    <a:pt x="472" y="24"/>
                  </a:cubicBezTo>
                  <a:cubicBezTo>
                    <a:pt x="471" y="24"/>
                    <a:pt x="470" y="23"/>
                    <a:pt x="469" y="23"/>
                  </a:cubicBezTo>
                  <a:cubicBezTo>
                    <a:pt x="468" y="23"/>
                    <a:pt x="466" y="24"/>
                    <a:pt x="465" y="24"/>
                  </a:cubicBezTo>
                  <a:cubicBezTo>
                    <a:pt x="464" y="25"/>
                    <a:pt x="462" y="26"/>
                    <a:pt x="461" y="28"/>
                  </a:cubicBezTo>
                  <a:cubicBezTo>
                    <a:pt x="461" y="46"/>
                    <a:pt x="461" y="46"/>
                    <a:pt x="461" y="46"/>
                  </a:cubicBezTo>
                  <a:cubicBezTo>
                    <a:pt x="461" y="48"/>
                    <a:pt x="461" y="50"/>
                    <a:pt x="461" y="50"/>
                  </a:cubicBezTo>
                  <a:cubicBezTo>
                    <a:pt x="462" y="51"/>
                    <a:pt x="462" y="52"/>
                    <a:pt x="462" y="52"/>
                  </a:cubicBezTo>
                  <a:cubicBezTo>
                    <a:pt x="463" y="52"/>
                    <a:pt x="464" y="52"/>
                    <a:pt x="466" y="52"/>
                  </a:cubicBezTo>
                  <a:cubicBezTo>
                    <a:pt x="466" y="54"/>
                    <a:pt x="466" y="54"/>
                    <a:pt x="466" y="54"/>
                  </a:cubicBezTo>
                  <a:cubicBezTo>
                    <a:pt x="450" y="54"/>
                    <a:pt x="450" y="54"/>
                    <a:pt x="450" y="54"/>
                  </a:cubicBezTo>
                  <a:cubicBezTo>
                    <a:pt x="450" y="52"/>
                    <a:pt x="450" y="52"/>
                    <a:pt x="450" y="52"/>
                  </a:cubicBezTo>
                  <a:cubicBezTo>
                    <a:pt x="451" y="52"/>
                    <a:pt x="452" y="52"/>
                    <a:pt x="453" y="52"/>
                  </a:cubicBezTo>
                  <a:cubicBezTo>
                    <a:pt x="454" y="51"/>
                    <a:pt x="454" y="51"/>
                    <a:pt x="454" y="50"/>
                  </a:cubicBezTo>
                  <a:cubicBezTo>
                    <a:pt x="455" y="49"/>
                    <a:pt x="455" y="48"/>
                    <a:pt x="455" y="46"/>
                  </a:cubicBezTo>
                  <a:cubicBezTo>
                    <a:pt x="455" y="15"/>
                    <a:pt x="455" y="15"/>
                    <a:pt x="455" y="15"/>
                  </a:cubicBezTo>
                  <a:cubicBezTo>
                    <a:pt x="455" y="11"/>
                    <a:pt x="455" y="8"/>
                    <a:pt x="454" y="8"/>
                  </a:cubicBezTo>
                  <a:cubicBezTo>
                    <a:pt x="454" y="7"/>
                    <a:pt x="454" y="6"/>
                    <a:pt x="454" y="6"/>
                  </a:cubicBezTo>
                  <a:cubicBezTo>
                    <a:pt x="453" y="5"/>
                    <a:pt x="453" y="5"/>
                    <a:pt x="452" y="5"/>
                  </a:cubicBezTo>
                  <a:cubicBezTo>
                    <a:pt x="452" y="5"/>
                    <a:pt x="451" y="5"/>
                    <a:pt x="450" y="6"/>
                  </a:cubicBezTo>
                  <a:cubicBezTo>
                    <a:pt x="449" y="4"/>
                    <a:pt x="449" y="4"/>
                    <a:pt x="449" y="4"/>
                  </a:cubicBezTo>
                  <a:cubicBezTo>
                    <a:pt x="459" y="0"/>
                    <a:pt x="459" y="0"/>
                    <a:pt x="459" y="0"/>
                  </a:cubicBezTo>
                  <a:cubicBezTo>
                    <a:pt x="460" y="1"/>
                    <a:pt x="460" y="1"/>
                    <a:pt x="460" y="1"/>
                  </a:cubicBezTo>
                  <a:close/>
                  <a:moveTo>
                    <a:pt x="499" y="1"/>
                  </a:moveTo>
                  <a:cubicBezTo>
                    <a:pt x="500" y="1"/>
                    <a:pt x="501" y="1"/>
                    <a:pt x="501" y="2"/>
                  </a:cubicBezTo>
                  <a:cubicBezTo>
                    <a:pt x="502" y="3"/>
                    <a:pt x="502" y="4"/>
                    <a:pt x="502" y="5"/>
                  </a:cubicBezTo>
                  <a:cubicBezTo>
                    <a:pt x="502" y="6"/>
                    <a:pt x="502" y="7"/>
                    <a:pt x="501" y="8"/>
                  </a:cubicBezTo>
                  <a:cubicBezTo>
                    <a:pt x="500" y="8"/>
                    <a:pt x="500" y="9"/>
                    <a:pt x="499" y="9"/>
                  </a:cubicBezTo>
                  <a:cubicBezTo>
                    <a:pt x="498" y="9"/>
                    <a:pt x="497" y="8"/>
                    <a:pt x="496" y="8"/>
                  </a:cubicBezTo>
                  <a:cubicBezTo>
                    <a:pt x="496" y="7"/>
                    <a:pt x="495" y="6"/>
                    <a:pt x="495" y="5"/>
                  </a:cubicBezTo>
                  <a:cubicBezTo>
                    <a:pt x="495" y="4"/>
                    <a:pt x="496" y="3"/>
                    <a:pt x="496" y="2"/>
                  </a:cubicBezTo>
                  <a:cubicBezTo>
                    <a:pt x="497" y="1"/>
                    <a:pt x="498" y="1"/>
                    <a:pt x="499" y="1"/>
                  </a:cubicBezTo>
                  <a:close/>
                  <a:moveTo>
                    <a:pt x="502" y="19"/>
                  </a:moveTo>
                  <a:cubicBezTo>
                    <a:pt x="502" y="46"/>
                    <a:pt x="502" y="46"/>
                    <a:pt x="502" y="46"/>
                  </a:cubicBezTo>
                  <a:cubicBezTo>
                    <a:pt x="502" y="48"/>
                    <a:pt x="502" y="50"/>
                    <a:pt x="502" y="50"/>
                  </a:cubicBezTo>
                  <a:cubicBezTo>
                    <a:pt x="503" y="51"/>
                    <a:pt x="503" y="52"/>
                    <a:pt x="504" y="52"/>
                  </a:cubicBezTo>
                  <a:cubicBezTo>
                    <a:pt x="504" y="52"/>
                    <a:pt x="505" y="52"/>
                    <a:pt x="507" y="52"/>
                  </a:cubicBezTo>
                  <a:cubicBezTo>
                    <a:pt x="507" y="54"/>
                    <a:pt x="507" y="54"/>
                    <a:pt x="507" y="54"/>
                  </a:cubicBezTo>
                  <a:cubicBezTo>
                    <a:pt x="491" y="54"/>
                    <a:pt x="491" y="54"/>
                    <a:pt x="491" y="54"/>
                  </a:cubicBezTo>
                  <a:cubicBezTo>
                    <a:pt x="491" y="52"/>
                    <a:pt x="491" y="52"/>
                    <a:pt x="491" y="52"/>
                  </a:cubicBezTo>
                  <a:cubicBezTo>
                    <a:pt x="492" y="52"/>
                    <a:pt x="494" y="52"/>
                    <a:pt x="494" y="52"/>
                  </a:cubicBezTo>
                  <a:cubicBezTo>
                    <a:pt x="494" y="52"/>
                    <a:pt x="495" y="51"/>
                    <a:pt x="495" y="50"/>
                  </a:cubicBezTo>
                  <a:cubicBezTo>
                    <a:pt x="496" y="50"/>
                    <a:pt x="496" y="48"/>
                    <a:pt x="496" y="46"/>
                  </a:cubicBezTo>
                  <a:cubicBezTo>
                    <a:pt x="496" y="33"/>
                    <a:pt x="496" y="33"/>
                    <a:pt x="496" y="33"/>
                  </a:cubicBezTo>
                  <a:cubicBezTo>
                    <a:pt x="496" y="29"/>
                    <a:pt x="496" y="27"/>
                    <a:pt x="495" y="26"/>
                  </a:cubicBezTo>
                  <a:cubicBezTo>
                    <a:pt x="495" y="25"/>
                    <a:pt x="495" y="24"/>
                    <a:pt x="494" y="24"/>
                  </a:cubicBezTo>
                  <a:cubicBezTo>
                    <a:pt x="494" y="24"/>
                    <a:pt x="494" y="24"/>
                    <a:pt x="493" y="24"/>
                  </a:cubicBezTo>
                  <a:cubicBezTo>
                    <a:pt x="492" y="24"/>
                    <a:pt x="491" y="24"/>
                    <a:pt x="490" y="24"/>
                  </a:cubicBezTo>
                  <a:cubicBezTo>
                    <a:pt x="490" y="23"/>
                    <a:pt x="490" y="23"/>
                    <a:pt x="490" y="23"/>
                  </a:cubicBezTo>
                  <a:cubicBezTo>
                    <a:pt x="500" y="19"/>
                    <a:pt x="500" y="19"/>
                    <a:pt x="500" y="19"/>
                  </a:cubicBezTo>
                  <a:cubicBezTo>
                    <a:pt x="502" y="19"/>
                    <a:pt x="502" y="19"/>
                    <a:pt x="502" y="19"/>
                  </a:cubicBezTo>
                  <a:close/>
                  <a:moveTo>
                    <a:pt x="524" y="26"/>
                  </a:moveTo>
                  <a:cubicBezTo>
                    <a:pt x="528" y="21"/>
                    <a:pt x="532" y="19"/>
                    <a:pt x="535" y="19"/>
                  </a:cubicBezTo>
                  <a:cubicBezTo>
                    <a:pt x="536" y="19"/>
                    <a:pt x="538" y="19"/>
                    <a:pt x="540" y="20"/>
                  </a:cubicBezTo>
                  <a:cubicBezTo>
                    <a:pt x="541" y="21"/>
                    <a:pt x="542" y="22"/>
                    <a:pt x="543" y="24"/>
                  </a:cubicBezTo>
                  <a:cubicBezTo>
                    <a:pt x="543" y="26"/>
                    <a:pt x="544" y="28"/>
                    <a:pt x="544" y="31"/>
                  </a:cubicBezTo>
                  <a:cubicBezTo>
                    <a:pt x="544" y="46"/>
                    <a:pt x="544" y="46"/>
                    <a:pt x="544" y="46"/>
                  </a:cubicBezTo>
                  <a:cubicBezTo>
                    <a:pt x="544" y="48"/>
                    <a:pt x="544" y="49"/>
                    <a:pt x="544" y="50"/>
                  </a:cubicBezTo>
                  <a:cubicBezTo>
                    <a:pt x="544" y="51"/>
                    <a:pt x="545" y="51"/>
                    <a:pt x="545" y="52"/>
                  </a:cubicBezTo>
                  <a:cubicBezTo>
                    <a:pt x="546" y="52"/>
                    <a:pt x="547" y="52"/>
                    <a:pt x="548" y="52"/>
                  </a:cubicBezTo>
                  <a:cubicBezTo>
                    <a:pt x="548" y="53"/>
                    <a:pt x="548" y="53"/>
                    <a:pt x="548" y="53"/>
                  </a:cubicBezTo>
                  <a:cubicBezTo>
                    <a:pt x="532" y="53"/>
                    <a:pt x="532" y="53"/>
                    <a:pt x="532" y="53"/>
                  </a:cubicBezTo>
                  <a:cubicBezTo>
                    <a:pt x="532" y="52"/>
                    <a:pt x="532" y="52"/>
                    <a:pt x="532" y="52"/>
                  </a:cubicBezTo>
                  <a:cubicBezTo>
                    <a:pt x="533" y="52"/>
                    <a:pt x="533" y="52"/>
                    <a:pt x="533" y="52"/>
                  </a:cubicBezTo>
                  <a:cubicBezTo>
                    <a:pt x="535" y="52"/>
                    <a:pt x="536" y="52"/>
                    <a:pt x="536" y="51"/>
                  </a:cubicBezTo>
                  <a:cubicBezTo>
                    <a:pt x="537" y="51"/>
                    <a:pt x="538" y="50"/>
                    <a:pt x="538" y="49"/>
                  </a:cubicBezTo>
                  <a:cubicBezTo>
                    <a:pt x="538" y="49"/>
                    <a:pt x="538" y="48"/>
                    <a:pt x="538" y="46"/>
                  </a:cubicBezTo>
                  <a:cubicBezTo>
                    <a:pt x="538" y="32"/>
                    <a:pt x="538" y="32"/>
                    <a:pt x="538" y="32"/>
                  </a:cubicBezTo>
                  <a:cubicBezTo>
                    <a:pt x="538" y="28"/>
                    <a:pt x="537" y="26"/>
                    <a:pt x="536" y="25"/>
                  </a:cubicBezTo>
                  <a:cubicBezTo>
                    <a:pt x="536" y="24"/>
                    <a:pt x="534" y="23"/>
                    <a:pt x="532" y="23"/>
                  </a:cubicBezTo>
                  <a:cubicBezTo>
                    <a:pt x="530" y="23"/>
                    <a:pt x="527" y="24"/>
                    <a:pt x="524" y="28"/>
                  </a:cubicBezTo>
                  <a:cubicBezTo>
                    <a:pt x="524" y="46"/>
                    <a:pt x="524" y="46"/>
                    <a:pt x="524" y="46"/>
                  </a:cubicBezTo>
                  <a:cubicBezTo>
                    <a:pt x="524" y="48"/>
                    <a:pt x="524" y="49"/>
                    <a:pt x="524" y="50"/>
                  </a:cubicBezTo>
                  <a:cubicBezTo>
                    <a:pt x="525" y="51"/>
                    <a:pt x="525" y="51"/>
                    <a:pt x="526" y="52"/>
                  </a:cubicBezTo>
                  <a:cubicBezTo>
                    <a:pt x="526" y="52"/>
                    <a:pt x="527" y="52"/>
                    <a:pt x="529" y="52"/>
                  </a:cubicBezTo>
                  <a:cubicBezTo>
                    <a:pt x="529" y="53"/>
                    <a:pt x="529" y="53"/>
                    <a:pt x="529" y="53"/>
                  </a:cubicBezTo>
                  <a:cubicBezTo>
                    <a:pt x="513" y="53"/>
                    <a:pt x="513" y="53"/>
                    <a:pt x="513" y="53"/>
                  </a:cubicBezTo>
                  <a:cubicBezTo>
                    <a:pt x="513" y="52"/>
                    <a:pt x="513" y="52"/>
                    <a:pt x="513" y="52"/>
                  </a:cubicBezTo>
                  <a:cubicBezTo>
                    <a:pt x="514" y="52"/>
                    <a:pt x="514" y="52"/>
                    <a:pt x="514" y="52"/>
                  </a:cubicBezTo>
                  <a:cubicBezTo>
                    <a:pt x="516" y="52"/>
                    <a:pt x="517" y="52"/>
                    <a:pt x="517" y="51"/>
                  </a:cubicBezTo>
                  <a:cubicBezTo>
                    <a:pt x="518" y="50"/>
                    <a:pt x="518" y="48"/>
                    <a:pt x="518" y="46"/>
                  </a:cubicBezTo>
                  <a:cubicBezTo>
                    <a:pt x="518" y="33"/>
                    <a:pt x="518" y="33"/>
                    <a:pt x="518" y="33"/>
                  </a:cubicBezTo>
                  <a:cubicBezTo>
                    <a:pt x="518" y="29"/>
                    <a:pt x="518" y="26"/>
                    <a:pt x="518" y="25"/>
                  </a:cubicBezTo>
                  <a:cubicBezTo>
                    <a:pt x="518" y="24"/>
                    <a:pt x="517" y="24"/>
                    <a:pt x="517" y="23"/>
                  </a:cubicBezTo>
                  <a:cubicBezTo>
                    <a:pt x="516" y="23"/>
                    <a:pt x="516" y="23"/>
                    <a:pt x="515" y="23"/>
                  </a:cubicBezTo>
                  <a:cubicBezTo>
                    <a:pt x="514" y="23"/>
                    <a:pt x="514" y="23"/>
                    <a:pt x="513" y="23"/>
                  </a:cubicBezTo>
                  <a:cubicBezTo>
                    <a:pt x="512" y="22"/>
                    <a:pt x="512" y="22"/>
                    <a:pt x="512" y="22"/>
                  </a:cubicBezTo>
                  <a:cubicBezTo>
                    <a:pt x="522" y="18"/>
                    <a:pt x="522" y="18"/>
                    <a:pt x="522" y="18"/>
                  </a:cubicBezTo>
                  <a:cubicBezTo>
                    <a:pt x="524" y="18"/>
                    <a:pt x="524" y="18"/>
                    <a:pt x="524" y="18"/>
                  </a:cubicBezTo>
                  <a:cubicBezTo>
                    <a:pt x="524" y="26"/>
                    <a:pt x="524" y="26"/>
                    <a:pt x="524" y="26"/>
                  </a:cubicBezTo>
                  <a:close/>
                  <a:moveTo>
                    <a:pt x="573" y="49"/>
                  </a:moveTo>
                  <a:cubicBezTo>
                    <a:pt x="570" y="52"/>
                    <a:pt x="568" y="53"/>
                    <a:pt x="567" y="54"/>
                  </a:cubicBezTo>
                  <a:cubicBezTo>
                    <a:pt x="566" y="54"/>
                    <a:pt x="564" y="54"/>
                    <a:pt x="563" y="54"/>
                  </a:cubicBezTo>
                  <a:cubicBezTo>
                    <a:pt x="560" y="54"/>
                    <a:pt x="559" y="54"/>
                    <a:pt x="557" y="52"/>
                  </a:cubicBezTo>
                  <a:cubicBezTo>
                    <a:pt x="556" y="50"/>
                    <a:pt x="555" y="48"/>
                    <a:pt x="555" y="46"/>
                  </a:cubicBezTo>
                  <a:cubicBezTo>
                    <a:pt x="555" y="44"/>
                    <a:pt x="556" y="42"/>
                    <a:pt x="556" y="41"/>
                  </a:cubicBezTo>
                  <a:cubicBezTo>
                    <a:pt x="557" y="40"/>
                    <a:pt x="559" y="38"/>
                    <a:pt x="562" y="36"/>
                  </a:cubicBezTo>
                  <a:cubicBezTo>
                    <a:pt x="564" y="35"/>
                    <a:pt x="568" y="33"/>
                    <a:pt x="574" y="31"/>
                  </a:cubicBezTo>
                  <a:cubicBezTo>
                    <a:pt x="574" y="30"/>
                    <a:pt x="574" y="30"/>
                    <a:pt x="574" y="30"/>
                  </a:cubicBezTo>
                  <a:cubicBezTo>
                    <a:pt x="574" y="26"/>
                    <a:pt x="573" y="24"/>
                    <a:pt x="572" y="23"/>
                  </a:cubicBezTo>
                  <a:cubicBezTo>
                    <a:pt x="571" y="22"/>
                    <a:pt x="570" y="21"/>
                    <a:pt x="568" y="21"/>
                  </a:cubicBezTo>
                  <a:cubicBezTo>
                    <a:pt x="566" y="21"/>
                    <a:pt x="565" y="21"/>
                    <a:pt x="564" y="22"/>
                  </a:cubicBezTo>
                  <a:cubicBezTo>
                    <a:pt x="563" y="23"/>
                    <a:pt x="563" y="24"/>
                    <a:pt x="563" y="25"/>
                  </a:cubicBezTo>
                  <a:cubicBezTo>
                    <a:pt x="563" y="27"/>
                    <a:pt x="563" y="27"/>
                    <a:pt x="563" y="27"/>
                  </a:cubicBezTo>
                  <a:cubicBezTo>
                    <a:pt x="563" y="28"/>
                    <a:pt x="562" y="29"/>
                    <a:pt x="562" y="30"/>
                  </a:cubicBezTo>
                  <a:cubicBezTo>
                    <a:pt x="562" y="30"/>
                    <a:pt x="561" y="30"/>
                    <a:pt x="560" y="30"/>
                  </a:cubicBezTo>
                  <a:cubicBezTo>
                    <a:pt x="559" y="30"/>
                    <a:pt x="558" y="30"/>
                    <a:pt x="558" y="30"/>
                  </a:cubicBezTo>
                  <a:cubicBezTo>
                    <a:pt x="558" y="29"/>
                    <a:pt x="557" y="28"/>
                    <a:pt x="557" y="27"/>
                  </a:cubicBezTo>
                  <a:cubicBezTo>
                    <a:pt x="557" y="25"/>
                    <a:pt x="558" y="23"/>
                    <a:pt x="560" y="21"/>
                  </a:cubicBezTo>
                  <a:cubicBezTo>
                    <a:pt x="562" y="19"/>
                    <a:pt x="566" y="18"/>
                    <a:pt x="569" y="18"/>
                  </a:cubicBezTo>
                  <a:cubicBezTo>
                    <a:pt x="572" y="18"/>
                    <a:pt x="574" y="18"/>
                    <a:pt x="576" y="20"/>
                  </a:cubicBezTo>
                  <a:cubicBezTo>
                    <a:pt x="578" y="20"/>
                    <a:pt x="579" y="22"/>
                    <a:pt x="580" y="23"/>
                  </a:cubicBezTo>
                  <a:cubicBezTo>
                    <a:pt x="580" y="24"/>
                    <a:pt x="580" y="26"/>
                    <a:pt x="580" y="30"/>
                  </a:cubicBezTo>
                  <a:cubicBezTo>
                    <a:pt x="580" y="41"/>
                    <a:pt x="580" y="41"/>
                    <a:pt x="580" y="41"/>
                  </a:cubicBezTo>
                  <a:cubicBezTo>
                    <a:pt x="580" y="44"/>
                    <a:pt x="580" y="46"/>
                    <a:pt x="580" y="47"/>
                  </a:cubicBezTo>
                  <a:cubicBezTo>
                    <a:pt x="580" y="48"/>
                    <a:pt x="581" y="48"/>
                    <a:pt x="581" y="49"/>
                  </a:cubicBezTo>
                  <a:cubicBezTo>
                    <a:pt x="581" y="49"/>
                    <a:pt x="581" y="49"/>
                    <a:pt x="582" y="49"/>
                  </a:cubicBezTo>
                  <a:cubicBezTo>
                    <a:pt x="582" y="49"/>
                    <a:pt x="582" y="49"/>
                    <a:pt x="583" y="49"/>
                  </a:cubicBezTo>
                  <a:cubicBezTo>
                    <a:pt x="583" y="48"/>
                    <a:pt x="584" y="48"/>
                    <a:pt x="586" y="46"/>
                  </a:cubicBezTo>
                  <a:cubicBezTo>
                    <a:pt x="586" y="48"/>
                    <a:pt x="586" y="48"/>
                    <a:pt x="586" y="48"/>
                  </a:cubicBezTo>
                  <a:cubicBezTo>
                    <a:pt x="583" y="52"/>
                    <a:pt x="580" y="54"/>
                    <a:pt x="578" y="54"/>
                  </a:cubicBezTo>
                  <a:cubicBezTo>
                    <a:pt x="577" y="54"/>
                    <a:pt x="576" y="53"/>
                    <a:pt x="575" y="52"/>
                  </a:cubicBezTo>
                  <a:cubicBezTo>
                    <a:pt x="574" y="52"/>
                    <a:pt x="573" y="51"/>
                    <a:pt x="573" y="49"/>
                  </a:cubicBezTo>
                  <a:close/>
                  <a:moveTo>
                    <a:pt x="573" y="46"/>
                  </a:moveTo>
                  <a:cubicBezTo>
                    <a:pt x="573" y="34"/>
                    <a:pt x="573" y="34"/>
                    <a:pt x="573" y="34"/>
                  </a:cubicBezTo>
                  <a:cubicBezTo>
                    <a:pt x="570" y="35"/>
                    <a:pt x="567" y="36"/>
                    <a:pt x="566" y="37"/>
                  </a:cubicBezTo>
                  <a:cubicBezTo>
                    <a:pt x="564" y="38"/>
                    <a:pt x="563" y="39"/>
                    <a:pt x="562" y="40"/>
                  </a:cubicBezTo>
                  <a:cubicBezTo>
                    <a:pt x="562" y="42"/>
                    <a:pt x="561" y="43"/>
                    <a:pt x="561" y="44"/>
                  </a:cubicBezTo>
                  <a:cubicBezTo>
                    <a:pt x="561" y="46"/>
                    <a:pt x="562" y="48"/>
                    <a:pt x="563" y="49"/>
                  </a:cubicBezTo>
                  <a:cubicBezTo>
                    <a:pt x="564" y="50"/>
                    <a:pt x="565" y="50"/>
                    <a:pt x="566" y="50"/>
                  </a:cubicBezTo>
                  <a:cubicBezTo>
                    <a:pt x="568" y="50"/>
                    <a:pt x="570" y="49"/>
                    <a:pt x="573" y="4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9" name="Freeform 36"/>
            <p:cNvSpPr>
              <a:spLocks noEditPoints="1"/>
            </p:cNvSpPr>
            <p:nvPr/>
          </p:nvSpPr>
          <p:spPr bwMode="auto">
            <a:xfrm>
              <a:off x="9304400" y="4596116"/>
              <a:ext cx="2255838" cy="300038"/>
            </a:xfrm>
            <a:custGeom>
              <a:avLst/>
              <a:gdLst>
                <a:gd name="T0" fmla="*/ 1465 w 1513"/>
                <a:gd name="T1" fmla="*/ 107 h 200"/>
                <a:gd name="T2" fmla="*/ 1416 w 1513"/>
                <a:gd name="T3" fmla="*/ 130 h 200"/>
                <a:gd name="T4" fmla="*/ 1450 w 1513"/>
                <a:gd name="T5" fmla="*/ 47 h 200"/>
                <a:gd name="T6" fmla="*/ 1458 w 1513"/>
                <a:gd name="T7" fmla="*/ 70 h 200"/>
                <a:gd name="T8" fmla="*/ 1467 w 1513"/>
                <a:gd name="T9" fmla="*/ 146 h 200"/>
                <a:gd name="T10" fmla="*/ 1410 w 1513"/>
                <a:gd name="T11" fmla="*/ 171 h 200"/>
                <a:gd name="T12" fmla="*/ 1408 w 1513"/>
                <a:gd name="T13" fmla="*/ 153 h 200"/>
                <a:gd name="T14" fmla="*/ 1272 w 1513"/>
                <a:gd name="T15" fmla="*/ 125 h 200"/>
                <a:gd name="T16" fmla="*/ 1257 w 1513"/>
                <a:gd name="T17" fmla="*/ 79 h 200"/>
                <a:gd name="T18" fmla="*/ 1298 w 1513"/>
                <a:gd name="T19" fmla="*/ 59 h 200"/>
                <a:gd name="T20" fmla="*/ 1220 w 1513"/>
                <a:gd name="T21" fmla="*/ 139 h 200"/>
                <a:gd name="T22" fmla="*/ 1112 w 1513"/>
                <a:gd name="T23" fmla="*/ 16 h 200"/>
                <a:gd name="T24" fmla="*/ 1064 w 1513"/>
                <a:gd name="T25" fmla="*/ 107 h 200"/>
                <a:gd name="T26" fmla="*/ 1074 w 1513"/>
                <a:gd name="T27" fmla="*/ 95 h 200"/>
                <a:gd name="T28" fmla="*/ 1096 w 1513"/>
                <a:gd name="T29" fmla="*/ 49 h 200"/>
                <a:gd name="T30" fmla="*/ 1098 w 1513"/>
                <a:gd name="T31" fmla="*/ 84 h 200"/>
                <a:gd name="T32" fmla="*/ 1101 w 1513"/>
                <a:gd name="T33" fmla="*/ 154 h 200"/>
                <a:gd name="T34" fmla="*/ 1038 w 1513"/>
                <a:gd name="T35" fmla="*/ 172 h 200"/>
                <a:gd name="T36" fmla="*/ 862 w 1513"/>
                <a:gd name="T37" fmla="*/ 136 h 200"/>
                <a:gd name="T38" fmla="*/ 895 w 1513"/>
                <a:gd name="T39" fmla="*/ 103 h 200"/>
                <a:gd name="T40" fmla="*/ 856 w 1513"/>
                <a:gd name="T41" fmla="*/ 83 h 200"/>
                <a:gd name="T42" fmla="*/ 873 w 1513"/>
                <a:gd name="T43" fmla="*/ 80 h 200"/>
                <a:gd name="T44" fmla="*/ 905 w 1513"/>
                <a:gd name="T45" fmla="*/ 38 h 200"/>
                <a:gd name="T46" fmla="*/ 908 w 1513"/>
                <a:gd name="T47" fmla="*/ 83 h 200"/>
                <a:gd name="T48" fmla="*/ 874 w 1513"/>
                <a:gd name="T49" fmla="*/ 168 h 200"/>
                <a:gd name="T50" fmla="*/ 809 w 1513"/>
                <a:gd name="T51" fmla="*/ 149 h 200"/>
                <a:gd name="T52" fmla="*/ 704 w 1513"/>
                <a:gd name="T53" fmla="*/ 45 h 200"/>
                <a:gd name="T54" fmla="*/ 658 w 1513"/>
                <a:gd name="T55" fmla="*/ 45 h 200"/>
                <a:gd name="T56" fmla="*/ 694 w 1513"/>
                <a:gd name="T57" fmla="*/ 50 h 200"/>
                <a:gd name="T58" fmla="*/ 705 w 1513"/>
                <a:gd name="T59" fmla="*/ 55 h 200"/>
                <a:gd name="T60" fmla="*/ 697 w 1513"/>
                <a:gd name="T61" fmla="*/ 139 h 200"/>
                <a:gd name="T62" fmla="*/ 662 w 1513"/>
                <a:gd name="T63" fmla="*/ 179 h 200"/>
                <a:gd name="T64" fmla="*/ 686 w 1513"/>
                <a:gd name="T65" fmla="*/ 141 h 200"/>
                <a:gd name="T66" fmla="*/ 720 w 1513"/>
                <a:gd name="T67" fmla="*/ 90 h 200"/>
                <a:gd name="T68" fmla="*/ 540 w 1513"/>
                <a:gd name="T69" fmla="*/ 92 h 200"/>
                <a:gd name="T70" fmla="*/ 491 w 1513"/>
                <a:gd name="T71" fmla="*/ 115 h 200"/>
                <a:gd name="T72" fmla="*/ 466 w 1513"/>
                <a:gd name="T73" fmla="*/ 70 h 200"/>
                <a:gd name="T74" fmla="*/ 444 w 1513"/>
                <a:gd name="T75" fmla="*/ 90 h 200"/>
                <a:gd name="T76" fmla="*/ 426 w 1513"/>
                <a:gd name="T77" fmla="*/ 96 h 200"/>
                <a:gd name="T78" fmla="*/ 414 w 1513"/>
                <a:gd name="T79" fmla="*/ 90 h 200"/>
                <a:gd name="T80" fmla="*/ 502 w 1513"/>
                <a:gd name="T81" fmla="*/ 43 h 200"/>
                <a:gd name="T82" fmla="*/ 560 w 1513"/>
                <a:gd name="T83" fmla="*/ 85 h 200"/>
                <a:gd name="T84" fmla="*/ 520 w 1513"/>
                <a:gd name="T85" fmla="*/ 187 h 200"/>
                <a:gd name="T86" fmla="*/ 465 w 1513"/>
                <a:gd name="T87" fmla="*/ 119 h 200"/>
                <a:gd name="T88" fmla="*/ 442 w 1513"/>
                <a:gd name="T89" fmla="*/ 153 h 200"/>
                <a:gd name="T90" fmla="*/ 282 w 1513"/>
                <a:gd name="T91" fmla="*/ 98 h 200"/>
                <a:gd name="T92" fmla="*/ 259 w 1513"/>
                <a:gd name="T93" fmla="*/ 93 h 200"/>
                <a:gd name="T94" fmla="*/ 226 w 1513"/>
                <a:gd name="T95" fmla="*/ 158 h 200"/>
                <a:gd name="T96" fmla="*/ 307 w 1513"/>
                <a:gd name="T97" fmla="*/ 43 h 200"/>
                <a:gd name="T98" fmla="*/ 290 w 1513"/>
                <a:gd name="T99" fmla="*/ 120 h 200"/>
                <a:gd name="T100" fmla="*/ 234 w 1513"/>
                <a:gd name="T101" fmla="*/ 93 h 200"/>
                <a:gd name="T102" fmla="*/ 205 w 1513"/>
                <a:gd name="T103" fmla="*/ 107 h 200"/>
                <a:gd name="T104" fmla="*/ 226 w 1513"/>
                <a:gd name="T105" fmla="*/ 171 h 200"/>
                <a:gd name="T106" fmla="*/ 101 w 1513"/>
                <a:gd name="T107" fmla="*/ 63 h 200"/>
                <a:gd name="T108" fmla="*/ 32 w 1513"/>
                <a:gd name="T109" fmla="*/ 94 h 200"/>
                <a:gd name="T110" fmla="*/ 58 w 1513"/>
                <a:gd name="T111" fmla="*/ 7 h 200"/>
                <a:gd name="T112" fmla="*/ 104 w 1513"/>
                <a:gd name="T113" fmla="*/ 90 h 200"/>
                <a:gd name="T114" fmla="*/ 48 w 1513"/>
                <a:gd name="T115" fmla="*/ 152 h 200"/>
                <a:gd name="T116" fmla="*/ 3 w 1513"/>
                <a:gd name="T117" fmla="*/ 66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513" h="200">
                  <a:moveTo>
                    <a:pt x="1410" y="31"/>
                  </a:moveTo>
                  <a:cubicBezTo>
                    <a:pt x="1410" y="28"/>
                    <a:pt x="1410" y="26"/>
                    <a:pt x="1410" y="23"/>
                  </a:cubicBezTo>
                  <a:cubicBezTo>
                    <a:pt x="1418" y="21"/>
                    <a:pt x="1413" y="3"/>
                    <a:pt x="1421" y="0"/>
                  </a:cubicBezTo>
                  <a:cubicBezTo>
                    <a:pt x="1424" y="0"/>
                    <a:pt x="1424" y="0"/>
                    <a:pt x="1424" y="0"/>
                  </a:cubicBezTo>
                  <a:cubicBezTo>
                    <a:pt x="1425" y="3"/>
                    <a:pt x="1427" y="7"/>
                    <a:pt x="1428" y="11"/>
                  </a:cubicBezTo>
                  <a:cubicBezTo>
                    <a:pt x="1428" y="13"/>
                    <a:pt x="1428" y="15"/>
                    <a:pt x="1428" y="17"/>
                  </a:cubicBezTo>
                  <a:cubicBezTo>
                    <a:pt x="1431" y="30"/>
                    <a:pt x="1429" y="36"/>
                    <a:pt x="1427" y="47"/>
                  </a:cubicBezTo>
                  <a:cubicBezTo>
                    <a:pt x="1414" y="49"/>
                    <a:pt x="1415" y="38"/>
                    <a:pt x="1410" y="31"/>
                  </a:cubicBezTo>
                  <a:close/>
                  <a:moveTo>
                    <a:pt x="1442" y="122"/>
                  </a:moveTo>
                  <a:cubicBezTo>
                    <a:pt x="1442" y="107"/>
                    <a:pt x="1454" y="110"/>
                    <a:pt x="1465" y="107"/>
                  </a:cubicBezTo>
                  <a:cubicBezTo>
                    <a:pt x="1470" y="105"/>
                    <a:pt x="1478" y="101"/>
                    <a:pt x="1482" y="97"/>
                  </a:cubicBezTo>
                  <a:cubicBezTo>
                    <a:pt x="1484" y="95"/>
                    <a:pt x="1484" y="93"/>
                    <a:pt x="1486" y="91"/>
                  </a:cubicBezTo>
                  <a:cubicBezTo>
                    <a:pt x="1485" y="90"/>
                    <a:pt x="1485" y="88"/>
                    <a:pt x="1484" y="87"/>
                  </a:cubicBezTo>
                  <a:cubicBezTo>
                    <a:pt x="1482" y="86"/>
                    <a:pt x="1479" y="83"/>
                    <a:pt x="1477" y="83"/>
                  </a:cubicBezTo>
                  <a:cubicBezTo>
                    <a:pt x="1474" y="81"/>
                    <a:pt x="1470" y="82"/>
                    <a:pt x="1468" y="81"/>
                  </a:cubicBezTo>
                  <a:cubicBezTo>
                    <a:pt x="1452" y="83"/>
                    <a:pt x="1429" y="95"/>
                    <a:pt x="1424" y="105"/>
                  </a:cubicBezTo>
                  <a:cubicBezTo>
                    <a:pt x="1424" y="108"/>
                    <a:pt x="1424" y="111"/>
                    <a:pt x="1424" y="113"/>
                  </a:cubicBezTo>
                  <a:cubicBezTo>
                    <a:pt x="1426" y="115"/>
                    <a:pt x="1428" y="117"/>
                    <a:pt x="1430" y="119"/>
                  </a:cubicBezTo>
                  <a:cubicBezTo>
                    <a:pt x="1430" y="126"/>
                    <a:pt x="1430" y="134"/>
                    <a:pt x="1422" y="135"/>
                  </a:cubicBezTo>
                  <a:cubicBezTo>
                    <a:pt x="1420" y="133"/>
                    <a:pt x="1418" y="132"/>
                    <a:pt x="1416" y="130"/>
                  </a:cubicBezTo>
                  <a:cubicBezTo>
                    <a:pt x="1414" y="132"/>
                    <a:pt x="1413" y="133"/>
                    <a:pt x="1409" y="132"/>
                  </a:cubicBezTo>
                  <a:cubicBezTo>
                    <a:pt x="1407" y="128"/>
                    <a:pt x="1397" y="105"/>
                    <a:pt x="1398" y="102"/>
                  </a:cubicBezTo>
                  <a:cubicBezTo>
                    <a:pt x="1399" y="99"/>
                    <a:pt x="1405" y="97"/>
                    <a:pt x="1408" y="96"/>
                  </a:cubicBezTo>
                  <a:cubicBezTo>
                    <a:pt x="1414" y="93"/>
                    <a:pt x="1418" y="86"/>
                    <a:pt x="1423" y="82"/>
                  </a:cubicBezTo>
                  <a:cubicBezTo>
                    <a:pt x="1426" y="80"/>
                    <a:pt x="1430" y="80"/>
                    <a:pt x="1433" y="79"/>
                  </a:cubicBezTo>
                  <a:cubicBezTo>
                    <a:pt x="1441" y="75"/>
                    <a:pt x="1447" y="65"/>
                    <a:pt x="1454" y="59"/>
                  </a:cubicBezTo>
                  <a:cubicBezTo>
                    <a:pt x="1462" y="51"/>
                    <a:pt x="1472" y="50"/>
                    <a:pt x="1478" y="41"/>
                  </a:cubicBezTo>
                  <a:cubicBezTo>
                    <a:pt x="1478" y="41"/>
                    <a:pt x="1478" y="41"/>
                    <a:pt x="1478" y="40"/>
                  </a:cubicBezTo>
                  <a:cubicBezTo>
                    <a:pt x="1477" y="40"/>
                    <a:pt x="1477" y="40"/>
                    <a:pt x="1477" y="40"/>
                  </a:cubicBezTo>
                  <a:cubicBezTo>
                    <a:pt x="1472" y="45"/>
                    <a:pt x="1459" y="54"/>
                    <a:pt x="1450" y="47"/>
                  </a:cubicBezTo>
                  <a:cubicBezTo>
                    <a:pt x="1446" y="45"/>
                    <a:pt x="1447" y="40"/>
                    <a:pt x="1444" y="37"/>
                  </a:cubicBezTo>
                  <a:cubicBezTo>
                    <a:pt x="1443" y="35"/>
                    <a:pt x="1440" y="34"/>
                    <a:pt x="1440" y="31"/>
                  </a:cubicBezTo>
                  <a:cubicBezTo>
                    <a:pt x="1440" y="29"/>
                    <a:pt x="1441" y="28"/>
                    <a:pt x="1441" y="27"/>
                  </a:cubicBezTo>
                  <a:cubicBezTo>
                    <a:pt x="1447" y="27"/>
                    <a:pt x="1459" y="35"/>
                    <a:pt x="1462" y="38"/>
                  </a:cubicBezTo>
                  <a:cubicBezTo>
                    <a:pt x="1471" y="35"/>
                    <a:pt x="1480" y="33"/>
                    <a:pt x="1488" y="28"/>
                  </a:cubicBezTo>
                  <a:cubicBezTo>
                    <a:pt x="1491" y="26"/>
                    <a:pt x="1496" y="30"/>
                    <a:pt x="1498" y="29"/>
                  </a:cubicBezTo>
                  <a:cubicBezTo>
                    <a:pt x="1502" y="32"/>
                    <a:pt x="1508" y="48"/>
                    <a:pt x="1500" y="52"/>
                  </a:cubicBezTo>
                  <a:cubicBezTo>
                    <a:pt x="1496" y="53"/>
                    <a:pt x="1490" y="53"/>
                    <a:pt x="1486" y="54"/>
                  </a:cubicBezTo>
                  <a:cubicBezTo>
                    <a:pt x="1476" y="56"/>
                    <a:pt x="1464" y="63"/>
                    <a:pt x="1457" y="69"/>
                  </a:cubicBezTo>
                  <a:cubicBezTo>
                    <a:pt x="1457" y="69"/>
                    <a:pt x="1458" y="69"/>
                    <a:pt x="1458" y="70"/>
                  </a:cubicBezTo>
                  <a:cubicBezTo>
                    <a:pt x="1458" y="70"/>
                    <a:pt x="1458" y="70"/>
                    <a:pt x="1458" y="70"/>
                  </a:cubicBezTo>
                  <a:cubicBezTo>
                    <a:pt x="1462" y="71"/>
                    <a:pt x="1469" y="68"/>
                    <a:pt x="1474" y="71"/>
                  </a:cubicBezTo>
                  <a:cubicBezTo>
                    <a:pt x="1485" y="76"/>
                    <a:pt x="1500" y="81"/>
                    <a:pt x="1500" y="99"/>
                  </a:cubicBezTo>
                  <a:cubicBezTo>
                    <a:pt x="1497" y="100"/>
                    <a:pt x="1496" y="102"/>
                    <a:pt x="1494" y="103"/>
                  </a:cubicBezTo>
                  <a:cubicBezTo>
                    <a:pt x="1488" y="105"/>
                    <a:pt x="1482" y="105"/>
                    <a:pt x="1477" y="108"/>
                  </a:cubicBezTo>
                  <a:cubicBezTo>
                    <a:pt x="1477" y="109"/>
                    <a:pt x="1477" y="109"/>
                    <a:pt x="1477" y="110"/>
                  </a:cubicBezTo>
                  <a:cubicBezTo>
                    <a:pt x="1478" y="112"/>
                    <a:pt x="1479" y="113"/>
                    <a:pt x="1479" y="118"/>
                  </a:cubicBezTo>
                  <a:cubicBezTo>
                    <a:pt x="1477" y="119"/>
                    <a:pt x="1478" y="122"/>
                    <a:pt x="1476" y="123"/>
                  </a:cubicBezTo>
                  <a:cubicBezTo>
                    <a:pt x="1472" y="130"/>
                    <a:pt x="1465" y="135"/>
                    <a:pt x="1463" y="142"/>
                  </a:cubicBezTo>
                  <a:cubicBezTo>
                    <a:pt x="1464" y="143"/>
                    <a:pt x="1466" y="145"/>
                    <a:pt x="1467" y="146"/>
                  </a:cubicBezTo>
                  <a:cubicBezTo>
                    <a:pt x="1476" y="149"/>
                    <a:pt x="1513" y="129"/>
                    <a:pt x="1508" y="151"/>
                  </a:cubicBezTo>
                  <a:cubicBezTo>
                    <a:pt x="1507" y="154"/>
                    <a:pt x="1505" y="156"/>
                    <a:pt x="1504" y="158"/>
                  </a:cubicBezTo>
                  <a:cubicBezTo>
                    <a:pt x="1500" y="158"/>
                    <a:pt x="1498" y="157"/>
                    <a:pt x="1495" y="157"/>
                  </a:cubicBezTo>
                  <a:cubicBezTo>
                    <a:pt x="1490" y="155"/>
                    <a:pt x="1472" y="161"/>
                    <a:pt x="1469" y="163"/>
                  </a:cubicBezTo>
                  <a:cubicBezTo>
                    <a:pt x="1470" y="169"/>
                    <a:pt x="1471" y="175"/>
                    <a:pt x="1471" y="182"/>
                  </a:cubicBezTo>
                  <a:cubicBezTo>
                    <a:pt x="1469" y="183"/>
                    <a:pt x="1469" y="185"/>
                    <a:pt x="1468" y="186"/>
                  </a:cubicBezTo>
                  <a:cubicBezTo>
                    <a:pt x="1465" y="188"/>
                    <a:pt x="1462" y="187"/>
                    <a:pt x="1458" y="189"/>
                  </a:cubicBezTo>
                  <a:cubicBezTo>
                    <a:pt x="1456" y="190"/>
                    <a:pt x="1453" y="193"/>
                    <a:pt x="1450" y="193"/>
                  </a:cubicBezTo>
                  <a:cubicBezTo>
                    <a:pt x="1432" y="200"/>
                    <a:pt x="1414" y="183"/>
                    <a:pt x="1410" y="171"/>
                  </a:cubicBezTo>
                  <a:cubicBezTo>
                    <a:pt x="1410" y="171"/>
                    <a:pt x="1410" y="171"/>
                    <a:pt x="1410" y="171"/>
                  </a:cubicBezTo>
                  <a:cubicBezTo>
                    <a:pt x="1416" y="171"/>
                    <a:pt x="1423" y="177"/>
                    <a:pt x="1428" y="179"/>
                  </a:cubicBezTo>
                  <a:cubicBezTo>
                    <a:pt x="1430" y="179"/>
                    <a:pt x="1433" y="179"/>
                    <a:pt x="1435" y="179"/>
                  </a:cubicBezTo>
                  <a:cubicBezTo>
                    <a:pt x="1449" y="179"/>
                    <a:pt x="1457" y="174"/>
                    <a:pt x="1463" y="165"/>
                  </a:cubicBezTo>
                  <a:cubicBezTo>
                    <a:pt x="1463" y="164"/>
                    <a:pt x="1463" y="163"/>
                    <a:pt x="1463" y="162"/>
                  </a:cubicBezTo>
                  <a:cubicBezTo>
                    <a:pt x="1462" y="162"/>
                    <a:pt x="1461" y="161"/>
                    <a:pt x="1460" y="161"/>
                  </a:cubicBezTo>
                  <a:cubicBezTo>
                    <a:pt x="1453" y="158"/>
                    <a:pt x="1440" y="165"/>
                    <a:pt x="1434" y="166"/>
                  </a:cubicBezTo>
                  <a:cubicBezTo>
                    <a:pt x="1428" y="167"/>
                    <a:pt x="1413" y="167"/>
                    <a:pt x="1408" y="164"/>
                  </a:cubicBezTo>
                  <a:cubicBezTo>
                    <a:pt x="1406" y="163"/>
                    <a:pt x="1405" y="161"/>
                    <a:pt x="1404" y="160"/>
                  </a:cubicBezTo>
                  <a:cubicBezTo>
                    <a:pt x="1404" y="159"/>
                    <a:pt x="1404" y="157"/>
                    <a:pt x="1404" y="156"/>
                  </a:cubicBezTo>
                  <a:cubicBezTo>
                    <a:pt x="1406" y="155"/>
                    <a:pt x="1407" y="154"/>
                    <a:pt x="1408" y="153"/>
                  </a:cubicBezTo>
                  <a:cubicBezTo>
                    <a:pt x="1418" y="153"/>
                    <a:pt x="1426" y="153"/>
                    <a:pt x="1436" y="153"/>
                  </a:cubicBezTo>
                  <a:cubicBezTo>
                    <a:pt x="1438" y="152"/>
                    <a:pt x="1442" y="149"/>
                    <a:pt x="1444" y="149"/>
                  </a:cubicBezTo>
                  <a:cubicBezTo>
                    <a:pt x="1448" y="147"/>
                    <a:pt x="1452" y="148"/>
                    <a:pt x="1455" y="147"/>
                  </a:cubicBezTo>
                  <a:cubicBezTo>
                    <a:pt x="1456" y="146"/>
                    <a:pt x="1456" y="146"/>
                    <a:pt x="1457" y="145"/>
                  </a:cubicBezTo>
                  <a:cubicBezTo>
                    <a:pt x="1456" y="143"/>
                    <a:pt x="1454" y="139"/>
                    <a:pt x="1456" y="136"/>
                  </a:cubicBezTo>
                  <a:cubicBezTo>
                    <a:pt x="1458" y="129"/>
                    <a:pt x="1460" y="125"/>
                    <a:pt x="1464" y="118"/>
                  </a:cubicBezTo>
                  <a:cubicBezTo>
                    <a:pt x="1463" y="117"/>
                    <a:pt x="1462" y="117"/>
                    <a:pt x="1461" y="117"/>
                  </a:cubicBezTo>
                  <a:cubicBezTo>
                    <a:pt x="1455" y="118"/>
                    <a:pt x="1451" y="121"/>
                    <a:pt x="1442" y="122"/>
                  </a:cubicBezTo>
                  <a:close/>
                  <a:moveTo>
                    <a:pt x="1272" y="127"/>
                  </a:moveTo>
                  <a:cubicBezTo>
                    <a:pt x="1272" y="125"/>
                    <a:pt x="1271" y="126"/>
                    <a:pt x="1272" y="125"/>
                  </a:cubicBezTo>
                  <a:cubicBezTo>
                    <a:pt x="1274" y="119"/>
                    <a:pt x="1285" y="115"/>
                    <a:pt x="1292" y="119"/>
                  </a:cubicBezTo>
                  <a:cubicBezTo>
                    <a:pt x="1301" y="125"/>
                    <a:pt x="1318" y="137"/>
                    <a:pt x="1316" y="154"/>
                  </a:cubicBezTo>
                  <a:cubicBezTo>
                    <a:pt x="1310" y="157"/>
                    <a:pt x="1309" y="164"/>
                    <a:pt x="1298" y="164"/>
                  </a:cubicBezTo>
                  <a:cubicBezTo>
                    <a:pt x="1298" y="161"/>
                    <a:pt x="1294" y="159"/>
                    <a:pt x="1293" y="157"/>
                  </a:cubicBezTo>
                  <a:cubicBezTo>
                    <a:pt x="1292" y="155"/>
                    <a:pt x="1292" y="152"/>
                    <a:pt x="1291" y="149"/>
                  </a:cubicBezTo>
                  <a:cubicBezTo>
                    <a:pt x="1288" y="143"/>
                    <a:pt x="1279" y="128"/>
                    <a:pt x="1272" y="127"/>
                  </a:cubicBezTo>
                  <a:close/>
                  <a:moveTo>
                    <a:pt x="1216" y="87"/>
                  </a:moveTo>
                  <a:cubicBezTo>
                    <a:pt x="1216" y="86"/>
                    <a:pt x="1217" y="85"/>
                    <a:pt x="1217" y="84"/>
                  </a:cubicBezTo>
                  <a:cubicBezTo>
                    <a:pt x="1222" y="85"/>
                    <a:pt x="1227" y="86"/>
                    <a:pt x="1232" y="87"/>
                  </a:cubicBezTo>
                  <a:cubicBezTo>
                    <a:pt x="1237" y="89"/>
                    <a:pt x="1256" y="82"/>
                    <a:pt x="1257" y="79"/>
                  </a:cubicBezTo>
                  <a:cubicBezTo>
                    <a:pt x="1260" y="74"/>
                    <a:pt x="1260" y="41"/>
                    <a:pt x="1257" y="36"/>
                  </a:cubicBezTo>
                  <a:cubicBezTo>
                    <a:pt x="1255" y="31"/>
                    <a:pt x="1252" y="30"/>
                    <a:pt x="1252" y="23"/>
                  </a:cubicBezTo>
                  <a:cubicBezTo>
                    <a:pt x="1256" y="21"/>
                    <a:pt x="1256" y="20"/>
                    <a:pt x="1264" y="20"/>
                  </a:cubicBezTo>
                  <a:cubicBezTo>
                    <a:pt x="1272" y="26"/>
                    <a:pt x="1273" y="39"/>
                    <a:pt x="1273" y="54"/>
                  </a:cubicBezTo>
                  <a:cubicBezTo>
                    <a:pt x="1273" y="59"/>
                    <a:pt x="1271" y="74"/>
                    <a:pt x="1272" y="74"/>
                  </a:cubicBezTo>
                  <a:cubicBezTo>
                    <a:pt x="1276" y="75"/>
                    <a:pt x="1290" y="70"/>
                    <a:pt x="1293" y="68"/>
                  </a:cubicBezTo>
                  <a:cubicBezTo>
                    <a:pt x="1293" y="63"/>
                    <a:pt x="1292" y="61"/>
                    <a:pt x="1288" y="58"/>
                  </a:cubicBezTo>
                  <a:cubicBezTo>
                    <a:pt x="1288" y="57"/>
                    <a:pt x="1288" y="55"/>
                    <a:pt x="1288" y="53"/>
                  </a:cubicBezTo>
                  <a:cubicBezTo>
                    <a:pt x="1289" y="53"/>
                    <a:pt x="1290" y="54"/>
                    <a:pt x="1290" y="54"/>
                  </a:cubicBezTo>
                  <a:cubicBezTo>
                    <a:pt x="1293" y="55"/>
                    <a:pt x="1295" y="59"/>
                    <a:pt x="1298" y="59"/>
                  </a:cubicBezTo>
                  <a:cubicBezTo>
                    <a:pt x="1306" y="62"/>
                    <a:pt x="1314" y="60"/>
                    <a:pt x="1321" y="63"/>
                  </a:cubicBezTo>
                  <a:cubicBezTo>
                    <a:pt x="1322" y="64"/>
                    <a:pt x="1322" y="63"/>
                    <a:pt x="1322" y="65"/>
                  </a:cubicBezTo>
                  <a:cubicBezTo>
                    <a:pt x="1322" y="67"/>
                    <a:pt x="1322" y="69"/>
                    <a:pt x="1322" y="71"/>
                  </a:cubicBezTo>
                  <a:cubicBezTo>
                    <a:pt x="1321" y="71"/>
                    <a:pt x="1320" y="74"/>
                    <a:pt x="1319" y="75"/>
                  </a:cubicBezTo>
                  <a:cubicBezTo>
                    <a:pt x="1317" y="76"/>
                    <a:pt x="1310" y="75"/>
                    <a:pt x="1308" y="76"/>
                  </a:cubicBezTo>
                  <a:cubicBezTo>
                    <a:pt x="1301" y="79"/>
                    <a:pt x="1273" y="90"/>
                    <a:pt x="1268" y="95"/>
                  </a:cubicBezTo>
                  <a:cubicBezTo>
                    <a:pt x="1264" y="99"/>
                    <a:pt x="1266" y="105"/>
                    <a:pt x="1264" y="110"/>
                  </a:cubicBezTo>
                  <a:cubicBezTo>
                    <a:pt x="1260" y="123"/>
                    <a:pt x="1250" y="153"/>
                    <a:pt x="1232" y="145"/>
                  </a:cubicBezTo>
                  <a:cubicBezTo>
                    <a:pt x="1230" y="145"/>
                    <a:pt x="1229" y="145"/>
                    <a:pt x="1228" y="145"/>
                  </a:cubicBezTo>
                  <a:cubicBezTo>
                    <a:pt x="1225" y="143"/>
                    <a:pt x="1223" y="141"/>
                    <a:pt x="1220" y="139"/>
                  </a:cubicBezTo>
                  <a:cubicBezTo>
                    <a:pt x="1220" y="138"/>
                    <a:pt x="1220" y="137"/>
                    <a:pt x="1220" y="135"/>
                  </a:cubicBezTo>
                  <a:cubicBezTo>
                    <a:pt x="1222" y="135"/>
                    <a:pt x="1225" y="131"/>
                    <a:pt x="1227" y="130"/>
                  </a:cubicBezTo>
                  <a:cubicBezTo>
                    <a:pt x="1232" y="128"/>
                    <a:pt x="1236" y="129"/>
                    <a:pt x="1240" y="127"/>
                  </a:cubicBezTo>
                  <a:cubicBezTo>
                    <a:pt x="1246" y="125"/>
                    <a:pt x="1256" y="107"/>
                    <a:pt x="1254" y="101"/>
                  </a:cubicBezTo>
                  <a:cubicBezTo>
                    <a:pt x="1246" y="100"/>
                    <a:pt x="1236" y="101"/>
                    <a:pt x="1228" y="101"/>
                  </a:cubicBezTo>
                  <a:cubicBezTo>
                    <a:pt x="1225" y="98"/>
                    <a:pt x="1222" y="96"/>
                    <a:pt x="1219" y="93"/>
                  </a:cubicBezTo>
                  <a:cubicBezTo>
                    <a:pt x="1217" y="91"/>
                    <a:pt x="1217" y="88"/>
                    <a:pt x="1216" y="87"/>
                  </a:cubicBezTo>
                  <a:close/>
                  <a:moveTo>
                    <a:pt x="1110" y="21"/>
                  </a:moveTo>
                  <a:cubicBezTo>
                    <a:pt x="1110" y="20"/>
                    <a:pt x="1110" y="19"/>
                    <a:pt x="1110" y="17"/>
                  </a:cubicBezTo>
                  <a:cubicBezTo>
                    <a:pt x="1110" y="17"/>
                    <a:pt x="1111" y="16"/>
                    <a:pt x="1112" y="16"/>
                  </a:cubicBezTo>
                  <a:cubicBezTo>
                    <a:pt x="1124" y="17"/>
                    <a:pt x="1148" y="19"/>
                    <a:pt x="1147" y="35"/>
                  </a:cubicBezTo>
                  <a:cubicBezTo>
                    <a:pt x="1142" y="43"/>
                    <a:pt x="1140" y="49"/>
                    <a:pt x="1128" y="45"/>
                  </a:cubicBezTo>
                  <a:cubicBezTo>
                    <a:pt x="1127" y="43"/>
                    <a:pt x="1126" y="41"/>
                    <a:pt x="1124" y="39"/>
                  </a:cubicBezTo>
                  <a:cubicBezTo>
                    <a:pt x="1123" y="38"/>
                    <a:pt x="1121" y="38"/>
                    <a:pt x="1119" y="37"/>
                  </a:cubicBezTo>
                  <a:cubicBezTo>
                    <a:pt x="1119" y="31"/>
                    <a:pt x="1113" y="23"/>
                    <a:pt x="1110" y="21"/>
                  </a:cubicBezTo>
                  <a:close/>
                  <a:moveTo>
                    <a:pt x="1055" y="126"/>
                  </a:moveTo>
                  <a:cubicBezTo>
                    <a:pt x="1058" y="127"/>
                    <a:pt x="1062" y="127"/>
                    <a:pt x="1064" y="125"/>
                  </a:cubicBezTo>
                  <a:cubicBezTo>
                    <a:pt x="1066" y="124"/>
                    <a:pt x="1068" y="125"/>
                    <a:pt x="1070" y="123"/>
                  </a:cubicBezTo>
                  <a:cubicBezTo>
                    <a:pt x="1074" y="119"/>
                    <a:pt x="1070" y="109"/>
                    <a:pt x="1066" y="107"/>
                  </a:cubicBezTo>
                  <a:cubicBezTo>
                    <a:pt x="1066" y="107"/>
                    <a:pt x="1064" y="107"/>
                    <a:pt x="1064" y="107"/>
                  </a:cubicBezTo>
                  <a:cubicBezTo>
                    <a:pt x="1056" y="125"/>
                    <a:pt x="1056" y="125"/>
                    <a:pt x="1056" y="125"/>
                  </a:cubicBezTo>
                  <a:cubicBezTo>
                    <a:pt x="1056" y="125"/>
                    <a:pt x="1056" y="126"/>
                    <a:pt x="1055" y="126"/>
                  </a:cubicBezTo>
                  <a:close/>
                  <a:moveTo>
                    <a:pt x="1021" y="158"/>
                  </a:moveTo>
                  <a:cubicBezTo>
                    <a:pt x="1021" y="153"/>
                    <a:pt x="1024" y="148"/>
                    <a:pt x="1024" y="143"/>
                  </a:cubicBezTo>
                  <a:cubicBezTo>
                    <a:pt x="1025" y="140"/>
                    <a:pt x="1023" y="136"/>
                    <a:pt x="1024" y="133"/>
                  </a:cubicBezTo>
                  <a:cubicBezTo>
                    <a:pt x="1031" y="132"/>
                    <a:pt x="1042" y="114"/>
                    <a:pt x="1048" y="108"/>
                  </a:cubicBezTo>
                  <a:cubicBezTo>
                    <a:pt x="1051" y="106"/>
                    <a:pt x="1056" y="103"/>
                    <a:pt x="1059" y="102"/>
                  </a:cubicBezTo>
                  <a:cubicBezTo>
                    <a:pt x="1060" y="102"/>
                    <a:pt x="1062" y="102"/>
                    <a:pt x="1063" y="103"/>
                  </a:cubicBezTo>
                  <a:cubicBezTo>
                    <a:pt x="1068" y="104"/>
                    <a:pt x="1072" y="102"/>
                    <a:pt x="1075" y="101"/>
                  </a:cubicBezTo>
                  <a:cubicBezTo>
                    <a:pt x="1075" y="99"/>
                    <a:pt x="1075" y="97"/>
                    <a:pt x="1074" y="95"/>
                  </a:cubicBezTo>
                  <a:cubicBezTo>
                    <a:pt x="1074" y="95"/>
                    <a:pt x="1072" y="92"/>
                    <a:pt x="1072" y="93"/>
                  </a:cubicBezTo>
                  <a:cubicBezTo>
                    <a:pt x="1069" y="93"/>
                    <a:pt x="1067" y="96"/>
                    <a:pt x="1065" y="97"/>
                  </a:cubicBezTo>
                  <a:cubicBezTo>
                    <a:pt x="1064" y="97"/>
                    <a:pt x="1062" y="97"/>
                    <a:pt x="1060" y="97"/>
                  </a:cubicBezTo>
                  <a:cubicBezTo>
                    <a:pt x="1051" y="97"/>
                    <a:pt x="1045" y="88"/>
                    <a:pt x="1047" y="79"/>
                  </a:cubicBezTo>
                  <a:cubicBezTo>
                    <a:pt x="1056" y="81"/>
                    <a:pt x="1069" y="81"/>
                    <a:pt x="1076" y="76"/>
                  </a:cubicBezTo>
                  <a:cubicBezTo>
                    <a:pt x="1078" y="64"/>
                    <a:pt x="1079" y="47"/>
                    <a:pt x="1083" y="37"/>
                  </a:cubicBezTo>
                  <a:cubicBezTo>
                    <a:pt x="1085" y="34"/>
                    <a:pt x="1081" y="25"/>
                    <a:pt x="1084" y="18"/>
                  </a:cubicBezTo>
                  <a:cubicBezTo>
                    <a:pt x="1085" y="18"/>
                    <a:pt x="1087" y="18"/>
                    <a:pt x="1089" y="18"/>
                  </a:cubicBezTo>
                  <a:cubicBezTo>
                    <a:pt x="1090" y="19"/>
                    <a:pt x="1091" y="21"/>
                    <a:pt x="1092" y="22"/>
                  </a:cubicBezTo>
                  <a:cubicBezTo>
                    <a:pt x="1092" y="24"/>
                    <a:pt x="1097" y="47"/>
                    <a:pt x="1096" y="49"/>
                  </a:cubicBezTo>
                  <a:cubicBezTo>
                    <a:pt x="1095" y="53"/>
                    <a:pt x="1090" y="67"/>
                    <a:pt x="1092" y="70"/>
                  </a:cubicBezTo>
                  <a:cubicBezTo>
                    <a:pt x="1092" y="71"/>
                    <a:pt x="1092" y="71"/>
                    <a:pt x="1093" y="71"/>
                  </a:cubicBezTo>
                  <a:cubicBezTo>
                    <a:pt x="1099" y="71"/>
                    <a:pt x="1107" y="67"/>
                    <a:pt x="1109" y="62"/>
                  </a:cubicBezTo>
                  <a:cubicBezTo>
                    <a:pt x="1110" y="58"/>
                    <a:pt x="1107" y="56"/>
                    <a:pt x="1108" y="54"/>
                  </a:cubicBezTo>
                  <a:cubicBezTo>
                    <a:pt x="1108" y="54"/>
                    <a:pt x="1109" y="54"/>
                    <a:pt x="1109" y="54"/>
                  </a:cubicBezTo>
                  <a:cubicBezTo>
                    <a:pt x="1113" y="56"/>
                    <a:pt x="1126" y="58"/>
                    <a:pt x="1132" y="59"/>
                  </a:cubicBezTo>
                  <a:cubicBezTo>
                    <a:pt x="1132" y="61"/>
                    <a:pt x="1132" y="63"/>
                    <a:pt x="1132" y="65"/>
                  </a:cubicBezTo>
                  <a:cubicBezTo>
                    <a:pt x="1131" y="65"/>
                    <a:pt x="1130" y="66"/>
                    <a:pt x="1130" y="66"/>
                  </a:cubicBezTo>
                  <a:cubicBezTo>
                    <a:pt x="1129" y="66"/>
                    <a:pt x="1129" y="65"/>
                    <a:pt x="1129" y="65"/>
                  </a:cubicBezTo>
                  <a:cubicBezTo>
                    <a:pt x="1120" y="68"/>
                    <a:pt x="1100" y="77"/>
                    <a:pt x="1098" y="84"/>
                  </a:cubicBezTo>
                  <a:cubicBezTo>
                    <a:pt x="1096" y="84"/>
                    <a:pt x="1093" y="83"/>
                    <a:pt x="1092" y="85"/>
                  </a:cubicBezTo>
                  <a:cubicBezTo>
                    <a:pt x="1085" y="89"/>
                    <a:pt x="1090" y="98"/>
                    <a:pt x="1088" y="106"/>
                  </a:cubicBezTo>
                  <a:cubicBezTo>
                    <a:pt x="1087" y="109"/>
                    <a:pt x="1086" y="112"/>
                    <a:pt x="1087" y="115"/>
                  </a:cubicBezTo>
                  <a:cubicBezTo>
                    <a:pt x="1088" y="115"/>
                    <a:pt x="1089" y="116"/>
                    <a:pt x="1090" y="116"/>
                  </a:cubicBezTo>
                  <a:cubicBezTo>
                    <a:pt x="1095" y="108"/>
                    <a:pt x="1106" y="105"/>
                    <a:pt x="1114" y="111"/>
                  </a:cubicBezTo>
                  <a:cubicBezTo>
                    <a:pt x="1122" y="117"/>
                    <a:pt x="1116" y="123"/>
                    <a:pt x="1119" y="131"/>
                  </a:cubicBezTo>
                  <a:cubicBezTo>
                    <a:pt x="1120" y="136"/>
                    <a:pt x="1126" y="139"/>
                    <a:pt x="1128" y="145"/>
                  </a:cubicBezTo>
                  <a:cubicBezTo>
                    <a:pt x="1128" y="145"/>
                    <a:pt x="1128" y="147"/>
                    <a:pt x="1129" y="146"/>
                  </a:cubicBezTo>
                  <a:cubicBezTo>
                    <a:pt x="1134" y="161"/>
                    <a:pt x="1113" y="161"/>
                    <a:pt x="1105" y="160"/>
                  </a:cubicBezTo>
                  <a:cubicBezTo>
                    <a:pt x="1104" y="158"/>
                    <a:pt x="1102" y="156"/>
                    <a:pt x="1101" y="154"/>
                  </a:cubicBezTo>
                  <a:cubicBezTo>
                    <a:pt x="1098" y="145"/>
                    <a:pt x="1098" y="133"/>
                    <a:pt x="1090" y="130"/>
                  </a:cubicBezTo>
                  <a:cubicBezTo>
                    <a:pt x="1076" y="139"/>
                    <a:pt x="1092" y="160"/>
                    <a:pt x="1085" y="177"/>
                  </a:cubicBezTo>
                  <a:cubicBezTo>
                    <a:pt x="1085" y="177"/>
                    <a:pt x="1085" y="177"/>
                    <a:pt x="1085" y="177"/>
                  </a:cubicBezTo>
                  <a:cubicBezTo>
                    <a:pt x="1083" y="175"/>
                    <a:pt x="1080" y="175"/>
                    <a:pt x="1079" y="173"/>
                  </a:cubicBezTo>
                  <a:cubicBezTo>
                    <a:pt x="1075" y="170"/>
                    <a:pt x="1072" y="163"/>
                    <a:pt x="1070" y="156"/>
                  </a:cubicBezTo>
                  <a:cubicBezTo>
                    <a:pt x="1068" y="149"/>
                    <a:pt x="1074" y="143"/>
                    <a:pt x="1072" y="139"/>
                  </a:cubicBezTo>
                  <a:cubicBezTo>
                    <a:pt x="1071" y="139"/>
                    <a:pt x="1071" y="138"/>
                    <a:pt x="1070" y="137"/>
                  </a:cubicBezTo>
                  <a:cubicBezTo>
                    <a:pt x="1065" y="137"/>
                    <a:pt x="1056" y="139"/>
                    <a:pt x="1054" y="144"/>
                  </a:cubicBezTo>
                  <a:cubicBezTo>
                    <a:pt x="1053" y="147"/>
                    <a:pt x="1054" y="149"/>
                    <a:pt x="1053" y="151"/>
                  </a:cubicBezTo>
                  <a:cubicBezTo>
                    <a:pt x="1050" y="156"/>
                    <a:pt x="1042" y="170"/>
                    <a:pt x="1038" y="172"/>
                  </a:cubicBezTo>
                  <a:cubicBezTo>
                    <a:pt x="1034" y="173"/>
                    <a:pt x="1030" y="171"/>
                    <a:pt x="1027" y="169"/>
                  </a:cubicBezTo>
                  <a:cubicBezTo>
                    <a:pt x="1028" y="163"/>
                    <a:pt x="1024" y="158"/>
                    <a:pt x="1021" y="158"/>
                  </a:cubicBezTo>
                  <a:close/>
                  <a:moveTo>
                    <a:pt x="913" y="65"/>
                  </a:moveTo>
                  <a:cubicBezTo>
                    <a:pt x="914" y="65"/>
                    <a:pt x="913" y="65"/>
                    <a:pt x="915" y="65"/>
                  </a:cubicBezTo>
                  <a:cubicBezTo>
                    <a:pt x="919" y="64"/>
                    <a:pt x="929" y="61"/>
                    <a:pt x="931" y="58"/>
                  </a:cubicBezTo>
                  <a:cubicBezTo>
                    <a:pt x="931" y="57"/>
                    <a:pt x="931" y="55"/>
                    <a:pt x="931" y="54"/>
                  </a:cubicBezTo>
                  <a:cubicBezTo>
                    <a:pt x="929" y="49"/>
                    <a:pt x="924" y="45"/>
                    <a:pt x="920" y="43"/>
                  </a:cubicBezTo>
                  <a:cubicBezTo>
                    <a:pt x="920" y="43"/>
                    <a:pt x="920" y="43"/>
                    <a:pt x="919" y="43"/>
                  </a:cubicBezTo>
                  <a:cubicBezTo>
                    <a:pt x="917" y="47"/>
                    <a:pt x="913" y="58"/>
                    <a:pt x="913" y="65"/>
                  </a:cubicBezTo>
                  <a:close/>
                  <a:moveTo>
                    <a:pt x="862" y="136"/>
                  </a:moveTo>
                  <a:cubicBezTo>
                    <a:pt x="863" y="139"/>
                    <a:pt x="864" y="143"/>
                    <a:pt x="865" y="147"/>
                  </a:cubicBezTo>
                  <a:cubicBezTo>
                    <a:pt x="870" y="155"/>
                    <a:pt x="887" y="161"/>
                    <a:pt x="898" y="154"/>
                  </a:cubicBezTo>
                  <a:cubicBezTo>
                    <a:pt x="900" y="149"/>
                    <a:pt x="886" y="129"/>
                    <a:pt x="882" y="126"/>
                  </a:cubicBezTo>
                  <a:cubicBezTo>
                    <a:pt x="886" y="126"/>
                    <a:pt x="890" y="126"/>
                    <a:pt x="894" y="126"/>
                  </a:cubicBezTo>
                  <a:cubicBezTo>
                    <a:pt x="896" y="127"/>
                    <a:pt x="913" y="133"/>
                    <a:pt x="914" y="132"/>
                  </a:cubicBezTo>
                  <a:cubicBezTo>
                    <a:pt x="918" y="129"/>
                    <a:pt x="918" y="106"/>
                    <a:pt x="916" y="105"/>
                  </a:cubicBezTo>
                  <a:cubicBezTo>
                    <a:pt x="914" y="104"/>
                    <a:pt x="913" y="104"/>
                    <a:pt x="912" y="104"/>
                  </a:cubicBezTo>
                  <a:cubicBezTo>
                    <a:pt x="910" y="107"/>
                    <a:pt x="907" y="113"/>
                    <a:pt x="904" y="116"/>
                  </a:cubicBezTo>
                  <a:cubicBezTo>
                    <a:pt x="903" y="116"/>
                    <a:pt x="902" y="116"/>
                    <a:pt x="902" y="116"/>
                  </a:cubicBezTo>
                  <a:cubicBezTo>
                    <a:pt x="900" y="112"/>
                    <a:pt x="897" y="108"/>
                    <a:pt x="895" y="103"/>
                  </a:cubicBezTo>
                  <a:cubicBezTo>
                    <a:pt x="893" y="99"/>
                    <a:pt x="896" y="91"/>
                    <a:pt x="894" y="87"/>
                  </a:cubicBezTo>
                  <a:cubicBezTo>
                    <a:pt x="881" y="85"/>
                    <a:pt x="881" y="95"/>
                    <a:pt x="876" y="101"/>
                  </a:cubicBezTo>
                  <a:cubicBezTo>
                    <a:pt x="869" y="111"/>
                    <a:pt x="862" y="119"/>
                    <a:pt x="862" y="136"/>
                  </a:cubicBezTo>
                  <a:close/>
                  <a:moveTo>
                    <a:pt x="801" y="141"/>
                  </a:moveTo>
                  <a:cubicBezTo>
                    <a:pt x="801" y="139"/>
                    <a:pt x="801" y="137"/>
                    <a:pt x="801" y="134"/>
                  </a:cubicBezTo>
                  <a:cubicBezTo>
                    <a:pt x="804" y="132"/>
                    <a:pt x="806" y="128"/>
                    <a:pt x="810" y="126"/>
                  </a:cubicBezTo>
                  <a:cubicBezTo>
                    <a:pt x="808" y="123"/>
                    <a:pt x="808" y="120"/>
                    <a:pt x="808" y="116"/>
                  </a:cubicBezTo>
                  <a:cubicBezTo>
                    <a:pt x="811" y="116"/>
                    <a:pt x="820" y="118"/>
                    <a:pt x="825" y="116"/>
                  </a:cubicBezTo>
                  <a:cubicBezTo>
                    <a:pt x="830" y="115"/>
                    <a:pt x="851" y="107"/>
                    <a:pt x="854" y="104"/>
                  </a:cubicBezTo>
                  <a:cubicBezTo>
                    <a:pt x="856" y="100"/>
                    <a:pt x="854" y="87"/>
                    <a:pt x="856" y="83"/>
                  </a:cubicBezTo>
                  <a:cubicBezTo>
                    <a:pt x="857" y="81"/>
                    <a:pt x="863" y="72"/>
                    <a:pt x="861" y="69"/>
                  </a:cubicBezTo>
                  <a:cubicBezTo>
                    <a:pt x="856" y="62"/>
                    <a:pt x="835" y="75"/>
                    <a:pt x="835" y="59"/>
                  </a:cubicBezTo>
                  <a:cubicBezTo>
                    <a:pt x="836" y="59"/>
                    <a:pt x="836" y="59"/>
                    <a:pt x="837" y="58"/>
                  </a:cubicBezTo>
                  <a:cubicBezTo>
                    <a:pt x="840" y="58"/>
                    <a:pt x="843" y="59"/>
                    <a:pt x="845" y="60"/>
                  </a:cubicBezTo>
                  <a:cubicBezTo>
                    <a:pt x="850" y="57"/>
                    <a:pt x="865" y="52"/>
                    <a:pt x="868" y="47"/>
                  </a:cubicBezTo>
                  <a:cubicBezTo>
                    <a:pt x="873" y="39"/>
                    <a:pt x="871" y="30"/>
                    <a:pt x="878" y="23"/>
                  </a:cubicBezTo>
                  <a:cubicBezTo>
                    <a:pt x="884" y="23"/>
                    <a:pt x="888" y="24"/>
                    <a:pt x="893" y="26"/>
                  </a:cubicBezTo>
                  <a:cubicBezTo>
                    <a:pt x="890" y="36"/>
                    <a:pt x="882" y="41"/>
                    <a:pt x="878" y="49"/>
                  </a:cubicBezTo>
                  <a:cubicBezTo>
                    <a:pt x="875" y="56"/>
                    <a:pt x="874" y="68"/>
                    <a:pt x="873" y="74"/>
                  </a:cubicBezTo>
                  <a:cubicBezTo>
                    <a:pt x="873" y="76"/>
                    <a:pt x="873" y="78"/>
                    <a:pt x="873" y="80"/>
                  </a:cubicBezTo>
                  <a:cubicBezTo>
                    <a:pt x="872" y="80"/>
                    <a:pt x="870" y="88"/>
                    <a:pt x="870" y="90"/>
                  </a:cubicBezTo>
                  <a:cubicBezTo>
                    <a:pt x="871" y="90"/>
                    <a:pt x="871" y="91"/>
                    <a:pt x="871" y="91"/>
                  </a:cubicBezTo>
                  <a:cubicBezTo>
                    <a:pt x="872" y="91"/>
                    <a:pt x="872" y="90"/>
                    <a:pt x="873" y="90"/>
                  </a:cubicBezTo>
                  <a:cubicBezTo>
                    <a:pt x="873" y="90"/>
                    <a:pt x="873" y="90"/>
                    <a:pt x="874" y="90"/>
                  </a:cubicBezTo>
                  <a:cubicBezTo>
                    <a:pt x="875" y="89"/>
                    <a:pt x="877" y="87"/>
                    <a:pt x="877" y="85"/>
                  </a:cubicBezTo>
                  <a:cubicBezTo>
                    <a:pt x="877" y="84"/>
                    <a:pt x="877" y="83"/>
                    <a:pt x="877" y="82"/>
                  </a:cubicBezTo>
                  <a:cubicBezTo>
                    <a:pt x="878" y="80"/>
                    <a:pt x="880" y="79"/>
                    <a:pt x="881" y="77"/>
                  </a:cubicBezTo>
                  <a:cubicBezTo>
                    <a:pt x="887" y="77"/>
                    <a:pt x="895" y="75"/>
                    <a:pt x="897" y="72"/>
                  </a:cubicBezTo>
                  <a:cubicBezTo>
                    <a:pt x="899" y="67"/>
                    <a:pt x="897" y="58"/>
                    <a:pt x="899" y="55"/>
                  </a:cubicBezTo>
                  <a:cubicBezTo>
                    <a:pt x="901" y="51"/>
                    <a:pt x="904" y="42"/>
                    <a:pt x="905" y="38"/>
                  </a:cubicBezTo>
                  <a:cubicBezTo>
                    <a:pt x="907" y="29"/>
                    <a:pt x="898" y="22"/>
                    <a:pt x="903" y="17"/>
                  </a:cubicBezTo>
                  <a:cubicBezTo>
                    <a:pt x="907" y="13"/>
                    <a:pt x="915" y="19"/>
                    <a:pt x="917" y="21"/>
                  </a:cubicBezTo>
                  <a:cubicBezTo>
                    <a:pt x="921" y="25"/>
                    <a:pt x="916" y="31"/>
                    <a:pt x="918" y="36"/>
                  </a:cubicBezTo>
                  <a:cubicBezTo>
                    <a:pt x="920" y="41"/>
                    <a:pt x="930" y="45"/>
                    <a:pt x="934" y="47"/>
                  </a:cubicBezTo>
                  <a:cubicBezTo>
                    <a:pt x="938" y="48"/>
                    <a:pt x="943" y="48"/>
                    <a:pt x="948" y="49"/>
                  </a:cubicBezTo>
                  <a:cubicBezTo>
                    <a:pt x="948" y="49"/>
                    <a:pt x="949" y="50"/>
                    <a:pt x="949" y="50"/>
                  </a:cubicBezTo>
                  <a:cubicBezTo>
                    <a:pt x="949" y="51"/>
                    <a:pt x="948" y="53"/>
                    <a:pt x="948" y="54"/>
                  </a:cubicBezTo>
                  <a:cubicBezTo>
                    <a:pt x="945" y="60"/>
                    <a:pt x="935" y="64"/>
                    <a:pt x="930" y="67"/>
                  </a:cubicBezTo>
                  <a:cubicBezTo>
                    <a:pt x="926" y="70"/>
                    <a:pt x="924" y="75"/>
                    <a:pt x="921" y="77"/>
                  </a:cubicBezTo>
                  <a:cubicBezTo>
                    <a:pt x="916" y="80"/>
                    <a:pt x="910" y="79"/>
                    <a:pt x="908" y="83"/>
                  </a:cubicBezTo>
                  <a:cubicBezTo>
                    <a:pt x="908" y="85"/>
                    <a:pt x="907" y="85"/>
                    <a:pt x="907" y="87"/>
                  </a:cubicBezTo>
                  <a:cubicBezTo>
                    <a:pt x="905" y="86"/>
                    <a:pt x="906" y="90"/>
                    <a:pt x="906" y="91"/>
                  </a:cubicBezTo>
                  <a:cubicBezTo>
                    <a:pt x="910" y="93"/>
                    <a:pt x="924" y="95"/>
                    <a:pt x="926" y="99"/>
                  </a:cubicBezTo>
                  <a:cubicBezTo>
                    <a:pt x="930" y="105"/>
                    <a:pt x="930" y="119"/>
                    <a:pt x="928" y="129"/>
                  </a:cubicBezTo>
                  <a:cubicBezTo>
                    <a:pt x="927" y="131"/>
                    <a:pt x="926" y="134"/>
                    <a:pt x="927" y="138"/>
                  </a:cubicBezTo>
                  <a:cubicBezTo>
                    <a:pt x="944" y="144"/>
                    <a:pt x="968" y="157"/>
                    <a:pt x="946" y="175"/>
                  </a:cubicBezTo>
                  <a:cubicBezTo>
                    <a:pt x="930" y="175"/>
                    <a:pt x="930" y="166"/>
                    <a:pt x="917" y="161"/>
                  </a:cubicBezTo>
                  <a:cubicBezTo>
                    <a:pt x="915" y="161"/>
                    <a:pt x="906" y="165"/>
                    <a:pt x="905" y="165"/>
                  </a:cubicBezTo>
                  <a:cubicBezTo>
                    <a:pt x="903" y="165"/>
                    <a:pt x="901" y="165"/>
                    <a:pt x="899" y="165"/>
                  </a:cubicBezTo>
                  <a:cubicBezTo>
                    <a:pt x="892" y="168"/>
                    <a:pt x="882" y="170"/>
                    <a:pt x="874" y="168"/>
                  </a:cubicBezTo>
                  <a:cubicBezTo>
                    <a:pt x="872" y="163"/>
                    <a:pt x="867" y="157"/>
                    <a:pt x="863" y="153"/>
                  </a:cubicBezTo>
                  <a:cubicBezTo>
                    <a:pt x="863" y="153"/>
                    <a:pt x="863" y="153"/>
                    <a:pt x="863" y="153"/>
                  </a:cubicBezTo>
                  <a:cubicBezTo>
                    <a:pt x="862" y="154"/>
                    <a:pt x="862" y="154"/>
                    <a:pt x="862" y="154"/>
                  </a:cubicBezTo>
                  <a:cubicBezTo>
                    <a:pt x="862" y="162"/>
                    <a:pt x="869" y="172"/>
                    <a:pt x="864" y="179"/>
                  </a:cubicBezTo>
                  <a:cubicBezTo>
                    <a:pt x="863" y="179"/>
                    <a:pt x="861" y="179"/>
                    <a:pt x="859" y="178"/>
                  </a:cubicBezTo>
                  <a:cubicBezTo>
                    <a:pt x="855" y="176"/>
                    <a:pt x="854" y="171"/>
                    <a:pt x="851" y="167"/>
                  </a:cubicBezTo>
                  <a:cubicBezTo>
                    <a:pt x="850" y="165"/>
                    <a:pt x="850" y="163"/>
                    <a:pt x="849" y="161"/>
                  </a:cubicBezTo>
                  <a:cubicBezTo>
                    <a:pt x="846" y="159"/>
                    <a:pt x="844" y="156"/>
                    <a:pt x="841" y="153"/>
                  </a:cubicBezTo>
                  <a:cubicBezTo>
                    <a:pt x="839" y="151"/>
                    <a:pt x="840" y="146"/>
                    <a:pt x="837" y="144"/>
                  </a:cubicBezTo>
                  <a:cubicBezTo>
                    <a:pt x="834" y="141"/>
                    <a:pt x="817" y="153"/>
                    <a:pt x="809" y="149"/>
                  </a:cubicBezTo>
                  <a:cubicBezTo>
                    <a:pt x="806" y="147"/>
                    <a:pt x="803" y="144"/>
                    <a:pt x="801" y="141"/>
                  </a:cubicBezTo>
                  <a:close/>
                  <a:moveTo>
                    <a:pt x="704" y="44"/>
                  </a:moveTo>
                  <a:cubicBezTo>
                    <a:pt x="705" y="43"/>
                    <a:pt x="706" y="43"/>
                    <a:pt x="707" y="42"/>
                  </a:cubicBezTo>
                  <a:cubicBezTo>
                    <a:pt x="707" y="41"/>
                    <a:pt x="707" y="41"/>
                    <a:pt x="706" y="40"/>
                  </a:cubicBezTo>
                  <a:cubicBezTo>
                    <a:pt x="706" y="40"/>
                    <a:pt x="706" y="40"/>
                    <a:pt x="706" y="40"/>
                  </a:cubicBezTo>
                  <a:cubicBezTo>
                    <a:pt x="706" y="40"/>
                    <a:pt x="706" y="40"/>
                    <a:pt x="705" y="40"/>
                  </a:cubicBezTo>
                  <a:cubicBezTo>
                    <a:pt x="705" y="41"/>
                    <a:pt x="705" y="43"/>
                    <a:pt x="704" y="44"/>
                  </a:cubicBezTo>
                  <a:close/>
                  <a:moveTo>
                    <a:pt x="702" y="45"/>
                  </a:moveTo>
                  <a:cubicBezTo>
                    <a:pt x="702" y="46"/>
                    <a:pt x="703" y="46"/>
                    <a:pt x="703" y="46"/>
                  </a:cubicBezTo>
                  <a:cubicBezTo>
                    <a:pt x="704" y="46"/>
                    <a:pt x="704" y="46"/>
                    <a:pt x="704" y="45"/>
                  </a:cubicBezTo>
                  <a:cubicBezTo>
                    <a:pt x="704" y="45"/>
                    <a:pt x="704" y="45"/>
                    <a:pt x="704" y="45"/>
                  </a:cubicBezTo>
                  <a:cubicBezTo>
                    <a:pt x="704" y="45"/>
                    <a:pt x="704" y="44"/>
                    <a:pt x="704" y="44"/>
                  </a:cubicBezTo>
                  <a:cubicBezTo>
                    <a:pt x="704" y="44"/>
                    <a:pt x="703" y="43"/>
                    <a:pt x="703" y="43"/>
                  </a:cubicBezTo>
                  <a:cubicBezTo>
                    <a:pt x="703" y="43"/>
                    <a:pt x="703" y="44"/>
                    <a:pt x="702" y="44"/>
                  </a:cubicBezTo>
                  <a:cubicBezTo>
                    <a:pt x="702" y="45"/>
                    <a:pt x="702" y="45"/>
                    <a:pt x="702" y="45"/>
                  </a:cubicBezTo>
                  <a:close/>
                  <a:moveTo>
                    <a:pt x="637" y="47"/>
                  </a:moveTo>
                  <a:cubicBezTo>
                    <a:pt x="637" y="41"/>
                    <a:pt x="637" y="35"/>
                    <a:pt x="639" y="30"/>
                  </a:cubicBezTo>
                  <a:cubicBezTo>
                    <a:pt x="639" y="27"/>
                    <a:pt x="639" y="25"/>
                    <a:pt x="638" y="23"/>
                  </a:cubicBezTo>
                  <a:cubicBezTo>
                    <a:pt x="640" y="23"/>
                    <a:pt x="647" y="21"/>
                    <a:pt x="647" y="21"/>
                  </a:cubicBezTo>
                  <a:cubicBezTo>
                    <a:pt x="652" y="29"/>
                    <a:pt x="651" y="39"/>
                    <a:pt x="658" y="45"/>
                  </a:cubicBezTo>
                  <a:cubicBezTo>
                    <a:pt x="658" y="48"/>
                    <a:pt x="658" y="51"/>
                    <a:pt x="658" y="55"/>
                  </a:cubicBezTo>
                  <a:cubicBezTo>
                    <a:pt x="656" y="55"/>
                    <a:pt x="654" y="58"/>
                    <a:pt x="653" y="59"/>
                  </a:cubicBezTo>
                  <a:cubicBezTo>
                    <a:pt x="643" y="59"/>
                    <a:pt x="640" y="53"/>
                    <a:pt x="637" y="47"/>
                  </a:cubicBezTo>
                  <a:close/>
                  <a:moveTo>
                    <a:pt x="621" y="118"/>
                  </a:moveTo>
                  <a:cubicBezTo>
                    <a:pt x="621" y="113"/>
                    <a:pt x="621" y="109"/>
                    <a:pt x="621" y="105"/>
                  </a:cubicBezTo>
                  <a:cubicBezTo>
                    <a:pt x="628" y="104"/>
                    <a:pt x="632" y="97"/>
                    <a:pt x="636" y="92"/>
                  </a:cubicBezTo>
                  <a:cubicBezTo>
                    <a:pt x="640" y="85"/>
                    <a:pt x="652" y="76"/>
                    <a:pt x="660" y="71"/>
                  </a:cubicBezTo>
                  <a:cubicBezTo>
                    <a:pt x="663" y="70"/>
                    <a:pt x="678" y="62"/>
                    <a:pt x="677" y="61"/>
                  </a:cubicBezTo>
                  <a:cubicBezTo>
                    <a:pt x="680" y="60"/>
                    <a:pt x="693" y="54"/>
                    <a:pt x="694" y="51"/>
                  </a:cubicBezTo>
                  <a:cubicBezTo>
                    <a:pt x="694" y="50"/>
                    <a:pt x="694" y="50"/>
                    <a:pt x="694" y="50"/>
                  </a:cubicBezTo>
                  <a:cubicBezTo>
                    <a:pt x="692" y="49"/>
                    <a:pt x="681" y="45"/>
                    <a:pt x="680" y="44"/>
                  </a:cubicBezTo>
                  <a:cubicBezTo>
                    <a:pt x="678" y="43"/>
                    <a:pt x="676" y="39"/>
                    <a:pt x="675" y="39"/>
                  </a:cubicBezTo>
                  <a:cubicBezTo>
                    <a:pt x="675" y="38"/>
                    <a:pt x="675" y="37"/>
                    <a:pt x="675" y="37"/>
                  </a:cubicBezTo>
                  <a:cubicBezTo>
                    <a:pt x="684" y="39"/>
                    <a:pt x="702" y="36"/>
                    <a:pt x="707" y="33"/>
                  </a:cubicBezTo>
                  <a:cubicBezTo>
                    <a:pt x="709" y="31"/>
                    <a:pt x="712" y="28"/>
                    <a:pt x="716" y="27"/>
                  </a:cubicBezTo>
                  <a:cubicBezTo>
                    <a:pt x="721" y="26"/>
                    <a:pt x="736" y="34"/>
                    <a:pt x="739" y="36"/>
                  </a:cubicBezTo>
                  <a:cubicBezTo>
                    <a:pt x="739" y="38"/>
                    <a:pt x="738" y="39"/>
                    <a:pt x="738" y="41"/>
                  </a:cubicBezTo>
                  <a:cubicBezTo>
                    <a:pt x="736" y="42"/>
                    <a:pt x="734" y="44"/>
                    <a:pt x="732" y="45"/>
                  </a:cubicBezTo>
                  <a:cubicBezTo>
                    <a:pt x="731" y="45"/>
                    <a:pt x="730" y="45"/>
                    <a:pt x="730" y="45"/>
                  </a:cubicBezTo>
                  <a:cubicBezTo>
                    <a:pt x="724" y="47"/>
                    <a:pt x="709" y="51"/>
                    <a:pt x="705" y="55"/>
                  </a:cubicBezTo>
                  <a:cubicBezTo>
                    <a:pt x="706" y="56"/>
                    <a:pt x="706" y="57"/>
                    <a:pt x="706" y="58"/>
                  </a:cubicBezTo>
                  <a:cubicBezTo>
                    <a:pt x="708" y="59"/>
                    <a:pt x="710" y="60"/>
                    <a:pt x="712" y="61"/>
                  </a:cubicBezTo>
                  <a:cubicBezTo>
                    <a:pt x="713" y="61"/>
                    <a:pt x="715" y="61"/>
                    <a:pt x="717" y="61"/>
                  </a:cubicBezTo>
                  <a:cubicBezTo>
                    <a:pt x="724" y="65"/>
                    <a:pt x="744" y="92"/>
                    <a:pt x="730" y="103"/>
                  </a:cubicBezTo>
                  <a:cubicBezTo>
                    <a:pt x="728" y="104"/>
                    <a:pt x="716" y="108"/>
                    <a:pt x="717" y="108"/>
                  </a:cubicBezTo>
                  <a:cubicBezTo>
                    <a:pt x="711" y="111"/>
                    <a:pt x="705" y="106"/>
                    <a:pt x="702" y="111"/>
                  </a:cubicBezTo>
                  <a:cubicBezTo>
                    <a:pt x="702" y="114"/>
                    <a:pt x="702" y="117"/>
                    <a:pt x="702" y="120"/>
                  </a:cubicBezTo>
                  <a:cubicBezTo>
                    <a:pt x="699" y="125"/>
                    <a:pt x="694" y="130"/>
                    <a:pt x="690" y="134"/>
                  </a:cubicBezTo>
                  <a:cubicBezTo>
                    <a:pt x="690" y="136"/>
                    <a:pt x="690" y="137"/>
                    <a:pt x="691" y="137"/>
                  </a:cubicBezTo>
                  <a:cubicBezTo>
                    <a:pt x="692" y="139"/>
                    <a:pt x="695" y="139"/>
                    <a:pt x="697" y="139"/>
                  </a:cubicBezTo>
                  <a:cubicBezTo>
                    <a:pt x="698" y="138"/>
                    <a:pt x="699" y="137"/>
                    <a:pt x="700" y="134"/>
                  </a:cubicBezTo>
                  <a:cubicBezTo>
                    <a:pt x="711" y="134"/>
                    <a:pt x="716" y="138"/>
                    <a:pt x="726" y="140"/>
                  </a:cubicBezTo>
                  <a:cubicBezTo>
                    <a:pt x="727" y="143"/>
                    <a:pt x="730" y="149"/>
                    <a:pt x="729" y="151"/>
                  </a:cubicBezTo>
                  <a:cubicBezTo>
                    <a:pt x="728" y="152"/>
                    <a:pt x="727" y="154"/>
                    <a:pt x="725" y="155"/>
                  </a:cubicBezTo>
                  <a:cubicBezTo>
                    <a:pt x="716" y="158"/>
                    <a:pt x="712" y="149"/>
                    <a:pt x="705" y="150"/>
                  </a:cubicBezTo>
                  <a:cubicBezTo>
                    <a:pt x="704" y="149"/>
                    <a:pt x="700" y="153"/>
                    <a:pt x="699" y="155"/>
                  </a:cubicBezTo>
                  <a:cubicBezTo>
                    <a:pt x="698" y="157"/>
                    <a:pt x="700" y="159"/>
                    <a:pt x="700" y="160"/>
                  </a:cubicBezTo>
                  <a:cubicBezTo>
                    <a:pt x="700" y="162"/>
                    <a:pt x="700" y="164"/>
                    <a:pt x="700" y="166"/>
                  </a:cubicBezTo>
                  <a:cubicBezTo>
                    <a:pt x="702" y="174"/>
                    <a:pt x="698" y="180"/>
                    <a:pt x="692" y="183"/>
                  </a:cubicBezTo>
                  <a:cubicBezTo>
                    <a:pt x="685" y="187"/>
                    <a:pt x="666" y="181"/>
                    <a:pt x="662" y="179"/>
                  </a:cubicBezTo>
                  <a:cubicBezTo>
                    <a:pt x="662" y="177"/>
                    <a:pt x="653" y="173"/>
                    <a:pt x="651" y="173"/>
                  </a:cubicBezTo>
                  <a:cubicBezTo>
                    <a:pt x="651" y="172"/>
                    <a:pt x="652" y="172"/>
                    <a:pt x="652" y="172"/>
                  </a:cubicBezTo>
                  <a:cubicBezTo>
                    <a:pt x="660" y="170"/>
                    <a:pt x="676" y="168"/>
                    <a:pt x="683" y="163"/>
                  </a:cubicBezTo>
                  <a:cubicBezTo>
                    <a:pt x="685" y="162"/>
                    <a:pt x="692" y="157"/>
                    <a:pt x="689" y="155"/>
                  </a:cubicBezTo>
                  <a:cubicBezTo>
                    <a:pt x="685" y="154"/>
                    <a:pt x="675" y="155"/>
                    <a:pt x="672" y="157"/>
                  </a:cubicBezTo>
                  <a:cubicBezTo>
                    <a:pt x="668" y="159"/>
                    <a:pt x="653" y="154"/>
                    <a:pt x="652" y="153"/>
                  </a:cubicBezTo>
                  <a:cubicBezTo>
                    <a:pt x="650" y="152"/>
                    <a:pt x="650" y="151"/>
                    <a:pt x="649" y="149"/>
                  </a:cubicBezTo>
                  <a:cubicBezTo>
                    <a:pt x="649" y="148"/>
                    <a:pt x="649" y="148"/>
                    <a:pt x="650" y="147"/>
                  </a:cubicBezTo>
                  <a:cubicBezTo>
                    <a:pt x="660" y="147"/>
                    <a:pt x="674" y="146"/>
                    <a:pt x="684" y="144"/>
                  </a:cubicBezTo>
                  <a:cubicBezTo>
                    <a:pt x="685" y="143"/>
                    <a:pt x="685" y="142"/>
                    <a:pt x="686" y="141"/>
                  </a:cubicBezTo>
                  <a:cubicBezTo>
                    <a:pt x="686" y="141"/>
                    <a:pt x="686" y="141"/>
                    <a:pt x="686" y="140"/>
                  </a:cubicBezTo>
                  <a:cubicBezTo>
                    <a:pt x="684" y="139"/>
                    <a:pt x="684" y="138"/>
                    <a:pt x="682" y="137"/>
                  </a:cubicBezTo>
                  <a:cubicBezTo>
                    <a:pt x="682" y="133"/>
                    <a:pt x="681" y="129"/>
                    <a:pt x="683" y="125"/>
                  </a:cubicBezTo>
                  <a:cubicBezTo>
                    <a:pt x="685" y="122"/>
                    <a:pt x="691" y="115"/>
                    <a:pt x="690" y="111"/>
                  </a:cubicBezTo>
                  <a:cubicBezTo>
                    <a:pt x="690" y="109"/>
                    <a:pt x="689" y="109"/>
                    <a:pt x="688" y="109"/>
                  </a:cubicBezTo>
                  <a:cubicBezTo>
                    <a:pt x="680" y="105"/>
                    <a:pt x="670" y="123"/>
                    <a:pt x="665" y="118"/>
                  </a:cubicBezTo>
                  <a:cubicBezTo>
                    <a:pt x="666" y="112"/>
                    <a:pt x="667" y="106"/>
                    <a:pt x="670" y="102"/>
                  </a:cubicBezTo>
                  <a:cubicBezTo>
                    <a:pt x="675" y="96"/>
                    <a:pt x="690" y="97"/>
                    <a:pt x="695" y="102"/>
                  </a:cubicBezTo>
                  <a:cubicBezTo>
                    <a:pt x="701" y="102"/>
                    <a:pt x="703" y="100"/>
                    <a:pt x="707" y="98"/>
                  </a:cubicBezTo>
                  <a:cubicBezTo>
                    <a:pt x="711" y="95"/>
                    <a:pt x="717" y="94"/>
                    <a:pt x="720" y="90"/>
                  </a:cubicBezTo>
                  <a:cubicBezTo>
                    <a:pt x="720" y="89"/>
                    <a:pt x="720" y="88"/>
                    <a:pt x="720" y="89"/>
                  </a:cubicBezTo>
                  <a:cubicBezTo>
                    <a:pt x="726" y="78"/>
                    <a:pt x="710" y="68"/>
                    <a:pt x="705" y="66"/>
                  </a:cubicBezTo>
                  <a:cubicBezTo>
                    <a:pt x="694" y="63"/>
                    <a:pt x="681" y="76"/>
                    <a:pt x="678" y="81"/>
                  </a:cubicBezTo>
                  <a:cubicBezTo>
                    <a:pt x="670" y="91"/>
                    <a:pt x="657" y="97"/>
                    <a:pt x="649" y="107"/>
                  </a:cubicBezTo>
                  <a:cubicBezTo>
                    <a:pt x="645" y="112"/>
                    <a:pt x="646" y="118"/>
                    <a:pt x="644" y="123"/>
                  </a:cubicBezTo>
                  <a:cubicBezTo>
                    <a:pt x="643" y="127"/>
                    <a:pt x="640" y="131"/>
                    <a:pt x="639" y="133"/>
                  </a:cubicBezTo>
                  <a:cubicBezTo>
                    <a:pt x="632" y="134"/>
                    <a:pt x="625" y="130"/>
                    <a:pt x="623" y="125"/>
                  </a:cubicBezTo>
                  <a:cubicBezTo>
                    <a:pt x="621" y="123"/>
                    <a:pt x="623" y="120"/>
                    <a:pt x="621" y="118"/>
                  </a:cubicBezTo>
                  <a:close/>
                  <a:moveTo>
                    <a:pt x="537" y="94"/>
                  </a:moveTo>
                  <a:cubicBezTo>
                    <a:pt x="538" y="94"/>
                    <a:pt x="540" y="93"/>
                    <a:pt x="540" y="92"/>
                  </a:cubicBezTo>
                  <a:cubicBezTo>
                    <a:pt x="541" y="91"/>
                    <a:pt x="540" y="90"/>
                    <a:pt x="540" y="89"/>
                  </a:cubicBezTo>
                  <a:cubicBezTo>
                    <a:pt x="539" y="90"/>
                    <a:pt x="539" y="90"/>
                    <a:pt x="539" y="90"/>
                  </a:cubicBezTo>
                  <a:cubicBezTo>
                    <a:pt x="538" y="91"/>
                    <a:pt x="538" y="93"/>
                    <a:pt x="537" y="94"/>
                  </a:cubicBezTo>
                  <a:close/>
                  <a:moveTo>
                    <a:pt x="503" y="79"/>
                  </a:moveTo>
                  <a:cubicBezTo>
                    <a:pt x="504" y="80"/>
                    <a:pt x="505" y="81"/>
                    <a:pt x="507" y="79"/>
                  </a:cubicBezTo>
                  <a:cubicBezTo>
                    <a:pt x="507" y="77"/>
                    <a:pt x="508" y="77"/>
                    <a:pt x="508" y="75"/>
                  </a:cubicBezTo>
                  <a:cubicBezTo>
                    <a:pt x="508" y="75"/>
                    <a:pt x="507" y="75"/>
                    <a:pt x="507" y="74"/>
                  </a:cubicBezTo>
                  <a:cubicBezTo>
                    <a:pt x="506" y="75"/>
                    <a:pt x="505" y="75"/>
                    <a:pt x="504" y="75"/>
                  </a:cubicBezTo>
                  <a:cubicBezTo>
                    <a:pt x="504" y="77"/>
                    <a:pt x="504" y="77"/>
                    <a:pt x="503" y="79"/>
                  </a:cubicBezTo>
                  <a:close/>
                  <a:moveTo>
                    <a:pt x="491" y="115"/>
                  </a:moveTo>
                  <a:cubicBezTo>
                    <a:pt x="496" y="117"/>
                    <a:pt x="504" y="111"/>
                    <a:pt x="507" y="108"/>
                  </a:cubicBezTo>
                  <a:cubicBezTo>
                    <a:pt x="506" y="107"/>
                    <a:pt x="506" y="105"/>
                    <a:pt x="506" y="104"/>
                  </a:cubicBezTo>
                  <a:cubicBezTo>
                    <a:pt x="505" y="104"/>
                    <a:pt x="505" y="103"/>
                    <a:pt x="504" y="103"/>
                  </a:cubicBezTo>
                  <a:cubicBezTo>
                    <a:pt x="501" y="105"/>
                    <a:pt x="494" y="109"/>
                    <a:pt x="491" y="113"/>
                  </a:cubicBezTo>
                  <a:cubicBezTo>
                    <a:pt x="491" y="113"/>
                    <a:pt x="491" y="114"/>
                    <a:pt x="491" y="115"/>
                  </a:cubicBezTo>
                  <a:close/>
                  <a:moveTo>
                    <a:pt x="460" y="78"/>
                  </a:moveTo>
                  <a:cubicBezTo>
                    <a:pt x="461" y="79"/>
                    <a:pt x="462" y="79"/>
                    <a:pt x="463" y="79"/>
                  </a:cubicBezTo>
                  <a:cubicBezTo>
                    <a:pt x="466" y="77"/>
                    <a:pt x="468" y="75"/>
                    <a:pt x="470" y="73"/>
                  </a:cubicBezTo>
                  <a:cubicBezTo>
                    <a:pt x="470" y="71"/>
                    <a:pt x="470" y="71"/>
                    <a:pt x="470" y="69"/>
                  </a:cubicBezTo>
                  <a:cubicBezTo>
                    <a:pt x="468" y="69"/>
                    <a:pt x="467" y="70"/>
                    <a:pt x="466" y="70"/>
                  </a:cubicBezTo>
                  <a:cubicBezTo>
                    <a:pt x="464" y="71"/>
                    <a:pt x="461" y="74"/>
                    <a:pt x="460" y="78"/>
                  </a:cubicBezTo>
                  <a:close/>
                  <a:moveTo>
                    <a:pt x="453" y="106"/>
                  </a:moveTo>
                  <a:cubicBezTo>
                    <a:pt x="454" y="106"/>
                    <a:pt x="454" y="106"/>
                    <a:pt x="455" y="106"/>
                  </a:cubicBezTo>
                  <a:cubicBezTo>
                    <a:pt x="457" y="103"/>
                    <a:pt x="473" y="90"/>
                    <a:pt x="469" y="87"/>
                  </a:cubicBezTo>
                  <a:cubicBezTo>
                    <a:pt x="458" y="82"/>
                    <a:pt x="453" y="96"/>
                    <a:pt x="453" y="106"/>
                  </a:cubicBezTo>
                  <a:close/>
                  <a:moveTo>
                    <a:pt x="438" y="93"/>
                  </a:moveTo>
                  <a:cubicBezTo>
                    <a:pt x="439" y="93"/>
                    <a:pt x="440" y="94"/>
                    <a:pt x="440" y="95"/>
                  </a:cubicBezTo>
                  <a:cubicBezTo>
                    <a:pt x="442" y="95"/>
                    <a:pt x="443" y="95"/>
                    <a:pt x="444" y="95"/>
                  </a:cubicBezTo>
                  <a:cubicBezTo>
                    <a:pt x="445" y="94"/>
                    <a:pt x="446" y="93"/>
                    <a:pt x="446" y="92"/>
                  </a:cubicBezTo>
                  <a:cubicBezTo>
                    <a:pt x="445" y="91"/>
                    <a:pt x="444" y="91"/>
                    <a:pt x="444" y="90"/>
                  </a:cubicBezTo>
                  <a:cubicBezTo>
                    <a:pt x="444" y="91"/>
                    <a:pt x="439" y="91"/>
                    <a:pt x="438" y="92"/>
                  </a:cubicBezTo>
                  <a:cubicBezTo>
                    <a:pt x="438" y="92"/>
                    <a:pt x="438" y="92"/>
                    <a:pt x="438" y="93"/>
                  </a:cubicBezTo>
                  <a:close/>
                  <a:moveTo>
                    <a:pt x="425" y="130"/>
                  </a:moveTo>
                  <a:cubicBezTo>
                    <a:pt x="429" y="129"/>
                    <a:pt x="448" y="117"/>
                    <a:pt x="439" y="112"/>
                  </a:cubicBezTo>
                  <a:cubicBezTo>
                    <a:pt x="438" y="112"/>
                    <a:pt x="438" y="112"/>
                    <a:pt x="437" y="112"/>
                  </a:cubicBezTo>
                  <a:cubicBezTo>
                    <a:pt x="435" y="119"/>
                    <a:pt x="428" y="123"/>
                    <a:pt x="425" y="130"/>
                  </a:cubicBezTo>
                  <a:close/>
                  <a:moveTo>
                    <a:pt x="398" y="150"/>
                  </a:moveTo>
                  <a:cubicBezTo>
                    <a:pt x="398" y="144"/>
                    <a:pt x="399" y="138"/>
                    <a:pt x="399" y="133"/>
                  </a:cubicBezTo>
                  <a:cubicBezTo>
                    <a:pt x="403" y="131"/>
                    <a:pt x="426" y="102"/>
                    <a:pt x="429" y="97"/>
                  </a:cubicBezTo>
                  <a:cubicBezTo>
                    <a:pt x="428" y="96"/>
                    <a:pt x="428" y="96"/>
                    <a:pt x="426" y="96"/>
                  </a:cubicBezTo>
                  <a:cubicBezTo>
                    <a:pt x="424" y="97"/>
                    <a:pt x="405" y="104"/>
                    <a:pt x="401" y="101"/>
                  </a:cubicBezTo>
                  <a:cubicBezTo>
                    <a:pt x="400" y="100"/>
                    <a:pt x="400" y="100"/>
                    <a:pt x="400" y="100"/>
                  </a:cubicBezTo>
                  <a:cubicBezTo>
                    <a:pt x="400" y="86"/>
                    <a:pt x="411" y="79"/>
                    <a:pt x="418" y="74"/>
                  </a:cubicBezTo>
                  <a:cubicBezTo>
                    <a:pt x="424" y="70"/>
                    <a:pt x="428" y="65"/>
                    <a:pt x="432" y="60"/>
                  </a:cubicBezTo>
                  <a:cubicBezTo>
                    <a:pt x="437" y="54"/>
                    <a:pt x="450" y="45"/>
                    <a:pt x="453" y="38"/>
                  </a:cubicBezTo>
                  <a:cubicBezTo>
                    <a:pt x="454" y="34"/>
                    <a:pt x="454" y="29"/>
                    <a:pt x="454" y="25"/>
                  </a:cubicBezTo>
                  <a:cubicBezTo>
                    <a:pt x="462" y="22"/>
                    <a:pt x="468" y="24"/>
                    <a:pt x="473" y="28"/>
                  </a:cubicBezTo>
                  <a:cubicBezTo>
                    <a:pt x="468" y="46"/>
                    <a:pt x="437" y="68"/>
                    <a:pt x="423" y="81"/>
                  </a:cubicBezTo>
                  <a:cubicBezTo>
                    <a:pt x="420" y="84"/>
                    <a:pt x="416" y="86"/>
                    <a:pt x="413" y="89"/>
                  </a:cubicBezTo>
                  <a:cubicBezTo>
                    <a:pt x="413" y="90"/>
                    <a:pt x="413" y="90"/>
                    <a:pt x="414" y="90"/>
                  </a:cubicBezTo>
                  <a:cubicBezTo>
                    <a:pt x="419" y="90"/>
                    <a:pt x="426" y="88"/>
                    <a:pt x="430" y="86"/>
                  </a:cubicBezTo>
                  <a:cubicBezTo>
                    <a:pt x="436" y="85"/>
                    <a:pt x="441" y="85"/>
                    <a:pt x="447" y="84"/>
                  </a:cubicBezTo>
                  <a:cubicBezTo>
                    <a:pt x="451" y="81"/>
                    <a:pt x="451" y="77"/>
                    <a:pt x="453" y="73"/>
                  </a:cubicBezTo>
                  <a:cubicBezTo>
                    <a:pt x="457" y="67"/>
                    <a:pt x="460" y="60"/>
                    <a:pt x="466" y="55"/>
                  </a:cubicBezTo>
                  <a:cubicBezTo>
                    <a:pt x="469" y="55"/>
                    <a:pt x="472" y="55"/>
                    <a:pt x="474" y="55"/>
                  </a:cubicBezTo>
                  <a:cubicBezTo>
                    <a:pt x="475" y="57"/>
                    <a:pt x="477" y="58"/>
                    <a:pt x="478" y="59"/>
                  </a:cubicBezTo>
                  <a:cubicBezTo>
                    <a:pt x="481" y="63"/>
                    <a:pt x="483" y="67"/>
                    <a:pt x="485" y="71"/>
                  </a:cubicBezTo>
                  <a:cubicBezTo>
                    <a:pt x="488" y="69"/>
                    <a:pt x="495" y="62"/>
                    <a:pt x="492" y="57"/>
                  </a:cubicBezTo>
                  <a:cubicBezTo>
                    <a:pt x="491" y="54"/>
                    <a:pt x="488" y="53"/>
                    <a:pt x="490" y="49"/>
                  </a:cubicBezTo>
                  <a:cubicBezTo>
                    <a:pt x="490" y="46"/>
                    <a:pt x="498" y="42"/>
                    <a:pt x="502" y="43"/>
                  </a:cubicBezTo>
                  <a:cubicBezTo>
                    <a:pt x="502" y="47"/>
                    <a:pt x="506" y="51"/>
                    <a:pt x="508" y="53"/>
                  </a:cubicBezTo>
                  <a:cubicBezTo>
                    <a:pt x="515" y="55"/>
                    <a:pt x="513" y="47"/>
                    <a:pt x="514" y="43"/>
                  </a:cubicBezTo>
                  <a:cubicBezTo>
                    <a:pt x="517" y="34"/>
                    <a:pt x="512" y="13"/>
                    <a:pt x="524" y="13"/>
                  </a:cubicBezTo>
                  <a:cubicBezTo>
                    <a:pt x="525" y="15"/>
                    <a:pt x="530" y="19"/>
                    <a:pt x="532" y="21"/>
                  </a:cubicBezTo>
                  <a:cubicBezTo>
                    <a:pt x="532" y="21"/>
                    <a:pt x="532" y="21"/>
                    <a:pt x="533" y="21"/>
                  </a:cubicBezTo>
                  <a:cubicBezTo>
                    <a:pt x="535" y="25"/>
                    <a:pt x="536" y="27"/>
                    <a:pt x="539" y="30"/>
                  </a:cubicBezTo>
                  <a:cubicBezTo>
                    <a:pt x="541" y="34"/>
                    <a:pt x="544" y="42"/>
                    <a:pt x="545" y="47"/>
                  </a:cubicBezTo>
                  <a:cubicBezTo>
                    <a:pt x="546" y="51"/>
                    <a:pt x="542" y="54"/>
                    <a:pt x="543" y="59"/>
                  </a:cubicBezTo>
                  <a:cubicBezTo>
                    <a:pt x="546" y="65"/>
                    <a:pt x="553" y="69"/>
                    <a:pt x="556" y="75"/>
                  </a:cubicBezTo>
                  <a:cubicBezTo>
                    <a:pt x="558" y="79"/>
                    <a:pt x="558" y="83"/>
                    <a:pt x="560" y="85"/>
                  </a:cubicBezTo>
                  <a:cubicBezTo>
                    <a:pt x="564" y="89"/>
                    <a:pt x="570" y="91"/>
                    <a:pt x="574" y="95"/>
                  </a:cubicBezTo>
                  <a:cubicBezTo>
                    <a:pt x="574" y="97"/>
                    <a:pt x="574" y="98"/>
                    <a:pt x="574" y="99"/>
                  </a:cubicBezTo>
                  <a:cubicBezTo>
                    <a:pt x="572" y="100"/>
                    <a:pt x="570" y="102"/>
                    <a:pt x="568" y="103"/>
                  </a:cubicBezTo>
                  <a:cubicBezTo>
                    <a:pt x="565" y="105"/>
                    <a:pt x="561" y="104"/>
                    <a:pt x="559" y="105"/>
                  </a:cubicBezTo>
                  <a:cubicBezTo>
                    <a:pt x="552" y="106"/>
                    <a:pt x="543" y="109"/>
                    <a:pt x="539" y="114"/>
                  </a:cubicBezTo>
                  <a:cubicBezTo>
                    <a:pt x="536" y="117"/>
                    <a:pt x="536" y="135"/>
                    <a:pt x="535" y="141"/>
                  </a:cubicBezTo>
                  <a:cubicBezTo>
                    <a:pt x="535" y="143"/>
                    <a:pt x="534" y="145"/>
                    <a:pt x="534" y="148"/>
                  </a:cubicBezTo>
                  <a:cubicBezTo>
                    <a:pt x="532" y="152"/>
                    <a:pt x="531" y="158"/>
                    <a:pt x="530" y="163"/>
                  </a:cubicBezTo>
                  <a:cubicBezTo>
                    <a:pt x="530" y="164"/>
                    <a:pt x="530" y="165"/>
                    <a:pt x="530" y="166"/>
                  </a:cubicBezTo>
                  <a:cubicBezTo>
                    <a:pt x="526" y="174"/>
                    <a:pt x="524" y="181"/>
                    <a:pt x="520" y="187"/>
                  </a:cubicBezTo>
                  <a:cubicBezTo>
                    <a:pt x="520" y="190"/>
                    <a:pt x="520" y="193"/>
                    <a:pt x="520" y="195"/>
                  </a:cubicBezTo>
                  <a:cubicBezTo>
                    <a:pt x="519" y="195"/>
                    <a:pt x="519" y="195"/>
                    <a:pt x="519" y="195"/>
                  </a:cubicBezTo>
                  <a:cubicBezTo>
                    <a:pt x="518" y="193"/>
                    <a:pt x="515" y="191"/>
                    <a:pt x="514" y="189"/>
                  </a:cubicBezTo>
                  <a:cubicBezTo>
                    <a:pt x="511" y="185"/>
                    <a:pt x="511" y="181"/>
                    <a:pt x="509" y="177"/>
                  </a:cubicBezTo>
                  <a:cubicBezTo>
                    <a:pt x="509" y="175"/>
                    <a:pt x="509" y="173"/>
                    <a:pt x="509" y="171"/>
                  </a:cubicBezTo>
                  <a:cubicBezTo>
                    <a:pt x="507" y="163"/>
                    <a:pt x="509" y="147"/>
                    <a:pt x="508" y="135"/>
                  </a:cubicBezTo>
                  <a:cubicBezTo>
                    <a:pt x="507" y="135"/>
                    <a:pt x="506" y="135"/>
                    <a:pt x="507" y="134"/>
                  </a:cubicBezTo>
                  <a:cubicBezTo>
                    <a:pt x="497" y="136"/>
                    <a:pt x="489" y="139"/>
                    <a:pt x="481" y="142"/>
                  </a:cubicBezTo>
                  <a:cubicBezTo>
                    <a:pt x="476" y="142"/>
                    <a:pt x="472" y="143"/>
                    <a:pt x="467" y="143"/>
                  </a:cubicBezTo>
                  <a:cubicBezTo>
                    <a:pt x="462" y="138"/>
                    <a:pt x="463" y="125"/>
                    <a:pt x="465" y="119"/>
                  </a:cubicBezTo>
                  <a:cubicBezTo>
                    <a:pt x="470" y="117"/>
                    <a:pt x="476" y="112"/>
                    <a:pt x="478" y="108"/>
                  </a:cubicBezTo>
                  <a:cubicBezTo>
                    <a:pt x="478" y="107"/>
                    <a:pt x="478" y="105"/>
                    <a:pt x="478" y="104"/>
                  </a:cubicBezTo>
                  <a:cubicBezTo>
                    <a:pt x="484" y="97"/>
                    <a:pt x="492" y="90"/>
                    <a:pt x="488" y="77"/>
                  </a:cubicBezTo>
                  <a:cubicBezTo>
                    <a:pt x="488" y="77"/>
                    <a:pt x="488" y="77"/>
                    <a:pt x="487" y="77"/>
                  </a:cubicBezTo>
                  <a:cubicBezTo>
                    <a:pt x="473" y="87"/>
                    <a:pt x="476" y="96"/>
                    <a:pt x="467" y="109"/>
                  </a:cubicBezTo>
                  <a:cubicBezTo>
                    <a:pt x="461" y="117"/>
                    <a:pt x="456" y="117"/>
                    <a:pt x="452" y="129"/>
                  </a:cubicBezTo>
                  <a:cubicBezTo>
                    <a:pt x="448" y="140"/>
                    <a:pt x="457" y="156"/>
                    <a:pt x="457" y="165"/>
                  </a:cubicBezTo>
                  <a:cubicBezTo>
                    <a:pt x="455" y="165"/>
                    <a:pt x="455" y="167"/>
                    <a:pt x="454" y="167"/>
                  </a:cubicBezTo>
                  <a:cubicBezTo>
                    <a:pt x="452" y="167"/>
                    <a:pt x="452" y="167"/>
                    <a:pt x="450" y="167"/>
                  </a:cubicBezTo>
                  <a:cubicBezTo>
                    <a:pt x="447" y="163"/>
                    <a:pt x="444" y="159"/>
                    <a:pt x="442" y="153"/>
                  </a:cubicBezTo>
                  <a:cubicBezTo>
                    <a:pt x="440" y="149"/>
                    <a:pt x="441" y="145"/>
                    <a:pt x="439" y="141"/>
                  </a:cubicBezTo>
                  <a:cubicBezTo>
                    <a:pt x="438" y="141"/>
                    <a:pt x="438" y="141"/>
                    <a:pt x="437" y="141"/>
                  </a:cubicBezTo>
                  <a:cubicBezTo>
                    <a:pt x="431" y="151"/>
                    <a:pt x="418" y="157"/>
                    <a:pt x="402" y="157"/>
                  </a:cubicBezTo>
                  <a:cubicBezTo>
                    <a:pt x="402" y="156"/>
                    <a:pt x="400" y="155"/>
                    <a:pt x="400" y="155"/>
                  </a:cubicBezTo>
                  <a:cubicBezTo>
                    <a:pt x="398" y="153"/>
                    <a:pt x="398" y="151"/>
                    <a:pt x="398" y="150"/>
                  </a:cubicBezTo>
                  <a:close/>
                  <a:moveTo>
                    <a:pt x="278" y="104"/>
                  </a:moveTo>
                  <a:cubicBezTo>
                    <a:pt x="279" y="106"/>
                    <a:pt x="280" y="109"/>
                    <a:pt x="281" y="111"/>
                  </a:cubicBezTo>
                  <a:cubicBezTo>
                    <a:pt x="282" y="111"/>
                    <a:pt x="282" y="111"/>
                    <a:pt x="282" y="111"/>
                  </a:cubicBezTo>
                  <a:cubicBezTo>
                    <a:pt x="283" y="108"/>
                    <a:pt x="286" y="101"/>
                    <a:pt x="283" y="99"/>
                  </a:cubicBezTo>
                  <a:cubicBezTo>
                    <a:pt x="283" y="99"/>
                    <a:pt x="282" y="99"/>
                    <a:pt x="282" y="98"/>
                  </a:cubicBezTo>
                  <a:cubicBezTo>
                    <a:pt x="281" y="98"/>
                    <a:pt x="280" y="98"/>
                    <a:pt x="279" y="99"/>
                  </a:cubicBezTo>
                  <a:cubicBezTo>
                    <a:pt x="279" y="102"/>
                    <a:pt x="278" y="101"/>
                    <a:pt x="278" y="104"/>
                  </a:cubicBezTo>
                  <a:close/>
                  <a:moveTo>
                    <a:pt x="257" y="97"/>
                  </a:moveTo>
                  <a:cubicBezTo>
                    <a:pt x="257" y="97"/>
                    <a:pt x="257" y="98"/>
                    <a:pt x="257" y="99"/>
                  </a:cubicBezTo>
                  <a:cubicBezTo>
                    <a:pt x="258" y="99"/>
                    <a:pt x="258" y="99"/>
                    <a:pt x="258" y="99"/>
                  </a:cubicBezTo>
                  <a:cubicBezTo>
                    <a:pt x="258" y="99"/>
                    <a:pt x="259" y="99"/>
                    <a:pt x="259" y="99"/>
                  </a:cubicBezTo>
                  <a:cubicBezTo>
                    <a:pt x="260" y="98"/>
                    <a:pt x="260" y="97"/>
                    <a:pt x="261" y="97"/>
                  </a:cubicBezTo>
                  <a:cubicBezTo>
                    <a:pt x="261" y="95"/>
                    <a:pt x="261" y="95"/>
                    <a:pt x="260" y="93"/>
                  </a:cubicBezTo>
                  <a:cubicBezTo>
                    <a:pt x="260" y="93"/>
                    <a:pt x="260" y="93"/>
                    <a:pt x="260" y="93"/>
                  </a:cubicBezTo>
                  <a:cubicBezTo>
                    <a:pt x="259" y="93"/>
                    <a:pt x="259" y="93"/>
                    <a:pt x="259" y="93"/>
                  </a:cubicBezTo>
                  <a:cubicBezTo>
                    <a:pt x="258" y="94"/>
                    <a:pt x="258" y="95"/>
                    <a:pt x="257" y="97"/>
                  </a:cubicBezTo>
                  <a:close/>
                  <a:moveTo>
                    <a:pt x="236" y="104"/>
                  </a:moveTo>
                  <a:cubicBezTo>
                    <a:pt x="236" y="105"/>
                    <a:pt x="237" y="105"/>
                    <a:pt x="238" y="105"/>
                  </a:cubicBezTo>
                  <a:cubicBezTo>
                    <a:pt x="241" y="104"/>
                    <a:pt x="242" y="102"/>
                    <a:pt x="245" y="100"/>
                  </a:cubicBezTo>
                  <a:cubicBezTo>
                    <a:pt x="245" y="99"/>
                    <a:pt x="245" y="98"/>
                    <a:pt x="245" y="97"/>
                  </a:cubicBezTo>
                  <a:cubicBezTo>
                    <a:pt x="244" y="97"/>
                    <a:pt x="244" y="97"/>
                    <a:pt x="244" y="97"/>
                  </a:cubicBezTo>
                  <a:cubicBezTo>
                    <a:pt x="244" y="97"/>
                    <a:pt x="243" y="97"/>
                    <a:pt x="242" y="97"/>
                  </a:cubicBezTo>
                  <a:cubicBezTo>
                    <a:pt x="240" y="99"/>
                    <a:pt x="238" y="101"/>
                    <a:pt x="236" y="104"/>
                  </a:cubicBezTo>
                  <a:close/>
                  <a:moveTo>
                    <a:pt x="216" y="151"/>
                  </a:moveTo>
                  <a:cubicBezTo>
                    <a:pt x="217" y="152"/>
                    <a:pt x="225" y="157"/>
                    <a:pt x="226" y="158"/>
                  </a:cubicBezTo>
                  <a:cubicBezTo>
                    <a:pt x="230" y="159"/>
                    <a:pt x="253" y="155"/>
                    <a:pt x="254" y="154"/>
                  </a:cubicBezTo>
                  <a:cubicBezTo>
                    <a:pt x="254" y="153"/>
                    <a:pt x="253" y="151"/>
                    <a:pt x="252" y="149"/>
                  </a:cubicBezTo>
                  <a:cubicBezTo>
                    <a:pt x="253" y="149"/>
                    <a:pt x="253" y="149"/>
                    <a:pt x="253" y="149"/>
                  </a:cubicBezTo>
                  <a:cubicBezTo>
                    <a:pt x="259" y="147"/>
                    <a:pt x="266" y="162"/>
                    <a:pt x="274" y="147"/>
                  </a:cubicBezTo>
                  <a:cubicBezTo>
                    <a:pt x="280" y="149"/>
                    <a:pt x="289" y="157"/>
                    <a:pt x="296" y="153"/>
                  </a:cubicBezTo>
                  <a:cubicBezTo>
                    <a:pt x="309" y="147"/>
                    <a:pt x="312" y="126"/>
                    <a:pt x="312" y="104"/>
                  </a:cubicBezTo>
                  <a:cubicBezTo>
                    <a:pt x="312" y="97"/>
                    <a:pt x="313" y="86"/>
                    <a:pt x="310" y="81"/>
                  </a:cubicBezTo>
                  <a:cubicBezTo>
                    <a:pt x="310" y="78"/>
                    <a:pt x="310" y="75"/>
                    <a:pt x="310" y="73"/>
                  </a:cubicBezTo>
                  <a:cubicBezTo>
                    <a:pt x="310" y="67"/>
                    <a:pt x="310" y="56"/>
                    <a:pt x="308" y="51"/>
                  </a:cubicBezTo>
                  <a:cubicBezTo>
                    <a:pt x="308" y="49"/>
                    <a:pt x="307" y="45"/>
                    <a:pt x="307" y="43"/>
                  </a:cubicBezTo>
                  <a:cubicBezTo>
                    <a:pt x="305" y="35"/>
                    <a:pt x="304" y="27"/>
                    <a:pt x="301" y="21"/>
                  </a:cubicBezTo>
                  <a:cubicBezTo>
                    <a:pt x="270" y="17"/>
                    <a:pt x="248" y="27"/>
                    <a:pt x="235" y="46"/>
                  </a:cubicBezTo>
                  <a:cubicBezTo>
                    <a:pt x="232" y="50"/>
                    <a:pt x="222" y="63"/>
                    <a:pt x="225" y="70"/>
                  </a:cubicBezTo>
                  <a:cubicBezTo>
                    <a:pt x="233" y="70"/>
                    <a:pt x="243" y="58"/>
                    <a:pt x="249" y="54"/>
                  </a:cubicBezTo>
                  <a:cubicBezTo>
                    <a:pt x="250" y="54"/>
                    <a:pt x="254" y="53"/>
                    <a:pt x="254" y="53"/>
                  </a:cubicBezTo>
                  <a:cubicBezTo>
                    <a:pt x="280" y="51"/>
                    <a:pt x="264" y="71"/>
                    <a:pt x="264" y="83"/>
                  </a:cubicBezTo>
                  <a:cubicBezTo>
                    <a:pt x="268" y="85"/>
                    <a:pt x="278" y="95"/>
                    <a:pt x="284" y="92"/>
                  </a:cubicBezTo>
                  <a:cubicBezTo>
                    <a:pt x="284" y="91"/>
                    <a:pt x="285" y="90"/>
                    <a:pt x="286" y="90"/>
                  </a:cubicBezTo>
                  <a:cubicBezTo>
                    <a:pt x="293" y="90"/>
                    <a:pt x="311" y="103"/>
                    <a:pt x="302" y="112"/>
                  </a:cubicBezTo>
                  <a:cubicBezTo>
                    <a:pt x="299" y="115"/>
                    <a:pt x="294" y="117"/>
                    <a:pt x="290" y="120"/>
                  </a:cubicBezTo>
                  <a:cubicBezTo>
                    <a:pt x="285" y="123"/>
                    <a:pt x="280" y="129"/>
                    <a:pt x="274" y="133"/>
                  </a:cubicBezTo>
                  <a:cubicBezTo>
                    <a:pt x="274" y="133"/>
                    <a:pt x="272" y="133"/>
                    <a:pt x="273" y="134"/>
                  </a:cubicBezTo>
                  <a:cubicBezTo>
                    <a:pt x="268" y="137"/>
                    <a:pt x="260" y="139"/>
                    <a:pt x="254" y="143"/>
                  </a:cubicBezTo>
                  <a:cubicBezTo>
                    <a:pt x="251" y="145"/>
                    <a:pt x="243" y="143"/>
                    <a:pt x="240" y="143"/>
                  </a:cubicBezTo>
                  <a:cubicBezTo>
                    <a:pt x="238" y="140"/>
                    <a:pt x="232" y="133"/>
                    <a:pt x="236" y="127"/>
                  </a:cubicBezTo>
                  <a:cubicBezTo>
                    <a:pt x="237" y="124"/>
                    <a:pt x="242" y="120"/>
                    <a:pt x="244" y="119"/>
                  </a:cubicBezTo>
                  <a:cubicBezTo>
                    <a:pt x="244" y="116"/>
                    <a:pt x="243" y="116"/>
                    <a:pt x="241" y="116"/>
                  </a:cubicBezTo>
                  <a:cubicBezTo>
                    <a:pt x="238" y="121"/>
                    <a:pt x="227" y="110"/>
                    <a:pt x="226" y="108"/>
                  </a:cubicBezTo>
                  <a:cubicBezTo>
                    <a:pt x="226" y="105"/>
                    <a:pt x="226" y="102"/>
                    <a:pt x="226" y="99"/>
                  </a:cubicBezTo>
                  <a:cubicBezTo>
                    <a:pt x="229" y="98"/>
                    <a:pt x="231" y="95"/>
                    <a:pt x="234" y="93"/>
                  </a:cubicBezTo>
                  <a:cubicBezTo>
                    <a:pt x="242" y="89"/>
                    <a:pt x="256" y="87"/>
                    <a:pt x="252" y="74"/>
                  </a:cubicBezTo>
                  <a:cubicBezTo>
                    <a:pt x="252" y="74"/>
                    <a:pt x="251" y="74"/>
                    <a:pt x="250" y="74"/>
                  </a:cubicBezTo>
                  <a:cubicBezTo>
                    <a:pt x="246" y="78"/>
                    <a:pt x="227" y="77"/>
                    <a:pt x="223" y="83"/>
                  </a:cubicBezTo>
                  <a:cubicBezTo>
                    <a:pt x="220" y="86"/>
                    <a:pt x="223" y="93"/>
                    <a:pt x="221" y="97"/>
                  </a:cubicBezTo>
                  <a:cubicBezTo>
                    <a:pt x="219" y="97"/>
                    <a:pt x="220" y="103"/>
                    <a:pt x="218" y="105"/>
                  </a:cubicBezTo>
                  <a:cubicBezTo>
                    <a:pt x="214" y="114"/>
                    <a:pt x="219" y="132"/>
                    <a:pt x="217" y="141"/>
                  </a:cubicBezTo>
                  <a:cubicBezTo>
                    <a:pt x="217" y="144"/>
                    <a:pt x="216" y="149"/>
                    <a:pt x="216" y="151"/>
                  </a:cubicBezTo>
                  <a:close/>
                  <a:moveTo>
                    <a:pt x="197" y="154"/>
                  </a:moveTo>
                  <a:cubicBezTo>
                    <a:pt x="197" y="141"/>
                    <a:pt x="202" y="127"/>
                    <a:pt x="205" y="115"/>
                  </a:cubicBezTo>
                  <a:cubicBezTo>
                    <a:pt x="205" y="113"/>
                    <a:pt x="205" y="110"/>
                    <a:pt x="205" y="107"/>
                  </a:cubicBezTo>
                  <a:cubicBezTo>
                    <a:pt x="205" y="93"/>
                    <a:pt x="199" y="79"/>
                    <a:pt x="201" y="66"/>
                  </a:cubicBezTo>
                  <a:cubicBezTo>
                    <a:pt x="205" y="39"/>
                    <a:pt x="229" y="25"/>
                    <a:pt x="252" y="17"/>
                  </a:cubicBezTo>
                  <a:cubicBezTo>
                    <a:pt x="261" y="15"/>
                    <a:pt x="289" y="6"/>
                    <a:pt x="300" y="13"/>
                  </a:cubicBezTo>
                  <a:cubicBezTo>
                    <a:pt x="302" y="13"/>
                    <a:pt x="306" y="13"/>
                    <a:pt x="308" y="15"/>
                  </a:cubicBezTo>
                  <a:cubicBezTo>
                    <a:pt x="330" y="29"/>
                    <a:pt x="324" y="79"/>
                    <a:pt x="325" y="113"/>
                  </a:cubicBezTo>
                  <a:cubicBezTo>
                    <a:pt x="325" y="129"/>
                    <a:pt x="328" y="154"/>
                    <a:pt x="320" y="163"/>
                  </a:cubicBezTo>
                  <a:cubicBezTo>
                    <a:pt x="318" y="166"/>
                    <a:pt x="294" y="183"/>
                    <a:pt x="287" y="179"/>
                  </a:cubicBezTo>
                  <a:cubicBezTo>
                    <a:pt x="280" y="175"/>
                    <a:pt x="274" y="165"/>
                    <a:pt x="264" y="164"/>
                  </a:cubicBezTo>
                  <a:cubicBezTo>
                    <a:pt x="261" y="163"/>
                    <a:pt x="257" y="167"/>
                    <a:pt x="254" y="168"/>
                  </a:cubicBezTo>
                  <a:cubicBezTo>
                    <a:pt x="252" y="169"/>
                    <a:pt x="230" y="173"/>
                    <a:pt x="226" y="171"/>
                  </a:cubicBezTo>
                  <a:cubicBezTo>
                    <a:pt x="221" y="170"/>
                    <a:pt x="220" y="167"/>
                    <a:pt x="216" y="164"/>
                  </a:cubicBezTo>
                  <a:cubicBezTo>
                    <a:pt x="216" y="164"/>
                    <a:pt x="216" y="164"/>
                    <a:pt x="216" y="164"/>
                  </a:cubicBezTo>
                  <a:cubicBezTo>
                    <a:pt x="213" y="166"/>
                    <a:pt x="211" y="170"/>
                    <a:pt x="206" y="170"/>
                  </a:cubicBezTo>
                  <a:cubicBezTo>
                    <a:pt x="204" y="168"/>
                    <a:pt x="202" y="166"/>
                    <a:pt x="201" y="164"/>
                  </a:cubicBezTo>
                  <a:cubicBezTo>
                    <a:pt x="199" y="161"/>
                    <a:pt x="199" y="158"/>
                    <a:pt x="197" y="154"/>
                  </a:cubicBezTo>
                  <a:close/>
                  <a:moveTo>
                    <a:pt x="83" y="79"/>
                  </a:moveTo>
                  <a:cubicBezTo>
                    <a:pt x="84" y="83"/>
                    <a:pt x="84" y="85"/>
                    <a:pt x="85" y="87"/>
                  </a:cubicBezTo>
                  <a:cubicBezTo>
                    <a:pt x="92" y="84"/>
                    <a:pt x="115" y="69"/>
                    <a:pt x="116" y="62"/>
                  </a:cubicBezTo>
                  <a:cubicBezTo>
                    <a:pt x="116" y="62"/>
                    <a:pt x="116" y="62"/>
                    <a:pt x="115" y="62"/>
                  </a:cubicBezTo>
                  <a:cubicBezTo>
                    <a:pt x="111" y="60"/>
                    <a:pt x="105" y="62"/>
                    <a:pt x="101" y="63"/>
                  </a:cubicBezTo>
                  <a:cubicBezTo>
                    <a:pt x="98" y="63"/>
                    <a:pt x="96" y="63"/>
                    <a:pt x="93" y="63"/>
                  </a:cubicBezTo>
                  <a:cubicBezTo>
                    <a:pt x="84" y="65"/>
                    <a:pt x="82" y="70"/>
                    <a:pt x="83" y="79"/>
                  </a:cubicBezTo>
                  <a:close/>
                  <a:moveTo>
                    <a:pt x="32" y="97"/>
                  </a:moveTo>
                  <a:cubicBezTo>
                    <a:pt x="36" y="101"/>
                    <a:pt x="36" y="104"/>
                    <a:pt x="36" y="112"/>
                  </a:cubicBezTo>
                  <a:cubicBezTo>
                    <a:pt x="38" y="113"/>
                    <a:pt x="38" y="113"/>
                    <a:pt x="38" y="114"/>
                  </a:cubicBezTo>
                  <a:cubicBezTo>
                    <a:pt x="41" y="114"/>
                    <a:pt x="44" y="114"/>
                    <a:pt x="46" y="113"/>
                  </a:cubicBezTo>
                  <a:cubicBezTo>
                    <a:pt x="47" y="111"/>
                    <a:pt x="50" y="108"/>
                    <a:pt x="50" y="106"/>
                  </a:cubicBezTo>
                  <a:cubicBezTo>
                    <a:pt x="52" y="100"/>
                    <a:pt x="53" y="86"/>
                    <a:pt x="49" y="83"/>
                  </a:cubicBezTo>
                  <a:cubicBezTo>
                    <a:pt x="49" y="83"/>
                    <a:pt x="49" y="82"/>
                    <a:pt x="48" y="82"/>
                  </a:cubicBezTo>
                  <a:cubicBezTo>
                    <a:pt x="42" y="82"/>
                    <a:pt x="34" y="89"/>
                    <a:pt x="32" y="94"/>
                  </a:cubicBezTo>
                  <a:cubicBezTo>
                    <a:pt x="32" y="95"/>
                    <a:pt x="32" y="96"/>
                    <a:pt x="32" y="97"/>
                  </a:cubicBezTo>
                  <a:close/>
                  <a:moveTo>
                    <a:pt x="3" y="66"/>
                  </a:moveTo>
                  <a:cubicBezTo>
                    <a:pt x="9" y="66"/>
                    <a:pt x="12" y="70"/>
                    <a:pt x="14" y="73"/>
                  </a:cubicBezTo>
                  <a:cubicBezTo>
                    <a:pt x="16" y="73"/>
                    <a:pt x="18" y="73"/>
                    <a:pt x="19" y="73"/>
                  </a:cubicBezTo>
                  <a:cubicBezTo>
                    <a:pt x="22" y="71"/>
                    <a:pt x="24" y="69"/>
                    <a:pt x="26" y="67"/>
                  </a:cubicBezTo>
                  <a:cubicBezTo>
                    <a:pt x="31" y="64"/>
                    <a:pt x="38" y="63"/>
                    <a:pt x="44" y="60"/>
                  </a:cubicBezTo>
                  <a:cubicBezTo>
                    <a:pt x="48" y="57"/>
                    <a:pt x="51" y="59"/>
                    <a:pt x="54" y="55"/>
                  </a:cubicBezTo>
                  <a:cubicBezTo>
                    <a:pt x="57" y="47"/>
                    <a:pt x="51" y="40"/>
                    <a:pt x="54" y="31"/>
                  </a:cubicBezTo>
                  <a:cubicBezTo>
                    <a:pt x="55" y="26"/>
                    <a:pt x="56" y="23"/>
                    <a:pt x="57" y="17"/>
                  </a:cubicBezTo>
                  <a:cubicBezTo>
                    <a:pt x="57" y="17"/>
                    <a:pt x="56" y="5"/>
                    <a:pt x="58" y="7"/>
                  </a:cubicBezTo>
                  <a:cubicBezTo>
                    <a:pt x="58" y="6"/>
                    <a:pt x="58" y="6"/>
                    <a:pt x="59" y="6"/>
                  </a:cubicBezTo>
                  <a:cubicBezTo>
                    <a:pt x="69" y="5"/>
                    <a:pt x="83" y="21"/>
                    <a:pt x="92" y="27"/>
                  </a:cubicBezTo>
                  <a:cubicBezTo>
                    <a:pt x="92" y="35"/>
                    <a:pt x="89" y="43"/>
                    <a:pt x="90" y="51"/>
                  </a:cubicBezTo>
                  <a:cubicBezTo>
                    <a:pt x="100" y="55"/>
                    <a:pt x="115" y="50"/>
                    <a:pt x="126" y="48"/>
                  </a:cubicBezTo>
                  <a:cubicBezTo>
                    <a:pt x="130" y="48"/>
                    <a:pt x="134" y="48"/>
                    <a:pt x="138" y="49"/>
                  </a:cubicBezTo>
                  <a:cubicBezTo>
                    <a:pt x="140" y="50"/>
                    <a:pt x="142" y="53"/>
                    <a:pt x="144" y="53"/>
                  </a:cubicBezTo>
                  <a:cubicBezTo>
                    <a:pt x="144" y="53"/>
                    <a:pt x="144" y="55"/>
                    <a:pt x="144" y="55"/>
                  </a:cubicBezTo>
                  <a:cubicBezTo>
                    <a:pt x="140" y="59"/>
                    <a:pt x="136" y="64"/>
                    <a:pt x="133" y="68"/>
                  </a:cubicBezTo>
                  <a:cubicBezTo>
                    <a:pt x="130" y="71"/>
                    <a:pt x="120" y="76"/>
                    <a:pt x="114" y="79"/>
                  </a:cubicBezTo>
                  <a:cubicBezTo>
                    <a:pt x="110" y="82"/>
                    <a:pt x="104" y="83"/>
                    <a:pt x="104" y="90"/>
                  </a:cubicBezTo>
                  <a:cubicBezTo>
                    <a:pt x="105" y="91"/>
                    <a:pt x="106" y="91"/>
                    <a:pt x="106" y="92"/>
                  </a:cubicBezTo>
                  <a:cubicBezTo>
                    <a:pt x="114" y="95"/>
                    <a:pt x="125" y="91"/>
                    <a:pt x="128" y="99"/>
                  </a:cubicBezTo>
                  <a:cubicBezTo>
                    <a:pt x="129" y="101"/>
                    <a:pt x="130" y="103"/>
                    <a:pt x="129" y="105"/>
                  </a:cubicBezTo>
                  <a:cubicBezTo>
                    <a:pt x="124" y="112"/>
                    <a:pt x="112" y="106"/>
                    <a:pt x="105" y="111"/>
                  </a:cubicBezTo>
                  <a:cubicBezTo>
                    <a:pt x="99" y="115"/>
                    <a:pt x="94" y="120"/>
                    <a:pt x="89" y="124"/>
                  </a:cubicBezTo>
                  <a:cubicBezTo>
                    <a:pt x="84" y="127"/>
                    <a:pt x="79" y="125"/>
                    <a:pt x="76" y="130"/>
                  </a:cubicBezTo>
                  <a:cubicBezTo>
                    <a:pt x="72" y="136"/>
                    <a:pt x="76" y="147"/>
                    <a:pt x="74" y="153"/>
                  </a:cubicBezTo>
                  <a:cubicBezTo>
                    <a:pt x="74" y="155"/>
                    <a:pt x="73" y="156"/>
                    <a:pt x="73" y="157"/>
                  </a:cubicBezTo>
                  <a:cubicBezTo>
                    <a:pt x="64" y="159"/>
                    <a:pt x="66" y="177"/>
                    <a:pt x="59" y="183"/>
                  </a:cubicBezTo>
                  <a:cubicBezTo>
                    <a:pt x="57" y="172"/>
                    <a:pt x="50" y="162"/>
                    <a:pt x="48" y="152"/>
                  </a:cubicBezTo>
                  <a:cubicBezTo>
                    <a:pt x="48" y="147"/>
                    <a:pt x="50" y="142"/>
                    <a:pt x="46" y="139"/>
                  </a:cubicBezTo>
                  <a:cubicBezTo>
                    <a:pt x="44" y="138"/>
                    <a:pt x="40" y="139"/>
                    <a:pt x="38" y="138"/>
                  </a:cubicBezTo>
                  <a:cubicBezTo>
                    <a:pt x="36" y="132"/>
                    <a:pt x="34" y="123"/>
                    <a:pt x="26" y="121"/>
                  </a:cubicBezTo>
                  <a:cubicBezTo>
                    <a:pt x="23" y="120"/>
                    <a:pt x="22" y="122"/>
                    <a:pt x="17" y="122"/>
                  </a:cubicBezTo>
                  <a:cubicBezTo>
                    <a:pt x="16" y="120"/>
                    <a:pt x="15" y="116"/>
                    <a:pt x="14" y="114"/>
                  </a:cubicBezTo>
                  <a:cubicBezTo>
                    <a:pt x="12" y="111"/>
                    <a:pt x="7" y="110"/>
                    <a:pt x="5" y="107"/>
                  </a:cubicBezTo>
                  <a:cubicBezTo>
                    <a:pt x="5" y="107"/>
                    <a:pt x="5" y="107"/>
                    <a:pt x="5" y="107"/>
                  </a:cubicBezTo>
                  <a:cubicBezTo>
                    <a:pt x="3" y="102"/>
                    <a:pt x="5" y="99"/>
                    <a:pt x="4" y="96"/>
                  </a:cubicBezTo>
                  <a:cubicBezTo>
                    <a:pt x="4" y="94"/>
                    <a:pt x="1" y="93"/>
                    <a:pt x="0" y="90"/>
                  </a:cubicBezTo>
                  <a:cubicBezTo>
                    <a:pt x="4" y="85"/>
                    <a:pt x="3" y="76"/>
                    <a:pt x="3" y="6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 name="Freeform 37"/>
            <p:cNvSpPr>
              <a:spLocks noEditPoints="1"/>
            </p:cNvSpPr>
            <p:nvPr/>
          </p:nvSpPr>
          <p:spPr bwMode="auto">
            <a:xfrm>
              <a:off x="8797988" y="4643741"/>
              <a:ext cx="334963" cy="325438"/>
            </a:xfrm>
            <a:custGeom>
              <a:avLst/>
              <a:gdLst>
                <a:gd name="T0" fmla="*/ 218 w 225"/>
                <a:gd name="T1" fmla="*/ 76 h 216"/>
                <a:gd name="T2" fmla="*/ 170 w 225"/>
                <a:gd name="T3" fmla="*/ 32 h 216"/>
                <a:gd name="T4" fmla="*/ 113 w 225"/>
                <a:gd name="T5" fmla="*/ 0 h 216"/>
                <a:gd name="T6" fmla="*/ 56 w 225"/>
                <a:gd name="T7" fmla="*/ 32 h 216"/>
                <a:gd name="T8" fmla="*/ 8 w 225"/>
                <a:gd name="T9" fmla="*/ 76 h 216"/>
                <a:gd name="T10" fmla="*/ 21 w 225"/>
                <a:gd name="T11" fmla="*/ 140 h 216"/>
                <a:gd name="T12" fmla="*/ 48 w 225"/>
                <a:gd name="T13" fmla="*/ 200 h 216"/>
                <a:gd name="T14" fmla="*/ 112 w 225"/>
                <a:gd name="T15" fmla="*/ 207 h 216"/>
                <a:gd name="T16" fmla="*/ 177 w 225"/>
                <a:gd name="T17" fmla="*/ 200 h 216"/>
                <a:gd name="T18" fmla="*/ 204 w 225"/>
                <a:gd name="T19" fmla="*/ 140 h 216"/>
                <a:gd name="T20" fmla="*/ 218 w 225"/>
                <a:gd name="T21" fmla="*/ 76 h 216"/>
                <a:gd name="T22" fmla="*/ 113 w 225"/>
                <a:gd name="T23" fmla="*/ 201 h 216"/>
                <a:gd name="T24" fmla="*/ 22 w 225"/>
                <a:gd name="T25" fmla="*/ 110 h 216"/>
                <a:gd name="T26" fmla="*/ 113 w 225"/>
                <a:gd name="T27" fmla="*/ 20 h 216"/>
                <a:gd name="T28" fmla="*/ 204 w 225"/>
                <a:gd name="T29" fmla="*/ 111 h 216"/>
                <a:gd name="T30" fmla="*/ 113 w 225"/>
                <a:gd name="T31" fmla="*/ 201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5" h="216">
                  <a:moveTo>
                    <a:pt x="218" y="76"/>
                  </a:moveTo>
                  <a:cubicBezTo>
                    <a:pt x="210" y="53"/>
                    <a:pt x="191" y="37"/>
                    <a:pt x="170" y="32"/>
                  </a:cubicBezTo>
                  <a:cubicBezTo>
                    <a:pt x="158" y="13"/>
                    <a:pt x="137" y="0"/>
                    <a:pt x="113" y="0"/>
                  </a:cubicBezTo>
                  <a:cubicBezTo>
                    <a:pt x="89" y="0"/>
                    <a:pt x="68" y="13"/>
                    <a:pt x="56" y="32"/>
                  </a:cubicBezTo>
                  <a:cubicBezTo>
                    <a:pt x="34" y="37"/>
                    <a:pt x="15" y="53"/>
                    <a:pt x="8" y="76"/>
                  </a:cubicBezTo>
                  <a:cubicBezTo>
                    <a:pt x="0" y="99"/>
                    <a:pt x="6" y="123"/>
                    <a:pt x="21" y="140"/>
                  </a:cubicBezTo>
                  <a:cubicBezTo>
                    <a:pt x="18" y="163"/>
                    <a:pt x="28" y="185"/>
                    <a:pt x="48" y="200"/>
                  </a:cubicBezTo>
                  <a:cubicBezTo>
                    <a:pt x="67" y="214"/>
                    <a:pt x="92" y="216"/>
                    <a:pt x="112" y="207"/>
                  </a:cubicBezTo>
                  <a:cubicBezTo>
                    <a:pt x="133" y="216"/>
                    <a:pt x="158" y="214"/>
                    <a:pt x="177" y="200"/>
                  </a:cubicBezTo>
                  <a:cubicBezTo>
                    <a:pt x="197" y="186"/>
                    <a:pt x="206" y="163"/>
                    <a:pt x="204" y="140"/>
                  </a:cubicBezTo>
                  <a:cubicBezTo>
                    <a:pt x="220" y="123"/>
                    <a:pt x="225" y="99"/>
                    <a:pt x="218" y="76"/>
                  </a:cubicBezTo>
                  <a:close/>
                  <a:moveTo>
                    <a:pt x="113" y="201"/>
                  </a:moveTo>
                  <a:cubicBezTo>
                    <a:pt x="63" y="201"/>
                    <a:pt x="22" y="160"/>
                    <a:pt x="22" y="110"/>
                  </a:cubicBezTo>
                  <a:cubicBezTo>
                    <a:pt x="22" y="60"/>
                    <a:pt x="62" y="20"/>
                    <a:pt x="113" y="20"/>
                  </a:cubicBezTo>
                  <a:cubicBezTo>
                    <a:pt x="163" y="20"/>
                    <a:pt x="204" y="61"/>
                    <a:pt x="204" y="111"/>
                  </a:cubicBezTo>
                  <a:cubicBezTo>
                    <a:pt x="204" y="161"/>
                    <a:pt x="163" y="201"/>
                    <a:pt x="113" y="20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1" name="Freeform 38"/>
            <p:cNvSpPr>
              <a:spLocks noEditPoints="1"/>
            </p:cNvSpPr>
            <p:nvPr/>
          </p:nvSpPr>
          <p:spPr bwMode="auto">
            <a:xfrm>
              <a:off x="8872600" y="4775504"/>
              <a:ext cx="84138" cy="26988"/>
            </a:xfrm>
            <a:custGeom>
              <a:avLst/>
              <a:gdLst>
                <a:gd name="T0" fmla="*/ 4 w 56"/>
                <a:gd name="T1" fmla="*/ 17 h 18"/>
                <a:gd name="T2" fmla="*/ 0 w 56"/>
                <a:gd name="T3" fmla="*/ 7 h 18"/>
                <a:gd name="T4" fmla="*/ 3 w 56"/>
                <a:gd name="T5" fmla="*/ 2 h 18"/>
                <a:gd name="T6" fmla="*/ 8 w 56"/>
                <a:gd name="T7" fmla="*/ 0 h 18"/>
                <a:gd name="T8" fmla="*/ 15 w 56"/>
                <a:gd name="T9" fmla="*/ 13 h 18"/>
                <a:gd name="T10" fmla="*/ 19 w 56"/>
                <a:gd name="T11" fmla="*/ 14 h 18"/>
                <a:gd name="T12" fmla="*/ 22 w 56"/>
                <a:gd name="T13" fmla="*/ 14 h 18"/>
                <a:gd name="T14" fmla="*/ 20 w 56"/>
                <a:gd name="T15" fmla="*/ 12 h 18"/>
                <a:gd name="T16" fmla="*/ 14 w 56"/>
                <a:gd name="T17" fmla="*/ 6 h 18"/>
                <a:gd name="T18" fmla="*/ 20 w 56"/>
                <a:gd name="T19" fmla="*/ 0 h 18"/>
                <a:gd name="T20" fmla="*/ 26 w 56"/>
                <a:gd name="T21" fmla="*/ 8 h 18"/>
                <a:gd name="T22" fmla="*/ 19 w 56"/>
                <a:gd name="T23" fmla="*/ 18 h 18"/>
                <a:gd name="T24" fmla="*/ 15 w 56"/>
                <a:gd name="T25" fmla="*/ 13 h 18"/>
                <a:gd name="T26" fmla="*/ 22 w 56"/>
                <a:gd name="T27" fmla="*/ 3 h 18"/>
                <a:gd name="T28" fmla="*/ 18 w 56"/>
                <a:gd name="T29" fmla="*/ 3 h 18"/>
                <a:gd name="T30" fmla="*/ 18 w 56"/>
                <a:gd name="T31" fmla="*/ 8 h 18"/>
                <a:gd name="T32" fmla="*/ 22 w 56"/>
                <a:gd name="T33" fmla="*/ 8 h 18"/>
                <a:gd name="T34" fmla="*/ 30 w 56"/>
                <a:gd name="T35" fmla="*/ 13 h 18"/>
                <a:gd name="T36" fmla="*/ 34 w 56"/>
                <a:gd name="T37" fmla="*/ 14 h 18"/>
                <a:gd name="T38" fmla="*/ 38 w 56"/>
                <a:gd name="T39" fmla="*/ 14 h 18"/>
                <a:gd name="T40" fmla="*/ 38 w 56"/>
                <a:gd name="T41" fmla="*/ 9 h 18"/>
                <a:gd name="T42" fmla="*/ 33 w 56"/>
                <a:gd name="T43" fmla="*/ 10 h 18"/>
                <a:gd name="T44" fmla="*/ 32 w 56"/>
                <a:gd name="T45" fmla="*/ 0 h 18"/>
                <a:gd name="T46" fmla="*/ 41 w 56"/>
                <a:gd name="T47" fmla="*/ 3 h 18"/>
                <a:gd name="T48" fmla="*/ 34 w 56"/>
                <a:gd name="T49" fmla="*/ 6 h 18"/>
                <a:gd name="T50" fmla="*/ 41 w 56"/>
                <a:gd name="T51" fmla="*/ 8 h 18"/>
                <a:gd name="T52" fmla="*/ 41 w 56"/>
                <a:gd name="T53" fmla="*/ 16 h 18"/>
                <a:gd name="T54" fmla="*/ 32 w 56"/>
                <a:gd name="T55" fmla="*/ 17 h 18"/>
                <a:gd name="T56" fmla="*/ 48 w 56"/>
                <a:gd name="T57" fmla="*/ 8 h 18"/>
                <a:gd name="T58" fmla="*/ 45 w 56"/>
                <a:gd name="T59" fmla="*/ 4 h 18"/>
                <a:gd name="T60" fmla="*/ 50 w 56"/>
                <a:gd name="T61" fmla="*/ 0 h 18"/>
                <a:gd name="T62" fmla="*/ 56 w 56"/>
                <a:gd name="T63" fmla="*/ 4 h 18"/>
                <a:gd name="T64" fmla="*/ 53 w 56"/>
                <a:gd name="T65" fmla="*/ 8 h 18"/>
                <a:gd name="T66" fmla="*/ 56 w 56"/>
                <a:gd name="T67" fmla="*/ 12 h 18"/>
                <a:gd name="T68" fmla="*/ 50 w 56"/>
                <a:gd name="T69" fmla="*/ 18 h 18"/>
                <a:gd name="T70" fmla="*/ 44 w 56"/>
                <a:gd name="T71" fmla="*/ 13 h 18"/>
                <a:gd name="T72" fmla="*/ 48 w 56"/>
                <a:gd name="T73" fmla="*/ 8 h 18"/>
                <a:gd name="T74" fmla="*/ 49 w 56"/>
                <a:gd name="T75" fmla="*/ 6 h 18"/>
                <a:gd name="T76" fmla="*/ 52 w 56"/>
                <a:gd name="T77" fmla="*/ 6 h 18"/>
                <a:gd name="T78" fmla="*/ 52 w 56"/>
                <a:gd name="T79" fmla="*/ 3 h 18"/>
                <a:gd name="T80" fmla="*/ 49 w 56"/>
                <a:gd name="T81" fmla="*/ 3 h 18"/>
                <a:gd name="T82" fmla="*/ 48 w 56"/>
                <a:gd name="T83" fmla="*/ 12 h 18"/>
                <a:gd name="T84" fmla="*/ 51 w 56"/>
                <a:gd name="T85" fmla="*/ 15 h 18"/>
                <a:gd name="T86" fmla="*/ 54 w 56"/>
                <a:gd name="T87" fmla="*/ 12 h 18"/>
                <a:gd name="T88" fmla="*/ 51 w 56"/>
                <a:gd name="T89" fmla="*/ 9 h 18"/>
                <a:gd name="T90" fmla="*/ 48 w 56"/>
                <a:gd name="T91" fmla="*/ 12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6" h="18">
                  <a:moveTo>
                    <a:pt x="8" y="17"/>
                  </a:moveTo>
                  <a:cubicBezTo>
                    <a:pt x="4" y="17"/>
                    <a:pt x="4" y="17"/>
                    <a:pt x="4" y="17"/>
                  </a:cubicBezTo>
                  <a:cubicBezTo>
                    <a:pt x="4" y="4"/>
                    <a:pt x="4" y="4"/>
                    <a:pt x="4" y="4"/>
                  </a:cubicBezTo>
                  <a:cubicBezTo>
                    <a:pt x="3" y="6"/>
                    <a:pt x="2" y="6"/>
                    <a:pt x="0" y="7"/>
                  </a:cubicBezTo>
                  <a:cubicBezTo>
                    <a:pt x="0" y="4"/>
                    <a:pt x="0" y="4"/>
                    <a:pt x="0" y="4"/>
                  </a:cubicBezTo>
                  <a:cubicBezTo>
                    <a:pt x="1" y="4"/>
                    <a:pt x="2" y="3"/>
                    <a:pt x="3" y="2"/>
                  </a:cubicBezTo>
                  <a:cubicBezTo>
                    <a:pt x="4" y="2"/>
                    <a:pt x="4" y="1"/>
                    <a:pt x="5" y="0"/>
                  </a:cubicBezTo>
                  <a:cubicBezTo>
                    <a:pt x="8" y="0"/>
                    <a:pt x="8" y="0"/>
                    <a:pt x="8" y="0"/>
                  </a:cubicBezTo>
                  <a:cubicBezTo>
                    <a:pt x="8" y="17"/>
                    <a:pt x="8" y="17"/>
                    <a:pt x="8" y="17"/>
                  </a:cubicBezTo>
                  <a:close/>
                  <a:moveTo>
                    <a:pt x="15" y="13"/>
                  </a:moveTo>
                  <a:cubicBezTo>
                    <a:pt x="18" y="13"/>
                    <a:pt x="18" y="13"/>
                    <a:pt x="18" y="13"/>
                  </a:cubicBezTo>
                  <a:cubicBezTo>
                    <a:pt x="18" y="14"/>
                    <a:pt x="18" y="14"/>
                    <a:pt x="19" y="14"/>
                  </a:cubicBezTo>
                  <a:cubicBezTo>
                    <a:pt x="19" y="15"/>
                    <a:pt x="20" y="15"/>
                    <a:pt x="20" y="15"/>
                  </a:cubicBezTo>
                  <a:cubicBezTo>
                    <a:pt x="21" y="15"/>
                    <a:pt x="21" y="14"/>
                    <a:pt x="22" y="14"/>
                  </a:cubicBezTo>
                  <a:cubicBezTo>
                    <a:pt x="22" y="13"/>
                    <a:pt x="23" y="12"/>
                    <a:pt x="23" y="10"/>
                  </a:cubicBezTo>
                  <a:cubicBezTo>
                    <a:pt x="22" y="11"/>
                    <a:pt x="21" y="12"/>
                    <a:pt x="20" y="12"/>
                  </a:cubicBezTo>
                  <a:cubicBezTo>
                    <a:pt x="18" y="12"/>
                    <a:pt x="17" y="11"/>
                    <a:pt x="16" y="10"/>
                  </a:cubicBezTo>
                  <a:cubicBezTo>
                    <a:pt x="15" y="9"/>
                    <a:pt x="14" y="8"/>
                    <a:pt x="14" y="6"/>
                  </a:cubicBezTo>
                  <a:cubicBezTo>
                    <a:pt x="14" y="4"/>
                    <a:pt x="15" y="2"/>
                    <a:pt x="16" y="1"/>
                  </a:cubicBezTo>
                  <a:cubicBezTo>
                    <a:pt x="17" y="0"/>
                    <a:pt x="18" y="0"/>
                    <a:pt x="20" y="0"/>
                  </a:cubicBezTo>
                  <a:cubicBezTo>
                    <a:pt x="22" y="0"/>
                    <a:pt x="23" y="0"/>
                    <a:pt x="24" y="2"/>
                  </a:cubicBezTo>
                  <a:cubicBezTo>
                    <a:pt x="26" y="3"/>
                    <a:pt x="26" y="5"/>
                    <a:pt x="26" y="8"/>
                  </a:cubicBezTo>
                  <a:cubicBezTo>
                    <a:pt x="26" y="12"/>
                    <a:pt x="25" y="14"/>
                    <a:pt x="24" y="16"/>
                  </a:cubicBezTo>
                  <a:cubicBezTo>
                    <a:pt x="23" y="17"/>
                    <a:pt x="21" y="18"/>
                    <a:pt x="19" y="18"/>
                  </a:cubicBezTo>
                  <a:cubicBezTo>
                    <a:pt x="18" y="18"/>
                    <a:pt x="17" y="17"/>
                    <a:pt x="16" y="16"/>
                  </a:cubicBezTo>
                  <a:cubicBezTo>
                    <a:pt x="16" y="16"/>
                    <a:pt x="15" y="15"/>
                    <a:pt x="15" y="13"/>
                  </a:cubicBezTo>
                  <a:close/>
                  <a:moveTo>
                    <a:pt x="22" y="6"/>
                  </a:moveTo>
                  <a:cubicBezTo>
                    <a:pt x="22" y="4"/>
                    <a:pt x="22" y="4"/>
                    <a:pt x="22" y="3"/>
                  </a:cubicBezTo>
                  <a:cubicBezTo>
                    <a:pt x="21" y="2"/>
                    <a:pt x="21" y="2"/>
                    <a:pt x="20" y="2"/>
                  </a:cubicBezTo>
                  <a:cubicBezTo>
                    <a:pt x="19" y="2"/>
                    <a:pt x="19" y="3"/>
                    <a:pt x="18" y="3"/>
                  </a:cubicBezTo>
                  <a:cubicBezTo>
                    <a:pt x="18" y="4"/>
                    <a:pt x="18" y="4"/>
                    <a:pt x="18" y="6"/>
                  </a:cubicBezTo>
                  <a:cubicBezTo>
                    <a:pt x="18" y="7"/>
                    <a:pt x="18" y="8"/>
                    <a:pt x="18" y="8"/>
                  </a:cubicBezTo>
                  <a:cubicBezTo>
                    <a:pt x="19" y="8"/>
                    <a:pt x="20" y="9"/>
                    <a:pt x="20" y="9"/>
                  </a:cubicBezTo>
                  <a:cubicBezTo>
                    <a:pt x="21" y="9"/>
                    <a:pt x="21" y="8"/>
                    <a:pt x="22" y="8"/>
                  </a:cubicBezTo>
                  <a:cubicBezTo>
                    <a:pt x="22" y="8"/>
                    <a:pt x="22" y="7"/>
                    <a:pt x="22" y="6"/>
                  </a:cubicBezTo>
                  <a:close/>
                  <a:moveTo>
                    <a:pt x="30" y="13"/>
                  </a:moveTo>
                  <a:cubicBezTo>
                    <a:pt x="34" y="12"/>
                    <a:pt x="34" y="12"/>
                    <a:pt x="34" y="12"/>
                  </a:cubicBezTo>
                  <a:cubicBezTo>
                    <a:pt x="34" y="13"/>
                    <a:pt x="34" y="14"/>
                    <a:pt x="34" y="14"/>
                  </a:cubicBezTo>
                  <a:cubicBezTo>
                    <a:pt x="35" y="15"/>
                    <a:pt x="36" y="15"/>
                    <a:pt x="36" y="15"/>
                  </a:cubicBezTo>
                  <a:cubicBezTo>
                    <a:pt x="37" y="15"/>
                    <a:pt x="37" y="15"/>
                    <a:pt x="38" y="14"/>
                  </a:cubicBezTo>
                  <a:cubicBezTo>
                    <a:pt x="38" y="14"/>
                    <a:pt x="39" y="13"/>
                    <a:pt x="39" y="12"/>
                  </a:cubicBezTo>
                  <a:cubicBezTo>
                    <a:pt x="39" y="10"/>
                    <a:pt x="38" y="10"/>
                    <a:pt x="38" y="9"/>
                  </a:cubicBezTo>
                  <a:cubicBezTo>
                    <a:pt x="38" y="9"/>
                    <a:pt x="37" y="8"/>
                    <a:pt x="36" y="8"/>
                  </a:cubicBezTo>
                  <a:cubicBezTo>
                    <a:pt x="35" y="8"/>
                    <a:pt x="34" y="9"/>
                    <a:pt x="33" y="10"/>
                  </a:cubicBezTo>
                  <a:cubicBezTo>
                    <a:pt x="30" y="9"/>
                    <a:pt x="30" y="9"/>
                    <a:pt x="30" y="9"/>
                  </a:cubicBezTo>
                  <a:cubicBezTo>
                    <a:pt x="32" y="0"/>
                    <a:pt x="32" y="0"/>
                    <a:pt x="32" y="0"/>
                  </a:cubicBezTo>
                  <a:cubicBezTo>
                    <a:pt x="41" y="0"/>
                    <a:pt x="41" y="0"/>
                    <a:pt x="41" y="0"/>
                  </a:cubicBezTo>
                  <a:cubicBezTo>
                    <a:pt x="41" y="3"/>
                    <a:pt x="41" y="3"/>
                    <a:pt x="41" y="3"/>
                  </a:cubicBezTo>
                  <a:cubicBezTo>
                    <a:pt x="35" y="3"/>
                    <a:pt x="35" y="3"/>
                    <a:pt x="35" y="3"/>
                  </a:cubicBezTo>
                  <a:cubicBezTo>
                    <a:pt x="34" y="6"/>
                    <a:pt x="34" y="6"/>
                    <a:pt x="34" y="6"/>
                  </a:cubicBezTo>
                  <a:cubicBezTo>
                    <a:pt x="35" y="6"/>
                    <a:pt x="36" y="6"/>
                    <a:pt x="37" y="6"/>
                  </a:cubicBezTo>
                  <a:cubicBezTo>
                    <a:pt x="38" y="6"/>
                    <a:pt x="40" y="6"/>
                    <a:pt x="41" y="8"/>
                  </a:cubicBezTo>
                  <a:cubicBezTo>
                    <a:pt x="42" y="9"/>
                    <a:pt x="42" y="10"/>
                    <a:pt x="42" y="12"/>
                  </a:cubicBezTo>
                  <a:cubicBezTo>
                    <a:pt x="42" y="14"/>
                    <a:pt x="42" y="15"/>
                    <a:pt x="41" y="16"/>
                  </a:cubicBezTo>
                  <a:cubicBezTo>
                    <a:pt x="40" y="18"/>
                    <a:pt x="38" y="18"/>
                    <a:pt x="36" y="18"/>
                  </a:cubicBezTo>
                  <a:cubicBezTo>
                    <a:pt x="35" y="18"/>
                    <a:pt x="33" y="18"/>
                    <a:pt x="32" y="17"/>
                  </a:cubicBezTo>
                  <a:cubicBezTo>
                    <a:pt x="31" y="16"/>
                    <a:pt x="30" y="14"/>
                    <a:pt x="30" y="13"/>
                  </a:cubicBezTo>
                  <a:close/>
                  <a:moveTo>
                    <a:pt x="48" y="8"/>
                  </a:moveTo>
                  <a:cubicBezTo>
                    <a:pt x="47" y="7"/>
                    <a:pt x="46" y="7"/>
                    <a:pt x="46" y="6"/>
                  </a:cubicBezTo>
                  <a:cubicBezTo>
                    <a:pt x="46" y="5"/>
                    <a:pt x="45" y="5"/>
                    <a:pt x="45" y="4"/>
                  </a:cubicBezTo>
                  <a:cubicBezTo>
                    <a:pt x="45" y="3"/>
                    <a:pt x="46" y="2"/>
                    <a:pt x="46" y="1"/>
                  </a:cubicBezTo>
                  <a:cubicBezTo>
                    <a:pt x="47" y="0"/>
                    <a:pt x="49" y="0"/>
                    <a:pt x="50" y="0"/>
                  </a:cubicBezTo>
                  <a:cubicBezTo>
                    <a:pt x="52" y="0"/>
                    <a:pt x="54" y="0"/>
                    <a:pt x="54" y="1"/>
                  </a:cubicBezTo>
                  <a:cubicBezTo>
                    <a:pt x="55" y="2"/>
                    <a:pt x="56" y="3"/>
                    <a:pt x="56" y="4"/>
                  </a:cubicBezTo>
                  <a:cubicBezTo>
                    <a:pt x="56" y="5"/>
                    <a:pt x="56" y="6"/>
                    <a:pt x="55" y="6"/>
                  </a:cubicBezTo>
                  <a:cubicBezTo>
                    <a:pt x="55" y="7"/>
                    <a:pt x="54" y="8"/>
                    <a:pt x="53" y="8"/>
                  </a:cubicBezTo>
                  <a:cubicBezTo>
                    <a:pt x="54" y="8"/>
                    <a:pt x="55" y="9"/>
                    <a:pt x="56" y="10"/>
                  </a:cubicBezTo>
                  <a:cubicBezTo>
                    <a:pt x="56" y="10"/>
                    <a:pt x="56" y="11"/>
                    <a:pt x="56" y="12"/>
                  </a:cubicBezTo>
                  <a:cubicBezTo>
                    <a:pt x="56" y="14"/>
                    <a:pt x="56" y="15"/>
                    <a:pt x="55" y="16"/>
                  </a:cubicBezTo>
                  <a:cubicBezTo>
                    <a:pt x="54" y="18"/>
                    <a:pt x="52" y="18"/>
                    <a:pt x="50" y="18"/>
                  </a:cubicBezTo>
                  <a:cubicBezTo>
                    <a:pt x="49" y="18"/>
                    <a:pt x="48" y="18"/>
                    <a:pt x="46" y="17"/>
                  </a:cubicBezTo>
                  <a:cubicBezTo>
                    <a:pt x="45" y="16"/>
                    <a:pt x="44" y="14"/>
                    <a:pt x="44" y="13"/>
                  </a:cubicBezTo>
                  <a:cubicBezTo>
                    <a:pt x="44" y="12"/>
                    <a:pt x="45" y="11"/>
                    <a:pt x="45" y="10"/>
                  </a:cubicBezTo>
                  <a:cubicBezTo>
                    <a:pt x="46" y="9"/>
                    <a:pt x="47" y="8"/>
                    <a:pt x="48" y="8"/>
                  </a:cubicBezTo>
                  <a:close/>
                  <a:moveTo>
                    <a:pt x="49" y="4"/>
                  </a:moveTo>
                  <a:cubicBezTo>
                    <a:pt x="49" y="5"/>
                    <a:pt x="49" y="6"/>
                    <a:pt x="49" y="6"/>
                  </a:cubicBezTo>
                  <a:cubicBezTo>
                    <a:pt x="50" y="6"/>
                    <a:pt x="50" y="6"/>
                    <a:pt x="51" y="6"/>
                  </a:cubicBezTo>
                  <a:cubicBezTo>
                    <a:pt x="52" y="6"/>
                    <a:pt x="52" y="6"/>
                    <a:pt x="52" y="6"/>
                  </a:cubicBezTo>
                  <a:cubicBezTo>
                    <a:pt x="53" y="6"/>
                    <a:pt x="53" y="5"/>
                    <a:pt x="53" y="4"/>
                  </a:cubicBezTo>
                  <a:cubicBezTo>
                    <a:pt x="53" y="4"/>
                    <a:pt x="53" y="3"/>
                    <a:pt x="52" y="3"/>
                  </a:cubicBezTo>
                  <a:cubicBezTo>
                    <a:pt x="52" y="2"/>
                    <a:pt x="52" y="2"/>
                    <a:pt x="51" y="2"/>
                  </a:cubicBezTo>
                  <a:cubicBezTo>
                    <a:pt x="50" y="2"/>
                    <a:pt x="50" y="2"/>
                    <a:pt x="49" y="3"/>
                  </a:cubicBezTo>
                  <a:cubicBezTo>
                    <a:pt x="49" y="3"/>
                    <a:pt x="49" y="4"/>
                    <a:pt x="49" y="4"/>
                  </a:cubicBezTo>
                  <a:close/>
                  <a:moveTo>
                    <a:pt x="48" y="12"/>
                  </a:moveTo>
                  <a:cubicBezTo>
                    <a:pt x="48" y="13"/>
                    <a:pt x="49" y="14"/>
                    <a:pt x="49" y="14"/>
                  </a:cubicBezTo>
                  <a:cubicBezTo>
                    <a:pt x="50" y="15"/>
                    <a:pt x="50" y="15"/>
                    <a:pt x="51" y="15"/>
                  </a:cubicBezTo>
                  <a:cubicBezTo>
                    <a:pt x="52" y="15"/>
                    <a:pt x="52" y="15"/>
                    <a:pt x="53" y="14"/>
                  </a:cubicBezTo>
                  <a:cubicBezTo>
                    <a:pt x="53" y="14"/>
                    <a:pt x="54" y="13"/>
                    <a:pt x="54" y="12"/>
                  </a:cubicBezTo>
                  <a:cubicBezTo>
                    <a:pt x="54" y="11"/>
                    <a:pt x="53" y="10"/>
                    <a:pt x="53" y="10"/>
                  </a:cubicBezTo>
                  <a:cubicBezTo>
                    <a:pt x="52" y="10"/>
                    <a:pt x="52" y="9"/>
                    <a:pt x="51" y="9"/>
                  </a:cubicBezTo>
                  <a:cubicBezTo>
                    <a:pt x="50" y="9"/>
                    <a:pt x="50" y="10"/>
                    <a:pt x="49" y="10"/>
                  </a:cubicBezTo>
                  <a:cubicBezTo>
                    <a:pt x="49" y="11"/>
                    <a:pt x="48" y="11"/>
                    <a:pt x="48"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2" name="Freeform 39"/>
            <p:cNvSpPr>
              <a:spLocks noEditPoints="1"/>
            </p:cNvSpPr>
            <p:nvPr/>
          </p:nvSpPr>
          <p:spPr bwMode="auto">
            <a:xfrm>
              <a:off x="8729725" y="4570716"/>
              <a:ext cx="474663" cy="477838"/>
            </a:xfrm>
            <a:custGeom>
              <a:avLst/>
              <a:gdLst>
                <a:gd name="T0" fmla="*/ 159 w 318"/>
                <a:gd name="T1" fmla="*/ 0 h 318"/>
                <a:gd name="T2" fmla="*/ 0 w 318"/>
                <a:gd name="T3" fmla="*/ 159 h 318"/>
                <a:gd name="T4" fmla="*/ 159 w 318"/>
                <a:gd name="T5" fmla="*/ 318 h 318"/>
                <a:gd name="T6" fmla="*/ 318 w 318"/>
                <a:gd name="T7" fmla="*/ 159 h 318"/>
                <a:gd name="T8" fmla="*/ 159 w 318"/>
                <a:gd name="T9" fmla="*/ 0 h 318"/>
                <a:gd name="T10" fmla="*/ 159 w 318"/>
                <a:gd name="T11" fmla="*/ 312 h 318"/>
                <a:gd name="T12" fmla="*/ 6 w 318"/>
                <a:gd name="T13" fmla="*/ 159 h 318"/>
                <a:gd name="T14" fmla="*/ 159 w 318"/>
                <a:gd name="T15" fmla="*/ 6 h 318"/>
                <a:gd name="T16" fmla="*/ 312 w 318"/>
                <a:gd name="T17" fmla="*/ 160 h 318"/>
                <a:gd name="T18" fmla="*/ 159 w 318"/>
                <a:gd name="T19" fmla="*/ 31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18" h="318">
                  <a:moveTo>
                    <a:pt x="159" y="0"/>
                  </a:moveTo>
                  <a:cubicBezTo>
                    <a:pt x="71" y="0"/>
                    <a:pt x="0" y="72"/>
                    <a:pt x="0" y="159"/>
                  </a:cubicBezTo>
                  <a:cubicBezTo>
                    <a:pt x="0" y="247"/>
                    <a:pt x="71" y="318"/>
                    <a:pt x="159" y="318"/>
                  </a:cubicBezTo>
                  <a:cubicBezTo>
                    <a:pt x="246" y="318"/>
                    <a:pt x="318" y="247"/>
                    <a:pt x="318" y="159"/>
                  </a:cubicBezTo>
                  <a:cubicBezTo>
                    <a:pt x="317" y="72"/>
                    <a:pt x="246" y="0"/>
                    <a:pt x="159" y="0"/>
                  </a:cubicBezTo>
                  <a:close/>
                  <a:moveTo>
                    <a:pt x="159" y="312"/>
                  </a:moveTo>
                  <a:cubicBezTo>
                    <a:pt x="74" y="312"/>
                    <a:pt x="6" y="244"/>
                    <a:pt x="6" y="159"/>
                  </a:cubicBezTo>
                  <a:cubicBezTo>
                    <a:pt x="6" y="75"/>
                    <a:pt x="74" y="6"/>
                    <a:pt x="159" y="6"/>
                  </a:cubicBezTo>
                  <a:cubicBezTo>
                    <a:pt x="243" y="6"/>
                    <a:pt x="312" y="75"/>
                    <a:pt x="312" y="160"/>
                  </a:cubicBezTo>
                  <a:cubicBezTo>
                    <a:pt x="312" y="244"/>
                    <a:pt x="243" y="312"/>
                    <a:pt x="159" y="3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3" name="Freeform 40"/>
            <p:cNvSpPr>
              <a:spLocks noEditPoints="1"/>
            </p:cNvSpPr>
            <p:nvPr/>
          </p:nvSpPr>
          <p:spPr bwMode="auto">
            <a:xfrm>
              <a:off x="8763063" y="4810429"/>
              <a:ext cx="407988" cy="204788"/>
            </a:xfrm>
            <a:custGeom>
              <a:avLst/>
              <a:gdLst>
                <a:gd name="T0" fmla="*/ 258 w 274"/>
                <a:gd name="T1" fmla="*/ 63 h 137"/>
                <a:gd name="T2" fmla="*/ 1 w 274"/>
                <a:gd name="T3" fmla="*/ 12 h 137"/>
                <a:gd name="T4" fmla="*/ 14 w 274"/>
                <a:gd name="T5" fmla="*/ 9 h 137"/>
                <a:gd name="T6" fmla="*/ 1 w 274"/>
                <a:gd name="T7" fmla="*/ 17 h 137"/>
                <a:gd name="T8" fmla="*/ 16 w 274"/>
                <a:gd name="T9" fmla="*/ 29 h 137"/>
                <a:gd name="T10" fmla="*/ 11 w 274"/>
                <a:gd name="T11" fmla="*/ 27 h 137"/>
                <a:gd name="T12" fmla="*/ 14 w 274"/>
                <a:gd name="T13" fmla="*/ 36 h 137"/>
                <a:gd name="T14" fmla="*/ 18 w 274"/>
                <a:gd name="T15" fmla="*/ 47 h 137"/>
                <a:gd name="T16" fmla="*/ 21 w 274"/>
                <a:gd name="T17" fmla="*/ 57 h 137"/>
                <a:gd name="T18" fmla="*/ 21 w 274"/>
                <a:gd name="T19" fmla="*/ 55 h 137"/>
                <a:gd name="T20" fmla="*/ 19 w 274"/>
                <a:gd name="T21" fmla="*/ 66 h 137"/>
                <a:gd name="T22" fmla="*/ 22 w 274"/>
                <a:gd name="T23" fmla="*/ 62 h 137"/>
                <a:gd name="T24" fmla="*/ 22 w 274"/>
                <a:gd name="T25" fmla="*/ 71 h 137"/>
                <a:gd name="T26" fmla="*/ 30 w 274"/>
                <a:gd name="T27" fmla="*/ 71 h 137"/>
                <a:gd name="T28" fmla="*/ 30 w 274"/>
                <a:gd name="T29" fmla="*/ 86 h 137"/>
                <a:gd name="T30" fmla="*/ 36 w 274"/>
                <a:gd name="T31" fmla="*/ 79 h 137"/>
                <a:gd name="T32" fmla="*/ 47 w 274"/>
                <a:gd name="T33" fmla="*/ 90 h 137"/>
                <a:gd name="T34" fmla="*/ 58 w 274"/>
                <a:gd name="T35" fmla="*/ 96 h 137"/>
                <a:gd name="T36" fmla="*/ 51 w 274"/>
                <a:gd name="T37" fmla="*/ 95 h 137"/>
                <a:gd name="T38" fmla="*/ 58 w 274"/>
                <a:gd name="T39" fmla="*/ 105 h 137"/>
                <a:gd name="T40" fmla="*/ 67 w 274"/>
                <a:gd name="T41" fmla="*/ 106 h 137"/>
                <a:gd name="T42" fmla="*/ 76 w 274"/>
                <a:gd name="T43" fmla="*/ 112 h 137"/>
                <a:gd name="T44" fmla="*/ 82 w 274"/>
                <a:gd name="T45" fmla="*/ 111 h 137"/>
                <a:gd name="T46" fmla="*/ 78 w 274"/>
                <a:gd name="T47" fmla="*/ 113 h 137"/>
                <a:gd name="T48" fmla="*/ 83 w 274"/>
                <a:gd name="T49" fmla="*/ 123 h 137"/>
                <a:gd name="T50" fmla="*/ 97 w 274"/>
                <a:gd name="T51" fmla="*/ 121 h 137"/>
                <a:gd name="T52" fmla="*/ 100 w 274"/>
                <a:gd name="T53" fmla="*/ 125 h 137"/>
                <a:gd name="T54" fmla="*/ 108 w 274"/>
                <a:gd name="T55" fmla="*/ 126 h 137"/>
                <a:gd name="T56" fmla="*/ 113 w 274"/>
                <a:gd name="T57" fmla="*/ 126 h 137"/>
                <a:gd name="T58" fmla="*/ 132 w 274"/>
                <a:gd name="T59" fmla="*/ 136 h 137"/>
                <a:gd name="T60" fmla="*/ 126 w 274"/>
                <a:gd name="T61" fmla="*/ 130 h 137"/>
                <a:gd name="T62" fmla="*/ 128 w 274"/>
                <a:gd name="T63" fmla="*/ 135 h 137"/>
                <a:gd name="T64" fmla="*/ 135 w 274"/>
                <a:gd name="T65" fmla="*/ 135 h 137"/>
                <a:gd name="T66" fmla="*/ 149 w 274"/>
                <a:gd name="T67" fmla="*/ 136 h 137"/>
                <a:gd name="T68" fmla="*/ 152 w 274"/>
                <a:gd name="T69" fmla="*/ 133 h 137"/>
                <a:gd name="T70" fmla="*/ 167 w 274"/>
                <a:gd name="T71" fmla="*/ 131 h 137"/>
                <a:gd name="T72" fmla="*/ 180 w 274"/>
                <a:gd name="T73" fmla="*/ 128 h 137"/>
                <a:gd name="T74" fmla="*/ 175 w 274"/>
                <a:gd name="T75" fmla="*/ 122 h 137"/>
                <a:gd name="T76" fmla="*/ 187 w 274"/>
                <a:gd name="T77" fmla="*/ 119 h 137"/>
                <a:gd name="T78" fmla="*/ 192 w 274"/>
                <a:gd name="T79" fmla="*/ 117 h 137"/>
                <a:gd name="T80" fmla="*/ 199 w 274"/>
                <a:gd name="T81" fmla="*/ 119 h 137"/>
                <a:gd name="T82" fmla="*/ 203 w 274"/>
                <a:gd name="T83" fmla="*/ 119 h 137"/>
                <a:gd name="T84" fmla="*/ 217 w 274"/>
                <a:gd name="T85" fmla="*/ 111 h 137"/>
                <a:gd name="T86" fmla="*/ 217 w 274"/>
                <a:gd name="T87" fmla="*/ 106 h 137"/>
                <a:gd name="T88" fmla="*/ 232 w 274"/>
                <a:gd name="T89" fmla="*/ 96 h 137"/>
                <a:gd name="T90" fmla="*/ 231 w 274"/>
                <a:gd name="T91" fmla="*/ 97 h 137"/>
                <a:gd name="T92" fmla="*/ 238 w 274"/>
                <a:gd name="T93" fmla="*/ 95 h 137"/>
                <a:gd name="T94" fmla="*/ 234 w 274"/>
                <a:gd name="T95" fmla="*/ 85 h 137"/>
                <a:gd name="T96" fmla="*/ 242 w 274"/>
                <a:gd name="T97" fmla="*/ 73 h 137"/>
                <a:gd name="T98" fmla="*/ 238 w 274"/>
                <a:gd name="T99" fmla="*/ 77 h 137"/>
                <a:gd name="T100" fmla="*/ 252 w 274"/>
                <a:gd name="T101" fmla="*/ 71 h 137"/>
                <a:gd name="T102" fmla="*/ 266 w 274"/>
                <a:gd name="T103" fmla="*/ 40 h 137"/>
                <a:gd name="T104" fmla="*/ 258 w 274"/>
                <a:gd name="T105" fmla="*/ 48 h 137"/>
                <a:gd name="T106" fmla="*/ 268 w 274"/>
                <a:gd name="T107" fmla="*/ 35 h 137"/>
                <a:gd name="T108" fmla="*/ 259 w 274"/>
                <a:gd name="T109" fmla="*/ 22 h 137"/>
                <a:gd name="T110" fmla="*/ 262 w 274"/>
                <a:gd name="T111" fmla="*/ 27 h 137"/>
                <a:gd name="T112" fmla="*/ 273 w 274"/>
                <a:gd name="T113" fmla="*/ 17 h 137"/>
                <a:gd name="T114" fmla="*/ 273 w 274"/>
                <a:gd name="T115" fmla="*/ 12 h 137"/>
                <a:gd name="T116" fmla="*/ 266 w 274"/>
                <a:gd name="T117" fmla="*/ 7 h 137"/>
                <a:gd name="T118" fmla="*/ 269 w 274"/>
                <a:gd name="T119" fmla="*/ 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74" h="137">
                  <a:moveTo>
                    <a:pt x="250" y="51"/>
                  </a:moveTo>
                  <a:cubicBezTo>
                    <a:pt x="250" y="51"/>
                    <a:pt x="250" y="51"/>
                    <a:pt x="250" y="51"/>
                  </a:cubicBezTo>
                  <a:cubicBezTo>
                    <a:pt x="250" y="52"/>
                    <a:pt x="250" y="52"/>
                    <a:pt x="250" y="52"/>
                  </a:cubicBezTo>
                  <a:cubicBezTo>
                    <a:pt x="250" y="53"/>
                    <a:pt x="250" y="53"/>
                    <a:pt x="249" y="53"/>
                  </a:cubicBezTo>
                  <a:cubicBezTo>
                    <a:pt x="249" y="53"/>
                    <a:pt x="248" y="53"/>
                    <a:pt x="248" y="53"/>
                  </a:cubicBezTo>
                  <a:cubicBezTo>
                    <a:pt x="248" y="53"/>
                    <a:pt x="248" y="53"/>
                    <a:pt x="248" y="53"/>
                  </a:cubicBezTo>
                  <a:cubicBezTo>
                    <a:pt x="248" y="54"/>
                    <a:pt x="248" y="54"/>
                    <a:pt x="249" y="55"/>
                  </a:cubicBezTo>
                  <a:cubicBezTo>
                    <a:pt x="251" y="56"/>
                    <a:pt x="251" y="56"/>
                    <a:pt x="251" y="56"/>
                  </a:cubicBezTo>
                  <a:cubicBezTo>
                    <a:pt x="252" y="53"/>
                    <a:pt x="252" y="53"/>
                    <a:pt x="252" y="53"/>
                  </a:cubicBezTo>
                  <a:cubicBezTo>
                    <a:pt x="253" y="54"/>
                    <a:pt x="253" y="54"/>
                    <a:pt x="253" y="54"/>
                  </a:cubicBezTo>
                  <a:cubicBezTo>
                    <a:pt x="252" y="56"/>
                    <a:pt x="252" y="56"/>
                    <a:pt x="252" y="56"/>
                  </a:cubicBezTo>
                  <a:cubicBezTo>
                    <a:pt x="258" y="59"/>
                    <a:pt x="258" y="59"/>
                    <a:pt x="258" y="59"/>
                  </a:cubicBezTo>
                  <a:cubicBezTo>
                    <a:pt x="258" y="60"/>
                    <a:pt x="259" y="59"/>
                    <a:pt x="260" y="58"/>
                  </a:cubicBezTo>
                  <a:cubicBezTo>
                    <a:pt x="260" y="58"/>
                    <a:pt x="260" y="58"/>
                    <a:pt x="260" y="58"/>
                  </a:cubicBezTo>
                  <a:cubicBezTo>
                    <a:pt x="258" y="63"/>
                    <a:pt x="258" y="63"/>
                    <a:pt x="258" y="63"/>
                  </a:cubicBezTo>
                  <a:cubicBezTo>
                    <a:pt x="257" y="63"/>
                    <a:pt x="257" y="63"/>
                    <a:pt x="257" y="63"/>
                  </a:cubicBezTo>
                  <a:cubicBezTo>
                    <a:pt x="258" y="62"/>
                    <a:pt x="258" y="62"/>
                    <a:pt x="257" y="61"/>
                  </a:cubicBezTo>
                  <a:cubicBezTo>
                    <a:pt x="251" y="58"/>
                    <a:pt x="251" y="58"/>
                    <a:pt x="251" y="58"/>
                  </a:cubicBezTo>
                  <a:cubicBezTo>
                    <a:pt x="250" y="60"/>
                    <a:pt x="250" y="60"/>
                    <a:pt x="250" y="60"/>
                  </a:cubicBezTo>
                  <a:cubicBezTo>
                    <a:pt x="250" y="59"/>
                    <a:pt x="250" y="59"/>
                    <a:pt x="250" y="59"/>
                  </a:cubicBezTo>
                  <a:cubicBezTo>
                    <a:pt x="250" y="58"/>
                    <a:pt x="250" y="58"/>
                    <a:pt x="250" y="58"/>
                  </a:cubicBezTo>
                  <a:cubicBezTo>
                    <a:pt x="250" y="57"/>
                    <a:pt x="250" y="57"/>
                    <a:pt x="250" y="57"/>
                  </a:cubicBezTo>
                  <a:cubicBezTo>
                    <a:pt x="249" y="57"/>
                    <a:pt x="248" y="56"/>
                    <a:pt x="248" y="55"/>
                  </a:cubicBezTo>
                  <a:cubicBezTo>
                    <a:pt x="247" y="54"/>
                    <a:pt x="247" y="53"/>
                    <a:pt x="248" y="52"/>
                  </a:cubicBezTo>
                  <a:cubicBezTo>
                    <a:pt x="248" y="52"/>
                    <a:pt x="249" y="51"/>
                    <a:pt x="250" y="51"/>
                  </a:cubicBezTo>
                  <a:cubicBezTo>
                    <a:pt x="250" y="51"/>
                    <a:pt x="250" y="51"/>
                    <a:pt x="250" y="51"/>
                  </a:cubicBezTo>
                  <a:close/>
                  <a:moveTo>
                    <a:pt x="14" y="15"/>
                  </a:moveTo>
                  <a:cubicBezTo>
                    <a:pt x="14" y="14"/>
                    <a:pt x="14" y="13"/>
                    <a:pt x="12" y="13"/>
                  </a:cubicBezTo>
                  <a:cubicBezTo>
                    <a:pt x="5" y="13"/>
                    <a:pt x="5" y="13"/>
                    <a:pt x="5" y="13"/>
                  </a:cubicBezTo>
                  <a:cubicBezTo>
                    <a:pt x="4" y="13"/>
                    <a:pt x="2" y="13"/>
                    <a:pt x="1" y="12"/>
                  </a:cubicBezTo>
                  <a:cubicBezTo>
                    <a:pt x="0" y="11"/>
                    <a:pt x="0" y="10"/>
                    <a:pt x="0" y="8"/>
                  </a:cubicBezTo>
                  <a:cubicBezTo>
                    <a:pt x="0" y="7"/>
                    <a:pt x="0" y="5"/>
                    <a:pt x="1" y="5"/>
                  </a:cubicBezTo>
                  <a:cubicBezTo>
                    <a:pt x="2" y="3"/>
                    <a:pt x="3" y="3"/>
                    <a:pt x="5" y="3"/>
                  </a:cubicBezTo>
                  <a:cubicBezTo>
                    <a:pt x="12" y="2"/>
                    <a:pt x="12" y="2"/>
                    <a:pt x="12" y="2"/>
                  </a:cubicBezTo>
                  <a:cubicBezTo>
                    <a:pt x="13" y="2"/>
                    <a:pt x="13" y="1"/>
                    <a:pt x="13" y="0"/>
                  </a:cubicBezTo>
                  <a:cubicBezTo>
                    <a:pt x="14" y="0"/>
                    <a:pt x="14" y="0"/>
                    <a:pt x="14" y="0"/>
                  </a:cubicBezTo>
                  <a:cubicBezTo>
                    <a:pt x="14" y="6"/>
                    <a:pt x="14" y="6"/>
                    <a:pt x="14" y="6"/>
                  </a:cubicBezTo>
                  <a:cubicBezTo>
                    <a:pt x="14" y="6"/>
                    <a:pt x="14" y="6"/>
                    <a:pt x="14" y="6"/>
                  </a:cubicBezTo>
                  <a:cubicBezTo>
                    <a:pt x="14" y="5"/>
                    <a:pt x="13" y="4"/>
                    <a:pt x="12" y="4"/>
                  </a:cubicBezTo>
                  <a:cubicBezTo>
                    <a:pt x="5" y="5"/>
                    <a:pt x="5" y="5"/>
                    <a:pt x="5" y="5"/>
                  </a:cubicBezTo>
                  <a:cubicBezTo>
                    <a:pt x="4" y="5"/>
                    <a:pt x="3" y="5"/>
                    <a:pt x="2" y="5"/>
                  </a:cubicBezTo>
                  <a:cubicBezTo>
                    <a:pt x="1" y="6"/>
                    <a:pt x="1" y="7"/>
                    <a:pt x="1" y="8"/>
                  </a:cubicBezTo>
                  <a:cubicBezTo>
                    <a:pt x="1" y="11"/>
                    <a:pt x="3" y="12"/>
                    <a:pt x="6" y="12"/>
                  </a:cubicBezTo>
                  <a:cubicBezTo>
                    <a:pt x="13" y="11"/>
                    <a:pt x="13" y="11"/>
                    <a:pt x="13" y="11"/>
                  </a:cubicBezTo>
                  <a:cubicBezTo>
                    <a:pt x="14" y="11"/>
                    <a:pt x="14" y="11"/>
                    <a:pt x="14" y="9"/>
                  </a:cubicBezTo>
                  <a:cubicBezTo>
                    <a:pt x="14" y="9"/>
                    <a:pt x="14" y="9"/>
                    <a:pt x="14" y="9"/>
                  </a:cubicBezTo>
                  <a:cubicBezTo>
                    <a:pt x="14" y="15"/>
                    <a:pt x="14" y="15"/>
                    <a:pt x="14" y="15"/>
                  </a:cubicBezTo>
                  <a:cubicBezTo>
                    <a:pt x="14" y="15"/>
                    <a:pt x="14" y="15"/>
                    <a:pt x="14" y="15"/>
                  </a:cubicBezTo>
                  <a:close/>
                  <a:moveTo>
                    <a:pt x="3" y="27"/>
                  </a:moveTo>
                  <a:cubicBezTo>
                    <a:pt x="2" y="23"/>
                    <a:pt x="2" y="23"/>
                    <a:pt x="2" y="23"/>
                  </a:cubicBezTo>
                  <a:cubicBezTo>
                    <a:pt x="2" y="23"/>
                    <a:pt x="2" y="23"/>
                    <a:pt x="2" y="23"/>
                  </a:cubicBezTo>
                  <a:cubicBezTo>
                    <a:pt x="2" y="23"/>
                    <a:pt x="3" y="24"/>
                    <a:pt x="4" y="24"/>
                  </a:cubicBezTo>
                  <a:cubicBezTo>
                    <a:pt x="9" y="23"/>
                    <a:pt x="9" y="23"/>
                    <a:pt x="9" y="23"/>
                  </a:cubicBezTo>
                  <a:cubicBezTo>
                    <a:pt x="10" y="23"/>
                    <a:pt x="10" y="23"/>
                    <a:pt x="10" y="22"/>
                  </a:cubicBezTo>
                  <a:cubicBezTo>
                    <a:pt x="11" y="22"/>
                    <a:pt x="11" y="21"/>
                    <a:pt x="10" y="21"/>
                  </a:cubicBezTo>
                  <a:cubicBezTo>
                    <a:pt x="10" y="20"/>
                    <a:pt x="10" y="19"/>
                    <a:pt x="9" y="19"/>
                  </a:cubicBezTo>
                  <a:cubicBezTo>
                    <a:pt x="3" y="20"/>
                    <a:pt x="3" y="20"/>
                    <a:pt x="3" y="20"/>
                  </a:cubicBezTo>
                  <a:cubicBezTo>
                    <a:pt x="2" y="20"/>
                    <a:pt x="2" y="21"/>
                    <a:pt x="2" y="21"/>
                  </a:cubicBezTo>
                  <a:cubicBezTo>
                    <a:pt x="2" y="21"/>
                    <a:pt x="2" y="21"/>
                    <a:pt x="2" y="21"/>
                  </a:cubicBezTo>
                  <a:cubicBezTo>
                    <a:pt x="1" y="17"/>
                    <a:pt x="1" y="17"/>
                    <a:pt x="1" y="17"/>
                  </a:cubicBezTo>
                  <a:cubicBezTo>
                    <a:pt x="1" y="17"/>
                    <a:pt x="1" y="17"/>
                    <a:pt x="1" y="17"/>
                  </a:cubicBezTo>
                  <a:cubicBezTo>
                    <a:pt x="1" y="18"/>
                    <a:pt x="2" y="18"/>
                    <a:pt x="3" y="18"/>
                  </a:cubicBezTo>
                  <a:cubicBezTo>
                    <a:pt x="8" y="17"/>
                    <a:pt x="8" y="17"/>
                    <a:pt x="8" y="17"/>
                  </a:cubicBezTo>
                  <a:cubicBezTo>
                    <a:pt x="9" y="17"/>
                    <a:pt x="9" y="17"/>
                    <a:pt x="9" y="17"/>
                  </a:cubicBezTo>
                  <a:cubicBezTo>
                    <a:pt x="9" y="17"/>
                    <a:pt x="9" y="17"/>
                    <a:pt x="9" y="16"/>
                  </a:cubicBezTo>
                  <a:cubicBezTo>
                    <a:pt x="10" y="16"/>
                    <a:pt x="10" y="16"/>
                    <a:pt x="10" y="16"/>
                  </a:cubicBezTo>
                  <a:cubicBezTo>
                    <a:pt x="11" y="19"/>
                    <a:pt x="11" y="19"/>
                    <a:pt x="11" y="19"/>
                  </a:cubicBezTo>
                  <a:cubicBezTo>
                    <a:pt x="10" y="19"/>
                    <a:pt x="10" y="19"/>
                    <a:pt x="10" y="19"/>
                  </a:cubicBezTo>
                  <a:cubicBezTo>
                    <a:pt x="11" y="20"/>
                    <a:pt x="12" y="21"/>
                    <a:pt x="12" y="22"/>
                  </a:cubicBezTo>
                  <a:cubicBezTo>
                    <a:pt x="12" y="23"/>
                    <a:pt x="11" y="24"/>
                    <a:pt x="9" y="25"/>
                  </a:cubicBezTo>
                  <a:cubicBezTo>
                    <a:pt x="4" y="25"/>
                    <a:pt x="4" y="25"/>
                    <a:pt x="4" y="25"/>
                  </a:cubicBezTo>
                  <a:cubicBezTo>
                    <a:pt x="3" y="26"/>
                    <a:pt x="3" y="26"/>
                    <a:pt x="3" y="27"/>
                  </a:cubicBezTo>
                  <a:cubicBezTo>
                    <a:pt x="3" y="27"/>
                    <a:pt x="3" y="27"/>
                    <a:pt x="3" y="27"/>
                  </a:cubicBezTo>
                  <a:close/>
                  <a:moveTo>
                    <a:pt x="16" y="29"/>
                  </a:moveTo>
                  <a:cubicBezTo>
                    <a:pt x="16" y="29"/>
                    <a:pt x="16" y="29"/>
                    <a:pt x="16" y="29"/>
                  </a:cubicBezTo>
                  <a:cubicBezTo>
                    <a:pt x="15" y="29"/>
                    <a:pt x="15" y="29"/>
                    <a:pt x="15" y="29"/>
                  </a:cubicBezTo>
                  <a:cubicBezTo>
                    <a:pt x="15" y="28"/>
                    <a:pt x="15" y="28"/>
                    <a:pt x="15" y="28"/>
                  </a:cubicBezTo>
                  <a:cubicBezTo>
                    <a:pt x="15" y="27"/>
                    <a:pt x="16" y="27"/>
                    <a:pt x="16" y="27"/>
                  </a:cubicBezTo>
                  <a:cubicBezTo>
                    <a:pt x="16" y="27"/>
                    <a:pt x="16" y="27"/>
                    <a:pt x="17" y="27"/>
                  </a:cubicBezTo>
                  <a:cubicBezTo>
                    <a:pt x="17" y="27"/>
                    <a:pt x="17" y="28"/>
                    <a:pt x="17" y="28"/>
                  </a:cubicBezTo>
                  <a:cubicBezTo>
                    <a:pt x="17" y="29"/>
                    <a:pt x="17" y="29"/>
                    <a:pt x="17" y="29"/>
                  </a:cubicBezTo>
                  <a:cubicBezTo>
                    <a:pt x="17" y="29"/>
                    <a:pt x="17" y="29"/>
                    <a:pt x="16" y="29"/>
                  </a:cubicBezTo>
                  <a:close/>
                  <a:moveTo>
                    <a:pt x="4" y="33"/>
                  </a:moveTo>
                  <a:cubicBezTo>
                    <a:pt x="3" y="29"/>
                    <a:pt x="3" y="29"/>
                    <a:pt x="3" y="29"/>
                  </a:cubicBezTo>
                  <a:cubicBezTo>
                    <a:pt x="4" y="29"/>
                    <a:pt x="4" y="29"/>
                    <a:pt x="4" y="29"/>
                  </a:cubicBezTo>
                  <a:cubicBezTo>
                    <a:pt x="4" y="30"/>
                    <a:pt x="4" y="30"/>
                    <a:pt x="5" y="30"/>
                  </a:cubicBezTo>
                  <a:cubicBezTo>
                    <a:pt x="10" y="29"/>
                    <a:pt x="10" y="29"/>
                    <a:pt x="10" y="29"/>
                  </a:cubicBezTo>
                  <a:cubicBezTo>
                    <a:pt x="11" y="29"/>
                    <a:pt x="11" y="28"/>
                    <a:pt x="11" y="28"/>
                  </a:cubicBezTo>
                  <a:cubicBezTo>
                    <a:pt x="11" y="27"/>
                    <a:pt x="11" y="27"/>
                    <a:pt x="11" y="27"/>
                  </a:cubicBezTo>
                  <a:cubicBezTo>
                    <a:pt x="11" y="27"/>
                    <a:pt x="11" y="27"/>
                    <a:pt x="11" y="27"/>
                  </a:cubicBezTo>
                  <a:cubicBezTo>
                    <a:pt x="13" y="30"/>
                    <a:pt x="13" y="30"/>
                    <a:pt x="13" y="30"/>
                  </a:cubicBezTo>
                  <a:cubicBezTo>
                    <a:pt x="5" y="32"/>
                    <a:pt x="5" y="32"/>
                    <a:pt x="5" y="32"/>
                  </a:cubicBezTo>
                  <a:cubicBezTo>
                    <a:pt x="5" y="32"/>
                    <a:pt x="4" y="33"/>
                    <a:pt x="4" y="33"/>
                  </a:cubicBezTo>
                  <a:cubicBezTo>
                    <a:pt x="4" y="33"/>
                    <a:pt x="4" y="33"/>
                    <a:pt x="4" y="33"/>
                  </a:cubicBezTo>
                  <a:close/>
                  <a:moveTo>
                    <a:pt x="16" y="42"/>
                  </a:moveTo>
                  <a:cubicBezTo>
                    <a:pt x="16" y="41"/>
                    <a:pt x="15" y="41"/>
                    <a:pt x="14" y="41"/>
                  </a:cubicBezTo>
                  <a:cubicBezTo>
                    <a:pt x="6" y="40"/>
                    <a:pt x="6" y="40"/>
                    <a:pt x="6" y="40"/>
                  </a:cubicBezTo>
                  <a:cubicBezTo>
                    <a:pt x="6" y="40"/>
                    <a:pt x="6" y="40"/>
                    <a:pt x="6" y="40"/>
                  </a:cubicBezTo>
                  <a:cubicBezTo>
                    <a:pt x="6" y="40"/>
                    <a:pt x="6" y="40"/>
                    <a:pt x="6" y="40"/>
                  </a:cubicBezTo>
                  <a:cubicBezTo>
                    <a:pt x="13" y="35"/>
                    <a:pt x="13" y="35"/>
                    <a:pt x="13" y="35"/>
                  </a:cubicBezTo>
                  <a:cubicBezTo>
                    <a:pt x="14" y="34"/>
                    <a:pt x="14" y="33"/>
                    <a:pt x="14" y="33"/>
                  </a:cubicBezTo>
                  <a:cubicBezTo>
                    <a:pt x="14" y="33"/>
                    <a:pt x="14" y="33"/>
                    <a:pt x="14" y="33"/>
                  </a:cubicBezTo>
                  <a:cubicBezTo>
                    <a:pt x="15" y="37"/>
                    <a:pt x="15" y="37"/>
                    <a:pt x="15" y="37"/>
                  </a:cubicBezTo>
                  <a:cubicBezTo>
                    <a:pt x="15" y="37"/>
                    <a:pt x="15" y="37"/>
                    <a:pt x="15" y="37"/>
                  </a:cubicBezTo>
                  <a:cubicBezTo>
                    <a:pt x="15" y="37"/>
                    <a:pt x="14" y="36"/>
                    <a:pt x="14" y="36"/>
                  </a:cubicBezTo>
                  <a:cubicBezTo>
                    <a:pt x="14" y="36"/>
                    <a:pt x="14" y="36"/>
                    <a:pt x="13" y="37"/>
                  </a:cubicBezTo>
                  <a:cubicBezTo>
                    <a:pt x="9" y="40"/>
                    <a:pt x="9" y="40"/>
                    <a:pt x="9" y="40"/>
                  </a:cubicBezTo>
                  <a:cubicBezTo>
                    <a:pt x="14" y="40"/>
                    <a:pt x="14" y="40"/>
                    <a:pt x="14" y="40"/>
                  </a:cubicBezTo>
                  <a:cubicBezTo>
                    <a:pt x="14" y="40"/>
                    <a:pt x="15" y="40"/>
                    <a:pt x="15" y="40"/>
                  </a:cubicBezTo>
                  <a:cubicBezTo>
                    <a:pt x="16" y="40"/>
                    <a:pt x="16" y="40"/>
                    <a:pt x="16" y="39"/>
                  </a:cubicBezTo>
                  <a:cubicBezTo>
                    <a:pt x="16" y="39"/>
                    <a:pt x="16" y="39"/>
                    <a:pt x="16" y="39"/>
                  </a:cubicBezTo>
                  <a:cubicBezTo>
                    <a:pt x="16" y="42"/>
                    <a:pt x="16" y="42"/>
                    <a:pt x="16" y="42"/>
                  </a:cubicBezTo>
                  <a:cubicBezTo>
                    <a:pt x="16" y="42"/>
                    <a:pt x="16" y="42"/>
                    <a:pt x="16" y="42"/>
                  </a:cubicBezTo>
                  <a:close/>
                  <a:moveTo>
                    <a:pt x="14" y="53"/>
                  </a:moveTo>
                  <a:cubicBezTo>
                    <a:pt x="13" y="53"/>
                    <a:pt x="12" y="53"/>
                    <a:pt x="11" y="52"/>
                  </a:cubicBezTo>
                  <a:cubicBezTo>
                    <a:pt x="10" y="51"/>
                    <a:pt x="10" y="51"/>
                    <a:pt x="9" y="50"/>
                  </a:cubicBezTo>
                  <a:cubicBezTo>
                    <a:pt x="9" y="49"/>
                    <a:pt x="9" y="48"/>
                    <a:pt x="9" y="47"/>
                  </a:cubicBezTo>
                  <a:cubicBezTo>
                    <a:pt x="10" y="46"/>
                    <a:pt x="11" y="45"/>
                    <a:pt x="12" y="45"/>
                  </a:cubicBezTo>
                  <a:cubicBezTo>
                    <a:pt x="13" y="44"/>
                    <a:pt x="14" y="44"/>
                    <a:pt x="16" y="45"/>
                  </a:cubicBezTo>
                  <a:cubicBezTo>
                    <a:pt x="17" y="45"/>
                    <a:pt x="18" y="46"/>
                    <a:pt x="18" y="47"/>
                  </a:cubicBezTo>
                  <a:cubicBezTo>
                    <a:pt x="18" y="48"/>
                    <a:pt x="18" y="49"/>
                    <a:pt x="18" y="50"/>
                  </a:cubicBezTo>
                  <a:cubicBezTo>
                    <a:pt x="18" y="51"/>
                    <a:pt x="17" y="51"/>
                    <a:pt x="16" y="52"/>
                  </a:cubicBezTo>
                  <a:cubicBezTo>
                    <a:pt x="14" y="46"/>
                    <a:pt x="14" y="46"/>
                    <a:pt x="14" y="46"/>
                  </a:cubicBezTo>
                  <a:cubicBezTo>
                    <a:pt x="12" y="46"/>
                    <a:pt x="12" y="47"/>
                    <a:pt x="11" y="48"/>
                  </a:cubicBezTo>
                  <a:cubicBezTo>
                    <a:pt x="10" y="49"/>
                    <a:pt x="10" y="49"/>
                    <a:pt x="10" y="51"/>
                  </a:cubicBezTo>
                  <a:cubicBezTo>
                    <a:pt x="11" y="51"/>
                    <a:pt x="11" y="52"/>
                    <a:pt x="12" y="52"/>
                  </a:cubicBezTo>
                  <a:cubicBezTo>
                    <a:pt x="13" y="52"/>
                    <a:pt x="14" y="52"/>
                    <a:pt x="14" y="53"/>
                  </a:cubicBezTo>
                  <a:cubicBezTo>
                    <a:pt x="14" y="53"/>
                    <a:pt x="14" y="53"/>
                    <a:pt x="14" y="53"/>
                  </a:cubicBezTo>
                  <a:close/>
                  <a:moveTo>
                    <a:pt x="16" y="49"/>
                  </a:moveTo>
                  <a:cubicBezTo>
                    <a:pt x="18" y="49"/>
                    <a:pt x="18" y="48"/>
                    <a:pt x="18" y="47"/>
                  </a:cubicBezTo>
                  <a:cubicBezTo>
                    <a:pt x="17" y="45"/>
                    <a:pt x="16" y="45"/>
                    <a:pt x="14" y="45"/>
                  </a:cubicBezTo>
                  <a:cubicBezTo>
                    <a:pt x="16" y="49"/>
                    <a:pt x="16" y="49"/>
                    <a:pt x="16" y="49"/>
                  </a:cubicBezTo>
                  <a:close/>
                  <a:moveTo>
                    <a:pt x="22" y="58"/>
                  </a:moveTo>
                  <a:cubicBezTo>
                    <a:pt x="22" y="58"/>
                    <a:pt x="21" y="58"/>
                    <a:pt x="21" y="57"/>
                  </a:cubicBezTo>
                  <a:cubicBezTo>
                    <a:pt x="21" y="57"/>
                    <a:pt x="21" y="57"/>
                    <a:pt x="21" y="57"/>
                  </a:cubicBezTo>
                  <a:cubicBezTo>
                    <a:pt x="21" y="56"/>
                    <a:pt x="21" y="56"/>
                    <a:pt x="21" y="56"/>
                  </a:cubicBezTo>
                  <a:cubicBezTo>
                    <a:pt x="21" y="55"/>
                    <a:pt x="21" y="55"/>
                    <a:pt x="20" y="55"/>
                  </a:cubicBezTo>
                  <a:cubicBezTo>
                    <a:pt x="20" y="55"/>
                    <a:pt x="20" y="55"/>
                    <a:pt x="19" y="55"/>
                  </a:cubicBezTo>
                  <a:cubicBezTo>
                    <a:pt x="15" y="57"/>
                    <a:pt x="15" y="57"/>
                    <a:pt x="15" y="57"/>
                  </a:cubicBezTo>
                  <a:cubicBezTo>
                    <a:pt x="14" y="58"/>
                    <a:pt x="14" y="59"/>
                    <a:pt x="14" y="59"/>
                  </a:cubicBezTo>
                  <a:cubicBezTo>
                    <a:pt x="14" y="59"/>
                    <a:pt x="14" y="59"/>
                    <a:pt x="14" y="59"/>
                  </a:cubicBezTo>
                  <a:cubicBezTo>
                    <a:pt x="12" y="55"/>
                    <a:pt x="12" y="55"/>
                    <a:pt x="12" y="55"/>
                  </a:cubicBezTo>
                  <a:cubicBezTo>
                    <a:pt x="12" y="55"/>
                    <a:pt x="12" y="55"/>
                    <a:pt x="12" y="55"/>
                  </a:cubicBezTo>
                  <a:cubicBezTo>
                    <a:pt x="13" y="56"/>
                    <a:pt x="14" y="56"/>
                    <a:pt x="14" y="56"/>
                  </a:cubicBezTo>
                  <a:cubicBezTo>
                    <a:pt x="19" y="54"/>
                    <a:pt x="19" y="54"/>
                    <a:pt x="19" y="54"/>
                  </a:cubicBezTo>
                  <a:cubicBezTo>
                    <a:pt x="20" y="53"/>
                    <a:pt x="20" y="53"/>
                    <a:pt x="20" y="53"/>
                  </a:cubicBezTo>
                  <a:cubicBezTo>
                    <a:pt x="20" y="53"/>
                    <a:pt x="20" y="52"/>
                    <a:pt x="20" y="52"/>
                  </a:cubicBezTo>
                  <a:cubicBezTo>
                    <a:pt x="20" y="52"/>
                    <a:pt x="20" y="52"/>
                    <a:pt x="20" y="52"/>
                  </a:cubicBezTo>
                  <a:cubicBezTo>
                    <a:pt x="22" y="54"/>
                    <a:pt x="22" y="54"/>
                    <a:pt x="22" y="54"/>
                  </a:cubicBezTo>
                  <a:cubicBezTo>
                    <a:pt x="21" y="55"/>
                    <a:pt x="21" y="55"/>
                    <a:pt x="21" y="55"/>
                  </a:cubicBezTo>
                  <a:cubicBezTo>
                    <a:pt x="22" y="55"/>
                    <a:pt x="23" y="56"/>
                    <a:pt x="24" y="57"/>
                  </a:cubicBezTo>
                  <a:cubicBezTo>
                    <a:pt x="24" y="57"/>
                    <a:pt x="24" y="57"/>
                    <a:pt x="24" y="57"/>
                  </a:cubicBezTo>
                  <a:cubicBezTo>
                    <a:pt x="23" y="58"/>
                    <a:pt x="22" y="58"/>
                    <a:pt x="22" y="58"/>
                  </a:cubicBezTo>
                  <a:close/>
                  <a:moveTo>
                    <a:pt x="21" y="67"/>
                  </a:moveTo>
                  <a:cubicBezTo>
                    <a:pt x="20" y="68"/>
                    <a:pt x="19" y="68"/>
                    <a:pt x="18" y="67"/>
                  </a:cubicBezTo>
                  <a:cubicBezTo>
                    <a:pt x="18" y="67"/>
                    <a:pt x="17" y="67"/>
                    <a:pt x="17" y="66"/>
                  </a:cubicBezTo>
                  <a:cubicBezTo>
                    <a:pt x="17" y="65"/>
                    <a:pt x="16" y="65"/>
                    <a:pt x="16" y="65"/>
                  </a:cubicBezTo>
                  <a:cubicBezTo>
                    <a:pt x="16" y="64"/>
                    <a:pt x="16" y="64"/>
                    <a:pt x="16" y="63"/>
                  </a:cubicBezTo>
                  <a:cubicBezTo>
                    <a:pt x="16" y="63"/>
                    <a:pt x="16" y="63"/>
                    <a:pt x="16" y="63"/>
                  </a:cubicBezTo>
                  <a:cubicBezTo>
                    <a:pt x="16" y="63"/>
                    <a:pt x="16" y="63"/>
                    <a:pt x="16" y="63"/>
                  </a:cubicBezTo>
                  <a:cubicBezTo>
                    <a:pt x="18" y="61"/>
                    <a:pt x="18" y="61"/>
                    <a:pt x="18" y="61"/>
                  </a:cubicBezTo>
                  <a:cubicBezTo>
                    <a:pt x="18" y="61"/>
                    <a:pt x="18" y="61"/>
                    <a:pt x="18" y="61"/>
                  </a:cubicBezTo>
                  <a:cubicBezTo>
                    <a:pt x="17" y="63"/>
                    <a:pt x="16" y="64"/>
                    <a:pt x="17" y="65"/>
                  </a:cubicBezTo>
                  <a:cubicBezTo>
                    <a:pt x="18" y="65"/>
                    <a:pt x="18" y="66"/>
                    <a:pt x="18" y="66"/>
                  </a:cubicBezTo>
                  <a:cubicBezTo>
                    <a:pt x="18" y="66"/>
                    <a:pt x="19" y="66"/>
                    <a:pt x="19" y="66"/>
                  </a:cubicBezTo>
                  <a:cubicBezTo>
                    <a:pt x="20" y="65"/>
                    <a:pt x="20" y="65"/>
                    <a:pt x="20" y="63"/>
                  </a:cubicBezTo>
                  <a:cubicBezTo>
                    <a:pt x="20" y="62"/>
                    <a:pt x="20" y="62"/>
                    <a:pt x="20" y="62"/>
                  </a:cubicBezTo>
                  <a:cubicBezTo>
                    <a:pt x="20" y="61"/>
                    <a:pt x="20" y="60"/>
                    <a:pt x="21" y="59"/>
                  </a:cubicBezTo>
                  <a:cubicBezTo>
                    <a:pt x="22" y="59"/>
                    <a:pt x="22" y="59"/>
                    <a:pt x="23" y="59"/>
                  </a:cubicBezTo>
                  <a:cubicBezTo>
                    <a:pt x="24" y="59"/>
                    <a:pt x="24" y="60"/>
                    <a:pt x="25" y="61"/>
                  </a:cubicBezTo>
                  <a:cubicBezTo>
                    <a:pt x="25" y="61"/>
                    <a:pt x="25" y="61"/>
                    <a:pt x="25" y="62"/>
                  </a:cubicBezTo>
                  <a:cubicBezTo>
                    <a:pt x="25" y="62"/>
                    <a:pt x="25" y="63"/>
                    <a:pt x="26" y="63"/>
                  </a:cubicBezTo>
                  <a:cubicBezTo>
                    <a:pt x="26" y="63"/>
                    <a:pt x="26" y="63"/>
                    <a:pt x="26" y="63"/>
                  </a:cubicBezTo>
                  <a:cubicBezTo>
                    <a:pt x="26" y="63"/>
                    <a:pt x="26" y="63"/>
                    <a:pt x="26" y="63"/>
                  </a:cubicBezTo>
                  <a:cubicBezTo>
                    <a:pt x="24" y="64"/>
                    <a:pt x="24" y="64"/>
                    <a:pt x="24" y="64"/>
                  </a:cubicBezTo>
                  <a:cubicBezTo>
                    <a:pt x="24" y="64"/>
                    <a:pt x="24" y="64"/>
                    <a:pt x="24" y="64"/>
                  </a:cubicBezTo>
                  <a:cubicBezTo>
                    <a:pt x="25" y="63"/>
                    <a:pt x="25" y="61"/>
                    <a:pt x="25" y="61"/>
                  </a:cubicBezTo>
                  <a:cubicBezTo>
                    <a:pt x="25" y="60"/>
                    <a:pt x="24" y="60"/>
                    <a:pt x="24" y="60"/>
                  </a:cubicBezTo>
                  <a:cubicBezTo>
                    <a:pt x="24" y="60"/>
                    <a:pt x="23" y="60"/>
                    <a:pt x="23" y="60"/>
                  </a:cubicBezTo>
                  <a:cubicBezTo>
                    <a:pt x="22" y="60"/>
                    <a:pt x="22" y="61"/>
                    <a:pt x="22" y="62"/>
                  </a:cubicBezTo>
                  <a:cubicBezTo>
                    <a:pt x="22" y="64"/>
                    <a:pt x="22" y="64"/>
                    <a:pt x="22" y="64"/>
                  </a:cubicBezTo>
                  <a:cubicBezTo>
                    <a:pt x="22" y="66"/>
                    <a:pt x="22" y="67"/>
                    <a:pt x="21" y="67"/>
                  </a:cubicBezTo>
                  <a:close/>
                  <a:moveTo>
                    <a:pt x="33" y="67"/>
                  </a:moveTo>
                  <a:cubicBezTo>
                    <a:pt x="32" y="67"/>
                    <a:pt x="32" y="67"/>
                    <a:pt x="32" y="67"/>
                  </a:cubicBezTo>
                  <a:cubicBezTo>
                    <a:pt x="32" y="67"/>
                    <a:pt x="32" y="66"/>
                    <a:pt x="31" y="66"/>
                  </a:cubicBezTo>
                  <a:cubicBezTo>
                    <a:pt x="31" y="66"/>
                    <a:pt x="31" y="66"/>
                    <a:pt x="31" y="65"/>
                  </a:cubicBezTo>
                  <a:cubicBezTo>
                    <a:pt x="31" y="65"/>
                    <a:pt x="32" y="65"/>
                    <a:pt x="32" y="65"/>
                  </a:cubicBezTo>
                  <a:cubicBezTo>
                    <a:pt x="32" y="65"/>
                    <a:pt x="32" y="64"/>
                    <a:pt x="32" y="65"/>
                  </a:cubicBezTo>
                  <a:cubicBezTo>
                    <a:pt x="33" y="65"/>
                    <a:pt x="33" y="65"/>
                    <a:pt x="33" y="65"/>
                  </a:cubicBezTo>
                  <a:cubicBezTo>
                    <a:pt x="33" y="65"/>
                    <a:pt x="34" y="65"/>
                    <a:pt x="33" y="66"/>
                  </a:cubicBezTo>
                  <a:cubicBezTo>
                    <a:pt x="33" y="66"/>
                    <a:pt x="33" y="66"/>
                    <a:pt x="33" y="67"/>
                  </a:cubicBezTo>
                  <a:close/>
                  <a:moveTo>
                    <a:pt x="22" y="75"/>
                  </a:moveTo>
                  <a:cubicBezTo>
                    <a:pt x="20" y="71"/>
                    <a:pt x="20" y="71"/>
                    <a:pt x="20" y="71"/>
                  </a:cubicBezTo>
                  <a:cubicBezTo>
                    <a:pt x="20" y="71"/>
                    <a:pt x="20" y="71"/>
                    <a:pt x="20" y="71"/>
                  </a:cubicBezTo>
                  <a:cubicBezTo>
                    <a:pt x="21" y="71"/>
                    <a:pt x="22" y="72"/>
                    <a:pt x="22" y="71"/>
                  </a:cubicBezTo>
                  <a:cubicBezTo>
                    <a:pt x="27" y="69"/>
                    <a:pt x="27" y="69"/>
                    <a:pt x="27" y="69"/>
                  </a:cubicBezTo>
                  <a:cubicBezTo>
                    <a:pt x="28" y="68"/>
                    <a:pt x="28" y="68"/>
                    <a:pt x="28" y="67"/>
                  </a:cubicBezTo>
                  <a:cubicBezTo>
                    <a:pt x="27" y="67"/>
                    <a:pt x="27" y="67"/>
                    <a:pt x="27" y="67"/>
                  </a:cubicBezTo>
                  <a:cubicBezTo>
                    <a:pt x="28" y="67"/>
                    <a:pt x="28" y="67"/>
                    <a:pt x="28" y="67"/>
                  </a:cubicBezTo>
                  <a:cubicBezTo>
                    <a:pt x="30" y="69"/>
                    <a:pt x="30" y="69"/>
                    <a:pt x="30" y="69"/>
                  </a:cubicBezTo>
                  <a:cubicBezTo>
                    <a:pt x="24" y="73"/>
                    <a:pt x="24" y="73"/>
                    <a:pt x="24" y="73"/>
                  </a:cubicBezTo>
                  <a:cubicBezTo>
                    <a:pt x="22" y="73"/>
                    <a:pt x="22" y="73"/>
                    <a:pt x="22" y="75"/>
                  </a:cubicBezTo>
                  <a:cubicBezTo>
                    <a:pt x="22" y="75"/>
                    <a:pt x="22" y="75"/>
                    <a:pt x="22" y="75"/>
                  </a:cubicBezTo>
                  <a:close/>
                  <a:moveTo>
                    <a:pt x="28" y="80"/>
                  </a:moveTo>
                  <a:cubicBezTo>
                    <a:pt x="27" y="80"/>
                    <a:pt x="26" y="80"/>
                    <a:pt x="26" y="79"/>
                  </a:cubicBezTo>
                  <a:cubicBezTo>
                    <a:pt x="26" y="79"/>
                    <a:pt x="25" y="79"/>
                    <a:pt x="25" y="79"/>
                  </a:cubicBezTo>
                  <a:cubicBezTo>
                    <a:pt x="24" y="78"/>
                    <a:pt x="24" y="77"/>
                    <a:pt x="26" y="76"/>
                  </a:cubicBezTo>
                  <a:cubicBezTo>
                    <a:pt x="31" y="73"/>
                    <a:pt x="31" y="73"/>
                    <a:pt x="31" y="73"/>
                  </a:cubicBezTo>
                  <a:cubicBezTo>
                    <a:pt x="30" y="71"/>
                    <a:pt x="30" y="71"/>
                    <a:pt x="30" y="71"/>
                  </a:cubicBezTo>
                  <a:cubicBezTo>
                    <a:pt x="30" y="71"/>
                    <a:pt x="30" y="71"/>
                    <a:pt x="30" y="71"/>
                  </a:cubicBezTo>
                  <a:cubicBezTo>
                    <a:pt x="30" y="71"/>
                    <a:pt x="30" y="71"/>
                    <a:pt x="30" y="71"/>
                  </a:cubicBezTo>
                  <a:cubicBezTo>
                    <a:pt x="31" y="72"/>
                    <a:pt x="32" y="72"/>
                    <a:pt x="34" y="72"/>
                  </a:cubicBezTo>
                  <a:cubicBezTo>
                    <a:pt x="34" y="72"/>
                    <a:pt x="34" y="72"/>
                    <a:pt x="34" y="72"/>
                  </a:cubicBezTo>
                  <a:cubicBezTo>
                    <a:pt x="32" y="73"/>
                    <a:pt x="32" y="73"/>
                    <a:pt x="32" y="73"/>
                  </a:cubicBezTo>
                  <a:cubicBezTo>
                    <a:pt x="33" y="75"/>
                    <a:pt x="33" y="75"/>
                    <a:pt x="33" y="75"/>
                  </a:cubicBezTo>
                  <a:cubicBezTo>
                    <a:pt x="33" y="75"/>
                    <a:pt x="33" y="75"/>
                    <a:pt x="33" y="75"/>
                  </a:cubicBezTo>
                  <a:cubicBezTo>
                    <a:pt x="32" y="74"/>
                    <a:pt x="32" y="74"/>
                    <a:pt x="32" y="74"/>
                  </a:cubicBezTo>
                  <a:cubicBezTo>
                    <a:pt x="27" y="77"/>
                    <a:pt x="27" y="77"/>
                    <a:pt x="27" y="77"/>
                  </a:cubicBezTo>
                  <a:cubicBezTo>
                    <a:pt x="26" y="78"/>
                    <a:pt x="26" y="79"/>
                    <a:pt x="26" y="79"/>
                  </a:cubicBezTo>
                  <a:cubicBezTo>
                    <a:pt x="27" y="79"/>
                    <a:pt x="27" y="79"/>
                    <a:pt x="28" y="80"/>
                  </a:cubicBezTo>
                  <a:cubicBezTo>
                    <a:pt x="28" y="80"/>
                    <a:pt x="28" y="80"/>
                    <a:pt x="28" y="80"/>
                  </a:cubicBezTo>
                  <a:close/>
                  <a:moveTo>
                    <a:pt x="40" y="84"/>
                  </a:moveTo>
                  <a:cubicBezTo>
                    <a:pt x="40" y="84"/>
                    <a:pt x="40" y="83"/>
                    <a:pt x="40" y="83"/>
                  </a:cubicBezTo>
                  <a:cubicBezTo>
                    <a:pt x="39" y="83"/>
                    <a:pt x="39" y="83"/>
                    <a:pt x="39" y="83"/>
                  </a:cubicBezTo>
                  <a:cubicBezTo>
                    <a:pt x="30" y="86"/>
                    <a:pt x="30" y="86"/>
                    <a:pt x="30" y="86"/>
                  </a:cubicBezTo>
                  <a:cubicBezTo>
                    <a:pt x="28" y="87"/>
                    <a:pt x="26" y="87"/>
                    <a:pt x="25" y="86"/>
                  </a:cubicBezTo>
                  <a:cubicBezTo>
                    <a:pt x="24" y="85"/>
                    <a:pt x="25" y="84"/>
                    <a:pt x="25" y="84"/>
                  </a:cubicBezTo>
                  <a:cubicBezTo>
                    <a:pt x="25" y="84"/>
                    <a:pt x="26" y="84"/>
                    <a:pt x="26" y="84"/>
                  </a:cubicBezTo>
                  <a:cubicBezTo>
                    <a:pt x="26" y="84"/>
                    <a:pt x="26" y="84"/>
                    <a:pt x="26" y="84"/>
                  </a:cubicBezTo>
                  <a:cubicBezTo>
                    <a:pt x="26" y="84"/>
                    <a:pt x="27" y="85"/>
                    <a:pt x="27" y="85"/>
                  </a:cubicBezTo>
                  <a:cubicBezTo>
                    <a:pt x="27" y="85"/>
                    <a:pt x="27" y="85"/>
                    <a:pt x="27" y="85"/>
                  </a:cubicBezTo>
                  <a:cubicBezTo>
                    <a:pt x="28" y="86"/>
                    <a:pt x="29" y="86"/>
                    <a:pt x="31" y="85"/>
                  </a:cubicBezTo>
                  <a:cubicBezTo>
                    <a:pt x="34" y="78"/>
                    <a:pt x="34" y="78"/>
                    <a:pt x="34" y="78"/>
                  </a:cubicBezTo>
                  <a:cubicBezTo>
                    <a:pt x="35" y="77"/>
                    <a:pt x="35" y="77"/>
                    <a:pt x="35" y="77"/>
                  </a:cubicBezTo>
                  <a:cubicBezTo>
                    <a:pt x="35" y="77"/>
                    <a:pt x="35" y="77"/>
                    <a:pt x="34" y="76"/>
                  </a:cubicBezTo>
                  <a:cubicBezTo>
                    <a:pt x="35" y="76"/>
                    <a:pt x="35" y="76"/>
                    <a:pt x="35" y="76"/>
                  </a:cubicBezTo>
                  <a:cubicBezTo>
                    <a:pt x="38" y="79"/>
                    <a:pt x="38" y="79"/>
                    <a:pt x="38" y="79"/>
                  </a:cubicBezTo>
                  <a:cubicBezTo>
                    <a:pt x="37" y="79"/>
                    <a:pt x="37" y="79"/>
                    <a:pt x="37" y="79"/>
                  </a:cubicBezTo>
                  <a:cubicBezTo>
                    <a:pt x="37" y="79"/>
                    <a:pt x="36" y="79"/>
                    <a:pt x="36" y="79"/>
                  </a:cubicBezTo>
                  <a:cubicBezTo>
                    <a:pt x="36" y="79"/>
                    <a:pt x="36" y="79"/>
                    <a:pt x="36" y="79"/>
                  </a:cubicBezTo>
                  <a:cubicBezTo>
                    <a:pt x="33" y="84"/>
                    <a:pt x="33" y="84"/>
                    <a:pt x="33" y="84"/>
                  </a:cubicBezTo>
                  <a:cubicBezTo>
                    <a:pt x="38" y="83"/>
                    <a:pt x="38" y="83"/>
                    <a:pt x="38" y="83"/>
                  </a:cubicBezTo>
                  <a:cubicBezTo>
                    <a:pt x="38" y="83"/>
                    <a:pt x="39" y="82"/>
                    <a:pt x="39" y="82"/>
                  </a:cubicBezTo>
                  <a:cubicBezTo>
                    <a:pt x="39" y="82"/>
                    <a:pt x="39" y="82"/>
                    <a:pt x="39" y="82"/>
                  </a:cubicBezTo>
                  <a:cubicBezTo>
                    <a:pt x="39" y="81"/>
                    <a:pt x="39" y="81"/>
                    <a:pt x="38" y="81"/>
                  </a:cubicBezTo>
                  <a:cubicBezTo>
                    <a:pt x="39" y="81"/>
                    <a:pt x="39" y="81"/>
                    <a:pt x="39" y="81"/>
                  </a:cubicBezTo>
                  <a:cubicBezTo>
                    <a:pt x="40" y="84"/>
                    <a:pt x="40" y="84"/>
                    <a:pt x="40" y="84"/>
                  </a:cubicBezTo>
                  <a:cubicBezTo>
                    <a:pt x="40" y="84"/>
                    <a:pt x="40" y="84"/>
                    <a:pt x="40" y="84"/>
                  </a:cubicBezTo>
                  <a:close/>
                  <a:moveTo>
                    <a:pt x="47" y="97"/>
                  </a:moveTo>
                  <a:cubicBezTo>
                    <a:pt x="46" y="97"/>
                    <a:pt x="45" y="98"/>
                    <a:pt x="44" y="98"/>
                  </a:cubicBezTo>
                  <a:cubicBezTo>
                    <a:pt x="42" y="98"/>
                    <a:pt x="41" y="98"/>
                    <a:pt x="40" y="97"/>
                  </a:cubicBezTo>
                  <a:cubicBezTo>
                    <a:pt x="40" y="96"/>
                    <a:pt x="39" y="95"/>
                    <a:pt x="39" y="94"/>
                  </a:cubicBezTo>
                  <a:cubicBezTo>
                    <a:pt x="39" y="93"/>
                    <a:pt x="40" y="91"/>
                    <a:pt x="41" y="91"/>
                  </a:cubicBezTo>
                  <a:cubicBezTo>
                    <a:pt x="42" y="90"/>
                    <a:pt x="43" y="89"/>
                    <a:pt x="44" y="89"/>
                  </a:cubicBezTo>
                  <a:cubicBezTo>
                    <a:pt x="45" y="89"/>
                    <a:pt x="46" y="89"/>
                    <a:pt x="47" y="90"/>
                  </a:cubicBezTo>
                  <a:cubicBezTo>
                    <a:pt x="48" y="91"/>
                    <a:pt x="49" y="92"/>
                    <a:pt x="49" y="93"/>
                  </a:cubicBezTo>
                  <a:cubicBezTo>
                    <a:pt x="49" y="95"/>
                    <a:pt x="48" y="95"/>
                    <a:pt x="47" y="97"/>
                  </a:cubicBezTo>
                  <a:close/>
                  <a:moveTo>
                    <a:pt x="45" y="96"/>
                  </a:moveTo>
                  <a:cubicBezTo>
                    <a:pt x="46" y="95"/>
                    <a:pt x="47" y="94"/>
                    <a:pt x="47" y="93"/>
                  </a:cubicBezTo>
                  <a:cubicBezTo>
                    <a:pt x="48" y="92"/>
                    <a:pt x="47" y="91"/>
                    <a:pt x="47" y="90"/>
                  </a:cubicBezTo>
                  <a:cubicBezTo>
                    <a:pt x="46" y="90"/>
                    <a:pt x="46" y="89"/>
                    <a:pt x="45" y="90"/>
                  </a:cubicBezTo>
                  <a:cubicBezTo>
                    <a:pt x="44" y="90"/>
                    <a:pt x="44" y="91"/>
                    <a:pt x="43" y="91"/>
                  </a:cubicBezTo>
                  <a:cubicBezTo>
                    <a:pt x="42" y="92"/>
                    <a:pt x="41" y="93"/>
                    <a:pt x="41" y="94"/>
                  </a:cubicBezTo>
                  <a:cubicBezTo>
                    <a:pt x="40" y="95"/>
                    <a:pt x="40" y="96"/>
                    <a:pt x="41" y="97"/>
                  </a:cubicBezTo>
                  <a:cubicBezTo>
                    <a:pt x="42" y="97"/>
                    <a:pt x="42" y="97"/>
                    <a:pt x="43" y="97"/>
                  </a:cubicBezTo>
                  <a:cubicBezTo>
                    <a:pt x="44" y="97"/>
                    <a:pt x="44" y="97"/>
                    <a:pt x="45" y="96"/>
                  </a:cubicBezTo>
                  <a:close/>
                  <a:moveTo>
                    <a:pt x="60" y="97"/>
                  </a:moveTo>
                  <a:cubicBezTo>
                    <a:pt x="59" y="97"/>
                    <a:pt x="59" y="97"/>
                    <a:pt x="59" y="97"/>
                  </a:cubicBezTo>
                  <a:cubicBezTo>
                    <a:pt x="59" y="97"/>
                    <a:pt x="59" y="97"/>
                    <a:pt x="59" y="97"/>
                  </a:cubicBezTo>
                  <a:cubicBezTo>
                    <a:pt x="58" y="97"/>
                    <a:pt x="58" y="97"/>
                    <a:pt x="58" y="96"/>
                  </a:cubicBezTo>
                  <a:cubicBezTo>
                    <a:pt x="58" y="96"/>
                    <a:pt x="58" y="95"/>
                    <a:pt x="58" y="95"/>
                  </a:cubicBezTo>
                  <a:cubicBezTo>
                    <a:pt x="58" y="95"/>
                    <a:pt x="58" y="95"/>
                    <a:pt x="58" y="95"/>
                  </a:cubicBezTo>
                  <a:cubicBezTo>
                    <a:pt x="58" y="94"/>
                    <a:pt x="57" y="94"/>
                    <a:pt x="56" y="95"/>
                  </a:cubicBezTo>
                  <a:cubicBezTo>
                    <a:pt x="54" y="97"/>
                    <a:pt x="54" y="97"/>
                    <a:pt x="54" y="97"/>
                  </a:cubicBezTo>
                  <a:cubicBezTo>
                    <a:pt x="56" y="99"/>
                    <a:pt x="56" y="99"/>
                    <a:pt x="56" y="99"/>
                  </a:cubicBezTo>
                  <a:cubicBezTo>
                    <a:pt x="56" y="99"/>
                    <a:pt x="56" y="99"/>
                    <a:pt x="56" y="99"/>
                  </a:cubicBezTo>
                  <a:cubicBezTo>
                    <a:pt x="54" y="97"/>
                    <a:pt x="54" y="97"/>
                    <a:pt x="54" y="97"/>
                  </a:cubicBezTo>
                  <a:cubicBezTo>
                    <a:pt x="50" y="103"/>
                    <a:pt x="50" y="103"/>
                    <a:pt x="50" y="103"/>
                  </a:cubicBezTo>
                  <a:cubicBezTo>
                    <a:pt x="49" y="103"/>
                    <a:pt x="49" y="104"/>
                    <a:pt x="50" y="105"/>
                  </a:cubicBezTo>
                  <a:cubicBezTo>
                    <a:pt x="50" y="105"/>
                    <a:pt x="50" y="105"/>
                    <a:pt x="50" y="105"/>
                  </a:cubicBezTo>
                  <a:cubicBezTo>
                    <a:pt x="46" y="102"/>
                    <a:pt x="46" y="102"/>
                    <a:pt x="46" y="102"/>
                  </a:cubicBezTo>
                  <a:cubicBezTo>
                    <a:pt x="46" y="101"/>
                    <a:pt x="46" y="101"/>
                    <a:pt x="46" y="101"/>
                  </a:cubicBezTo>
                  <a:cubicBezTo>
                    <a:pt x="47" y="102"/>
                    <a:pt x="48" y="102"/>
                    <a:pt x="48" y="101"/>
                  </a:cubicBezTo>
                  <a:cubicBezTo>
                    <a:pt x="52" y="96"/>
                    <a:pt x="52" y="96"/>
                    <a:pt x="52" y="96"/>
                  </a:cubicBezTo>
                  <a:cubicBezTo>
                    <a:pt x="51" y="95"/>
                    <a:pt x="51" y="95"/>
                    <a:pt x="51" y="95"/>
                  </a:cubicBezTo>
                  <a:cubicBezTo>
                    <a:pt x="52" y="95"/>
                    <a:pt x="52" y="95"/>
                    <a:pt x="52" y="95"/>
                  </a:cubicBezTo>
                  <a:cubicBezTo>
                    <a:pt x="53" y="96"/>
                    <a:pt x="53" y="96"/>
                    <a:pt x="53" y="96"/>
                  </a:cubicBezTo>
                  <a:cubicBezTo>
                    <a:pt x="53" y="95"/>
                    <a:pt x="53" y="95"/>
                    <a:pt x="53" y="95"/>
                  </a:cubicBezTo>
                  <a:cubicBezTo>
                    <a:pt x="54" y="95"/>
                    <a:pt x="55" y="94"/>
                    <a:pt x="56" y="94"/>
                  </a:cubicBezTo>
                  <a:cubicBezTo>
                    <a:pt x="57" y="94"/>
                    <a:pt x="58" y="94"/>
                    <a:pt x="59" y="95"/>
                  </a:cubicBezTo>
                  <a:cubicBezTo>
                    <a:pt x="59" y="95"/>
                    <a:pt x="60" y="95"/>
                    <a:pt x="60" y="96"/>
                  </a:cubicBezTo>
                  <a:cubicBezTo>
                    <a:pt x="60" y="96"/>
                    <a:pt x="60" y="96"/>
                    <a:pt x="60" y="97"/>
                  </a:cubicBezTo>
                  <a:close/>
                  <a:moveTo>
                    <a:pt x="65" y="111"/>
                  </a:moveTo>
                  <a:cubicBezTo>
                    <a:pt x="64" y="113"/>
                    <a:pt x="63" y="113"/>
                    <a:pt x="62" y="113"/>
                  </a:cubicBezTo>
                  <a:cubicBezTo>
                    <a:pt x="61" y="113"/>
                    <a:pt x="60" y="113"/>
                    <a:pt x="59" y="112"/>
                  </a:cubicBezTo>
                  <a:cubicBezTo>
                    <a:pt x="58" y="112"/>
                    <a:pt x="58" y="111"/>
                    <a:pt x="58" y="111"/>
                  </a:cubicBezTo>
                  <a:cubicBezTo>
                    <a:pt x="57" y="111"/>
                    <a:pt x="57" y="110"/>
                    <a:pt x="57" y="110"/>
                  </a:cubicBezTo>
                  <a:cubicBezTo>
                    <a:pt x="56" y="109"/>
                    <a:pt x="56" y="110"/>
                    <a:pt x="56" y="110"/>
                  </a:cubicBezTo>
                  <a:cubicBezTo>
                    <a:pt x="56" y="109"/>
                    <a:pt x="56" y="109"/>
                    <a:pt x="56" y="109"/>
                  </a:cubicBezTo>
                  <a:cubicBezTo>
                    <a:pt x="58" y="105"/>
                    <a:pt x="58" y="105"/>
                    <a:pt x="58" y="105"/>
                  </a:cubicBezTo>
                  <a:cubicBezTo>
                    <a:pt x="58" y="106"/>
                    <a:pt x="58" y="106"/>
                    <a:pt x="58" y="106"/>
                  </a:cubicBezTo>
                  <a:cubicBezTo>
                    <a:pt x="57" y="108"/>
                    <a:pt x="58" y="110"/>
                    <a:pt x="59" y="111"/>
                  </a:cubicBezTo>
                  <a:cubicBezTo>
                    <a:pt x="60" y="112"/>
                    <a:pt x="60" y="112"/>
                    <a:pt x="61" y="112"/>
                  </a:cubicBezTo>
                  <a:cubicBezTo>
                    <a:pt x="62" y="112"/>
                    <a:pt x="62" y="111"/>
                    <a:pt x="62" y="111"/>
                  </a:cubicBezTo>
                  <a:cubicBezTo>
                    <a:pt x="63" y="110"/>
                    <a:pt x="63" y="109"/>
                    <a:pt x="62" y="107"/>
                  </a:cubicBezTo>
                  <a:cubicBezTo>
                    <a:pt x="62" y="105"/>
                    <a:pt x="62" y="105"/>
                    <a:pt x="62" y="105"/>
                  </a:cubicBezTo>
                  <a:cubicBezTo>
                    <a:pt x="61" y="104"/>
                    <a:pt x="61" y="102"/>
                    <a:pt x="62" y="101"/>
                  </a:cubicBezTo>
                  <a:cubicBezTo>
                    <a:pt x="62" y="100"/>
                    <a:pt x="63" y="100"/>
                    <a:pt x="64" y="99"/>
                  </a:cubicBezTo>
                  <a:cubicBezTo>
                    <a:pt x="65" y="99"/>
                    <a:pt x="66" y="99"/>
                    <a:pt x="67" y="100"/>
                  </a:cubicBezTo>
                  <a:cubicBezTo>
                    <a:pt x="67" y="101"/>
                    <a:pt x="68" y="101"/>
                    <a:pt x="68" y="101"/>
                  </a:cubicBezTo>
                  <a:cubicBezTo>
                    <a:pt x="68" y="102"/>
                    <a:pt x="68" y="102"/>
                    <a:pt x="69" y="102"/>
                  </a:cubicBezTo>
                  <a:cubicBezTo>
                    <a:pt x="69" y="102"/>
                    <a:pt x="69" y="102"/>
                    <a:pt x="70" y="102"/>
                  </a:cubicBezTo>
                  <a:cubicBezTo>
                    <a:pt x="70" y="103"/>
                    <a:pt x="70" y="103"/>
                    <a:pt x="70" y="103"/>
                  </a:cubicBezTo>
                  <a:cubicBezTo>
                    <a:pt x="68" y="107"/>
                    <a:pt x="68" y="107"/>
                    <a:pt x="68" y="107"/>
                  </a:cubicBezTo>
                  <a:cubicBezTo>
                    <a:pt x="67" y="106"/>
                    <a:pt x="67" y="106"/>
                    <a:pt x="67" y="106"/>
                  </a:cubicBezTo>
                  <a:cubicBezTo>
                    <a:pt x="68" y="104"/>
                    <a:pt x="68" y="102"/>
                    <a:pt x="66" y="101"/>
                  </a:cubicBezTo>
                  <a:cubicBezTo>
                    <a:pt x="66" y="101"/>
                    <a:pt x="65" y="101"/>
                    <a:pt x="64" y="101"/>
                  </a:cubicBezTo>
                  <a:cubicBezTo>
                    <a:pt x="64" y="101"/>
                    <a:pt x="64" y="101"/>
                    <a:pt x="63" y="101"/>
                  </a:cubicBezTo>
                  <a:cubicBezTo>
                    <a:pt x="63" y="102"/>
                    <a:pt x="63" y="102"/>
                    <a:pt x="63" y="103"/>
                  </a:cubicBezTo>
                  <a:cubicBezTo>
                    <a:pt x="63" y="103"/>
                    <a:pt x="63" y="104"/>
                    <a:pt x="64" y="105"/>
                  </a:cubicBezTo>
                  <a:cubicBezTo>
                    <a:pt x="64" y="107"/>
                    <a:pt x="64" y="107"/>
                    <a:pt x="64" y="107"/>
                  </a:cubicBezTo>
                  <a:cubicBezTo>
                    <a:pt x="66" y="109"/>
                    <a:pt x="66" y="111"/>
                    <a:pt x="65" y="111"/>
                  </a:cubicBezTo>
                  <a:close/>
                  <a:moveTo>
                    <a:pt x="74" y="117"/>
                  </a:moveTo>
                  <a:cubicBezTo>
                    <a:pt x="73" y="118"/>
                    <a:pt x="72" y="119"/>
                    <a:pt x="71" y="119"/>
                  </a:cubicBezTo>
                  <a:cubicBezTo>
                    <a:pt x="70" y="119"/>
                    <a:pt x="69" y="119"/>
                    <a:pt x="68" y="118"/>
                  </a:cubicBezTo>
                  <a:cubicBezTo>
                    <a:pt x="68" y="118"/>
                    <a:pt x="67" y="117"/>
                    <a:pt x="67" y="116"/>
                  </a:cubicBezTo>
                  <a:cubicBezTo>
                    <a:pt x="66" y="115"/>
                    <a:pt x="67" y="113"/>
                    <a:pt x="68" y="112"/>
                  </a:cubicBezTo>
                  <a:cubicBezTo>
                    <a:pt x="68" y="111"/>
                    <a:pt x="69" y="110"/>
                    <a:pt x="70" y="110"/>
                  </a:cubicBezTo>
                  <a:cubicBezTo>
                    <a:pt x="72" y="109"/>
                    <a:pt x="73" y="109"/>
                    <a:pt x="74" y="110"/>
                  </a:cubicBezTo>
                  <a:cubicBezTo>
                    <a:pt x="75" y="111"/>
                    <a:pt x="75" y="111"/>
                    <a:pt x="76" y="112"/>
                  </a:cubicBezTo>
                  <a:cubicBezTo>
                    <a:pt x="76" y="113"/>
                    <a:pt x="76" y="113"/>
                    <a:pt x="76" y="113"/>
                  </a:cubicBezTo>
                  <a:cubicBezTo>
                    <a:pt x="76" y="114"/>
                    <a:pt x="75" y="114"/>
                    <a:pt x="75" y="114"/>
                  </a:cubicBezTo>
                  <a:cubicBezTo>
                    <a:pt x="75" y="114"/>
                    <a:pt x="75" y="114"/>
                    <a:pt x="74" y="114"/>
                  </a:cubicBezTo>
                  <a:cubicBezTo>
                    <a:pt x="74" y="114"/>
                    <a:pt x="74" y="113"/>
                    <a:pt x="74" y="113"/>
                  </a:cubicBezTo>
                  <a:cubicBezTo>
                    <a:pt x="74" y="113"/>
                    <a:pt x="74" y="113"/>
                    <a:pt x="74" y="113"/>
                  </a:cubicBezTo>
                  <a:cubicBezTo>
                    <a:pt x="74" y="112"/>
                    <a:pt x="74" y="112"/>
                    <a:pt x="74" y="111"/>
                  </a:cubicBezTo>
                  <a:cubicBezTo>
                    <a:pt x="74" y="111"/>
                    <a:pt x="74" y="111"/>
                    <a:pt x="73" y="111"/>
                  </a:cubicBezTo>
                  <a:cubicBezTo>
                    <a:pt x="72" y="110"/>
                    <a:pt x="72" y="110"/>
                    <a:pt x="70" y="111"/>
                  </a:cubicBezTo>
                  <a:cubicBezTo>
                    <a:pt x="70" y="111"/>
                    <a:pt x="69" y="111"/>
                    <a:pt x="69" y="112"/>
                  </a:cubicBezTo>
                  <a:cubicBezTo>
                    <a:pt x="68" y="113"/>
                    <a:pt x="68" y="114"/>
                    <a:pt x="68" y="115"/>
                  </a:cubicBezTo>
                  <a:cubicBezTo>
                    <a:pt x="68" y="116"/>
                    <a:pt x="68" y="117"/>
                    <a:pt x="69" y="117"/>
                  </a:cubicBezTo>
                  <a:cubicBezTo>
                    <a:pt x="71" y="118"/>
                    <a:pt x="72" y="118"/>
                    <a:pt x="74" y="117"/>
                  </a:cubicBezTo>
                  <a:cubicBezTo>
                    <a:pt x="74" y="117"/>
                    <a:pt x="74" y="117"/>
                    <a:pt x="74" y="117"/>
                  </a:cubicBezTo>
                  <a:close/>
                  <a:moveTo>
                    <a:pt x="83" y="111"/>
                  </a:moveTo>
                  <a:cubicBezTo>
                    <a:pt x="83" y="111"/>
                    <a:pt x="82" y="111"/>
                    <a:pt x="82" y="111"/>
                  </a:cubicBezTo>
                  <a:cubicBezTo>
                    <a:pt x="82" y="111"/>
                    <a:pt x="82" y="111"/>
                    <a:pt x="81" y="111"/>
                  </a:cubicBezTo>
                  <a:cubicBezTo>
                    <a:pt x="81" y="111"/>
                    <a:pt x="81" y="111"/>
                    <a:pt x="81" y="111"/>
                  </a:cubicBezTo>
                  <a:cubicBezTo>
                    <a:pt x="81" y="110"/>
                    <a:pt x="81" y="110"/>
                    <a:pt x="81" y="110"/>
                  </a:cubicBezTo>
                  <a:cubicBezTo>
                    <a:pt x="81" y="109"/>
                    <a:pt x="81" y="109"/>
                    <a:pt x="82" y="109"/>
                  </a:cubicBezTo>
                  <a:cubicBezTo>
                    <a:pt x="82" y="109"/>
                    <a:pt x="82" y="109"/>
                    <a:pt x="82" y="109"/>
                  </a:cubicBezTo>
                  <a:cubicBezTo>
                    <a:pt x="83" y="109"/>
                    <a:pt x="83" y="110"/>
                    <a:pt x="83" y="110"/>
                  </a:cubicBezTo>
                  <a:cubicBezTo>
                    <a:pt x="83" y="111"/>
                    <a:pt x="83" y="111"/>
                    <a:pt x="83" y="111"/>
                  </a:cubicBezTo>
                  <a:close/>
                  <a:moveTo>
                    <a:pt x="78" y="123"/>
                  </a:moveTo>
                  <a:cubicBezTo>
                    <a:pt x="74" y="121"/>
                    <a:pt x="74" y="121"/>
                    <a:pt x="74" y="121"/>
                  </a:cubicBezTo>
                  <a:cubicBezTo>
                    <a:pt x="74" y="121"/>
                    <a:pt x="74" y="121"/>
                    <a:pt x="74" y="121"/>
                  </a:cubicBezTo>
                  <a:cubicBezTo>
                    <a:pt x="75" y="121"/>
                    <a:pt x="76" y="121"/>
                    <a:pt x="76" y="120"/>
                  </a:cubicBezTo>
                  <a:cubicBezTo>
                    <a:pt x="78" y="115"/>
                    <a:pt x="78" y="115"/>
                    <a:pt x="78" y="115"/>
                  </a:cubicBezTo>
                  <a:cubicBezTo>
                    <a:pt x="79" y="115"/>
                    <a:pt x="79" y="114"/>
                    <a:pt x="78" y="114"/>
                  </a:cubicBezTo>
                  <a:cubicBezTo>
                    <a:pt x="78" y="114"/>
                    <a:pt x="78" y="114"/>
                    <a:pt x="78" y="114"/>
                  </a:cubicBezTo>
                  <a:cubicBezTo>
                    <a:pt x="78" y="113"/>
                    <a:pt x="78" y="113"/>
                    <a:pt x="78" y="113"/>
                  </a:cubicBezTo>
                  <a:cubicBezTo>
                    <a:pt x="81" y="114"/>
                    <a:pt x="81" y="114"/>
                    <a:pt x="81" y="114"/>
                  </a:cubicBezTo>
                  <a:cubicBezTo>
                    <a:pt x="78" y="121"/>
                    <a:pt x="78" y="121"/>
                    <a:pt x="78" y="121"/>
                  </a:cubicBezTo>
                  <a:cubicBezTo>
                    <a:pt x="77" y="122"/>
                    <a:pt x="78" y="123"/>
                    <a:pt x="78" y="123"/>
                  </a:cubicBezTo>
                  <a:cubicBezTo>
                    <a:pt x="78" y="123"/>
                    <a:pt x="78" y="123"/>
                    <a:pt x="78" y="123"/>
                  </a:cubicBezTo>
                  <a:close/>
                  <a:moveTo>
                    <a:pt x="89" y="124"/>
                  </a:moveTo>
                  <a:cubicBezTo>
                    <a:pt x="88" y="125"/>
                    <a:pt x="87" y="125"/>
                    <a:pt x="86" y="126"/>
                  </a:cubicBezTo>
                  <a:cubicBezTo>
                    <a:pt x="85" y="126"/>
                    <a:pt x="84" y="126"/>
                    <a:pt x="84" y="126"/>
                  </a:cubicBezTo>
                  <a:cubicBezTo>
                    <a:pt x="82" y="125"/>
                    <a:pt x="82" y="125"/>
                    <a:pt x="82" y="124"/>
                  </a:cubicBezTo>
                  <a:cubicBezTo>
                    <a:pt x="81" y="123"/>
                    <a:pt x="81" y="121"/>
                    <a:pt x="82" y="120"/>
                  </a:cubicBezTo>
                  <a:cubicBezTo>
                    <a:pt x="82" y="119"/>
                    <a:pt x="83" y="118"/>
                    <a:pt x="84" y="117"/>
                  </a:cubicBezTo>
                  <a:cubicBezTo>
                    <a:pt x="85" y="117"/>
                    <a:pt x="86" y="117"/>
                    <a:pt x="87" y="117"/>
                  </a:cubicBezTo>
                  <a:cubicBezTo>
                    <a:pt x="88" y="118"/>
                    <a:pt x="89" y="119"/>
                    <a:pt x="89" y="119"/>
                  </a:cubicBezTo>
                  <a:cubicBezTo>
                    <a:pt x="90" y="120"/>
                    <a:pt x="90" y="121"/>
                    <a:pt x="89" y="122"/>
                  </a:cubicBezTo>
                  <a:cubicBezTo>
                    <a:pt x="83" y="119"/>
                    <a:pt x="83" y="119"/>
                    <a:pt x="83" y="119"/>
                  </a:cubicBezTo>
                  <a:cubicBezTo>
                    <a:pt x="83" y="121"/>
                    <a:pt x="83" y="122"/>
                    <a:pt x="83" y="123"/>
                  </a:cubicBezTo>
                  <a:cubicBezTo>
                    <a:pt x="83" y="124"/>
                    <a:pt x="84" y="124"/>
                    <a:pt x="84" y="125"/>
                  </a:cubicBezTo>
                  <a:cubicBezTo>
                    <a:pt x="85" y="125"/>
                    <a:pt x="86" y="125"/>
                    <a:pt x="86" y="125"/>
                  </a:cubicBezTo>
                  <a:cubicBezTo>
                    <a:pt x="88" y="125"/>
                    <a:pt x="88" y="124"/>
                    <a:pt x="89" y="124"/>
                  </a:cubicBezTo>
                  <a:cubicBezTo>
                    <a:pt x="89" y="124"/>
                    <a:pt x="89" y="124"/>
                    <a:pt x="89" y="124"/>
                  </a:cubicBezTo>
                  <a:close/>
                  <a:moveTo>
                    <a:pt x="88" y="120"/>
                  </a:moveTo>
                  <a:cubicBezTo>
                    <a:pt x="88" y="119"/>
                    <a:pt x="88" y="118"/>
                    <a:pt x="87" y="117"/>
                  </a:cubicBezTo>
                  <a:cubicBezTo>
                    <a:pt x="86" y="117"/>
                    <a:pt x="84" y="117"/>
                    <a:pt x="84" y="119"/>
                  </a:cubicBezTo>
                  <a:cubicBezTo>
                    <a:pt x="88" y="120"/>
                    <a:pt x="88" y="120"/>
                    <a:pt x="88" y="120"/>
                  </a:cubicBezTo>
                  <a:close/>
                  <a:moveTo>
                    <a:pt x="98" y="131"/>
                  </a:moveTo>
                  <a:cubicBezTo>
                    <a:pt x="94" y="129"/>
                    <a:pt x="94" y="129"/>
                    <a:pt x="94" y="129"/>
                  </a:cubicBezTo>
                  <a:cubicBezTo>
                    <a:pt x="94" y="129"/>
                    <a:pt x="94" y="129"/>
                    <a:pt x="94" y="129"/>
                  </a:cubicBezTo>
                  <a:cubicBezTo>
                    <a:pt x="95" y="129"/>
                    <a:pt x="96" y="129"/>
                    <a:pt x="96" y="128"/>
                  </a:cubicBezTo>
                  <a:cubicBezTo>
                    <a:pt x="98" y="123"/>
                    <a:pt x="98" y="123"/>
                    <a:pt x="98" y="123"/>
                  </a:cubicBezTo>
                  <a:cubicBezTo>
                    <a:pt x="98" y="123"/>
                    <a:pt x="98" y="123"/>
                    <a:pt x="98" y="122"/>
                  </a:cubicBezTo>
                  <a:cubicBezTo>
                    <a:pt x="98" y="122"/>
                    <a:pt x="97" y="122"/>
                    <a:pt x="97" y="121"/>
                  </a:cubicBezTo>
                  <a:cubicBezTo>
                    <a:pt x="96" y="121"/>
                    <a:pt x="95" y="121"/>
                    <a:pt x="94" y="122"/>
                  </a:cubicBezTo>
                  <a:cubicBezTo>
                    <a:pt x="93" y="127"/>
                    <a:pt x="93" y="127"/>
                    <a:pt x="93" y="127"/>
                  </a:cubicBezTo>
                  <a:cubicBezTo>
                    <a:pt x="92" y="128"/>
                    <a:pt x="93" y="129"/>
                    <a:pt x="94" y="129"/>
                  </a:cubicBezTo>
                  <a:cubicBezTo>
                    <a:pt x="94" y="129"/>
                    <a:pt x="94" y="129"/>
                    <a:pt x="94" y="129"/>
                  </a:cubicBezTo>
                  <a:cubicBezTo>
                    <a:pt x="90" y="128"/>
                    <a:pt x="90" y="128"/>
                    <a:pt x="90" y="128"/>
                  </a:cubicBezTo>
                  <a:cubicBezTo>
                    <a:pt x="90" y="127"/>
                    <a:pt x="90" y="127"/>
                    <a:pt x="90" y="127"/>
                  </a:cubicBezTo>
                  <a:cubicBezTo>
                    <a:pt x="90" y="128"/>
                    <a:pt x="91" y="127"/>
                    <a:pt x="91" y="127"/>
                  </a:cubicBezTo>
                  <a:cubicBezTo>
                    <a:pt x="93" y="121"/>
                    <a:pt x="93" y="121"/>
                    <a:pt x="93" y="121"/>
                  </a:cubicBezTo>
                  <a:cubicBezTo>
                    <a:pt x="93" y="121"/>
                    <a:pt x="93" y="121"/>
                    <a:pt x="93" y="121"/>
                  </a:cubicBezTo>
                  <a:cubicBezTo>
                    <a:pt x="93" y="121"/>
                    <a:pt x="93" y="120"/>
                    <a:pt x="92" y="120"/>
                  </a:cubicBezTo>
                  <a:cubicBezTo>
                    <a:pt x="92" y="120"/>
                    <a:pt x="92" y="120"/>
                    <a:pt x="92" y="120"/>
                  </a:cubicBezTo>
                  <a:cubicBezTo>
                    <a:pt x="96" y="120"/>
                    <a:pt x="96" y="120"/>
                    <a:pt x="96" y="120"/>
                  </a:cubicBezTo>
                  <a:cubicBezTo>
                    <a:pt x="95" y="121"/>
                    <a:pt x="95" y="121"/>
                    <a:pt x="95" y="121"/>
                  </a:cubicBezTo>
                  <a:cubicBezTo>
                    <a:pt x="96" y="121"/>
                    <a:pt x="98" y="121"/>
                    <a:pt x="99" y="121"/>
                  </a:cubicBezTo>
                  <a:cubicBezTo>
                    <a:pt x="100" y="121"/>
                    <a:pt x="101" y="123"/>
                    <a:pt x="100" y="125"/>
                  </a:cubicBezTo>
                  <a:cubicBezTo>
                    <a:pt x="98" y="129"/>
                    <a:pt x="98" y="129"/>
                    <a:pt x="98" y="129"/>
                  </a:cubicBezTo>
                  <a:cubicBezTo>
                    <a:pt x="98" y="130"/>
                    <a:pt x="98" y="131"/>
                    <a:pt x="98" y="131"/>
                  </a:cubicBezTo>
                  <a:cubicBezTo>
                    <a:pt x="98" y="131"/>
                    <a:pt x="98" y="131"/>
                    <a:pt x="98" y="131"/>
                  </a:cubicBezTo>
                  <a:close/>
                  <a:moveTo>
                    <a:pt x="109" y="130"/>
                  </a:moveTo>
                  <a:cubicBezTo>
                    <a:pt x="108" y="131"/>
                    <a:pt x="107" y="132"/>
                    <a:pt x="107" y="132"/>
                  </a:cubicBezTo>
                  <a:cubicBezTo>
                    <a:pt x="106" y="133"/>
                    <a:pt x="105" y="133"/>
                    <a:pt x="104" y="133"/>
                  </a:cubicBezTo>
                  <a:cubicBezTo>
                    <a:pt x="103" y="132"/>
                    <a:pt x="102" y="132"/>
                    <a:pt x="102" y="131"/>
                  </a:cubicBezTo>
                  <a:cubicBezTo>
                    <a:pt x="101" y="129"/>
                    <a:pt x="101" y="128"/>
                    <a:pt x="101" y="127"/>
                  </a:cubicBezTo>
                  <a:cubicBezTo>
                    <a:pt x="102" y="126"/>
                    <a:pt x="102" y="125"/>
                    <a:pt x="103" y="124"/>
                  </a:cubicBezTo>
                  <a:cubicBezTo>
                    <a:pt x="104" y="123"/>
                    <a:pt x="106" y="123"/>
                    <a:pt x="107" y="123"/>
                  </a:cubicBezTo>
                  <a:cubicBezTo>
                    <a:pt x="108" y="123"/>
                    <a:pt x="108" y="123"/>
                    <a:pt x="109" y="124"/>
                  </a:cubicBezTo>
                  <a:cubicBezTo>
                    <a:pt x="109" y="125"/>
                    <a:pt x="110" y="125"/>
                    <a:pt x="109" y="126"/>
                  </a:cubicBezTo>
                  <a:cubicBezTo>
                    <a:pt x="109" y="126"/>
                    <a:pt x="109" y="126"/>
                    <a:pt x="109" y="126"/>
                  </a:cubicBezTo>
                  <a:cubicBezTo>
                    <a:pt x="108" y="126"/>
                    <a:pt x="108" y="126"/>
                    <a:pt x="108" y="126"/>
                  </a:cubicBezTo>
                  <a:cubicBezTo>
                    <a:pt x="108" y="126"/>
                    <a:pt x="108" y="126"/>
                    <a:pt x="108" y="126"/>
                  </a:cubicBezTo>
                  <a:cubicBezTo>
                    <a:pt x="108" y="125"/>
                    <a:pt x="108" y="125"/>
                    <a:pt x="108" y="125"/>
                  </a:cubicBezTo>
                  <a:cubicBezTo>
                    <a:pt x="108" y="125"/>
                    <a:pt x="108" y="124"/>
                    <a:pt x="108" y="124"/>
                  </a:cubicBezTo>
                  <a:cubicBezTo>
                    <a:pt x="107" y="123"/>
                    <a:pt x="107" y="123"/>
                    <a:pt x="107" y="123"/>
                  </a:cubicBezTo>
                  <a:cubicBezTo>
                    <a:pt x="106" y="123"/>
                    <a:pt x="105" y="123"/>
                    <a:pt x="104" y="124"/>
                  </a:cubicBezTo>
                  <a:cubicBezTo>
                    <a:pt x="104" y="124"/>
                    <a:pt x="104" y="125"/>
                    <a:pt x="103" y="126"/>
                  </a:cubicBezTo>
                  <a:cubicBezTo>
                    <a:pt x="103" y="127"/>
                    <a:pt x="103" y="128"/>
                    <a:pt x="104" y="129"/>
                  </a:cubicBezTo>
                  <a:cubicBezTo>
                    <a:pt x="104" y="129"/>
                    <a:pt x="105" y="130"/>
                    <a:pt x="106" y="130"/>
                  </a:cubicBezTo>
                  <a:cubicBezTo>
                    <a:pt x="106" y="131"/>
                    <a:pt x="107" y="131"/>
                    <a:pt x="109" y="130"/>
                  </a:cubicBezTo>
                  <a:cubicBezTo>
                    <a:pt x="109" y="130"/>
                    <a:pt x="109" y="130"/>
                    <a:pt x="109" y="130"/>
                  </a:cubicBezTo>
                  <a:close/>
                  <a:moveTo>
                    <a:pt x="119" y="132"/>
                  </a:moveTo>
                  <a:cubicBezTo>
                    <a:pt x="118" y="133"/>
                    <a:pt x="118" y="133"/>
                    <a:pt x="117" y="134"/>
                  </a:cubicBezTo>
                  <a:cubicBezTo>
                    <a:pt x="116" y="134"/>
                    <a:pt x="115" y="135"/>
                    <a:pt x="114" y="134"/>
                  </a:cubicBezTo>
                  <a:cubicBezTo>
                    <a:pt x="113" y="134"/>
                    <a:pt x="112" y="133"/>
                    <a:pt x="112" y="133"/>
                  </a:cubicBezTo>
                  <a:cubicBezTo>
                    <a:pt x="111" y="131"/>
                    <a:pt x="111" y="130"/>
                    <a:pt x="111" y="129"/>
                  </a:cubicBezTo>
                  <a:cubicBezTo>
                    <a:pt x="112" y="128"/>
                    <a:pt x="112" y="127"/>
                    <a:pt x="113" y="126"/>
                  </a:cubicBezTo>
                  <a:cubicBezTo>
                    <a:pt x="114" y="125"/>
                    <a:pt x="115" y="125"/>
                    <a:pt x="116" y="125"/>
                  </a:cubicBezTo>
                  <a:cubicBezTo>
                    <a:pt x="118" y="125"/>
                    <a:pt x="118" y="126"/>
                    <a:pt x="119" y="127"/>
                  </a:cubicBezTo>
                  <a:cubicBezTo>
                    <a:pt x="119" y="127"/>
                    <a:pt x="120" y="128"/>
                    <a:pt x="119" y="129"/>
                  </a:cubicBezTo>
                  <a:cubicBezTo>
                    <a:pt x="113" y="128"/>
                    <a:pt x="113" y="128"/>
                    <a:pt x="113" y="128"/>
                  </a:cubicBezTo>
                  <a:cubicBezTo>
                    <a:pt x="112" y="129"/>
                    <a:pt x="113" y="131"/>
                    <a:pt x="113" y="131"/>
                  </a:cubicBezTo>
                  <a:cubicBezTo>
                    <a:pt x="114" y="132"/>
                    <a:pt x="114" y="133"/>
                    <a:pt x="115" y="133"/>
                  </a:cubicBezTo>
                  <a:cubicBezTo>
                    <a:pt x="116" y="133"/>
                    <a:pt x="116" y="133"/>
                    <a:pt x="117" y="133"/>
                  </a:cubicBezTo>
                  <a:cubicBezTo>
                    <a:pt x="118" y="133"/>
                    <a:pt x="118" y="132"/>
                    <a:pt x="119" y="132"/>
                  </a:cubicBezTo>
                  <a:cubicBezTo>
                    <a:pt x="119" y="132"/>
                    <a:pt x="119" y="132"/>
                    <a:pt x="119" y="132"/>
                  </a:cubicBezTo>
                  <a:close/>
                  <a:moveTo>
                    <a:pt x="117" y="129"/>
                  </a:moveTo>
                  <a:cubicBezTo>
                    <a:pt x="117" y="127"/>
                    <a:pt x="116" y="126"/>
                    <a:pt x="115" y="126"/>
                  </a:cubicBezTo>
                  <a:cubicBezTo>
                    <a:pt x="114" y="125"/>
                    <a:pt x="113" y="126"/>
                    <a:pt x="112" y="128"/>
                  </a:cubicBezTo>
                  <a:cubicBezTo>
                    <a:pt x="117" y="129"/>
                    <a:pt x="117" y="129"/>
                    <a:pt x="117" y="129"/>
                  </a:cubicBezTo>
                  <a:close/>
                  <a:moveTo>
                    <a:pt x="133" y="135"/>
                  </a:moveTo>
                  <a:cubicBezTo>
                    <a:pt x="132" y="136"/>
                    <a:pt x="132" y="136"/>
                    <a:pt x="132" y="136"/>
                  </a:cubicBezTo>
                  <a:cubicBezTo>
                    <a:pt x="132" y="137"/>
                    <a:pt x="131" y="137"/>
                    <a:pt x="131" y="137"/>
                  </a:cubicBezTo>
                  <a:cubicBezTo>
                    <a:pt x="130" y="137"/>
                    <a:pt x="130" y="136"/>
                    <a:pt x="130" y="135"/>
                  </a:cubicBezTo>
                  <a:cubicBezTo>
                    <a:pt x="130" y="135"/>
                    <a:pt x="129" y="136"/>
                    <a:pt x="128" y="136"/>
                  </a:cubicBezTo>
                  <a:cubicBezTo>
                    <a:pt x="128" y="136"/>
                    <a:pt x="127" y="136"/>
                    <a:pt x="127" y="136"/>
                  </a:cubicBezTo>
                  <a:cubicBezTo>
                    <a:pt x="126" y="136"/>
                    <a:pt x="126" y="136"/>
                    <a:pt x="125" y="135"/>
                  </a:cubicBezTo>
                  <a:cubicBezTo>
                    <a:pt x="125" y="135"/>
                    <a:pt x="125" y="135"/>
                    <a:pt x="125" y="134"/>
                  </a:cubicBezTo>
                  <a:cubicBezTo>
                    <a:pt x="125" y="133"/>
                    <a:pt x="126" y="132"/>
                    <a:pt x="127" y="131"/>
                  </a:cubicBezTo>
                  <a:cubicBezTo>
                    <a:pt x="128" y="131"/>
                    <a:pt x="129" y="130"/>
                    <a:pt x="130" y="130"/>
                  </a:cubicBezTo>
                  <a:cubicBezTo>
                    <a:pt x="130" y="129"/>
                    <a:pt x="130" y="129"/>
                    <a:pt x="130" y="129"/>
                  </a:cubicBezTo>
                  <a:cubicBezTo>
                    <a:pt x="130" y="128"/>
                    <a:pt x="130" y="127"/>
                    <a:pt x="129" y="127"/>
                  </a:cubicBezTo>
                  <a:cubicBezTo>
                    <a:pt x="128" y="127"/>
                    <a:pt x="128" y="127"/>
                    <a:pt x="128" y="128"/>
                  </a:cubicBezTo>
                  <a:cubicBezTo>
                    <a:pt x="128" y="128"/>
                    <a:pt x="128" y="128"/>
                    <a:pt x="128" y="128"/>
                  </a:cubicBezTo>
                  <a:cubicBezTo>
                    <a:pt x="128" y="129"/>
                    <a:pt x="128" y="129"/>
                    <a:pt x="128" y="129"/>
                  </a:cubicBezTo>
                  <a:cubicBezTo>
                    <a:pt x="128" y="129"/>
                    <a:pt x="128" y="129"/>
                    <a:pt x="127" y="129"/>
                  </a:cubicBezTo>
                  <a:cubicBezTo>
                    <a:pt x="127" y="130"/>
                    <a:pt x="127" y="130"/>
                    <a:pt x="126" y="130"/>
                  </a:cubicBezTo>
                  <a:cubicBezTo>
                    <a:pt x="126" y="130"/>
                    <a:pt x="126" y="130"/>
                    <a:pt x="126" y="129"/>
                  </a:cubicBezTo>
                  <a:cubicBezTo>
                    <a:pt x="125" y="129"/>
                    <a:pt x="125" y="129"/>
                    <a:pt x="126" y="129"/>
                  </a:cubicBezTo>
                  <a:cubicBezTo>
                    <a:pt x="126" y="128"/>
                    <a:pt x="126" y="128"/>
                    <a:pt x="127" y="127"/>
                  </a:cubicBezTo>
                  <a:cubicBezTo>
                    <a:pt x="128" y="127"/>
                    <a:pt x="128" y="127"/>
                    <a:pt x="129" y="127"/>
                  </a:cubicBezTo>
                  <a:cubicBezTo>
                    <a:pt x="130" y="127"/>
                    <a:pt x="131" y="127"/>
                    <a:pt x="132" y="128"/>
                  </a:cubicBezTo>
                  <a:cubicBezTo>
                    <a:pt x="132" y="128"/>
                    <a:pt x="132" y="129"/>
                    <a:pt x="132" y="130"/>
                  </a:cubicBezTo>
                  <a:cubicBezTo>
                    <a:pt x="132" y="135"/>
                    <a:pt x="132" y="135"/>
                    <a:pt x="132" y="135"/>
                  </a:cubicBezTo>
                  <a:cubicBezTo>
                    <a:pt x="132" y="135"/>
                    <a:pt x="132" y="135"/>
                    <a:pt x="132" y="135"/>
                  </a:cubicBezTo>
                  <a:cubicBezTo>
                    <a:pt x="132" y="135"/>
                    <a:pt x="132" y="135"/>
                    <a:pt x="133" y="135"/>
                  </a:cubicBezTo>
                  <a:cubicBezTo>
                    <a:pt x="133" y="135"/>
                    <a:pt x="133" y="135"/>
                    <a:pt x="133" y="135"/>
                  </a:cubicBezTo>
                  <a:close/>
                  <a:moveTo>
                    <a:pt x="130" y="134"/>
                  </a:moveTo>
                  <a:cubicBezTo>
                    <a:pt x="130" y="131"/>
                    <a:pt x="130" y="131"/>
                    <a:pt x="130" y="131"/>
                  </a:cubicBezTo>
                  <a:cubicBezTo>
                    <a:pt x="129" y="131"/>
                    <a:pt x="128" y="131"/>
                    <a:pt x="128" y="131"/>
                  </a:cubicBezTo>
                  <a:cubicBezTo>
                    <a:pt x="127" y="132"/>
                    <a:pt x="126" y="132"/>
                    <a:pt x="126" y="133"/>
                  </a:cubicBezTo>
                  <a:cubicBezTo>
                    <a:pt x="126" y="134"/>
                    <a:pt x="127" y="135"/>
                    <a:pt x="128" y="135"/>
                  </a:cubicBezTo>
                  <a:cubicBezTo>
                    <a:pt x="128" y="135"/>
                    <a:pt x="129" y="135"/>
                    <a:pt x="130" y="134"/>
                  </a:cubicBezTo>
                  <a:close/>
                  <a:moveTo>
                    <a:pt x="144" y="136"/>
                  </a:moveTo>
                  <a:cubicBezTo>
                    <a:pt x="140" y="136"/>
                    <a:pt x="140" y="136"/>
                    <a:pt x="140" y="136"/>
                  </a:cubicBezTo>
                  <a:cubicBezTo>
                    <a:pt x="140" y="136"/>
                    <a:pt x="140" y="136"/>
                    <a:pt x="140" y="136"/>
                  </a:cubicBezTo>
                  <a:cubicBezTo>
                    <a:pt x="140" y="136"/>
                    <a:pt x="141" y="135"/>
                    <a:pt x="141" y="135"/>
                  </a:cubicBezTo>
                  <a:cubicBezTo>
                    <a:pt x="141" y="129"/>
                    <a:pt x="141" y="129"/>
                    <a:pt x="141" y="129"/>
                  </a:cubicBezTo>
                  <a:cubicBezTo>
                    <a:pt x="141" y="129"/>
                    <a:pt x="141" y="129"/>
                    <a:pt x="140" y="128"/>
                  </a:cubicBezTo>
                  <a:cubicBezTo>
                    <a:pt x="140" y="128"/>
                    <a:pt x="140" y="128"/>
                    <a:pt x="139" y="128"/>
                  </a:cubicBezTo>
                  <a:cubicBezTo>
                    <a:pt x="138" y="128"/>
                    <a:pt x="138" y="128"/>
                    <a:pt x="137" y="129"/>
                  </a:cubicBezTo>
                  <a:cubicBezTo>
                    <a:pt x="137" y="135"/>
                    <a:pt x="137" y="135"/>
                    <a:pt x="137" y="135"/>
                  </a:cubicBezTo>
                  <a:cubicBezTo>
                    <a:pt x="137" y="135"/>
                    <a:pt x="137" y="136"/>
                    <a:pt x="138" y="136"/>
                  </a:cubicBezTo>
                  <a:cubicBezTo>
                    <a:pt x="138" y="136"/>
                    <a:pt x="138" y="136"/>
                    <a:pt x="138" y="136"/>
                  </a:cubicBezTo>
                  <a:cubicBezTo>
                    <a:pt x="134" y="136"/>
                    <a:pt x="134" y="136"/>
                    <a:pt x="134" y="136"/>
                  </a:cubicBezTo>
                  <a:cubicBezTo>
                    <a:pt x="134" y="136"/>
                    <a:pt x="134" y="136"/>
                    <a:pt x="134" y="136"/>
                  </a:cubicBezTo>
                  <a:cubicBezTo>
                    <a:pt x="134" y="136"/>
                    <a:pt x="135" y="135"/>
                    <a:pt x="135" y="135"/>
                  </a:cubicBezTo>
                  <a:cubicBezTo>
                    <a:pt x="135" y="129"/>
                    <a:pt x="135" y="129"/>
                    <a:pt x="135" y="129"/>
                  </a:cubicBezTo>
                  <a:cubicBezTo>
                    <a:pt x="135" y="129"/>
                    <a:pt x="135" y="128"/>
                    <a:pt x="134" y="128"/>
                  </a:cubicBezTo>
                  <a:cubicBezTo>
                    <a:pt x="134" y="128"/>
                    <a:pt x="134" y="128"/>
                    <a:pt x="133" y="128"/>
                  </a:cubicBezTo>
                  <a:cubicBezTo>
                    <a:pt x="133" y="128"/>
                    <a:pt x="133" y="128"/>
                    <a:pt x="133" y="128"/>
                  </a:cubicBezTo>
                  <a:cubicBezTo>
                    <a:pt x="136" y="127"/>
                    <a:pt x="136" y="127"/>
                    <a:pt x="136" y="127"/>
                  </a:cubicBezTo>
                  <a:cubicBezTo>
                    <a:pt x="136" y="128"/>
                    <a:pt x="136" y="128"/>
                    <a:pt x="136" y="128"/>
                  </a:cubicBezTo>
                  <a:cubicBezTo>
                    <a:pt x="137" y="127"/>
                    <a:pt x="138" y="127"/>
                    <a:pt x="140" y="127"/>
                  </a:cubicBezTo>
                  <a:cubicBezTo>
                    <a:pt x="141" y="127"/>
                    <a:pt x="142" y="127"/>
                    <a:pt x="142" y="130"/>
                  </a:cubicBezTo>
                  <a:cubicBezTo>
                    <a:pt x="142" y="135"/>
                    <a:pt x="142" y="135"/>
                    <a:pt x="142" y="135"/>
                  </a:cubicBezTo>
                  <a:cubicBezTo>
                    <a:pt x="143" y="135"/>
                    <a:pt x="143" y="136"/>
                    <a:pt x="144" y="136"/>
                  </a:cubicBezTo>
                  <a:cubicBezTo>
                    <a:pt x="144" y="136"/>
                    <a:pt x="144" y="136"/>
                    <a:pt x="144" y="136"/>
                  </a:cubicBezTo>
                  <a:close/>
                  <a:moveTo>
                    <a:pt x="155" y="134"/>
                  </a:moveTo>
                  <a:cubicBezTo>
                    <a:pt x="154" y="135"/>
                    <a:pt x="153" y="135"/>
                    <a:pt x="152" y="136"/>
                  </a:cubicBezTo>
                  <a:cubicBezTo>
                    <a:pt x="152" y="134"/>
                    <a:pt x="152" y="134"/>
                    <a:pt x="152" y="134"/>
                  </a:cubicBezTo>
                  <a:cubicBezTo>
                    <a:pt x="151" y="135"/>
                    <a:pt x="150" y="136"/>
                    <a:pt x="149" y="136"/>
                  </a:cubicBezTo>
                  <a:cubicBezTo>
                    <a:pt x="148" y="136"/>
                    <a:pt x="148" y="136"/>
                    <a:pt x="147" y="135"/>
                  </a:cubicBezTo>
                  <a:cubicBezTo>
                    <a:pt x="146" y="134"/>
                    <a:pt x="145" y="133"/>
                    <a:pt x="145" y="131"/>
                  </a:cubicBezTo>
                  <a:cubicBezTo>
                    <a:pt x="145" y="130"/>
                    <a:pt x="146" y="129"/>
                    <a:pt x="146" y="128"/>
                  </a:cubicBezTo>
                  <a:cubicBezTo>
                    <a:pt x="146" y="127"/>
                    <a:pt x="148" y="126"/>
                    <a:pt x="149" y="126"/>
                  </a:cubicBezTo>
                  <a:cubicBezTo>
                    <a:pt x="150" y="126"/>
                    <a:pt x="150" y="126"/>
                    <a:pt x="151" y="127"/>
                  </a:cubicBezTo>
                  <a:cubicBezTo>
                    <a:pt x="150" y="124"/>
                    <a:pt x="150" y="124"/>
                    <a:pt x="150" y="124"/>
                  </a:cubicBezTo>
                  <a:cubicBezTo>
                    <a:pt x="150" y="123"/>
                    <a:pt x="150" y="123"/>
                    <a:pt x="150" y="123"/>
                  </a:cubicBezTo>
                  <a:cubicBezTo>
                    <a:pt x="150" y="123"/>
                    <a:pt x="150" y="123"/>
                    <a:pt x="149" y="123"/>
                  </a:cubicBezTo>
                  <a:cubicBezTo>
                    <a:pt x="149" y="123"/>
                    <a:pt x="149" y="123"/>
                    <a:pt x="149" y="123"/>
                  </a:cubicBezTo>
                  <a:cubicBezTo>
                    <a:pt x="150" y="123"/>
                    <a:pt x="150" y="122"/>
                    <a:pt x="152" y="121"/>
                  </a:cubicBezTo>
                  <a:cubicBezTo>
                    <a:pt x="153" y="133"/>
                    <a:pt x="153" y="133"/>
                    <a:pt x="153" y="133"/>
                  </a:cubicBezTo>
                  <a:cubicBezTo>
                    <a:pt x="153" y="134"/>
                    <a:pt x="153" y="134"/>
                    <a:pt x="153" y="134"/>
                  </a:cubicBezTo>
                  <a:cubicBezTo>
                    <a:pt x="154" y="134"/>
                    <a:pt x="155" y="134"/>
                    <a:pt x="155" y="134"/>
                  </a:cubicBezTo>
                  <a:cubicBezTo>
                    <a:pt x="155" y="134"/>
                    <a:pt x="155" y="134"/>
                    <a:pt x="155" y="134"/>
                  </a:cubicBezTo>
                  <a:close/>
                  <a:moveTo>
                    <a:pt x="152" y="133"/>
                  </a:moveTo>
                  <a:cubicBezTo>
                    <a:pt x="152" y="129"/>
                    <a:pt x="152" y="129"/>
                    <a:pt x="152" y="129"/>
                  </a:cubicBezTo>
                  <a:cubicBezTo>
                    <a:pt x="152" y="128"/>
                    <a:pt x="151" y="128"/>
                    <a:pt x="151" y="127"/>
                  </a:cubicBezTo>
                  <a:cubicBezTo>
                    <a:pt x="150" y="127"/>
                    <a:pt x="150" y="127"/>
                    <a:pt x="149" y="127"/>
                  </a:cubicBezTo>
                  <a:cubicBezTo>
                    <a:pt x="148" y="127"/>
                    <a:pt x="148" y="127"/>
                    <a:pt x="147" y="128"/>
                  </a:cubicBezTo>
                  <a:cubicBezTo>
                    <a:pt x="147" y="129"/>
                    <a:pt x="147" y="130"/>
                    <a:pt x="147" y="131"/>
                  </a:cubicBezTo>
                  <a:cubicBezTo>
                    <a:pt x="147" y="132"/>
                    <a:pt x="147" y="133"/>
                    <a:pt x="148" y="134"/>
                  </a:cubicBezTo>
                  <a:cubicBezTo>
                    <a:pt x="148" y="135"/>
                    <a:pt x="149" y="135"/>
                    <a:pt x="150" y="135"/>
                  </a:cubicBezTo>
                  <a:cubicBezTo>
                    <a:pt x="150" y="135"/>
                    <a:pt x="150" y="135"/>
                    <a:pt x="151" y="135"/>
                  </a:cubicBezTo>
                  <a:cubicBezTo>
                    <a:pt x="152" y="134"/>
                    <a:pt x="152" y="134"/>
                    <a:pt x="152" y="133"/>
                  </a:cubicBezTo>
                  <a:close/>
                  <a:moveTo>
                    <a:pt x="170" y="122"/>
                  </a:moveTo>
                  <a:cubicBezTo>
                    <a:pt x="170" y="122"/>
                    <a:pt x="170" y="122"/>
                    <a:pt x="170" y="122"/>
                  </a:cubicBezTo>
                  <a:cubicBezTo>
                    <a:pt x="169" y="121"/>
                    <a:pt x="169" y="120"/>
                    <a:pt x="169" y="120"/>
                  </a:cubicBezTo>
                  <a:cubicBezTo>
                    <a:pt x="168" y="120"/>
                    <a:pt x="168" y="120"/>
                    <a:pt x="167" y="120"/>
                  </a:cubicBezTo>
                  <a:cubicBezTo>
                    <a:pt x="165" y="120"/>
                    <a:pt x="165" y="120"/>
                    <a:pt x="165" y="120"/>
                  </a:cubicBezTo>
                  <a:cubicBezTo>
                    <a:pt x="167" y="131"/>
                    <a:pt x="167" y="131"/>
                    <a:pt x="167" y="131"/>
                  </a:cubicBezTo>
                  <a:cubicBezTo>
                    <a:pt x="168" y="132"/>
                    <a:pt x="168" y="132"/>
                    <a:pt x="170" y="132"/>
                  </a:cubicBezTo>
                  <a:cubicBezTo>
                    <a:pt x="170" y="132"/>
                    <a:pt x="170" y="132"/>
                    <a:pt x="170" y="132"/>
                  </a:cubicBezTo>
                  <a:cubicBezTo>
                    <a:pt x="164" y="133"/>
                    <a:pt x="164" y="133"/>
                    <a:pt x="164" y="133"/>
                  </a:cubicBezTo>
                  <a:cubicBezTo>
                    <a:pt x="164" y="133"/>
                    <a:pt x="164" y="133"/>
                    <a:pt x="164" y="133"/>
                  </a:cubicBezTo>
                  <a:cubicBezTo>
                    <a:pt x="165" y="133"/>
                    <a:pt x="166" y="132"/>
                    <a:pt x="165" y="131"/>
                  </a:cubicBezTo>
                  <a:cubicBezTo>
                    <a:pt x="163" y="121"/>
                    <a:pt x="163" y="121"/>
                    <a:pt x="163" y="121"/>
                  </a:cubicBezTo>
                  <a:cubicBezTo>
                    <a:pt x="161" y="121"/>
                    <a:pt x="161" y="121"/>
                    <a:pt x="161" y="121"/>
                  </a:cubicBezTo>
                  <a:cubicBezTo>
                    <a:pt x="160" y="121"/>
                    <a:pt x="160" y="122"/>
                    <a:pt x="159" y="122"/>
                  </a:cubicBezTo>
                  <a:cubicBezTo>
                    <a:pt x="159" y="123"/>
                    <a:pt x="159" y="123"/>
                    <a:pt x="159" y="124"/>
                  </a:cubicBezTo>
                  <a:cubicBezTo>
                    <a:pt x="159" y="124"/>
                    <a:pt x="159" y="124"/>
                    <a:pt x="159" y="124"/>
                  </a:cubicBezTo>
                  <a:cubicBezTo>
                    <a:pt x="158" y="121"/>
                    <a:pt x="158" y="121"/>
                    <a:pt x="158" y="121"/>
                  </a:cubicBezTo>
                  <a:cubicBezTo>
                    <a:pt x="169" y="118"/>
                    <a:pt x="169" y="118"/>
                    <a:pt x="169" y="118"/>
                  </a:cubicBezTo>
                  <a:cubicBezTo>
                    <a:pt x="170" y="122"/>
                    <a:pt x="170" y="122"/>
                    <a:pt x="170" y="122"/>
                  </a:cubicBezTo>
                  <a:close/>
                  <a:moveTo>
                    <a:pt x="181" y="125"/>
                  </a:moveTo>
                  <a:cubicBezTo>
                    <a:pt x="181" y="126"/>
                    <a:pt x="181" y="127"/>
                    <a:pt x="180" y="128"/>
                  </a:cubicBezTo>
                  <a:cubicBezTo>
                    <a:pt x="180" y="129"/>
                    <a:pt x="179" y="130"/>
                    <a:pt x="178" y="130"/>
                  </a:cubicBezTo>
                  <a:cubicBezTo>
                    <a:pt x="177" y="131"/>
                    <a:pt x="176" y="131"/>
                    <a:pt x="176" y="130"/>
                  </a:cubicBezTo>
                  <a:cubicBezTo>
                    <a:pt x="174" y="129"/>
                    <a:pt x="174" y="128"/>
                    <a:pt x="173" y="127"/>
                  </a:cubicBezTo>
                  <a:cubicBezTo>
                    <a:pt x="173" y="126"/>
                    <a:pt x="173" y="125"/>
                    <a:pt x="173" y="123"/>
                  </a:cubicBezTo>
                  <a:cubicBezTo>
                    <a:pt x="174" y="122"/>
                    <a:pt x="174" y="121"/>
                    <a:pt x="176" y="121"/>
                  </a:cubicBezTo>
                  <a:cubicBezTo>
                    <a:pt x="177" y="121"/>
                    <a:pt x="178" y="121"/>
                    <a:pt x="178" y="121"/>
                  </a:cubicBezTo>
                  <a:cubicBezTo>
                    <a:pt x="179" y="121"/>
                    <a:pt x="180" y="122"/>
                    <a:pt x="180" y="123"/>
                  </a:cubicBezTo>
                  <a:cubicBezTo>
                    <a:pt x="174" y="125"/>
                    <a:pt x="174" y="125"/>
                    <a:pt x="174" y="125"/>
                  </a:cubicBezTo>
                  <a:cubicBezTo>
                    <a:pt x="175" y="126"/>
                    <a:pt x="176" y="127"/>
                    <a:pt x="176" y="128"/>
                  </a:cubicBezTo>
                  <a:cubicBezTo>
                    <a:pt x="177" y="129"/>
                    <a:pt x="178" y="129"/>
                    <a:pt x="179" y="128"/>
                  </a:cubicBezTo>
                  <a:cubicBezTo>
                    <a:pt x="180" y="128"/>
                    <a:pt x="180" y="127"/>
                    <a:pt x="181" y="127"/>
                  </a:cubicBezTo>
                  <a:cubicBezTo>
                    <a:pt x="180" y="127"/>
                    <a:pt x="181" y="126"/>
                    <a:pt x="181" y="125"/>
                  </a:cubicBezTo>
                  <a:cubicBezTo>
                    <a:pt x="181" y="125"/>
                    <a:pt x="181" y="125"/>
                    <a:pt x="181" y="125"/>
                  </a:cubicBezTo>
                  <a:close/>
                  <a:moveTo>
                    <a:pt x="178" y="123"/>
                  </a:moveTo>
                  <a:cubicBezTo>
                    <a:pt x="177" y="122"/>
                    <a:pt x="176" y="121"/>
                    <a:pt x="175" y="122"/>
                  </a:cubicBezTo>
                  <a:cubicBezTo>
                    <a:pt x="174" y="122"/>
                    <a:pt x="173" y="123"/>
                    <a:pt x="173" y="125"/>
                  </a:cubicBezTo>
                  <a:cubicBezTo>
                    <a:pt x="178" y="123"/>
                    <a:pt x="178" y="123"/>
                    <a:pt x="178" y="123"/>
                  </a:cubicBezTo>
                  <a:close/>
                  <a:moveTo>
                    <a:pt x="190" y="122"/>
                  </a:moveTo>
                  <a:cubicBezTo>
                    <a:pt x="190" y="123"/>
                    <a:pt x="190" y="124"/>
                    <a:pt x="190" y="125"/>
                  </a:cubicBezTo>
                  <a:cubicBezTo>
                    <a:pt x="189" y="126"/>
                    <a:pt x="188" y="127"/>
                    <a:pt x="188" y="127"/>
                  </a:cubicBezTo>
                  <a:cubicBezTo>
                    <a:pt x="186" y="127"/>
                    <a:pt x="186" y="127"/>
                    <a:pt x="184" y="127"/>
                  </a:cubicBezTo>
                  <a:cubicBezTo>
                    <a:pt x="183" y="127"/>
                    <a:pt x="182" y="125"/>
                    <a:pt x="182" y="124"/>
                  </a:cubicBezTo>
                  <a:cubicBezTo>
                    <a:pt x="182" y="123"/>
                    <a:pt x="182" y="122"/>
                    <a:pt x="182" y="121"/>
                  </a:cubicBezTo>
                  <a:cubicBezTo>
                    <a:pt x="182" y="119"/>
                    <a:pt x="183" y="119"/>
                    <a:pt x="185" y="118"/>
                  </a:cubicBezTo>
                  <a:cubicBezTo>
                    <a:pt x="186" y="118"/>
                    <a:pt x="186" y="118"/>
                    <a:pt x="187" y="118"/>
                  </a:cubicBezTo>
                  <a:cubicBezTo>
                    <a:pt x="188" y="118"/>
                    <a:pt x="188" y="118"/>
                    <a:pt x="188" y="119"/>
                  </a:cubicBezTo>
                  <a:cubicBezTo>
                    <a:pt x="188" y="119"/>
                    <a:pt x="188" y="119"/>
                    <a:pt x="188" y="119"/>
                  </a:cubicBezTo>
                  <a:cubicBezTo>
                    <a:pt x="188" y="120"/>
                    <a:pt x="188" y="120"/>
                    <a:pt x="188" y="120"/>
                  </a:cubicBezTo>
                  <a:cubicBezTo>
                    <a:pt x="188" y="120"/>
                    <a:pt x="188" y="120"/>
                    <a:pt x="187" y="120"/>
                  </a:cubicBezTo>
                  <a:cubicBezTo>
                    <a:pt x="187" y="120"/>
                    <a:pt x="187" y="119"/>
                    <a:pt x="187" y="119"/>
                  </a:cubicBezTo>
                  <a:cubicBezTo>
                    <a:pt x="187" y="119"/>
                    <a:pt x="186" y="119"/>
                    <a:pt x="186" y="119"/>
                  </a:cubicBezTo>
                  <a:cubicBezTo>
                    <a:pt x="186" y="119"/>
                    <a:pt x="185" y="119"/>
                    <a:pt x="185" y="119"/>
                  </a:cubicBezTo>
                  <a:cubicBezTo>
                    <a:pt x="184" y="119"/>
                    <a:pt x="183" y="120"/>
                    <a:pt x="183" y="121"/>
                  </a:cubicBezTo>
                  <a:cubicBezTo>
                    <a:pt x="183" y="121"/>
                    <a:pt x="183" y="122"/>
                    <a:pt x="184" y="123"/>
                  </a:cubicBezTo>
                  <a:cubicBezTo>
                    <a:pt x="184" y="124"/>
                    <a:pt x="185" y="125"/>
                    <a:pt x="186" y="125"/>
                  </a:cubicBezTo>
                  <a:cubicBezTo>
                    <a:pt x="186" y="126"/>
                    <a:pt x="187" y="126"/>
                    <a:pt x="188" y="126"/>
                  </a:cubicBezTo>
                  <a:cubicBezTo>
                    <a:pt x="189" y="125"/>
                    <a:pt x="190" y="124"/>
                    <a:pt x="190" y="122"/>
                  </a:cubicBezTo>
                  <a:cubicBezTo>
                    <a:pt x="190" y="122"/>
                    <a:pt x="190" y="122"/>
                    <a:pt x="190" y="122"/>
                  </a:cubicBezTo>
                  <a:close/>
                  <a:moveTo>
                    <a:pt x="202" y="120"/>
                  </a:moveTo>
                  <a:cubicBezTo>
                    <a:pt x="198" y="122"/>
                    <a:pt x="198" y="122"/>
                    <a:pt x="198" y="122"/>
                  </a:cubicBezTo>
                  <a:cubicBezTo>
                    <a:pt x="198" y="121"/>
                    <a:pt x="198" y="121"/>
                    <a:pt x="198" y="121"/>
                  </a:cubicBezTo>
                  <a:cubicBezTo>
                    <a:pt x="199" y="121"/>
                    <a:pt x="199" y="121"/>
                    <a:pt x="198" y="120"/>
                  </a:cubicBezTo>
                  <a:cubicBezTo>
                    <a:pt x="196" y="115"/>
                    <a:pt x="196" y="115"/>
                    <a:pt x="196" y="115"/>
                  </a:cubicBezTo>
                  <a:cubicBezTo>
                    <a:pt x="195" y="114"/>
                    <a:pt x="195" y="114"/>
                    <a:pt x="194" y="115"/>
                  </a:cubicBezTo>
                  <a:cubicBezTo>
                    <a:pt x="193" y="115"/>
                    <a:pt x="192" y="116"/>
                    <a:pt x="192" y="117"/>
                  </a:cubicBezTo>
                  <a:cubicBezTo>
                    <a:pt x="194" y="121"/>
                    <a:pt x="194" y="121"/>
                    <a:pt x="194" y="121"/>
                  </a:cubicBezTo>
                  <a:cubicBezTo>
                    <a:pt x="195" y="122"/>
                    <a:pt x="196" y="122"/>
                    <a:pt x="196" y="122"/>
                  </a:cubicBezTo>
                  <a:cubicBezTo>
                    <a:pt x="196" y="122"/>
                    <a:pt x="196" y="122"/>
                    <a:pt x="196" y="122"/>
                  </a:cubicBezTo>
                  <a:cubicBezTo>
                    <a:pt x="192" y="124"/>
                    <a:pt x="192" y="124"/>
                    <a:pt x="192" y="124"/>
                  </a:cubicBezTo>
                  <a:cubicBezTo>
                    <a:pt x="192" y="124"/>
                    <a:pt x="192" y="124"/>
                    <a:pt x="192" y="124"/>
                  </a:cubicBezTo>
                  <a:cubicBezTo>
                    <a:pt x="193" y="123"/>
                    <a:pt x="193" y="123"/>
                    <a:pt x="192" y="122"/>
                  </a:cubicBezTo>
                  <a:cubicBezTo>
                    <a:pt x="188" y="113"/>
                    <a:pt x="188" y="113"/>
                    <a:pt x="188" y="113"/>
                  </a:cubicBezTo>
                  <a:cubicBezTo>
                    <a:pt x="187" y="113"/>
                    <a:pt x="187" y="113"/>
                    <a:pt x="187" y="113"/>
                  </a:cubicBezTo>
                  <a:cubicBezTo>
                    <a:pt x="187" y="113"/>
                    <a:pt x="186" y="113"/>
                    <a:pt x="186" y="113"/>
                  </a:cubicBezTo>
                  <a:cubicBezTo>
                    <a:pt x="186" y="113"/>
                    <a:pt x="186" y="113"/>
                    <a:pt x="186" y="113"/>
                  </a:cubicBezTo>
                  <a:cubicBezTo>
                    <a:pt x="186" y="112"/>
                    <a:pt x="187" y="111"/>
                    <a:pt x="188" y="110"/>
                  </a:cubicBezTo>
                  <a:cubicBezTo>
                    <a:pt x="191" y="116"/>
                    <a:pt x="191" y="116"/>
                    <a:pt x="191" y="116"/>
                  </a:cubicBezTo>
                  <a:cubicBezTo>
                    <a:pt x="192" y="114"/>
                    <a:pt x="192" y="113"/>
                    <a:pt x="193" y="113"/>
                  </a:cubicBezTo>
                  <a:cubicBezTo>
                    <a:pt x="195" y="112"/>
                    <a:pt x="196" y="113"/>
                    <a:pt x="197" y="115"/>
                  </a:cubicBezTo>
                  <a:cubicBezTo>
                    <a:pt x="199" y="119"/>
                    <a:pt x="199" y="119"/>
                    <a:pt x="199" y="119"/>
                  </a:cubicBezTo>
                  <a:cubicBezTo>
                    <a:pt x="200" y="120"/>
                    <a:pt x="201" y="120"/>
                    <a:pt x="202" y="120"/>
                  </a:cubicBezTo>
                  <a:cubicBezTo>
                    <a:pt x="202" y="120"/>
                    <a:pt x="202" y="120"/>
                    <a:pt x="202" y="120"/>
                  </a:cubicBezTo>
                  <a:close/>
                  <a:moveTo>
                    <a:pt x="212" y="114"/>
                  </a:moveTo>
                  <a:cubicBezTo>
                    <a:pt x="208" y="116"/>
                    <a:pt x="208" y="116"/>
                    <a:pt x="208" y="116"/>
                  </a:cubicBezTo>
                  <a:cubicBezTo>
                    <a:pt x="208" y="116"/>
                    <a:pt x="208" y="116"/>
                    <a:pt x="208" y="116"/>
                  </a:cubicBezTo>
                  <a:cubicBezTo>
                    <a:pt x="209" y="115"/>
                    <a:pt x="209" y="115"/>
                    <a:pt x="209" y="114"/>
                  </a:cubicBezTo>
                  <a:cubicBezTo>
                    <a:pt x="206" y="110"/>
                    <a:pt x="206" y="110"/>
                    <a:pt x="206" y="110"/>
                  </a:cubicBezTo>
                  <a:cubicBezTo>
                    <a:pt x="206" y="109"/>
                    <a:pt x="206" y="109"/>
                    <a:pt x="206" y="109"/>
                  </a:cubicBezTo>
                  <a:cubicBezTo>
                    <a:pt x="205" y="109"/>
                    <a:pt x="205" y="109"/>
                    <a:pt x="204" y="109"/>
                  </a:cubicBezTo>
                  <a:cubicBezTo>
                    <a:pt x="203" y="110"/>
                    <a:pt x="202" y="111"/>
                    <a:pt x="202" y="111"/>
                  </a:cubicBezTo>
                  <a:cubicBezTo>
                    <a:pt x="205" y="116"/>
                    <a:pt x="205" y="116"/>
                    <a:pt x="205" y="116"/>
                  </a:cubicBezTo>
                  <a:cubicBezTo>
                    <a:pt x="206" y="117"/>
                    <a:pt x="206" y="117"/>
                    <a:pt x="207" y="117"/>
                  </a:cubicBezTo>
                  <a:cubicBezTo>
                    <a:pt x="207" y="117"/>
                    <a:pt x="207" y="117"/>
                    <a:pt x="207" y="117"/>
                  </a:cubicBezTo>
                  <a:cubicBezTo>
                    <a:pt x="203" y="119"/>
                    <a:pt x="203" y="119"/>
                    <a:pt x="203" y="119"/>
                  </a:cubicBezTo>
                  <a:cubicBezTo>
                    <a:pt x="203" y="119"/>
                    <a:pt x="203" y="119"/>
                    <a:pt x="203" y="119"/>
                  </a:cubicBezTo>
                  <a:cubicBezTo>
                    <a:pt x="204" y="119"/>
                    <a:pt x="204" y="118"/>
                    <a:pt x="204" y="117"/>
                  </a:cubicBezTo>
                  <a:cubicBezTo>
                    <a:pt x="201" y="113"/>
                    <a:pt x="201" y="113"/>
                    <a:pt x="201" y="113"/>
                  </a:cubicBezTo>
                  <a:cubicBezTo>
                    <a:pt x="200" y="112"/>
                    <a:pt x="200" y="112"/>
                    <a:pt x="200" y="112"/>
                  </a:cubicBezTo>
                  <a:cubicBezTo>
                    <a:pt x="200" y="112"/>
                    <a:pt x="200" y="112"/>
                    <a:pt x="199" y="113"/>
                  </a:cubicBezTo>
                  <a:cubicBezTo>
                    <a:pt x="199" y="112"/>
                    <a:pt x="199" y="112"/>
                    <a:pt x="199" y="112"/>
                  </a:cubicBezTo>
                  <a:cubicBezTo>
                    <a:pt x="201" y="110"/>
                    <a:pt x="201" y="110"/>
                    <a:pt x="201" y="110"/>
                  </a:cubicBezTo>
                  <a:cubicBezTo>
                    <a:pt x="202" y="111"/>
                    <a:pt x="202" y="111"/>
                    <a:pt x="202" y="111"/>
                  </a:cubicBezTo>
                  <a:cubicBezTo>
                    <a:pt x="202" y="110"/>
                    <a:pt x="203" y="109"/>
                    <a:pt x="204" y="108"/>
                  </a:cubicBezTo>
                  <a:cubicBezTo>
                    <a:pt x="205" y="107"/>
                    <a:pt x="206" y="108"/>
                    <a:pt x="208" y="110"/>
                  </a:cubicBezTo>
                  <a:cubicBezTo>
                    <a:pt x="210" y="114"/>
                    <a:pt x="210" y="114"/>
                    <a:pt x="210" y="114"/>
                  </a:cubicBezTo>
                  <a:cubicBezTo>
                    <a:pt x="210" y="114"/>
                    <a:pt x="211" y="115"/>
                    <a:pt x="212" y="114"/>
                  </a:cubicBezTo>
                  <a:cubicBezTo>
                    <a:pt x="212" y="114"/>
                    <a:pt x="212" y="114"/>
                    <a:pt x="212" y="114"/>
                  </a:cubicBezTo>
                  <a:close/>
                  <a:moveTo>
                    <a:pt x="218" y="104"/>
                  </a:moveTo>
                  <a:cubicBezTo>
                    <a:pt x="219" y="105"/>
                    <a:pt x="219" y="107"/>
                    <a:pt x="219" y="108"/>
                  </a:cubicBezTo>
                  <a:cubicBezTo>
                    <a:pt x="219" y="109"/>
                    <a:pt x="218" y="110"/>
                    <a:pt x="217" y="111"/>
                  </a:cubicBezTo>
                  <a:cubicBezTo>
                    <a:pt x="216" y="112"/>
                    <a:pt x="215" y="112"/>
                    <a:pt x="214" y="112"/>
                  </a:cubicBezTo>
                  <a:cubicBezTo>
                    <a:pt x="212" y="111"/>
                    <a:pt x="211" y="111"/>
                    <a:pt x="210" y="110"/>
                  </a:cubicBezTo>
                  <a:cubicBezTo>
                    <a:pt x="210" y="109"/>
                    <a:pt x="209" y="107"/>
                    <a:pt x="209" y="106"/>
                  </a:cubicBezTo>
                  <a:cubicBezTo>
                    <a:pt x="209" y="105"/>
                    <a:pt x="210" y="104"/>
                    <a:pt x="211" y="103"/>
                  </a:cubicBezTo>
                  <a:cubicBezTo>
                    <a:pt x="212" y="102"/>
                    <a:pt x="214" y="102"/>
                    <a:pt x="215" y="102"/>
                  </a:cubicBezTo>
                  <a:cubicBezTo>
                    <a:pt x="216" y="102"/>
                    <a:pt x="217" y="103"/>
                    <a:pt x="218" y="104"/>
                  </a:cubicBezTo>
                  <a:close/>
                  <a:moveTo>
                    <a:pt x="217" y="106"/>
                  </a:moveTo>
                  <a:cubicBezTo>
                    <a:pt x="216" y="105"/>
                    <a:pt x="215" y="104"/>
                    <a:pt x="214" y="103"/>
                  </a:cubicBezTo>
                  <a:cubicBezTo>
                    <a:pt x="213" y="103"/>
                    <a:pt x="212" y="103"/>
                    <a:pt x="212" y="103"/>
                  </a:cubicBezTo>
                  <a:cubicBezTo>
                    <a:pt x="211" y="104"/>
                    <a:pt x="211" y="105"/>
                    <a:pt x="211" y="105"/>
                  </a:cubicBezTo>
                  <a:cubicBezTo>
                    <a:pt x="211" y="106"/>
                    <a:pt x="211" y="107"/>
                    <a:pt x="212" y="108"/>
                  </a:cubicBezTo>
                  <a:cubicBezTo>
                    <a:pt x="212" y="109"/>
                    <a:pt x="213" y="110"/>
                    <a:pt x="214" y="110"/>
                  </a:cubicBezTo>
                  <a:cubicBezTo>
                    <a:pt x="215" y="111"/>
                    <a:pt x="216" y="111"/>
                    <a:pt x="217" y="110"/>
                  </a:cubicBezTo>
                  <a:cubicBezTo>
                    <a:pt x="218" y="110"/>
                    <a:pt x="218" y="109"/>
                    <a:pt x="218" y="108"/>
                  </a:cubicBezTo>
                  <a:cubicBezTo>
                    <a:pt x="218" y="107"/>
                    <a:pt x="217" y="107"/>
                    <a:pt x="217" y="106"/>
                  </a:cubicBezTo>
                  <a:close/>
                  <a:moveTo>
                    <a:pt x="226" y="103"/>
                  </a:moveTo>
                  <a:cubicBezTo>
                    <a:pt x="222" y="107"/>
                    <a:pt x="222" y="107"/>
                    <a:pt x="222" y="107"/>
                  </a:cubicBezTo>
                  <a:cubicBezTo>
                    <a:pt x="222" y="106"/>
                    <a:pt x="222" y="106"/>
                    <a:pt x="222" y="106"/>
                  </a:cubicBezTo>
                  <a:cubicBezTo>
                    <a:pt x="223" y="105"/>
                    <a:pt x="223" y="105"/>
                    <a:pt x="223" y="104"/>
                  </a:cubicBezTo>
                  <a:cubicBezTo>
                    <a:pt x="216" y="97"/>
                    <a:pt x="216" y="97"/>
                    <a:pt x="216" y="97"/>
                  </a:cubicBezTo>
                  <a:cubicBezTo>
                    <a:pt x="216" y="96"/>
                    <a:pt x="216" y="96"/>
                    <a:pt x="215" y="96"/>
                  </a:cubicBezTo>
                  <a:cubicBezTo>
                    <a:pt x="215" y="96"/>
                    <a:pt x="215" y="96"/>
                    <a:pt x="214" y="97"/>
                  </a:cubicBezTo>
                  <a:cubicBezTo>
                    <a:pt x="214" y="97"/>
                    <a:pt x="214" y="97"/>
                    <a:pt x="214" y="97"/>
                  </a:cubicBezTo>
                  <a:cubicBezTo>
                    <a:pt x="214" y="97"/>
                    <a:pt x="214" y="97"/>
                    <a:pt x="214" y="97"/>
                  </a:cubicBezTo>
                  <a:cubicBezTo>
                    <a:pt x="214" y="96"/>
                    <a:pt x="215" y="95"/>
                    <a:pt x="216" y="94"/>
                  </a:cubicBezTo>
                  <a:cubicBezTo>
                    <a:pt x="224" y="103"/>
                    <a:pt x="224" y="103"/>
                    <a:pt x="224" y="103"/>
                  </a:cubicBezTo>
                  <a:cubicBezTo>
                    <a:pt x="224" y="104"/>
                    <a:pt x="225" y="104"/>
                    <a:pt x="226" y="103"/>
                  </a:cubicBezTo>
                  <a:cubicBezTo>
                    <a:pt x="226" y="103"/>
                    <a:pt x="226" y="103"/>
                    <a:pt x="226" y="103"/>
                  </a:cubicBezTo>
                  <a:close/>
                  <a:moveTo>
                    <a:pt x="231" y="93"/>
                  </a:moveTo>
                  <a:cubicBezTo>
                    <a:pt x="232" y="94"/>
                    <a:pt x="232" y="95"/>
                    <a:pt x="232" y="96"/>
                  </a:cubicBezTo>
                  <a:cubicBezTo>
                    <a:pt x="232" y="97"/>
                    <a:pt x="232" y="99"/>
                    <a:pt x="230" y="99"/>
                  </a:cubicBezTo>
                  <a:cubicBezTo>
                    <a:pt x="230" y="100"/>
                    <a:pt x="228" y="101"/>
                    <a:pt x="227" y="101"/>
                  </a:cubicBezTo>
                  <a:cubicBezTo>
                    <a:pt x="226" y="101"/>
                    <a:pt x="225" y="100"/>
                    <a:pt x="224" y="99"/>
                  </a:cubicBezTo>
                  <a:cubicBezTo>
                    <a:pt x="223" y="98"/>
                    <a:pt x="222" y="97"/>
                    <a:pt x="222" y="96"/>
                  </a:cubicBezTo>
                  <a:cubicBezTo>
                    <a:pt x="222" y="95"/>
                    <a:pt x="223" y="93"/>
                    <a:pt x="224" y="93"/>
                  </a:cubicBezTo>
                  <a:cubicBezTo>
                    <a:pt x="225" y="92"/>
                    <a:pt x="226" y="91"/>
                    <a:pt x="227" y="91"/>
                  </a:cubicBezTo>
                  <a:cubicBezTo>
                    <a:pt x="229" y="91"/>
                    <a:pt x="230" y="91"/>
                    <a:pt x="231" y="93"/>
                  </a:cubicBezTo>
                  <a:close/>
                  <a:moveTo>
                    <a:pt x="230" y="95"/>
                  </a:moveTo>
                  <a:cubicBezTo>
                    <a:pt x="229" y="94"/>
                    <a:pt x="228" y="93"/>
                    <a:pt x="227" y="93"/>
                  </a:cubicBezTo>
                  <a:cubicBezTo>
                    <a:pt x="226" y="92"/>
                    <a:pt x="225" y="92"/>
                    <a:pt x="224" y="93"/>
                  </a:cubicBezTo>
                  <a:cubicBezTo>
                    <a:pt x="224" y="93"/>
                    <a:pt x="224" y="94"/>
                    <a:pt x="224" y="95"/>
                  </a:cubicBezTo>
                  <a:cubicBezTo>
                    <a:pt x="224" y="96"/>
                    <a:pt x="224" y="96"/>
                    <a:pt x="225" y="97"/>
                  </a:cubicBezTo>
                  <a:cubicBezTo>
                    <a:pt x="226" y="98"/>
                    <a:pt x="227" y="99"/>
                    <a:pt x="228" y="99"/>
                  </a:cubicBezTo>
                  <a:cubicBezTo>
                    <a:pt x="229" y="99"/>
                    <a:pt x="230" y="99"/>
                    <a:pt x="231" y="99"/>
                  </a:cubicBezTo>
                  <a:cubicBezTo>
                    <a:pt x="232" y="98"/>
                    <a:pt x="232" y="97"/>
                    <a:pt x="231" y="97"/>
                  </a:cubicBezTo>
                  <a:cubicBezTo>
                    <a:pt x="231" y="96"/>
                    <a:pt x="231" y="95"/>
                    <a:pt x="230" y="95"/>
                  </a:cubicBezTo>
                  <a:close/>
                  <a:moveTo>
                    <a:pt x="236" y="82"/>
                  </a:moveTo>
                  <a:cubicBezTo>
                    <a:pt x="234" y="83"/>
                    <a:pt x="234" y="83"/>
                    <a:pt x="234" y="83"/>
                  </a:cubicBezTo>
                  <a:cubicBezTo>
                    <a:pt x="235" y="83"/>
                    <a:pt x="236" y="84"/>
                    <a:pt x="236" y="84"/>
                  </a:cubicBezTo>
                  <a:cubicBezTo>
                    <a:pt x="237" y="85"/>
                    <a:pt x="237" y="85"/>
                    <a:pt x="237" y="87"/>
                  </a:cubicBezTo>
                  <a:cubicBezTo>
                    <a:pt x="237" y="87"/>
                    <a:pt x="237" y="88"/>
                    <a:pt x="236" y="89"/>
                  </a:cubicBezTo>
                  <a:cubicBezTo>
                    <a:pt x="236" y="89"/>
                    <a:pt x="236" y="89"/>
                    <a:pt x="236" y="90"/>
                  </a:cubicBezTo>
                  <a:cubicBezTo>
                    <a:pt x="236" y="91"/>
                    <a:pt x="236" y="91"/>
                    <a:pt x="236" y="91"/>
                  </a:cubicBezTo>
                  <a:cubicBezTo>
                    <a:pt x="236" y="92"/>
                    <a:pt x="237" y="91"/>
                    <a:pt x="238" y="90"/>
                  </a:cubicBezTo>
                  <a:cubicBezTo>
                    <a:pt x="239" y="89"/>
                    <a:pt x="240" y="88"/>
                    <a:pt x="240" y="87"/>
                  </a:cubicBezTo>
                  <a:cubicBezTo>
                    <a:pt x="241" y="87"/>
                    <a:pt x="242" y="87"/>
                    <a:pt x="242" y="88"/>
                  </a:cubicBezTo>
                  <a:cubicBezTo>
                    <a:pt x="243" y="88"/>
                    <a:pt x="243" y="89"/>
                    <a:pt x="243" y="91"/>
                  </a:cubicBezTo>
                  <a:cubicBezTo>
                    <a:pt x="243" y="92"/>
                    <a:pt x="242" y="93"/>
                    <a:pt x="242" y="94"/>
                  </a:cubicBezTo>
                  <a:cubicBezTo>
                    <a:pt x="241" y="95"/>
                    <a:pt x="240" y="95"/>
                    <a:pt x="239" y="96"/>
                  </a:cubicBezTo>
                  <a:cubicBezTo>
                    <a:pt x="238" y="96"/>
                    <a:pt x="238" y="96"/>
                    <a:pt x="238" y="95"/>
                  </a:cubicBezTo>
                  <a:cubicBezTo>
                    <a:pt x="237" y="95"/>
                    <a:pt x="237" y="95"/>
                    <a:pt x="237" y="94"/>
                  </a:cubicBezTo>
                  <a:cubicBezTo>
                    <a:pt x="237" y="94"/>
                    <a:pt x="237" y="93"/>
                    <a:pt x="237" y="93"/>
                  </a:cubicBezTo>
                  <a:cubicBezTo>
                    <a:pt x="237" y="93"/>
                    <a:pt x="237" y="93"/>
                    <a:pt x="236" y="93"/>
                  </a:cubicBezTo>
                  <a:cubicBezTo>
                    <a:pt x="236" y="93"/>
                    <a:pt x="236" y="93"/>
                    <a:pt x="236" y="93"/>
                  </a:cubicBezTo>
                  <a:cubicBezTo>
                    <a:pt x="235" y="93"/>
                    <a:pt x="235" y="92"/>
                    <a:pt x="235" y="92"/>
                  </a:cubicBezTo>
                  <a:cubicBezTo>
                    <a:pt x="235" y="91"/>
                    <a:pt x="235" y="91"/>
                    <a:pt x="235" y="90"/>
                  </a:cubicBezTo>
                  <a:cubicBezTo>
                    <a:pt x="234" y="91"/>
                    <a:pt x="233" y="91"/>
                    <a:pt x="232" y="90"/>
                  </a:cubicBezTo>
                  <a:cubicBezTo>
                    <a:pt x="231" y="89"/>
                    <a:pt x="230" y="89"/>
                    <a:pt x="230" y="87"/>
                  </a:cubicBezTo>
                  <a:cubicBezTo>
                    <a:pt x="230" y="87"/>
                    <a:pt x="231" y="85"/>
                    <a:pt x="232" y="85"/>
                  </a:cubicBezTo>
                  <a:cubicBezTo>
                    <a:pt x="232" y="84"/>
                    <a:pt x="232" y="84"/>
                    <a:pt x="233" y="83"/>
                  </a:cubicBezTo>
                  <a:cubicBezTo>
                    <a:pt x="234" y="83"/>
                    <a:pt x="234" y="83"/>
                    <a:pt x="234" y="83"/>
                  </a:cubicBezTo>
                  <a:cubicBezTo>
                    <a:pt x="235" y="81"/>
                    <a:pt x="235" y="81"/>
                    <a:pt x="235" y="81"/>
                  </a:cubicBezTo>
                  <a:cubicBezTo>
                    <a:pt x="236" y="82"/>
                    <a:pt x="236" y="82"/>
                    <a:pt x="236" y="82"/>
                  </a:cubicBezTo>
                  <a:close/>
                  <a:moveTo>
                    <a:pt x="236" y="86"/>
                  </a:moveTo>
                  <a:cubicBezTo>
                    <a:pt x="235" y="86"/>
                    <a:pt x="234" y="85"/>
                    <a:pt x="234" y="85"/>
                  </a:cubicBezTo>
                  <a:cubicBezTo>
                    <a:pt x="233" y="85"/>
                    <a:pt x="232" y="85"/>
                    <a:pt x="232" y="85"/>
                  </a:cubicBezTo>
                  <a:cubicBezTo>
                    <a:pt x="231" y="86"/>
                    <a:pt x="231" y="86"/>
                    <a:pt x="231" y="87"/>
                  </a:cubicBezTo>
                  <a:cubicBezTo>
                    <a:pt x="231" y="87"/>
                    <a:pt x="232" y="87"/>
                    <a:pt x="232" y="88"/>
                  </a:cubicBezTo>
                  <a:cubicBezTo>
                    <a:pt x="233" y="88"/>
                    <a:pt x="233" y="89"/>
                    <a:pt x="234" y="89"/>
                  </a:cubicBezTo>
                  <a:cubicBezTo>
                    <a:pt x="235" y="89"/>
                    <a:pt x="235" y="89"/>
                    <a:pt x="236" y="89"/>
                  </a:cubicBezTo>
                  <a:cubicBezTo>
                    <a:pt x="237" y="88"/>
                    <a:pt x="236" y="87"/>
                    <a:pt x="236" y="86"/>
                  </a:cubicBezTo>
                  <a:close/>
                  <a:moveTo>
                    <a:pt x="242" y="89"/>
                  </a:moveTo>
                  <a:cubicBezTo>
                    <a:pt x="242" y="89"/>
                    <a:pt x="241" y="89"/>
                    <a:pt x="240" y="89"/>
                  </a:cubicBezTo>
                  <a:cubicBezTo>
                    <a:pt x="240" y="90"/>
                    <a:pt x="240" y="90"/>
                    <a:pt x="239" y="91"/>
                  </a:cubicBezTo>
                  <a:cubicBezTo>
                    <a:pt x="238" y="92"/>
                    <a:pt x="238" y="92"/>
                    <a:pt x="237" y="93"/>
                  </a:cubicBezTo>
                  <a:cubicBezTo>
                    <a:pt x="237" y="93"/>
                    <a:pt x="238" y="94"/>
                    <a:pt x="238" y="95"/>
                  </a:cubicBezTo>
                  <a:cubicBezTo>
                    <a:pt x="239" y="95"/>
                    <a:pt x="240" y="95"/>
                    <a:pt x="241" y="93"/>
                  </a:cubicBezTo>
                  <a:cubicBezTo>
                    <a:pt x="242" y="93"/>
                    <a:pt x="242" y="91"/>
                    <a:pt x="243" y="91"/>
                  </a:cubicBezTo>
                  <a:cubicBezTo>
                    <a:pt x="243" y="90"/>
                    <a:pt x="242" y="89"/>
                    <a:pt x="242" y="89"/>
                  </a:cubicBezTo>
                  <a:close/>
                  <a:moveTo>
                    <a:pt x="242" y="73"/>
                  </a:moveTo>
                  <a:cubicBezTo>
                    <a:pt x="242" y="73"/>
                    <a:pt x="242" y="73"/>
                    <a:pt x="242" y="74"/>
                  </a:cubicBezTo>
                  <a:cubicBezTo>
                    <a:pt x="242" y="74"/>
                    <a:pt x="242" y="74"/>
                    <a:pt x="242" y="75"/>
                  </a:cubicBezTo>
                  <a:cubicBezTo>
                    <a:pt x="247" y="83"/>
                    <a:pt x="247" y="83"/>
                    <a:pt x="247" y="83"/>
                  </a:cubicBezTo>
                  <a:cubicBezTo>
                    <a:pt x="248" y="85"/>
                    <a:pt x="248" y="86"/>
                    <a:pt x="247" y="87"/>
                  </a:cubicBezTo>
                  <a:cubicBezTo>
                    <a:pt x="246" y="88"/>
                    <a:pt x="246" y="88"/>
                    <a:pt x="245" y="87"/>
                  </a:cubicBezTo>
                  <a:cubicBezTo>
                    <a:pt x="245" y="87"/>
                    <a:pt x="245" y="87"/>
                    <a:pt x="245" y="87"/>
                  </a:cubicBezTo>
                  <a:cubicBezTo>
                    <a:pt x="245" y="86"/>
                    <a:pt x="245" y="86"/>
                    <a:pt x="245" y="86"/>
                  </a:cubicBezTo>
                  <a:cubicBezTo>
                    <a:pt x="245" y="86"/>
                    <a:pt x="246" y="85"/>
                    <a:pt x="246" y="85"/>
                  </a:cubicBezTo>
                  <a:cubicBezTo>
                    <a:pt x="246" y="85"/>
                    <a:pt x="246" y="85"/>
                    <a:pt x="246" y="85"/>
                  </a:cubicBezTo>
                  <a:cubicBezTo>
                    <a:pt x="247" y="85"/>
                    <a:pt x="246" y="83"/>
                    <a:pt x="245" y="81"/>
                  </a:cubicBezTo>
                  <a:cubicBezTo>
                    <a:pt x="238" y="80"/>
                    <a:pt x="238" y="80"/>
                    <a:pt x="238" y="80"/>
                  </a:cubicBezTo>
                  <a:cubicBezTo>
                    <a:pt x="237" y="80"/>
                    <a:pt x="237" y="80"/>
                    <a:pt x="236" y="80"/>
                  </a:cubicBezTo>
                  <a:cubicBezTo>
                    <a:pt x="236" y="80"/>
                    <a:pt x="236" y="80"/>
                    <a:pt x="236" y="80"/>
                  </a:cubicBezTo>
                  <a:cubicBezTo>
                    <a:pt x="235" y="80"/>
                    <a:pt x="235" y="80"/>
                    <a:pt x="235" y="80"/>
                  </a:cubicBezTo>
                  <a:cubicBezTo>
                    <a:pt x="238" y="77"/>
                    <a:pt x="238" y="77"/>
                    <a:pt x="238" y="77"/>
                  </a:cubicBezTo>
                  <a:cubicBezTo>
                    <a:pt x="238" y="77"/>
                    <a:pt x="238" y="77"/>
                    <a:pt x="238" y="77"/>
                  </a:cubicBezTo>
                  <a:cubicBezTo>
                    <a:pt x="238" y="78"/>
                    <a:pt x="238" y="78"/>
                    <a:pt x="238" y="78"/>
                  </a:cubicBezTo>
                  <a:cubicBezTo>
                    <a:pt x="238" y="78"/>
                    <a:pt x="238" y="79"/>
                    <a:pt x="239" y="79"/>
                  </a:cubicBezTo>
                  <a:cubicBezTo>
                    <a:pt x="244" y="80"/>
                    <a:pt x="244" y="80"/>
                    <a:pt x="244" y="80"/>
                  </a:cubicBezTo>
                  <a:cubicBezTo>
                    <a:pt x="242" y="75"/>
                    <a:pt x="242" y="75"/>
                    <a:pt x="242" y="75"/>
                  </a:cubicBezTo>
                  <a:cubicBezTo>
                    <a:pt x="241" y="75"/>
                    <a:pt x="241" y="75"/>
                    <a:pt x="241" y="75"/>
                  </a:cubicBezTo>
                  <a:cubicBezTo>
                    <a:pt x="241" y="75"/>
                    <a:pt x="241" y="75"/>
                    <a:pt x="241" y="75"/>
                  </a:cubicBezTo>
                  <a:cubicBezTo>
                    <a:pt x="240" y="75"/>
                    <a:pt x="240" y="75"/>
                    <a:pt x="240" y="75"/>
                  </a:cubicBezTo>
                  <a:cubicBezTo>
                    <a:pt x="240" y="75"/>
                    <a:pt x="240" y="75"/>
                    <a:pt x="240" y="75"/>
                  </a:cubicBezTo>
                  <a:cubicBezTo>
                    <a:pt x="242" y="73"/>
                    <a:pt x="242" y="73"/>
                    <a:pt x="242" y="73"/>
                  </a:cubicBezTo>
                  <a:cubicBezTo>
                    <a:pt x="242" y="73"/>
                    <a:pt x="242" y="73"/>
                    <a:pt x="242" y="73"/>
                  </a:cubicBezTo>
                  <a:close/>
                  <a:moveTo>
                    <a:pt x="253" y="63"/>
                  </a:moveTo>
                  <a:cubicBezTo>
                    <a:pt x="254" y="64"/>
                    <a:pt x="255" y="65"/>
                    <a:pt x="255" y="66"/>
                  </a:cubicBezTo>
                  <a:cubicBezTo>
                    <a:pt x="256" y="67"/>
                    <a:pt x="256" y="68"/>
                    <a:pt x="255" y="69"/>
                  </a:cubicBezTo>
                  <a:cubicBezTo>
                    <a:pt x="254" y="71"/>
                    <a:pt x="253" y="71"/>
                    <a:pt x="252" y="71"/>
                  </a:cubicBezTo>
                  <a:cubicBezTo>
                    <a:pt x="251" y="72"/>
                    <a:pt x="250" y="71"/>
                    <a:pt x="248" y="71"/>
                  </a:cubicBezTo>
                  <a:cubicBezTo>
                    <a:pt x="247" y="70"/>
                    <a:pt x="246" y="69"/>
                    <a:pt x="246" y="68"/>
                  </a:cubicBezTo>
                  <a:cubicBezTo>
                    <a:pt x="246" y="67"/>
                    <a:pt x="246" y="66"/>
                    <a:pt x="246" y="65"/>
                  </a:cubicBezTo>
                  <a:cubicBezTo>
                    <a:pt x="247" y="63"/>
                    <a:pt x="248" y="63"/>
                    <a:pt x="249" y="62"/>
                  </a:cubicBezTo>
                  <a:cubicBezTo>
                    <a:pt x="250" y="62"/>
                    <a:pt x="252" y="62"/>
                    <a:pt x="253" y="63"/>
                  </a:cubicBezTo>
                  <a:close/>
                  <a:moveTo>
                    <a:pt x="252" y="65"/>
                  </a:moveTo>
                  <a:cubicBezTo>
                    <a:pt x="251" y="64"/>
                    <a:pt x="250" y="64"/>
                    <a:pt x="249" y="64"/>
                  </a:cubicBezTo>
                  <a:cubicBezTo>
                    <a:pt x="248" y="64"/>
                    <a:pt x="247" y="64"/>
                    <a:pt x="247" y="65"/>
                  </a:cubicBezTo>
                  <a:cubicBezTo>
                    <a:pt x="246" y="66"/>
                    <a:pt x="246" y="66"/>
                    <a:pt x="247" y="67"/>
                  </a:cubicBezTo>
                  <a:cubicBezTo>
                    <a:pt x="247" y="68"/>
                    <a:pt x="248" y="68"/>
                    <a:pt x="249" y="69"/>
                  </a:cubicBezTo>
                  <a:cubicBezTo>
                    <a:pt x="250" y="69"/>
                    <a:pt x="251" y="69"/>
                    <a:pt x="252" y="70"/>
                  </a:cubicBezTo>
                  <a:cubicBezTo>
                    <a:pt x="253" y="70"/>
                    <a:pt x="254" y="69"/>
                    <a:pt x="254" y="69"/>
                  </a:cubicBezTo>
                  <a:cubicBezTo>
                    <a:pt x="255" y="68"/>
                    <a:pt x="255" y="67"/>
                    <a:pt x="254" y="66"/>
                  </a:cubicBezTo>
                  <a:cubicBezTo>
                    <a:pt x="254" y="66"/>
                    <a:pt x="253" y="65"/>
                    <a:pt x="252" y="65"/>
                  </a:cubicBezTo>
                  <a:close/>
                  <a:moveTo>
                    <a:pt x="266" y="40"/>
                  </a:moveTo>
                  <a:cubicBezTo>
                    <a:pt x="267" y="42"/>
                    <a:pt x="267" y="44"/>
                    <a:pt x="266" y="46"/>
                  </a:cubicBezTo>
                  <a:cubicBezTo>
                    <a:pt x="265" y="48"/>
                    <a:pt x="264" y="49"/>
                    <a:pt x="262" y="50"/>
                  </a:cubicBezTo>
                  <a:cubicBezTo>
                    <a:pt x="261" y="51"/>
                    <a:pt x="259" y="51"/>
                    <a:pt x="257" y="50"/>
                  </a:cubicBezTo>
                  <a:cubicBezTo>
                    <a:pt x="255" y="49"/>
                    <a:pt x="254" y="48"/>
                    <a:pt x="253" y="47"/>
                  </a:cubicBezTo>
                  <a:cubicBezTo>
                    <a:pt x="252" y="45"/>
                    <a:pt x="252" y="43"/>
                    <a:pt x="253" y="41"/>
                  </a:cubicBezTo>
                  <a:cubicBezTo>
                    <a:pt x="254" y="41"/>
                    <a:pt x="254" y="40"/>
                    <a:pt x="254" y="39"/>
                  </a:cubicBezTo>
                  <a:cubicBezTo>
                    <a:pt x="255" y="39"/>
                    <a:pt x="255" y="38"/>
                    <a:pt x="255" y="38"/>
                  </a:cubicBezTo>
                  <a:cubicBezTo>
                    <a:pt x="255" y="38"/>
                    <a:pt x="255" y="37"/>
                    <a:pt x="255" y="37"/>
                  </a:cubicBezTo>
                  <a:cubicBezTo>
                    <a:pt x="255" y="37"/>
                    <a:pt x="255" y="37"/>
                    <a:pt x="255" y="37"/>
                  </a:cubicBezTo>
                  <a:cubicBezTo>
                    <a:pt x="259" y="38"/>
                    <a:pt x="259" y="38"/>
                    <a:pt x="259" y="38"/>
                  </a:cubicBezTo>
                  <a:cubicBezTo>
                    <a:pt x="259" y="39"/>
                    <a:pt x="259" y="39"/>
                    <a:pt x="259" y="39"/>
                  </a:cubicBezTo>
                  <a:cubicBezTo>
                    <a:pt x="258" y="39"/>
                    <a:pt x="257" y="39"/>
                    <a:pt x="256" y="39"/>
                  </a:cubicBezTo>
                  <a:cubicBezTo>
                    <a:pt x="255" y="39"/>
                    <a:pt x="254" y="40"/>
                    <a:pt x="254" y="41"/>
                  </a:cubicBezTo>
                  <a:cubicBezTo>
                    <a:pt x="254" y="43"/>
                    <a:pt x="254" y="44"/>
                    <a:pt x="254" y="45"/>
                  </a:cubicBezTo>
                  <a:cubicBezTo>
                    <a:pt x="255" y="47"/>
                    <a:pt x="256" y="47"/>
                    <a:pt x="258" y="48"/>
                  </a:cubicBezTo>
                  <a:cubicBezTo>
                    <a:pt x="260" y="49"/>
                    <a:pt x="261" y="49"/>
                    <a:pt x="263" y="49"/>
                  </a:cubicBezTo>
                  <a:cubicBezTo>
                    <a:pt x="264" y="48"/>
                    <a:pt x="265" y="47"/>
                    <a:pt x="266" y="46"/>
                  </a:cubicBezTo>
                  <a:cubicBezTo>
                    <a:pt x="266" y="45"/>
                    <a:pt x="266" y="43"/>
                    <a:pt x="266" y="42"/>
                  </a:cubicBezTo>
                  <a:cubicBezTo>
                    <a:pt x="266" y="42"/>
                    <a:pt x="266" y="41"/>
                    <a:pt x="266" y="40"/>
                  </a:cubicBezTo>
                  <a:cubicBezTo>
                    <a:pt x="266" y="40"/>
                    <a:pt x="266" y="40"/>
                    <a:pt x="266" y="40"/>
                  </a:cubicBezTo>
                  <a:close/>
                  <a:moveTo>
                    <a:pt x="270" y="30"/>
                  </a:moveTo>
                  <a:cubicBezTo>
                    <a:pt x="269" y="34"/>
                    <a:pt x="269" y="34"/>
                    <a:pt x="269" y="34"/>
                  </a:cubicBezTo>
                  <a:cubicBezTo>
                    <a:pt x="269" y="34"/>
                    <a:pt x="269" y="34"/>
                    <a:pt x="269" y="34"/>
                  </a:cubicBezTo>
                  <a:cubicBezTo>
                    <a:pt x="269" y="33"/>
                    <a:pt x="269" y="33"/>
                    <a:pt x="268" y="32"/>
                  </a:cubicBezTo>
                  <a:cubicBezTo>
                    <a:pt x="263" y="31"/>
                    <a:pt x="263" y="31"/>
                    <a:pt x="263" y="31"/>
                  </a:cubicBezTo>
                  <a:cubicBezTo>
                    <a:pt x="262" y="31"/>
                    <a:pt x="261" y="31"/>
                    <a:pt x="261" y="32"/>
                  </a:cubicBezTo>
                  <a:cubicBezTo>
                    <a:pt x="260" y="33"/>
                    <a:pt x="261" y="33"/>
                    <a:pt x="261" y="34"/>
                  </a:cubicBezTo>
                  <a:cubicBezTo>
                    <a:pt x="266" y="36"/>
                    <a:pt x="266" y="36"/>
                    <a:pt x="266" y="36"/>
                  </a:cubicBezTo>
                  <a:cubicBezTo>
                    <a:pt x="267" y="36"/>
                    <a:pt x="268" y="36"/>
                    <a:pt x="268" y="35"/>
                  </a:cubicBezTo>
                  <a:cubicBezTo>
                    <a:pt x="268" y="35"/>
                    <a:pt x="268" y="35"/>
                    <a:pt x="268" y="35"/>
                  </a:cubicBezTo>
                  <a:cubicBezTo>
                    <a:pt x="267" y="39"/>
                    <a:pt x="267" y="39"/>
                    <a:pt x="267" y="39"/>
                  </a:cubicBezTo>
                  <a:cubicBezTo>
                    <a:pt x="267" y="39"/>
                    <a:pt x="267" y="39"/>
                    <a:pt x="267" y="39"/>
                  </a:cubicBezTo>
                  <a:cubicBezTo>
                    <a:pt x="267" y="38"/>
                    <a:pt x="267" y="38"/>
                    <a:pt x="266" y="37"/>
                  </a:cubicBezTo>
                  <a:cubicBezTo>
                    <a:pt x="256" y="35"/>
                    <a:pt x="256" y="35"/>
                    <a:pt x="256" y="35"/>
                  </a:cubicBezTo>
                  <a:cubicBezTo>
                    <a:pt x="256" y="35"/>
                    <a:pt x="255" y="35"/>
                    <a:pt x="255" y="35"/>
                  </a:cubicBezTo>
                  <a:cubicBezTo>
                    <a:pt x="255" y="35"/>
                    <a:pt x="255" y="35"/>
                    <a:pt x="255" y="35"/>
                  </a:cubicBezTo>
                  <a:cubicBezTo>
                    <a:pt x="254" y="35"/>
                    <a:pt x="254" y="35"/>
                    <a:pt x="254" y="35"/>
                  </a:cubicBezTo>
                  <a:cubicBezTo>
                    <a:pt x="254" y="35"/>
                    <a:pt x="254" y="34"/>
                    <a:pt x="254" y="32"/>
                  </a:cubicBezTo>
                  <a:cubicBezTo>
                    <a:pt x="260" y="34"/>
                    <a:pt x="260" y="34"/>
                    <a:pt x="260" y="34"/>
                  </a:cubicBezTo>
                  <a:cubicBezTo>
                    <a:pt x="260" y="33"/>
                    <a:pt x="259" y="31"/>
                    <a:pt x="260" y="31"/>
                  </a:cubicBezTo>
                  <a:cubicBezTo>
                    <a:pt x="260" y="29"/>
                    <a:pt x="261" y="28"/>
                    <a:pt x="263" y="29"/>
                  </a:cubicBezTo>
                  <a:cubicBezTo>
                    <a:pt x="268" y="30"/>
                    <a:pt x="268" y="30"/>
                    <a:pt x="268" y="30"/>
                  </a:cubicBezTo>
                  <a:cubicBezTo>
                    <a:pt x="270" y="31"/>
                    <a:pt x="270" y="31"/>
                    <a:pt x="270" y="30"/>
                  </a:cubicBezTo>
                  <a:cubicBezTo>
                    <a:pt x="270" y="30"/>
                    <a:pt x="270" y="30"/>
                    <a:pt x="270" y="30"/>
                  </a:cubicBezTo>
                  <a:close/>
                  <a:moveTo>
                    <a:pt x="259" y="22"/>
                  </a:moveTo>
                  <a:cubicBezTo>
                    <a:pt x="259" y="22"/>
                    <a:pt x="259" y="22"/>
                    <a:pt x="260" y="23"/>
                  </a:cubicBezTo>
                  <a:cubicBezTo>
                    <a:pt x="260" y="23"/>
                    <a:pt x="260" y="23"/>
                    <a:pt x="260" y="23"/>
                  </a:cubicBezTo>
                  <a:cubicBezTo>
                    <a:pt x="259" y="24"/>
                    <a:pt x="260" y="24"/>
                    <a:pt x="259" y="24"/>
                  </a:cubicBezTo>
                  <a:cubicBezTo>
                    <a:pt x="259" y="24"/>
                    <a:pt x="259" y="25"/>
                    <a:pt x="258" y="24"/>
                  </a:cubicBezTo>
                  <a:cubicBezTo>
                    <a:pt x="258" y="24"/>
                    <a:pt x="258" y="24"/>
                    <a:pt x="258" y="24"/>
                  </a:cubicBezTo>
                  <a:cubicBezTo>
                    <a:pt x="258" y="23"/>
                    <a:pt x="257" y="23"/>
                    <a:pt x="258" y="23"/>
                  </a:cubicBezTo>
                  <a:cubicBezTo>
                    <a:pt x="258" y="23"/>
                    <a:pt x="258" y="23"/>
                    <a:pt x="258" y="22"/>
                  </a:cubicBezTo>
                  <a:cubicBezTo>
                    <a:pt x="258" y="22"/>
                    <a:pt x="258" y="22"/>
                    <a:pt x="259" y="22"/>
                  </a:cubicBezTo>
                  <a:close/>
                  <a:moveTo>
                    <a:pt x="272" y="23"/>
                  </a:moveTo>
                  <a:cubicBezTo>
                    <a:pt x="271" y="28"/>
                    <a:pt x="271" y="28"/>
                    <a:pt x="271" y="28"/>
                  </a:cubicBezTo>
                  <a:cubicBezTo>
                    <a:pt x="270" y="28"/>
                    <a:pt x="270" y="28"/>
                    <a:pt x="270" y="28"/>
                  </a:cubicBezTo>
                  <a:cubicBezTo>
                    <a:pt x="270" y="27"/>
                    <a:pt x="270" y="26"/>
                    <a:pt x="269" y="26"/>
                  </a:cubicBezTo>
                  <a:cubicBezTo>
                    <a:pt x="264" y="25"/>
                    <a:pt x="264" y="25"/>
                    <a:pt x="264" y="25"/>
                  </a:cubicBezTo>
                  <a:cubicBezTo>
                    <a:pt x="263" y="25"/>
                    <a:pt x="262" y="25"/>
                    <a:pt x="262" y="26"/>
                  </a:cubicBezTo>
                  <a:cubicBezTo>
                    <a:pt x="262" y="26"/>
                    <a:pt x="262" y="26"/>
                    <a:pt x="262" y="27"/>
                  </a:cubicBezTo>
                  <a:cubicBezTo>
                    <a:pt x="262" y="27"/>
                    <a:pt x="262" y="27"/>
                    <a:pt x="262" y="27"/>
                  </a:cubicBezTo>
                  <a:cubicBezTo>
                    <a:pt x="262" y="23"/>
                    <a:pt x="262" y="23"/>
                    <a:pt x="262" y="23"/>
                  </a:cubicBezTo>
                  <a:cubicBezTo>
                    <a:pt x="269" y="24"/>
                    <a:pt x="269" y="24"/>
                    <a:pt x="269" y="24"/>
                  </a:cubicBezTo>
                  <a:cubicBezTo>
                    <a:pt x="271" y="25"/>
                    <a:pt x="271" y="24"/>
                    <a:pt x="272" y="23"/>
                  </a:cubicBezTo>
                  <a:cubicBezTo>
                    <a:pt x="272" y="23"/>
                    <a:pt x="272" y="23"/>
                    <a:pt x="272" y="23"/>
                  </a:cubicBezTo>
                  <a:close/>
                  <a:moveTo>
                    <a:pt x="273" y="12"/>
                  </a:moveTo>
                  <a:cubicBezTo>
                    <a:pt x="273" y="16"/>
                    <a:pt x="273" y="16"/>
                    <a:pt x="273" y="16"/>
                  </a:cubicBezTo>
                  <a:cubicBezTo>
                    <a:pt x="272" y="16"/>
                    <a:pt x="272" y="16"/>
                    <a:pt x="272" y="16"/>
                  </a:cubicBezTo>
                  <a:cubicBezTo>
                    <a:pt x="272" y="15"/>
                    <a:pt x="272" y="15"/>
                    <a:pt x="271" y="15"/>
                  </a:cubicBezTo>
                  <a:cubicBezTo>
                    <a:pt x="266" y="14"/>
                    <a:pt x="266" y="14"/>
                    <a:pt x="266" y="14"/>
                  </a:cubicBezTo>
                  <a:cubicBezTo>
                    <a:pt x="266" y="14"/>
                    <a:pt x="266" y="14"/>
                    <a:pt x="265" y="14"/>
                  </a:cubicBezTo>
                  <a:cubicBezTo>
                    <a:pt x="265" y="15"/>
                    <a:pt x="265" y="15"/>
                    <a:pt x="265" y="15"/>
                  </a:cubicBezTo>
                  <a:cubicBezTo>
                    <a:pt x="265" y="16"/>
                    <a:pt x="265" y="17"/>
                    <a:pt x="266" y="18"/>
                  </a:cubicBezTo>
                  <a:cubicBezTo>
                    <a:pt x="271" y="19"/>
                    <a:pt x="271" y="19"/>
                    <a:pt x="271" y="19"/>
                  </a:cubicBezTo>
                  <a:cubicBezTo>
                    <a:pt x="272" y="19"/>
                    <a:pt x="272" y="18"/>
                    <a:pt x="273" y="17"/>
                  </a:cubicBezTo>
                  <a:cubicBezTo>
                    <a:pt x="273" y="17"/>
                    <a:pt x="273" y="17"/>
                    <a:pt x="273" y="17"/>
                  </a:cubicBezTo>
                  <a:cubicBezTo>
                    <a:pt x="273" y="22"/>
                    <a:pt x="273" y="22"/>
                    <a:pt x="273" y="22"/>
                  </a:cubicBezTo>
                  <a:cubicBezTo>
                    <a:pt x="272" y="22"/>
                    <a:pt x="272" y="22"/>
                    <a:pt x="272" y="22"/>
                  </a:cubicBezTo>
                  <a:cubicBezTo>
                    <a:pt x="272" y="21"/>
                    <a:pt x="272" y="21"/>
                    <a:pt x="271" y="20"/>
                  </a:cubicBezTo>
                  <a:cubicBezTo>
                    <a:pt x="265" y="19"/>
                    <a:pt x="265" y="19"/>
                    <a:pt x="265" y="19"/>
                  </a:cubicBezTo>
                  <a:cubicBezTo>
                    <a:pt x="265" y="19"/>
                    <a:pt x="264" y="19"/>
                    <a:pt x="264" y="19"/>
                  </a:cubicBezTo>
                  <a:cubicBezTo>
                    <a:pt x="264" y="19"/>
                    <a:pt x="264" y="20"/>
                    <a:pt x="264" y="21"/>
                  </a:cubicBezTo>
                  <a:cubicBezTo>
                    <a:pt x="264" y="21"/>
                    <a:pt x="264" y="21"/>
                    <a:pt x="264" y="21"/>
                  </a:cubicBezTo>
                  <a:cubicBezTo>
                    <a:pt x="263" y="17"/>
                    <a:pt x="263" y="17"/>
                    <a:pt x="263" y="17"/>
                  </a:cubicBezTo>
                  <a:cubicBezTo>
                    <a:pt x="265" y="18"/>
                    <a:pt x="265" y="18"/>
                    <a:pt x="265" y="18"/>
                  </a:cubicBezTo>
                  <a:cubicBezTo>
                    <a:pt x="264" y="17"/>
                    <a:pt x="263" y="16"/>
                    <a:pt x="264" y="15"/>
                  </a:cubicBezTo>
                  <a:cubicBezTo>
                    <a:pt x="264" y="13"/>
                    <a:pt x="265" y="12"/>
                    <a:pt x="267" y="13"/>
                  </a:cubicBezTo>
                  <a:cubicBezTo>
                    <a:pt x="272" y="13"/>
                    <a:pt x="272" y="13"/>
                    <a:pt x="272" y="13"/>
                  </a:cubicBezTo>
                  <a:cubicBezTo>
                    <a:pt x="272" y="13"/>
                    <a:pt x="273" y="13"/>
                    <a:pt x="273" y="12"/>
                  </a:cubicBezTo>
                  <a:cubicBezTo>
                    <a:pt x="273" y="12"/>
                    <a:pt x="273" y="12"/>
                    <a:pt x="273" y="12"/>
                  </a:cubicBezTo>
                  <a:close/>
                  <a:moveTo>
                    <a:pt x="273" y="1"/>
                  </a:moveTo>
                  <a:cubicBezTo>
                    <a:pt x="273" y="2"/>
                    <a:pt x="273" y="2"/>
                    <a:pt x="274" y="2"/>
                  </a:cubicBezTo>
                  <a:cubicBezTo>
                    <a:pt x="274" y="3"/>
                    <a:pt x="274" y="3"/>
                    <a:pt x="274" y="3"/>
                  </a:cubicBezTo>
                  <a:cubicBezTo>
                    <a:pt x="274" y="4"/>
                    <a:pt x="274" y="4"/>
                    <a:pt x="272" y="5"/>
                  </a:cubicBezTo>
                  <a:cubicBezTo>
                    <a:pt x="273" y="5"/>
                    <a:pt x="273" y="5"/>
                    <a:pt x="274" y="6"/>
                  </a:cubicBezTo>
                  <a:cubicBezTo>
                    <a:pt x="274" y="7"/>
                    <a:pt x="274" y="7"/>
                    <a:pt x="274" y="7"/>
                  </a:cubicBezTo>
                  <a:cubicBezTo>
                    <a:pt x="274" y="8"/>
                    <a:pt x="274" y="9"/>
                    <a:pt x="273" y="9"/>
                  </a:cubicBezTo>
                  <a:cubicBezTo>
                    <a:pt x="273" y="9"/>
                    <a:pt x="272" y="10"/>
                    <a:pt x="272" y="10"/>
                  </a:cubicBezTo>
                  <a:cubicBezTo>
                    <a:pt x="270" y="10"/>
                    <a:pt x="270" y="9"/>
                    <a:pt x="269" y="8"/>
                  </a:cubicBezTo>
                  <a:cubicBezTo>
                    <a:pt x="268" y="7"/>
                    <a:pt x="268" y="6"/>
                    <a:pt x="268" y="5"/>
                  </a:cubicBezTo>
                  <a:cubicBezTo>
                    <a:pt x="267" y="5"/>
                    <a:pt x="267" y="5"/>
                    <a:pt x="267" y="5"/>
                  </a:cubicBezTo>
                  <a:cubicBezTo>
                    <a:pt x="265" y="5"/>
                    <a:pt x="264" y="5"/>
                    <a:pt x="264" y="6"/>
                  </a:cubicBezTo>
                  <a:cubicBezTo>
                    <a:pt x="264" y="7"/>
                    <a:pt x="265" y="7"/>
                    <a:pt x="265" y="7"/>
                  </a:cubicBezTo>
                  <a:cubicBezTo>
                    <a:pt x="266" y="7"/>
                    <a:pt x="266" y="7"/>
                    <a:pt x="266" y="7"/>
                  </a:cubicBezTo>
                  <a:cubicBezTo>
                    <a:pt x="266" y="7"/>
                    <a:pt x="266" y="7"/>
                    <a:pt x="266" y="7"/>
                  </a:cubicBezTo>
                  <a:cubicBezTo>
                    <a:pt x="266" y="7"/>
                    <a:pt x="266" y="7"/>
                    <a:pt x="267" y="8"/>
                  </a:cubicBezTo>
                  <a:cubicBezTo>
                    <a:pt x="267" y="8"/>
                    <a:pt x="267" y="8"/>
                    <a:pt x="267" y="9"/>
                  </a:cubicBezTo>
                  <a:cubicBezTo>
                    <a:pt x="267" y="9"/>
                    <a:pt x="267" y="9"/>
                    <a:pt x="267" y="9"/>
                  </a:cubicBezTo>
                  <a:cubicBezTo>
                    <a:pt x="266" y="10"/>
                    <a:pt x="266" y="10"/>
                    <a:pt x="266" y="10"/>
                  </a:cubicBezTo>
                  <a:cubicBezTo>
                    <a:pt x="266" y="10"/>
                    <a:pt x="265" y="9"/>
                    <a:pt x="265" y="9"/>
                  </a:cubicBezTo>
                  <a:cubicBezTo>
                    <a:pt x="264" y="8"/>
                    <a:pt x="264" y="7"/>
                    <a:pt x="264" y="7"/>
                  </a:cubicBezTo>
                  <a:cubicBezTo>
                    <a:pt x="264" y="5"/>
                    <a:pt x="265" y="5"/>
                    <a:pt x="265" y="4"/>
                  </a:cubicBezTo>
                  <a:cubicBezTo>
                    <a:pt x="266" y="4"/>
                    <a:pt x="266" y="3"/>
                    <a:pt x="268" y="3"/>
                  </a:cubicBezTo>
                  <a:cubicBezTo>
                    <a:pt x="272" y="3"/>
                    <a:pt x="272" y="3"/>
                    <a:pt x="272" y="3"/>
                  </a:cubicBezTo>
                  <a:cubicBezTo>
                    <a:pt x="272" y="3"/>
                    <a:pt x="273" y="3"/>
                    <a:pt x="273" y="3"/>
                  </a:cubicBezTo>
                  <a:cubicBezTo>
                    <a:pt x="273" y="3"/>
                    <a:pt x="273" y="3"/>
                    <a:pt x="272" y="2"/>
                  </a:cubicBezTo>
                  <a:cubicBezTo>
                    <a:pt x="273" y="1"/>
                    <a:pt x="273" y="1"/>
                    <a:pt x="273" y="1"/>
                  </a:cubicBezTo>
                  <a:close/>
                  <a:moveTo>
                    <a:pt x="272" y="5"/>
                  </a:moveTo>
                  <a:cubicBezTo>
                    <a:pt x="268" y="5"/>
                    <a:pt x="268" y="5"/>
                    <a:pt x="268" y="5"/>
                  </a:cubicBezTo>
                  <a:cubicBezTo>
                    <a:pt x="269" y="6"/>
                    <a:pt x="269" y="7"/>
                    <a:pt x="269" y="7"/>
                  </a:cubicBezTo>
                  <a:cubicBezTo>
                    <a:pt x="270" y="8"/>
                    <a:pt x="270" y="8"/>
                    <a:pt x="271" y="8"/>
                  </a:cubicBezTo>
                  <a:cubicBezTo>
                    <a:pt x="272" y="8"/>
                    <a:pt x="272" y="8"/>
                    <a:pt x="272" y="7"/>
                  </a:cubicBezTo>
                  <a:cubicBezTo>
                    <a:pt x="273" y="6"/>
                    <a:pt x="272" y="5"/>
                    <a:pt x="272"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4" name="Freeform 41"/>
            <p:cNvSpPr/>
            <p:nvPr/>
          </p:nvSpPr>
          <p:spPr bwMode="auto">
            <a:xfrm>
              <a:off x="8913875" y="4712004"/>
              <a:ext cx="161925" cy="150813"/>
            </a:xfrm>
            <a:custGeom>
              <a:avLst/>
              <a:gdLst>
                <a:gd name="T0" fmla="*/ 86 w 108"/>
                <a:gd name="T1" fmla="*/ 99 h 100"/>
                <a:gd name="T2" fmla="*/ 46 w 108"/>
                <a:gd name="T3" fmla="*/ 0 h 100"/>
                <a:gd name="T4" fmla="*/ 56 w 108"/>
                <a:gd name="T5" fmla="*/ 58 h 100"/>
                <a:gd name="T6" fmla="*/ 0 w 108"/>
                <a:gd name="T7" fmla="*/ 100 h 100"/>
                <a:gd name="T8" fmla="*/ 57 w 108"/>
                <a:gd name="T9" fmla="*/ 59 h 100"/>
                <a:gd name="T10" fmla="*/ 65 w 108"/>
                <a:gd name="T11" fmla="*/ 18 h 100"/>
                <a:gd name="T12" fmla="*/ 41 w 108"/>
                <a:gd name="T13" fmla="*/ 97 h 100"/>
                <a:gd name="T14" fmla="*/ 64 w 108"/>
                <a:gd name="T15" fmla="*/ 14 h 100"/>
                <a:gd name="T16" fmla="*/ 65 w 108"/>
                <a:gd name="T17" fmla="*/ 98 h 100"/>
                <a:gd name="T18" fmla="*/ 62 w 108"/>
                <a:gd name="T19" fmla="*/ 9 h 100"/>
                <a:gd name="T20" fmla="*/ 86 w 108"/>
                <a:gd name="T21" fmla="*/ 99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8" h="100">
                  <a:moveTo>
                    <a:pt x="86" y="99"/>
                  </a:moveTo>
                  <a:cubicBezTo>
                    <a:pt x="108" y="48"/>
                    <a:pt x="88" y="16"/>
                    <a:pt x="46" y="0"/>
                  </a:cubicBezTo>
                  <a:cubicBezTo>
                    <a:pt x="71" y="10"/>
                    <a:pt x="66" y="42"/>
                    <a:pt x="56" y="58"/>
                  </a:cubicBezTo>
                  <a:cubicBezTo>
                    <a:pt x="45" y="74"/>
                    <a:pt x="28" y="87"/>
                    <a:pt x="0" y="100"/>
                  </a:cubicBezTo>
                  <a:cubicBezTo>
                    <a:pt x="30" y="88"/>
                    <a:pt x="48" y="73"/>
                    <a:pt x="57" y="59"/>
                  </a:cubicBezTo>
                  <a:cubicBezTo>
                    <a:pt x="65" y="44"/>
                    <a:pt x="67" y="32"/>
                    <a:pt x="65" y="18"/>
                  </a:cubicBezTo>
                  <a:cubicBezTo>
                    <a:pt x="78" y="47"/>
                    <a:pt x="67" y="72"/>
                    <a:pt x="41" y="97"/>
                  </a:cubicBezTo>
                  <a:cubicBezTo>
                    <a:pt x="71" y="71"/>
                    <a:pt x="81" y="43"/>
                    <a:pt x="64" y="14"/>
                  </a:cubicBezTo>
                  <a:cubicBezTo>
                    <a:pt x="89" y="42"/>
                    <a:pt x="82" y="72"/>
                    <a:pt x="65" y="98"/>
                  </a:cubicBezTo>
                  <a:cubicBezTo>
                    <a:pt x="86" y="68"/>
                    <a:pt x="90" y="36"/>
                    <a:pt x="62" y="9"/>
                  </a:cubicBezTo>
                  <a:cubicBezTo>
                    <a:pt x="96" y="30"/>
                    <a:pt x="101" y="59"/>
                    <a:pt x="86" y="9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5" name="Freeform 42"/>
            <p:cNvSpPr/>
            <p:nvPr/>
          </p:nvSpPr>
          <p:spPr bwMode="auto">
            <a:xfrm>
              <a:off x="8942450" y="4694541"/>
              <a:ext cx="49213" cy="20638"/>
            </a:xfrm>
            <a:custGeom>
              <a:avLst/>
              <a:gdLst>
                <a:gd name="T0" fmla="*/ 19 w 33"/>
                <a:gd name="T1" fmla="*/ 14 h 14"/>
                <a:gd name="T2" fmla="*/ 0 w 33"/>
                <a:gd name="T3" fmla="*/ 0 h 14"/>
                <a:gd name="T4" fmla="*/ 33 w 33"/>
                <a:gd name="T5" fmla="*/ 5 h 14"/>
                <a:gd name="T6" fmla="*/ 18 w 33"/>
                <a:gd name="T7" fmla="*/ 6 h 14"/>
                <a:gd name="T8" fmla="*/ 19 w 33"/>
                <a:gd name="T9" fmla="*/ 14 h 14"/>
              </a:gdLst>
              <a:ahLst/>
              <a:cxnLst>
                <a:cxn ang="0">
                  <a:pos x="T0" y="T1"/>
                </a:cxn>
                <a:cxn ang="0">
                  <a:pos x="T2" y="T3"/>
                </a:cxn>
                <a:cxn ang="0">
                  <a:pos x="T4" y="T5"/>
                </a:cxn>
                <a:cxn ang="0">
                  <a:pos x="T6" y="T7"/>
                </a:cxn>
                <a:cxn ang="0">
                  <a:pos x="T8" y="T9"/>
                </a:cxn>
              </a:cxnLst>
              <a:rect l="0" t="0" r="r" b="b"/>
              <a:pathLst>
                <a:path w="33" h="14">
                  <a:moveTo>
                    <a:pt x="19" y="14"/>
                  </a:moveTo>
                  <a:cubicBezTo>
                    <a:pt x="13" y="8"/>
                    <a:pt x="8" y="4"/>
                    <a:pt x="0" y="0"/>
                  </a:cubicBezTo>
                  <a:cubicBezTo>
                    <a:pt x="11" y="0"/>
                    <a:pt x="25" y="3"/>
                    <a:pt x="33" y="5"/>
                  </a:cubicBezTo>
                  <a:cubicBezTo>
                    <a:pt x="24" y="4"/>
                    <a:pt x="20" y="5"/>
                    <a:pt x="18" y="6"/>
                  </a:cubicBezTo>
                  <a:cubicBezTo>
                    <a:pt x="16" y="8"/>
                    <a:pt x="17" y="10"/>
                    <a:pt x="19"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6" name="Freeform 43"/>
            <p:cNvSpPr/>
            <p:nvPr/>
          </p:nvSpPr>
          <p:spPr bwMode="auto">
            <a:xfrm>
              <a:off x="8867838" y="4856466"/>
              <a:ext cx="195263" cy="30163"/>
            </a:xfrm>
            <a:custGeom>
              <a:avLst/>
              <a:gdLst>
                <a:gd name="T0" fmla="*/ 70 w 131"/>
                <a:gd name="T1" fmla="*/ 20 h 20"/>
                <a:gd name="T2" fmla="*/ 77 w 131"/>
                <a:gd name="T3" fmla="*/ 12 h 20"/>
                <a:gd name="T4" fmla="*/ 100 w 131"/>
                <a:gd name="T5" fmla="*/ 12 h 20"/>
                <a:gd name="T6" fmla="*/ 131 w 131"/>
                <a:gd name="T7" fmla="*/ 14 h 20"/>
                <a:gd name="T8" fmla="*/ 124 w 131"/>
                <a:gd name="T9" fmla="*/ 8 h 20"/>
                <a:gd name="T10" fmla="*/ 101 w 131"/>
                <a:gd name="T11" fmla="*/ 5 h 20"/>
                <a:gd name="T12" fmla="*/ 77 w 131"/>
                <a:gd name="T13" fmla="*/ 0 h 20"/>
                <a:gd name="T14" fmla="*/ 65 w 131"/>
                <a:gd name="T15" fmla="*/ 12 h 20"/>
                <a:gd name="T16" fmla="*/ 53 w 131"/>
                <a:gd name="T17" fmla="*/ 0 h 20"/>
                <a:gd name="T18" fmla="*/ 30 w 131"/>
                <a:gd name="T19" fmla="*/ 5 h 20"/>
                <a:gd name="T20" fmla="*/ 7 w 131"/>
                <a:gd name="T21" fmla="*/ 8 h 20"/>
                <a:gd name="T22" fmla="*/ 0 w 131"/>
                <a:gd name="T23" fmla="*/ 14 h 20"/>
                <a:gd name="T24" fmla="*/ 31 w 131"/>
                <a:gd name="T25" fmla="*/ 12 h 20"/>
                <a:gd name="T26" fmla="*/ 54 w 131"/>
                <a:gd name="T27" fmla="*/ 12 h 20"/>
                <a:gd name="T28" fmla="*/ 61 w 131"/>
                <a:gd name="T29" fmla="*/ 20 h 20"/>
                <a:gd name="T30" fmla="*/ 70 w 131"/>
                <a:gd name="T31"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31" h="20">
                  <a:moveTo>
                    <a:pt x="70" y="20"/>
                  </a:moveTo>
                  <a:cubicBezTo>
                    <a:pt x="70" y="16"/>
                    <a:pt x="71" y="14"/>
                    <a:pt x="77" y="12"/>
                  </a:cubicBezTo>
                  <a:cubicBezTo>
                    <a:pt x="83" y="10"/>
                    <a:pt x="89" y="11"/>
                    <a:pt x="100" y="12"/>
                  </a:cubicBezTo>
                  <a:cubicBezTo>
                    <a:pt x="111" y="14"/>
                    <a:pt x="120" y="15"/>
                    <a:pt x="131" y="14"/>
                  </a:cubicBezTo>
                  <a:cubicBezTo>
                    <a:pt x="127" y="12"/>
                    <a:pt x="126" y="10"/>
                    <a:pt x="124" y="8"/>
                  </a:cubicBezTo>
                  <a:cubicBezTo>
                    <a:pt x="115" y="8"/>
                    <a:pt x="109" y="7"/>
                    <a:pt x="101" y="5"/>
                  </a:cubicBezTo>
                  <a:cubicBezTo>
                    <a:pt x="93" y="2"/>
                    <a:pt x="83" y="0"/>
                    <a:pt x="77" y="0"/>
                  </a:cubicBezTo>
                  <a:cubicBezTo>
                    <a:pt x="71" y="1"/>
                    <a:pt x="67" y="4"/>
                    <a:pt x="65" y="12"/>
                  </a:cubicBezTo>
                  <a:cubicBezTo>
                    <a:pt x="63" y="4"/>
                    <a:pt x="59" y="1"/>
                    <a:pt x="53" y="0"/>
                  </a:cubicBezTo>
                  <a:cubicBezTo>
                    <a:pt x="47" y="0"/>
                    <a:pt x="38" y="2"/>
                    <a:pt x="30" y="5"/>
                  </a:cubicBezTo>
                  <a:cubicBezTo>
                    <a:pt x="22" y="7"/>
                    <a:pt x="16" y="8"/>
                    <a:pt x="7" y="8"/>
                  </a:cubicBezTo>
                  <a:cubicBezTo>
                    <a:pt x="5" y="10"/>
                    <a:pt x="4" y="12"/>
                    <a:pt x="0" y="14"/>
                  </a:cubicBezTo>
                  <a:cubicBezTo>
                    <a:pt x="11" y="15"/>
                    <a:pt x="20" y="14"/>
                    <a:pt x="31" y="12"/>
                  </a:cubicBezTo>
                  <a:cubicBezTo>
                    <a:pt x="41" y="11"/>
                    <a:pt x="48" y="10"/>
                    <a:pt x="54" y="12"/>
                  </a:cubicBezTo>
                  <a:cubicBezTo>
                    <a:pt x="60" y="14"/>
                    <a:pt x="61" y="16"/>
                    <a:pt x="61" y="20"/>
                  </a:cubicBezTo>
                  <a:cubicBezTo>
                    <a:pt x="70" y="20"/>
                    <a:pt x="70" y="20"/>
                    <a:pt x="70" y="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7" name="Freeform 44"/>
            <p:cNvSpPr>
              <a:spLocks noEditPoints="1"/>
            </p:cNvSpPr>
            <p:nvPr/>
          </p:nvSpPr>
          <p:spPr bwMode="auto">
            <a:xfrm>
              <a:off x="8840850" y="4681841"/>
              <a:ext cx="252413" cy="257175"/>
            </a:xfrm>
            <a:custGeom>
              <a:avLst/>
              <a:gdLst>
                <a:gd name="T0" fmla="*/ 85 w 170"/>
                <a:gd name="T1" fmla="*/ 0 h 171"/>
                <a:gd name="T2" fmla="*/ 0 w 170"/>
                <a:gd name="T3" fmla="*/ 86 h 171"/>
                <a:gd name="T4" fmla="*/ 85 w 170"/>
                <a:gd name="T5" fmla="*/ 171 h 171"/>
                <a:gd name="T6" fmla="*/ 170 w 170"/>
                <a:gd name="T7" fmla="*/ 86 h 171"/>
                <a:gd name="T8" fmla="*/ 85 w 170"/>
                <a:gd name="T9" fmla="*/ 0 h 171"/>
                <a:gd name="T10" fmla="*/ 85 w 170"/>
                <a:gd name="T11" fmla="*/ 168 h 171"/>
                <a:gd name="T12" fmla="*/ 2 w 170"/>
                <a:gd name="T13" fmla="*/ 85 h 171"/>
                <a:gd name="T14" fmla="*/ 85 w 170"/>
                <a:gd name="T15" fmla="*/ 3 h 171"/>
                <a:gd name="T16" fmla="*/ 167 w 170"/>
                <a:gd name="T17" fmla="*/ 85 h 171"/>
                <a:gd name="T18" fmla="*/ 85 w 170"/>
                <a:gd name="T19" fmla="*/ 168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0" h="171">
                  <a:moveTo>
                    <a:pt x="85" y="0"/>
                  </a:moveTo>
                  <a:cubicBezTo>
                    <a:pt x="38" y="0"/>
                    <a:pt x="0" y="38"/>
                    <a:pt x="0" y="86"/>
                  </a:cubicBezTo>
                  <a:cubicBezTo>
                    <a:pt x="0" y="132"/>
                    <a:pt x="38" y="171"/>
                    <a:pt x="85" y="171"/>
                  </a:cubicBezTo>
                  <a:cubicBezTo>
                    <a:pt x="132" y="171"/>
                    <a:pt x="170" y="133"/>
                    <a:pt x="170" y="86"/>
                  </a:cubicBezTo>
                  <a:cubicBezTo>
                    <a:pt x="170" y="38"/>
                    <a:pt x="132" y="0"/>
                    <a:pt x="85" y="0"/>
                  </a:cubicBezTo>
                  <a:close/>
                  <a:moveTo>
                    <a:pt x="85" y="168"/>
                  </a:moveTo>
                  <a:cubicBezTo>
                    <a:pt x="39" y="168"/>
                    <a:pt x="2" y="131"/>
                    <a:pt x="2" y="85"/>
                  </a:cubicBezTo>
                  <a:cubicBezTo>
                    <a:pt x="2" y="40"/>
                    <a:pt x="39" y="3"/>
                    <a:pt x="85" y="3"/>
                  </a:cubicBezTo>
                  <a:cubicBezTo>
                    <a:pt x="130" y="3"/>
                    <a:pt x="167" y="40"/>
                    <a:pt x="167" y="85"/>
                  </a:cubicBezTo>
                  <a:cubicBezTo>
                    <a:pt x="167" y="131"/>
                    <a:pt x="130" y="168"/>
                    <a:pt x="85" y="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8" name="Freeform 45"/>
            <p:cNvSpPr>
              <a:spLocks noEditPoints="1"/>
            </p:cNvSpPr>
            <p:nvPr/>
          </p:nvSpPr>
          <p:spPr bwMode="auto">
            <a:xfrm>
              <a:off x="9091675" y="4667554"/>
              <a:ext cx="39688" cy="36513"/>
            </a:xfrm>
            <a:custGeom>
              <a:avLst/>
              <a:gdLst>
                <a:gd name="T0" fmla="*/ 13 w 26"/>
                <a:gd name="T1" fmla="*/ 16 h 25"/>
                <a:gd name="T2" fmla="*/ 11 w 26"/>
                <a:gd name="T3" fmla="*/ 25 h 25"/>
                <a:gd name="T4" fmla="*/ 7 w 26"/>
                <a:gd name="T5" fmla="*/ 24 h 25"/>
                <a:gd name="T6" fmla="*/ 9 w 26"/>
                <a:gd name="T7" fmla="*/ 19 h 25"/>
                <a:gd name="T8" fmla="*/ 10 w 26"/>
                <a:gd name="T9" fmla="*/ 14 h 25"/>
                <a:gd name="T10" fmla="*/ 10 w 26"/>
                <a:gd name="T11" fmla="*/ 14 h 25"/>
                <a:gd name="T12" fmla="*/ 13 w 26"/>
                <a:gd name="T13" fmla="*/ 16 h 25"/>
                <a:gd name="T14" fmla="*/ 25 w 26"/>
                <a:gd name="T15" fmla="*/ 0 h 25"/>
                <a:gd name="T16" fmla="*/ 26 w 26"/>
                <a:gd name="T17" fmla="*/ 2 h 25"/>
                <a:gd name="T18" fmla="*/ 21 w 26"/>
                <a:gd name="T19" fmla="*/ 7 h 25"/>
                <a:gd name="T20" fmla="*/ 18 w 26"/>
                <a:gd name="T21" fmla="*/ 9 h 25"/>
                <a:gd name="T22" fmla="*/ 22 w 26"/>
                <a:gd name="T23" fmla="*/ 11 h 25"/>
                <a:gd name="T24" fmla="*/ 22 w 26"/>
                <a:gd name="T25" fmla="*/ 11 h 25"/>
                <a:gd name="T26" fmla="*/ 23 w 26"/>
                <a:gd name="T27" fmla="*/ 9 h 25"/>
                <a:gd name="T28" fmla="*/ 23 w 26"/>
                <a:gd name="T29" fmla="*/ 9 h 25"/>
                <a:gd name="T30" fmla="*/ 24 w 26"/>
                <a:gd name="T31" fmla="*/ 9 h 25"/>
                <a:gd name="T32" fmla="*/ 25 w 26"/>
                <a:gd name="T33" fmla="*/ 14 h 25"/>
                <a:gd name="T34" fmla="*/ 26 w 26"/>
                <a:gd name="T35" fmla="*/ 15 h 25"/>
                <a:gd name="T36" fmla="*/ 26 w 26"/>
                <a:gd name="T37" fmla="*/ 16 h 25"/>
                <a:gd name="T38" fmla="*/ 25 w 26"/>
                <a:gd name="T39" fmla="*/ 16 h 25"/>
                <a:gd name="T40" fmla="*/ 23 w 26"/>
                <a:gd name="T41" fmla="*/ 16 h 25"/>
                <a:gd name="T42" fmla="*/ 22 w 26"/>
                <a:gd name="T43" fmla="*/ 15 h 25"/>
                <a:gd name="T44" fmla="*/ 13 w 26"/>
                <a:gd name="T45" fmla="*/ 11 h 25"/>
                <a:gd name="T46" fmla="*/ 4 w 26"/>
                <a:gd name="T47" fmla="*/ 13 h 25"/>
                <a:gd name="T48" fmla="*/ 2 w 26"/>
                <a:gd name="T49" fmla="*/ 8 h 25"/>
                <a:gd name="T50" fmla="*/ 2 w 26"/>
                <a:gd name="T51" fmla="*/ 8 h 25"/>
                <a:gd name="T52" fmla="*/ 3 w 26"/>
                <a:gd name="T53" fmla="*/ 8 h 25"/>
                <a:gd name="T54" fmla="*/ 5 w 26"/>
                <a:gd name="T55" fmla="*/ 10 h 25"/>
                <a:gd name="T56" fmla="*/ 11 w 26"/>
                <a:gd name="T57" fmla="*/ 10 h 25"/>
                <a:gd name="T58" fmla="*/ 11 w 26"/>
                <a:gd name="T59" fmla="*/ 9 h 25"/>
                <a:gd name="T60" fmla="*/ 8 w 26"/>
                <a:gd name="T61" fmla="*/ 3 h 25"/>
                <a:gd name="T62" fmla="*/ 9 w 26"/>
                <a:gd name="T63" fmla="*/ 2 h 25"/>
                <a:gd name="T64" fmla="*/ 10 w 26"/>
                <a:gd name="T65" fmla="*/ 2 h 25"/>
                <a:gd name="T66" fmla="*/ 11 w 26"/>
                <a:gd name="T67" fmla="*/ 5 h 25"/>
                <a:gd name="T68" fmla="*/ 12 w 26"/>
                <a:gd name="T69" fmla="*/ 6 h 25"/>
                <a:gd name="T70" fmla="*/ 15 w 26"/>
                <a:gd name="T71" fmla="*/ 8 h 25"/>
                <a:gd name="T72" fmla="*/ 22 w 26"/>
                <a:gd name="T73" fmla="*/ 2 h 25"/>
                <a:gd name="T74" fmla="*/ 24 w 26"/>
                <a:gd name="T75" fmla="*/ 0 h 25"/>
                <a:gd name="T76" fmla="*/ 25 w 26"/>
                <a:gd name="T77"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6" h="25">
                  <a:moveTo>
                    <a:pt x="13" y="16"/>
                  </a:moveTo>
                  <a:cubicBezTo>
                    <a:pt x="14" y="18"/>
                    <a:pt x="13" y="24"/>
                    <a:pt x="11" y="25"/>
                  </a:cubicBezTo>
                  <a:cubicBezTo>
                    <a:pt x="10" y="25"/>
                    <a:pt x="7" y="25"/>
                    <a:pt x="7" y="24"/>
                  </a:cubicBezTo>
                  <a:cubicBezTo>
                    <a:pt x="7" y="22"/>
                    <a:pt x="8" y="21"/>
                    <a:pt x="9" y="19"/>
                  </a:cubicBezTo>
                  <a:cubicBezTo>
                    <a:pt x="10" y="18"/>
                    <a:pt x="9" y="16"/>
                    <a:pt x="10" y="14"/>
                  </a:cubicBezTo>
                  <a:cubicBezTo>
                    <a:pt x="10" y="14"/>
                    <a:pt x="10" y="14"/>
                    <a:pt x="10" y="14"/>
                  </a:cubicBezTo>
                  <a:cubicBezTo>
                    <a:pt x="11" y="15"/>
                    <a:pt x="12" y="15"/>
                    <a:pt x="13" y="16"/>
                  </a:cubicBezTo>
                  <a:close/>
                  <a:moveTo>
                    <a:pt x="25" y="0"/>
                  </a:moveTo>
                  <a:cubicBezTo>
                    <a:pt x="25" y="0"/>
                    <a:pt x="26" y="1"/>
                    <a:pt x="26" y="2"/>
                  </a:cubicBezTo>
                  <a:cubicBezTo>
                    <a:pt x="26" y="3"/>
                    <a:pt x="23" y="6"/>
                    <a:pt x="21" y="7"/>
                  </a:cubicBezTo>
                  <a:cubicBezTo>
                    <a:pt x="20" y="8"/>
                    <a:pt x="19" y="8"/>
                    <a:pt x="18" y="9"/>
                  </a:cubicBezTo>
                  <a:cubicBezTo>
                    <a:pt x="19" y="10"/>
                    <a:pt x="20" y="11"/>
                    <a:pt x="22" y="11"/>
                  </a:cubicBezTo>
                  <a:cubicBezTo>
                    <a:pt x="22" y="11"/>
                    <a:pt x="22" y="11"/>
                    <a:pt x="22" y="11"/>
                  </a:cubicBezTo>
                  <a:cubicBezTo>
                    <a:pt x="23" y="10"/>
                    <a:pt x="23" y="10"/>
                    <a:pt x="23" y="9"/>
                  </a:cubicBezTo>
                  <a:cubicBezTo>
                    <a:pt x="23" y="9"/>
                    <a:pt x="23" y="9"/>
                    <a:pt x="23" y="9"/>
                  </a:cubicBezTo>
                  <a:cubicBezTo>
                    <a:pt x="23" y="9"/>
                    <a:pt x="23" y="9"/>
                    <a:pt x="24" y="9"/>
                  </a:cubicBezTo>
                  <a:cubicBezTo>
                    <a:pt x="23" y="11"/>
                    <a:pt x="24" y="12"/>
                    <a:pt x="25" y="14"/>
                  </a:cubicBezTo>
                  <a:cubicBezTo>
                    <a:pt x="26" y="14"/>
                    <a:pt x="25" y="15"/>
                    <a:pt x="26" y="15"/>
                  </a:cubicBezTo>
                  <a:cubicBezTo>
                    <a:pt x="26" y="16"/>
                    <a:pt x="26" y="15"/>
                    <a:pt x="26" y="16"/>
                  </a:cubicBezTo>
                  <a:cubicBezTo>
                    <a:pt x="25" y="16"/>
                    <a:pt x="25" y="16"/>
                    <a:pt x="25" y="16"/>
                  </a:cubicBezTo>
                  <a:cubicBezTo>
                    <a:pt x="24" y="16"/>
                    <a:pt x="24" y="16"/>
                    <a:pt x="23" y="16"/>
                  </a:cubicBezTo>
                  <a:cubicBezTo>
                    <a:pt x="23" y="16"/>
                    <a:pt x="22" y="15"/>
                    <a:pt x="22" y="15"/>
                  </a:cubicBezTo>
                  <a:cubicBezTo>
                    <a:pt x="19" y="13"/>
                    <a:pt x="16" y="11"/>
                    <a:pt x="13" y="11"/>
                  </a:cubicBezTo>
                  <a:cubicBezTo>
                    <a:pt x="11" y="12"/>
                    <a:pt x="6" y="14"/>
                    <a:pt x="4" y="13"/>
                  </a:cubicBezTo>
                  <a:cubicBezTo>
                    <a:pt x="2" y="13"/>
                    <a:pt x="0" y="9"/>
                    <a:pt x="2" y="8"/>
                  </a:cubicBezTo>
                  <a:cubicBezTo>
                    <a:pt x="2" y="8"/>
                    <a:pt x="2" y="8"/>
                    <a:pt x="2" y="8"/>
                  </a:cubicBezTo>
                  <a:cubicBezTo>
                    <a:pt x="2" y="8"/>
                    <a:pt x="3" y="8"/>
                    <a:pt x="3" y="8"/>
                  </a:cubicBezTo>
                  <a:cubicBezTo>
                    <a:pt x="4" y="9"/>
                    <a:pt x="5" y="10"/>
                    <a:pt x="5" y="10"/>
                  </a:cubicBezTo>
                  <a:cubicBezTo>
                    <a:pt x="7" y="10"/>
                    <a:pt x="10" y="10"/>
                    <a:pt x="11" y="10"/>
                  </a:cubicBezTo>
                  <a:cubicBezTo>
                    <a:pt x="11" y="9"/>
                    <a:pt x="11" y="9"/>
                    <a:pt x="11" y="9"/>
                  </a:cubicBezTo>
                  <a:cubicBezTo>
                    <a:pt x="9" y="6"/>
                    <a:pt x="7" y="6"/>
                    <a:pt x="8" y="3"/>
                  </a:cubicBezTo>
                  <a:cubicBezTo>
                    <a:pt x="8" y="2"/>
                    <a:pt x="9" y="2"/>
                    <a:pt x="9" y="2"/>
                  </a:cubicBezTo>
                  <a:cubicBezTo>
                    <a:pt x="9" y="2"/>
                    <a:pt x="10" y="2"/>
                    <a:pt x="10" y="2"/>
                  </a:cubicBezTo>
                  <a:cubicBezTo>
                    <a:pt x="10" y="3"/>
                    <a:pt x="11" y="4"/>
                    <a:pt x="11" y="5"/>
                  </a:cubicBezTo>
                  <a:cubicBezTo>
                    <a:pt x="12" y="5"/>
                    <a:pt x="12" y="6"/>
                    <a:pt x="12" y="6"/>
                  </a:cubicBezTo>
                  <a:cubicBezTo>
                    <a:pt x="13" y="6"/>
                    <a:pt x="14" y="8"/>
                    <a:pt x="15" y="8"/>
                  </a:cubicBezTo>
                  <a:cubicBezTo>
                    <a:pt x="16" y="8"/>
                    <a:pt x="21" y="4"/>
                    <a:pt x="22" y="2"/>
                  </a:cubicBezTo>
                  <a:cubicBezTo>
                    <a:pt x="23" y="2"/>
                    <a:pt x="23" y="0"/>
                    <a:pt x="24" y="0"/>
                  </a:cubicBezTo>
                  <a:cubicBezTo>
                    <a:pt x="25" y="0"/>
                    <a:pt x="25" y="0"/>
                    <a:pt x="2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9" name="Freeform 46"/>
            <p:cNvSpPr>
              <a:spLocks noEditPoints="1"/>
            </p:cNvSpPr>
            <p:nvPr/>
          </p:nvSpPr>
          <p:spPr bwMode="auto">
            <a:xfrm>
              <a:off x="9120250" y="4715179"/>
              <a:ext cx="53975" cy="44450"/>
            </a:xfrm>
            <a:custGeom>
              <a:avLst/>
              <a:gdLst>
                <a:gd name="T0" fmla="*/ 32 w 36"/>
                <a:gd name="T1" fmla="*/ 11 h 30"/>
                <a:gd name="T2" fmla="*/ 36 w 36"/>
                <a:gd name="T3" fmla="*/ 16 h 30"/>
                <a:gd name="T4" fmla="*/ 30 w 36"/>
                <a:gd name="T5" fmla="*/ 16 h 30"/>
                <a:gd name="T6" fmla="*/ 26 w 36"/>
                <a:gd name="T7" fmla="*/ 13 h 30"/>
                <a:gd name="T8" fmla="*/ 27 w 36"/>
                <a:gd name="T9" fmla="*/ 16 h 30"/>
                <a:gd name="T10" fmla="*/ 23 w 36"/>
                <a:gd name="T11" fmla="*/ 22 h 30"/>
                <a:gd name="T12" fmla="*/ 14 w 36"/>
                <a:gd name="T13" fmla="*/ 21 h 30"/>
                <a:gd name="T14" fmla="*/ 14 w 36"/>
                <a:gd name="T15" fmla="*/ 24 h 30"/>
                <a:gd name="T16" fmla="*/ 14 w 36"/>
                <a:gd name="T17" fmla="*/ 30 h 30"/>
                <a:gd name="T18" fmla="*/ 10 w 36"/>
                <a:gd name="T19" fmla="*/ 24 h 30"/>
                <a:gd name="T20" fmla="*/ 1 w 36"/>
                <a:gd name="T21" fmla="*/ 18 h 30"/>
                <a:gd name="T22" fmla="*/ 3 w 36"/>
                <a:gd name="T23" fmla="*/ 19 h 30"/>
                <a:gd name="T24" fmla="*/ 9 w 36"/>
                <a:gd name="T25" fmla="*/ 24 h 30"/>
                <a:gd name="T26" fmla="*/ 9 w 36"/>
                <a:gd name="T27" fmla="*/ 23 h 30"/>
                <a:gd name="T28" fmla="*/ 6 w 36"/>
                <a:gd name="T29" fmla="*/ 20 h 30"/>
                <a:gd name="T30" fmla="*/ 4 w 36"/>
                <a:gd name="T31" fmla="*/ 12 h 30"/>
                <a:gd name="T32" fmla="*/ 8 w 36"/>
                <a:gd name="T33" fmla="*/ 18 h 30"/>
                <a:gd name="T34" fmla="*/ 12 w 36"/>
                <a:gd name="T35" fmla="*/ 20 h 30"/>
                <a:gd name="T36" fmla="*/ 17 w 36"/>
                <a:gd name="T37" fmla="*/ 19 h 30"/>
                <a:gd name="T38" fmla="*/ 14 w 36"/>
                <a:gd name="T39" fmla="*/ 16 h 30"/>
                <a:gd name="T40" fmla="*/ 21 w 36"/>
                <a:gd name="T41" fmla="*/ 20 h 30"/>
                <a:gd name="T42" fmla="*/ 24 w 36"/>
                <a:gd name="T43" fmla="*/ 18 h 30"/>
                <a:gd name="T44" fmla="*/ 14 w 36"/>
                <a:gd name="T45" fmla="*/ 12 h 30"/>
                <a:gd name="T46" fmla="*/ 10 w 36"/>
                <a:gd name="T47" fmla="*/ 14 h 30"/>
                <a:gd name="T48" fmla="*/ 10 w 36"/>
                <a:gd name="T49" fmla="*/ 12 h 30"/>
                <a:gd name="T50" fmla="*/ 14 w 36"/>
                <a:gd name="T51" fmla="*/ 6 h 30"/>
                <a:gd name="T52" fmla="*/ 21 w 36"/>
                <a:gd name="T53" fmla="*/ 10 h 30"/>
                <a:gd name="T54" fmla="*/ 32 w 36"/>
                <a:gd name="T55" fmla="*/ 14 h 30"/>
                <a:gd name="T56" fmla="*/ 32 w 36"/>
                <a:gd name="T57" fmla="*/ 14 h 30"/>
                <a:gd name="T58" fmla="*/ 29 w 36"/>
                <a:gd name="T59" fmla="*/ 6 h 30"/>
                <a:gd name="T60" fmla="*/ 32 w 36"/>
                <a:gd name="T61" fmla="*/ 6 h 30"/>
                <a:gd name="T62" fmla="*/ 34 w 36"/>
                <a:gd name="T63" fmla="*/ 0 h 30"/>
                <a:gd name="T64" fmla="*/ 29 w 36"/>
                <a:gd name="T65"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6" h="30">
                  <a:moveTo>
                    <a:pt x="32" y="6"/>
                  </a:moveTo>
                  <a:cubicBezTo>
                    <a:pt x="33" y="8"/>
                    <a:pt x="31" y="10"/>
                    <a:pt x="32" y="11"/>
                  </a:cubicBezTo>
                  <a:cubicBezTo>
                    <a:pt x="32" y="11"/>
                    <a:pt x="32" y="12"/>
                    <a:pt x="32" y="12"/>
                  </a:cubicBezTo>
                  <a:cubicBezTo>
                    <a:pt x="34" y="12"/>
                    <a:pt x="36" y="14"/>
                    <a:pt x="36" y="16"/>
                  </a:cubicBezTo>
                  <a:cubicBezTo>
                    <a:pt x="36" y="17"/>
                    <a:pt x="34" y="19"/>
                    <a:pt x="33" y="19"/>
                  </a:cubicBezTo>
                  <a:cubicBezTo>
                    <a:pt x="32" y="18"/>
                    <a:pt x="30" y="16"/>
                    <a:pt x="30" y="16"/>
                  </a:cubicBezTo>
                  <a:cubicBezTo>
                    <a:pt x="29" y="14"/>
                    <a:pt x="27" y="14"/>
                    <a:pt x="26" y="13"/>
                  </a:cubicBezTo>
                  <a:cubicBezTo>
                    <a:pt x="26" y="13"/>
                    <a:pt x="26" y="13"/>
                    <a:pt x="26" y="13"/>
                  </a:cubicBezTo>
                  <a:cubicBezTo>
                    <a:pt x="26" y="13"/>
                    <a:pt x="26" y="13"/>
                    <a:pt x="26" y="13"/>
                  </a:cubicBezTo>
                  <a:cubicBezTo>
                    <a:pt x="26" y="14"/>
                    <a:pt x="27" y="14"/>
                    <a:pt x="27" y="16"/>
                  </a:cubicBezTo>
                  <a:cubicBezTo>
                    <a:pt x="27" y="18"/>
                    <a:pt x="28" y="21"/>
                    <a:pt x="24" y="23"/>
                  </a:cubicBezTo>
                  <a:cubicBezTo>
                    <a:pt x="24" y="22"/>
                    <a:pt x="24" y="22"/>
                    <a:pt x="23" y="22"/>
                  </a:cubicBezTo>
                  <a:cubicBezTo>
                    <a:pt x="22" y="22"/>
                    <a:pt x="21" y="20"/>
                    <a:pt x="20" y="20"/>
                  </a:cubicBezTo>
                  <a:cubicBezTo>
                    <a:pt x="19" y="22"/>
                    <a:pt x="16" y="21"/>
                    <a:pt x="14" y="21"/>
                  </a:cubicBezTo>
                  <a:cubicBezTo>
                    <a:pt x="13" y="21"/>
                    <a:pt x="13" y="22"/>
                    <a:pt x="13" y="22"/>
                  </a:cubicBezTo>
                  <a:cubicBezTo>
                    <a:pt x="14" y="22"/>
                    <a:pt x="14" y="23"/>
                    <a:pt x="14" y="24"/>
                  </a:cubicBezTo>
                  <a:cubicBezTo>
                    <a:pt x="15" y="24"/>
                    <a:pt x="18" y="26"/>
                    <a:pt x="18" y="28"/>
                  </a:cubicBezTo>
                  <a:cubicBezTo>
                    <a:pt x="18" y="29"/>
                    <a:pt x="16" y="30"/>
                    <a:pt x="14" y="30"/>
                  </a:cubicBezTo>
                  <a:cubicBezTo>
                    <a:pt x="14" y="28"/>
                    <a:pt x="13" y="26"/>
                    <a:pt x="11" y="25"/>
                  </a:cubicBezTo>
                  <a:cubicBezTo>
                    <a:pt x="10" y="25"/>
                    <a:pt x="11" y="24"/>
                    <a:pt x="10" y="24"/>
                  </a:cubicBezTo>
                  <a:cubicBezTo>
                    <a:pt x="9" y="25"/>
                    <a:pt x="8" y="26"/>
                    <a:pt x="7" y="26"/>
                  </a:cubicBezTo>
                  <a:cubicBezTo>
                    <a:pt x="3" y="25"/>
                    <a:pt x="0" y="22"/>
                    <a:pt x="1" y="18"/>
                  </a:cubicBezTo>
                  <a:cubicBezTo>
                    <a:pt x="2" y="17"/>
                    <a:pt x="2" y="16"/>
                    <a:pt x="2" y="15"/>
                  </a:cubicBezTo>
                  <a:cubicBezTo>
                    <a:pt x="3" y="16"/>
                    <a:pt x="3" y="18"/>
                    <a:pt x="3" y="19"/>
                  </a:cubicBezTo>
                  <a:cubicBezTo>
                    <a:pt x="3" y="19"/>
                    <a:pt x="3" y="20"/>
                    <a:pt x="4" y="20"/>
                  </a:cubicBezTo>
                  <a:cubicBezTo>
                    <a:pt x="5" y="22"/>
                    <a:pt x="7" y="23"/>
                    <a:pt x="9" y="24"/>
                  </a:cubicBezTo>
                  <a:cubicBezTo>
                    <a:pt x="9" y="24"/>
                    <a:pt x="9" y="24"/>
                    <a:pt x="9" y="23"/>
                  </a:cubicBezTo>
                  <a:cubicBezTo>
                    <a:pt x="9" y="23"/>
                    <a:pt x="9" y="23"/>
                    <a:pt x="9" y="23"/>
                  </a:cubicBezTo>
                  <a:cubicBezTo>
                    <a:pt x="9" y="22"/>
                    <a:pt x="8" y="22"/>
                    <a:pt x="8" y="21"/>
                  </a:cubicBezTo>
                  <a:cubicBezTo>
                    <a:pt x="8" y="21"/>
                    <a:pt x="7" y="20"/>
                    <a:pt x="6" y="20"/>
                  </a:cubicBezTo>
                  <a:cubicBezTo>
                    <a:pt x="5" y="19"/>
                    <a:pt x="3" y="14"/>
                    <a:pt x="4" y="13"/>
                  </a:cubicBezTo>
                  <a:cubicBezTo>
                    <a:pt x="4" y="13"/>
                    <a:pt x="4" y="12"/>
                    <a:pt x="4" y="12"/>
                  </a:cubicBezTo>
                  <a:cubicBezTo>
                    <a:pt x="5" y="12"/>
                    <a:pt x="5" y="12"/>
                    <a:pt x="5" y="13"/>
                  </a:cubicBezTo>
                  <a:cubicBezTo>
                    <a:pt x="6" y="14"/>
                    <a:pt x="7" y="16"/>
                    <a:pt x="8" y="18"/>
                  </a:cubicBezTo>
                  <a:cubicBezTo>
                    <a:pt x="9" y="18"/>
                    <a:pt x="10" y="19"/>
                    <a:pt x="11" y="20"/>
                  </a:cubicBezTo>
                  <a:cubicBezTo>
                    <a:pt x="11" y="20"/>
                    <a:pt x="11" y="20"/>
                    <a:pt x="12" y="20"/>
                  </a:cubicBezTo>
                  <a:cubicBezTo>
                    <a:pt x="13" y="19"/>
                    <a:pt x="14" y="19"/>
                    <a:pt x="16" y="19"/>
                  </a:cubicBezTo>
                  <a:cubicBezTo>
                    <a:pt x="16" y="19"/>
                    <a:pt x="17" y="19"/>
                    <a:pt x="17" y="19"/>
                  </a:cubicBezTo>
                  <a:cubicBezTo>
                    <a:pt x="17" y="18"/>
                    <a:pt x="15" y="17"/>
                    <a:pt x="15" y="17"/>
                  </a:cubicBezTo>
                  <a:cubicBezTo>
                    <a:pt x="14" y="16"/>
                    <a:pt x="14" y="16"/>
                    <a:pt x="14" y="16"/>
                  </a:cubicBezTo>
                  <a:cubicBezTo>
                    <a:pt x="16" y="14"/>
                    <a:pt x="17" y="16"/>
                    <a:pt x="19" y="18"/>
                  </a:cubicBezTo>
                  <a:cubicBezTo>
                    <a:pt x="20" y="19"/>
                    <a:pt x="20" y="19"/>
                    <a:pt x="21" y="20"/>
                  </a:cubicBezTo>
                  <a:cubicBezTo>
                    <a:pt x="22" y="20"/>
                    <a:pt x="23" y="21"/>
                    <a:pt x="24" y="20"/>
                  </a:cubicBezTo>
                  <a:cubicBezTo>
                    <a:pt x="24" y="19"/>
                    <a:pt x="24" y="19"/>
                    <a:pt x="24" y="18"/>
                  </a:cubicBezTo>
                  <a:cubicBezTo>
                    <a:pt x="24" y="15"/>
                    <a:pt x="20" y="12"/>
                    <a:pt x="17" y="12"/>
                  </a:cubicBezTo>
                  <a:cubicBezTo>
                    <a:pt x="16" y="11"/>
                    <a:pt x="14" y="10"/>
                    <a:pt x="14" y="12"/>
                  </a:cubicBezTo>
                  <a:cubicBezTo>
                    <a:pt x="14" y="12"/>
                    <a:pt x="13" y="14"/>
                    <a:pt x="13" y="14"/>
                  </a:cubicBezTo>
                  <a:cubicBezTo>
                    <a:pt x="12" y="14"/>
                    <a:pt x="11" y="14"/>
                    <a:pt x="10" y="14"/>
                  </a:cubicBezTo>
                  <a:cubicBezTo>
                    <a:pt x="10" y="14"/>
                    <a:pt x="10" y="14"/>
                    <a:pt x="10" y="14"/>
                  </a:cubicBezTo>
                  <a:cubicBezTo>
                    <a:pt x="10" y="13"/>
                    <a:pt x="10" y="13"/>
                    <a:pt x="10" y="12"/>
                  </a:cubicBezTo>
                  <a:cubicBezTo>
                    <a:pt x="10" y="12"/>
                    <a:pt x="9" y="12"/>
                    <a:pt x="9" y="11"/>
                  </a:cubicBezTo>
                  <a:cubicBezTo>
                    <a:pt x="9" y="10"/>
                    <a:pt x="13" y="6"/>
                    <a:pt x="14" y="6"/>
                  </a:cubicBezTo>
                  <a:cubicBezTo>
                    <a:pt x="16" y="8"/>
                    <a:pt x="17" y="8"/>
                    <a:pt x="19" y="9"/>
                  </a:cubicBezTo>
                  <a:cubicBezTo>
                    <a:pt x="20" y="9"/>
                    <a:pt x="21" y="10"/>
                    <a:pt x="21" y="10"/>
                  </a:cubicBezTo>
                  <a:cubicBezTo>
                    <a:pt x="23" y="11"/>
                    <a:pt x="24" y="11"/>
                    <a:pt x="26" y="12"/>
                  </a:cubicBezTo>
                  <a:cubicBezTo>
                    <a:pt x="28" y="12"/>
                    <a:pt x="30" y="14"/>
                    <a:pt x="32" y="14"/>
                  </a:cubicBezTo>
                  <a:cubicBezTo>
                    <a:pt x="32" y="14"/>
                    <a:pt x="32" y="14"/>
                    <a:pt x="32" y="14"/>
                  </a:cubicBezTo>
                  <a:cubicBezTo>
                    <a:pt x="32" y="14"/>
                    <a:pt x="32" y="14"/>
                    <a:pt x="32" y="14"/>
                  </a:cubicBezTo>
                  <a:cubicBezTo>
                    <a:pt x="30" y="13"/>
                    <a:pt x="27" y="12"/>
                    <a:pt x="28" y="10"/>
                  </a:cubicBezTo>
                  <a:cubicBezTo>
                    <a:pt x="28" y="8"/>
                    <a:pt x="30" y="8"/>
                    <a:pt x="29" y="6"/>
                  </a:cubicBezTo>
                  <a:cubicBezTo>
                    <a:pt x="30" y="6"/>
                    <a:pt x="30" y="6"/>
                    <a:pt x="30" y="6"/>
                  </a:cubicBezTo>
                  <a:cubicBezTo>
                    <a:pt x="31" y="6"/>
                    <a:pt x="31" y="6"/>
                    <a:pt x="32" y="6"/>
                  </a:cubicBezTo>
                  <a:close/>
                  <a:moveTo>
                    <a:pt x="34" y="0"/>
                  </a:moveTo>
                  <a:cubicBezTo>
                    <a:pt x="34" y="0"/>
                    <a:pt x="34" y="0"/>
                    <a:pt x="34" y="0"/>
                  </a:cubicBezTo>
                  <a:cubicBezTo>
                    <a:pt x="33" y="2"/>
                    <a:pt x="29" y="6"/>
                    <a:pt x="26" y="6"/>
                  </a:cubicBezTo>
                  <a:cubicBezTo>
                    <a:pt x="25" y="4"/>
                    <a:pt x="27" y="2"/>
                    <a:pt x="29" y="0"/>
                  </a:cubicBezTo>
                  <a:cubicBezTo>
                    <a:pt x="30" y="1"/>
                    <a:pt x="32" y="0"/>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0" name="Freeform 47"/>
            <p:cNvSpPr>
              <a:spLocks noEditPoints="1"/>
            </p:cNvSpPr>
            <p:nvPr/>
          </p:nvSpPr>
          <p:spPr bwMode="auto">
            <a:xfrm>
              <a:off x="9037700" y="4621516"/>
              <a:ext cx="53975" cy="46038"/>
            </a:xfrm>
            <a:custGeom>
              <a:avLst/>
              <a:gdLst>
                <a:gd name="T0" fmla="*/ 13 w 36"/>
                <a:gd name="T1" fmla="*/ 14 h 30"/>
                <a:gd name="T2" fmla="*/ 10 w 36"/>
                <a:gd name="T3" fmla="*/ 17 h 30"/>
                <a:gd name="T4" fmla="*/ 10 w 36"/>
                <a:gd name="T5" fmla="*/ 17 h 30"/>
                <a:gd name="T6" fmla="*/ 13 w 36"/>
                <a:gd name="T7" fmla="*/ 14 h 30"/>
                <a:gd name="T8" fmla="*/ 13 w 36"/>
                <a:gd name="T9" fmla="*/ 14 h 30"/>
                <a:gd name="T10" fmla="*/ 26 w 36"/>
                <a:gd name="T11" fmla="*/ 1 h 30"/>
                <a:gd name="T12" fmla="*/ 27 w 36"/>
                <a:gd name="T13" fmla="*/ 1 h 30"/>
                <a:gd name="T14" fmla="*/ 25 w 36"/>
                <a:gd name="T15" fmla="*/ 7 h 30"/>
                <a:gd name="T16" fmla="*/ 22 w 36"/>
                <a:gd name="T17" fmla="*/ 10 h 30"/>
                <a:gd name="T18" fmla="*/ 22 w 36"/>
                <a:gd name="T19" fmla="*/ 11 h 30"/>
                <a:gd name="T20" fmla="*/ 25 w 36"/>
                <a:gd name="T21" fmla="*/ 11 h 30"/>
                <a:gd name="T22" fmla="*/ 26 w 36"/>
                <a:gd name="T23" fmla="*/ 10 h 30"/>
                <a:gd name="T24" fmla="*/ 29 w 36"/>
                <a:gd name="T25" fmla="*/ 13 h 30"/>
                <a:gd name="T26" fmla="*/ 28 w 36"/>
                <a:gd name="T27" fmla="*/ 14 h 30"/>
                <a:gd name="T28" fmla="*/ 21 w 36"/>
                <a:gd name="T29" fmla="*/ 14 h 30"/>
                <a:gd name="T30" fmla="*/ 19 w 36"/>
                <a:gd name="T31" fmla="*/ 13 h 30"/>
                <a:gd name="T32" fmla="*/ 16 w 36"/>
                <a:gd name="T33" fmla="*/ 18 h 30"/>
                <a:gd name="T34" fmla="*/ 16 w 36"/>
                <a:gd name="T35" fmla="*/ 18 h 30"/>
                <a:gd name="T36" fmla="*/ 21 w 36"/>
                <a:gd name="T37" fmla="*/ 20 h 30"/>
                <a:gd name="T38" fmla="*/ 20 w 36"/>
                <a:gd name="T39" fmla="*/ 24 h 30"/>
                <a:gd name="T40" fmla="*/ 20 w 36"/>
                <a:gd name="T41" fmla="*/ 27 h 30"/>
                <a:gd name="T42" fmla="*/ 14 w 36"/>
                <a:gd name="T43" fmla="*/ 27 h 30"/>
                <a:gd name="T44" fmla="*/ 15 w 36"/>
                <a:gd name="T45" fmla="*/ 21 h 30"/>
                <a:gd name="T46" fmla="*/ 14 w 36"/>
                <a:gd name="T47" fmla="*/ 21 h 30"/>
                <a:gd name="T48" fmla="*/ 9 w 36"/>
                <a:gd name="T49" fmla="*/ 28 h 30"/>
                <a:gd name="T50" fmla="*/ 9 w 36"/>
                <a:gd name="T51" fmla="*/ 28 h 30"/>
                <a:gd name="T52" fmla="*/ 9 w 36"/>
                <a:gd name="T53" fmla="*/ 22 h 30"/>
                <a:gd name="T54" fmla="*/ 11 w 36"/>
                <a:gd name="T55" fmla="*/ 20 h 30"/>
                <a:gd name="T56" fmla="*/ 8 w 36"/>
                <a:gd name="T57" fmla="*/ 20 h 30"/>
                <a:gd name="T58" fmla="*/ 6 w 36"/>
                <a:gd name="T59" fmla="*/ 21 h 30"/>
                <a:gd name="T60" fmla="*/ 1 w 36"/>
                <a:gd name="T61" fmla="*/ 23 h 30"/>
                <a:gd name="T62" fmla="*/ 0 w 36"/>
                <a:gd name="T63" fmla="*/ 22 h 30"/>
                <a:gd name="T64" fmla="*/ 1 w 36"/>
                <a:gd name="T65" fmla="*/ 19 h 30"/>
                <a:gd name="T66" fmla="*/ 3 w 36"/>
                <a:gd name="T67" fmla="*/ 15 h 30"/>
                <a:gd name="T68" fmla="*/ 13 w 36"/>
                <a:gd name="T69" fmla="*/ 13 h 30"/>
                <a:gd name="T70" fmla="*/ 16 w 36"/>
                <a:gd name="T71" fmla="*/ 14 h 30"/>
                <a:gd name="T72" fmla="*/ 16 w 36"/>
                <a:gd name="T73" fmla="*/ 14 h 30"/>
                <a:gd name="T74" fmla="*/ 16 w 36"/>
                <a:gd name="T75" fmla="*/ 13 h 30"/>
                <a:gd name="T76" fmla="*/ 15 w 36"/>
                <a:gd name="T77" fmla="*/ 13 h 30"/>
                <a:gd name="T78" fmla="*/ 13 w 36"/>
                <a:gd name="T79" fmla="*/ 8 h 30"/>
                <a:gd name="T80" fmla="*/ 13 w 36"/>
                <a:gd name="T81" fmla="*/ 8 h 30"/>
                <a:gd name="T82" fmla="*/ 18 w 36"/>
                <a:gd name="T83" fmla="*/ 11 h 30"/>
                <a:gd name="T84" fmla="*/ 20 w 36"/>
                <a:gd name="T85" fmla="*/ 9 h 30"/>
                <a:gd name="T86" fmla="*/ 21 w 36"/>
                <a:gd name="T87" fmla="*/ 7 h 30"/>
                <a:gd name="T88" fmla="*/ 24 w 36"/>
                <a:gd name="T89" fmla="*/ 4 h 30"/>
                <a:gd name="T90" fmla="*/ 26 w 36"/>
                <a:gd name="T91" fmla="*/ 1 h 30"/>
                <a:gd name="T92" fmla="*/ 26 w 36"/>
                <a:gd name="T93" fmla="*/ 1 h 30"/>
                <a:gd name="T94" fmla="*/ 31 w 36"/>
                <a:gd name="T95" fmla="*/ 3 h 30"/>
                <a:gd name="T96" fmla="*/ 35 w 36"/>
                <a:gd name="T97" fmla="*/ 7 h 30"/>
                <a:gd name="T98" fmla="*/ 36 w 36"/>
                <a:gd name="T99" fmla="*/ 9 h 30"/>
                <a:gd name="T100" fmla="*/ 31 w 36"/>
                <a:gd name="T101" fmla="*/ 10 h 30"/>
                <a:gd name="T102" fmla="*/ 31 w 36"/>
                <a:gd name="T103" fmla="*/ 8 h 30"/>
                <a:gd name="T104" fmla="*/ 30 w 36"/>
                <a:gd name="T105" fmla="*/ 8 h 30"/>
                <a:gd name="T106" fmla="*/ 31 w 36"/>
                <a:gd name="T107" fmla="*/ 3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6" h="30">
                  <a:moveTo>
                    <a:pt x="13" y="14"/>
                  </a:moveTo>
                  <a:cubicBezTo>
                    <a:pt x="13" y="14"/>
                    <a:pt x="10" y="16"/>
                    <a:pt x="10" y="17"/>
                  </a:cubicBezTo>
                  <a:cubicBezTo>
                    <a:pt x="10" y="17"/>
                    <a:pt x="10" y="17"/>
                    <a:pt x="10" y="17"/>
                  </a:cubicBezTo>
                  <a:cubicBezTo>
                    <a:pt x="13" y="19"/>
                    <a:pt x="14" y="17"/>
                    <a:pt x="13" y="14"/>
                  </a:cubicBezTo>
                  <a:cubicBezTo>
                    <a:pt x="13" y="14"/>
                    <a:pt x="13" y="14"/>
                    <a:pt x="13" y="14"/>
                  </a:cubicBezTo>
                  <a:close/>
                  <a:moveTo>
                    <a:pt x="26" y="1"/>
                  </a:moveTo>
                  <a:cubicBezTo>
                    <a:pt x="26" y="1"/>
                    <a:pt x="26" y="1"/>
                    <a:pt x="27" y="1"/>
                  </a:cubicBezTo>
                  <a:cubicBezTo>
                    <a:pt x="27" y="2"/>
                    <a:pt x="25" y="6"/>
                    <a:pt x="25" y="7"/>
                  </a:cubicBezTo>
                  <a:cubicBezTo>
                    <a:pt x="24" y="8"/>
                    <a:pt x="22" y="10"/>
                    <a:pt x="22" y="10"/>
                  </a:cubicBezTo>
                  <a:cubicBezTo>
                    <a:pt x="22" y="10"/>
                    <a:pt x="22" y="10"/>
                    <a:pt x="22" y="11"/>
                  </a:cubicBezTo>
                  <a:cubicBezTo>
                    <a:pt x="23" y="12"/>
                    <a:pt x="25" y="12"/>
                    <a:pt x="25" y="11"/>
                  </a:cubicBezTo>
                  <a:cubicBezTo>
                    <a:pt x="26" y="10"/>
                    <a:pt x="25" y="10"/>
                    <a:pt x="26" y="10"/>
                  </a:cubicBezTo>
                  <a:cubicBezTo>
                    <a:pt x="27" y="10"/>
                    <a:pt x="29" y="12"/>
                    <a:pt x="29" y="13"/>
                  </a:cubicBezTo>
                  <a:cubicBezTo>
                    <a:pt x="29" y="13"/>
                    <a:pt x="29" y="14"/>
                    <a:pt x="28" y="14"/>
                  </a:cubicBezTo>
                  <a:cubicBezTo>
                    <a:pt x="25" y="13"/>
                    <a:pt x="23" y="14"/>
                    <a:pt x="21" y="14"/>
                  </a:cubicBezTo>
                  <a:cubicBezTo>
                    <a:pt x="20" y="14"/>
                    <a:pt x="20" y="13"/>
                    <a:pt x="19" y="13"/>
                  </a:cubicBezTo>
                  <a:cubicBezTo>
                    <a:pt x="18" y="14"/>
                    <a:pt x="16" y="17"/>
                    <a:pt x="16" y="18"/>
                  </a:cubicBezTo>
                  <a:cubicBezTo>
                    <a:pt x="16" y="18"/>
                    <a:pt x="16" y="18"/>
                    <a:pt x="16" y="18"/>
                  </a:cubicBezTo>
                  <a:cubicBezTo>
                    <a:pt x="18" y="19"/>
                    <a:pt x="19" y="17"/>
                    <a:pt x="21" y="20"/>
                  </a:cubicBezTo>
                  <a:cubicBezTo>
                    <a:pt x="21" y="22"/>
                    <a:pt x="20" y="22"/>
                    <a:pt x="20" y="24"/>
                  </a:cubicBezTo>
                  <a:cubicBezTo>
                    <a:pt x="19" y="25"/>
                    <a:pt x="20" y="26"/>
                    <a:pt x="20" y="27"/>
                  </a:cubicBezTo>
                  <a:cubicBezTo>
                    <a:pt x="19" y="30"/>
                    <a:pt x="15" y="29"/>
                    <a:pt x="14" y="27"/>
                  </a:cubicBezTo>
                  <a:cubicBezTo>
                    <a:pt x="13" y="26"/>
                    <a:pt x="15" y="22"/>
                    <a:pt x="15" y="21"/>
                  </a:cubicBezTo>
                  <a:cubicBezTo>
                    <a:pt x="14" y="21"/>
                    <a:pt x="14" y="21"/>
                    <a:pt x="14" y="21"/>
                  </a:cubicBezTo>
                  <a:cubicBezTo>
                    <a:pt x="11" y="22"/>
                    <a:pt x="11" y="26"/>
                    <a:pt x="9" y="28"/>
                  </a:cubicBezTo>
                  <a:cubicBezTo>
                    <a:pt x="9" y="28"/>
                    <a:pt x="9" y="28"/>
                    <a:pt x="9" y="28"/>
                  </a:cubicBezTo>
                  <a:cubicBezTo>
                    <a:pt x="8" y="27"/>
                    <a:pt x="9" y="24"/>
                    <a:pt x="9" y="22"/>
                  </a:cubicBezTo>
                  <a:cubicBezTo>
                    <a:pt x="10" y="22"/>
                    <a:pt x="11" y="21"/>
                    <a:pt x="11" y="20"/>
                  </a:cubicBezTo>
                  <a:cubicBezTo>
                    <a:pt x="10" y="20"/>
                    <a:pt x="9" y="19"/>
                    <a:pt x="8" y="20"/>
                  </a:cubicBezTo>
                  <a:cubicBezTo>
                    <a:pt x="7" y="20"/>
                    <a:pt x="7" y="21"/>
                    <a:pt x="6" y="21"/>
                  </a:cubicBezTo>
                  <a:cubicBezTo>
                    <a:pt x="5" y="22"/>
                    <a:pt x="3" y="23"/>
                    <a:pt x="1" y="23"/>
                  </a:cubicBezTo>
                  <a:cubicBezTo>
                    <a:pt x="1" y="23"/>
                    <a:pt x="1" y="22"/>
                    <a:pt x="0" y="22"/>
                  </a:cubicBezTo>
                  <a:cubicBezTo>
                    <a:pt x="1" y="20"/>
                    <a:pt x="1" y="20"/>
                    <a:pt x="1" y="19"/>
                  </a:cubicBezTo>
                  <a:cubicBezTo>
                    <a:pt x="1" y="18"/>
                    <a:pt x="3" y="17"/>
                    <a:pt x="3" y="15"/>
                  </a:cubicBezTo>
                  <a:cubicBezTo>
                    <a:pt x="7" y="15"/>
                    <a:pt x="9" y="13"/>
                    <a:pt x="13" y="13"/>
                  </a:cubicBezTo>
                  <a:cubicBezTo>
                    <a:pt x="14" y="13"/>
                    <a:pt x="15" y="15"/>
                    <a:pt x="16" y="14"/>
                  </a:cubicBezTo>
                  <a:cubicBezTo>
                    <a:pt x="16" y="14"/>
                    <a:pt x="16" y="14"/>
                    <a:pt x="16" y="14"/>
                  </a:cubicBezTo>
                  <a:cubicBezTo>
                    <a:pt x="16" y="14"/>
                    <a:pt x="16" y="14"/>
                    <a:pt x="16" y="13"/>
                  </a:cubicBezTo>
                  <a:cubicBezTo>
                    <a:pt x="15" y="13"/>
                    <a:pt x="15" y="13"/>
                    <a:pt x="15" y="13"/>
                  </a:cubicBezTo>
                  <a:cubicBezTo>
                    <a:pt x="12" y="12"/>
                    <a:pt x="12" y="10"/>
                    <a:pt x="13" y="8"/>
                  </a:cubicBezTo>
                  <a:cubicBezTo>
                    <a:pt x="13" y="8"/>
                    <a:pt x="13" y="8"/>
                    <a:pt x="13" y="8"/>
                  </a:cubicBezTo>
                  <a:cubicBezTo>
                    <a:pt x="14" y="10"/>
                    <a:pt x="17" y="11"/>
                    <a:pt x="18" y="11"/>
                  </a:cubicBezTo>
                  <a:cubicBezTo>
                    <a:pt x="19" y="10"/>
                    <a:pt x="19" y="10"/>
                    <a:pt x="20" y="9"/>
                  </a:cubicBezTo>
                  <a:cubicBezTo>
                    <a:pt x="20" y="8"/>
                    <a:pt x="21" y="8"/>
                    <a:pt x="21" y="7"/>
                  </a:cubicBezTo>
                  <a:cubicBezTo>
                    <a:pt x="22" y="6"/>
                    <a:pt x="23" y="5"/>
                    <a:pt x="24" y="4"/>
                  </a:cubicBezTo>
                  <a:cubicBezTo>
                    <a:pt x="24" y="4"/>
                    <a:pt x="25" y="1"/>
                    <a:pt x="26" y="1"/>
                  </a:cubicBezTo>
                  <a:cubicBezTo>
                    <a:pt x="25" y="0"/>
                    <a:pt x="26" y="1"/>
                    <a:pt x="26" y="1"/>
                  </a:cubicBezTo>
                  <a:close/>
                  <a:moveTo>
                    <a:pt x="31" y="3"/>
                  </a:moveTo>
                  <a:cubicBezTo>
                    <a:pt x="32" y="4"/>
                    <a:pt x="34" y="5"/>
                    <a:pt x="35" y="7"/>
                  </a:cubicBezTo>
                  <a:cubicBezTo>
                    <a:pt x="35" y="8"/>
                    <a:pt x="36" y="9"/>
                    <a:pt x="36" y="9"/>
                  </a:cubicBezTo>
                  <a:cubicBezTo>
                    <a:pt x="35" y="12"/>
                    <a:pt x="32" y="12"/>
                    <a:pt x="31" y="10"/>
                  </a:cubicBezTo>
                  <a:cubicBezTo>
                    <a:pt x="31" y="10"/>
                    <a:pt x="31" y="9"/>
                    <a:pt x="31" y="8"/>
                  </a:cubicBezTo>
                  <a:cubicBezTo>
                    <a:pt x="30" y="8"/>
                    <a:pt x="30" y="8"/>
                    <a:pt x="30" y="8"/>
                  </a:cubicBezTo>
                  <a:cubicBezTo>
                    <a:pt x="31" y="6"/>
                    <a:pt x="29" y="4"/>
                    <a:pt x="3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1" name="Freeform 48"/>
            <p:cNvSpPr>
              <a:spLocks noEditPoints="1"/>
            </p:cNvSpPr>
            <p:nvPr/>
          </p:nvSpPr>
          <p:spPr bwMode="auto">
            <a:xfrm>
              <a:off x="8913875" y="4588179"/>
              <a:ext cx="36513" cy="52388"/>
            </a:xfrm>
            <a:custGeom>
              <a:avLst/>
              <a:gdLst>
                <a:gd name="T0" fmla="*/ 14 w 24"/>
                <a:gd name="T1" fmla="*/ 5 h 34"/>
                <a:gd name="T2" fmla="*/ 14 w 24"/>
                <a:gd name="T3" fmla="*/ 5 h 34"/>
                <a:gd name="T4" fmla="*/ 14 w 24"/>
                <a:gd name="T5" fmla="*/ 5 h 34"/>
                <a:gd name="T6" fmla="*/ 14 w 24"/>
                <a:gd name="T7" fmla="*/ 4 h 34"/>
                <a:gd name="T8" fmla="*/ 14 w 24"/>
                <a:gd name="T9" fmla="*/ 4 h 34"/>
                <a:gd name="T10" fmla="*/ 14 w 24"/>
                <a:gd name="T11" fmla="*/ 4 h 34"/>
                <a:gd name="T12" fmla="*/ 14 w 24"/>
                <a:gd name="T13" fmla="*/ 4 h 34"/>
                <a:gd name="T14" fmla="*/ 20 w 24"/>
                <a:gd name="T15" fmla="*/ 2 h 34"/>
                <a:gd name="T16" fmla="*/ 14 w 24"/>
                <a:gd name="T17" fmla="*/ 7 h 34"/>
                <a:gd name="T18" fmla="*/ 22 w 24"/>
                <a:gd name="T19" fmla="*/ 15 h 34"/>
                <a:gd name="T20" fmla="*/ 16 w 24"/>
                <a:gd name="T21" fmla="*/ 18 h 34"/>
                <a:gd name="T22" fmla="*/ 15 w 24"/>
                <a:gd name="T23" fmla="*/ 23 h 34"/>
                <a:gd name="T24" fmla="*/ 17 w 24"/>
                <a:gd name="T25" fmla="*/ 22 h 34"/>
                <a:gd name="T26" fmla="*/ 24 w 24"/>
                <a:gd name="T27" fmla="*/ 24 h 34"/>
                <a:gd name="T28" fmla="*/ 18 w 24"/>
                <a:gd name="T29" fmla="*/ 26 h 34"/>
                <a:gd name="T30" fmla="*/ 9 w 24"/>
                <a:gd name="T31" fmla="*/ 32 h 34"/>
                <a:gd name="T32" fmla="*/ 16 w 24"/>
                <a:gd name="T33" fmla="*/ 27 h 34"/>
                <a:gd name="T34" fmla="*/ 10 w 24"/>
                <a:gd name="T35" fmla="*/ 29 h 34"/>
                <a:gd name="T36" fmla="*/ 7 w 24"/>
                <a:gd name="T37" fmla="*/ 28 h 34"/>
                <a:gd name="T38" fmla="*/ 14 w 24"/>
                <a:gd name="T39" fmla="*/ 25 h 34"/>
                <a:gd name="T40" fmla="*/ 13 w 24"/>
                <a:gd name="T41" fmla="*/ 24 h 34"/>
                <a:gd name="T42" fmla="*/ 14 w 24"/>
                <a:gd name="T43" fmla="*/ 19 h 34"/>
                <a:gd name="T44" fmla="*/ 9 w 24"/>
                <a:gd name="T45" fmla="*/ 22 h 34"/>
                <a:gd name="T46" fmla="*/ 9 w 24"/>
                <a:gd name="T47" fmla="*/ 20 h 34"/>
                <a:gd name="T48" fmla="*/ 17 w 24"/>
                <a:gd name="T49" fmla="*/ 16 h 34"/>
                <a:gd name="T50" fmla="*/ 14 w 24"/>
                <a:gd name="T51" fmla="*/ 10 h 34"/>
                <a:gd name="T52" fmla="*/ 7 w 24"/>
                <a:gd name="T53" fmla="*/ 17 h 34"/>
                <a:gd name="T54" fmla="*/ 4 w 24"/>
                <a:gd name="T55" fmla="*/ 26 h 34"/>
                <a:gd name="T56" fmla="*/ 2 w 24"/>
                <a:gd name="T57" fmla="*/ 19 h 34"/>
                <a:gd name="T58" fmla="*/ 6 w 24"/>
                <a:gd name="T59" fmla="*/ 12 h 34"/>
                <a:gd name="T60" fmla="*/ 12 w 24"/>
                <a:gd name="T61" fmla="*/ 7 h 34"/>
                <a:gd name="T62" fmla="*/ 8 w 24"/>
                <a:gd name="T63" fmla="*/ 6 h 34"/>
                <a:gd name="T64" fmla="*/ 1 w 24"/>
                <a:gd name="T65" fmla="*/ 3 h 34"/>
                <a:gd name="T66" fmla="*/ 4 w 24"/>
                <a:gd name="T67" fmla="*/ 7 h 34"/>
                <a:gd name="T68" fmla="*/ 0 w 24"/>
                <a:gd name="T69" fmla="*/ 5 h 34"/>
                <a:gd name="T70" fmla="*/ 1 w 24"/>
                <a:gd name="T71" fmla="*/ 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4" h="34">
                  <a:moveTo>
                    <a:pt x="14" y="5"/>
                  </a:moveTo>
                  <a:cubicBezTo>
                    <a:pt x="14" y="5"/>
                    <a:pt x="14" y="5"/>
                    <a:pt x="14" y="5"/>
                  </a:cubicBezTo>
                  <a:cubicBezTo>
                    <a:pt x="14" y="5"/>
                    <a:pt x="14" y="5"/>
                    <a:pt x="14" y="5"/>
                  </a:cubicBezTo>
                  <a:cubicBezTo>
                    <a:pt x="14" y="5"/>
                    <a:pt x="14" y="5"/>
                    <a:pt x="14" y="5"/>
                  </a:cubicBezTo>
                  <a:cubicBezTo>
                    <a:pt x="14" y="5"/>
                    <a:pt x="14" y="5"/>
                    <a:pt x="14" y="5"/>
                  </a:cubicBezTo>
                  <a:cubicBezTo>
                    <a:pt x="14" y="5"/>
                    <a:pt x="14" y="5"/>
                    <a:pt x="14" y="5"/>
                  </a:cubicBezTo>
                  <a:cubicBezTo>
                    <a:pt x="14" y="5"/>
                    <a:pt x="14" y="5"/>
                    <a:pt x="14" y="5"/>
                  </a:cubicBezTo>
                  <a:close/>
                  <a:moveTo>
                    <a:pt x="14" y="4"/>
                  </a:moveTo>
                  <a:cubicBezTo>
                    <a:pt x="14" y="4"/>
                    <a:pt x="14" y="4"/>
                    <a:pt x="14" y="4"/>
                  </a:cubicBezTo>
                  <a:cubicBezTo>
                    <a:pt x="14" y="4"/>
                    <a:pt x="14" y="4"/>
                    <a:pt x="14" y="4"/>
                  </a:cubicBezTo>
                  <a:cubicBezTo>
                    <a:pt x="14" y="4"/>
                    <a:pt x="14" y="4"/>
                    <a:pt x="14" y="4"/>
                  </a:cubicBezTo>
                  <a:cubicBezTo>
                    <a:pt x="14" y="4"/>
                    <a:pt x="14" y="4"/>
                    <a:pt x="14" y="4"/>
                  </a:cubicBezTo>
                  <a:cubicBezTo>
                    <a:pt x="14" y="4"/>
                    <a:pt x="14" y="4"/>
                    <a:pt x="14" y="4"/>
                  </a:cubicBezTo>
                  <a:cubicBezTo>
                    <a:pt x="14" y="4"/>
                    <a:pt x="14" y="4"/>
                    <a:pt x="14" y="4"/>
                  </a:cubicBezTo>
                  <a:close/>
                  <a:moveTo>
                    <a:pt x="16" y="1"/>
                  </a:moveTo>
                  <a:cubicBezTo>
                    <a:pt x="17" y="0"/>
                    <a:pt x="19" y="1"/>
                    <a:pt x="20" y="2"/>
                  </a:cubicBezTo>
                  <a:cubicBezTo>
                    <a:pt x="20" y="2"/>
                    <a:pt x="21" y="2"/>
                    <a:pt x="20" y="2"/>
                  </a:cubicBezTo>
                  <a:cubicBezTo>
                    <a:pt x="20" y="4"/>
                    <a:pt x="16" y="5"/>
                    <a:pt x="14" y="7"/>
                  </a:cubicBezTo>
                  <a:cubicBezTo>
                    <a:pt x="15" y="8"/>
                    <a:pt x="16" y="7"/>
                    <a:pt x="18" y="8"/>
                  </a:cubicBezTo>
                  <a:cubicBezTo>
                    <a:pt x="20" y="8"/>
                    <a:pt x="24" y="12"/>
                    <a:pt x="22" y="15"/>
                  </a:cubicBezTo>
                  <a:cubicBezTo>
                    <a:pt x="21" y="16"/>
                    <a:pt x="20" y="16"/>
                    <a:pt x="19" y="16"/>
                  </a:cubicBezTo>
                  <a:cubicBezTo>
                    <a:pt x="18" y="17"/>
                    <a:pt x="17" y="16"/>
                    <a:pt x="16" y="18"/>
                  </a:cubicBezTo>
                  <a:cubicBezTo>
                    <a:pt x="16" y="18"/>
                    <a:pt x="16" y="19"/>
                    <a:pt x="17" y="20"/>
                  </a:cubicBezTo>
                  <a:cubicBezTo>
                    <a:pt x="16" y="21"/>
                    <a:pt x="16" y="22"/>
                    <a:pt x="15" y="23"/>
                  </a:cubicBezTo>
                  <a:cubicBezTo>
                    <a:pt x="16" y="24"/>
                    <a:pt x="16" y="24"/>
                    <a:pt x="17" y="24"/>
                  </a:cubicBezTo>
                  <a:cubicBezTo>
                    <a:pt x="17" y="23"/>
                    <a:pt x="17" y="23"/>
                    <a:pt x="17" y="22"/>
                  </a:cubicBezTo>
                  <a:cubicBezTo>
                    <a:pt x="18" y="22"/>
                    <a:pt x="21" y="22"/>
                    <a:pt x="22" y="22"/>
                  </a:cubicBezTo>
                  <a:cubicBezTo>
                    <a:pt x="23" y="22"/>
                    <a:pt x="23" y="24"/>
                    <a:pt x="24" y="24"/>
                  </a:cubicBezTo>
                  <a:cubicBezTo>
                    <a:pt x="23" y="25"/>
                    <a:pt x="23" y="25"/>
                    <a:pt x="23" y="26"/>
                  </a:cubicBezTo>
                  <a:cubicBezTo>
                    <a:pt x="21" y="27"/>
                    <a:pt x="20" y="24"/>
                    <a:pt x="18" y="26"/>
                  </a:cubicBezTo>
                  <a:cubicBezTo>
                    <a:pt x="17" y="27"/>
                    <a:pt x="19" y="29"/>
                    <a:pt x="19" y="31"/>
                  </a:cubicBezTo>
                  <a:cubicBezTo>
                    <a:pt x="18" y="34"/>
                    <a:pt x="11" y="34"/>
                    <a:pt x="9" y="32"/>
                  </a:cubicBezTo>
                  <a:cubicBezTo>
                    <a:pt x="9" y="32"/>
                    <a:pt x="9" y="32"/>
                    <a:pt x="9" y="32"/>
                  </a:cubicBezTo>
                  <a:cubicBezTo>
                    <a:pt x="12" y="30"/>
                    <a:pt x="16" y="30"/>
                    <a:pt x="16" y="27"/>
                  </a:cubicBezTo>
                  <a:cubicBezTo>
                    <a:pt x="16" y="27"/>
                    <a:pt x="16" y="27"/>
                    <a:pt x="16" y="27"/>
                  </a:cubicBezTo>
                  <a:cubicBezTo>
                    <a:pt x="14" y="27"/>
                    <a:pt x="12" y="29"/>
                    <a:pt x="10" y="29"/>
                  </a:cubicBezTo>
                  <a:cubicBezTo>
                    <a:pt x="10" y="29"/>
                    <a:pt x="8" y="29"/>
                    <a:pt x="8" y="29"/>
                  </a:cubicBezTo>
                  <a:cubicBezTo>
                    <a:pt x="8" y="28"/>
                    <a:pt x="7" y="28"/>
                    <a:pt x="7" y="28"/>
                  </a:cubicBezTo>
                  <a:cubicBezTo>
                    <a:pt x="7" y="28"/>
                    <a:pt x="7" y="28"/>
                    <a:pt x="7" y="28"/>
                  </a:cubicBezTo>
                  <a:cubicBezTo>
                    <a:pt x="9" y="27"/>
                    <a:pt x="14" y="26"/>
                    <a:pt x="14" y="25"/>
                  </a:cubicBezTo>
                  <a:cubicBezTo>
                    <a:pt x="14" y="24"/>
                    <a:pt x="14" y="24"/>
                    <a:pt x="14" y="24"/>
                  </a:cubicBezTo>
                  <a:cubicBezTo>
                    <a:pt x="14" y="24"/>
                    <a:pt x="13" y="24"/>
                    <a:pt x="13" y="24"/>
                  </a:cubicBezTo>
                  <a:cubicBezTo>
                    <a:pt x="13" y="23"/>
                    <a:pt x="13" y="22"/>
                    <a:pt x="13" y="22"/>
                  </a:cubicBezTo>
                  <a:cubicBezTo>
                    <a:pt x="13" y="21"/>
                    <a:pt x="14" y="20"/>
                    <a:pt x="14" y="19"/>
                  </a:cubicBezTo>
                  <a:cubicBezTo>
                    <a:pt x="14" y="19"/>
                    <a:pt x="14" y="19"/>
                    <a:pt x="13" y="19"/>
                  </a:cubicBezTo>
                  <a:cubicBezTo>
                    <a:pt x="12" y="18"/>
                    <a:pt x="10" y="21"/>
                    <a:pt x="9" y="22"/>
                  </a:cubicBezTo>
                  <a:cubicBezTo>
                    <a:pt x="9" y="22"/>
                    <a:pt x="9" y="22"/>
                    <a:pt x="9" y="22"/>
                  </a:cubicBezTo>
                  <a:cubicBezTo>
                    <a:pt x="9" y="22"/>
                    <a:pt x="9" y="21"/>
                    <a:pt x="9" y="20"/>
                  </a:cubicBezTo>
                  <a:cubicBezTo>
                    <a:pt x="9" y="18"/>
                    <a:pt x="12" y="16"/>
                    <a:pt x="14" y="17"/>
                  </a:cubicBezTo>
                  <a:cubicBezTo>
                    <a:pt x="15" y="17"/>
                    <a:pt x="16" y="16"/>
                    <a:pt x="17" y="16"/>
                  </a:cubicBezTo>
                  <a:cubicBezTo>
                    <a:pt x="17" y="15"/>
                    <a:pt x="18" y="14"/>
                    <a:pt x="18" y="14"/>
                  </a:cubicBezTo>
                  <a:cubicBezTo>
                    <a:pt x="19" y="11"/>
                    <a:pt x="16" y="10"/>
                    <a:pt x="14" y="10"/>
                  </a:cubicBezTo>
                  <a:cubicBezTo>
                    <a:pt x="12" y="10"/>
                    <a:pt x="10" y="12"/>
                    <a:pt x="10" y="13"/>
                  </a:cubicBezTo>
                  <a:cubicBezTo>
                    <a:pt x="9" y="14"/>
                    <a:pt x="8" y="16"/>
                    <a:pt x="7" y="17"/>
                  </a:cubicBezTo>
                  <a:cubicBezTo>
                    <a:pt x="6" y="18"/>
                    <a:pt x="6" y="19"/>
                    <a:pt x="5" y="20"/>
                  </a:cubicBezTo>
                  <a:cubicBezTo>
                    <a:pt x="4" y="22"/>
                    <a:pt x="5" y="24"/>
                    <a:pt x="4" y="26"/>
                  </a:cubicBezTo>
                  <a:cubicBezTo>
                    <a:pt x="1" y="26"/>
                    <a:pt x="0" y="24"/>
                    <a:pt x="0" y="21"/>
                  </a:cubicBezTo>
                  <a:cubicBezTo>
                    <a:pt x="0" y="21"/>
                    <a:pt x="1" y="20"/>
                    <a:pt x="2" y="19"/>
                  </a:cubicBezTo>
                  <a:cubicBezTo>
                    <a:pt x="2" y="18"/>
                    <a:pt x="3" y="17"/>
                    <a:pt x="3" y="16"/>
                  </a:cubicBezTo>
                  <a:cubicBezTo>
                    <a:pt x="4" y="15"/>
                    <a:pt x="5" y="14"/>
                    <a:pt x="6" y="12"/>
                  </a:cubicBezTo>
                  <a:cubicBezTo>
                    <a:pt x="8" y="11"/>
                    <a:pt x="11" y="9"/>
                    <a:pt x="12" y="7"/>
                  </a:cubicBezTo>
                  <a:cubicBezTo>
                    <a:pt x="12" y="7"/>
                    <a:pt x="12" y="7"/>
                    <a:pt x="12" y="7"/>
                  </a:cubicBezTo>
                  <a:cubicBezTo>
                    <a:pt x="10" y="7"/>
                    <a:pt x="8" y="7"/>
                    <a:pt x="8" y="6"/>
                  </a:cubicBezTo>
                  <a:cubicBezTo>
                    <a:pt x="8" y="6"/>
                    <a:pt x="8" y="6"/>
                    <a:pt x="8" y="6"/>
                  </a:cubicBezTo>
                  <a:cubicBezTo>
                    <a:pt x="12" y="4"/>
                    <a:pt x="14" y="2"/>
                    <a:pt x="16" y="1"/>
                  </a:cubicBezTo>
                  <a:close/>
                  <a:moveTo>
                    <a:pt x="1" y="3"/>
                  </a:moveTo>
                  <a:cubicBezTo>
                    <a:pt x="2" y="3"/>
                    <a:pt x="2" y="3"/>
                    <a:pt x="2" y="3"/>
                  </a:cubicBezTo>
                  <a:cubicBezTo>
                    <a:pt x="2" y="4"/>
                    <a:pt x="4" y="7"/>
                    <a:pt x="4" y="7"/>
                  </a:cubicBezTo>
                  <a:cubicBezTo>
                    <a:pt x="4" y="9"/>
                    <a:pt x="5" y="9"/>
                    <a:pt x="4" y="10"/>
                  </a:cubicBezTo>
                  <a:cubicBezTo>
                    <a:pt x="1" y="10"/>
                    <a:pt x="0" y="9"/>
                    <a:pt x="0" y="5"/>
                  </a:cubicBezTo>
                  <a:cubicBezTo>
                    <a:pt x="0" y="4"/>
                    <a:pt x="0" y="4"/>
                    <a:pt x="0" y="3"/>
                  </a:cubicBezTo>
                  <a:cubicBezTo>
                    <a:pt x="0" y="3"/>
                    <a:pt x="1" y="3"/>
                    <a:pt x="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2" name="Freeform 49"/>
            <p:cNvSpPr>
              <a:spLocks noEditPoints="1"/>
            </p:cNvSpPr>
            <p:nvPr/>
          </p:nvSpPr>
          <p:spPr bwMode="auto">
            <a:xfrm>
              <a:off x="8971025" y="4589766"/>
              <a:ext cx="50800" cy="52388"/>
            </a:xfrm>
            <a:custGeom>
              <a:avLst/>
              <a:gdLst>
                <a:gd name="T0" fmla="*/ 17 w 34"/>
                <a:gd name="T1" fmla="*/ 16 h 34"/>
                <a:gd name="T2" fmla="*/ 20 w 34"/>
                <a:gd name="T3" fmla="*/ 27 h 34"/>
                <a:gd name="T4" fmla="*/ 18 w 34"/>
                <a:gd name="T5" fmla="*/ 21 h 34"/>
                <a:gd name="T6" fmla="*/ 20 w 34"/>
                <a:gd name="T7" fmla="*/ 21 h 34"/>
                <a:gd name="T8" fmla="*/ 25 w 34"/>
                <a:gd name="T9" fmla="*/ 18 h 34"/>
                <a:gd name="T10" fmla="*/ 22 w 34"/>
                <a:gd name="T11" fmla="*/ 20 h 34"/>
                <a:gd name="T12" fmla="*/ 21 w 34"/>
                <a:gd name="T13" fmla="*/ 14 h 34"/>
                <a:gd name="T14" fmla="*/ 28 w 34"/>
                <a:gd name="T15" fmla="*/ 6 h 34"/>
                <a:gd name="T16" fmla="*/ 26 w 34"/>
                <a:gd name="T17" fmla="*/ 10 h 34"/>
                <a:gd name="T18" fmla="*/ 28 w 34"/>
                <a:gd name="T19" fmla="*/ 6 h 34"/>
                <a:gd name="T20" fmla="*/ 26 w 34"/>
                <a:gd name="T21" fmla="*/ 0 h 34"/>
                <a:gd name="T22" fmla="*/ 28 w 34"/>
                <a:gd name="T23" fmla="*/ 5 h 34"/>
                <a:gd name="T24" fmla="*/ 34 w 34"/>
                <a:gd name="T25" fmla="*/ 9 h 34"/>
                <a:gd name="T26" fmla="*/ 28 w 34"/>
                <a:gd name="T27" fmla="*/ 13 h 34"/>
                <a:gd name="T28" fmla="*/ 28 w 34"/>
                <a:gd name="T29" fmla="*/ 17 h 34"/>
                <a:gd name="T30" fmla="*/ 27 w 34"/>
                <a:gd name="T31" fmla="*/ 25 h 34"/>
                <a:gd name="T32" fmla="*/ 32 w 34"/>
                <a:gd name="T33" fmla="*/ 31 h 34"/>
                <a:gd name="T34" fmla="*/ 26 w 34"/>
                <a:gd name="T35" fmla="*/ 30 h 34"/>
                <a:gd name="T36" fmla="*/ 22 w 34"/>
                <a:gd name="T37" fmla="*/ 30 h 34"/>
                <a:gd name="T38" fmla="*/ 15 w 34"/>
                <a:gd name="T39" fmla="*/ 29 h 34"/>
                <a:gd name="T40" fmla="*/ 13 w 34"/>
                <a:gd name="T41" fmla="*/ 26 h 34"/>
                <a:gd name="T42" fmla="*/ 13 w 34"/>
                <a:gd name="T43" fmla="*/ 31 h 34"/>
                <a:gd name="T44" fmla="*/ 10 w 34"/>
                <a:gd name="T45" fmla="*/ 27 h 34"/>
                <a:gd name="T46" fmla="*/ 8 w 34"/>
                <a:gd name="T47" fmla="*/ 23 h 34"/>
                <a:gd name="T48" fmla="*/ 2 w 34"/>
                <a:gd name="T49" fmla="*/ 19 h 34"/>
                <a:gd name="T50" fmla="*/ 4 w 34"/>
                <a:gd name="T51" fmla="*/ 16 h 34"/>
                <a:gd name="T52" fmla="*/ 13 w 34"/>
                <a:gd name="T53" fmla="*/ 15 h 34"/>
                <a:gd name="T54" fmla="*/ 16 w 34"/>
                <a:gd name="T55" fmla="*/ 9 h 34"/>
                <a:gd name="T56" fmla="*/ 11 w 34"/>
                <a:gd name="T57" fmla="*/ 7 h 34"/>
                <a:gd name="T58" fmla="*/ 10 w 34"/>
                <a:gd name="T59" fmla="*/ 5 h 34"/>
                <a:gd name="T60" fmla="*/ 12 w 34"/>
                <a:gd name="T61" fmla="*/ 6 h 34"/>
                <a:gd name="T62" fmla="*/ 20 w 34"/>
                <a:gd name="T63" fmla="*/ 0 h 34"/>
                <a:gd name="T64" fmla="*/ 23 w 34"/>
                <a:gd name="T65" fmla="*/ 1 h 34"/>
                <a:gd name="T66" fmla="*/ 17 w 34"/>
                <a:gd name="T67" fmla="*/ 11 h 34"/>
                <a:gd name="T68" fmla="*/ 19 w 34"/>
                <a:gd name="T69" fmla="*/ 11 h 34"/>
                <a:gd name="T70" fmla="*/ 23 w 34"/>
                <a:gd name="T71" fmla="*/ 7 h 34"/>
                <a:gd name="T72" fmla="*/ 26 w 34"/>
                <a:gd name="T73"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4" h="34">
                  <a:moveTo>
                    <a:pt x="21" y="13"/>
                  </a:moveTo>
                  <a:cubicBezTo>
                    <a:pt x="19" y="14"/>
                    <a:pt x="18" y="15"/>
                    <a:pt x="17" y="16"/>
                  </a:cubicBezTo>
                  <a:cubicBezTo>
                    <a:pt x="16" y="18"/>
                    <a:pt x="12" y="21"/>
                    <a:pt x="14" y="24"/>
                  </a:cubicBezTo>
                  <a:cubicBezTo>
                    <a:pt x="15" y="26"/>
                    <a:pt x="17" y="28"/>
                    <a:pt x="20" y="27"/>
                  </a:cubicBezTo>
                  <a:cubicBezTo>
                    <a:pt x="20" y="27"/>
                    <a:pt x="20" y="27"/>
                    <a:pt x="21" y="27"/>
                  </a:cubicBezTo>
                  <a:cubicBezTo>
                    <a:pt x="20" y="25"/>
                    <a:pt x="19" y="22"/>
                    <a:pt x="18" y="21"/>
                  </a:cubicBezTo>
                  <a:cubicBezTo>
                    <a:pt x="18" y="21"/>
                    <a:pt x="18" y="21"/>
                    <a:pt x="18" y="21"/>
                  </a:cubicBezTo>
                  <a:cubicBezTo>
                    <a:pt x="19" y="21"/>
                    <a:pt x="20" y="21"/>
                    <a:pt x="20" y="21"/>
                  </a:cubicBezTo>
                  <a:cubicBezTo>
                    <a:pt x="21" y="22"/>
                    <a:pt x="24" y="24"/>
                    <a:pt x="24" y="23"/>
                  </a:cubicBezTo>
                  <a:cubicBezTo>
                    <a:pt x="25" y="22"/>
                    <a:pt x="26" y="19"/>
                    <a:pt x="25" y="18"/>
                  </a:cubicBezTo>
                  <a:cubicBezTo>
                    <a:pt x="25" y="18"/>
                    <a:pt x="25" y="18"/>
                    <a:pt x="24" y="18"/>
                  </a:cubicBezTo>
                  <a:cubicBezTo>
                    <a:pt x="24" y="18"/>
                    <a:pt x="23" y="19"/>
                    <a:pt x="22" y="20"/>
                  </a:cubicBezTo>
                  <a:cubicBezTo>
                    <a:pt x="22" y="20"/>
                    <a:pt x="22" y="19"/>
                    <a:pt x="21" y="19"/>
                  </a:cubicBezTo>
                  <a:cubicBezTo>
                    <a:pt x="21" y="17"/>
                    <a:pt x="21" y="16"/>
                    <a:pt x="21" y="14"/>
                  </a:cubicBezTo>
                  <a:cubicBezTo>
                    <a:pt x="22" y="13"/>
                    <a:pt x="21" y="13"/>
                    <a:pt x="21" y="13"/>
                  </a:cubicBezTo>
                  <a:close/>
                  <a:moveTo>
                    <a:pt x="28" y="6"/>
                  </a:moveTo>
                  <a:cubicBezTo>
                    <a:pt x="28" y="7"/>
                    <a:pt x="26" y="9"/>
                    <a:pt x="26" y="10"/>
                  </a:cubicBezTo>
                  <a:cubicBezTo>
                    <a:pt x="26" y="10"/>
                    <a:pt x="26" y="10"/>
                    <a:pt x="26" y="10"/>
                  </a:cubicBezTo>
                  <a:cubicBezTo>
                    <a:pt x="27" y="10"/>
                    <a:pt x="30" y="9"/>
                    <a:pt x="30" y="9"/>
                  </a:cubicBezTo>
                  <a:cubicBezTo>
                    <a:pt x="30" y="8"/>
                    <a:pt x="29" y="7"/>
                    <a:pt x="28" y="6"/>
                  </a:cubicBezTo>
                  <a:cubicBezTo>
                    <a:pt x="28" y="6"/>
                    <a:pt x="28" y="6"/>
                    <a:pt x="28" y="6"/>
                  </a:cubicBezTo>
                  <a:close/>
                  <a:moveTo>
                    <a:pt x="26" y="0"/>
                  </a:moveTo>
                  <a:cubicBezTo>
                    <a:pt x="28" y="1"/>
                    <a:pt x="29" y="1"/>
                    <a:pt x="29" y="3"/>
                  </a:cubicBezTo>
                  <a:cubicBezTo>
                    <a:pt x="29" y="3"/>
                    <a:pt x="28" y="4"/>
                    <a:pt x="28" y="5"/>
                  </a:cubicBezTo>
                  <a:cubicBezTo>
                    <a:pt x="29" y="7"/>
                    <a:pt x="32" y="7"/>
                    <a:pt x="34" y="8"/>
                  </a:cubicBezTo>
                  <a:cubicBezTo>
                    <a:pt x="34" y="9"/>
                    <a:pt x="34" y="9"/>
                    <a:pt x="34" y="9"/>
                  </a:cubicBezTo>
                  <a:cubicBezTo>
                    <a:pt x="32" y="11"/>
                    <a:pt x="30" y="11"/>
                    <a:pt x="29" y="11"/>
                  </a:cubicBezTo>
                  <a:cubicBezTo>
                    <a:pt x="28" y="12"/>
                    <a:pt x="28" y="12"/>
                    <a:pt x="28" y="13"/>
                  </a:cubicBezTo>
                  <a:cubicBezTo>
                    <a:pt x="26" y="13"/>
                    <a:pt x="25" y="13"/>
                    <a:pt x="24" y="15"/>
                  </a:cubicBezTo>
                  <a:cubicBezTo>
                    <a:pt x="25" y="16"/>
                    <a:pt x="28" y="16"/>
                    <a:pt x="28" y="17"/>
                  </a:cubicBezTo>
                  <a:cubicBezTo>
                    <a:pt x="28" y="18"/>
                    <a:pt x="28" y="21"/>
                    <a:pt x="28" y="22"/>
                  </a:cubicBezTo>
                  <a:cubicBezTo>
                    <a:pt x="27" y="23"/>
                    <a:pt x="26" y="24"/>
                    <a:pt x="27" y="25"/>
                  </a:cubicBezTo>
                  <a:cubicBezTo>
                    <a:pt x="27" y="26"/>
                    <a:pt x="29" y="26"/>
                    <a:pt x="30" y="27"/>
                  </a:cubicBezTo>
                  <a:cubicBezTo>
                    <a:pt x="31" y="28"/>
                    <a:pt x="32" y="29"/>
                    <a:pt x="32" y="31"/>
                  </a:cubicBezTo>
                  <a:cubicBezTo>
                    <a:pt x="32" y="32"/>
                    <a:pt x="30" y="34"/>
                    <a:pt x="28" y="33"/>
                  </a:cubicBezTo>
                  <a:cubicBezTo>
                    <a:pt x="27" y="33"/>
                    <a:pt x="26" y="31"/>
                    <a:pt x="26" y="30"/>
                  </a:cubicBezTo>
                  <a:cubicBezTo>
                    <a:pt x="25" y="30"/>
                    <a:pt x="25" y="30"/>
                    <a:pt x="24" y="29"/>
                  </a:cubicBezTo>
                  <a:cubicBezTo>
                    <a:pt x="24" y="29"/>
                    <a:pt x="22" y="30"/>
                    <a:pt x="22" y="30"/>
                  </a:cubicBezTo>
                  <a:cubicBezTo>
                    <a:pt x="21" y="30"/>
                    <a:pt x="21" y="30"/>
                    <a:pt x="20" y="30"/>
                  </a:cubicBezTo>
                  <a:cubicBezTo>
                    <a:pt x="19" y="30"/>
                    <a:pt x="17" y="30"/>
                    <a:pt x="15" y="29"/>
                  </a:cubicBezTo>
                  <a:cubicBezTo>
                    <a:pt x="15" y="28"/>
                    <a:pt x="14" y="27"/>
                    <a:pt x="14" y="26"/>
                  </a:cubicBezTo>
                  <a:cubicBezTo>
                    <a:pt x="14" y="26"/>
                    <a:pt x="14" y="26"/>
                    <a:pt x="13" y="26"/>
                  </a:cubicBezTo>
                  <a:cubicBezTo>
                    <a:pt x="13" y="26"/>
                    <a:pt x="13" y="26"/>
                    <a:pt x="13" y="26"/>
                  </a:cubicBezTo>
                  <a:cubicBezTo>
                    <a:pt x="13" y="27"/>
                    <a:pt x="14" y="31"/>
                    <a:pt x="13" y="31"/>
                  </a:cubicBezTo>
                  <a:cubicBezTo>
                    <a:pt x="12" y="31"/>
                    <a:pt x="12" y="30"/>
                    <a:pt x="11" y="30"/>
                  </a:cubicBezTo>
                  <a:cubicBezTo>
                    <a:pt x="10" y="29"/>
                    <a:pt x="11" y="28"/>
                    <a:pt x="10" y="27"/>
                  </a:cubicBezTo>
                  <a:cubicBezTo>
                    <a:pt x="10" y="26"/>
                    <a:pt x="9" y="25"/>
                    <a:pt x="9" y="25"/>
                  </a:cubicBezTo>
                  <a:cubicBezTo>
                    <a:pt x="8" y="24"/>
                    <a:pt x="9" y="23"/>
                    <a:pt x="8" y="23"/>
                  </a:cubicBezTo>
                  <a:cubicBezTo>
                    <a:pt x="8" y="23"/>
                    <a:pt x="4" y="24"/>
                    <a:pt x="3" y="23"/>
                  </a:cubicBezTo>
                  <a:cubicBezTo>
                    <a:pt x="2" y="23"/>
                    <a:pt x="0" y="21"/>
                    <a:pt x="2" y="19"/>
                  </a:cubicBezTo>
                  <a:cubicBezTo>
                    <a:pt x="2" y="19"/>
                    <a:pt x="3" y="19"/>
                    <a:pt x="3" y="18"/>
                  </a:cubicBezTo>
                  <a:cubicBezTo>
                    <a:pt x="4" y="18"/>
                    <a:pt x="3" y="17"/>
                    <a:pt x="4" y="16"/>
                  </a:cubicBezTo>
                  <a:cubicBezTo>
                    <a:pt x="4" y="16"/>
                    <a:pt x="6" y="17"/>
                    <a:pt x="6" y="17"/>
                  </a:cubicBezTo>
                  <a:cubicBezTo>
                    <a:pt x="8" y="17"/>
                    <a:pt x="12" y="16"/>
                    <a:pt x="13" y="15"/>
                  </a:cubicBezTo>
                  <a:cubicBezTo>
                    <a:pt x="13" y="14"/>
                    <a:pt x="14" y="12"/>
                    <a:pt x="14" y="11"/>
                  </a:cubicBezTo>
                  <a:cubicBezTo>
                    <a:pt x="14" y="10"/>
                    <a:pt x="15" y="10"/>
                    <a:pt x="16" y="9"/>
                  </a:cubicBezTo>
                  <a:cubicBezTo>
                    <a:pt x="16" y="9"/>
                    <a:pt x="16" y="9"/>
                    <a:pt x="15" y="8"/>
                  </a:cubicBezTo>
                  <a:cubicBezTo>
                    <a:pt x="14" y="8"/>
                    <a:pt x="13" y="8"/>
                    <a:pt x="11" y="7"/>
                  </a:cubicBezTo>
                  <a:cubicBezTo>
                    <a:pt x="11" y="7"/>
                    <a:pt x="11" y="7"/>
                    <a:pt x="10" y="6"/>
                  </a:cubicBezTo>
                  <a:cubicBezTo>
                    <a:pt x="10" y="6"/>
                    <a:pt x="10" y="6"/>
                    <a:pt x="10" y="5"/>
                  </a:cubicBezTo>
                  <a:cubicBezTo>
                    <a:pt x="10" y="5"/>
                    <a:pt x="10" y="5"/>
                    <a:pt x="11" y="5"/>
                  </a:cubicBezTo>
                  <a:cubicBezTo>
                    <a:pt x="12" y="5"/>
                    <a:pt x="12" y="6"/>
                    <a:pt x="12" y="6"/>
                  </a:cubicBezTo>
                  <a:cubicBezTo>
                    <a:pt x="13" y="6"/>
                    <a:pt x="17" y="5"/>
                    <a:pt x="17" y="4"/>
                  </a:cubicBezTo>
                  <a:cubicBezTo>
                    <a:pt x="18" y="3"/>
                    <a:pt x="18" y="1"/>
                    <a:pt x="20" y="0"/>
                  </a:cubicBezTo>
                  <a:cubicBezTo>
                    <a:pt x="21" y="0"/>
                    <a:pt x="22" y="0"/>
                    <a:pt x="23" y="1"/>
                  </a:cubicBezTo>
                  <a:cubicBezTo>
                    <a:pt x="23" y="1"/>
                    <a:pt x="23" y="1"/>
                    <a:pt x="23" y="1"/>
                  </a:cubicBezTo>
                  <a:cubicBezTo>
                    <a:pt x="22" y="3"/>
                    <a:pt x="21" y="3"/>
                    <a:pt x="20" y="5"/>
                  </a:cubicBezTo>
                  <a:cubicBezTo>
                    <a:pt x="18" y="6"/>
                    <a:pt x="18" y="9"/>
                    <a:pt x="17" y="11"/>
                  </a:cubicBezTo>
                  <a:cubicBezTo>
                    <a:pt x="17" y="11"/>
                    <a:pt x="16" y="12"/>
                    <a:pt x="16" y="13"/>
                  </a:cubicBezTo>
                  <a:cubicBezTo>
                    <a:pt x="18" y="13"/>
                    <a:pt x="18" y="11"/>
                    <a:pt x="19" y="11"/>
                  </a:cubicBezTo>
                  <a:cubicBezTo>
                    <a:pt x="20" y="11"/>
                    <a:pt x="22" y="11"/>
                    <a:pt x="22" y="10"/>
                  </a:cubicBezTo>
                  <a:cubicBezTo>
                    <a:pt x="23" y="9"/>
                    <a:pt x="22" y="8"/>
                    <a:pt x="23" y="7"/>
                  </a:cubicBezTo>
                  <a:cubicBezTo>
                    <a:pt x="24" y="6"/>
                    <a:pt x="24" y="4"/>
                    <a:pt x="25" y="3"/>
                  </a:cubicBezTo>
                  <a:cubicBezTo>
                    <a:pt x="26" y="2"/>
                    <a:pt x="25" y="1"/>
                    <a:pt x="2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3" name="Freeform 50"/>
            <p:cNvSpPr>
              <a:spLocks noEditPoints="1"/>
            </p:cNvSpPr>
            <p:nvPr/>
          </p:nvSpPr>
          <p:spPr bwMode="auto">
            <a:xfrm>
              <a:off x="8756713" y="4715179"/>
              <a:ext cx="52388" cy="44450"/>
            </a:xfrm>
            <a:custGeom>
              <a:avLst/>
              <a:gdLst>
                <a:gd name="T0" fmla="*/ 15 w 35"/>
                <a:gd name="T1" fmla="*/ 20 h 30"/>
                <a:gd name="T2" fmla="*/ 16 w 35"/>
                <a:gd name="T3" fmla="*/ 24 h 30"/>
                <a:gd name="T4" fmla="*/ 18 w 35"/>
                <a:gd name="T5" fmla="*/ 23 h 30"/>
                <a:gd name="T6" fmla="*/ 20 w 35"/>
                <a:gd name="T7" fmla="*/ 24 h 30"/>
                <a:gd name="T8" fmla="*/ 20 w 35"/>
                <a:gd name="T9" fmla="*/ 24 h 30"/>
                <a:gd name="T10" fmla="*/ 21 w 35"/>
                <a:gd name="T11" fmla="*/ 22 h 30"/>
                <a:gd name="T12" fmla="*/ 16 w 35"/>
                <a:gd name="T13" fmla="*/ 20 h 30"/>
                <a:gd name="T14" fmla="*/ 15 w 35"/>
                <a:gd name="T15" fmla="*/ 20 h 30"/>
                <a:gd name="T16" fmla="*/ 14 w 35"/>
                <a:gd name="T17" fmla="*/ 7 h 30"/>
                <a:gd name="T18" fmla="*/ 16 w 35"/>
                <a:gd name="T19" fmla="*/ 13 h 30"/>
                <a:gd name="T20" fmla="*/ 18 w 35"/>
                <a:gd name="T21" fmla="*/ 13 h 30"/>
                <a:gd name="T22" fmla="*/ 18 w 35"/>
                <a:gd name="T23" fmla="*/ 13 h 30"/>
                <a:gd name="T24" fmla="*/ 14 w 35"/>
                <a:gd name="T25" fmla="*/ 6 h 30"/>
                <a:gd name="T26" fmla="*/ 14 w 35"/>
                <a:gd name="T27" fmla="*/ 6 h 30"/>
                <a:gd name="T28" fmla="*/ 14 w 35"/>
                <a:gd name="T29" fmla="*/ 7 h 30"/>
                <a:gd name="T30" fmla="*/ 0 w 35"/>
                <a:gd name="T31" fmla="*/ 14 h 30"/>
                <a:gd name="T32" fmla="*/ 6 w 35"/>
                <a:gd name="T33" fmla="*/ 9 h 30"/>
                <a:gd name="T34" fmla="*/ 11 w 35"/>
                <a:gd name="T35" fmla="*/ 10 h 30"/>
                <a:gd name="T36" fmla="*/ 12 w 35"/>
                <a:gd name="T37" fmla="*/ 3 h 30"/>
                <a:gd name="T38" fmla="*/ 15 w 35"/>
                <a:gd name="T39" fmla="*/ 0 h 30"/>
                <a:gd name="T40" fmla="*/ 18 w 35"/>
                <a:gd name="T41" fmla="*/ 6 h 30"/>
                <a:gd name="T42" fmla="*/ 20 w 35"/>
                <a:gd name="T43" fmla="*/ 10 h 30"/>
                <a:gd name="T44" fmla="*/ 20 w 35"/>
                <a:gd name="T45" fmla="*/ 9 h 30"/>
                <a:gd name="T46" fmla="*/ 22 w 35"/>
                <a:gd name="T47" fmla="*/ 5 h 30"/>
                <a:gd name="T48" fmla="*/ 24 w 35"/>
                <a:gd name="T49" fmla="*/ 5 h 30"/>
                <a:gd name="T50" fmla="*/ 24 w 35"/>
                <a:gd name="T51" fmla="*/ 9 h 30"/>
                <a:gd name="T52" fmla="*/ 25 w 35"/>
                <a:gd name="T53" fmla="*/ 14 h 30"/>
                <a:gd name="T54" fmla="*/ 25 w 35"/>
                <a:gd name="T55" fmla="*/ 16 h 30"/>
                <a:gd name="T56" fmla="*/ 30 w 35"/>
                <a:gd name="T57" fmla="*/ 18 h 30"/>
                <a:gd name="T58" fmla="*/ 31 w 35"/>
                <a:gd name="T59" fmla="*/ 20 h 30"/>
                <a:gd name="T60" fmla="*/ 34 w 35"/>
                <a:gd name="T61" fmla="*/ 22 h 30"/>
                <a:gd name="T62" fmla="*/ 35 w 35"/>
                <a:gd name="T63" fmla="*/ 23 h 30"/>
                <a:gd name="T64" fmla="*/ 35 w 35"/>
                <a:gd name="T65" fmla="*/ 23 h 30"/>
                <a:gd name="T66" fmla="*/ 29 w 35"/>
                <a:gd name="T67" fmla="*/ 23 h 30"/>
                <a:gd name="T68" fmla="*/ 26 w 35"/>
                <a:gd name="T69" fmla="*/ 23 h 30"/>
                <a:gd name="T70" fmla="*/ 25 w 35"/>
                <a:gd name="T71" fmla="*/ 24 h 30"/>
                <a:gd name="T72" fmla="*/ 21 w 35"/>
                <a:gd name="T73" fmla="*/ 26 h 30"/>
                <a:gd name="T74" fmla="*/ 21 w 35"/>
                <a:gd name="T75" fmla="*/ 28 h 30"/>
                <a:gd name="T76" fmla="*/ 19 w 35"/>
                <a:gd name="T77" fmla="*/ 28 h 30"/>
                <a:gd name="T78" fmla="*/ 17 w 35"/>
                <a:gd name="T79" fmla="*/ 30 h 30"/>
                <a:gd name="T80" fmla="*/ 14 w 35"/>
                <a:gd name="T81" fmla="*/ 30 h 30"/>
                <a:gd name="T82" fmla="*/ 14 w 35"/>
                <a:gd name="T83" fmla="*/ 30 h 30"/>
                <a:gd name="T84" fmla="*/ 9 w 35"/>
                <a:gd name="T85" fmla="*/ 28 h 30"/>
                <a:gd name="T86" fmla="*/ 11 w 35"/>
                <a:gd name="T87" fmla="*/ 26 h 30"/>
                <a:gd name="T88" fmla="*/ 11 w 35"/>
                <a:gd name="T89" fmla="*/ 23 h 30"/>
                <a:gd name="T90" fmla="*/ 10 w 35"/>
                <a:gd name="T91" fmla="*/ 17 h 30"/>
                <a:gd name="T92" fmla="*/ 8 w 35"/>
                <a:gd name="T93" fmla="*/ 16 h 30"/>
                <a:gd name="T94" fmla="*/ 6 w 35"/>
                <a:gd name="T95" fmla="*/ 16 h 30"/>
                <a:gd name="T96" fmla="*/ 4 w 35"/>
                <a:gd name="T97" fmla="*/ 15 h 30"/>
                <a:gd name="T98" fmla="*/ 0 w 35"/>
                <a:gd name="T99" fmla="*/ 14 h 30"/>
                <a:gd name="T100" fmla="*/ 0 w 35"/>
                <a:gd name="T101" fmla="*/ 14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5" h="30">
                  <a:moveTo>
                    <a:pt x="15" y="20"/>
                  </a:moveTo>
                  <a:cubicBezTo>
                    <a:pt x="15" y="22"/>
                    <a:pt x="16" y="22"/>
                    <a:pt x="16" y="24"/>
                  </a:cubicBezTo>
                  <a:cubicBezTo>
                    <a:pt x="18" y="24"/>
                    <a:pt x="18" y="23"/>
                    <a:pt x="18" y="23"/>
                  </a:cubicBezTo>
                  <a:cubicBezTo>
                    <a:pt x="19" y="23"/>
                    <a:pt x="20" y="24"/>
                    <a:pt x="20" y="24"/>
                  </a:cubicBezTo>
                  <a:cubicBezTo>
                    <a:pt x="20" y="24"/>
                    <a:pt x="20" y="24"/>
                    <a:pt x="20" y="24"/>
                  </a:cubicBezTo>
                  <a:cubicBezTo>
                    <a:pt x="20" y="24"/>
                    <a:pt x="21" y="23"/>
                    <a:pt x="21" y="22"/>
                  </a:cubicBezTo>
                  <a:cubicBezTo>
                    <a:pt x="20" y="21"/>
                    <a:pt x="18" y="20"/>
                    <a:pt x="16" y="20"/>
                  </a:cubicBezTo>
                  <a:cubicBezTo>
                    <a:pt x="15" y="20"/>
                    <a:pt x="15" y="20"/>
                    <a:pt x="15" y="20"/>
                  </a:cubicBezTo>
                  <a:close/>
                  <a:moveTo>
                    <a:pt x="14" y="7"/>
                  </a:moveTo>
                  <a:cubicBezTo>
                    <a:pt x="14" y="10"/>
                    <a:pt x="12" y="12"/>
                    <a:pt x="16" y="13"/>
                  </a:cubicBezTo>
                  <a:cubicBezTo>
                    <a:pt x="17" y="13"/>
                    <a:pt x="17" y="13"/>
                    <a:pt x="18" y="13"/>
                  </a:cubicBezTo>
                  <a:cubicBezTo>
                    <a:pt x="18" y="13"/>
                    <a:pt x="18" y="13"/>
                    <a:pt x="18" y="13"/>
                  </a:cubicBezTo>
                  <a:cubicBezTo>
                    <a:pt x="16" y="11"/>
                    <a:pt x="16" y="8"/>
                    <a:pt x="14" y="6"/>
                  </a:cubicBezTo>
                  <a:cubicBezTo>
                    <a:pt x="14" y="6"/>
                    <a:pt x="14" y="6"/>
                    <a:pt x="14" y="6"/>
                  </a:cubicBezTo>
                  <a:cubicBezTo>
                    <a:pt x="14" y="6"/>
                    <a:pt x="14" y="6"/>
                    <a:pt x="14" y="7"/>
                  </a:cubicBezTo>
                  <a:close/>
                  <a:moveTo>
                    <a:pt x="0" y="14"/>
                  </a:moveTo>
                  <a:cubicBezTo>
                    <a:pt x="1" y="13"/>
                    <a:pt x="5" y="9"/>
                    <a:pt x="6" y="9"/>
                  </a:cubicBezTo>
                  <a:cubicBezTo>
                    <a:pt x="8" y="9"/>
                    <a:pt x="9" y="10"/>
                    <a:pt x="11" y="10"/>
                  </a:cubicBezTo>
                  <a:cubicBezTo>
                    <a:pt x="12" y="8"/>
                    <a:pt x="12" y="6"/>
                    <a:pt x="12" y="3"/>
                  </a:cubicBezTo>
                  <a:cubicBezTo>
                    <a:pt x="12" y="2"/>
                    <a:pt x="14" y="0"/>
                    <a:pt x="15" y="0"/>
                  </a:cubicBezTo>
                  <a:cubicBezTo>
                    <a:pt x="16" y="2"/>
                    <a:pt x="17" y="4"/>
                    <a:pt x="18" y="6"/>
                  </a:cubicBezTo>
                  <a:cubicBezTo>
                    <a:pt x="18" y="7"/>
                    <a:pt x="18" y="9"/>
                    <a:pt x="20" y="10"/>
                  </a:cubicBezTo>
                  <a:cubicBezTo>
                    <a:pt x="20" y="10"/>
                    <a:pt x="20" y="10"/>
                    <a:pt x="20" y="9"/>
                  </a:cubicBezTo>
                  <a:cubicBezTo>
                    <a:pt x="21" y="9"/>
                    <a:pt x="21" y="6"/>
                    <a:pt x="22" y="5"/>
                  </a:cubicBezTo>
                  <a:cubicBezTo>
                    <a:pt x="22" y="5"/>
                    <a:pt x="23" y="5"/>
                    <a:pt x="24" y="5"/>
                  </a:cubicBezTo>
                  <a:cubicBezTo>
                    <a:pt x="25" y="6"/>
                    <a:pt x="24" y="8"/>
                    <a:pt x="24" y="9"/>
                  </a:cubicBezTo>
                  <a:cubicBezTo>
                    <a:pt x="24" y="11"/>
                    <a:pt x="25" y="12"/>
                    <a:pt x="25" y="14"/>
                  </a:cubicBezTo>
                  <a:cubicBezTo>
                    <a:pt x="26" y="15"/>
                    <a:pt x="25" y="15"/>
                    <a:pt x="25" y="16"/>
                  </a:cubicBezTo>
                  <a:cubicBezTo>
                    <a:pt x="26" y="18"/>
                    <a:pt x="29" y="17"/>
                    <a:pt x="30" y="18"/>
                  </a:cubicBezTo>
                  <a:cubicBezTo>
                    <a:pt x="31" y="19"/>
                    <a:pt x="31" y="20"/>
                    <a:pt x="31" y="20"/>
                  </a:cubicBezTo>
                  <a:cubicBezTo>
                    <a:pt x="32" y="21"/>
                    <a:pt x="33" y="21"/>
                    <a:pt x="34" y="22"/>
                  </a:cubicBezTo>
                  <a:cubicBezTo>
                    <a:pt x="34" y="22"/>
                    <a:pt x="35" y="22"/>
                    <a:pt x="35" y="23"/>
                  </a:cubicBezTo>
                  <a:cubicBezTo>
                    <a:pt x="35" y="23"/>
                    <a:pt x="35" y="23"/>
                    <a:pt x="35" y="23"/>
                  </a:cubicBezTo>
                  <a:cubicBezTo>
                    <a:pt x="33" y="22"/>
                    <a:pt x="31" y="23"/>
                    <a:pt x="29" y="23"/>
                  </a:cubicBezTo>
                  <a:cubicBezTo>
                    <a:pt x="28" y="23"/>
                    <a:pt x="27" y="22"/>
                    <a:pt x="26" y="23"/>
                  </a:cubicBezTo>
                  <a:cubicBezTo>
                    <a:pt x="26" y="23"/>
                    <a:pt x="25" y="24"/>
                    <a:pt x="25" y="24"/>
                  </a:cubicBezTo>
                  <a:cubicBezTo>
                    <a:pt x="24" y="25"/>
                    <a:pt x="22" y="24"/>
                    <a:pt x="21" y="26"/>
                  </a:cubicBezTo>
                  <a:cubicBezTo>
                    <a:pt x="21" y="26"/>
                    <a:pt x="21" y="27"/>
                    <a:pt x="21" y="28"/>
                  </a:cubicBezTo>
                  <a:cubicBezTo>
                    <a:pt x="20" y="28"/>
                    <a:pt x="20" y="28"/>
                    <a:pt x="19" y="28"/>
                  </a:cubicBezTo>
                  <a:cubicBezTo>
                    <a:pt x="18" y="28"/>
                    <a:pt x="18" y="29"/>
                    <a:pt x="17" y="30"/>
                  </a:cubicBezTo>
                  <a:cubicBezTo>
                    <a:pt x="16" y="30"/>
                    <a:pt x="15" y="28"/>
                    <a:pt x="14" y="30"/>
                  </a:cubicBezTo>
                  <a:cubicBezTo>
                    <a:pt x="14" y="30"/>
                    <a:pt x="14" y="30"/>
                    <a:pt x="14" y="30"/>
                  </a:cubicBezTo>
                  <a:cubicBezTo>
                    <a:pt x="13" y="28"/>
                    <a:pt x="11" y="28"/>
                    <a:pt x="9" y="28"/>
                  </a:cubicBezTo>
                  <a:cubicBezTo>
                    <a:pt x="10" y="26"/>
                    <a:pt x="11" y="26"/>
                    <a:pt x="11" y="26"/>
                  </a:cubicBezTo>
                  <a:cubicBezTo>
                    <a:pt x="12" y="25"/>
                    <a:pt x="11" y="24"/>
                    <a:pt x="11" y="23"/>
                  </a:cubicBezTo>
                  <a:cubicBezTo>
                    <a:pt x="10" y="21"/>
                    <a:pt x="10" y="19"/>
                    <a:pt x="10" y="17"/>
                  </a:cubicBezTo>
                  <a:cubicBezTo>
                    <a:pt x="9" y="17"/>
                    <a:pt x="9" y="17"/>
                    <a:pt x="8" y="16"/>
                  </a:cubicBezTo>
                  <a:cubicBezTo>
                    <a:pt x="7" y="16"/>
                    <a:pt x="6" y="16"/>
                    <a:pt x="6" y="16"/>
                  </a:cubicBezTo>
                  <a:cubicBezTo>
                    <a:pt x="5" y="16"/>
                    <a:pt x="4" y="15"/>
                    <a:pt x="4" y="15"/>
                  </a:cubicBezTo>
                  <a:cubicBezTo>
                    <a:pt x="2" y="14"/>
                    <a:pt x="1" y="15"/>
                    <a:pt x="0" y="14"/>
                  </a:cubicBezTo>
                  <a:cubicBezTo>
                    <a:pt x="0" y="14"/>
                    <a:pt x="0" y="14"/>
                    <a:pt x="0"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4" name="Freeform 51"/>
            <p:cNvSpPr>
              <a:spLocks noEditPoints="1"/>
            </p:cNvSpPr>
            <p:nvPr/>
          </p:nvSpPr>
          <p:spPr bwMode="auto">
            <a:xfrm>
              <a:off x="8791638" y="4653266"/>
              <a:ext cx="50800" cy="55563"/>
            </a:xfrm>
            <a:custGeom>
              <a:avLst/>
              <a:gdLst>
                <a:gd name="T0" fmla="*/ 20 w 34"/>
                <a:gd name="T1" fmla="*/ 18 h 37"/>
                <a:gd name="T2" fmla="*/ 22 w 34"/>
                <a:gd name="T3" fmla="*/ 19 h 37"/>
                <a:gd name="T4" fmla="*/ 20 w 34"/>
                <a:gd name="T5" fmla="*/ 17 h 37"/>
                <a:gd name="T6" fmla="*/ 14 w 34"/>
                <a:gd name="T7" fmla="*/ 22 h 37"/>
                <a:gd name="T8" fmla="*/ 14 w 34"/>
                <a:gd name="T9" fmla="*/ 24 h 37"/>
                <a:gd name="T10" fmla="*/ 15 w 34"/>
                <a:gd name="T11" fmla="*/ 22 h 37"/>
                <a:gd name="T12" fmla="*/ 14 w 34"/>
                <a:gd name="T13" fmla="*/ 22 h 37"/>
                <a:gd name="T14" fmla="*/ 16 w 34"/>
                <a:gd name="T15" fmla="*/ 20 h 37"/>
                <a:gd name="T16" fmla="*/ 16 w 34"/>
                <a:gd name="T17" fmla="*/ 20 h 37"/>
                <a:gd name="T18" fmla="*/ 16 w 34"/>
                <a:gd name="T19" fmla="*/ 19 h 37"/>
                <a:gd name="T20" fmla="*/ 10 w 34"/>
                <a:gd name="T21" fmla="*/ 5 h 37"/>
                <a:gd name="T22" fmla="*/ 6 w 34"/>
                <a:gd name="T23" fmla="*/ 17 h 37"/>
                <a:gd name="T24" fmla="*/ 8 w 34"/>
                <a:gd name="T25" fmla="*/ 20 h 37"/>
                <a:gd name="T26" fmla="*/ 15 w 34"/>
                <a:gd name="T27" fmla="*/ 16 h 37"/>
                <a:gd name="T28" fmla="*/ 20 w 34"/>
                <a:gd name="T29" fmla="*/ 14 h 37"/>
                <a:gd name="T30" fmla="*/ 25 w 34"/>
                <a:gd name="T31" fmla="*/ 15 h 37"/>
                <a:gd name="T32" fmla="*/ 23 w 34"/>
                <a:gd name="T33" fmla="*/ 27 h 37"/>
                <a:gd name="T34" fmla="*/ 18 w 34"/>
                <a:gd name="T35" fmla="*/ 27 h 37"/>
                <a:gd name="T36" fmla="*/ 17 w 34"/>
                <a:gd name="T37" fmla="*/ 24 h 37"/>
                <a:gd name="T38" fmla="*/ 13 w 34"/>
                <a:gd name="T39" fmla="*/ 25 h 37"/>
                <a:gd name="T40" fmla="*/ 12 w 34"/>
                <a:gd name="T41" fmla="*/ 17 h 37"/>
                <a:gd name="T42" fmla="*/ 10 w 34"/>
                <a:gd name="T43" fmla="*/ 22 h 37"/>
                <a:gd name="T44" fmla="*/ 17 w 34"/>
                <a:gd name="T45" fmla="*/ 32 h 37"/>
                <a:gd name="T46" fmla="*/ 20 w 34"/>
                <a:gd name="T47" fmla="*/ 33 h 37"/>
                <a:gd name="T48" fmla="*/ 24 w 34"/>
                <a:gd name="T49" fmla="*/ 29 h 37"/>
                <a:gd name="T50" fmla="*/ 23 w 34"/>
                <a:gd name="T51" fmla="*/ 28 h 37"/>
                <a:gd name="T52" fmla="*/ 26 w 34"/>
                <a:gd name="T53" fmla="*/ 25 h 37"/>
                <a:gd name="T54" fmla="*/ 21 w 34"/>
                <a:gd name="T55" fmla="*/ 10 h 37"/>
                <a:gd name="T56" fmla="*/ 17 w 34"/>
                <a:gd name="T57" fmla="*/ 6 h 37"/>
                <a:gd name="T58" fmla="*/ 10 w 34"/>
                <a:gd name="T59" fmla="*/ 5 h 37"/>
                <a:gd name="T60" fmla="*/ 12 w 34"/>
                <a:gd name="T61" fmla="*/ 1 h 37"/>
                <a:gd name="T62" fmla="*/ 27 w 34"/>
                <a:gd name="T63" fmla="*/ 12 h 37"/>
                <a:gd name="T64" fmla="*/ 31 w 34"/>
                <a:gd name="T65" fmla="*/ 27 h 37"/>
                <a:gd name="T66" fmla="*/ 26 w 34"/>
                <a:gd name="T67" fmla="*/ 30 h 37"/>
                <a:gd name="T68" fmla="*/ 20 w 34"/>
                <a:gd name="T69" fmla="*/ 35 h 37"/>
                <a:gd name="T70" fmla="*/ 19 w 34"/>
                <a:gd name="T71" fmla="*/ 37 h 37"/>
                <a:gd name="T72" fmla="*/ 14 w 34"/>
                <a:gd name="T73" fmla="*/ 35 h 37"/>
                <a:gd name="T74" fmla="*/ 8 w 34"/>
                <a:gd name="T75" fmla="*/ 27 h 37"/>
                <a:gd name="T76" fmla="*/ 3 w 34"/>
                <a:gd name="T77" fmla="*/ 23 h 37"/>
                <a:gd name="T78" fmla="*/ 4 w 34"/>
                <a:gd name="T79" fmla="*/ 8 h 37"/>
                <a:gd name="T80" fmla="*/ 5 w 34"/>
                <a:gd name="T81" fmla="*/ 5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4" h="37">
                  <a:moveTo>
                    <a:pt x="20" y="17"/>
                  </a:moveTo>
                  <a:cubicBezTo>
                    <a:pt x="20" y="17"/>
                    <a:pt x="20" y="18"/>
                    <a:pt x="20" y="18"/>
                  </a:cubicBezTo>
                  <a:cubicBezTo>
                    <a:pt x="20" y="18"/>
                    <a:pt x="21" y="19"/>
                    <a:pt x="22" y="19"/>
                  </a:cubicBezTo>
                  <a:cubicBezTo>
                    <a:pt x="22" y="19"/>
                    <a:pt x="22" y="19"/>
                    <a:pt x="22" y="19"/>
                  </a:cubicBezTo>
                  <a:cubicBezTo>
                    <a:pt x="22" y="18"/>
                    <a:pt x="22" y="18"/>
                    <a:pt x="22" y="18"/>
                  </a:cubicBezTo>
                  <a:cubicBezTo>
                    <a:pt x="21" y="17"/>
                    <a:pt x="21" y="17"/>
                    <a:pt x="20" y="17"/>
                  </a:cubicBezTo>
                  <a:cubicBezTo>
                    <a:pt x="20" y="17"/>
                    <a:pt x="20" y="17"/>
                    <a:pt x="20" y="17"/>
                  </a:cubicBezTo>
                  <a:close/>
                  <a:moveTo>
                    <a:pt x="14" y="22"/>
                  </a:moveTo>
                  <a:cubicBezTo>
                    <a:pt x="14" y="23"/>
                    <a:pt x="14" y="23"/>
                    <a:pt x="14" y="24"/>
                  </a:cubicBezTo>
                  <a:cubicBezTo>
                    <a:pt x="14" y="24"/>
                    <a:pt x="14" y="24"/>
                    <a:pt x="14" y="24"/>
                  </a:cubicBezTo>
                  <a:cubicBezTo>
                    <a:pt x="14" y="24"/>
                    <a:pt x="14" y="24"/>
                    <a:pt x="14" y="24"/>
                  </a:cubicBezTo>
                  <a:cubicBezTo>
                    <a:pt x="15" y="23"/>
                    <a:pt x="14" y="23"/>
                    <a:pt x="15" y="22"/>
                  </a:cubicBezTo>
                  <a:cubicBezTo>
                    <a:pt x="15" y="22"/>
                    <a:pt x="14" y="22"/>
                    <a:pt x="14" y="22"/>
                  </a:cubicBezTo>
                  <a:cubicBezTo>
                    <a:pt x="14" y="22"/>
                    <a:pt x="14" y="22"/>
                    <a:pt x="14" y="22"/>
                  </a:cubicBezTo>
                  <a:close/>
                  <a:moveTo>
                    <a:pt x="16" y="19"/>
                  </a:moveTo>
                  <a:cubicBezTo>
                    <a:pt x="16" y="19"/>
                    <a:pt x="16" y="19"/>
                    <a:pt x="16" y="20"/>
                  </a:cubicBezTo>
                  <a:cubicBezTo>
                    <a:pt x="16" y="20"/>
                    <a:pt x="16" y="20"/>
                    <a:pt x="16" y="20"/>
                  </a:cubicBezTo>
                  <a:cubicBezTo>
                    <a:pt x="16" y="20"/>
                    <a:pt x="16" y="20"/>
                    <a:pt x="16" y="20"/>
                  </a:cubicBezTo>
                  <a:cubicBezTo>
                    <a:pt x="16" y="19"/>
                    <a:pt x="16" y="19"/>
                    <a:pt x="16" y="19"/>
                  </a:cubicBezTo>
                  <a:cubicBezTo>
                    <a:pt x="16" y="19"/>
                    <a:pt x="16" y="19"/>
                    <a:pt x="16" y="19"/>
                  </a:cubicBezTo>
                  <a:cubicBezTo>
                    <a:pt x="16" y="19"/>
                    <a:pt x="16" y="19"/>
                    <a:pt x="16" y="19"/>
                  </a:cubicBezTo>
                  <a:close/>
                  <a:moveTo>
                    <a:pt x="10" y="5"/>
                  </a:moveTo>
                  <a:cubicBezTo>
                    <a:pt x="9" y="6"/>
                    <a:pt x="8" y="7"/>
                    <a:pt x="7" y="8"/>
                  </a:cubicBezTo>
                  <a:cubicBezTo>
                    <a:pt x="5" y="11"/>
                    <a:pt x="6" y="14"/>
                    <a:pt x="6" y="17"/>
                  </a:cubicBezTo>
                  <a:cubicBezTo>
                    <a:pt x="6" y="18"/>
                    <a:pt x="7" y="20"/>
                    <a:pt x="8" y="20"/>
                  </a:cubicBezTo>
                  <a:cubicBezTo>
                    <a:pt x="8" y="20"/>
                    <a:pt x="8" y="20"/>
                    <a:pt x="8" y="20"/>
                  </a:cubicBezTo>
                  <a:cubicBezTo>
                    <a:pt x="9" y="19"/>
                    <a:pt x="8" y="12"/>
                    <a:pt x="12" y="12"/>
                  </a:cubicBezTo>
                  <a:cubicBezTo>
                    <a:pt x="13" y="12"/>
                    <a:pt x="14" y="15"/>
                    <a:pt x="15" y="16"/>
                  </a:cubicBezTo>
                  <a:cubicBezTo>
                    <a:pt x="16" y="16"/>
                    <a:pt x="18" y="16"/>
                    <a:pt x="19" y="15"/>
                  </a:cubicBezTo>
                  <a:cubicBezTo>
                    <a:pt x="19" y="15"/>
                    <a:pt x="19" y="15"/>
                    <a:pt x="20" y="14"/>
                  </a:cubicBezTo>
                  <a:cubicBezTo>
                    <a:pt x="21" y="14"/>
                    <a:pt x="22" y="13"/>
                    <a:pt x="24" y="13"/>
                  </a:cubicBezTo>
                  <a:cubicBezTo>
                    <a:pt x="24" y="14"/>
                    <a:pt x="24" y="14"/>
                    <a:pt x="25" y="15"/>
                  </a:cubicBezTo>
                  <a:cubicBezTo>
                    <a:pt x="25" y="16"/>
                    <a:pt x="24" y="17"/>
                    <a:pt x="24" y="18"/>
                  </a:cubicBezTo>
                  <a:cubicBezTo>
                    <a:pt x="24" y="21"/>
                    <a:pt x="24" y="24"/>
                    <a:pt x="23" y="27"/>
                  </a:cubicBezTo>
                  <a:cubicBezTo>
                    <a:pt x="22" y="27"/>
                    <a:pt x="22" y="28"/>
                    <a:pt x="21" y="29"/>
                  </a:cubicBezTo>
                  <a:cubicBezTo>
                    <a:pt x="20" y="28"/>
                    <a:pt x="19" y="28"/>
                    <a:pt x="18" y="27"/>
                  </a:cubicBezTo>
                  <a:cubicBezTo>
                    <a:pt x="18" y="26"/>
                    <a:pt x="18" y="25"/>
                    <a:pt x="18" y="25"/>
                  </a:cubicBezTo>
                  <a:cubicBezTo>
                    <a:pt x="18" y="25"/>
                    <a:pt x="17" y="25"/>
                    <a:pt x="17" y="24"/>
                  </a:cubicBezTo>
                  <a:cubicBezTo>
                    <a:pt x="17" y="24"/>
                    <a:pt x="17" y="25"/>
                    <a:pt x="16" y="25"/>
                  </a:cubicBezTo>
                  <a:cubicBezTo>
                    <a:pt x="15" y="25"/>
                    <a:pt x="14" y="26"/>
                    <a:pt x="13" y="25"/>
                  </a:cubicBezTo>
                  <a:cubicBezTo>
                    <a:pt x="13" y="25"/>
                    <a:pt x="12" y="24"/>
                    <a:pt x="12" y="24"/>
                  </a:cubicBezTo>
                  <a:cubicBezTo>
                    <a:pt x="12" y="23"/>
                    <a:pt x="15" y="17"/>
                    <a:pt x="12" y="17"/>
                  </a:cubicBezTo>
                  <a:cubicBezTo>
                    <a:pt x="12" y="17"/>
                    <a:pt x="12" y="17"/>
                    <a:pt x="12" y="17"/>
                  </a:cubicBezTo>
                  <a:cubicBezTo>
                    <a:pt x="12" y="18"/>
                    <a:pt x="10" y="21"/>
                    <a:pt x="10" y="22"/>
                  </a:cubicBezTo>
                  <a:cubicBezTo>
                    <a:pt x="10" y="23"/>
                    <a:pt x="11" y="23"/>
                    <a:pt x="11" y="25"/>
                  </a:cubicBezTo>
                  <a:cubicBezTo>
                    <a:pt x="12" y="27"/>
                    <a:pt x="15" y="30"/>
                    <a:pt x="17" y="32"/>
                  </a:cubicBezTo>
                  <a:cubicBezTo>
                    <a:pt x="18" y="33"/>
                    <a:pt x="18" y="33"/>
                    <a:pt x="18" y="33"/>
                  </a:cubicBezTo>
                  <a:cubicBezTo>
                    <a:pt x="19" y="33"/>
                    <a:pt x="20" y="33"/>
                    <a:pt x="20" y="33"/>
                  </a:cubicBezTo>
                  <a:cubicBezTo>
                    <a:pt x="21" y="33"/>
                    <a:pt x="23" y="29"/>
                    <a:pt x="24" y="29"/>
                  </a:cubicBezTo>
                  <a:cubicBezTo>
                    <a:pt x="24" y="29"/>
                    <a:pt x="24" y="29"/>
                    <a:pt x="24" y="29"/>
                  </a:cubicBezTo>
                  <a:cubicBezTo>
                    <a:pt x="24" y="29"/>
                    <a:pt x="24" y="29"/>
                    <a:pt x="23" y="28"/>
                  </a:cubicBezTo>
                  <a:cubicBezTo>
                    <a:pt x="23" y="28"/>
                    <a:pt x="23" y="28"/>
                    <a:pt x="23" y="28"/>
                  </a:cubicBezTo>
                  <a:cubicBezTo>
                    <a:pt x="24" y="27"/>
                    <a:pt x="25" y="28"/>
                    <a:pt x="26" y="27"/>
                  </a:cubicBezTo>
                  <a:cubicBezTo>
                    <a:pt x="26" y="26"/>
                    <a:pt x="26" y="25"/>
                    <a:pt x="26" y="25"/>
                  </a:cubicBezTo>
                  <a:cubicBezTo>
                    <a:pt x="27" y="24"/>
                    <a:pt x="29" y="24"/>
                    <a:pt x="30" y="23"/>
                  </a:cubicBezTo>
                  <a:cubicBezTo>
                    <a:pt x="31" y="19"/>
                    <a:pt x="25" y="12"/>
                    <a:pt x="21" y="10"/>
                  </a:cubicBezTo>
                  <a:cubicBezTo>
                    <a:pt x="21" y="9"/>
                    <a:pt x="20" y="8"/>
                    <a:pt x="19" y="7"/>
                  </a:cubicBezTo>
                  <a:cubicBezTo>
                    <a:pt x="18" y="7"/>
                    <a:pt x="18" y="7"/>
                    <a:pt x="17" y="6"/>
                  </a:cubicBezTo>
                  <a:cubicBezTo>
                    <a:pt x="15" y="5"/>
                    <a:pt x="14" y="3"/>
                    <a:pt x="12" y="3"/>
                  </a:cubicBezTo>
                  <a:cubicBezTo>
                    <a:pt x="11" y="3"/>
                    <a:pt x="10" y="4"/>
                    <a:pt x="10" y="5"/>
                  </a:cubicBezTo>
                  <a:close/>
                  <a:moveTo>
                    <a:pt x="7" y="5"/>
                  </a:moveTo>
                  <a:cubicBezTo>
                    <a:pt x="9" y="3"/>
                    <a:pt x="10" y="1"/>
                    <a:pt x="12" y="1"/>
                  </a:cubicBezTo>
                  <a:cubicBezTo>
                    <a:pt x="16" y="0"/>
                    <a:pt x="20" y="5"/>
                    <a:pt x="24" y="9"/>
                  </a:cubicBezTo>
                  <a:cubicBezTo>
                    <a:pt x="25" y="10"/>
                    <a:pt x="26" y="11"/>
                    <a:pt x="27" y="12"/>
                  </a:cubicBezTo>
                  <a:cubicBezTo>
                    <a:pt x="29" y="15"/>
                    <a:pt x="33" y="17"/>
                    <a:pt x="34" y="20"/>
                  </a:cubicBezTo>
                  <a:cubicBezTo>
                    <a:pt x="34" y="21"/>
                    <a:pt x="33" y="27"/>
                    <a:pt x="31" y="27"/>
                  </a:cubicBezTo>
                  <a:cubicBezTo>
                    <a:pt x="30" y="28"/>
                    <a:pt x="27" y="27"/>
                    <a:pt x="26" y="29"/>
                  </a:cubicBezTo>
                  <a:cubicBezTo>
                    <a:pt x="26" y="29"/>
                    <a:pt x="26" y="30"/>
                    <a:pt x="26" y="30"/>
                  </a:cubicBezTo>
                  <a:cubicBezTo>
                    <a:pt x="26" y="31"/>
                    <a:pt x="23" y="34"/>
                    <a:pt x="22" y="35"/>
                  </a:cubicBezTo>
                  <a:cubicBezTo>
                    <a:pt x="21" y="35"/>
                    <a:pt x="20" y="35"/>
                    <a:pt x="20" y="35"/>
                  </a:cubicBezTo>
                  <a:cubicBezTo>
                    <a:pt x="19" y="36"/>
                    <a:pt x="20" y="37"/>
                    <a:pt x="19" y="37"/>
                  </a:cubicBezTo>
                  <a:cubicBezTo>
                    <a:pt x="19" y="37"/>
                    <a:pt x="19" y="37"/>
                    <a:pt x="19" y="37"/>
                  </a:cubicBezTo>
                  <a:cubicBezTo>
                    <a:pt x="18" y="37"/>
                    <a:pt x="17" y="37"/>
                    <a:pt x="16" y="37"/>
                  </a:cubicBezTo>
                  <a:cubicBezTo>
                    <a:pt x="16" y="37"/>
                    <a:pt x="14" y="35"/>
                    <a:pt x="14" y="35"/>
                  </a:cubicBezTo>
                  <a:cubicBezTo>
                    <a:pt x="14" y="33"/>
                    <a:pt x="12" y="31"/>
                    <a:pt x="11" y="29"/>
                  </a:cubicBezTo>
                  <a:cubicBezTo>
                    <a:pt x="10" y="28"/>
                    <a:pt x="8" y="27"/>
                    <a:pt x="8" y="27"/>
                  </a:cubicBezTo>
                  <a:cubicBezTo>
                    <a:pt x="7" y="26"/>
                    <a:pt x="6" y="25"/>
                    <a:pt x="5" y="25"/>
                  </a:cubicBezTo>
                  <a:cubicBezTo>
                    <a:pt x="5" y="24"/>
                    <a:pt x="4" y="23"/>
                    <a:pt x="3" y="23"/>
                  </a:cubicBezTo>
                  <a:cubicBezTo>
                    <a:pt x="0" y="18"/>
                    <a:pt x="1" y="17"/>
                    <a:pt x="2" y="12"/>
                  </a:cubicBezTo>
                  <a:cubicBezTo>
                    <a:pt x="2" y="11"/>
                    <a:pt x="3" y="9"/>
                    <a:pt x="4" y="8"/>
                  </a:cubicBezTo>
                  <a:cubicBezTo>
                    <a:pt x="4" y="8"/>
                    <a:pt x="4" y="8"/>
                    <a:pt x="4" y="8"/>
                  </a:cubicBezTo>
                  <a:cubicBezTo>
                    <a:pt x="4" y="7"/>
                    <a:pt x="5" y="6"/>
                    <a:pt x="5" y="5"/>
                  </a:cubicBezTo>
                  <a:cubicBezTo>
                    <a:pt x="6" y="5"/>
                    <a:pt x="7" y="5"/>
                    <a:pt x="7"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5" name="Freeform 52"/>
            <p:cNvSpPr>
              <a:spLocks noEditPoints="1"/>
            </p:cNvSpPr>
            <p:nvPr/>
          </p:nvSpPr>
          <p:spPr bwMode="auto">
            <a:xfrm>
              <a:off x="8847200" y="4611991"/>
              <a:ext cx="46038" cy="58738"/>
            </a:xfrm>
            <a:custGeom>
              <a:avLst/>
              <a:gdLst>
                <a:gd name="T0" fmla="*/ 8 w 31"/>
                <a:gd name="T1" fmla="*/ 31 h 39"/>
                <a:gd name="T2" fmla="*/ 9 w 31"/>
                <a:gd name="T3" fmla="*/ 30 h 39"/>
                <a:gd name="T4" fmla="*/ 8 w 31"/>
                <a:gd name="T5" fmla="*/ 26 h 39"/>
                <a:gd name="T6" fmla="*/ 18 w 31"/>
                <a:gd name="T7" fmla="*/ 18 h 39"/>
                <a:gd name="T8" fmla="*/ 18 w 31"/>
                <a:gd name="T9" fmla="*/ 21 h 39"/>
                <a:gd name="T10" fmla="*/ 19 w 31"/>
                <a:gd name="T11" fmla="*/ 18 h 39"/>
                <a:gd name="T12" fmla="*/ 7 w 31"/>
                <a:gd name="T13" fmla="*/ 22 h 39"/>
                <a:gd name="T14" fmla="*/ 6 w 31"/>
                <a:gd name="T15" fmla="*/ 23 h 39"/>
                <a:gd name="T16" fmla="*/ 7 w 31"/>
                <a:gd name="T17" fmla="*/ 22 h 39"/>
                <a:gd name="T18" fmla="*/ 7 w 31"/>
                <a:gd name="T19" fmla="*/ 22 h 39"/>
                <a:gd name="T20" fmla="*/ 23 w 31"/>
                <a:gd name="T21" fmla="*/ 12 h 39"/>
                <a:gd name="T22" fmla="*/ 23 w 31"/>
                <a:gd name="T23" fmla="*/ 12 h 39"/>
                <a:gd name="T24" fmla="*/ 23 w 31"/>
                <a:gd name="T25" fmla="*/ 11 h 39"/>
                <a:gd name="T26" fmla="*/ 10 w 31"/>
                <a:gd name="T27" fmla="*/ 19 h 39"/>
                <a:gd name="T28" fmla="*/ 10 w 31"/>
                <a:gd name="T29" fmla="*/ 23 h 39"/>
                <a:gd name="T30" fmla="*/ 10 w 31"/>
                <a:gd name="T31" fmla="*/ 19 h 39"/>
                <a:gd name="T32" fmla="*/ 15 w 31"/>
                <a:gd name="T33" fmla="*/ 13 h 39"/>
                <a:gd name="T34" fmla="*/ 16 w 31"/>
                <a:gd name="T35" fmla="*/ 14 h 39"/>
                <a:gd name="T36" fmla="*/ 15 w 31"/>
                <a:gd name="T37" fmla="*/ 13 h 39"/>
                <a:gd name="T38" fmla="*/ 9 w 31"/>
                <a:gd name="T39" fmla="*/ 16 h 39"/>
                <a:gd name="T40" fmla="*/ 9 w 31"/>
                <a:gd name="T41" fmla="*/ 18 h 39"/>
                <a:gd name="T42" fmla="*/ 9 w 31"/>
                <a:gd name="T43" fmla="*/ 16 h 39"/>
                <a:gd name="T44" fmla="*/ 19 w 31"/>
                <a:gd name="T45" fmla="*/ 4 h 39"/>
                <a:gd name="T46" fmla="*/ 23 w 31"/>
                <a:gd name="T47" fmla="*/ 7 h 39"/>
                <a:gd name="T48" fmla="*/ 29 w 31"/>
                <a:gd name="T49" fmla="*/ 9 h 39"/>
                <a:gd name="T50" fmla="*/ 25 w 31"/>
                <a:gd name="T51" fmla="*/ 16 h 39"/>
                <a:gd name="T52" fmla="*/ 29 w 31"/>
                <a:gd name="T53" fmla="*/ 26 h 39"/>
                <a:gd name="T54" fmla="*/ 30 w 31"/>
                <a:gd name="T55" fmla="*/ 30 h 39"/>
                <a:gd name="T56" fmla="*/ 31 w 31"/>
                <a:gd name="T57" fmla="*/ 32 h 39"/>
                <a:gd name="T58" fmla="*/ 22 w 31"/>
                <a:gd name="T59" fmla="*/ 23 h 39"/>
                <a:gd name="T60" fmla="*/ 16 w 31"/>
                <a:gd name="T61" fmla="*/ 29 h 39"/>
                <a:gd name="T62" fmla="*/ 15 w 31"/>
                <a:gd name="T63" fmla="*/ 22 h 39"/>
                <a:gd name="T64" fmla="*/ 15 w 31"/>
                <a:gd name="T65" fmla="*/ 19 h 39"/>
                <a:gd name="T66" fmla="*/ 12 w 31"/>
                <a:gd name="T67" fmla="*/ 19 h 39"/>
                <a:gd name="T68" fmla="*/ 13 w 31"/>
                <a:gd name="T69" fmla="*/ 29 h 39"/>
                <a:gd name="T70" fmla="*/ 17 w 31"/>
                <a:gd name="T71" fmla="*/ 34 h 39"/>
                <a:gd name="T72" fmla="*/ 14 w 31"/>
                <a:gd name="T73" fmla="*/ 33 h 39"/>
                <a:gd name="T74" fmla="*/ 12 w 31"/>
                <a:gd name="T75" fmla="*/ 32 h 39"/>
                <a:gd name="T76" fmla="*/ 7 w 31"/>
                <a:gd name="T77" fmla="*/ 39 h 39"/>
                <a:gd name="T78" fmla="*/ 6 w 31"/>
                <a:gd name="T79" fmla="*/ 33 h 39"/>
                <a:gd name="T80" fmla="*/ 6 w 31"/>
                <a:gd name="T81" fmla="*/ 26 h 39"/>
                <a:gd name="T82" fmla="*/ 2 w 31"/>
                <a:gd name="T83" fmla="*/ 29 h 39"/>
                <a:gd name="T84" fmla="*/ 4 w 31"/>
                <a:gd name="T85" fmla="*/ 13 h 39"/>
                <a:gd name="T86" fmla="*/ 6 w 31"/>
                <a:gd name="T87" fmla="*/ 9 h 39"/>
                <a:gd name="T88" fmla="*/ 3 w 31"/>
                <a:gd name="T89" fmla="*/ 23 h 39"/>
                <a:gd name="T90" fmla="*/ 3 w 31"/>
                <a:gd name="T91" fmla="*/ 27 h 39"/>
                <a:gd name="T92" fmla="*/ 9 w 31"/>
                <a:gd name="T93" fmla="*/ 14 h 39"/>
                <a:gd name="T94" fmla="*/ 13 w 31"/>
                <a:gd name="T95" fmla="*/ 15 h 39"/>
                <a:gd name="T96" fmla="*/ 12 w 31"/>
                <a:gd name="T97" fmla="*/ 9 h 39"/>
                <a:gd name="T98" fmla="*/ 11 w 31"/>
                <a:gd name="T99" fmla="*/ 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1" h="39">
                  <a:moveTo>
                    <a:pt x="8" y="26"/>
                  </a:moveTo>
                  <a:cubicBezTo>
                    <a:pt x="8" y="27"/>
                    <a:pt x="8" y="30"/>
                    <a:pt x="8" y="31"/>
                  </a:cubicBezTo>
                  <a:cubicBezTo>
                    <a:pt x="8" y="31"/>
                    <a:pt x="8" y="31"/>
                    <a:pt x="8" y="31"/>
                  </a:cubicBezTo>
                  <a:cubicBezTo>
                    <a:pt x="8" y="31"/>
                    <a:pt x="9" y="31"/>
                    <a:pt x="9" y="30"/>
                  </a:cubicBezTo>
                  <a:cubicBezTo>
                    <a:pt x="9" y="29"/>
                    <a:pt x="11" y="27"/>
                    <a:pt x="9" y="26"/>
                  </a:cubicBezTo>
                  <a:cubicBezTo>
                    <a:pt x="9" y="26"/>
                    <a:pt x="9" y="26"/>
                    <a:pt x="8" y="26"/>
                  </a:cubicBezTo>
                  <a:cubicBezTo>
                    <a:pt x="9" y="26"/>
                    <a:pt x="8" y="26"/>
                    <a:pt x="8" y="26"/>
                  </a:cubicBezTo>
                  <a:close/>
                  <a:moveTo>
                    <a:pt x="18" y="18"/>
                  </a:moveTo>
                  <a:cubicBezTo>
                    <a:pt x="18" y="19"/>
                    <a:pt x="17" y="20"/>
                    <a:pt x="17" y="21"/>
                  </a:cubicBezTo>
                  <a:cubicBezTo>
                    <a:pt x="17" y="21"/>
                    <a:pt x="17" y="21"/>
                    <a:pt x="18" y="21"/>
                  </a:cubicBezTo>
                  <a:cubicBezTo>
                    <a:pt x="18" y="21"/>
                    <a:pt x="18" y="21"/>
                    <a:pt x="18" y="21"/>
                  </a:cubicBezTo>
                  <a:cubicBezTo>
                    <a:pt x="19" y="21"/>
                    <a:pt x="21" y="19"/>
                    <a:pt x="19" y="18"/>
                  </a:cubicBezTo>
                  <a:cubicBezTo>
                    <a:pt x="19" y="17"/>
                    <a:pt x="19" y="17"/>
                    <a:pt x="18" y="18"/>
                  </a:cubicBezTo>
                  <a:close/>
                  <a:moveTo>
                    <a:pt x="7" y="22"/>
                  </a:moveTo>
                  <a:cubicBezTo>
                    <a:pt x="7" y="22"/>
                    <a:pt x="7" y="23"/>
                    <a:pt x="6" y="23"/>
                  </a:cubicBezTo>
                  <a:cubicBezTo>
                    <a:pt x="6" y="23"/>
                    <a:pt x="6" y="23"/>
                    <a:pt x="6" y="23"/>
                  </a:cubicBezTo>
                  <a:cubicBezTo>
                    <a:pt x="7" y="23"/>
                    <a:pt x="7" y="23"/>
                    <a:pt x="7" y="23"/>
                  </a:cubicBezTo>
                  <a:cubicBezTo>
                    <a:pt x="7" y="22"/>
                    <a:pt x="7" y="22"/>
                    <a:pt x="7" y="22"/>
                  </a:cubicBezTo>
                  <a:cubicBezTo>
                    <a:pt x="7" y="22"/>
                    <a:pt x="7" y="22"/>
                    <a:pt x="7" y="22"/>
                  </a:cubicBezTo>
                  <a:cubicBezTo>
                    <a:pt x="7" y="22"/>
                    <a:pt x="7" y="22"/>
                    <a:pt x="7" y="22"/>
                  </a:cubicBezTo>
                  <a:close/>
                  <a:moveTo>
                    <a:pt x="23" y="11"/>
                  </a:moveTo>
                  <a:cubicBezTo>
                    <a:pt x="23" y="12"/>
                    <a:pt x="23" y="12"/>
                    <a:pt x="23" y="12"/>
                  </a:cubicBezTo>
                  <a:cubicBezTo>
                    <a:pt x="23" y="12"/>
                    <a:pt x="23" y="12"/>
                    <a:pt x="23" y="12"/>
                  </a:cubicBezTo>
                  <a:cubicBezTo>
                    <a:pt x="23" y="12"/>
                    <a:pt x="23" y="12"/>
                    <a:pt x="23" y="12"/>
                  </a:cubicBezTo>
                  <a:cubicBezTo>
                    <a:pt x="23" y="12"/>
                    <a:pt x="23" y="12"/>
                    <a:pt x="23" y="11"/>
                  </a:cubicBezTo>
                  <a:cubicBezTo>
                    <a:pt x="23" y="11"/>
                    <a:pt x="23" y="11"/>
                    <a:pt x="23" y="11"/>
                  </a:cubicBezTo>
                  <a:cubicBezTo>
                    <a:pt x="23" y="11"/>
                    <a:pt x="23" y="11"/>
                    <a:pt x="23" y="11"/>
                  </a:cubicBezTo>
                  <a:close/>
                  <a:moveTo>
                    <a:pt x="10" y="19"/>
                  </a:moveTo>
                  <a:cubicBezTo>
                    <a:pt x="9" y="20"/>
                    <a:pt x="9" y="23"/>
                    <a:pt x="10" y="23"/>
                  </a:cubicBezTo>
                  <a:cubicBezTo>
                    <a:pt x="10" y="23"/>
                    <a:pt x="10" y="23"/>
                    <a:pt x="10" y="23"/>
                  </a:cubicBezTo>
                  <a:cubicBezTo>
                    <a:pt x="11" y="22"/>
                    <a:pt x="11" y="20"/>
                    <a:pt x="11" y="19"/>
                  </a:cubicBezTo>
                  <a:cubicBezTo>
                    <a:pt x="11" y="19"/>
                    <a:pt x="10" y="19"/>
                    <a:pt x="10" y="19"/>
                  </a:cubicBezTo>
                  <a:close/>
                  <a:moveTo>
                    <a:pt x="15" y="13"/>
                  </a:moveTo>
                  <a:cubicBezTo>
                    <a:pt x="15" y="13"/>
                    <a:pt x="15" y="13"/>
                    <a:pt x="15" y="13"/>
                  </a:cubicBezTo>
                  <a:cubicBezTo>
                    <a:pt x="15" y="14"/>
                    <a:pt x="15" y="14"/>
                    <a:pt x="15" y="14"/>
                  </a:cubicBezTo>
                  <a:cubicBezTo>
                    <a:pt x="16" y="14"/>
                    <a:pt x="16" y="14"/>
                    <a:pt x="16" y="14"/>
                  </a:cubicBezTo>
                  <a:cubicBezTo>
                    <a:pt x="16" y="14"/>
                    <a:pt x="16" y="13"/>
                    <a:pt x="16" y="13"/>
                  </a:cubicBezTo>
                  <a:cubicBezTo>
                    <a:pt x="16" y="13"/>
                    <a:pt x="16" y="13"/>
                    <a:pt x="15" y="13"/>
                  </a:cubicBezTo>
                  <a:cubicBezTo>
                    <a:pt x="16" y="13"/>
                    <a:pt x="16" y="13"/>
                    <a:pt x="15" y="13"/>
                  </a:cubicBezTo>
                  <a:close/>
                  <a:moveTo>
                    <a:pt x="9" y="16"/>
                  </a:moveTo>
                  <a:cubicBezTo>
                    <a:pt x="8" y="17"/>
                    <a:pt x="8" y="18"/>
                    <a:pt x="9" y="18"/>
                  </a:cubicBezTo>
                  <a:cubicBezTo>
                    <a:pt x="9" y="18"/>
                    <a:pt x="9" y="18"/>
                    <a:pt x="9" y="18"/>
                  </a:cubicBezTo>
                  <a:cubicBezTo>
                    <a:pt x="9" y="17"/>
                    <a:pt x="9" y="17"/>
                    <a:pt x="9" y="16"/>
                  </a:cubicBezTo>
                  <a:cubicBezTo>
                    <a:pt x="9" y="15"/>
                    <a:pt x="9" y="16"/>
                    <a:pt x="9" y="16"/>
                  </a:cubicBezTo>
                  <a:close/>
                  <a:moveTo>
                    <a:pt x="11" y="1"/>
                  </a:moveTo>
                  <a:cubicBezTo>
                    <a:pt x="13" y="0"/>
                    <a:pt x="17" y="2"/>
                    <a:pt x="19" y="4"/>
                  </a:cubicBezTo>
                  <a:cubicBezTo>
                    <a:pt x="19" y="5"/>
                    <a:pt x="19" y="6"/>
                    <a:pt x="20" y="6"/>
                  </a:cubicBezTo>
                  <a:cubicBezTo>
                    <a:pt x="21" y="7"/>
                    <a:pt x="22" y="7"/>
                    <a:pt x="23" y="7"/>
                  </a:cubicBezTo>
                  <a:cubicBezTo>
                    <a:pt x="24" y="8"/>
                    <a:pt x="25" y="9"/>
                    <a:pt x="25" y="9"/>
                  </a:cubicBezTo>
                  <a:cubicBezTo>
                    <a:pt x="27" y="9"/>
                    <a:pt x="28" y="9"/>
                    <a:pt x="29" y="9"/>
                  </a:cubicBezTo>
                  <a:cubicBezTo>
                    <a:pt x="29" y="9"/>
                    <a:pt x="29" y="9"/>
                    <a:pt x="29" y="10"/>
                  </a:cubicBezTo>
                  <a:cubicBezTo>
                    <a:pt x="28" y="12"/>
                    <a:pt x="25" y="14"/>
                    <a:pt x="25" y="16"/>
                  </a:cubicBezTo>
                  <a:cubicBezTo>
                    <a:pt x="25" y="18"/>
                    <a:pt x="27" y="19"/>
                    <a:pt x="27" y="21"/>
                  </a:cubicBezTo>
                  <a:cubicBezTo>
                    <a:pt x="28" y="23"/>
                    <a:pt x="29" y="24"/>
                    <a:pt x="29" y="26"/>
                  </a:cubicBezTo>
                  <a:cubicBezTo>
                    <a:pt x="29" y="26"/>
                    <a:pt x="29" y="27"/>
                    <a:pt x="30" y="27"/>
                  </a:cubicBezTo>
                  <a:cubicBezTo>
                    <a:pt x="30" y="28"/>
                    <a:pt x="30" y="29"/>
                    <a:pt x="30" y="30"/>
                  </a:cubicBezTo>
                  <a:cubicBezTo>
                    <a:pt x="30" y="31"/>
                    <a:pt x="31" y="31"/>
                    <a:pt x="31" y="32"/>
                  </a:cubicBezTo>
                  <a:cubicBezTo>
                    <a:pt x="31" y="32"/>
                    <a:pt x="31" y="32"/>
                    <a:pt x="31" y="32"/>
                  </a:cubicBezTo>
                  <a:cubicBezTo>
                    <a:pt x="29" y="31"/>
                    <a:pt x="27" y="30"/>
                    <a:pt x="25" y="28"/>
                  </a:cubicBezTo>
                  <a:cubicBezTo>
                    <a:pt x="24" y="26"/>
                    <a:pt x="23" y="24"/>
                    <a:pt x="22" y="23"/>
                  </a:cubicBezTo>
                  <a:cubicBezTo>
                    <a:pt x="22" y="23"/>
                    <a:pt x="22" y="23"/>
                    <a:pt x="22" y="23"/>
                  </a:cubicBezTo>
                  <a:cubicBezTo>
                    <a:pt x="20" y="25"/>
                    <a:pt x="19" y="27"/>
                    <a:pt x="16" y="29"/>
                  </a:cubicBezTo>
                  <a:cubicBezTo>
                    <a:pt x="15" y="28"/>
                    <a:pt x="13" y="26"/>
                    <a:pt x="14" y="25"/>
                  </a:cubicBezTo>
                  <a:cubicBezTo>
                    <a:pt x="14" y="24"/>
                    <a:pt x="15" y="23"/>
                    <a:pt x="15" y="22"/>
                  </a:cubicBezTo>
                  <a:cubicBezTo>
                    <a:pt x="15" y="22"/>
                    <a:pt x="14" y="21"/>
                    <a:pt x="14" y="21"/>
                  </a:cubicBezTo>
                  <a:cubicBezTo>
                    <a:pt x="14" y="20"/>
                    <a:pt x="14" y="19"/>
                    <a:pt x="15" y="19"/>
                  </a:cubicBezTo>
                  <a:cubicBezTo>
                    <a:pt x="15" y="18"/>
                    <a:pt x="14" y="15"/>
                    <a:pt x="13" y="16"/>
                  </a:cubicBezTo>
                  <a:cubicBezTo>
                    <a:pt x="12" y="16"/>
                    <a:pt x="12" y="18"/>
                    <a:pt x="12" y="19"/>
                  </a:cubicBezTo>
                  <a:cubicBezTo>
                    <a:pt x="12" y="20"/>
                    <a:pt x="13" y="21"/>
                    <a:pt x="13" y="23"/>
                  </a:cubicBezTo>
                  <a:cubicBezTo>
                    <a:pt x="13" y="25"/>
                    <a:pt x="11" y="26"/>
                    <a:pt x="13" y="29"/>
                  </a:cubicBezTo>
                  <a:cubicBezTo>
                    <a:pt x="14" y="31"/>
                    <a:pt x="17" y="33"/>
                    <a:pt x="17" y="34"/>
                  </a:cubicBezTo>
                  <a:cubicBezTo>
                    <a:pt x="17" y="34"/>
                    <a:pt x="17" y="34"/>
                    <a:pt x="17" y="34"/>
                  </a:cubicBezTo>
                  <a:cubicBezTo>
                    <a:pt x="17" y="35"/>
                    <a:pt x="17" y="35"/>
                    <a:pt x="17" y="35"/>
                  </a:cubicBezTo>
                  <a:cubicBezTo>
                    <a:pt x="16" y="34"/>
                    <a:pt x="15" y="34"/>
                    <a:pt x="14" y="33"/>
                  </a:cubicBezTo>
                  <a:cubicBezTo>
                    <a:pt x="13" y="33"/>
                    <a:pt x="13" y="32"/>
                    <a:pt x="12" y="32"/>
                  </a:cubicBezTo>
                  <a:cubicBezTo>
                    <a:pt x="12" y="32"/>
                    <a:pt x="12" y="32"/>
                    <a:pt x="12" y="32"/>
                  </a:cubicBezTo>
                  <a:cubicBezTo>
                    <a:pt x="11" y="34"/>
                    <a:pt x="11" y="37"/>
                    <a:pt x="8" y="39"/>
                  </a:cubicBezTo>
                  <a:cubicBezTo>
                    <a:pt x="7" y="39"/>
                    <a:pt x="7" y="39"/>
                    <a:pt x="7" y="39"/>
                  </a:cubicBezTo>
                  <a:cubicBezTo>
                    <a:pt x="7" y="38"/>
                    <a:pt x="5" y="36"/>
                    <a:pt x="5" y="35"/>
                  </a:cubicBezTo>
                  <a:cubicBezTo>
                    <a:pt x="5" y="34"/>
                    <a:pt x="5" y="33"/>
                    <a:pt x="6" y="33"/>
                  </a:cubicBezTo>
                  <a:cubicBezTo>
                    <a:pt x="6" y="31"/>
                    <a:pt x="6" y="28"/>
                    <a:pt x="6" y="26"/>
                  </a:cubicBezTo>
                  <a:cubicBezTo>
                    <a:pt x="6" y="26"/>
                    <a:pt x="6" y="26"/>
                    <a:pt x="6" y="26"/>
                  </a:cubicBezTo>
                  <a:cubicBezTo>
                    <a:pt x="6" y="26"/>
                    <a:pt x="6" y="26"/>
                    <a:pt x="6" y="26"/>
                  </a:cubicBezTo>
                  <a:cubicBezTo>
                    <a:pt x="5" y="27"/>
                    <a:pt x="3" y="29"/>
                    <a:pt x="2" y="29"/>
                  </a:cubicBezTo>
                  <a:cubicBezTo>
                    <a:pt x="0" y="27"/>
                    <a:pt x="2" y="23"/>
                    <a:pt x="3" y="21"/>
                  </a:cubicBezTo>
                  <a:cubicBezTo>
                    <a:pt x="3" y="19"/>
                    <a:pt x="4" y="14"/>
                    <a:pt x="4" y="13"/>
                  </a:cubicBezTo>
                  <a:cubicBezTo>
                    <a:pt x="3" y="12"/>
                    <a:pt x="3" y="11"/>
                    <a:pt x="3" y="11"/>
                  </a:cubicBezTo>
                  <a:cubicBezTo>
                    <a:pt x="3" y="9"/>
                    <a:pt x="5" y="9"/>
                    <a:pt x="6" y="9"/>
                  </a:cubicBezTo>
                  <a:cubicBezTo>
                    <a:pt x="7" y="11"/>
                    <a:pt x="6" y="12"/>
                    <a:pt x="6" y="14"/>
                  </a:cubicBezTo>
                  <a:cubicBezTo>
                    <a:pt x="5" y="17"/>
                    <a:pt x="4" y="21"/>
                    <a:pt x="3" y="23"/>
                  </a:cubicBezTo>
                  <a:cubicBezTo>
                    <a:pt x="3" y="24"/>
                    <a:pt x="3" y="25"/>
                    <a:pt x="3" y="26"/>
                  </a:cubicBezTo>
                  <a:cubicBezTo>
                    <a:pt x="3" y="26"/>
                    <a:pt x="3" y="26"/>
                    <a:pt x="3" y="27"/>
                  </a:cubicBezTo>
                  <a:cubicBezTo>
                    <a:pt x="3" y="26"/>
                    <a:pt x="8" y="22"/>
                    <a:pt x="8" y="22"/>
                  </a:cubicBezTo>
                  <a:cubicBezTo>
                    <a:pt x="9" y="20"/>
                    <a:pt x="5" y="15"/>
                    <a:pt x="9" y="14"/>
                  </a:cubicBezTo>
                  <a:cubicBezTo>
                    <a:pt x="10" y="15"/>
                    <a:pt x="12" y="15"/>
                    <a:pt x="13" y="15"/>
                  </a:cubicBezTo>
                  <a:cubicBezTo>
                    <a:pt x="13" y="15"/>
                    <a:pt x="13" y="15"/>
                    <a:pt x="13" y="15"/>
                  </a:cubicBezTo>
                  <a:cubicBezTo>
                    <a:pt x="13" y="13"/>
                    <a:pt x="13" y="13"/>
                    <a:pt x="11" y="12"/>
                  </a:cubicBezTo>
                  <a:cubicBezTo>
                    <a:pt x="11" y="11"/>
                    <a:pt x="11" y="10"/>
                    <a:pt x="12" y="9"/>
                  </a:cubicBezTo>
                  <a:cubicBezTo>
                    <a:pt x="13" y="10"/>
                    <a:pt x="14" y="10"/>
                    <a:pt x="15" y="10"/>
                  </a:cubicBezTo>
                  <a:cubicBezTo>
                    <a:pt x="15" y="7"/>
                    <a:pt x="11" y="3"/>
                    <a:pt x="1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9.xml"/><Relationship Id="rId8" Type="http://schemas.openxmlformats.org/officeDocument/2006/relationships/slideLayout" Target="../slideLayouts/slideLayout18.xml"/><Relationship Id="rId7" Type="http://schemas.openxmlformats.org/officeDocument/2006/relationships/slideLayout" Target="../slideLayouts/slideLayout17.xml"/><Relationship Id="rId6" Type="http://schemas.openxmlformats.org/officeDocument/2006/relationships/slideLayout" Target="../slideLayouts/slideLayout16.xml"/><Relationship Id="rId5" Type="http://schemas.openxmlformats.org/officeDocument/2006/relationships/slideLayout" Target="../slideLayouts/slideLayout15.xml"/><Relationship Id="rId4" Type="http://schemas.openxmlformats.org/officeDocument/2006/relationships/slideLayout" Target="../slideLayouts/slideLayout14.xml"/><Relationship Id="rId3" Type="http://schemas.openxmlformats.org/officeDocument/2006/relationships/slideLayout" Target="../slideLayouts/slideLayout13.xml"/><Relationship Id="rId2" Type="http://schemas.openxmlformats.org/officeDocument/2006/relationships/slideLayout" Target="../slideLayouts/slideLayout12.xml"/><Relationship Id="rId11" Type="http://schemas.openxmlformats.org/officeDocument/2006/relationships/theme" Target="../theme/theme2.xml"/><Relationship Id="rId10" Type="http://schemas.openxmlformats.org/officeDocument/2006/relationships/slideLayout" Target="../slideLayouts/slideLayout20.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7" name="灯片编号占位符 5"/>
          <p:cNvSpPr>
            <a:spLocks noGrp="1"/>
          </p:cNvSpPr>
          <p:nvPr>
            <p:ph type="sldNum" sz="quarter" idx="4"/>
          </p:nvPr>
        </p:nvSpPr>
        <p:spPr>
          <a:xfrm>
            <a:off x="8623298" y="6142411"/>
            <a:ext cx="460164" cy="461588"/>
          </a:xfrm>
          <a:prstGeom prst="rect">
            <a:avLst/>
          </a:prstGeom>
        </p:spPr>
        <p:txBody>
          <a:bodyPr vert="horz" lIns="91440" tIns="45720" rIns="91440" bIns="45720" rtlCol="0" anchor="ctr"/>
          <a:lstStyle>
            <a:lvl1pPr algn="ctr">
              <a:defRPr sz="2000" b="1">
                <a:solidFill>
                  <a:schemeClr val="accent3"/>
                </a:solidFill>
                <a:latin typeface="+mn-lt"/>
              </a:defRPr>
            </a:lvl1pPr>
          </a:lstStyle>
          <a:p>
            <a:fld id="{5BFD90BE-674B-4941-8A47-F36542803188}"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7" name="灯片编号占位符 5"/>
          <p:cNvSpPr>
            <a:spLocks noGrp="1"/>
          </p:cNvSpPr>
          <p:nvPr>
            <p:ph type="sldNum" sz="quarter" idx="4"/>
          </p:nvPr>
        </p:nvSpPr>
        <p:spPr>
          <a:xfrm>
            <a:off x="8623298" y="6142411"/>
            <a:ext cx="460164" cy="461588"/>
          </a:xfrm>
          <a:prstGeom prst="rect">
            <a:avLst/>
          </a:prstGeom>
        </p:spPr>
        <p:txBody>
          <a:bodyPr vert="horz" lIns="91440" tIns="45720" rIns="91440" bIns="45720" rtlCol="0" anchor="ctr"/>
          <a:lstStyle>
            <a:lvl1pPr algn="ctr">
              <a:defRPr sz="2000" b="1">
                <a:solidFill>
                  <a:schemeClr val="accent3"/>
                </a:solidFill>
                <a:latin typeface="+mn-lt"/>
              </a:defRPr>
            </a:lvl1pPr>
          </a:lstStyle>
          <a:p>
            <a:fld id="{5BFD90BE-674B-4941-8A47-F36542803188}"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image" Target="../media/image4.png"/><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15.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1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11.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801934" y="2602923"/>
            <a:ext cx="5212080" cy="2999740"/>
          </a:xfrm>
          <a:prstGeom prst="rect">
            <a:avLst/>
          </a:prstGeom>
          <a:noFill/>
        </p:spPr>
        <p:txBody>
          <a:bodyPr wrap="none" rtlCol="0">
            <a:spAutoFit/>
          </a:bodyPr>
          <a:p>
            <a:pPr algn="ctr"/>
            <a:r>
              <a:rPr lang="zh-CN" altLang="en-US" sz="3600" dirty="0"/>
              <a:t>计算机原理与嵌入式系统</a:t>
            </a:r>
            <a:endParaRPr lang="en-US" altLang="zh-CN" sz="3600" dirty="0"/>
          </a:p>
          <a:p>
            <a:pPr algn="ctr"/>
            <a:r>
              <a:rPr lang="zh-CN" altLang="en-US" sz="2700" dirty="0"/>
              <a:t>习题课</a:t>
            </a:r>
            <a:endParaRPr lang="en-US" altLang="zh-CN" sz="2700" dirty="0"/>
          </a:p>
          <a:p>
            <a:pPr algn="ctr"/>
            <a:endParaRPr lang="en-US" altLang="zh-CN" sz="2100" dirty="0"/>
          </a:p>
          <a:p>
            <a:pPr algn="ctr"/>
            <a:endParaRPr lang="en-US" altLang="zh-CN" sz="2100" dirty="0"/>
          </a:p>
          <a:p>
            <a:pPr algn="ctr"/>
            <a:endParaRPr lang="en-US" altLang="zh-CN" sz="2100" dirty="0"/>
          </a:p>
          <a:p>
            <a:pPr algn="ctr"/>
            <a:endParaRPr lang="en-US" altLang="zh-CN" sz="2100" dirty="0"/>
          </a:p>
          <a:p>
            <a:pPr algn="ctr"/>
            <a:endParaRPr lang="en-US" altLang="zh-CN" sz="2100" dirty="0"/>
          </a:p>
          <a:p>
            <a:pPr algn="ctr"/>
            <a:r>
              <a:rPr lang="en-US" sz="2100" dirty="0"/>
              <a:t>2025.6.6</a:t>
            </a:r>
            <a:endParaRPr lang="en-US" sz="2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459284" y="2602923"/>
            <a:ext cx="1897380" cy="2445385"/>
          </a:xfrm>
          <a:prstGeom prst="rect">
            <a:avLst/>
          </a:prstGeom>
          <a:noFill/>
        </p:spPr>
        <p:txBody>
          <a:bodyPr wrap="none" rtlCol="0">
            <a:spAutoFit/>
          </a:bodyPr>
          <a:p>
            <a:pPr algn="ctr"/>
            <a:r>
              <a:rPr lang="zh-CN" altLang="en-US" sz="2700" dirty="0"/>
              <a:t>第一章作业</a:t>
            </a:r>
            <a:endParaRPr lang="en-US" altLang="zh-CN" sz="2700" dirty="0"/>
          </a:p>
          <a:p>
            <a:pPr algn="ctr"/>
            <a:endParaRPr lang="en-US" altLang="zh-CN" sz="2100" dirty="0"/>
          </a:p>
          <a:p>
            <a:pPr algn="ctr"/>
            <a:endParaRPr lang="en-US" altLang="zh-CN" sz="2100" dirty="0"/>
          </a:p>
          <a:p>
            <a:pPr algn="ctr"/>
            <a:endParaRPr lang="en-US" altLang="zh-CN" sz="2100" dirty="0"/>
          </a:p>
          <a:p>
            <a:pPr algn="ctr"/>
            <a:endParaRPr lang="en-US" altLang="zh-CN" sz="2100" dirty="0"/>
          </a:p>
          <a:p>
            <a:pPr algn="ctr"/>
            <a:endParaRPr lang="en-US" altLang="zh-CN" sz="2100" dirty="0"/>
          </a:p>
          <a:p>
            <a:pPr algn="ctr"/>
            <a:endParaRPr lang="en-US" sz="2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p:nvPr>
            <p:ph idx="1"/>
          </p:nvPr>
        </p:nvSpPr>
        <p:spPr>
          <a:xfrm>
            <a:off x="459740" y="165100"/>
            <a:ext cx="8055610" cy="2455545"/>
          </a:xfrm>
        </p:spPr>
        <p:txBody>
          <a:bodyPr/>
          <a:p>
            <a:pPr marL="0" indent="0">
              <a:buNone/>
            </a:pPr>
            <a:r>
              <a:rPr lang="en-US" altLang="zh-CN" b="1"/>
              <a:t>1.5</a:t>
            </a:r>
            <a:r>
              <a:rPr lang="en-US" altLang="zh-CN"/>
              <a:t>    </a:t>
            </a:r>
            <a:r>
              <a:rPr lang="zh-CN" altLang="en-US"/>
              <a:t>将下列</a:t>
            </a:r>
            <a:r>
              <a:rPr lang="en-US" altLang="zh-CN"/>
              <a:t>16</a:t>
            </a:r>
            <a:r>
              <a:rPr lang="zh-CN" altLang="en-US"/>
              <a:t>进制数转换为</a:t>
            </a:r>
            <a:r>
              <a:rPr lang="en-US" altLang="zh-CN"/>
              <a:t>10</a:t>
            </a:r>
            <a:r>
              <a:rPr lang="zh-CN" altLang="en-US"/>
              <a:t>进制数，将</a:t>
            </a:r>
            <a:r>
              <a:rPr lang="en-US" altLang="zh-CN"/>
              <a:t>10</a:t>
            </a:r>
            <a:r>
              <a:rPr lang="zh-CN" altLang="en-US"/>
              <a:t>进制数转换成</a:t>
            </a:r>
            <a:r>
              <a:rPr lang="en-US" altLang="zh-CN"/>
              <a:t>16</a:t>
            </a:r>
            <a:r>
              <a:rPr lang="zh-CN" altLang="en-US"/>
              <a:t>进制数</a:t>
            </a:r>
            <a:endParaRPr lang="zh-CN" altLang="en-US"/>
          </a:p>
          <a:p>
            <a:pPr marL="0" indent="0">
              <a:buNone/>
            </a:pPr>
            <a:r>
              <a:rPr lang="en-US" altLang="zh-CN"/>
              <a:t>789AH</a:t>
            </a:r>
            <a:r>
              <a:rPr lang="zh-CN" altLang="en-US"/>
              <a:t>，</a:t>
            </a:r>
            <a:r>
              <a:rPr lang="en-US" altLang="zh-CN"/>
              <a:t>0CEFH</a:t>
            </a:r>
            <a:r>
              <a:rPr lang="zh-CN" altLang="en-US"/>
              <a:t>，</a:t>
            </a:r>
            <a:r>
              <a:rPr lang="en-US" altLang="zh-CN"/>
              <a:t>1234D</a:t>
            </a:r>
            <a:r>
              <a:rPr lang="zh-CN" altLang="en-US"/>
              <a:t>，</a:t>
            </a:r>
            <a:r>
              <a:rPr lang="en-US" altLang="zh-CN"/>
              <a:t>7890D</a:t>
            </a:r>
            <a:endParaRPr lang="en-US" altLang="zh-CN"/>
          </a:p>
        </p:txBody>
      </p:sp>
      <p:sp>
        <p:nvSpPr>
          <p:cNvPr id="3" name="文本框 2"/>
          <p:cNvSpPr txBox="1"/>
          <p:nvPr/>
        </p:nvSpPr>
        <p:spPr>
          <a:xfrm>
            <a:off x="459740" y="1610995"/>
            <a:ext cx="7666355" cy="865505"/>
          </a:xfrm>
          <a:prstGeom prst="rect">
            <a:avLst/>
          </a:prstGeom>
        </p:spPr>
        <p:txBody>
          <a:bodyPr wrap="square">
            <a:spAutoFit/>
          </a:bodyPr>
          <a:p>
            <a:pPr marL="0" indent="0" algn="just" defTabSz="266700">
              <a:lnSpc>
                <a:spcPct val="90000"/>
              </a:lnSpc>
              <a:spcBef>
                <a:spcPct val="0"/>
              </a:spcBef>
              <a:spcAft>
                <a:spcPct val="0"/>
              </a:spcAft>
            </a:pPr>
            <a:r>
              <a:rPr lang="en-US" altLang="zh-CN" sz="2800" b="1">
                <a:solidFill>
                  <a:srgbClr val="1818FF"/>
                </a:solidFill>
                <a:latin typeface="Times New Roman" panose="02020603050405020304" charset="0"/>
                <a:ea typeface="黑体" panose="02010609060101010101" charset="-122"/>
                <a:cs typeface="Times New Roman" panose="02020603050405020304" charset="0"/>
              </a:rPr>
              <a:t>[</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解析</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   789AH=30874D       0CEFH=3311D </a:t>
            </a:r>
            <a:endParaRPr lang="en-US" altLang="zh-CN" sz="2800" b="1">
              <a:solidFill>
                <a:srgbClr val="1818FF"/>
              </a:solidFill>
              <a:latin typeface="Times New Roman" panose="02020603050405020304" charset="0"/>
              <a:ea typeface="黑体" panose="02010609060101010101" charset="-122"/>
              <a:cs typeface="Times New Roman" panose="02020603050405020304" charset="0"/>
            </a:endParaRPr>
          </a:p>
          <a:p>
            <a:pPr marL="0" indent="0" algn="just" defTabSz="266700">
              <a:lnSpc>
                <a:spcPct val="90000"/>
              </a:lnSpc>
              <a:spcBef>
                <a:spcPct val="0"/>
              </a:spcBef>
              <a:spcAft>
                <a:spcPct val="0"/>
              </a:spcAft>
            </a:pPr>
            <a:r>
              <a:rPr lang="en-US" altLang="zh-CN" sz="2800" b="1">
                <a:solidFill>
                  <a:srgbClr val="1818FF"/>
                </a:solidFill>
                <a:latin typeface="Times New Roman" panose="02020603050405020304" charset="0"/>
                <a:ea typeface="黑体" panose="02010609060101010101" charset="-122"/>
                <a:cs typeface="Times New Roman" panose="02020603050405020304" charset="0"/>
              </a:rPr>
              <a:t>              1234D=4D2H           7890D=1ED2H</a:t>
            </a:r>
            <a:endParaRPr lang="en-US" altLang="zh-CN" sz="2800" b="1">
              <a:solidFill>
                <a:srgbClr val="1818FF"/>
              </a:solidFill>
              <a:latin typeface="Times New Roman" panose="02020603050405020304" charset="0"/>
              <a:ea typeface="黑体" panose="02010609060101010101" charset="-122"/>
              <a:cs typeface="Times New Roman" panose="02020603050405020304" charset="0"/>
            </a:endParaRPr>
          </a:p>
        </p:txBody>
      </p:sp>
      <p:sp>
        <p:nvSpPr>
          <p:cNvPr id="5" name="内容占位符 1"/>
          <p:cNvSpPr/>
          <p:nvPr/>
        </p:nvSpPr>
        <p:spPr>
          <a:xfrm>
            <a:off x="459740" y="2880360"/>
            <a:ext cx="8055610" cy="24555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b="1"/>
              <a:t>1.6</a:t>
            </a:r>
            <a:r>
              <a:rPr lang="en-US" altLang="zh-CN"/>
              <a:t>    </a:t>
            </a:r>
            <a:r>
              <a:rPr lang="zh-CN" altLang="en-US"/>
              <a:t>将下列</a:t>
            </a:r>
            <a:r>
              <a:rPr lang="en-US" altLang="zh-CN"/>
              <a:t>10</a:t>
            </a:r>
            <a:r>
              <a:rPr lang="zh-CN" altLang="en-US"/>
              <a:t>进制数转换成</a:t>
            </a:r>
            <a:r>
              <a:rPr lang="en-US" altLang="zh-CN"/>
              <a:t>8</a:t>
            </a:r>
            <a:r>
              <a:rPr lang="zh-CN" altLang="en-US"/>
              <a:t>位二进制补码：</a:t>
            </a:r>
            <a:endParaRPr lang="zh-CN" altLang="en-US"/>
          </a:p>
          <a:p>
            <a:pPr marL="0" indent="0">
              <a:buNone/>
            </a:pPr>
            <a:r>
              <a:rPr lang="en-US" altLang="zh-CN"/>
              <a:t>19</a:t>
            </a:r>
            <a:r>
              <a:rPr lang="zh-CN" altLang="en-US"/>
              <a:t>，</a:t>
            </a:r>
            <a:r>
              <a:rPr lang="en-US" altLang="zh-CN"/>
              <a:t>63</a:t>
            </a:r>
            <a:r>
              <a:rPr lang="zh-CN" altLang="en-US"/>
              <a:t>，</a:t>
            </a:r>
            <a:r>
              <a:rPr lang="en-US" altLang="zh-CN"/>
              <a:t>–1</a:t>
            </a:r>
            <a:r>
              <a:rPr lang="zh-CN" altLang="en-US"/>
              <a:t>，</a:t>
            </a:r>
            <a:r>
              <a:rPr lang="en-US" altLang="zh-CN"/>
              <a:t>–44</a:t>
            </a:r>
            <a:r>
              <a:rPr lang="zh-CN" altLang="en-US"/>
              <a:t>，</a:t>
            </a:r>
            <a:r>
              <a:rPr lang="en-US" altLang="zh-CN"/>
              <a:t>127</a:t>
            </a:r>
            <a:r>
              <a:rPr lang="zh-CN" altLang="en-US"/>
              <a:t>，</a:t>
            </a:r>
            <a:r>
              <a:rPr lang="en-US" altLang="zh-CN"/>
              <a:t>–127</a:t>
            </a:r>
            <a:endParaRPr lang="en-US" altLang="zh-CN"/>
          </a:p>
          <a:p>
            <a:pPr marL="0" indent="0">
              <a:buNone/>
            </a:pPr>
            <a:endParaRPr lang="en-US" altLang="zh-CN"/>
          </a:p>
        </p:txBody>
      </p:sp>
      <p:sp>
        <p:nvSpPr>
          <p:cNvPr id="7" name="文本框 6"/>
          <p:cNvSpPr txBox="1"/>
          <p:nvPr/>
        </p:nvSpPr>
        <p:spPr>
          <a:xfrm>
            <a:off x="459740" y="3890645"/>
            <a:ext cx="7829550" cy="2414905"/>
          </a:xfrm>
          <a:prstGeom prst="rect">
            <a:avLst/>
          </a:prstGeom>
        </p:spPr>
        <p:txBody>
          <a:bodyPr wrap="square">
            <a:spAutoFit/>
          </a:bodyPr>
          <a:p>
            <a:pPr marL="300355" indent="-300355" algn="just" defTabSz="266700">
              <a:lnSpc>
                <a:spcPct val="90000"/>
              </a:lnSpc>
            </a:pPr>
            <a:r>
              <a:rPr lang="en-US" altLang="zh-CN" sz="2800" b="1">
                <a:solidFill>
                  <a:srgbClr val="1818FF"/>
                </a:solidFill>
                <a:latin typeface="Times New Roman" panose="02020603050405020304" charset="0"/>
                <a:ea typeface="黑体" panose="02010609060101010101" charset="-122"/>
                <a:cs typeface="Times New Roman" panose="02020603050405020304" charset="0"/>
              </a:rPr>
              <a:t>[</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解析</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 	19=00010011</a:t>
            </a:r>
            <a:r>
              <a:rPr lang="zh-CN" altLang="en-US" sz="2800" b="1" baseline="-25000">
                <a:solidFill>
                  <a:srgbClr val="1818FF"/>
                </a:solidFill>
                <a:latin typeface="Times New Roman" panose="02020603050405020304" charset="0"/>
                <a:ea typeface="黑体" panose="02010609060101010101" charset="-122"/>
                <a:cs typeface="Times New Roman" panose="02020603050405020304" charset="0"/>
              </a:rPr>
              <a:t>原</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=00010011</a:t>
            </a:r>
            <a:r>
              <a:rPr lang="zh-CN" altLang="en-US" sz="2800" b="1" baseline="-25000">
                <a:solidFill>
                  <a:srgbClr val="1818FF"/>
                </a:solidFill>
                <a:latin typeface="Times New Roman" panose="02020603050405020304" charset="0"/>
                <a:ea typeface="黑体" panose="02010609060101010101" charset="-122"/>
                <a:cs typeface="Times New Roman" panose="02020603050405020304" charset="0"/>
              </a:rPr>
              <a:t>补</a:t>
            </a:r>
            <a:endParaRPr lang="zh-CN" altLang="en-US" sz="2800" b="1">
              <a:solidFill>
                <a:srgbClr val="1818FF"/>
              </a:solidFill>
              <a:latin typeface="Times New Roman" panose="02020603050405020304" charset="0"/>
              <a:ea typeface="黑体" panose="02010609060101010101" charset="-122"/>
              <a:cs typeface="Times New Roman" panose="02020603050405020304" charset="0"/>
            </a:endParaRPr>
          </a:p>
          <a:p>
            <a:pPr marL="300355" indent="-300355" algn="just" defTabSz="266700">
              <a:lnSpc>
                <a:spcPct val="90000"/>
              </a:lnSpc>
            </a:pPr>
            <a:r>
              <a:rPr lang="en-US" altLang="zh-CN" sz="2800" b="1">
                <a:solidFill>
                  <a:srgbClr val="1818FF"/>
                </a:solidFill>
                <a:latin typeface="Times New Roman" panose="02020603050405020304" charset="0"/>
                <a:ea typeface="黑体" panose="02010609060101010101" charset="-122"/>
                <a:cs typeface="Times New Roman" panose="02020603050405020304" charset="0"/>
              </a:rPr>
              <a:t>            63=00111111</a:t>
            </a:r>
            <a:r>
              <a:rPr lang="zh-CN" altLang="en-US" sz="2800" b="1" baseline="-25000">
                <a:solidFill>
                  <a:srgbClr val="1818FF"/>
                </a:solidFill>
                <a:latin typeface="Times New Roman" panose="02020603050405020304" charset="0"/>
                <a:ea typeface="黑体" panose="02010609060101010101" charset="-122"/>
                <a:cs typeface="Times New Roman" panose="02020603050405020304" charset="0"/>
              </a:rPr>
              <a:t>原</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=00111111</a:t>
            </a:r>
            <a:r>
              <a:rPr lang="zh-CN" altLang="en-US" sz="2800" b="1" baseline="-25000">
                <a:solidFill>
                  <a:srgbClr val="1818FF"/>
                </a:solidFill>
                <a:latin typeface="Times New Roman" panose="02020603050405020304" charset="0"/>
                <a:ea typeface="黑体" panose="02010609060101010101" charset="-122"/>
                <a:cs typeface="Times New Roman" panose="02020603050405020304" charset="0"/>
                <a:sym typeface="+mn-ea"/>
              </a:rPr>
              <a:t>补</a:t>
            </a:r>
            <a:endParaRPr lang="zh-CN" altLang="en-US" sz="2800" b="1">
              <a:solidFill>
                <a:srgbClr val="1818FF"/>
              </a:solidFill>
              <a:latin typeface="Times New Roman" panose="02020603050405020304" charset="0"/>
              <a:ea typeface="黑体" panose="02010609060101010101" charset="-122"/>
              <a:cs typeface="Times New Roman" panose="02020603050405020304" charset="0"/>
            </a:endParaRPr>
          </a:p>
          <a:p>
            <a:pPr marL="300355" indent="-300355" algn="just" defTabSz="266700">
              <a:lnSpc>
                <a:spcPct val="90000"/>
              </a:lnSpc>
            </a:pPr>
            <a:r>
              <a:rPr lang="en-US" altLang="zh-CN" sz="2800" b="1">
                <a:solidFill>
                  <a:srgbClr val="1818FF"/>
                </a:solidFill>
                <a:latin typeface="Times New Roman" panose="02020603050405020304" charset="0"/>
                <a:ea typeface="黑体" panose="02010609060101010101" charset="-122"/>
                <a:cs typeface="Times New Roman" panose="02020603050405020304" charset="0"/>
              </a:rPr>
              <a:t>            -1=10000001</a:t>
            </a:r>
            <a:r>
              <a:rPr lang="zh-CN" altLang="en-US" sz="2800" b="1" baseline="-25000">
                <a:solidFill>
                  <a:srgbClr val="1818FF"/>
                </a:solidFill>
                <a:latin typeface="Times New Roman" panose="02020603050405020304" charset="0"/>
                <a:ea typeface="黑体" panose="02010609060101010101" charset="-122"/>
                <a:cs typeface="Times New Roman" panose="02020603050405020304" charset="0"/>
                <a:sym typeface="+mn-ea"/>
              </a:rPr>
              <a:t>原</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=11111111</a:t>
            </a:r>
            <a:r>
              <a:rPr lang="zh-CN" altLang="en-US" sz="2800" b="1" baseline="-25000">
                <a:solidFill>
                  <a:srgbClr val="1818FF"/>
                </a:solidFill>
                <a:latin typeface="Times New Roman" panose="02020603050405020304" charset="0"/>
                <a:ea typeface="黑体" panose="02010609060101010101" charset="-122"/>
                <a:cs typeface="Times New Roman" panose="02020603050405020304" charset="0"/>
                <a:sym typeface="+mn-ea"/>
              </a:rPr>
              <a:t>补</a:t>
            </a:r>
            <a:endParaRPr lang="zh-CN" altLang="en-US" sz="2800" b="1">
              <a:solidFill>
                <a:srgbClr val="1818FF"/>
              </a:solidFill>
              <a:latin typeface="Times New Roman" panose="02020603050405020304" charset="0"/>
              <a:ea typeface="黑体" panose="02010609060101010101" charset="-122"/>
              <a:cs typeface="Times New Roman" panose="02020603050405020304" charset="0"/>
            </a:endParaRPr>
          </a:p>
          <a:p>
            <a:pPr marL="300355" indent="-300355" algn="just" defTabSz="266700">
              <a:lnSpc>
                <a:spcPct val="90000"/>
              </a:lnSpc>
            </a:pPr>
            <a:r>
              <a:rPr lang="en-US" altLang="zh-CN" sz="2800" b="1">
                <a:solidFill>
                  <a:srgbClr val="1818FF"/>
                </a:solidFill>
                <a:latin typeface="Times New Roman" panose="02020603050405020304" charset="0"/>
                <a:ea typeface="黑体" panose="02010609060101010101" charset="-122"/>
                <a:cs typeface="Times New Roman" panose="02020603050405020304" charset="0"/>
              </a:rPr>
              <a:t>            -44=10101100</a:t>
            </a:r>
            <a:r>
              <a:rPr lang="zh-CN" altLang="en-US" sz="2800" b="1" baseline="-25000">
                <a:solidFill>
                  <a:srgbClr val="1818FF"/>
                </a:solidFill>
                <a:latin typeface="Times New Roman" panose="02020603050405020304" charset="0"/>
                <a:ea typeface="黑体" panose="02010609060101010101" charset="-122"/>
                <a:cs typeface="Times New Roman" panose="02020603050405020304" charset="0"/>
                <a:sym typeface="+mn-ea"/>
              </a:rPr>
              <a:t>原</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=11010100</a:t>
            </a:r>
            <a:r>
              <a:rPr lang="zh-CN" altLang="en-US" sz="2800" b="1" baseline="-25000">
                <a:solidFill>
                  <a:srgbClr val="1818FF"/>
                </a:solidFill>
                <a:latin typeface="Times New Roman" panose="02020603050405020304" charset="0"/>
                <a:ea typeface="黑体" panose="02010609060101010101" charset="-122"/>
                <a:cs typeface="Times New Roman" panose="02020603050405020304" charset="0"/>
                <a:sym typeface="+mn-ea"/>
              </a:rPr>
              <a:t>补</a:t>
            </a:r>
            <a:endParaRPr lang="zh-CN" altLang="en-US" sz="2800" b="1">
              <a:solidFill>
                <a:srgbClr val="1818FF"/>
              </a:solidFill>
              <a:latin typeface="Times New Roman" panose="02020603050405020304" charset="0"/>
              <a:ea typeface="黑体" panose="02010609060101010101" charset="-122"/>
              <a:cs typeface="Times New Roman" panose="02020603050405020304" charset="0"/>
            </a:endParaRPr>
          </a:p>
          <a:p>
            <a:pPr marL="300355" indent="-300355" algn="just" defTabSz="266700">
              <a:lnSpc>
                <a:spcPct val="90000"/>
              </a:lnSpc>
            </a:pPr>
            <a:r>
              <a:rPr lang="en-US" altLang="zh-CN" sz="2800" b="1">
                <a:solidFill>
                  <a:srgbClr val="1818FF"/>
                </a:solidFill>
                <a:latin typeface="Times New Roman" panose="02020603050405020304" charset="0"/>
                <a:ea typeface="黑体" panose="02010609060101010101" charset="-122"/>
                <a:cs typeface="Times New Roman" panose="02020603050405020304" charset="0"/>
              </a:rPr>
              <a:t>            127=01111111</a:t>
            </a:r>
            <a:r>
              <a:rPr lang="zh-CN" altLang="en-US" sz="2800" b="1" baseline="-25000">
                <a:solidFill>
                  <a:srgbClr val="1818FF"/>
                </a:solidFill>
                <a:latin typeface="Times New Roman" panose="02020603050405020304" charset="0"/>
                <a:ea typeface="黑体" panose="02010609060101010101" charset="-122"/>
                <a:cs typeface="Times New Roman" panose="02020603050405020304" charset="0"/>
                <a:sym typeface="+mn-ea"/>
              </a:rPr>
              <a:t>原</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=01111111</a:t>
            </a:r>
            <a:r>
              <a:rPr lang="zh-CN" altLang="en-US" sz="2800" b="1" baseline="-25000">
                <a:solidFill>
                  <a:srgbClr val="1818FF"/>
                </a:solidFill>
                <a:latin typeface="Times New Roman" panose="02020603050405020304" charset="0"/>
                <a:ea typeface="黑体" panose="02010609060101010101" charset="-122"/>
                <a:cs typeface="Times New Roman" panose="02020603050405020304" charset="0"/>
                <a:sym typeface="+mn-ea"/>
              </a:rPr>
              <a:t>补</a:t>
            </a:r>
            <a:endParaRPr lang="zh-CN" altLang="en-US" sz="2800" b="1">
              <a:solidFill>
                <a:srgbClr val="1818FF"/>
              </a:solidFill>
              <a:latin typeface="Times New Roman" panose="02020603050405020304" charset="0"/>
              <a:ea typeface="黑体" panose="02010609060101010101" charset="-122"/>
              <a:cs typeface="Times New Roman" panose="02020603050405020304" charset="0"/>
            </a:endParaRPr>
          </a:p>
          <a:p>
            <a:pPr marL="0" indent="0" algn="just" defTabSz="266700">
              <a:lnSpc>
                <a:spcPct val="90000"/>
              </a:lnSpc>
              <a:spcBef>
                <a:spcPct val="0"/>
              </a:spcBef>
              <a:spcAft>
                <a:spcPct val="0"/>
              </a:spcAft>
            </a:pPr>
            <a:r>
              <a:rPr lang="en-US" altLang="zh-CN" sz="2800" b="1">
                <a:solidFill>
                  <a:srgbClr val="1818FF"/>
                </a:solidFill>
                <a:latin typeface="Times New Roman" panose="02020603050405020304" charset="0"/>
                <a:ea typeface="黑体" panose="02010609060101010101" charset="-122"/>
                <a:cs typeface="Times New Roman" panose="02020603050405020304" charset="0"/>
              </a:rPr>
              <a:t>            -127=11111111</a:t>
            </a:r>
            <a:r>
              <a:rPr lang="zh-CN" altLang="en-US" sz="2800" b="1" baseline="-25000">
                <a:solidFill>
                  <a:srgbClr val="1818FF"/>
                </a:solidFill>
                <a:latin typeface="Times New Roman" panose="02020603050405020304" charset="0"/>
                <a:ea typeface="黑体" panose="02010609060101010101" charset="-122"/>
                <a:cs typeface="Times New Roman" panose="02020603050405020304" charset="0"/>
                <a:sym typeface="+mn-ea"/>
              </a:rPr>
              <a:t>原</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=10000001</a:t>
            </a:r>
            <a:r>
              <a:rPr lang="zh-CN" altLang="en-US" sz="2800" b="1" baseline="-25000">
                <a:solidFill>
                  <a:srgbClr val="1818FF"/>
                </a:solidFill>
                <a:latin typeface="Times New Roman" panose="02020603050405020304" charset="0"/>
                <a:ea typeface="黑体" panose="02010609060101010101" charset="-122"/>
                <a:cs typeface="Times New Roman" panose="02020603050405020304" charset="0"/>
                <a:sym typeface="+mn-ea"/>
              </a:rPr>
              <a:t>补</a:t>
            </a:r>
            <a:endParaRPr lang="zh-CN" altLang="en-US" sz="2800" b="1">
              <a:solidFill>
                <a:srgbClr val="1818FF"/>
              </a:solidFill>
              <a:latin typeface="Times New Roman" panose="02020603050405020304" charset="0"/>
              <a:ea typeface="黑体" panose="02010609060101010101" charset="-122"/>
              <a:cs typeface="Times New Roman" panose="020206030504050203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307975" y="157480"/>
            <a:ext cx="8702675" cy="2306955"/>
          </a:xfrm>
          <a:prstGeom prst="rect">
            <a:avLst/>
          </a:prstGeom>
          <a:noFill/>
        </p:spPr>
        <p:txBody>
          <a:bodyPr wrap="square" rtlCol="0" anchor="t">
            <a:spAutoFit/>
          </a:bodyPr>
          <a:p>
            <a:r>
              <a:rPr lang="en-US" altLang="zh-CN" sz="2400" b="1"/>
              <a:t>1.8</a:t>
            </a:r>
            <a:r>
              <a:rPr lang="en-US" altLang="zh-CN" sz="2400"/>
              <a:t>    </a:t>
            </a:r>
            <a:r>
              <a:rPr lang="zh-CN" altLang="en-US" sz="2400"/>
              <a:t>已知：</a:t>
            </a:r>
            <a:endParaRPr lang="zh-CN" altLang="en-US" sz="2400"/>
          </a:p>
          <a:p>
            <a:r>
              <a:rPr lang="en-US" altLang="zh-CN" sz="2400"/>
              <a:t>1</a:t>
            </a:r>
            <a:r>
              <a:rPr lang="zh-CN" altLang="en-US" sz="2400"/>
              <a:t>）</a:t>
            </a:r>
            <a:r>
              <a:rPr lang="en-US" altLang="zh-CN" sz="2400"/>
              <a:t>[x1]</a:t>
            </a:r>
            <a:r>
              <a:rPr lang="zh-CN" altLang="en-US" sz="2400" baseline="-25000"/>
              <a:t>补</a:t>
            </a:r>
            <a:r>
              <a:rPr lang="en-US" altLang="zh-CN" sz="2400"/>
              <a:t>=0000 0001</a:t>
            </a:r>
            <a:r>
              <a:rPr lang="zh-CN" altLang="en-US" sz="2400"/>
              <a:t>，</a:t>
            </a:r>
            <a:r>
              <a:rPr lang="en-US" altLang="zh-CN" sz="2400"/>
              <a:t>[y1]</a:t>
            </a:r>
            <a:r>
              <a:rPr lang="zh-CN" altLang="en-US" sz="2400" baseline="-25000"/>
              <a:t>补</a:t>
            </a:r>
            <a:r>
              <a:rPr lang="en-US" altLang="zh-CN" sz="2400"/>
              <a:t>=1111 1111</a:t>
            </a:r>
            <a:endParaRPr lang="en-US" altLang="zh-CN" sz="2400"/>
          </a:p>
          <a:p>
            <a:r>
              <a:rPr lang="en-US" altLang="zh-CN" sz="2400"/>
              <a:t>2</a:t>
            </a:r>
            <a:r>
              <a:rPr lang="zh-CN" altLang="en-US" sz="2400"/>
              <a:t>）</a:t>
            </a:r>
            <a:r>
              <a:rPr lang="en-US" altLang="zh-CN" sz="2400"/>
              <a:t>[x2]</a:t>
            </a:r>
            <a:r>
              <a:rPr lang="zh-CN" altLang="en-US" sz="2400" baseline="-25000">
                <a:sym typeface="+mn-ea"/>
              </a:rPr>
              <a:t>补</a:t>
            </a:r>
            <a:r>
              <a:rPr lang="en-US" altLang="zh-CN" sz="2400"/>
              <a:t>=0101 1110</a:t>
            </a:r>
            <a:r>
              <a:rPr lang="zh-CN" altLang="en-US" sz="2400"/>
              <a:t>，</a:t>
            </a:r>
            <a:r>
              <a:rPr lang="en-US" altLang="zh-CN" sz="2400"/>
              <a:t>[y2]</a:t>
            </a:r>
            <a:r>
              <a:rPr lang="zh-CN" altLang="en-US" sz="2400" baseline="-25000">
                <a:sym typeface="+mn-ea"/>
              </a:rPr>
              <a:t>补</a:t>
            </a:r>
            <a:r>
              <a:rPr lang="en-US" altLang="zh-CN" sz="2400"/>
              <a:t>=0011 0111</a:t>
            </a:r>
            <a:endParaRPr lang="en-US" altLang="zh-CN" sz="2400"/>
          </a:p>
          <a:p>
            <a:r>
              <a:rPr lang="en-US" altLang="zh-CN" sz="2400"/>
              <a:t>3</a:t>
            </a:r>
            <a:r>
              <a:rPr lang="zh-CN" altLang="en-US" sz="2400"/>
              <a:t>）</a:t>
            </a:r>
            <a:r>
              <a:rPr lang="en-US" altLang="zh-CN" sz="2400"/>
              <a:t>[x3]</a:t>
            </a:r>
            <a:r>
              <a:rPr lang="zh-CN" altLang="en-US" sz="2400" baseline="-25000">
                <a:sym typeface="+mn-ea"/>
              </a:rPr>
              <a:t>补</a:t>
            </a:r>
            <a:r>
              <a:rPr lang="en-US" altLang="zh-CN" sz="2400"/>
              <a:t>=1001 1110</a:t>
            </a:r>
            <a:r>
              <a:rPr lang="zh-CN" altLang="en-US" sz="2400"/>
              <a:t>，</a:t>
            </a:r>
            <a:r>
              <a:rPr lang="en-US" altLang="zh-CN" sz="2400"/>
              <a:t>[y3]</a:t>
            </a:r>
            <a:r>
              <a:rPr lang="zh-CN" altLang="en-US" sz="2400" baseline="-25000">
                <a:sym typeface="+mn-ea"/>
              </a:rPr>
              <a:t>补</a:t>
            </a:r>
            <a:r>
              <a:rPr lang="en-US" altLang="zh-CN" sz="2400"/>
              <a:t>=1100 0101</a:t>
            </a:r>
            <a:endParaRPr lang="en-US" altLang="zh-CN" sz="2400"/>
          </a:p>
          <a:p>
            <a:r>
              <a:rPr lang="en-US" altLang="zh-CN" sz="2400"/>
              <a:t>4</a:t>
            </a:r>
            <a:r>
              <a:rPr lang="zh-CN" altLang="en-US" sz="2400"/>
              <a:t>）</a:t>
            </a:r>
            <a:r>
              <a:rPr lang="en-US" altLang="zh-CN" sz="2400"/>
              <a:t>[x4]</a:t>
            </a:r>
            <a:r>
              <a:rPr lang="zh-CN" altLang="en-US" sz="2400" baseline="-25000">
                <a:sym typeface="+mn-ea"/>
              </a:rPr>
              <a:t>补</a:t>
            </a:r>
            <a:r>
              <a:rPr lang="en-US" altLang="zh-CN" sz="2400"/>
              <a:t>=0110 1110</a:t>
            </a:r>
            <a:r>
              <a:rPr lang="zh-CN" altLang="en-US" sz="2400"/>
              <a:t>，</a:t>
            </a:r>
            <a:r>
              <a:rPr lang="en-US" altLang="zh-CN" sz="2400"/>
              <a:t>[y4]</a:t>
            </a:r>
            <a:r>
              <a:rPr lang="zh-CN" altLang="en-US" sz="2400" baseline="-25000">
                <a:sym typeface="+mn-ea"/>
              </a:rPr>
              <a:t>补</a:t>
            </a:r>
            <a:r>
              <a:rPr lang="en-US" altLang="zh-CN" sz="2400"/>
              <a:t>=1000 0100</a:t>
            </a:r>
            <a:endParaRPr lang="en-US" altLang="zh-CN" sz="2400"/>
          </a:p>
          <a:p>
            <a:r>
              <a:rPr lang="zh-CN" altLang="en-US" sz="2400"/>
              <a:t>请计算</a:t>
            </a:r>
            <a:r>
              <a:rPr lang="en-US" altLang="zh-CN" sz="2400"/>
              <a:t>[xi]</a:t>
            </a:r>
            <a:r>
              <a:rPr lang="zh-CN" altLang="en-US" sz="2400" baseline="-25000">
                <a:sym typeface="+mn-ea"/>
              </a:rPr>
              <a:t>补</a:t>
            </a:r>
            <a:r>
              <a:rPr lang="zh-CN" altLang="en-US" sz="2400"/>
              <a:t>＋</a:t>
            </a:r>
            <a:r>
              <a:rPr lang="en-US" altLang="zh-CN" sz="2400"/>
              <a:t>[yi]</a:t>
            </a:r>
            <a:r>
              <a:rPr lang="zh-CN" altLang="en-US" sz="2400" baseline="-25000">
                <a:sym typeface="+mn-ea"/>
              </a:rPr>
              <a:t>补</a:t>
            </a:r>
            <a:r>
              <a:rPr lang="zh-CN" altLang="en-US" sz="2400"/>
              <a:t>，</a:t>
            </a:r>
            <a:r>
              <a:rPr lang="en-US" altLang="zh-CN" sz="2400"/>
              <a:t>( i = 1 ~ 4)</a:t>
            </a:r>
            <a:r>
              <a:rPr lang="zh-CN" altLang="en-US" sz="2400"/>
              <a:t>，并判断结果是否出现溢出</a:t>
            </a:r>
            <a:r>
              <a:rPr lang="en-US" altLang="zh-CN" sz="2400"/>
              <a:t>?</a:t>
            </a:r>
            <a:endParaRPr lang="en-US" altLang="zh-CN" sz="2400"/>
          </a:p>
        </p:txBody>
      </p:sp>
      <p:sp>
        <p:nvSpPr>
          <p:cNvPr id="8" name="文本框 7"/>
          <p:cNvSpPr txBox="1"/>
          <p:nvPr/>
        </p:nvSpPr>
        <p:spPr>
          <a:xfrm>
            <a:off x="206375" y="2464435"/>
            <a:ext cx="8896350" cy="3322955"/>
          </a:xfrm>
          <a:prstGeom prst="rect">
            <a:avLst/>
          </a:prstGeom>
        </p:spPr>
        <p:txBody>
          <a:bodyPr wrap="square">
            <a:spAutoFit/>
          </a:bodyPr>
          <a:p>
            <a:pPr marL="300355" indent="-300355" algn="just" defTabSz="266700">
              <a:lnSpc>
                <a:spcPct val="125000"/>
              </a:lnSpc>
            </a:pPr>
            <a:r>
              <a:rPr lang="en-US" altLang="zh-CN" sz="2800" b="1">
                <a:solidFill>
                  <a:srgbClr val="1818FF"/>
                </a:solidFill>
                <a:latin typeface="Times New Roman" panose="02020603050405020304" charset="0"/>
                <a:ea typeface="黑体" panose="02010609060101010101" charset="-122"/>
                <a:cs typeface="Times New Roman" panose="02020603050405020304" charset="0"/>
              </a:rPr>
              <a:t>[</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解析</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	1)   </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0000 0000 </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未溢出</a:t>
            </a:r>
            <a:endParaRPr lang="zh-CN" altLang="en-US" sz="2800" b="1">
              <a:solidFill>
                <a:srgbClr val="1818FF"/>
              </a:solidFill>
              <a:latin typeface="Times New Roman" panose="02020603050405020304" charset="0"/>
              <a:ea typeface="黑体" panose="02010609060101010101" charset="-122"/>
              <a:cs typeface="Times New Roman" panose="02020603050405020304" charset="0"/>
            </a:endParaRPr>
          </a:p>
          <a:p>
            <a:pPr marL="300355" indent="-300355" algn="just" defTabSz="266700">
              <a:lnSpc>
                <a:spcPct val="125000"/>
              </a:lnSpc>
            </a:pPr>
            <a:r>
              <a:rPr lang="en-US" altLang="zh-CN" sz="2800" b="1">
                <a:solidFill>
                  <a:srgbClr val="1818FF"/>
                </a:solidFill>
                <a:latin typeface="Times New Roman" panose="02020603050405020304" charset="0"/>
                <a:ea typeface="黑体" panose="02010609060101010101" charset="-122"/>
                <a:cs typeface="Times New Roman" panose="02020603050405020304" charset="0"/>
              </a:rPr>
              <a:t>            2)   </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1001 0101 </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溢出</a:t>
            </a:r>
            <a:endParaRPr lang="zh-CN" altLang="en-US" sz="2800" b="1">
              <a:solidFill>
                <a:srgbClr val="1818FF"/>
              </a:solidFill>
              <a:latin typeface="Times New Roman" panose="02020603050405020304" charset="0"/>
              <a:ea typeface="黑体" panose="02010609060101010101" charset="-122"/>
              <a:cs typeface="Times New Roman" panose="02020603050405020304" charset="0"/>
            </a:endParaRPr>
          </a:p>
          <a:p>
            <a:pPr marL="300355" indent="-300355" algn="just" defTabSz="266700">
              <a:lnSpc>
                <a:spcPct val="125000"/>
              </a:lnSpc>
            </a:pPr>
            <a:r>
              <a:rPr lang="en-US" altLang="zh-CN" sz="2800" b="1">
                <a:solidFill>
                  <a:srgbClr val="1818FF"/>
                </a:solidFill>
                <a:latin typeface="Times New Roman" panose="02020603050405020304" charset="0"/>
                <a:ea typeface="黑体" panose="02010609060101010101" charset="-122"/>
                <a:cs typeface="Times New Roman" panose="02020603050405020304" charset="0"/>
              </a:rPr>
              <a:t>            3)   </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0110 0011 </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溢出</a:t>
            </a:r>
            <a:endParaRPr lang="zh-CN" altLang="en-US" sz="2800" b="1">
              <a:solidFill>
                <a:srgbClr val="1818FF"/>
              </a:solidFill>
              <a:latin typeface="Times New Roman" panose="02020603050405020304" charset="0"/>
              <a:ea typeface="黑体" panose="02010609060101010101" charset="-122"/>
              <a:cs typeface="Times New Roman" panose="02020603050405020304" charset="0"/>
            </a:endParaRPr>
          </a:p>
          <a:p>
            <a:pPr marL="300355" indent="-300355" algn="just" defTabSz="266700">
              <a:lnSpc>
                <a:spcPct val="125000"/>
              </a:lnSpc>
            </a:pPr>
            <a:r>
              <a:rPr lang="en-US" altLang="zh-CN" sz="2800" b="1">
                <a:solidFill>
                  <a:srgbClr val="1818FF"/>
                </a:solidFill>
                <a:latin typeface="Times New Roman" panose="02020603050405020304" charset="0"/>
                <a:ea typeface="黑体" panose="02010609060101010101" charset="-122"/>
                <a:cs typeface="Times New Roman" panose="02020603050405020304" charset="0"/>
              </a:rPr>
              <a:t>            4)   </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1111 0010 </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未溢出</a:t>
            </a:r>
            <a:endParaRPr lang="zh-CN" altLang="en-US" sz="2800" b="1">
              <a:solidFill>
                <a:srgbClr val="1818FF"/>
              </a:solidFill>
              <a:latin typeface="Times New Roman" panose="02020603050405020304" charset="0"/>
              <a:ea typeface="黑体" panose="02010609060101010101" charset="-122"/>
              <a:cs typeface="Times New Roman" panose="02020603050405020304" charset="0"/>
            </a:endParaRPr>
          </a:p>
          <a:p>
            <a:pPr marL="300355" indent="-300355" algn="just" defTabSz="266700">
              <a:lnSpc>
                <a:spcPct val="125000"/>
              </a:lnSpc>
            </a:pPr>
            <a:r>
              <a:rPr lang="en-US" altLang="zh-CN" sz="2800" b="1">
                <a:solidFill>
                  <a:srgbClr val="FF0000"/>
                </a:solidFill>
                <a:latin typeface="Times New Roman" panose="02020603050405020304" charset="0"/>
                <a:ea typeface="黑体" panose="02010609060101010101" charset="-122"/>
                <a:cs typeface="Times New Roman" panose="02020603050405020304" charset="0"/>
              </a:rPr>
              <a:t>[</a:t>
            </a:r>
            <a:r>
              <a:rPr lang="zh-CN" altLang="en-US" sz="2800" b="1">
                <a:solidFill>
                  <a:srgbClr val="FF0000"/>
                </a:solidFill>
                <a:latin typeface="Times New Roman" panose="02020603050405020304" charset="0"/>
                <a:ea typeface="黑体" panose="02010609060101010101" charset="-122"/>
                <a:cs typeface="Times New Roman" panose="02020603050405020304" charset="0"/>
              </a:rPr>
              <a:t>结论</a:t>
            </a:r>
            <a:r>
              <a:rPr lang="en-US" altLang="zh-CN" sz="2800" b="1">
                <a:solidFill>
                  <a:srgbClr val="FF0000"/>
                </a:solidFill>
                <a:latin typeface="Times New Roman" panose="02020603050405020304" charset="0"/>
                <a:ea typeface="黑体" panose="02010609060101010101" charset="-122"/>
                <a:cs typeface="Times New Roman" panose="02020603050405020304" charset="0"/>
              </a:rPr>
              <a:t>] </a:t>
            </a:r>
            <a:r>
              <a:rPr lang="zh-CN" altLang="en-US" sz="2800" b="1">
                <a:solidFill>
                  <a:srgbClr val="FF0000"/>
                </a:solidFill>
                <a:latin typeface="Times New Roman" panose="02020603050405020304" charset="0"/>
                <a:ea typeface="黑体" panose="02010609060101010101" charset="-122"/>
                <a:cs typeface="Times New Roman" panose="02020603050405020304" charset="0"/>
              </a:rPr>
              <a:t>若记符号位向前进位为</a:t>
            </a:r>
            <a:r>
              <a:rPr lang="en-US" altLang="zh-CN" sz="2800" b="1">
                <a:solidFill>
                  <a:srgbClr val="FF0000"/>
                </a:solidFill>
                <a:latin typeface="Times New Roman" panose="02020603050405020304" charset="0"/>
                <a:ea typeface="黑体" panose="02010609060101010101" charset="-122"/>
                <a:cs typeface="Times New Roman" panose="02020603050405020304" charset="0"/>
              </a:rPr>
              <a:t>CP</a:t>
            </a:r>
            <a:r>
              <a:rPr lang="zh-CN" altLang="en-US" sz="2800" b="1">
                <a:solidFill>
                  <a:srgbClr val="FF0000"/>
                </a:solidFill>
                <a:latin typeface="Times New Roman" panose="02020603050405020304" charset="0"/>
                <a:ea typeface="黑体" panose="02010609060101010101" charset="-122"/>
                <a:cs typeface="Times New Roman" panose="02020603050405020304" charset="0"/>
              </a:rPr>
              <a:t>，次高位向前进位为</a:t>
            </a:r>
            <a:endParaRPr lang="zh-CN" altLang="en-US" sz="2800" b="1">
              <a:solidFill>
                <a:srgbClr val="FF0000"/>
              </a:solidFill>
              <a:latin typeface="Times New Roman" panose="02020603050405020304" charset="0"/>
              <a:ea typeface="黑体" panose="02010609060101010101" charset="-122"/>
              <a:cs typeface="Times New Roman" panose="02020603050405020304" charset="0"/>
            </a:endParaRPr>
          </a:p>
          <a:p>
            <a:pPr marL="300355" indent="-300355" algn="just" defTabSz="266700">
              <a:lnSpc>
                <a:spcPct val="125000"/>
              </a:lnSpc>
            </a:pPr>
            <a:r>
              <a:rPr lang="zh-CN" altLang="en-US" sz="2800" b="1">
                <a:solidFill>
                  <a:srgbClr val="FF0000"/>
                </a:solidFill>
                <a:latin typeface="Times New Roman" panose="02020603050405020304" charset="0"/>
                <a:ea typeface="黑体" panose="02010609060101010101" charset="-122"/>
                <a:cs typeface="Times New Roman" panose="02020603050405020304" charset="0"/>
              </a:rPr>
              <a:t> </a:t>
            </a:r>
            <a:r>
              <a:rPr lang="en-US" altLang="zh-CN" sz="2800" b="1">
                <a:solidFill>
                  <a:srgbClr val="FF0000"/>
                </a:solidFill>
                <a:latin typeface="Times New Roman" panose="02020603050405020304" charset="0"/>
                <a:ea typeface="黑体" panose="02010609060101010101" charset="-122"/>
                <a:cs typeface="Times New Roman" panose="02020603050405020304" charset="0"/>
              </a:rPr>
              <a:t>           CF</a:t>
            </a:r>
            <a:r>
              <a:rPr lang="zh-CN" altLang="en-US" sz="2800" b="1">
                <a:solidFill>
                  <a:srgbClr val="FF0000"/>
                </a:solidFill>
                <a:latin typeface="Times New Roman" panose="02020603050405020304" charset="0"/>
                <a:ea typeface="黑体" panose="02010609060101010101" charset="-122"/>
                <a:cs typeface="Times New Roman" panose="02020603050405020304" charset="0"/>
              </a:rPr>
              <a:t>，当且仅当</a:t>
            </a:r>
            <a:r>
              <a:rPr lang="en-US" altLang="zh-CN" sz="2800" b="1">
                <a:solidFill>
                  <a:srgbClr val="FF0000"/>
                </a:solidFill>
                <a:latin typeface="Times New Roman" panose="02020603050405020304" charset="0"/>
                <a:ea typeface="黑体" panose="02010609060101010101" charset="-122"/>
                <a:cs typeface="Times New Roman" panose="02020603050405020304" charset="0"/>
              </a:rPr>
              <a:t>CP^CF=1</a:t>
            </a:r>
            <a:r>
              <a:rPr lang="zh-CN" altLang="en-US" sz="2800" b="1">
                <a:solidFill>
                  <a:srgbClr val="FF0000"/>
                </a:solidFill>
                <a:latin typeface="Times New Roman" panose="02020603050405020304" charset="0"/>
                <a:ea typeface="黑体" panose="02010609060101010101" charset="-122"/>
                <a:cs typeface="Times New Roman" panose="02020603050405020304" charset="0"/>
              </a:rPr>
              <a:t>时，结果发生溢出</a:t>
            </a:r>
            <a:endParaRPr lang="zh-CN" altLang="en-US" sz="2800" b="1">
              <a:solidFill>
                <a:srgbClr val="FF0000"/>
              </a:solidFill>
              <a:latin typeface="Times New Roman" panose="02020603050405020304" charset="0"/>
              <a:ea typeface="黑体" panose="02010609060101010101" charset="-122"/>
              <a:cs typeface="Times New Roman" panose="020206030504050203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r>
              <a:rPr lang="en-US" altLang="zh-CN" dirty="0"/>
              <a:t>1.9</a:t>
            </a:r>
            <a:endParaRPr lang="zh-CN" altLang="en-US" dirty="0"/>
          </a:p>
        </p:txBody>
      </p:sp>
      <p:sp>
        <p:nvSpPr>
          <p:cNvPr id="9" name="内容占位符 8"/>
          <p:cNvSpPr>
            <a:spLocks noGrp="1"/>
          </p:cNvSpPr>
          <p:nvPr>
            <p:ph idx="1"/>
          </p:nvPr>
        </p:nvSpPr>
        <p:spPr/>
        <p:txBody>
          <a:bodyPr/>
          <a:lstStyle/>
          <a:p>
            <a:pPr marL="0" indent="0">
              <a:buNone/>
            </a:pPr>
            <a:r>
              <a:rPr lang="zh-CN" altLang="en-US" dirty="0"/>
              <a:t>一个无符号的</a:t>
            </a:r>
            <a:r>
              <a:rPr lang="en-US" altLang="zh-CN" dirty="0"/>
              <a:t>4</a:t>
            </a:r>
            <a:r>
              <a:rPr lang="zh-CN" altLang="en-US" dirty="0"/>
              <a:t>位的</a:t>
            </a:r>
            <a:r>
              <a:rPr lang="en-US" altLang="zh-CN" dirty="0"/>
              <a:t>10</a:t>
            </a:r>
            <a:r>
              <a:rPr lang="zh-CN" altLang="en-US" dirty="0"/>
              <a:t>进制数，需要使用多少位二进制数才能表示？如果使用非压缩</a:t>
            </a:r>
            <a:r>
              <a:rPr lang="en-US" altLang="zh-CN" dirty="0"/>
              <a:t>BCD</a:t>
            </a:r>
            <a:r>
              <a:rPr lang="zh-CN" altLang="en-US" dirty="0"/>
              <a:t>码，则需要多少位二进制数才能表示？</a:t>
            </a:r>
            <a:endParaRPr lang="zh-CN" altLang="en-US" dirty="0"/>
          </a:p>
        </p:txBody>
      </p:sp>
      <p:sp>
        <p:nvSpPr>
          <p:cNvPr id="2" name="文本框 1"/>
          <p:cNvSpPr txBox="1"/>
          <p:nvPr/>
        </p:nvSpPr>
        <p:spPr>
          <a:xfrm>
            <a:off x="457200" y="2613025"/>
            <a:ext cx="7684770" cy="3107690"/>
          </a:xfrm>
          <a:prstGeom prst="rect">
            <a:avLst/>
          </a:prstGeom>
          <a:noFill/>
        </p:spPr>
        <p:txBody>
          <a:bodyPr wrap="square" rtlCol="0" anchor="t">
            <a:spAutoFit/>
          </a:bodyPr>
          <a:p>
            <a:r>
              <a:rPr lang="en-US" altLang="zh-CN" sz="2800" b="1">
                <a:solidFill>
                  <a:srgbClr val="1818FF"/>
                </a:solidFill>
                <a:latin typeface="Times New Roman" panose="02020603050405020304" charset="0"/>
                <a:ea typeface="黑体" panose="02010609060101010101" charset="-122"/>
                <a:cs typeface="Times New Roman" panose="02020603050405020304" charset="0"/>
              </a:rPr>
              <a:t>[</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解析</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 </a:t>
            </a:r>
            <a:endParaRPr lang="en-US" altLang="zh-CN" sz="2800" b="1">
              <a:solidFill>
                <a:srgbClr val="1818FF"/>
              </a:solidFill>
              <a:latin typeface="Times New Roman" panose="02020603050405020304" charset="0"/>
              <a:ea typeface="黑体" panose="02010609060101010101" charset="-122"/>
              <a:cs typeface="Times New Roman" panose="02020603050405020304" charset="0"/>
            </a:endParaRPr>
          </a:p>
          <a:p>
            <a:r>
              <a:rPr lang="zh-CN" altLang="en-US" sz="2800" b="1">
                <a:solidFill>
                  <a:srgbClr val="1818FF"/>
                </a:solidFill>
                <a:latin typeface="Times New Roman" panose="02020603050405020304" charset="0"/>
                <a:ea typeface="黑体" panose="02010609060101010101" charset="-122"/>
                <a:cs typeface="Times New Roman" panose="02020603050405020304" charset="0"/>
              </a:rPr>
              <a:t>无符号四位最大十进制数为</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9999</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，介于</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8092 - 16184</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之间，因此需要</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14</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位无符号二进制数表示</a:t>
            </a:r>
            <a:endParaRPr lang="zh-CN" altLang="en-US" sz="2800" b="1">
              <a:solidFill>
                <a:srgbClr val="1818FF"/>
              </a:solidFill>
              <a:latin typeface="Times New Roman" panose="02020603050405020304" charset="0"/>
              <a:ea typeface="黑体" panose="02010609060101010101" charset="-122"/>
              <a:cs typeface="Times New Roman" panose="02020603050405020304" charset="0"/>
            </a:endParaRPr>
          </a:p>
          <a:p>
            <a:endParaRPr lang="zh-CN" altLang="en-US" sz="2800" b="1">
              <a:solidFill>
                <a:srgbClr val="1818FF"/>
              </a:solidFill>
              <a:latin typeface="Times New Roman" panose="02020603050405020304" charset="0"/>
              <a:ea typeface="黑体" panose="02010609060101010101" charset="-122"/>
              <a:cs typeface="Times New Roman" panose="02020603050405020304" charset="0"/>
            </a:endParaRPr>
          </a:p>
          <a:p>
            <a:r>
              <a:rPr lang="zh-CN" altLang="en-US" sz="2800" b="1">
                <a:solidFill>
                  <a:srgbClr val="FF0000"/>
                </a:solidFill>
                <a:latin typeface="Times New Roman" panose="02020603050405020304" charset="0"/>
                <a:ea typeface="黑体" panose="02010609060101010101" charset="-122"/>
                <a:cs typeface="Times New Roman" panose="02020603050405020304" charset="0"/>
              </a:rPr>
              <a:t>非压缩</a:t>
            </a:r>
            <a:r>
              <a:rPr lang="en-US" altLang="zh-CN" sz="2800" b="1">
                <a:solidFill>
                  <a:srgbClr val="FF0000"/>
                </a:solidFill>
                <a:latin typeface="Times New Roman" panose="02020603050405020304" charset="0"/>
                <a:ea typeface="黑体" panose="02010609060101010101" charset="-122"/>
                <a:cs typeface="Times New Roman" panose="02020603050405020304" charset="0"/>
              </a:rPr>
              <a:t>BCD</a:t>
            </a:r>
            <a:r>
              <a:rPr lang="zh-CN" altLang="en-US" sz="2800" b="1">
                <a:solidFill>
                  <a:srgbClr val="FF0000"/>
                </a:solidFill>
                <a:latin typeface="Times New Roman" panose="02020603050405020304" charset="0"/>
                <a:ea typeface="黑体" panose="02010609060101010101" charset="-122"/>
                <a:cs typeface="Times New Roman" panose="02020603050405020304" charset="0"/>
              </a:rPr>
              <a:t>一个字节仅用来表示一位</a:t>
            </a:r>
            <a:r>
              <a:rPr lang="en-US" altLang="zh-CN" sz="2800" b="1">
                <a:solidFill>
                  <a:srgbClr val="FF0000"/>
                </a:solidFill>
                <a:latin typeface="Times New Roman" panose="02020603050405020304" charset="0"/>
                <a:ea typeface="黑体" panose="02010609060101010101" charset="-122"/>
                <a:cs typeface="Times New Roman" panose="02020603050405020304" charset="0"/>
              </a:rPr>
              <a:t>BCD</a:t>
            </a:r>
            <a:r>
              <a:rPr lang="zh-CN" altLang="en-US" sz="2800" b="1">
                <a:solidFill>
                  <a:srgbClr val="FF0000"/>
                </a:solidFill>
                <a:latin typeface="Times New Roman" panose="02020603050405020304" charset="0"/>
                <a:ea typeface="黑体" panose="02010609060101010101" charset="-122"/>
                <a:cs typeface="Times New Roman" panose="02020603050405020304" charset="0"/>
              </a:rPr>
              <a:t>码，其中低</a:t>
            </a:r>
            <a:r>
              <a:rPr lang="en-US" altLang="zh-CN" sz="2800" b="1">
                <a:solidFill>
                  <a:srgbClr val="FF0000"/>
                </a:solidFill>
                <a:latin typeface="Times New Roman" panose="02020603050405020304" charset="0"/>
                <a:ea typeface="黑体" panose="02010609060101010101" charset="-122"/>
                <a:cs typeface="Times New Roman" panose="02020603050405020304" charset="0"/>
              </a:rPr>
              <a:t>4</a:t>
            </a:r>
            <a:r>
              <a:rPr lang="zh-CN" altLang="en-US" sz="2800" b="1">
                <a:solidFill>
                  <a:srgbClr val="FF0000"/>
                </a:solidFill>
                <a:latin typeface="Times New Roman" panose="02020603050405020304" charset="0"/>
                <a:ea typeface="黑体" panose="02010609060101010101" charset="-122"/>
                <a:cs typeface="Times New Roman" panose="02020603050405020304" charset="0"/>
              </a:rPr>
              <a:t>位表示</a:t>
            </a:r>
            <a:r>
              <a:rPr lang="en-US" altLang="zh-CN" sz="2800" b="1">
                <a:solidFill>
                  <a:srgbClr val="FF0000"/>
                </a:solidFill>
                <a:latin typeface="Times New Roman" panose="02020603050405020304" charset="0"/>
                <a:ea typeface="黑体" panose="02010609060101010101" charset="-122"/>
                <a:cs typeface="Times New Roman" panose="02020603050405020304" charset="0"/>
              </a:rPr>
              <a:t>0~9</a:t>
            </a:r>
            <a:r>
              <a:rPr lang="zh-CN" altLang="en-US" sz="2800" b="1">
                <a:solidFill>
                  <a:srgbClr val="FF0000"/>
                </a:solidFill>
                <a:latin typeface="Times New Roman" panose="02020603050405020304" charset="0"/>
                <a:ea typeface="黑体" panose="02010609060101010101" charset="-122"/>
                <a:cs typeface="Times New Roman" panose="02020603050405020304" charset="0"/>
              </a:rPr>
              <a:t>，高</a:t>
            </a:r>
            <a:r>
              <a:rPr lang="en-US" altLang="zh-CN" sz="2800" b="1">
                <a:solidFill>
                  <a:srgbClr val="FF0000"/>
                </a:solidFill>
                <a:latin typeface="Times New Roman" panose="02020603050405020304" charset="0"/>
                <a:ea typeface="黑体" panose="02010609060101010101" charset="-122"/>
                <a:cs typeface="Times New Roman" panose="02020603050405020304" charset="0"/>
              </a:rPr>
              <a:t>4</a:t>
            </a:r>
            <a:r>
              <a:rPr lang="zh-CN" altLang="en-US" sz="2800" b="1">
                <a:solidFill>
                  <a:srgbClr val="FF0000"/>
                </a:solidFill>
                <a:latin typeface="Times New Roman" panose="02020603050405020304" charset="0"/>
                <a:ea typeface="黑体" panose="02010609060101010101" charset="-122"/>
                <a:cs typeface="Times New Roman" panose="02020603050405020304" charset="0"/>
              </a:rPr>
              <a:t>位为</a:t>
            </a:r>
            <a:r>
              <a:rPr lang="en-US" altLang="zh-CN" sz="2800" b="1">
                <a:solidFill>
                  <a:srgbClr val="FF0000"/>
                </a:solidFill>
                <a:latin typeface="Times New Roman" panose="02020603050405020304" charset="0"/>
                <a:ea typeface="黑体" panose="02010609060101010101" charset="-122"/>
                <a:cs typeface="Times New Roman" panose="02020603050405020304" charset="0"/>
              </a:rPr>
              <a:t>0</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，即需要</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8</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位表示</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4</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位，因此需要</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4</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8=32</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位非压缩</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BCD</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码</a:t>
            </a:r>
            <a:endParaRPr lang="zh-CN" altLang="en-US" sz="2800" b="1">
              <a:solidFill>
                <a:srgbClr val="1818FF"/>
              </a:solidFill>
              <a:latin typeface="Times New Roman" panose="02020603050405020304" charset="0"/>
              <a:ea typeface="黑体" panose="02010609060101010101" charset="-122"/>
              <a:cs typeface="Times New Roman" panose="020206030504050203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r>
              <a:rPr lang="zh-CN" altLang="en-US" dirty="0"/>
              <a:t>补充</a:t>
            </a:r>
            <a:r>
              <a:rPr lang="en-US" altLang="zh-CN" dirty="0"/>
              <a:t>1.16</a:t>
            </a:r>
            <a:endParaRPr lang="zh-CN" altLang="en-US" dirty="0"/>
          </a:p>
        </p:txBody>
      </p:sp>
      <p:sp>
        <p:nvSpPr>
          <p:cNvPr id="9" name="内容占位符 8"/>
          <p:cNvSpPr>
            <a:spLocks noGrp="1"/>
          </p:cNvSpPr>
          <p:nvPr>
            <p:ph idx="1"/>
          </p:nvPr>
        </p:nvSpPr>
        <p:spPr/>
        <p:txBody>
          <a:bodyPr/>
          <a:lstStyle/>
          <a:p>
            <a:pPr marL="0" indent="0">
              <a:buNone/>
            </a:pPr>
            <a:r>
              <a:rPr lang="zh-CN" altLang="en-US" dirty="0"/>
              <a:t>冯</a:t>
            </a:r>
            <a:r>
              <a:rPr lang="en-US" altLang="zh-CN" dirty="0"/>
              <a:t>•</a:t>
            </a:r>
            <a:r>
              <a:rPr lang="zh-CN" altLang="en-US" dirty="0"/>
              <a:t>诺依曼结构计算机中数据采用二进制编码表示，其主要原因是（</a:t>
            </a:r>
            <a:r>
              <a:rPr lang="en-US" altLang="zh-CN" b="1" dirty="0">
                <a:solidFill>
                  <a:srgbClr val="1818FF"/>
                </a:solidFill>
                <a:latin typeface="Times New Roman" panose="02020603050405020304" charset="0"/>
                <a:ea typeface="黑体" panose="02010609060101010101" charset="-122"/>
                <a:cs typeface="Times New Roman" panose="02020603050405020304" charset="0"/>
              </a:rPr>
              <a:t>D</a:t>
            </a:r>
            <a:r>
              <a:rPr lang="zh-CN" altLang="en-US" dirty="0"/>
              <a:t>）</a:t>
            </a:r>
            <a:endParaRPr lang="zh-CN" altLang="en-US" dirty="0"/>
          </a:p>
          <a:p>
            <a:pPr marL="0" indent="0">
              <a:buNone/>
            </a:pPr>
            <a:r>
              <a:rPr lang="en-US" altLang="zh-CN" dirty="0"/>
              <a:t>I.</a:t>
            </a:r>
            <a:r>
              <a:rPr lang="zh-CN" altLang="en-US" dirty="0"/>
              <a:t>二进制的运算规则简单</a:t>
            </a:r>
            <a:endParaRPr lang="zh-CN" altLang="en-US" dirty="0"/>
          </a:p>
          <a:p>
            <a:pPr marL="0" indent="0">
              <a:buNone/>
            </a:pPr>
            <a:r>
              <a:rPr lang="en-US" altLang="zh-CN" dirty="0"/>
              <a:t>II.</a:t>
            </a:r>
            <a:r>
              <a:rPr lang="zh-CN" altLang="en-US" dirty="0"/>
              <a:t>制造两个稳态的物理器件较容易</a:t>
            </a:r>
            <a:endParaRPr lang="zh-CN" altLang="en-US" dirty="0"/>
          </a:p>
          <a:p>
            <a:pPr marL="0" indent="0">
              <a:buNone/>
            </a:pPr>
            <a:r>
              <a:rPr lang="en-US" altLang="zh-CN" dirty="0"/>
              <a:t>III.</a:t>
            </a:r>
            <a:r>
              <a:rPr lang="zh-CN" altLang="en-US" dirty="0"/>
              <a:t>便于用逻辑门电路实现算术运算</a:t>
            </a:r>
            <a:endParaRPr lang="zh-CN" altLang="en-US" dirty="0"/>
          </a:p>
          <a:p>
            <a:pPr marL="0" indent="0">
              <a:buNone/>
            </a:pPr>
            <a:r>
              <a:rPr lang="en-US" altLang="zh-CN" dirty="0"/>
              <a:t>A)</a:t>
            </a:r>
            <a:r>
              <a:rPr lang="zh-CN" altLang="en-US" dirty="0"/>
              <a:t>仅</a:t>
            </a:r>
            <a:r>
              <a:rPr lang="en-US" altLang="zh-CN" dirty="0"/>
              <a:t>I</a:t>
            </a:r>
            <a:r>
              <a:rPr lang="zh-CN" altLang="en-US" dirty="0"/>
              <a:t>、</a:t>
            </a:r>
            <a:r>
              <a:rPr lang="en-US" altLang="zh-CN" dirty="0"/>
              <a:t>II</a:t>
            </a:r>
            <a:endParaRPr lang="en-US" altLang="zh-CN" dirty="0"/>
          </a:p>
          <a:p>
            <a:pPr marL="0" indent="0">
              <a:buNone/>
            </a:pPr>
            <a:r>
              <a:rPr lang="en-US" altLang="zh-CN" dirty="0"/>
              <a:t>B)</a:t>
            </a:r>
            <a:r>
              <a:rPr lang="zh-CN" altLang="en-US" dirty="0"/>
              <a:t>仅</a:t>
            </a:r>
            <a:r>
              <a:rPr lang="en-US" altLang="zh-CN" dirty="0"/>
              <a:t>I</a:t>
            </a:r>
            <a:r>
              <a:rPr lang="zh-CN" altLang="en-US" dirty="0"/>
              <a:t>、</a:t>
            </a:r>
            <a:r>
              <a:rPr lang="en-US" altLang="zh-CN" dirty="0"/>
              <a:t>III</a:t>
            </a:r>
            <a:endParaRPr lang="en-US" altLang="zh-CN" dirty="0"/>
          </a:p>
          <a:p>
            <a:pPr marL="0" indent="0">
              <a:buNone/>
            </a:pPr>
            <a:r>
              <a:rPr lang="en-US" altLang="zh-CN" dirty="0"/>
              <a:t>C)</a:t>
            </a:r>
            <a:r>
              <a:rPr lang="zh-CN" altLang="en-US" dirty="0"/>
              <a:t>仅</a:t>
            </a:r>
            <a:r>
              <a:rPr lang="en-US" altLang="zh-CN" dirty="0"/>
              <a:t>II</a:t>
            </a:r>
            <a:r>
              <a:rPr lang="zh-CN" altLang="en-US" dirty="0"/>
              <a:t>、</a:t>
            </a:r>
            <a:r>
              <a:rPr lang="en-US" altLang="zh-CN" dirty="0"/>
              <a:t>III</a:t>
            </a:r>
            <a:endParaRPr lang="en-US" altLang="zh-CN" dirty="0"/>
          </a:p>
          <a:p>
            <a:pPr marL="0" indent="0">
              <a:buNone/>
            </a:pPr>
            <a:r>
              <a:rPr lang="en-US" altLang="zh-CN" dirty="0"/>
              <a:t>D)I</a:t>
            </a:r>
            <a:r>
              <a:rPr lang="zh-CN" altLang="en-US" dirty="0"/>
              <a:t>、</a:t>
            </a:r>
            <a:r>
              <a:rPr lang="en-US" altLang="zh-CN" dirty="0"/>
              <a:t>II</a:t>
            </a:r>
            <a:r>
              <a:rPr lang="zh-CN" altLang="en-US" dirty="0"/>
              <a:t>、</a:t>
            </a:r>
            <a:r>
              <a:rPr lang="en-US" altLang="zh-CN" dirty="0"/>
              <a:t>III</a:t>
            </a:r>
            <a:endParaRPr lang="en-US" altLang="zh-C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r>
              <a:rPr lang="zh-CN" altLang="en-US" dirty="0"/>
              <a:t>补充</a:t>
            </a:r>
            <a:r>
              <a:rPr lang="en-US" altLang="zh-CN" dirty="0"/>
              <a:t>1.17</a:t>
            </a:r>
            <a:endParaRPr lang="zh-CN" altLang="en-US" dirty="0"/>
          </a:p>
        </p:txBody>
      </p:sp>
      <p:sp>
        <p:nvSpPr>
          <p:cNvPr id="9" name="内容占位符 8"/>
          <p:cNvSpPr>
            <a:spLocks noGrp="1"/>
          </p:cNvSpPr>
          <p:nvPr>
            <p:ph idx="1"/>
          </p:nvPr>
        </p:nvSpPr>
        <p:spPr>
          <a:xfrm>
            <a:off x="457200" y="1227455"/>
            <a:ext cx="8055610" cy="3420110"/>
          </a:xfrm>
        </p:spPr>
        <p:txBody>
          <a:bodyPr/>
          <a:lstStyle/>
          <a:p>
            <a:pPr marL="0" indent="0">
              <a:buNone/>
            </a:pPr>
            <a:r>
              <a:rPr lang="zh-CN" altLang="en-US" dirty="0"/>
              <a:t>假定带符号整数采用补码表示，若</a:t>
            </a:r>
            <a:r>
              <a:rPr lang="en-US" altLang="zh-CN" dirty="0"/>
              <a:t> int</a:t>
            </a:r>
            <a:r>
              <a:rPr lang="zh-CN" altLang="en-US" dirty="0"/>
              <a:t>型变量</a:t>
            </a:r>
            <a:r>
              <a:rPr lang="en-US" altLang="zh-CN" dirty="0"/>
              <a:t>x</a:t>
            </a:r>
            <a:r>
              <a:rPr lang="zh-CN" altLang="en-US" dirty="0"/>
              <a:t>和</a:t>
            </a:r>
            <a:r>
              <a:rPr lang="en-US" altLang="zh-CN" dirty="0"/>
              <a:t> y </a:t>
            </a:r>
            <a:r>
              <a:rPr lang="zh-CN" altLang="en-US" dirty="0"/>
              <a:t>的机器数分别是</a:t>
            </a:r>
            <a:r>
              <a:rPr lang="en-US" altLang="zh-CN" dirty="0"/>
              <a:t>FFFF FFDFH</a:t>
            </a:r>
            <a:r>
              <a:rPr lang="zh-CN" altLang="en-US" dirty="0"/>
              <a:t>和</a:t>
            </a:r>
            <a:r>
              <a:rPr lang="en-US" altLang="zh-CN" dirty="0"/>
              <a:t>0000 0041H </a:t>
            </a:r>
            <a:r>
              <a:rPr lang="zh-CN" altLang="en-US" dirty="0"/>
              <a:t>，则</a:t>
            </a:r>
            <a:r>
              <a:rPr lang="en-US" altLang="zh-CN" dirty="0"/>
              <a:t>x</a:t>
            </a:r>
            <a:r>
              <a:rPr lang="zh-CN" altLang="en-US" dirty="0"/>
              <a:t>、</a:t>
            </a:r>
            <a:r>
              <a:rPr lang="en-US" altLang="zh-CN" dirty="0"/>
              <a:t>y</a:t>
            </a:r>
            <a:r>
              <a:rPr lang="zh-CN" altLang="en-US" dirty="0"/>
              <a:t>的值以及</a:t>
            </a:r>
            <a:r>
              <a:rPr lang="en-US" altLang="zh-CN" dirty="0"/>
              <a:t>x-y</a:t>
            </a:r>
            <a:r>
              <a:rPr lang="zh-CN" altLang="en-US" dirty="0"/>
              <a:t>的机器数分别是（</a:t>
            </a:r>
            <a:r>
              <a:rPr lang="en-US" altLang="zh-CN" b="1" dirty="0">
                <a:solidFill>
                  <a:srgbClr val="1818FF"/>
                </a:solidFill>
                <a:latin typeface="Times New Roman" panose="02020603050405020304" charset="0"/>
                <a:cs typeface="Times New Roman" panose="02020603050405020304" charset="0"/>
              </a:rPr>
              <a:t>C</a:t>
            </a:r>
            <a:r>
              <a:rPr lang="zh-CN" altLang="en-US" dirty="0"/>
              <a:t>）</a:t>
            </a:r>
            <a:endParaRPr lang="zh-CN" altLang="en-US" dirty="0"/>
          </a:p>
          <a:p>
            <a:pPr marL="0" indent="0">
              <a:buNone/>
            </a:pPr>
            <a:r>
              <a:rPr lang="en-US" altLang="zh-CN" dirty="0"/>
              <a:t>A)x = -65</a:t>
            </a:r>
            <a:r>
              <a:rPr lang="zh-CN" altLang="en-US" dirty="0"/>
              <a:t>，</a:t>
            </a:r>
            <a:r>
              <a:rPr lang="en-US" altLang="zh-CN" dirty="0"/>
              <a:t>y = 41</a:t>
            </a:r>
            <a:r>
              <a:rPr lang="zh-CN" altLang="en-US" dirty="0"/>
              <a:t>，</a:t>
            </a:r>
            <a:r>
              <a:rPr lang="en-US" altLang="zh-CN" dirty="0"/>
              <a:t>x-y </a:t>
            </a:r>
            <a:r>
              <a:rPr lang="zh-CN" altLang="en-US" dirty="0"/>
              <a:t>的机器数溢出</a:t>
            </a:r>
            <a:endParaRPr lang="zh-CN" altLang="en-US" dirty="0"/>
          </a:p>
          <a:p>
            <a:pPr marL="0" indent="0">
              <a:buNone/>
            </a:pPr>
            <a:r>
              <a:rPr lang="en-US" altLang="zh-CN" dirty="0"/>
              <a:t>B)x =-33</a:t>
            </a:r>
            <a:r>
              <a:rPr lang="zh-CN" altLang="en-US" dirty="0"/>
              <a:t>，</a:t>
            </a:r>
            <a:r>
              <a:rPr lang="en-US" altLang="zh-CN" dirty="0"/>
              <a:t>y = 65</a:t>
            </a:r>
            <a:r>
              <a:rPr lang="zh-CN" altLang="en-US" dirty="0"/>
              <a:t>，</a:t>
            </a:r>
            <a:r>
              <a:rPr lang="en-US" altLang="zh-CN" dirty="0"/>
              <a:t>x-y </a:t>
            </a:r>
            <a:r>
              <a:rPr lang="zh-CN" altLang="en-US" dirty="0"/>
              <a:t>的机器数为</a:t>
            </a:r>
            <a:r>
              <a:rPr lang="en-US" altLang="zh-CN" dirty="0"/>
              <a:t>FFFF FF9DH</a:t>
            </a:r>
            <a:endParaRPr lang="en-US" altLang="zh-CN" dirty="0"/>
          </a:p>
          <a:p>
            <a:pPr marL="0" indent="0">
              <a:buNone/>
            </a:pPr>
            <a:r>
              <a:rPr lang="en-US" altLang="zh-CN" dirty="0"/>
              <a:t>C)x = -33</a:t>
            </a:r>
            <a:r>
              <a:rPr lang="zh-CN" altLang="en-US" dirty="0"/>
              <a:t>，</a:t>
            </a:r>
            <a:r>
              <a:rPr lang="en-US" altLang="zh-CN" dirty="0"/>
              <a:t>y = 65</a:t>
            </a:r>
            <a:r>
              <a:rPr lang="zh-CN" altLang="en-US" dirty="0"/>
              <a:t>，</a:t>
            </a:r>
            <a:r>
              <a:rPr lang="en-US" altLang="zh-CN" dirty="0"/>
              <a:t>x-y </a:t>
            </a:r>
            <a:r>
              <a:rPr lang="zh-CN" altLang="en-US" dirty="0"/>
              <a:t>的机器数为</a:t>
            </a:r>
            <a:r>
              <a:rPr lang="en-US" altLang="zh-CN" dirty="0"/>
              <a:t>FFFF FF9EH</a:t>
            </a:r>
            <a:endParaRPr lang="en-US" altLang="zh-CN" dirty="0"/>
          </a:p>
          <a:p>
            <a:pPr marL="0" indent="0">
              <a:buNone/>
            </a:pPr>
            <a:r>
              <a:rPr lang="en-US" altLang="zh-CN" dirty="0"/>
              <a:t>D)x=-65</a:t>
            </a:r>
            <a:r>
              <a:rPr lang="zh-CN" altLang="en-US" dirty="0"/>
              <a:t>，</a:t>
            </a:r>
            <a:r>
              <a:rPr lang="en-US" altLang="zh-CN" dirty="0"/>
              <a:t>y = 41</a:t>
            </a:r>
            <a:r>
              <a:rPr lang="zh-CN" altLang="en-US" dirty="0"/>
              <a:t>，</a:t>
            </a:r>
            <a:r>
              <a:rPr lang="en-US" altLang="zh-CN" dirty="0"/>
              <a:t>x-y </a:t>
            </a:r>
            <a:r>
              <a:rPr lang="zh-CN" altLang="en-US" dirty="0"/>
              <a:t>的机器数为</a:t>
            </a:r>
            <a:r>
              <a:rPr lang="en-US" altLang="zh-CN" dirty="0"/>
              <a:t>FFFF FF96H</a:t>
            </a:r>
            <a:endParaRPr lang="en-US" altLang="zh-C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r>
              <a:rPr lang="zh-CN" altLang="en-US" dirty="0"/>
              <a:t>补充</a:t>
            </a:r>
            <a:r>
              <a:rPr lang="en-US" altLang="zh-CN" dirty="0"/>
              <a:t>1.17</a:t>
            </a:r>
            <a:endParaRPr lang="zh-CN" altLang="en-US" dirty="0"/>
          </a:p>
        </p:txBody>
      </p:sp>
      <p:sp>
        <p:nvSpPr>
          <p:cNvPr id="34" name="文本框 33"/>
          <p:cNvSpPr txBox="1"/>
          <p:nvPr/>
        </p:nvSpPr>
        <p:spPr>
          <a:xfrm>
            <a:off x="2032000" y="293848"/>
            <a:ext cx="5080000" cy="737235"/>
          </a:xfrm>
          <a:prstGeom prst="rect">
            <a:avLst/>
          </a:prstGeom>
        </p:spPr>
        <p:txBody>
          <a:bodyPr>
            <a:spAutoFit/>
          </a:bodyPr>
          <a:p>
            <a:endParaRPr lang="en-US" altLang="zh-CN" sz="2600"/>
          </a:p>
          <a:p>
            <a:pPr marL="0" indent="0" algn="just" defTabSz="266700">
              <a:spcBef>
                <a:spcPct val="0"/>
              </a:spcBef>
              <a:spcAft>
                <a:spcPct val="0"/>
              </a:spcAft>
            </a:pPr>
            <a:r>
              <a:rPr lang="en-US" altLang="zh-CN" sz="1600">
                <a:solidFill>
                  <a:srgbClr val="0070C0"/>
                </a:solidFill>
                <a:latin typeface="等线" panose="02010600030101010101" charset="-122"/>
                <a:ea typeface="等线" panose="02010600030101010101" charset="-122"/>
              </a:rPr>
              <a:t> </a:t>
            </a:r>
            <a:endParaRPr lang="en-US" altLang="zh-CN" sz="1600">
              <a:solidFill>
                <a:srgbClr val="0070C0"/>
              </a:solidFill>
              <a:latin typeface="等线" panose="02010600030101010101" charset="-122"/>
              <a:ea typeface="等线" panose="02010600030101010101" charset="-122"/>
            </a:endParaRPr>
          </a:p>
        </p:txBody>
      </p:sp>
      <p:sp>
        <p:nvSpPr>
          <p:cNvPr id="46" name="文本框 45"/>
          <p:cNvSpPr txBox="1"/>
          <p:nvPr/>
        </p:nvSpPr>
        <p:spPr>
          <a:xfrm>
            <a:off x="2032000" y="5862160"/>
            <a:ext cx="5080000" cy="737235"/>
          </a:xfrm>
          <a:prstGeom prst="rect">
            <a:avLst/>
          </a:prstGeom>
        </p:spPr>
        <p:txBody>
          <a:bodyPr>
            <a:spAutoFit/>
          </a:bodyPr>
          <a:p>
            <a:endParaRPr lang="en-US" altLang="zh-CN" sz="2600"/>
          </a:p>
          <a:p>
            <a:pPr marL="0" indent="0" algn="just" defTabSz="266700">
              <a:spcBef>
                <a:spcPct val="0"/>
              </a:spcBef>
              <a:spcAft>
                <a:spcPct val="0"/>
              </a:spcAft>
            </a:pPr>
            <a:r>
              <a:rPr lang="en-US" altLang="zh-CN" sz="1600">
                <a:solidFill>
                  <a:srgbClr val="0070C0"/>
                </a:solidFill>
                <a:latin typeface="等线" panose="02010600030101010101" charset="-122"/>
                <a:ea typeface="等线" panose="02010600030101010101" charset="-122"/>
              </a:rPr>
              <a:t> </a:t>
            </a:r>
            <a:endParaRPr lang="en-US" altLang="zh-CN" sz="1600">
              <a:solidFill>
                <a:srgbClr val="0070C0"/>
              </a:solidFill>
              <a:latin typeface="等线" panose="02010600030101010101" charset="-122"/>
              <a:ea typeface="等线" panose="02010600030101010101" charset="-122"/>
            </a:endParaRPr>
          </a:p>
        </p:txBody>
      </p:sp>
      <p:sp>
        <p:nvSpPr>
          <p:cNvPr id="53" name="文本框 52"/>
          <p:cNvSpPr txBox="1"/>
          <p:nvPr/>
        </p:nvSpPr>
        <p:spPr>
          <a:xfrm>
            <a:off x="331470" y="1099820"/>
            <a:ext cx="8774430" cy="2245360"/>
          </a:xfrm>
          <a:prstGeom prst="rect">
            <a:avLst/>
          </a:prstGeom>
          <a:noFill/>
        </p:spPr>
        <p:txBody>
          <a:bodyPr wrap="square" rtlCol="0" anchor="t">
            <a:spAutoFit/>
          </a:bodyPr>
          <a:p>
            <a:r>
              <a:rPr lang="en-US" altLang="zh-CN" sz="2800" b="1">
                <a:solidFill>
                  <a:srgbClr val="FF0000"/>
                </a:solidFill>
                <a:latin typeface="Times New Roman" panose="02020603050405020304" charset="0"/>
                <a:ea typeface="黑体" panose="02010609060101010101" charset="-122"/>
                <a:cs typeface="Times New Roman" panose="02020603050405020304" charset="0"/>
              </a:rPr>
              <a:t>[</a:t>
            </a:r>
            <a:r>
              <a:rPr lang="zh-CN" altLang="en-US" sz="2800" b="1">
                <a:solidFill>
                  <a:srgbClr val="FF0000"/>
                </a:solidFill>
                <a:latin typeface="Times New Roman" panose="02020603050405020304" charset="0"/>
                <a:ea typeface="黑体" panose="02010609060101010101" charset="-122"/>
                <a:cs typeface="Times New Roman" panose="02020603050405020304" charset="0"/>
              </a:rPr>
              <a:t>结论</a:t>
            </a:r>
            <a:r>
              <a:rPr lang="en-US" altLang="zh-CN" sz="2800" b="1">
                <a:solidFill>
                  <a:srgbClr val="FF0000"/>
                </a:solidFill>
                <a:latin typeface="Times New Roman" panose="02020603050405020304" charset="0"/>
                <a:ea typeface="黑体" panose="02010609060101010101" charset="-122"/>
                <a:cs typeface="Times New Roman" panose="02020603050405020304" charset="0"/>
              </a:rPr>
              <a:t>]  </a:t>
            </a:r>
            <a:r>
              <a:rPr lang="zh-CN" altLang="en-US" sz="2800" b="1">
                <a:solidFill>
                  <a:srgbClr val="FF0000"/>
                </a:solidFill>
                <a:latin typeface="Times New Roman" panose="02020603050405020304" charset="0"/>
                <a:ea typeface="黑体" panose="02010609060101010101" charset="-122"/>
                <a:cs typeface="Times New Roman" panose="02020603050405020304" charset="0"/>
              </a:rPr>
              <a:t>正数的补码与源码</a:t>
            </a:r>
            <a:r>
              <a:rPr lang="zh-CN" altLang="en-US" sz="2800" b="1">
                <a:solidFill>
                  <a:srgbClr val="FF0000"/>
                </a:solidFill>
                <a:latin typeface="Times New Roman" panose="02020603050405020304" charset="0"/>
                <a:ea typeface="黑体" panose="02010609060101010101" charset="-122"/>
                <a:cs typeface="Times New Roman" panose="02020603050405020304" charset="0"/>
              </a:rPr>
              <a:t>相同</a:t>
            </a:r>
            <a:endParaRPr lang="zh-CN" altLang="en-US" sz="2800" b="1">
              <a:solidFill>
                <a:srgbClr val="FF0000"/>
              </a:solidFill>
              <a:latin typeface="Times New Roman" panose="02020603050405020304" charset="0"/>
              <a:ea typeface="黑体" panose="02010609060101010101" charset="-122"/>
              <a:cs typeface="Times New Roman" panose="02020603050405020304" charset="0"/>
            </a:endParaRPr>
          </a:p>
          <a:p>
            <a:r>
              <a:rPr lang="en-US" altLang="zh-CN" sz="2800" b="1">
                <a:solidFill>
                  <a:srgbClr val="FF0000"/>
                </a:solidFill>
                <a:latin typeface="Times New Roman" panose="02020603050405020304" charset="0"/>
                <a:ea typeface="黑体" panose="02010609060101010101" charset="-122"/>
                <a:cs typeface="Times New Roman" panose="02020603050405020304" charset="0"/>
              </a:rPr>
              <a:t>             </a:t>
            </a:r>
            <a:r>
              <a:rPr lang="zh-CN" altLang="en-US" sz="2800" b="1">
                <a:solidFill>
                  <a:srgbClr val="FF0000"/>
                </a:solidFill>
                <a:latin typeface="Times New Roman" panose="02020603050405020304" charset="0"/>
                <a:ea typeface="黑体" panose="02010609060101010101" charset="-122"/>
                <a:cs typeface="Times New Roman" panose="02020603050405020304" charset="0"/>
              </a:rPr>
              <a:t>负数补码</a:t>
            </a:r>
            <a:r>
              <a:rPr lang="en-US" altLang="zh-CN" sz="2800" b="1">
                <a:solidFill>
                  <a:srgbClr val="FF0000"/>
                </a:solidFill>
                <a:latin typeface="Times New Roman" panose="02020603050405020304" charset="0"/>
                <a:ea typeface="黑体" panose="02010609060101010101" charset="-122"/>
                <a:cs typeface="Times New Roman" panose="02020603050405020304" charset="0"/>
              </a:rPr>
              <a:t>=</a:t>
            </a:r>
            <a:r>
              <a:rPr lang="zh-CN" altLang="en-US" sz="2800" b="1">
                <a:solidFill>
                  <a:srgbClr val="FF0000"/>
                </a:solidFill>
                <a:latin typeface="Times New Roman" panose="02020603050405020304" charset="0"/>
                <a:ea typeface="黑体" panose="02010609060101010101" charset="-122"/>
                <a:cs typeface="Times New Roman" panose="02020603050405020304" charset="0"/>
              </a:rPr>
              <a:t>反码</a:t>
            </a:r>
            <a:r>
              <a:rPr lang="en-US" altLang="zh-CN" sz="2800" b="1">
                <a:solidFill>
                  <a:srgbClr val="FF0000"/>
                </a:solidFill>
                <a:latin typeface="Times New Roman" panose="02020603050405020304" charset="0"/>
                <a:ea typeface="黑体" panose="02010609060101010101" charset="-122"/>
                <a:cs typeface="Times New Roman" panose="02020603050405020304" charset="0"/>
              </a:rPr>
              <a:t>(</a:t>
            </a:r>
            <a:r>
              <a:rPr lang="zh-CN" altLang="en-US" sz="2800" b="1">
                <a:solidFill>
                  <a:srgbClr val="FF0000"/>
                </a:solidFill>
                <a:latin typeface="Times New Roman" panose="02020603050405020304" charset="0"/>
                <a:ea typeface="黑体" panose="02010609060101010101" charset="-122"/>
                <a:cs typeface="Times New Roman" panose="02020603050405020304" charset="0"/>
              </a:rPr>
              <a:t>原码除符号位</a:t>
            </a:r>
            <a:r>
              <a:rPr lang="zh-CN" altLang="en-US" sz="2800" b="1">
                <a:solidFill>
                  <a:srgbClr val="FF0000"/>
                </a:solidFill>
                <a:latin typeface="Times New Roman" panose="02020603050405020304" charset="0"/>
                <a:ea typeface="黑体" panose="02010609060101010101" charset="-122"/>
                <a:cs typeface="Times New Roman" panose="02020603050405020304" charset="0"/>
              </a:rPr>
              <a:t>各位取反</a:t>
            </a:r>
            <a:r>
              <a:rPr lang="en-US" altLang="zh-CN" sz="2800" b="1">
                <a:solidFill>
                  <a:srgbClr val="FF0000"/>
                </a:solidFill>
                <a:latin typeface="Times New Roman" panose="02020603050405020304" charset="0"/>
                <a:ea typeface="黑体" panose="02010609060101010101" charset="-122"/>
                <a:cs typeface="Times New Roman" panose="02020603050405020304" charset="0"/>
              </a:rPr>
              <a:t>)+1</a:t>
            </a:r>
            <a:endParaRPr lang="en-US" altLang="zh-CN" sz="2800" b="1">
              <a:solidFill>
                <a:srgbClr val="FF0000"/>
              </a:solidFill>
              <a:latin typeface="Times New Roman" panose="02020603050405020304" charset="0"/>
              <a:ea typeface="黑体" panose="02010609060101010101" charset="-122"/>
              <a:cs typeface="Times New Roman" panose="02020603050405020304" charset="0"/>
            </a:endParaRPr>
          </a:p>
          <a:p>
            <a:r>
              <a:rPr lang="en-US" altLang="zh-CN" sz="2800" b="1">
                <a:solidFill>
                  <a:srgbClr val="1818FF"/>
                </a:solidFill>
                <a:latin typeface="Times New Roman" panose="02020603050405020304" charset="0"/>
                <a:ea typeface="黑体" panose="02010609060101010101" charset="-122"/>
                <a:cs typeface="Times New Roman" panose="02020603050405020304" charset="0"/>
                <a:sym typeface="+mn-ea"/>
              </a:rPr>
              <a:t>[</a:t>
            </a:r>
            <a:r>
              <a:rPr lang="zh-CN" altLang="en-US" sz="2800" b="1">
                <a:solidFill>
                  <a:srgbClr val="1818FF"/>
                </a:solidFill>
                <a:latin typeface="Times New Roman" panose="02020603050405020304" charset="0"/>
                <a:ea typeface="黑体" panose="02010609060101010101" charset="-122"/>
                <a:cs typeface="Times New Roman" panose="02020603050405020304" charset="0"/>
                <a:sym typeface="+mn-ea"/>
              </a:rPr>
              <a:t>解析</a:t>
            </a:r>
            <a:r>
              <a:rPr lang="en-US" altLang="zh-CN" sz="2800" b="1">
                <a:solidFill>
                  <a:srgbClr val="1818FF"/>
                </a:solidFill>
                <a:latin typeface="Times New Roman" panose="02020603050405020304" charset="0"/>
                <a:ea typeface="黑体" panose="02010609060101010101" charset="-122"/>
                <a:cs typeface="Times New Roman" panose="02020603050405020304" charset="0"/>
                <a:sym typeface="+mn-ea"/>
              </a:rPr>
              <a:t>]  </a:t>
            </a:r>
            <a:r>
              <a:rPr lang="zh-CN" altLang="en-US" sz="2800" b="1">
                <a:solidFill>
                  <a:srgbClr val="1818FF"/>
                </a:solidFill>
                <a:latin typeface="Times New Roman" panose="02020603050405020304" charset="0"/>
                <a:ea typeface="黑体" panose="02010609060101010101" charset="-122"/>
                <a:cs typeface="Times New Roman" panose="02020603050405020304" charset="0"/>
                <a:sym typeface="+mn-ea"/>
              </a:rPr>
              <a:t>容易看出</a:t>
            </a:r>
            <a:r>
              <a:rPr lang="en-US" altLang="zh-CN" sz="2800" b="1">
                <a:solidFill>
                  <a:srgbClr val="1818FF"/>
                </a:solidFill>
                <a:latin typeface="Times New Roman" panose="02020603050405020304" charset="0"/>
                <a:ea typeface="黑体" panose="02010609060101010101" charset="-122"/>
                <a:cs typeface="Times New Roman" panose="02020603050405020304" charset="0"/>
                <a:sym typeface="+mn-ea"/>
              </a:rPr>
              <a:t>y=65 --&gt; </a:t>
            </a:r>
            <a:r>
              <a:rPr lang="zh-CN" altLang="en-US" sz="2800" b="1">
                <a:solidFill>
                  <a:srgbClr val="1818FF"/>
                </a:solidFill>
                <a:latin typeface="Times New Roman" panose="02020603050405020304" charset="0"/>
                <a:ea typeface="黑体" panose="02010609060101010101" charset="-122"/>
                <a:cs typeface="Times New Roman" panose="02020603050405020304" charset="0"/>
                <a:sym typeface="+mn-ea"/>
              </a:rPr>
              <a:t>排除</a:t>
            </a:r>
            <a:r>
              <a:rPr lang="en-US" altLang="zh-CN" sz="2800" b="1">
                <a:solidFill>
                  <a:srgbClr val="1818FF"/>
                </a:solidFill>
                <a:latin typeface="Times New Roman" panose="02020603050405020304" charset="0"/>
                <a:ea typeface="黑体" panose="02010609060101010101" charset="-122"/>
                <a:cs typeface="Times New Roman" panose="02020603050405020304" charset="0"/>
                <a:sym typeface="+mn-ea"/>
              </a:rPr>
              <a:t>A</a:t>
            </a:r>
            <a:r>
              <a:rPr lang="zh-CN" altLang="en-US" sz="2800" b="1">
                <a:solidFill>
                  <a:srgbClr val="1818FF"/>
                </a:solidFill>
                <a:latin typeface="Times New Roman" panose="02020603050405020304" charset="0"/>
                <a:ea typeface="黑体" panose="02010609060101010101" charset="-122"/>
                <a:cs typeface="Times New Roman" panose="02020603050405020304" charset="0"/>
                <a:sym typeface="+mn-ea"/>
              </a:rPr>
              <a:t>、</a:t>
            </a:r>
            <a:r>
              <a:rPr lang="en-US" altLang="zh-CN" sz="2800" b="1">
                <a:solidFill>
                  <a:srgbClr val="1818FF"/>
                </a:solidFill>
                <a:latin typeface="Times New Roman" panose="02020603050405020304" charset="0"/>
                <a:ea typeface="黑体" panose="02010609060101010101" charset="-122"/>
                <a:cs typeface="Times New Roman" panose="02020603050405020304" charset="0"/>
                <a:sym typeface="+mn-ea"/>
              </a:rPr>
              <a:t>D --&gt; </a:t>
            </a:r>
            <a:r>
              <a:rPr lang="en-US" altLang="zh-CN" sz="2800" b="1" dirty="0">
                <a:solidFill>
                  <a:srgbClr val="1818FF"/>
                </a:solidFill>
                <a:latin typeface="Times New Roman" panose="02020603050405020304" charset="0"/>
                <a:cs typeface="Times New Roman" panose="02020603050405020304" charset="0"/>
                <a:sym typeface="+mn-ea"/>
              </a:rPr>
              <a:t>x=-33, y=65</a:t>
            </a:r>
            <a:endParaRPr lang="en-US" altLang="zh-CN" sz="2800" b="1" dirty="0">
              <a:solidFill>
                <a:srgbClr val="1818FF"/>
              </a:solidFill>
              <a:latin typeface="Times New Roman" panose="02020603050405020304" charset="0"/>
              <a:cs typeface="Times New Roman" panose="02020603050405020304" charset="0"/>
              <a:sym typeface="+mn-ea"/>
            </a:endParaRPr>
          </a:p>
          <a:p>
            <a:r>
              <a:rPr lang="en-US" altLang="zh-CN" sz="2800" b="1" dirty="0">
                <a:solidFill>
                  <a:srgbClr val="1818FF"/>
                </a:solidFill>
                <a:latin typeface="Times New Roman" panose="02020603050405020304" charset="0"/>
                <a:cs typeface="Times New Roman" panose="02020603050405020304" charset="0"/>
                <a:sym typeface="+mn-ea"/>
              </a:rPr>
              <a:t>             --&gt; x-y=-98</a:t>
            </a:r>
            <a:endParaRPr lang="en-US" altLang="zh-CN" sz="2800" b="1" dirty="0">
              <a:solidFill>
                <a:srgbClr val="1818FF"/>
              </a:solidFill>
              <a:latin typeface="Times New Roman" panose="02020603050405020304" charset="0"/>
              <a:cs typeface="Times New Roman" panose="02020603050405020304" charset="0"/>
              <a:sym typeface="+mn-ea"/>
            </a:endParaRPr>
          </a:p>
          <a:p>
            <a:r>
              <a:rPr lang="en-US" altLang="zh-CN" sz="2800" b="1">
                <a:solidFill>
                  <a:srgbClr val="1818FF"/>
                </a:solidFill>
                <a:latin typeface="Times New Roman" panose="02020603050405020304" charset="0"/>
                <a:ea typeface="黑体" panose="02010609060101010101" charset="-122"/>
                <a:cs typeface="Times New Roman" panose="02020603050405020304" charset="0"/>
              </a:rPr>
              <a:t>             11100010</a:t>
            </a:r>
            <a:r>
              <a:rPr lang="zh-CN" altLang="en-US" sz="2800" b="1" baseline="-25000">
                <a:solidFill>
                  <a:srgbClr val="1818FF"/>
                </a:solidFill>
                <a:latin typeface="Times New Roman" panose="02020603050405020304" charset="0"/>
                <a:ea typeface="黑体" panose="02010609060101010101" charset="-122"/>
                <a:cs typeface="Times New Roman" panose="02020603050405020304" charset="0"/>
              </a:rPr>
              <a:t>原</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  --&gt; 10011101</a:t>
            </a:r>
            <a:r>
              <a:rPr lang="zh-CN" altLang="en-US" sz="2800" b="1" baseline="-25000">
                <a:solidFill>
                  <a:srgbClr val="1818FF"/>
                </a:solidFill>
                <a:latin typeface="Times New Roman" panose="02020603050405020304" charset="0"/>
                <a:ea typeface="黑体" panose="02010609060101010101" charset="-122"/>
                <a:cs typeface="Times New Roman" panose="02020603050405020304" charset="0"/>
              </a:rPr>
              <a:t>反</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 --&gt; 10011110</a:t>
            </a:r>
            <a:r>
              <a:rPr lang="zh-CN" altLang="en-US" sz="2800" b="1" baseline="-25000">
                <a:solidFill>
                  <a:srgbClr val="1818FF"/>
                </a:solidFill>
                <a:latin typeface="Times New Roman" panose="02020603050405020304" charset="0"/>
                <a:ea typeface="黑体" panose="02010609060101010101" charset="-122"/>
                <a:cs typeface="Times New Roman" panose="02020603050405020304" charset="0"/>
              </a:rPr>
              <a:t>补</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=9EH</a:t>
            </a:r>
            <a:endParaRPr lang="en-US" altLang="zh-CN" sz="2800" b="1">
              <a:solidFill>
                <a:srgbClr val="1818FF"/>
              </a:solidFill>
              <a:latin typeface="Times New Roman" panose="02020603050405020304" charset="0"/>
              <a:ea typeface="黑体" panose="02010609060101010101" charset="-122"/>
              <a:cs typeface="Times New Roman" panose="02020603050405020304" charset="0"/>
            </a:endParaRPr>
          </a:p>
        </p:txBody>
      </p:sp>
      <p:sp>
        <p:nvSpPr>
          <p:cNvPr id="54" name="文本框 53"/>
          <p:cNvSpPr txBox="1"/>
          <p:nvPr/>
        </p:nvSpPr>
        <p:spPr>
          <a:xfrm>
            <a:off x="403860" y="3488690"/>
            <a:ext cx="2699385" cy="953135"/>
          </a:xfrm>
          <a:prstGeom prst="rect">
            <a:avLst/>
          </a:prstGeom>
          <a:noFill/>
        </p:spPr>
        <p:txBody>
          <a:bodyPr wrap="square" rtlCol="0">
            <a:spAutoFit/>
          </a:bodyPr>
          <a:p>
            <a:r>
              <a:rPr lang="zh-CN" altLang="en-US" sz="2800"/>
              <a:t>如果按照补码定义来计算：</a:t>
            </a:r>
            <a:endParaRPr lang="zh-CN" altLang="en-US" sz="2800"/>
          </a:p>
        </p:txBody>
      </p:sp>
      <p:pic>
        <p:nvPicPr>
          <p:cNvPr id="55" name="图片 54"/>
          <p:cNvPicPr>
            <a:picLocks noChangeAspect="1"/>
          </p:cNvPicPr>
          <p:nvPr/>
        </p:nvPicPr>
        <p:blipFill>
          <a:blip r:embed="rId1"/>
          <a:stretch>
            <a:fillRect/>
          </a:stretch>
        </p:blipFill>
        <p:spPr>
          <a:xfrm>
            <a:off x="3103245" y="3345180"/>
            <a:ext cx="5630545" cy="346583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r>
              <a:rPr lang="zh-CN" altLang="en-US" dirty="0"/>
              <a:t>补充</a:t>
            </a:r>
            <a:r>
              <a:rPr lang="en-US" altLang="zh-CN" dirty="0"/>
              <a:t>1.18</a:t>
            </a:r>
            <a:endParaRPr lang="zh-CN" altLang="en-US" dirty="0"/>
          </a:p>
        </p:txBody>
      </p:sp>
      <p:sp>
        <p:nvSpPr>
          <p:cNvPr id="34" name="文本框 33"/>
          <p:cNvSpPr txBox="1"/>
          <p:nvPr/>
        </p:nvSpPr>
        <p:spPr>
          <a:xfrm>
            <a:off x="2032000" y="293848"/>
            <a:ext cx="5080000" cy="737235"/>
          </a:xfrm>
          <a:prstGeom prst="rect">
            <a:avLst/>
          </a:prstGeom>
        </p:spPr>
        <p:txBody>
          <a:bodyPr>
            <a:spAutoFit/>
          </a:bodyPr>
          <a:p>
            <a:endParaRPr lang="en-US" altLang="zh-CN" sz="2600"/>
          </a:p>
          <a:p>
            <a:pPr marL="0" indent="0" algn="just" defTabSz="266700">
              <a:spcBef>
                <a:spcPct val="0"/>
              </a:spcBef>
              <a:spcAft>
                <a:spcPct val="0"/>
              </a:spcAft>
            </a:pPr>
            <a:r>
              <a:rPr lang="en-US" altLang="zh-CN" sz="1600">
                <a:solidFill>
                  <a:srgbClr val="0070C0"/>
                </a:solidFill>
                <a:latin typeface="等线" panose="02010600030101010101" charset="-122"/>
                <a:ea typeface="等线" panose="02010600030101010101" charset="-122"/>
              </a:rPr>
              <a:t> </a:t>
            </a:r>
            <a:endParaRPr lang="en-US" altLang="zh-CN" sz="1600">
              <a:solidFill>
                <a:srgbClr val="0070C0"/>
              </a:solidFill>
              <a:latin typeface="等线" panose="02010600030101010101" charset="-122"/>
              <a:ea typeface="等线" panose="02010600030101010101" charset="-122"/>
            </a:endParaRPr>
          </a:p>
        </p:txBody>
      </p:sp>
      <p:sp>
        <p:nvSpPr>
          <p:cNvPr id="46" name="文本框 45"/>
          <p:cNvSpPr txBox="1"/>
          <p:nvPr/>
        </p:nvSpPr>
        <p:spPr>
          <a:xfrm>
            <a:off x="2052320" y="5671025"/>
            <a:ext cx="5080000" cy="737235"/>
          </a:xfrm>
          <a:prstGeom prst="rect">
            <a:avLst/>
          </a:prstGeom>
        </p:spPr>
        <p:txBody>
          <a:bodyPr>
            <a:spAutoFit/>
          </a:bodyPr>
          <a:p>
            <a:endParaRPr lang="en-US" altLang="zh-CN" sz="2600"/>
          </a:p>
          <a:p>
            <a:pPr marL="0" indent="0" algn="just" defTabSz="266700">
              <a:spcBef>
                <a:spcPct val="0"/>
              </a:spcBef>
              <a:spcAft>
                <a:spcPct val="0"/>
              </a:spcAft>
            </a:pPr>
            <a:r>
              <a:rPr lang="en-US" altLang="zh-CN" sz="1600">
                <a:solidFill>
                  <a:srgbClr val="0070C0"/>
                </a:solidFill>
                <a:latin typeface="等线" panose="02010600030101010101" charset="-122"/>
                <a:ea typeface="等线" panose="02010600030101010101" charset="-122"/>
              </a:rPr>
              <a:t> </a:t>
            </a:r>
            <a:endParaRPr lang="en-US" altLang="zh-CN" sz="1600">
              <a:solidFill>
                <a:srgbClr val="0070C0"/>
              </a:solidFill>
              <a:latin typeface="等线" panose="02010600030101010101" charset="-122"/>
              <a:ea typeface="等线" panose="02010600030101010101" charset="-122"/>
            </a:endParaRPr>
          </a:p>
        </p:txBody>
      </p:sp>
      <p:sp>
        <p:nvSpPr>
          <p:cNvPr id="2" name="文本框 1"/>
          <p:cNvSpPr txBox="1"/>
          <p:nvPr/>
        </p:nvSpPr>
        <p:spPr>
          <a:xfrm>
            <a:off x="457200" y="1182370"/>
            <a:ext cx="8293735" cy="3107690"/>
          </a:xfrm>
          <a:prstGeom prst="rect">
            <a:avLst/>
          </a:prstGeom>
          <a:noFill/>
        </p:spPr>
        <p:txBody>
          <a:bodyPr wrap="square" rtlCol="0" anchor="t">
            <a:spAutoFit/>
          </a:bodyPr>
          <a:p>
            <a:r>
              <a:rPr lang="zh-CN" altLang="en-US" sz="2800"/>
              <a:t>已知带符号整数用补码表示，</a:t>
            </a:r>
            <a:r>
              <a:rPr lang="en-US" altLang="zh-CN" sz="2800"/>
              <a:t>f</a:t>
            </a:r>
            <a:r>
              <a:rPr lang="en-US" altLang="zh-CN" sz="2800"/>
              <a:t>loat</a:t>
            </a:r>
            <a:r>
              <a:rPr lang="zh-CN" altLang="en-US" sz="2800"/>
              <a:t>型数据用</a:t>
            </a:r>
            <a:r>
              <a:rPr lang="en-US" altLang="zh-CN" sz="2800"/>
              <a:t>IEEE754</a:t>
            </a:r>
            <a:r>
              <a:rPr lang="zh-CN" altLang="en-US" sz="2800"/>
              <a:t>标准表示。假定变量</a:t>
            </a:r>
            <a:r>
              <a:rPr lang="en-US" altLang="zh-CN" sz="2800"/>
              <a:t>x</a:t>
            </a:r>
            <a:r>
              <a:rPr lang="zh-CN" altLang="en-US" sz="2800"/>
              <a:t>的类型只可能是</a:t>
            </a:r>
            <a:r>
              <a:rPr lang="en-US" altLang="zh-CN" sz="2800"/>
              <a:t>int</a:t>
            </a:r>
            <a:r>
              <a:rPr lang="zh-CN" altLang="en-US" sz="2800"/>
              <a:t>或</a:t>
            </a:r>
            <a:r>
              <a:rPr lang="en-US" altLang="zh-CN" sz="2800"/>
              <a:t>float</a:t>
            </a:r>
            <a:r>
              <a:rPr lang="zh-CN" altLang="en-US" sz="2800"/>
              <a:t>，当</a:t>
            </a:r>
            <a:r>
              <a:rPr lang="en-US" altLang="zh-CN" sz="2800"/>
              <a:t>x</a:t>
            </a:r>
            <a:r>
              <a:rPr lang="zh-CN" altLang="en-US" sz="2800"/>
              <a:t>的机器数为</a:t>
            </a:r>
            <a:r>
              <a:rPr lang="en-US" altLang="zh-CN" sz="2800"/>
              <a:t>C800 0000H</a:t>
            </a:r>
            <a:r>
              <a:rPr lang="zh-CN" altLang="en-US" sz="2800"/>
              <a:t>时，</a:t>
            </a:r>
            <a:r>
              <a:rPr lang="en-US" altLang="zh-CN" sz="2800"/>
              <a:t>x</a:t>
            </a:r>
            <a:r>
              <a:rPr lang="zh-CN" altLang="en-US" sz="2800"/>
              <a:t>的值可能是（</a:t>
            </a:r>
            <a:r>
              <a:rPr lang="en-US" altLang="zh-CN" sz="2800" b="1">
                <a:solidFill>
                  <a:srgbClr val="1818FF"/>
                </a:solidFill>
                <a:latin typeface="Times New Roman" panose="02020603050405020304" charset="0"/>
                <a:cs typeface="Times New Roman" panose="02020603050405020304" charset="0"/>
              </a:rPr>
              <a:t>A</a:t>
            </a:r>
            <a:r>
              <a:rPr lang="zh-CN" altLang="en-US" sz="2800"/>
              <a:t>）</a:t>
            </a:r>
            <a:endParaRPr lang="zh-CN" altLang="en-US" sz="2800"/>
          </a:p>
          <a:p>
            <a:r>
              <a:rPr lang="en-US" altLang="zh-CN" sz="2800"/>
              <a:t>A)-7</a:t>
            </a:r>
            <a:r>
              <a:rPr lang="en-US" altLang="en-US" sz="2800"/>
              <a:t>×</a:t>
            </a:r>
            <a:r>
              <a:rPr lang="en-US" altLang="zh-CN" sz="2800"/>
              <a:t>2</a:t>
            </a:r>
            <a:r>
              <a:rPr lang="en-US" altLang="zh-CN" sz="2800" baseline="30000"/>
              <a:t>27</a:t>
            </a:r>
            <a:endParaRPr lang="en-US" altLang="zh-CN" sz="2800"/>
          </a:p>
          <a:p>
            <a:r>
              <a:rPr lang="en-US" altLang="zh-CN" sz="2800"/>
              <a:t>B)-2</a:t>
            </a:r>
            <a:r>
              <a:rPr lang="en-US" altLang="zh-CN" sz="2800" baseline="30000"/>
              <a:t>16</a:t>
            </a:r>
            <a:endParaRPr lang="en-US" altLang="zh-CN" sz="2800"/>
          </a:p>
          <a:p>
            <a:r>
              <a:rPr lang="en-US" altLang="zh-CN" sz="2800"/>
              <a:t>C)2</a:t>
            </a:r>
            <a:r>
              <a:rPr lang="en-US" altLang="zh-CN" sz="2800" baseline="30000"/>
              <a:t>17</a:t>
            </a:r>
            <a:endParaRPr lang="en-US" altLang="zh-CN" sz="2800"/>
          </a:p>
          <a:p>
            <a:r>
              <a:rPr lang="en-US" altLang="zh-CN" sz="2800"/>
              <a:t>D)25</a:t>
            </a:r>
            <a:r>
              <a:rPr lang="en-US" altLang="en-US" sz="2800"/>
              <a:t>×</a:t>
            </a:r>
            <a:r>
              <a:rPr lang="en-US" altLang="zh-CN" sz="2800"/>
              <a:t>2</a:t>
            </a:r>
            <a:r>
              <a:rPr lang="en-US" altLang="zh-CN" sz="2800" baseline="30000"/>
              <a:t>27</a:t>
            </a:r>
            <a:endParaRPr lang="en-US" altLang="zh-CN" sz="2800" baseline="30000"/>
          </a:p>
        </p:txBody>
      </p:sp>
      <p:sp>
        <p:nvSpPr>
          <p:cNvPr id="10" name="文本框 9"/>
          <p:cNvSpPr txBox="1"/>
          <p:nvPr/>
        </p:nvSpPr>
        <p:spPr>
          <a:xfrm>
            <a:off x="102870" y="4907915"/>
            <a:ext cx="7177405" cy="521970"/>
          </a:xfrm>
          <a:prstGeom prst="rect">
            <a:avLst/>
          </a:prstGeom>
          <a:noFill/>
        </p:spPr>
        <p:txBody>
          <a:bodyPr wrap="square" rtlCol="0" anchor="t">
            <a:spAutoFit/>
          </a:bodyPr>
          <a:p>
            <a:r>
              <a:rPr lang="en-US" altLang="zh-CN" sz="2800" b="1">
                <a:solidFill>
                  <a:srgbClr val="1818FF"/>
                </a:solidFill>
                <a:latin typeface="Times New Roman" panose="02020603050405020304" charset="0"/>
                <a:ea typeface="黑体" panose="02010609060101010101" charset="-122"/>
                <a:cs typeface="Times New Roman" panose="02020603050405020304" charset="0"/>
                <a:sym typeface="+mn-ea"/>
              </a:rPr>
              <a:t>(1) </a:t>
            </a:r>
            <a:r>
              <a:rPr lang="zh-CN" altLang="en-US" sz="2800" b="1">
                <a:solidFill>
                  <a:srgbClr val="1818FF"/>
                </a:solidFill>
                <a:latin typeface="Times New Roman" panose="02020603050405020304" charset="0"/>
                <a:ea typeface="黑体" panose="02010609060101010101" charset="-122"/>
                <a:cs typeface="Times New Roman" panose="02020603050405020304" charset="0"/>
                <a:sym typeface="+mn-ea"/>
              </a:rPr>
              <a:t>若</a:t>
            </a:r>
            <a:r>
              <a:rPr lang="en-US" altLang="zh-CN" sz="2800" b="1" i="1">
                <a:solidFill>
                  <a:srgbClr val="1818FF"/>
                </a:solidFill>
                <a:latin typeface="Times New Roman" panose="02020603050405020304" charset="0"/>
                <a:ea typeface="黑体" panose="02010609060101010101" charset="-122"/>
                <a:cs typeface="Times New Roman" panose="02020603050405020304" charset="0"/>
                <a:sym typeface="+mn-ea"/>
              </a:rPr>
              <a:t>x</a:t>
            </a:r>
            <a:r>
              <a:rPr lang="zh-CN" altLang="en-US" sz="2800" b="1">
                <a:solidFill>
                  <a:srgbClr val="1818FF"/>
                </a:solidFill>
                <a:latin typeface="Times New Roman" panose="02020603050405020304" charset="0"/>
                <a:ea typeface="黑体" panose="02010609060101010101" charset="-122"/>
                <a:cs typeface="Times New Roman" panose="02020603050405020304" charset="0"/>
                <a:sym typeface="+mn-ea"/>
              </a:rPr>
              <a:t>是</a:t>
            </a:r>
            <a:r>
              <a:rPr lang="en-US" altLang="zh-CN" sz="2800" b="1">
                <a:solidFill>
                  <a:srgbClr val="1818FF"/>
                </a:solidFill>
                <a:latin typeface="Times New Roman" panose="02020603050405020304" charset="0"/>
                <a:ea typeface="黑体" panose="02010609060101010101" charset="-122"/>
                <a:cs typeface="Times New Roman" panose="02020603050405020304" charset="0"/>
                <a:sym typeface="+mn-ea"/>
              </a:rPr>
              <a:t>float</a:t>
            </a:r>
            <a:r>
              <a:rPr lang="zh-CN" altLang="en-US" sz="2800" b="1">
                <a:solidFill>
                  <a:srgbClr val="1818FF"/>
                </a:solidFill>
                <a:latin typeface="Times New Roman" panose="02020603050405020304" charset="0"/>
                <a:ea typeface="黑体" panose="02010609060101010101" charset="-122"/>
                <a:cs typeface="Times New Roman" panose="02020603050405020304" charset="0"/>
                <a:sym typeface="+mn-ea"/>
              </a:rPr>
              <a:t>类型</a:t>
            </a:r>
            <a:endParaRPr lang="zh-CN" altLang="en-US" sz="2800" b="1">
              <a:solidFill>
                <a:srgbClr val="1818FF"/>
              </a:solidFill>
              <a:latin typeface="Times New Roman" panose="02020603050405020304" charset="0"/>
              <a:ea typeface="黑体" panose="02010609060101010101" charset="-122"/>
              <a:cs typeface="Times New Roman" panose="02020603050405020304" charset="0"/>
              <a:sym typeface="+mn-ea"/>
            </a:endParaRPr>
          </a:p>
        </p:txBody>
      </p:sp>
      <p:pic>
        <p:nvPicPr>
          <p:cNvPr id="11" name="图片 10"/>
          <p:cNvPicPr>
            <a:picLocks noChangeAspect="1"/>
          </p:cNvPicPr>
          <p:nvPr/>
        </p:nvPicPr>
        <p:blipFill>
          <a:blip r:embed="rId1"/>
          <a:stretch>
            <a:fillRect/>
          </a:stretch>
        </p:blipFill>
        <p:spPr>
          <a:xfrm>
            <a:off x="3131820" y="4907915"/>
            <a:ext cx="3152775" cy="438150"/>
          </a:xfrm>
          <a:prstGeom prst="rect">
            <a:avLst/>
          </a:prstGeom>
        </p:spPr>
      </p:pic>
      <p:pic>
        <p:nvPicPr>
          <p:cNvPr id="13" name="图片 12"/>
          <p:cNvPicPr>
            <a:picLocks noChangeAspect="1"/>
          </p:cNvPicPr>
          <p:nvPr/>
        </p:nvPicPr>
        <p:blipFill>
          <a:blip r:embed="rId2"/>
          <a:stretch>
            <a:fillRect/>
          </a:stretch>
        </p:blipFill>
        <p:spPr>
          <a:xfrm>
            <a:off x="82550" y="5481955"/>
            <a:ext cx="9003030" cy="790575"/>
          </a:xfrm>
          <a:prstGeom prst="rect">
            <a:avLst/>
          </a:prstGeom>
        </p:spPr>
      </p:pic>
      <p:sp>
        <p:nvSpPr>
          <p:cNvPr id="3" name="文本框 2"/>
          <p:cNvSpPr txBox="1"/>
          <p:nvPr/>
        </p:nvSpPr>
        <p:spPr>
          <a:xfrm>
            <a:off x="82550" y="4385945"/>
            <a:ext cx="4572000" cy="521970"/>
          </a:xfrm>
          <a:prstGeom prst="rect">
            <a:avLst/>
          </a:prstGeom>
          <a:noFill/>
        </p:spPr>
        <p:txBody>
          <a:bodyPr wrap="square" rtlCol="0" anchor="t">
            <a:spAutoFit/>
          </a:bodyPr>
          <a:p>
            <a:r>
              <a:rPr lang="en-US" altLang="zh-CN" sz="2800" b="1">
                <a:solidFill>
                  <a:srgbClr val="1818FF"/>
                </a:solidFill>
                <a:latin typeface="Times New Roman" panose="02020603050405020304" charset="0"/>
                <a:ea typeface="黑体" panose="02010609060101010101" charset="-122"/>
                <a:cs typeface="Times New Roman" panose="02020603050405020304" charset="0"/>
                <a:sym typeface="+mn-ea"/>
              </a:rPr>
              <a:t>[</a:t>
            </a:r>
            <a:r>
              <a:rPr lang="zh-CN" altLang="en-US" sz="2800" b="1">
                <a:solidFill>
                  <a:srgbClr val="1818FF"/>
                </a:solidFill>
                <a:latin typeface="Times New Roman" panose="02020603050405020304" charset="0"/>
                <a:ea typeface="黑体" panose="02010609060101010101" charset="-122"/>
                <a:cs typeface="Times New Roman" panose="02020603050405020304" charset="0"/>
                <a:sym typeface="+mn-ea"/>
              </a:rPr>
              <a:t>解析</a:t>
            </a:r>
            <a:r>
              <a:rPr lang="en-US" altLang="zh-CN" sz="2800" b="1">
                <a:solidFill>
                  <a:srgbClr val="1818FF"/>
                </a:solidFill>
                <a:latin typeface="Times New Roman" panose="02020603050405020304" charset="0"/>
                <a:ea typeface="黑体" panose="02010609060101010101" charset="-122"/>
                <a:cs typeface="Times New Roman" panose="02020603050405020304" charset="0"/>
                <a:sym typeface="+mn-ea"/>
              </a:rPr>
              <a:t>]</a:t>
            </a:r>
            <a:endParaRPr lang="en-US" altLang="zh-CN" sz="2800" b="1">
              <a:solidFill>
                <a:srgbClr val="1818FF"/>
              </a:solidFill>
              <a:latin typeface="Times New Roman" panose="02020603050405020304" charset="0"/>
              <a:ea typeface="黑体" panose="02010609060101010101" charset="-122"/>
              <a:cs typeface="Times New Roman" panose="02020603050405020304" charset="0"/>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r>
              <a:rPr lang="zh-CN" altLang="en-US" dirty="0"/>
              <a:t>补充</a:t>
            </a:r>
            <a:r>
              <a:rPr lang="en-US" altLang="zh-CN" dirty="0"/>
              <a:t>1.18</a:t>
            </a:r>
            <a:endParaRPr lang="zh-CN" altLang="en-US" dirty="0"/>
          </a:p>
        </p:txBody>
      </p:sp>
      <p:sp>
        <p:nvSpPr>
          <p:cNvPr id="34" name="文本框 33"/>
          <p:cNvSpPr txBox="1"/>
          <p:nvPr/>
        </p:nvSpPr>
        <p:spPr>
          <a:xfrm>
            <a:off x="2032000" y="293848"/>
            <a:ext cx="5080000" cy="737235"/>
          </a:xfrm>
          <a:prstGeom prst="rect">
            <a:avLst/>
          </a:prstGeom>
        </p:spPr>
        <p:txBody>
          <a:bodyPr>
            <a:spAutoFit/>
          </a:bodyPr>
          <a:p>
            <a:endParaRPr lang="en-US" altLang="zh-CN" sz="2600"/>
          </a:p>
          <a:p>
            <a:pPr marL="0" indent="0" algn="just" defTabSz="266700">
              <a:spcBef>
                <a:spcPct val="0"/>
              </a:spcBef>
              <a:spcAft>
                <a:spcPct val="0"/>
              </a:spcAft>
            </a:pPr>
            <a:r>
              <a:rPr lang="en-US" altLang="zh-CN" sz="1600">
                <a:solidFill>
                  <a:srgbClr val="0070C0"/>
                </a:solidFill>
                <a:latin typeface="等线" panose="02010600030101010101" charset="-122"/>
                <a:ea typeface="等线" panose="02010600030101010101" charset="-122"/>
              </a:rPr>
              <a:t> </a:t>
            </a:r>
            <a:endParaRPr lang="en-US" altLang="zh-CN" sz="1600">
              <a:solidFill>
                <a:srgbClr val="0070C0"/>
              </a:solidFill>
              <a:latin typeface="等线" panose="02010600030101010101" charset="-122"/>
              <a:ea typeface="等线" panose="02010600030101010101" charset="-122"/>
            </a:endParaRPr>
          </a:p>
        </p:txBody>
      </p:sp>
      <p:sp>
        <p:nvSpPr>
          <p:cNvPr id="3" name="文本框 2"/>
          <p:cNvSpPr txBox="1"/>
          <p:nvPr/>
        </p:nvSpPr>
        <p:spPr>
          <a:xfrm>
            <a:off x="82550" y="1031240"/>
            <a:ext cx="8909050" cy="4005580"/>
          </a:xfrm>
          <a:prstGeom prst="rect">
            <a:avLst/>
          </a:prstGeom>
          <a:noFill/>
        </p:spPr>
        <p:txBody>
          <a:bodyPr wrap="square" rtlCol="0" anchor="t">
            <a:noAutofit/>
          </a:bodyPr>
          <a:p>
            <a:r>
              <a:rPr lang="en-US" altLang="zh-CN" sz="2800" b="1">
                <a:solidFill>
                  <a:srgbClr val="1818FF"/>
                </a:solidFill>
                <a:latin typeface="Times New Roman" panose="02020603050405020304" charset="0"/>
                <a:ea typeface="黑体" panose="02010609060101010101" charset="-122"/>
                <a:cs typeface="Times New Roman" panose="02020603050405020304" charset="0"/>
              </a:rPr>
              <a:t> </a:t>
            </a:r>
            <a:endParaRPr lang="en-US" altLang="zh-CN" sz="2800" b="1">
              <a:solidFill>
                <a:srgbClr val="1818FF"/>
              </a:solidFill>
              <a:latin typeface="Times New Roman" panose="02020603050405020304" charset="0"/>
              <a:ea typeface="黑体" panose="02010609060101010101" charset="-122"/>
              <a:cs typeface="Times New Roman" panose="02020603050405020304" charset="0"/>
            </a:endParaRPr>
          </a:p>
          <a:p>
            <a:r>
              <a:rPr lang="en-US" altLang="zh-CN" sz="2800" b="1">
                <a:solidFill>
                  <a:srgbClr val="1818FF"/>
                </a:solidFill>
                <a:latin typeface="Times New Roman" panose="02020603050405020304" charset="0"/>
                <a:ea typeface="黑体" panose="02010609060101010101" charset="-122"/>
                <a:cs typeface="Times New Roman" panose="02020603050405020304" charset="0"/>
              </a:rPr>
              <a:t>(2) </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若</a:t>
            </a:r>
            <a:r>
              <a:rPr lang="en-US" altLang="zh-CN" sz="2800" b="1" i="1">
                <a:solidFill>
                  <a:srgbClr val="1818FF"/>
                </a:solidFill>
                <a:latin typeface="Times New Roman" panose="02020603050405020304" charset="0"/>
                <a:ea typeface="黑体" panose="02010609060101010101" charset="-122"/>
                <a:cs typeface="Times New Roman" panose="02020603050405020304" charset="0"/>
              </a:rPr>
              <a:t>x</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是</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int</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类型</a:t>
            </a:r>
            <a:endParaRPr lang="zh-CN" altLang="en-US" sz="2800" b="1">
              <a:solidFill>
                <a:srgbClr val="1818FF"/>
              </a:solidFill>
              <a:latin typeface="Times New Roman" panose="02020603050405020304" charset="0"/>
              <a:ea typeface="黑体" panose="02010609060101010101" charset="-122"/>
              <a:cs typeface="Times New Roman" panose="02020603050405020304" charset="0"/>
            </a:endParaRPr>
          </a:p>
          <a:p>
            <a:r>
              <a:rPr lang="en-US" altLang="zh-CN" sz="2800" b="1">
                <a:solidFill>
                  <a:srgbClr val="1818FF"/>
                </a:solidFill>
                <a:latin typeface="Times New Roman" panose="02020603050405020304" charset="0"/>
                <a:ea typeface="黑体" panose="02010609060101010101" charset="-122"/>
                <a:cs typeface="Times New Roman" panose="02020603050405020304" charset="0"/>
              </a:rPr>
              <a:t>C800 0000H=1100 1000 0000 ...  0000B  (</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补码表示的负数</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a:t>
            </a:r>
            <a:endParaRPr lang="en-US" altLang="zh-CN" sz="2800" b="1">
              <a:solidFill>
                <a:srgbClr val="1818FF"/>
              </a:solidFill>
              <a:latin typeface="Times New Roman" panose="02020603050405020304" charset="0"/>
              <a:ea typeface="黑体" panose="02010609060101010101" charset="-122"/>
              <a:cs typeface="Times New Roman" panose="02020603050405020304" charset="0"/>
            </a:endParaRPr>
          </a:p>
          <a:p>
            <a:endParaRPr lang="zh-CN" altLang="en-US" sz="2800" b="1">
              <a:solidFill>
                <a:srgbClr val="1818FF"/>
              </a:solidFill>
              <a:latin typeface="Times New Roman" panose="02020603050405020304" charset="0"/>
              <a:ea typeface="黑体" panose="02010609060101010101" charset="-122"/>
              <a:cs typeface="Times New Roman" panose="02020603050405020304" charset="0"/>
            </a:endParaRPr>
          </a:p>
          <a:p>
            <a:r>
              <a:rPr lang="zh-CN" altLang="en-US" sz="2800" b="1">
                <a:solidFill>
                  <a:srgbClr val="1818FF"/>
                </a:solidFill>
                <a:latin typeface="Times New Roman" panose="02020603050405020304" charset="0"/>
                <a:ea typeface="黑体" panose="02010609060101010101" charset="-122"/>
                <a:cs typeface="Times New Roman" panose="02020603050405020304" charset="0"/>
              </a:rPr>
              <a:t>从补码回退到原码</a:t>
            </a:r>
            <a:endParaRPr lang="zh-CN" altLang="en-US" sz="2800" b="1">
              <a:solidFill>
                <a:srgbClr val="1818FF"/>
              </a:solidFill>
              <a:latin typeface="Times New Roman" panose="02020603050405020304" charset="0"/>
              <a:ea typeface="黑体" panose="02010609060101010101" charset="-122"/>
              <a:cs typeface="Times New Roman" panose="02020603050405020304" charset="0"/>
            </a:endParaRPr>
          </a:p>
          <a:p>
            <a:r>
              <a:rPr lang="en-US" altLang="zh-CN" sz="2800" b="1">
                <a:solidFill>
                  <a:srgbClr val="1818FF"/>
                </a:solidFill>
                <a:latin typeface="Times New Roman" panose="02020603050405020304" charset="0"/>
                <a:ea typeface="黑体" panose="02010609060101010101" charset="-122"/>
                <a:cs typeface="Times New Roman" panose="02020603050405020304" charset="0"/>
              </a:rPr>
              <a:t>step1. </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除符号位</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各位取反</a:t>
            </a:r>
            <a:endParaRPr lang="zh-CN" altLang="en-US" sz="2800" b="1">
              <a:solidFill>
                <a:srgbClr val="1818FF"/>
              </a:solidFill>
              <a:latin typeface="Times New Roman" panose="02020603050405020304" charset="0"/>
              <a:ea typeface="黑体" panose="02010609060101010101" charset="-122"/>
              <a:cs typeface="Times New Roman" panose="02020603050405020304" charset="0"/>
            </a:endParaRPr>
          </a:p>
          <a:p>
            <a:r>
              <a:rPr lang="en-US" altLang="zh-CN" sz="2800" b="1">
                <a:solidFill>
                  <a:srgbClr val="1818FF"/>
                </a:solidFill>
                <a:latin typeface="Times New Roman" panose="02020603050405020304" charset="0"/>
                <a:ea typeface="黑体" panose="02010609060101010101" charset="-122"/>
                <a:cs typeface="Times New Roman" panose="02020603050405020304" charset="0"/>
              </a:rPr>
              <a:t>step2. </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加</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1</a:t>
            </a:r>
            <a:endParaRPr lang="en-US" altLang="zh-CN" sz="2800" b="1">
              <a:solidFill>
                <a:srgbClr val="1818FF"/>
              </a:solidFill>
              <a:latin typeface="Times New Roman" panose="02020603050405020304" charset="0"/>
              <a:ea typeface="黑体" panose="02010609060101010101" charset="-122"/>
              <a:cs typeface="Times New Roman" panose="02020603050405020304" charset="0"/>
            </a:endParaRPr>
          </a:p>
          <a:p>
            <a:endParaRPr lang="en-US" altLang="zh-CN" sz="2800" b="1">
              <a:solidFill>
                <a:srgbClr val="1818FF"/>
              </a:solidFill>
              <a:latin typeface="Times New Roman" panose="02020603050405020304" charset="0"/>
              <a:ea typeface="黑体" panose="02010609060101010101" charset="-122"/>
              <a:cs typeface="Times New Roman" panose="02020603050405020304" charset="0"/>
            </a:endParaRPr>
          </a:p>
          <a:p>
            <a:r>
              <a:rPr lang="zh-CN" altLang="en-US" sz="2800" b="1">
                <a:solidFill>
                  <a:srgbClr val="1818FF"/>
                </a:solidFill>
                <a:latin typeface="Times New Roman" panose="02020603050405020304" charset="0"/>
                <a:ea typeface="黑体" panose="02010609060101010101" charset="-122"/>
                <a:cs typeface="Times New Roman" panose="02020603050405020304" charset="0"/>
              </a:rPr>
              <a:t>故</a:t>
            </a:r>
            <a:endParaRPr lang="zh-CN" altLang="en-US" sz="2800" b="1">
              <a:solidFill>
                <a:srgbClr val="1818FF"/>
              </a:solidFill>
              <a:latin typeface="Times New Roman" panose="02020603050405020304" charset="0"/>
              <a:ea typeface="黑体" panose="02010609060101010101" charset="-122"/>
              <a:cs typeface="Times New Roman" panose="02020603050405020304" charset="0"/>
            </a:endParaRPr>
          </a:p>
        </p:txBody>
      </p:sp>
      <p:pic>
        <p:nvPicPr>
          <p:cNvPr id="5" name="图片 4"/>
          <p:cNvPicPr>
            <a:picLocks noChangeAspect="1"/>
          </p:cNvPicPr>
          <p:nvPr/>
        </p:nvPicPr>
        <p:blipFill>
          <a:blip r:embed="rId1"/>
          <a:stretch>
            <a:fillRect/>
          </a:stretch>
        </p:blipFill>
        <p:spPr>
          <a:xfrm>
            <a:off x="4003675" y="3213100"/>
            <a:ext cx="5061585" cy="376555"/>
          </a:xfrm>
          <a:prstGeom prst="rect">
            <a:avLst/>
          </a:prstGeom>
        </p:spPr>
      </p:pic>
      <p:pic>
        <p:nvPicPr>
          <p:cNvPr id="6" name="图片 5"/>
          <p:cNvPicPr>
            <a:picLocks noChangeAspect="1"/>
          </p:cNvPicPr>
          <p:nvPr/>
        </p:nvPicPr>
        <p:blipFill>
          <a:blip r:embed="rId2"/>
          <a:stretch>
            <a:fillRect/>
          </a:stretch>
        </p:blipFill>
        <p:spPr>
          <a:xfrm>
            <a:off x="1757045" y="3679190"/>
            <a:ext cx="7007225" cy="356870"/>
          </a:xfrm>
          <a:prstGeom prst="rect">
            <a:avLst/>
          </a:prstGeom>
        </p:spPr>
      </p:pic>
      <p:pic>
        <p:nvPicPr>
          <p:cNvPr id="7" name="图片 6"/>
          <p:cNvPicPr>
            <a:picLocks noChangeAspect="1"/>
          </p:cNvPicPr>
          <p:nvPr/>
        </p:nvPicPr>
        <p:blipFill>
          <a:blip r:embed="rId3"/>
          <a:stretch>
            <a:fillRect/>
          </a:stretch>
        </p:blipFill>
        <p:spPr>
          <a:xfrm>
            <a:off x="578485" y="4464050"/>
            <a:ext cx="8133715" cy="4572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r>
              <a:rPr lang="zh-CN" altLang="en-US" dirty="0"/>
              <a:t>补充</a:t>
            </a:r>
            <a:r>
              <a:rPr lang="en-US" altLang="zh-CN" dirty="0"/>
              <a:t>1.19</a:t>
            </a:r>
            <a:endParaRPr lang="zh-CN" altLang="en-US" dirty="0"/>
          </a:p>
        </p:txBody>
      </p:sp>
      <p:sp>
        <p:nvSpPr>
          <p:cNvPr id="11" name="文本框 10"/>
          <p:cNvSpPr txBox="1"/>
          <p:nvPr/>
        </p:nvSpPr>
        <p:spPr>
          <a:xfrm>
            <a:off x="536575" y="1260475"/>
            <a:ext cx="8082280" cy="3107690"/>
          </a:xfrm>
          <a:prstGeom prst="rect">
            <a:avLst/>
          </a:prstGeom>
          <a:noFill/>
        </p:spPr>
        <p:txBody>
          <a:bodyPr wrap="square" rtlCol="0" anchor="t">
            <a:spAutoFit/>
          </a:bodyPr>
          <a:p>
            <a:r>
              <a:rPr lang="zh-CN" altLang="en-US" sz="2800"/>
              <a:t>已知带符号整数用补码表示。变量</a:t>
            </a:r>
            <a:r>
              <a:rPr lang="en-US" altLang="zh-CN" sz="2800"/>
              <a:t>X</a:t>
            </a:r>
            <a:r>
              <a:rPr lang="zh-CN" altLang="en-US" sz="2800"/>
              <a:t>，</a:t>
            </a:r>
            <a:r>
              <a:rPr lang="en-US" altLang="zh-CN" sz="2800"/>
              <a:t>Y</a:t>
            </a:r>
            <a:r>
              <a:rPr lang="zh-CN" altLang="en-US" sz="2800"/>
              <a:t>，</a:t>
            </a:r>
            <a:r>
              <a:rPr lang="en-US" altLang="zh-CN" sz="2800"/>
              <a:t>Z</a:t>
            </a:r>
            <a:r>
              <a:rPr lang="zh-CN" altLang="en-US" sz="2800"/>
              <a:t>的机器数分别为</a:t>
            </a:r>
            <a:r>
              <a:rPr lang="en-US" altLang="zh-CN" sz="2800"/>
              <a:t>FFFDH</a:t>
            </a:r>
            <a:r>
              <a:rPr lang="zh-CN" altLang="en-US" sz="2800"/>
              <a:t>，</a:t>
            </a:r>
            <a:r>
              <a:rPr lang="en-US" altLang="zh-CN" sz="2800"/>
              <a:t>FFDFH</a:t>
            </a:r>
            <a:r>
              <a:rPr lang="zh-CN" altLang="en-US" sz="2800"/>
              <a:t>，</a:t>
            </a:r>
            <a:r>
              <a:rPr lang="en-US" altLang="zh-CN" sz="2800"/>
              <a:t>7FFCH</a:t>
            </a:r>
            <a:r>
              <a:rPr lang="zh-CN" altLang="en-US" sz="2800"/>
              <a:t>，下列结论中，正确的是（</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D</a:t>
            </a:r>
            <a:r>
              <a:rPr lang="zh-CN" altLang="en-US" sz="2800"/>
              <a:t>）</a:t>
            </a:r>
            <a:endParaRPr lang="zh-CN" altLang="en-US" sz="2800"/>
          </a:p>
          <a:p>
            <a:r>
              <a:rPr lang="en-US" altLang="zh-CN" sz="2800"/>
              <a:t>A)</a:t>
            </a:r>
            <a:r>
              <a:rPr lang="zh-CN" altLang="en-US" sz="2800"/>
              <a:t>若</a:t>
            </a:r>
            <a:r>
              <a:rPr lang="en-US" altLang="zh-CN" sz="2800"/>
              <a:t>X</a:t>
            </a:r>
            <a:r>
              <a:rPr lang="zh-CN" altLang="en-US" sz="2800"/>
              <a:t>，</a:t>
            </a:r>
            <a:r>
              <a:rPr lang="en-US" altLang="zh-CN" sz="2800"/>
              <a:t>Y</a:t>
            </a:r>
            <a:r>
              <a:rPr lang="zh-CN" altLang="en-US" sz="2800"/>
              <a:t>，</a:t>
            </a:r>
            <a:r>
              <a:rPr lang="en-US" altLang="zh-CN" sz="2800"/>
              <a:t>Z</a:t>
            </a:r>
            <a:r>
              <a:rPr lang="zh-CN" altLang="en-US" sz="2800"/>
              <a:t>为无符号整数，则</a:t>
            </a:r>
            <a:r>
              <a:rPr lang="en-US" altLang="zh-CN" sz="2800"/>
              <a:t>Z&lt;X&lt;Y</a:t>
            </a:r>
            <a:endParaRPr lang="en-US" altLang="zh-CN" sz="2800"/>
          </a:p>
          <a:p>
            <a:r>
              <a:rPr lang="en-US" altLang="zh-CN" sz="2800"/>
              <a:t>B)</a:t>
            </a:r>
            <a:r>
              <a:rPr lang="zh-CN" altLang="en-US" sz="2800"/>
              <a:t>若</a:t>
            </a:r>
            <a:r>
              <a:rPr lang="en-US" altLang="zh-CN" sz="2800"/>
              <a:t>X</a:t>
            </a:r>
            <a:r>
              <a:rPr lang="zh-CN" altLang="en-US" sz="2800"/>
              <a:t>，</a:t>
            </a:r>
            <a:r>
              <a:rPr lang="en-US" altLang="zh-CN" sz="2800"/>
              <a:t>Y</a:t>
            </a:r>
            <a:r>
              <a:rPr lang="zh-CN" altLang="en-US" sz="2800"/>
              <a:t>，</a:t>
            </a:r>
            <a:r>
              <a:rPr lang="en-US" altLang="zh-CN" sz="2800"/>
              <a:t>Z</a:t>
            </a:r>
            <a:r>
              <a:rPr lang="zh-CN" altLang="en-US" sz="2800"/>
              <a:t>为无符号整数，则</a:t>
            </a:r>
            <a:r>
              <a:rPr lang="en-US" altLang="zh-CN" sz="2800"/>
              <a:t>X&lt;Y&lt;Z</a:t>
            </a:r>
            <a:endParaRPr lang="en-US" altLang="zh-CN" sz="2800"/>
          </a:p>
          <a:p>
            <a:r>
              <a:rPr lang="en-US" altLang="zh-CN" sz="2800"/>
              <a:t>C)</a:t>
            </a:r>
            <a:r>
              <a:rPr lang="zh-CN" altLang="en-US" sz="2800"/>
              <a:t>若</a:t>
            </a:r>
            <a:r>
              <a:rPr lang="en-US" altLang="zh-CN" sz="2800"/>
              <a:t>X</a:t>
            </a:r>
            <a:r>
              <a:rPr lang="zh-CN" altLang="en-US" sz="2800"/>
              <a:t>，</a:t>
            </a:r>
            <a:r>
              <a:rPr lang="en-US" altLang="zh-CN" sz="2800"/>
              <a:t>Y</a:t>
            </a:r>
            <a:r>
              <a:rPr lang="zh-CN" altLang="en-US" sz="2800"/>
              <a:t>，</a:t>
            </a:r>
            <a:r>
              <a:rPr lang="en-US" altLang="zh-CN" sz="2800"/>
              <a:t>Z</a:t>
            </a:r>
            <a:r>
              <a:rPr lang="zh-CN" altLang="en-US" sz="2800"/>
              <a:t>为带符号整数，则</a:t>
            </a:r>
            <a:r>
              <a:rPr lang="en-US" altLang="zh-CN" sz="2800"/>
              <a:t>X&lt;Y&lt;Z</a:t>
            </a:r>
            <a:endParaRPr lang="en-US" altLang="zh-CN" sz="2800"/>
          </a:p>
          <a:p>
            <a:r>
              <a:rPr lang="en-US" altLang="zh-CN" sz="2800"/>
              <a:t>D)</a:t>
            </a:r>
            <a:r>
              <a:rPr lang="zh-CN" altLang="en-US" sz="2800"/>
              <a:t>若</a:t>
            </a:r>
            <a:r>
              <a:rPr lang="en-US" altLang="zh-CN" sz="2800"/>
              <a:t>X</a:t>
            </a:r>
            <a:r>
              <a:rPr lang="zh-CN" altLang="en-US" sz="2800"/>
              <a:t>，</a:t>
            </a:r>
            <a:r>
              <a:rPr lang="en-US" altLang="zh-CN" sz="2800"/>
              <a:t>Y</a:t>
            </a:r>
            <a:r>
              <a:rPr lang="zh-CN" altLang="en-US" sz="2800"/>
              <a:t>，</a:t>
            </a:r>
            <a:r>
              <a:rPr lang="en-US" altLang="zh-CN" sz="2800"/>
              <a:t>Z</a:t>
            </a:r>
            <a:r>
              <a:rPr lang="zh-CN" altLang="en-US" sz="2800"/>
              <a:t>为带符号整数，则</a:t>
            </a:r>
            <a:r>
              <a:rPr lang="en-US" altLang="zh-CN" sz="2800"/>
              <a:t>Y&lt;X&lt;Z</a:t>
            </a:r>
            <a:endParaRPr lang="en-US" altLang="zh-CN" sz="28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r>
              <a:rPr lang="zh-CN" altLang="en-US" dirty="0"/>
              <a:t>补充</a:t>
            </a:r>
            <a:r>
              <a:rPr lang="en-US" altLang="zh-CN" dirty="0"/>
              <a:t>1.19</a:t>
            </a:r>
            <a:endParaRPr lang="zh-CN" altLang="en-US" dirty="0"/>
          </a:p>
        </p:txBody>
      </p:sp>
      <p:sp>
        <p:nvSpPr>
          <p:cNvPr id="34" name="文本框 33"/>
          <p:cNvSpPr txBox="1"/>
          <p:nvPr/>
        </p:nvSpPr>
        <p:spPr>
          <a:xfrm>
            <a:off x="2032000" y="293848"/>
            <a:ext cx="5080000" cy="737235"/>
          </a:xfrm>
          <a:prstGeom prst="rect">
            <a:avLst/>
          </a:prstGeom>
        </p:spPr>
        <p:txBody>
          <a:bodyPr>
            <a:spAutoFit/>
          </a:bodyPr>
          <a:p>
            <a:endParaRPr lang="en-US" altLang="zh-CN" sz="2600"/>
          </a:p>
          <a:p>
            <a:pPr marL="0" indent="0" algn="just" defTabSz="266700">
              <a:spcBef>
                <a:spcPct val="0"/>
              </a:spcBef>
              <a:spcAft>
                <a:spcPct val="0"/>
              </a:spcAft>
            </a:pPr>
            <a:r>
              <a:rPr lang="en-US" altLang="zh-CN" sz="1600">
                <a:solidFill>
                  <a:srgbClr val="0070C0"/>
                </a:solidFill>
                <a:latin typeface="等线" panose="02010600030101010101" charset="-122"/>
                <a:ea typeface="等线" panose="02010600030101010101" charset="-122"/>
              </a:rPr>
              <a:t> </a:t>
            </a:r>
            <a:endParaRPr lang="en-US" altLang="zh-CN" sz="1600">
              <a:solidFill>
                <a:srgbClr val="0070C0"/>
              </a:solidFill>
              <a:latin typeface="等线" panose="02010600030101010101" charset="-122"/>
              <a:ea typeface="等线" panose="02010600030101010101" charset="-122"/>
            </a:endParaRPr>
          </a:p>
        </p:txBody>
      </p:sp>
      <p:sp>
        <p:nvSpPr>
          <p:cNvPr id="2" name="文本框 1"/>
          <p:cNvSpPr txBox="1"/>
          <p:nvPr/>
        </p:nvSpPr>
        <p:spPr>
          <a:xfrm>
            <a:off x="265430" y="966470"/>
            <a:ext cx="8014970" cy="3969385"/>
          </a:xfrm>
          <a:prstGeom prst="rect">
            <a:avLst/>
          </a:prstGeom>
          <a:noFill/>
        </p:spPr>
        <p:txBody>
          <a:bodyPr wrap="square" rtlCol="0" anchor="t">
            <a:spAutoFit/>
          </a:bodyPr>
          <a:p>
            <a:r>
              <a:rPr lang="en-US" altLang="zh-CN" sz="2800" b="1">
                <a:solidFill>
                  <a:srgbClr val="1818FF"/>
                </a:solidFill>
                <a:latin typeface="Times New Roman" panose="02020603050405020304" charset="0"/>
                <a:ea typeface="黑体" panose="02010609060101010101" charset="-122"/>
                <a:cs typeface="Times New Roman" panose="02020603050405020304" charset="0"/>
              </a:rPr>
              <a:t>[</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解析</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a:t>
            </a:r>
            <a:endParaRPr lang="en-US" altLang="zh-CN" sz="2800" b="1">
              <a:solidFill>
                <a:srgbClr val="1818FF"/>
              </a:solidFill>
              <a:latin typeface="Times New Roman" panose="02020603050405020304" charset="0"/>
              <a:ea typeface="黑体" panose="02010609060101010101" charset="-122"/>
              <a:cs typeface="Times New Roman" panose="02020603050405020304" charset="0"/>
            </a:endParaRPr>
          </a:p>
          <a:p>
            <a:r>
              <a:rPr lang="zh-CN" altLang="en-US" sz="2800" b="1">
                <a:solidFill>
                  <a:srgbClr val="1818FF"/>
                </a:solidFill>
                <a:latin typeface="Times New Roman" panose="02020603050405020304" charset="0"/>
                <a:ea typeface="黑体" panose="02010609060101010101" charset="-122"/>
                <a:cs typeface="Times New Roman" panose="02020603050405020304" charset="0"/>
              </a:rPr>
              <a:t>若</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X, Y, Z</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为无符号整数，</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FFFDH &gt; FFDFH &gt; 7FFCH</a:t>
            </a:r>
            <a:r>
              <a:rPr lang="zh-CN" altLang="en-US" sz="2800" b="1">
                <a:solidFill>
                  <a:srgbClr val="1818FF"/>
                </a:solidFill>
                <a:latin typeface="Times New Roman" panose="02020603050405020304" charset="0"/>
                <a:ea typeface="黑体" panose="02010609060101010101" charset="-122"/>
                <a:cs typeface="Times New Roman" panose="02020603050405020304" charset="0"/>
                <a:sym typeface="+mn-ea"/>
              </a:rPr>
              <a:t>，所以</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A</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和</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B</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错误</a:t>
            </a:r>
            <a:endParaRPr lang="zh-CN" altLang="en-US" sz="2800" b="1">
              <a:solidFill>
                <a:srgbClr val="1818FF"/>
              </a:solidFill>
              <a:latin typeface="Times New Roman" panose="02020603050405020304" charset="0"/>
              <a:ea typeface="黑体" panose="02010609060101010101" charset="-122"/>
              <a:cs typeface="Times New Roman" panose="02020603050405020304" charset="0"/>
            </a:endParaRPr>
          </a:p>
          <a:p>
            <a:r>
              <a:rPr lang="zh-CN" altLang="en-US" sz="2800" b="1">
                <a:solidFill>
                  <a:srgbClr val="1818FF"/>
                </a:solidFill>
                <a:latin typeface="Times New Roman" panose="02020603050405020304" charset="0"/>
                <a:ea typeface="黑体" panose="02010609060101010101" charset="-122"/>
                <a:cs typeface="Times New Roman" panose="02020603050405020304" charset="0"/>
              </a:rPr>
              <a:t>若</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X</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Y</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Z</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为有符号整数，</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FFFDH&lt;0, FFDFH&lt;0, 7FFCH&gt;0</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a:t>
            </a:r>
            <a:r>
              <a:rPr lang="zh-CN" altLang="en-US" sz="2800" b="1">
                <a:solidFill>
                  <a:srgbClr val="1818FF"/>
                </a:solidFill>
                <a:latin typeface="Times New Roman" panose="02020603050405020304" charset="0"/>
                <a:ea typeface="黑体" panose="02010609060101010101" charset="-122"/>
                <a:cs typeface="Times New Roman" panose="02020603050405020304" charset="0"/>
                <a:sym typeface="+mn-ea"/>
              </a:rPr>
              <a:t>所以</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Z</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最大</a:t>
            </a:r>
            <a:endParaRPr lang="zh-CN" altLang="en-US" sz="2800" b="1">
              <a:solidFill>
                <a:srgbClr val="1818FF"/>
              </a:solidFill>
              <a:latin typeface="Times New Roman" panose="02020603050405020304" charset="0"/>
              <a:ea typeface="黑体" panose="02010609060101010101" charset="-122"/>
              <a:cs typeface="Times New Roman" panose="02020603050405020304" charset="0"/>
            </a:endParaRPr>
          </a:p>
          <a:p>
            <a:endParaRPr lang="zh-CN" altLang="en-US" sz="2800" b="1">
              <a:solidFill>
                <a:srgbClr val="1818FF"/>
              </a:solidFill>
              <a:latin typeface="Times New Roman" panose="02020603050405020304" charset="0"/>
              <a:ea typeface="黑体" panose="02010609060101010101" charset="-122"/>
              <a:cs typeface="Times New Roman" panose="02020603050405020304" charset="0"/>
            </a:endParaRPr>
          </a:p>
          <a:p>
            <a:endParaRPr lang="zh-CN" altLang="en-US" sz="2800" b="1">
              <a:solidFill>
                <a:srgbClr val="1818FF"/>
              </a:solidFill>
              <a:latin typeface="Times New Roman" panose="02020603050405020304" charset="0"/>
              <a:ea typeface="黑体" panose="02010609060101010101" charset="-122"/>
              <a:cs typeface="Times New Roman" panose="02020603050405020304" charset="0"/>
            </a:endParaRPr>
          </a:p>
          <a:p>
            <a:endParaRPr lang="zh-CN" altLang="en-US" sz="2800" b="1">
              <a:solidFill>
                <a:srgbClr val="1818FF"/>
              </a:solidFill>
              <a:latin typeface="Times New Roman" panose="02020603050405020304" charset="0"/>
              <a:ea typeface="黑体" panose="02010609060101010101" charset="-122"/>
              <a:cs typeface="Times New Roman" panose="02020603050405020304" charset="0"/>
            </a:endParaRPr>
          </a:p>
          <a:p>
            <a:r>
              <a:rPr lang="zh-CN" altLang="en-US" sz="2800" b="1">
                <a:solidFill>
                  <a:srgbClr val="1818FF"/>
                </a:solidFill>
                <a:latin typeface="Times New Roman" panose="02020603050405020304" charset="0"/>
                <a:ea typeface="黑体" panose="02010609060101010101" charset="-122"/>
                <a:cs typeface="Times New Roman" panose="02020603050405020304" charset="0"/>
              </a:rPr>
              <a:t>可知</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 |X|&lt;|Y|</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，所以</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X&gt;Y</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，故选</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D</a:t>
            </a:r>
            <a:endParaRPr lang="en-US" altLang="zh-CN" sz="2800" b="1">
              <a:solidFill>
                <a:srgbClr val="1818FF"/>
              </a:solidFill>
              <a:latin typeface="Times New Roman" panose="02020603050405020304" charset="0"/>
              <a:ea typeface="黑体" panose="02010609060101010101" charset="-122"/>
              <a:cs typeface="Times New Roman" panose="02020603050405020304" charset="0"/>
            </a:endParaRPr>
          </a:p>
        </p:txBody>
      </p:sp>
      <p:pic>
        <p:nvPicPr>
          <p:cNvPr id="3" name="图片 2"/>
          <p:cNvPicPr>
            <a:picLocks noChangeAspect="1"/>
          </p:cNvPicPr>
          <p:nvPr/>
        </p:nvPicPr>
        <p:blipFill>
          <a:blip r:embed="rId1"/>
          <a:stretch>
            <a:fillRect/>
          </a:stretch>
        </p:blipFill>
        <p:spPr>
          <a:xfrm>
            <a:off x="136525" y="3170555"/>
            <a:ext cx="8870950" cy="116586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r>
              <a:rPr lang="zh-CN" altLang="en-US" dirty="0"/>
              <a:t>补充</a:t>
            </a:r>
            <a:r>
              <a:rPr lang="en-US" altLang="zh-CN" dirty="0"/>
              <a:t>1.20</a:t>
            </a:r>
            <a:endParaRPr lang="zh-CN" altLang="en-US" dirty="0"/>
          </a:p>
        </p:txBody>
      </p:sp>
      <p:sp>
        <p:nvSpPr>
          <p:cNvPr id="34" name="文本框 33"/>
          <p:cNvSpPr txBox="1"/>
          <p:nvPr/>
        </p:nvSpPr>
        <p:spPr>
          <a:xfrm>
            <a:off x="2032000" y="293848"/>
            <a:ext cx="5080000" cy="737235"/>
          </a:xfrm>
          <a:prstGeom prst="rect">
            <a:avLst/>
          </a:prstGeom>
        </p:spPr>
        <p:txBody>
          <a:bodyPr>
            <a:spAutoFit/>
          </a:bodyPr>
          <a:p>
            <a:endParaRPr lang="en-US" altLang="zh-CN" sz="2600"/>
          </a:p>
          <a:p>
            <a:pPr marL="0" indent="0" algn="just" defTabSz="266700">
              <a:spcBef>
                <a:spcPct val="0"/>
              </a:spcBef>
              <a:spcAft>
                <a:spcPct val="0"/>
              </a:spcAft>
            </a:pPr>
            <a:r>
              <a:rPr lang="en-US" altLang="zh-CN" sz="1600">
                <a:solidFill>
                  <a:srgbClr val="0070C0"/>
                </a:solidFill>
                <a:latin typeface="等线" panose="02010600030101010101" charset="-122"/>
                <a:ea typeface="等线" panose="02010600030101010101" charset="-122"/>
              </a:rPr>
              <a:t> </a:t>
            </a:r>
            <a:endParaRPr lang="en-US" altLang="zh-CN" sz="1600">
              <a:solidFill>
                <a:srgbClr val="0070C0"/>
              </a:solidFill>
              <a:latin typeface="等线" panose="02010600030101010101" charset="-122"/>
              <a:ea typeface="等线" panose="02010600030101010101" charset="-122"/>
            </a:endParaRPr>
          </a:p>
        </p:txBody>
      </p:sp>
      <p:sp>
        <p:nvSpPr>
          <p:cNvPr id="11" name="文本框 10"/>
          <p:cNvSpPr txBox="1"/>
          <p:nvPr/>
        </p:nvSpPr>
        <p:spPr>
          <a:xfrm>
            <a:off x="536575" y="1260475"/>
            <a:ext cx="8082280" cy="2245360"/>
          </a:xfrm>
          <a:prstGeom prst="rect">
            <a:avLst/>
          </a:prstGeom>
          <a:noFill/>
        </p:spPr>
        <p:txBody>
          <a:bodyPr wrap="square" rtlCol="0" anchor="t">
            <a:spAutoFit/>
          </a:bodyPr>
          <a:p>
            <a:r>
              <a:rPr lang="zh-CN" altLang="en-US" sz="2800"/>
              <a:t>下列数值中，不能用</a:t>
            </a:r>
            <a:r>
              <a:rPr lang="en-US" altLang="zh-CN" sz="2800"/>
              <a:t>IEEE-754</a:t>
            </a:r>
            <a:r>
              <a:rPr lang="zh-CN" altLang="en-US" sz="2800"/>
              <a:t>浮点精确表示的（</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A</a:t>
            </a:r>
            <a:r>
              <a:rPr lang="zh-CN" altLang="en-US" sz="2800"/>
              <a:t>）</a:t>
            </a:r>
            <a:endParaRPr lang="zh-CN" altLang="en-US" sz="2800"/>
          </a:p>
          <a:p>
            <a:r>
              <a:rPr lang="en-US" altLang="zh-CN" sz="2800"/>
              <a:t>A)1.2</a:t>
            </a:r>
            <a:endParaRPr lang="en-US" altLang="zh-CN" sz="2800"/>
          </a:p>
          <a:p>
            <a:r>
              <a:rPr lang="en-US" altLang="zh-CN" sz="2800"/>
              <a:t>B)1.25</a:t>
            </a:r>
            <a:endParaRPr lang="en-US" altLang="zh-CN" sz="2800"/>
          </a:p>
          <a:p>
            <a:r>
              <a:rPr lang="en-US" altLang="zh-CN" sz="2800"/>
              <a:t>C)2.0</a:t>
            </a:r>
            <a:endParaRPr lang="en-US" altLang="zh-CN" sz="2800"/>
          </a:p>
          <a:p>
            <a:r>
              <a:rPr lang="en-US" altLang="zh-CN" sz="2800"/>
              <a:t>D)2.5</a:t>
            </a:r>
            <a:endParaRPr lang="en-US" altLang="zh-CN" sz="2800"/>
          </a:p>
        </p:txBody>
      </p:sp>
      <p:sp>
        <p:nvSpPr>
          <p:cNvPr id="2" name="文本框 1"/>
          <p:cNvSpPr txBox="1"/>
          <p:nvPr/>
        </p:nvSpPr>
        <p:spPr>
          <a:xfrm>
            <a:off x="457200" y="3608070"/>
            <a:ext cx="8161655" cy="521970"/>
          </a:xfrm>
          <a:prstGeom prst="rect">
            <a:avLst/>
          </a:prstGeom>
          <a:noFill/>
        </p:spPr>
        <p:txBody>
          <a:bodyPr wrap="square" rtlCol="0" anchor="t">
            <a:spAutoFit/>
          </a:bodyPr>
          <a:p>
            <a:r>
              <a:rPr lang="en-US" altLang="zh-CN" sz="2800" b="1">
                <a:solidFill>
                  <a:srgbClr val="1818FF"/>
                </a:solidFill>
                <a:latin typeface="Times New Roman" panose="02020603050405020304" charset="0"/>
                <a:ea typeface="黑体" panose="02010609060101010101" charset="-122"/>
                <a:cs typeface="Times New Roman" panose="02020603050405020304" charset="0"/>
                <a:sym typeface="+mn-ea"/>
              </a:rPr>
              <a:t>[</a:t>
            </a:r>
            <a:r>
              <a:rPr lang="zh-CN" altLang="en-US" sz="2800" b="1">
                <a:solidFill>
                  <a:srgbClr val="1818FF"/>
                </a:solidFill>
                <a:latin typeface="Times New Roman" panose="02020603050405020304" charset="0"/>
                <a:ea typeface="黑体" panose="02010609060101010101" charset="-122"/>
                <a:cs typeface="Times New Roman" panose="02020603050405020304" charset="0"/>
                <a:sym typeface="+mn-ea"/>
              </a:rPr>
              <a:t>解析</a:t>
            </a:r>
            <a:r>
              <a:rPr lang="en-US" altLang="zh-CN" sz="2800" b="1">
                <a:solidFill>
                  <a:srgbClr val="1818FF"/>
                </a:solidFill>
                <a:latin typeface="Times New Roman" panose="02020603050405020304" charset="0"/>
                <a:ea typeface="黑体" panose="02010609060101010101" charset="-122"/>
                <a:cs typeface="Times New Roman" panose="02020603050405020304" charset="0"/>
                <a:sym typeface="+mn-ea"/>
              </a:rPr>
              <a:t>]  </a:t>
            </a:r>
            <a:r>
              <a:rPr lang="zh-CN" altLang="en-US" sz="2800" b="1">
                <a:solidFill>
                  <a:srgbClr val="1818FF"/>
                </a:solidFill>
                <a:latin typeface="Times New Roman" panose="02020603050405020304" charset="0"/>
                <a:ea typeface="黑体" panose="02010609060101010101" charset="-122"/>
                <a:cs typeface="Times New Roman" panose="02020603050405020304" charset="0"/>
                <a:sym typeface="+mn-ea"/>
              </a:rPr>
              <a:t>能用</a:t>
            </a:r>
            <a:r>
              <a:rPr lang="en-US" altLang="zh-CN" sz="2800" b="1">
                <a:solidFill>
                  <a:srgbClr val="1818FF"/>
                </a:solidFill>
                <a:latin typeface="Times New Roman" panose="02020603050405020304" charset="0"/>
                <a:ea typeface="黑体" panose="02010609060101010101" charset="-122"/>
                <a:cs typeface="Times New Roman" panose="02020603050405020304" charset="0"/>
                <a:sym typeface="+mn-ea"/>
              </a:rPr>
              <a:t>IEEE-754</a:t>
            </a:r>
            <a:r>
              <a:rPr lang="zh-CN" altLang="en-US" sz="2800" b="1">
                <a:solidFill>
                  <a:srgbClr val="1818FF"/>
                </a:solidFill>
                <a:latin typeface="Times New Roman" panose="02020603050405020304" charset="0"/>
                <a:ea typeface="黑体" panose="02010609060101010101" charset="-122"/>
                <a:cs typeface="Times New Roman" panose="02020603050405020304" charset="0"/>
                <a:sym typeface="+mn-ea"/>
              </a:rPr>
              <a:t>精确表示的数可以表示为：</a:t>
            </a:r>
            <a:endParaRPr lang="en-US" altLang="zh-CN" sz="2800" b="1">
              <a:solidFill>
                <a:srgbClr val="1818FF"/>
              </a:solidFill>
              <a:latin typeface="Times New Roman" panose="02020603050405020304" charset="0"/>
              <a:ea typeface="黑体" panose="02010609060101010101" charset="-122"/>
              <a:cs typeface="Times New Roman" panose="02020603050405020304" charset="0"/>
              <a:sym typeface="+mn-ea"/>
            </a:endParaRPr>
          </a:p>
        </p:txBody>
      </p:sp>
      <p:pic>
        <p:nvPicPr>
          <p:cNvPr id="3" name="图片 2"/>
          <p:cNvPicPr>
            <a:picLocks noChangeAspect="1"/>
          </p:cNvPicPr>
          <p:nvPr/>
        </p:nvPicPr>
        <p:blipFill>
          <a:blip r:embed="rId1"/>
          <a:stretch>
            <a:fillRect/>
          </a:stretch>
        </p:blipFill>
        <p:spPr>
          <a:xfrm>
            <a:off x="3646170" y="4130040"/>
            <a:ext cx="1325880" cy="72707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r>
              <a:rPr lang="zh-CN" altLang="en-US" dirty="0"/>
              <a:t>补充</a:t>
            </a:r>
            <a:r>
              <a:rPr lang="en-US" altLang="zh-CN" dirty="0"/>
              <a:t>1.21</a:t>
            </a:r>
            <a:endParaRPr lang="zh-CN" altLang="en-US" dirty="0"/>
          </a:p>
        </p:txBody>
      </p:sp>
      <p:sp>
        <p:nvSpPr>
          <p:cNvPr id="34" name="文本框 33"/>
          <p:cNvSpPr txBox="1"/>
          <p:nvPr/>
        </p:nvSpPr>
        <p:spPr>
          <a:xfrm>
            <a:off x="2032000" y="293848"/>
            <a:ext cx="5080000" cy="737235"/>
          </a:xfrm>
          <a:prstGeom prst="rect">
            <a:avLst/>
          </a:prstGeom>
        </p:spPr>
        <p:txBody>
          <a:bodyPr>
            <a:spAutoFit/>
          </a:bodyPr>
          <a:p>
            <a:endParaRPr lang="en-US" altLang="zh-CN" sz="2600"/>
          </a:p>
          <a:p>
            <a:pPr marL="0" indent="0" algn="just" defTabSz="266700">
              <a:spcBef>
                <a:spcPct val="0"/>
              </a:spcBef>
              <a:spcAft>
                <a:spcPct val="0"/>
              </a:spcAft>
            </a:pPr>
            <a:r>
              <a:rPr lang="en-US" altLang="zh-CN" sz="1600">
                <a:solidFill>
                  <a:srgbClr val="0070C0"/>
                </a:solidFill>
                <a:latin typeface="等线" panose="02010600030101010101" charset="-122"/>
                <a:ea typeface="等线" panose="02010600030101010101" charset="-122"/>
              </a:rPr>
              <a:t> </a:t>
            </a:r>
            <a:endParaRPr lang="en-US" altLang="zh-CN" sz="1600">
              <a:solidFill>
                <a:srgbClr val="0070C0"/>
              </a:solidFill>
              <a:latin typeface="等线" panose="02010600030101010101" charset="-122"/>
              <a:ea typeface="等线" panose="02010600030101010101" charset="-122"/>
            </a:endParaRPr>
          </a:p>
        </p:txBody>
      </p:sp>
      <p:sp>
        <p:nvSpPr>
          <p:cNvPr id="11" name="文本框 10"/>
          <p:cNvSpPr txBox="1"/>
          <p:nvPr/>
        </p:nvSpPr>
        <p:spPr>
          <a:xfrm>
            <a:off x="536575" y="1281430"/>
            <a:ext cx="8082280" cy="2676525"/>
          </a:xfrm>
          <a:prstGeom prst="rect">
            <a:avLst/>
          </a:prstGeom>
          <a:noFill/>
        </p:spPr>
        <p:txBody>
          <a:bodyPr wrap="square" rtlCol="0" anchor="t">
            <a:spAutoFit/>
          </a:bodyPr>
          <a:p>
            <a:r>
              <a:rPr lang="zh-CN" altLang="en-US" sz="2800"/>
              <a:t>某</a:t>
            </a:r>
            <a:r>
              <a:rPr lang="en-US" altLang="zh-CN" sz="2800"/>
              <a:t>8bits</a:t>
            </a:r>
            <a:r>
              <a:rPr lang="zh-CN" altLang="en-US" sz="2800"/>
              <a:t>二进制机器数为</a:t>
            </a:r>
            <a:r>
              <a:rPr lang="en-US" altLang="zh-CN" sz="2800"/>
              <a:t> 1100 0011B</a:t>
            </a:r>
            <a:r>
              <a:rPr lang="zh-CN" altLang="en-US" sz="2800"/>
              <a:t>，若其表示的是</a:t>
            </a:r>
            <a:r>
              <a:rPr lang="en-US" altLang="zh-CN" sz="2800"/>
              <a:t>E4M3</a:t>
            </a:r>
            <a:r>
              <a:rPr lang="zh-CN" altLang="en-US" sz="2800"/>
              <a:t>的</a:t>
            </a:r>
            <a:r>
              <a:rPr lang="en-US" altLang="zh-CN" sz="2800"/>
              <a:t>FP8</a:t>
            </a:r>
            <a:r>
              <a:rPr lang="zh-CN" altLang="en-US" sz="2800"/>
              <a:t>浮点数，其真值为（</a:t>
            </a:r>
            <a:r>
              <a:rPr lang="en-US" altLang="zh-CN" sz="2800"/>
              <a:t>                     </a:t>
            </a:r>
            <a:r>
              <a:rPr lang="zh-CN" altLang="en-US" sz="2800"/>
              <a:t>）；若其表示的是</a:t>
            </a:r>
            <a:r>
              <a:rPr lang="en-US" altLang="zh-CN" sz="2800"/>
              <a:t>E5M2</a:t>
            </a:r>
            <a:r>
              <a:rPr lang="zh-CN" altLang="en-US" sz="2800"/>
              <a:t>的</a:t>
            </a:r>
            <a:r>
              <a:rPr lang="en-US" altLang="zh-CN" sz="2800"/>
              <a:t>FP8</a:t>
            </a:r>
            <a:r>
              <a:rPr lang="zh-CN" altLang="en-US" sz="2800"/>
              <a:t>浮点数，其真值为（</a:t>
            </a:r>
            <a:r>
              <a:rPr lang="en-US" altLang="zh-CN" sz="2800"/>
              <a:t>                     </a:t>
            </a:r>
            <a:r>
              <a:rPr lang="zh-CN" altLang="en-US" sz="2800"/>
              <a:t>）。提示：（</a:t>
            </a:r>
            <a:r>
              <a:rPr lang="en-US" altLang="zh-CN" sz="2800"/>
              <a:t>1</a:t>
            </a:r>
            <a:r>
              <a:rPr lang="zh-CN" altLang="en-US" sz="2800"/>
              <a:t>）无需计算最后数值，写出表达式即可。（</a:t>
            </a:r>
            <a:r>
              <a:rPr lang="en-US" altLang="zh-CN" sz="2800"/>
              <a:t>2</a:t>
            </a:r>
            <a:r>
              <a:rPr lang="zh-CN" altLang="en-US" sz="2800"/>
              <a:t>）按照规格化浮点数格式（上表中</a:t>
            </a:r>
            <a:r>
              <a:rPr lang="en-US" altLang="zh-CN" sz="2800"/>
              <a:t>normal</a:t>
            </a:r>
            <a:r>
              <a:rPr lang="zh-CN" altLang="en-US" sz="2800"/>
              <a:t>情形）计算。</a:t>
            </a:r>
            <a:endParaRPr lang="zh-CN" altLang="en-US" sz="2800"/>
          </a:p>
        </p:txBody>
      </p:sp>
      <p:sp>
        <p:nvSpPr>
          <p:cNvPr id="5" name="文本框 4"/>
          <p:cNvSpPr txBox="1"/>
          <p:nvPr/>
        </p:nvSpPr>
        <p:spPr>
          <a:xfrm>
            <a:off x="494665" y="4119880"/>
            <a:ext cx="8371205" cy="1198880"/>
          </a:xfrm>
          <a:prstGeom prst="rect">
            <a:avLst/>
          </a:prstGeom>
          <a:noFill/>
        </p:spPr>
        <p:txBody>
          <a:bodyPr wrap="square" rtlCol="0" anchor="t">
            <a:spAutoFit/>
          </a:bodyPr>
          <a:p>
            <a:r>
              <a:rPr lang="en-US" altLang="zh-CN" sz="2400" b="1">
                <a:solidFill>
                  <a:srgbClr val="1818FF"/>
                </a:solidFill>
                <a:latin typeface="Times New Roman" panose="02020603050405020304" charset="0"/>
                <a:ea typeface="黑体" panose="02010609060101010101" charset="-122"/>
                <a:cs typeface="Times New Roman" panose="02020603050405020304" charset="0"/>
                <a:sym typeface="+mn-ea"/>
              </a:rPr>
              <a:t>[</a:t>
            </a:r>
            <a:r>
              <a:rPr lang="zh-CN" altLang="en-US" sz="2400" b="1">
                <a:solidFill>
                  <a:srgbClr val="1818FF"/>
                </a:solidFill>
                <a:latin typeface="Times New Roman" panose="02020603050405020304" charset="0"/>
                <a:ea typeface="黑体" panose="02010609060101010101" charset="-122"/>
                <a:cs typeface="Times New Roman" panose="02020603050405020304" charset="0"/>
                <a:sym typeface="+mn-ea"/>
              </a:rPr>
              <a:t>解析</a:t>
            </a:r>
            <a:r>
              <a:rPr lang="en-US" altLang="zh-CN" sz="2400" b="1">
                <a:solidFill>
                  <a:srgbClr val="1818FF"/>
                </a:solidFill>
                <a:latin typeface="Times New Roman" panose="02020603050405020304" charset="0"/>
                <a:ea typeface="黑体" panose="02010609060101010101" charset="-122"/>
                <a:cs typeface="Times New Roman" panose="02020603050405020304" charset="0"/>
                <a:sym typeface="+mn-ea"/>
              </a:rPr>
              <a:t>]</a:t>
            </a:r>
            <a:endParaRPr lang="en-US" altLang="zh-CN" sz="2400" b="1">
              <a:solidFill>
                <a:srgbClr val="1818FF"/>
              </a:solidFill>
              <a:latin typeface="Times New Roman" panose="02020603050405020304" charset="0"/>
              <a:ea typeface="黑体" panose="02010609060101010101" charset="-122"/>
              <a:cs typeface="Times New Roman" panose="02020603050405020304" charset="0"/>
            </a:endParaRPr>
          </a:p>
          <a:p>
            <a:r>
              <a:rPr lang="en-US" altLang="zh-CN" sz="2400" b="1">
                <a:solidFill>
                  <a:srgbClr val="1818FF"/>
                </a:solidFill>
                <a:latin typeface="Times New Roman" panose="02020603050405020304" charset="0"/>
                <a:ea typeface="黑体" panose="02010609060101010101" charset="-122"/>
                <a:cs typeface="Times New Roman" panose="02020603050405020304" charset="0"/>
                <a:sym typeface="+mn-ea"/>
              </a:rPr>
              <a:t>E4M3</a:t>
            </a:r>
            <a:r>
              <a:rPr lang="zh-CN" altLang="en-US" sz="2400" b="1">
                <a:solidFill>
                  <a:srgbClr val="1818FF"/>
                </a:solidFill>
                <a:latin typeface="Times New Roman" panose="02020603050405020304" charset="0"/>
                <a:ea typeface="黑体" panose="02010609060101010101" charset="-122"/>
                <a:cs typeface="Times New Roman" panose="02020603050405020304" charset="0"/>
                <a:sym typeface="+mn-ea"/>
              </a:rPr>
              <a:t>，</a:t>
            </a:r>
            <a:r>
              <a:rPr lang="en-US" altLang="zh-CN" sz="2400" b="1">
                <a:solidFill>
                  <a:srgbClr val="1818FF"/>
                </a:solidFill>
                <a:latin typeface="Times New Roman" panose="02020603050405020304" charset="0"/>
                <a:ea typeface="黑体" panose="02010609060101010101" charset="-122"/>
                <a:cs typeface="Times New Roman" panose="02020603050405020304" charset="0"/>
                <a:sym typeface="+mn-ea"/>
              </a:rPr>
              <a:t>bias=7</a:t>
            </a:r>
            <a:r>
              <a:rPr lang="zh-CN" altLang="en-US" sz="2400" b="1">
                <a:solidFill>
                  <a:srgbClr val="1818FF"/>
                </a:solidFill>
                <a:latin typeface="Times New Roman" panose="02020603050405020304" charset="0"/>
                <a:ea typeface="黑体" panose="02010609060101010101" charset="-122"/>
                <a:cs typeface="Times New Roman" panose="02020603050405020304" charset="0"/>
                <a:sym typeface="+mn-ea"/>
              </a:rPr>
              <a:t>，</a:t>
            </a:r>
            <a:r>
              <a:rPr lang="en-US" altLang="zh-CN" sz="2400" b="1">
                <a:solidFill>
                  <a:srgbClr val="1818FF"/>
                </a:solidFill>
                <a:latin typeface="Times New Roman" panose="02020603050405020304" charset="0"/>
                <a:ea typeface="黑体" panose="02010609060101010101" charset="-122"/>
                <a:cs typeface="Times New Roman" panose="02020603050405020304" charset="0"/>
                <a:sym typeface="+mn-ea"/>
              </a:rPr>
              <a:t>1100 0011B</a:t>
            </a:r>
            <a:r>
              <a:rPr lang="zh-CN" altLang="en-US" sz="2400" b="1">
                <a:solidFill>
                  <a:srgbClr val="1818FF"/>
                </a:solidFill>
                <a:latin typeface="Times New Roman" panose="02020603050405020304" charset="0"/>
                <a:ea typeface="黑体" panose="02010609060101010101" charset="-122"/>
                <a:cs typeface="Times New Roman" panose="02020603050405020304" charset="0"/>
                <a:sym typeface="+mn-ea"/>
              </a:rPr>
              <a:t>，</a:t>
            </a:r>
            <a:r>
              <a:rPr lang="en-US" altLang="zh-CN" sz="2400" b="1">
                <a:solidFill>
                  <a:srgbClr val="1818FF"/>
                </a:solidFill>
                <a:latin typeface="Times New Roman" panose="02020603050405020304" charset="0"/>
                <a:ea typeface="黑体" panose="02010609060101010101" charset="-122"/>
                <a:cs typeface="Times New Roman" panose="02020603050405020304" charset="0"/>
                <a:sym typeface="+mn-ea"/>
              </a:rPr>
              <a:t> (-1)</a:t>
            </a:r>
            <a:r>
              <a:rPr lang="zh-CN" altLang="en-US" sz="2400" b="1">
                <a:solidFill>
                  <a:srgbClr val="1818FF"/>
                </a:solidFill>
                <a:latin typeface="Times New Roman" panose="02020603050405020304" charset="0"/>
                <a:ea typeface="黑体" panose="02010609060101010101" charset="-122"/>
                <a:cs typeface="Times New Roman" panose="02020603050405020304" charset="0"/>
                <a:sym typeface="+mn-ea"/>
              </a:rPr>
              <a:t>×</a:t>
            </a:r>
            <a:r>
              <a:rPr lang="en-US" altLang="zh-CN" sz="2400" b="1">
                <a:solidFill>
                  <a:srgbClr val="1818FF"/>
                </a:solidFill>
                <a:latin typeface="Times New Roman" panose="02020603050405020304" charset="0"/>
                <a:ea typeface="黑体" panose="02010609060101010101" charset="-122"/>
                <a:cs typeface="Times New Roman" panose="02020603050405020304" charset="0"/>
                <a:sym typeface="+mn-ea"/>
              </a:rPr>
              <a:t>(8-7)</a:t>
            </a:r>
            <a:r>
              <a:rPr lang="zh-CN" altLang="en-US" sz="2400" b="1">
                <a:solidFill>
                  <a:srgbClr val="1818FF"/>
                </a:solidFill>
                <a:latin typeface="Times New Roman" panose="02020603050405020304" charset="0"/>
                <a:ea typeface="黑体" panose="02010609060101010101" charset="-122"/>
                <a:cs typeface="Times New Roman" panose="02020603050405020304" charset="0"/>
                <a:sym typeface="+mn-ea"/>
              </a:rPr>
              <a:t>×</a:t>
            </a:r>
            <a:r>
              <a:rPr lang="en-US" altLang="zh-CN" sz="2400" b="1">
                <a:solidFill>
                  <a:srgbClr val="1818FF"/>
                </a:solidFill>
                <a:latin typeface="Times New Roman" panose="02020603050405020304" charset="0"/>
                <a:ea typeface="黑体" panose="02010609060101010101" charset="-122"/>
                <a:cs typeface="Times New Roman" panose="02020603050405020304" charset="0"/>
                <a:sym typeface="+mn-ea"/>
              </a:rPr>
              <a:t>(1+0.25+0.125)</a:t>
            </a:r>
            <a:endParaRPr lang="en-US" altLang="zh-CN" sz="2400" b="1">
              <a:solidFill>
                <a:srgbClr val="1818FF"/>
              </a:solidFill>
              <a:latin typeface="Times New Roman" panose="02020603050405020304" charset="0"/>
              <a:ea typeface="黑体" panose="02010609060101010101" charset="-122"/>
              <a:cs typeface="Times New Roman" panose="02020603050405020304" charset="0"/>
              <a:sym typeface="+mn-ea"/>
            </a:endParaRPr>
          </a:p>
          <a:p>
            <a:r>
              <a:rPr lang="en-US" altLang="zh-CN" sz="2400" b="1">
                <a:solidFill>
                  <a:srgbClr val="1818FF"/>
                </a:solidFill>
                <a:latin typeface="Times New Roman" panose="02020603050405020304" charset="0"/>
                <a:ea typeface="黑体" panose="02010609060101010101" charset="-122"/>
                <a:cs typeface="Times New Roman" panose="02020603050405020304" charset="0"/>
                <a:sym typeface="+mn-ea"/>
              </a:rPr>
              <a:t>E5M2</a:t>
            </a:r>
            <a:r>
              <a:rPr lang="zh-CN" altLang="en-US" sz="2400" b="1">
                <a:solidFill>
                  <a:srgbClr val="1818FF"/>
                </a:solidFill>
                <a:latin typeface="Times New Roman" panose="02020603050405020304" charset="0"/>
                <a:ea typeface="黑体" panose="02010609060101010101" charset="-122"/>
                <a:cs typeface="Times New Roman" panose="02020603050405020304" charset="0"/>
                <a:sym typeface="+mn-ea"/>
              </a:rPr>
              <a:t>，</a:t>
            </a:r>
            <a:r>
              <a:rPr lang="en-US" altLang="zh-CN" sz="2400" b="1">
                <a:solidFill>
                  <a:srgbClr val="1818FF"/>
                </a:solidFill>
                <a:latin typeface="Times New Roman" panose="02020603050405020304" charset="0"/>
                <a:ea typeface="黑体" panose="02010609060101010101" charset="-122"/>
                <a:cs typeface="Times New Roman" panose="02020603050405020304" charset="0"/>
                <a:sym typeface="+mn-ea"/>
              </a:rPr>
              <a:t>bias=15</a:t>
            </a:r>
            <a:r>
              <a:rPr lang="zh-CN" altLang="en-US" sz="2400" b="1">
                <a:solidFill>
                  <a:srgbClr val="1818FF"/>
                </a:solidFill>
                <a:latin typeface="Times New Roman" panose="02020603050405020304" charset="0"/>
                <a:ea typeface="黑体" panose="02010609060101010101" charset="-122"/>
                <a:cs typeface="Times New Roman" panose="02020603050405020304" charset="0"/>
                <a:sym typeface="+mn-ea"/>
              </a:rPr>
              <a:t>，</a:t>
            </a:r>
            <a:r>
              <a:rPr lang="en-US" altLang="zh-CN" sz="2400" b="1">
                <a:solidFill>
                  <a:srgbClr val="1818FF"/>
                </a:solidFill>
                <a:latin typeface="Times New Roman" panose="02020603050405020304" charset="0"/>
                <a:ea typeface="黑体" panose="02010609060101010101" charset="-122"/>
                <a:cs typeface="Times New Roman" panose="02020603050405020304" charset="0"/>
                <a:sym typeface="+mn-ea"/>
              </a:rPr>
              <a:t>1100 0011B</a:t>
            </a:r>
            <a:r>
              <a:rPr lang="zh-CN" altLang="en-US" sz="2400" b="1">
                <a:solidFill>
                  <a:srgbClr val="1818FF"/>
                </a:solidFill>
                <a:latin typeface="Times New Roman" panose="02020603050405020304" charset="0"/>
                <a:ea typeface="黑体" panose="02010609060101010101" charset="-122"/>
                <a:cs typeface="Times New Roman" panose="02020603050405020304" charset="0"/>
                <a:sym typeface="+mn-ea"/>
              </a:rPr>
              <a:t>，</a:t>
            </a:r>
            <a:r>
              <a:rPr lang="en-US" altLang="zh-CN" sz="2400" b="1">
                <a:solidFill>
                  <a:srgbClr val="1818FF"/>
                </a:solidFill>
                <a:latin typeface="Times New Roman" panose="02020603050405020304" charset="0"/>
                <a:ea typeface="黑体" panose="02010609060101010101" charset="-122"/>
                <a:cs typeface="Times New Roman" panose="02020603050405020304" charset="0"/>
                <a:sym typeface="+mn-ea"/>
              </a:rPr>
              <a:t> (-1)</a:t>
            </a:r>
            <a:r>
              <a:rPr lang="zh-CN" altLang="en-US" sz="2400" b="1">
                <a:solidFill>
                  <a:srgbClr val="1818FF"/>
                </a:solidFill>
                <a:latin typeface="Times New Roman" panose="02020603050405020304" charset="0"/>
                <a:ea typeface="黑体" panose="02010609060101010101" charset="-122"/>
                <a:cs typeface="Times New Roman" panose="02020603050405020304" charset="0"/>
                <a:sym typeface="+mn-ea"/>
              </a:rPr>
              <a:t>×</a:t>
            </a:r>
            <a:r>
              <a:rPr lang="en-US" altLang="zh-CN" sz="2400" b="1">
                <a:solidFill>
                  <a:srgbClr val="1818FF"/>
                </a:solidFill>
                <a:latin typeface="Times New Roman" panose="02020603050405020304" charset="0"/>
                <a:ea typeface="黑体" panose="02010609060101010101" charset="-122"/>
                <a:cs typeface="Times New Roman" panose="02020603050405020304" charset="0"/>
                <a:sym typeface="+mn-ea"/>
              </a:rPr>
              <a:t>(16-15)</a:t>
            </a:r>
            <a:r>
              <a:rPr lang="zh-CN" altLang="en-US" sz="2400" b="1">
                <a:solidFill>
                  <a:srgbClr val="1818FF"/>
                </a:solidFill>
                <a:latin typeface="Times New Roman" panose="02020603050405020304" charset="0"/>
                <a:ea typeface="黑体" panose="02010609060101010101" charset="-122"/>
                <a:cs typeface="Times New Roman" panose="02020603050405020304" charset="0"/>
                <a:sym typeface="+mn-ea"/>
              </a:rPr>
              <a:t>×</a:t>
            </a:r>
            <a:r>
              <a:rPr lang="en-US" altLang="zh-CN" sz="2400" b="1">
                <a:solidFill>
                  <a:srgbClr val="1818FF"/>
                </a:solidFill>
                <a:latin typeface="Times New Roman" panose="02020603050405020304" charset="0"/>
                <a:ea typeface="黑体" panose="02010609060101010101" charset="-122"/>
                <a:cs typeface="Times New Roman" panose="02020603050405020304" charset="0"/>
                <a:sym typeface="+mn-ea"/>
              </a:rPr>
              <a:t>(1+0.5+0.25)</a:t>
            </a:r>
            <a:endParaRPr lang="en-US" altLang="zh-CN" sz="2400" b="1">
              <a:solidFill>
                <a:srgbClr val="1818FF"/>
              </a:solidFill>
              <a:latin typeface="Times New Roman" panose="02020603050405020304" charset="0"/>
              <a:ea typeface="黑体" panose="02010609060101010101" charset="-122"/>
              <a:cs typeface="Times New Roman" panose="02020603050405020304" charset="0"/>
              <a:sym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459284" y="2602923"/>
            <a:ext cx="1897380" cy="2445385"/>
          </a:xfrm>
          <a:prstGeom prst="rect">
            <a:avLst/>
          </a:prstGeom>
          <a:noFill/>
        </p:spPr>
        <p:txBody>
          <a:bodyPr wrap="none" rtlCol="0">
            <a:spAutoFit/>
          </a:bodyPr>
          <a:p>
            <a:pPr algn="ctr"/>
            <a:r>
              <a:rPr lang="zh-CN" altLang="en-US" sz="2700" dirty="0"/>
              <a:t>第二章例题</a:t>
            </a:r>
            <a:endParaRPr lang="en-US" altLang="zh-CN" sz="2700" dirty="0"/>
          </a:p>
          <a:p>
            <a:pPr algn="ctr"/>
            <a:endParaRPr lang="en-US" altLang="zh-CN" sz="2100" dirty="0"/>
          </a:p>
          <a:p>
            <a:pPr algn="ctr"/>
            <a:endParaRPr lang="en-US" altLang="zh-CN" sz="2100" dirty="0"/>
          </a:p>
          <a:p>
            <a:pPr algn="ctr"/>
            <a:endParaRPr lang="en-US" altLang="zh-CN" sz="2100" dirty="0"/>
          </a:p>
          <a:p>
            <a:pPr algn="ctr"/>
            <a:endParaRPr lang="en-US" altLang="zh-CN" sz="2100" dirty="0"/>
          </a:p>
          <a:p>
            <a:pPr algn="ctr"/>
            <a:endParaRPr lang="en-US" altLang="zh-CN" sz="2100" dirty="0"/>
          </a:p>
          <a:p>
            <a:pPr algn="ctr"/>
            <a:endParaRPr lang="en-US" sz="2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r>
              <a:rPr lang="en-US" dirty="0"/>
              <a:t>2.</a:t>
            </a:r>
            <a:r>
              <a:rPr lang="en-US" altLang="zh-CN" dirty="0"/>
              <a:t>1</a:t>
            </a:r>
            <a:endParaRPr lang="zh-CN" altLang="en-US" dirty="0"/>
          </a:p>
        </p:txBody>
      </p:sp>
      <p:sp>
        <p:nvSpPr>
          <p:cNvPr id="34" name="文本框 33"/>
          <p:cNvSpPr txBox="1"/>
          <p:nvPr/>
        </p:nvSpPr>
        <p:spPr>
          <a:xfrm>
            <a:off x="2032000" y="293848"/>
            <a:ext cx="5080000" cy="737235"/>
          </a:xfrm>
          <a:prstGeom prst="rect">
            <a:avLst/>
          </a:prstGeom>
        </p:spPr>
        <p:txBody>
          <a:bodyPr>
            <a:spAutoFit/>
          </a:bodyPr>
          <a:p>
            <a:endParaRPr lang="en-US" altLang="zh-CN" sz="2600"/>
          </a:p>
          <a:p>
            <a:pPr marL="0" indent="0" algn="just" defTabSz="266700">
              <a:spcBef>
                <a:spcPct val="0"/>
              </a:spcBef>
              <a:spcAft>
                <a:spcPct val="0"/>
              </a:spcAft>
            </a:pPr>
            <a:r>
              <a:rPr lang="en-US" altLang="zh-CN" sz="1600">
                <a:solidFill>
                  <a:srgbClr val="0070C0"/>
                </a:solidFill>
                <a:latin typeface="等线" panose="02010600030101010101" charset="-122"/>
                <a:ea typeface="等线" panose="02010600030101010101" charset="-122"/>
              </a:rPr>
              <a:t> </a:t>
            </a:r>
            <a:endParaRPr lang="en-US" altLang="zh-CN" sz="1600">
              <a:solidFill>
                <a:srgbClr val="0070C0"/>
              </a:solidFill>
              <a:latin typeface="等线" panose="02010600030101010101" charset="-122"/>
              <a:ea typeface="等线" panose="02010600030101010101" charset="-122"/>
            </a:endParaRPr>
          </a:p>
        </p:txBody>
      </p:sp>
      <p:sp>
        <p:nvSpPr>
          <p:cNvPr id="11" name="文本框 10"/>
          <p:cNvSpPr txBox="1"/>
          <p:nvPr/>
        </p:nvSpPr>
        <p:spPr>
          <a:xfrm>
            <a:off x="536575" y="1281430"/>
            <a:ext cx="8082280" cy="953135"/>
          </a:xfrm>
          <a:prstGeom prst="rect">
            <a:avLst/>
          </a:prstGeom>
          <a:noFill/>
        </p:spPr>
        <p:txBody>
          <a:bodyPr wrap="square" rtlCol="0" anchor="t">
            <a:spAutoFit/>
          </a:bodyPr>
          <a:p>
            <a:r>
              <a:rPr lang="zh-CN" altLang="en-US" sz="2800"/>
              <a:t>计算机体系结构、计算机组成和计算机实现三者之间有什么关系？</a:t>
            </a:r>
            <a:endParaRPr lang="zh-CN" altLang="en-US" sz="2800"/>
          </a:p>
        </p:txBody>
      </p:sp>
      <p:sp>
        <p:nvSpPr>
          <p:cNvPr id="2" name="文本框 1"/>
          <p:cNvSpPr txBox="1"/>
          <p:nvPr/>
        </p:nvSpPr>
        <p:spPr>
          <a:xfrm>
            <a:off x="332105" y="2484755"/>
            <a:ext cx="8460740" cy="3538220"/>
          </a:xfrm>
          <a:prstGeom prst="rect">
            <a:avLst/>
          </a:prstGeom>
          <a:noFill/>
        </p:spPr>
        <p:txBody>
          <a:bodyPr wrap="square" rtlCol="0" anchor="t">
            <a:spAutoFit/>
          </a:bodyPr>
          <a:p>
            <a:r>
              <a:rPr lang="en-US" altLang="zh-CN" sz="2800" b="1">
                <a:solidFill>
                  <a:srgbClr val="1818FF"/>
                </a:solidFill>
                <a:latin typeface="Times New Roman" panose="02020603050405020304" charset="0"/>
                <a:ea typeface="黑体" panose="02010609060101010101" charset="-122"/>
                <a:cs typeface="Times New Roman" panose="02020603050405020304" charset="0"/>
              </a:rPr>
              <a:t>[</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解析</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a:t>
            </a:r>
            <a:endParaRPr lang="en-US" altLang="zh-CN" sz="2800" b="1">
              <a:solidFill>
                <a:srgbClr val="1818FF"/>
              </a:solidFill>
              <a:latin typeface="Times New Roman" panose="02020603050405020304" charset="0"/>
              <a:ea typeface="黑体" panose="02010609060101010101" charset="-122"/>
              <a:cs typeface="Times New Roman" panose="02020603050405020304" charset="0"/>
            </a:endParaRPr>
          </a:p>
          <a:p>
            <a:pPr marL="285750" indent="-285750">
              <a:buFont typeface="Arial" panose="020B0604020202020204" pitchFamily="34" charset="0"/>
              <a:buChar char="•"/>
            </a:pPr>
            <a:r>
              <a:rPr lang="zh-CN" altLang="en-US" sz="2800" b="1">
                <a:solidFill>
                  <a:srgbClr val="1818FF"/>
                </a:solidFill>
                <a:latin typeface="Times New Roman" panose="02020603050405020304" charset="0"/>
                <a:ea typeface="黑体" panose="02010609060101010101" charset="-122"/>
                <a:cs typeface="Times New Roman" panose="02020603050405020304" charset="0"/>
              </a:rPr>
              <a:t>计算机体系结构</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(computer architecture)</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关注计算机的基本设计思想和由此产生的逻辑结构。</a:t>
            </a:r>
            <a:endParaRPr lang="zh-CN" altLang="en-US" sz="2800" b="1">
              <a:solidFill>
                <a:srgbClr val="1818FF"/>
              </a:solidFill>
              <a:latin typeface="Times New Roman" panose="02020603050405020304" charset="0"/>
              <a:ea typeface="黑体" panose="02010609060101010101" charset="-122"/>
              <a:cs typeface="Times New Roman" panose="02020603050405020304" charset="0"/>
            </a:endParaRPr>
          </a:p>
          <a:p>
            <a:pPr marL="285750" indent="-285750">
              <a:buFont typeface="Arial" panose="020B0604020202020204" pitchFamily="34" charset="0"/>
              <a:buChar char="•"/>
            </a:pPr>
            <a:r>
              <a:rPr lang="zh-CN" altLang="en-US" sz="2800" b="1">
                <a:solidFill>
                  <a:srgbClr val="1818FF"/>
                </a:solidFill>
                <a:latin typeface="Times New Roman" panose="02020603050405020304" charset="0"/>
                <a:ea typeface="黑体" panose="02010609060101010101" charset="-122"/>
                <a:cs typeface="Times New Roman" panose="02020603050405020304" charset="0"/>
              </a:rPr>
              <a:t>计算机组成</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(computer organization)</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关注的是机器中各个功能单元的逻辑设计、物理实现和部件之间的互联组织。</a:t>
            </a:r>
            <a:endParaRPr lang="zh-CN" altLang="en-US" sz="2800" b="1">
              <a:solidFill>
                <a:srgbClr val="1818FF"/>
              </a:solidFill>
              <a:latin typeface="Times New Roman" panose="02020603050405020304" charset="0"/>
              <a:ea typeface="黑体" panose="02010609060101010101" charset="-122"/>
              <a:cs typeface="Times New Roman" panose="02020603050405020304" charset="0"/>
            </a:endParaRPr>
          </a:p>
          <a:p>
            <a:pPr marL="285750" indent="-285750">
              <a:buFont typeface="Arial" panose="020B0604020202020204" pitchFamily="34" charset="0"/>
              <a:buChar char="•"/>
            </a:pPr>
            <a:r>
              <a:rPr lang="zh-CN" altLang="en-US" sz="2800" b="1">
                <a:solidFill>
                  <a:srgbClr val="1818FF"/>
                </a:solidFill>
                <a:latin typeface="Times New Roman" panose="02020603050405020304" charset="0"/>
                <a:ea typeface="黑体" panose="02010609060101010101" charset="-122"/>
                <a:cs typeface="Times New Roman" panose="02020603050405020304" charset="0"/>
              </a:rPr>
              <a:t>计算机实现技术关注更底层的集成电路设计、结构设计、组装工艺、电源技术和冷却措施等。</a:t>
            </a:r>
            <a:endParaRPr lang="zh-CN" altLang="en-US" sz="2800" b="1">
              <a:solidFill>
                <a:srgbClr val="1818FF"/>
              </a:solidFill>
              <a:latin typeface="Times New Roman" panose="02020603050405020304" charset="0"/>
              <a:ea typeface="黑体" panose="02010609060101010101" charset="-122"/>
              <a:cs typeface="Times New Roman" panose="0202060305040502030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文本框 33"/>
          <p:cNvSpPr txBox="1"/>
          <p:nvPr/>
        </p:nvSpPr>
        <p:spPr>
          <a:xfrm>
            <a:off x="2032000" y="293848"/>
            <a:ext cx="5080000" cy="737235"/>
          </a:xfrm>
          <a:prstGeom prst="rect">
            <a:avLst/>
          </a:prstGeom>
        </p:spPr>
        <p:txBody>
          <a:bodyPr>
            <a:spAutoFit/>
          </a:bodyPr>
          <a:p>
            <a:endParaRPr lang="en-US" altLang="zh-CN" sz="2600"/>
          </a:p>
          <a:p>
            <a:pPr marL="0" indent="0" algn="just" defTabSz="266700">
              <a:spcBef>
                <a:spcPct val="0"/>
              </a:spcBef>
              <a:spcAft>
                <a:spcPct val="0"/>
              </a:spcAft>
            </a:pPr>
            <a:r>
              <a:rPr lang="en-US" altLang="zh-CN" sz="1600">
                <a:solidFill>
                  <a:srgbClr val="0070C0"/>
                </a:solidFill>
                <a:latin typeface="等线" panose="02010600030101010101" charset="-122"/>
                <a:ea typeface="等线" panose="02010600030101010101" charset="-122"/>
              </a:rPr>
              <a:t> </a:t>
            </a:r>
            <a:endParaRPr lang="en-US" altLang="zh-CN" sz="1600">
              <a:solidFill>
                <a:srgbClr val="0070C0"/>
              </a:solidFill>
              <a:latin typeface="等线" panose="02010600030101010101" charset="-122"/>
              <a:ea typeface="等线" panose="02010600030101010101" charset="-122"/>
            </a:endParaRPr>
          </a:p>
        </p:txBody>
      </p:sp>
      <p:sp>
        <p:nvSpPr>
          <p:cNvPr id="11" name="文本框 10"/>
          <p:cNvSpPr txBox="1"/>
          <p:nvPr/>
        </p:nvSpPr>
        <p:spPr>
          <a:xfrm>
            <a:off x="536575" y="485140"/>
            <a:ext cx="8082280" cy="953135"/>
          </a:xfrm>
          <a:prstGeom prst="rect">
            <a:avLst/>
          </a:prstGeom>
          <a:noFill/>
        </p:spPr>
        <p:txBody>
          <a:bodyPr wrap="square" rtlCol="0" anchor="t">
            <a:spAutoFit/>
          </a:bodyPr>
          <a:p>
            <a:r>
              <a:rPr lang="en-US" altLang="zh-CN" sz="2800" b="1"/>
              <a:t>2.2</a:t>
            </a:r>
            <a:r>
              <a:rPr lang="en-US" altLang="zh-CN" sz="2800"/>
              <a:t>    </a:t>
            </a:r>
            <a:r>
              <a:rPr lang="zh-CN" altLang="en-US" sz="2800"/>
              <a:t>影响冯</a:t>
            </a:r>
            <a:r>
              <a:rPr lang="en-US" altLang="zh-CN" sz="2800"/>
              <a:t>·</a:t>
            </a:r>
            <a:r>
              <a:rPr lang="zh-CN" altLang="en-US" sz="2800"/>
              <a:t>诺依曼结构计算机性能的主要技术瓶颈是什么？</a:t>
            </a:r>
            <a:endParaRPr lang="zh-CN" altLang="en-US" sz="2800"/>
          </a:p>
        </p:txBody>
      </p:sp>
      <p:sp>
        <p:nvSpPr>
          <p:cNvPr id="4" name="文本框 3"/>
          <p:cNvSpPr txBox="1"/>
          <p:nvPr/>
        </p:nvSpPr>
        <p:spPr>
          <a:xfrm>
            <a:off x="536575" y="1532890"/>
            <a:ext cx="7837170" cy="953135"/>
          </a:xfrm>
          <a:prstGeom prst="rect">
            <a:avLst/>
          </a:prstGeom>
        </p:spPr>
        <p:txBody>
          <a:bodyPr wrap="square">
            <a:spAutoFit/>
          </a:bodyPr>
          <a:p>
            <a:pPr marL="0" indent="0" algn="just" defTabSz="266700">
              <a:spcBef>
                <a:spcPct val="0"/>
              </a:spcBef>
              <a:spcAft>
                <a:spcPct val="0"/>
              </a:spcAft>
            </a:pPr>
            <a:r>
              <a:rPr lang="en-US" altLang="zh-CN" sz="2800" b="1">
                <a:solidFill>
                  <a:srgbClr val="1818FF"/>
                </a:solidFill>
                <a:latin typeface="Times New Roman" panose="02020603050405020304" charset="0"/>
                <a:ea typeface="黑体" panose="02010609060101010101" charset="-122"/>
                <a:cs typeface="Times New Roman" panose="02020603050405020304" charset="0"/>
              </a:rPr>
              <a:t>[</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解析</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 </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指令和数据共用一条主线，取指和取数据会产生冲突</a:t>
            </a:r>
            <a:endParaRPr lang="zh-CN" altLang="en-US" sz="2800" b="1">
              <a:solidFill>
                <a:srgbClr val="1818FF"/>
              </a:solidFill>
              <a:latin typeface="Times New Roman" panose="02020603050405020304" charset="0"/>
              <a:ea typeface="黑体" panose="02010609060101010101" charset="-122"/>
              <a:cs typeface="Times New Roman" panose="02020603050405020304" charset="0"/>
            </a:endParaRPr>
          </a:p>
        </p:txBody>
      </p:sp>
      <p:sp>
        <p:nvSpPr>
          <p:cNvPr id="5" name="文本框 4"/>
          <p:cNvSpPr txBox="1"/>
          <p:nvPr/>
        </p:nvSpPr>
        <p:spPr>
          <a:xfrm>
            <a:off x="536575" y="2680970"/>
            <a:ext cx="8082280" cy="953135"/>
          </a:xfrm>
          <a:prstGeom prst="rect">
            <a:avLst/>
          </a:prstGeom>
          <a:noFill/>
        </p:spPr>
        <p:txBody>
          <a:bodyPr wrap="square" rtlCol="0" anchor="t">
            <a:spAutoFit/>
          </a:bodyPr>
          <a:p>
            <a:r>
              <a:rPr lang="en-US" altLang="zh-CN" sz="2800" b="1"/>
              <a:t>2.8</a:t>
            </a:r>
            <a:r>
              <a:rPr lang="en-US" altLang="zh-CN" sz="2800"/>
              <a:t>    </a:t>
            </a:r>
            <a:r>
              <a:rPr lang="zh-CN" altLang="en-US" sz="2800"/>
              <a:t>寄存器和存储器都是存储数据的，两者有哪些主要区别？</a:t>
            </a:r>
            <a:endParaRPr lang="zh-CN" altLang="en-US" sz="2800"/>
          </a:p>
        </p:txBody>
      </p:sp>
      <p:sp>
        <p:nvSpPr>
          <p:cNvPr id="6" name="文本框 5"/>
          <p:cNvSpPr txBox="1"/>
          <p:nvPr/>
        </p:nvSpPr>
        <p:spPr>
          <a:xfrm>
            <a:off x="535940" y="3709670"/>
            <a:ext cx="8082915" cy="2676525"/>
          </a:xfrm>
          <a:prstGeom prst="rect">
            <a:avLst/>
          </a:prstGeom>
          <a:noFill/>
        </p:spPr>
        <p:txBody>
          <a:bodyPr wrap="square" rtlCol="0" anchor="t">
            <a:spAutoFit/>
          </a:bodyPr>
          <a:p>
            <a:pPr indent="0">
              <a:buFont typeface="Arial" panose="020B0604020202020204" pitchFamily="34" charset="0"/>
              <a:buNone/>
            </a:pPr>
            <a:r>
              <a:rPr lang="en-US" altLang="zh-CN" sz="2800" b="1">
                <a:solidFill>
                  <a:srgbClr val="1818FF"/>
                </a:solidFill>
                <a:latin typeface="Times New Roman" panose="02020603050405020304" charset="0"/>
                <a:ea typeface="黑体" panose="02010609060101010101" charset="-122"/>
                <a:cs typeface="Times New Roman" panose="02020603050405020304" charset="0"/>
              </a:rPr>
              <a:t>[</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解析</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a:t>
            </a:r>
            <a:endParaRPr lang="zh-CN" altLang="en-US" sz="2800" b="1">
              <a:solidFill>
                <a:srgbClr val="1818FF"/>
              </a:solidFill>
              <a:latin typeface="Times New Roman" panose="02020603050405020304" charset="0"/>
              <a:ea typeface="黑体" panose="02010609060101010101" charset="-122"/>
              <a:cs typeface="Times New Roman" panose="02020603050405020304" charset="0"/>
            </a:endParaRPr>
          </a:p>
          <a:p>
            <a:pPr marL="285750" indent="-285750">
              <a:buFont typeface="Arial" panose="020B0604020202020204" pitchFamily="34" charset="0"/>
              <a:buChar char="•"/>
            </a:pPr>
            <a:r>
              <a:rPr lang="zh-CN" altLang="en-US" sz="2800" b="1">
                <a:solidFill>
                  <a:srgbClr val="1818FF"/>
                </a:solidFill>
                <a:latin typeface="Times New Roman" panose="02020603050405020304" charset="0"/>
                <a:ea typeface="黑体" panose="02010609060101010101" charset="-122"/>
                <a:cs typeface="Times New Roman" panose="02020603050405020304" charset="0"/>
              </a:rPr>
              <a:t>寄存器位于</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CPU</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中，速度很快，存储容量也较小，存取的代价也较小</a:t>
            </a:r>
            <a:endParaRPr lang="zh-CN" altLang="en-US" sz="2800" b="1">
              <a:solidFill>
                <a:srgbClr val="1818FF"/>
              </a:solidFill>
              <a:latin typeface="Times New Roman" panose="02020603050405020304" charset="0"/>
              <a:ea typeface="黑体" panose="02010609060101010101" charset="-122"/>
              <a:cs typeface="Times New Roman" panose="02020603050405020304" charset="0"/>
            </a:endParaRPr>
          </a:p>
          <a:p>
            <a:pPr marL="285750" indent="-285750">
              <a:buFont typeface="Arial" panose="020B0604020202020204" pitchFamily="34" charset="0"/>
              <a:buChar char="•"/>
            </a:pPr>
            <a:r>
              <a:rPr lang="zh-CN" altLang="en-US" sz="2800" b="1">
                <a:solidFill>
                  <a:srgbClr val="1818FF"/>
                </a:solidFill>
                <a:latin typeface="Times New Roman" panose="02020603050405020304" charset="0"/>
                <a:ea typeface="黑体" panose="02010609060101010101" charset="-122"/>
                <a:cs typeface="Times New Roman" panose="02020603050405020304" charset="0"/>
              </a:rPr>
              <a:t>存储器一般位于</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CPU</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外，速度稍慢，容量比寄存器大，存取代价较大</a:t>
            </a:r>
            <a:endParaRPr lang="zh-CN" altLang="en-US" sz="2800" b="1">
              <a:solidFill>
                <a:srgbClr val="1818FF"/>
              </a:solidFill>
              <a:latin typeface="Times New Roman" panose="02020603050405020304" charset="0"/>
              <a:ea typeface="黑体" panose="02010609060101010101" charset="-122"/>
              <a:cs typeface="Times New Roman" panose="02020603050405020304" charset="0"/>
            </a:endParaRPr>
          </a:p>
          <a:p>
            <a:pPr marL="285750" indent="-285750">
              <a:buFont typeface="Arial" panose="020B0604020202020204" pitchFamily="34" charset="0"/>
              <a:buChar char="•"/>
            </a:pPr>
            <a:r>
              <a:rPr lang="zh-CN" altLang="en-US" sz="2800" b="1">
                <a:solidFill>
                  <a:srgbClr val="1818FF"/>
                </a:solidFill>
                <a:latin typeface="Times New Roman" panose="02020603050405020304" charset="0"/>
                <a:ea typeface="黑体" panose="02010609060101010101" charset="-122"/>
                <a:cs typeface="Times New Roman" panose="02020603050405020304" charset="0"/>
              </a:rPr>
              <a:t>电路器件的实现原理不同</a:t>
            </a:r>
            <a:endParaRPr lang="zh-CN" altLang="en-US" sz="2800" b="1">
              <a:solidFill>
                <a:srgbClr val="1818FF"/>
              </a:solidFill>
              <a:latin typeface="Times New Roman" panose="02020603050405020304" charset="0"/>
              <a:ea typeface="黑体" panose="02010609060101010101" charset="-122"/>
              <a:cs typeface="Times New Roman" panose="0202060305040502030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文本框 33"/>
          <p:cNvSpPr txBox="1"/>
          <p:nvPr/>
        </p:nvSpPr>
        <p:spPr>
          <a:xfrm>
            <a:off x="2032000" y="293848"/>
            <a:ext cx="5080000" cy="737235"/>
          </a:xfrm>
          <a:prstGeom prst="rect">
            <a:avLst/>
          </a:prstGeom>
        </p:spPr>
        <p:txBody>
          <a:bodyPr>
            <a:spAutoFit/>
          </a:bodyPr>
          <a:p>
            <a:endParaRPr lang="en-US" altLang="zh-CN" sz="2600"/>
          </a:p>
          <a:p>
            <a:pPr marL="0" indent="0" algn="just" defTabSz="266700">
              <a:spcBef>
                <a:spcPct val="0"/>
              </a:spcBef>
              <a:spcAft>
                <a:spcPct val="0"/>
              </a:spcAft>
            </a:pPr>
            <a:r>
              <a:rPr lang="en-US" altLang="zh-CN" sz="1600">
                <a:solidFill>
                  <a:srgbClr val="0070C0"/>
                </a:solidFill>
                <a:latin typeface="等线" panose="02010600030101010101" charset="-122"/>
                <a:ea typeface="等线" panose="02010600030101010101" charset="-122"/>
              </a:rPr>
              <a:t> </a:t>
            </a:r>
            <a:endParaRPr lang="en-US" altLang="zh-CN" sz="1600">
              <a:solidFill>
                <a:srgbClr val="0070C0"/>
              </a:solidFill>
              <a:latin typeface="等线" panose="02010600030101010101" charset="-122"/>
              <a:ea typeface="等线" panose="02010600030101010101" charset="-122"/>
            </a:endParaRPr>
          </a:p>
        </p:txBody>
      </p:sp>
      <p:sp>
        <p:nvSpPr>
          <p:cNvPr id="8" name="标题 7"/>
          <p:cNvSpPr>
            <a:spLocks noGrp="1"/>
          </p:cNvSpPr>
          <p:nvPr>
            <p:ph type="title"/>
          </p:nvPr>
        </p:nvSpPr>
        <p:spPr/>
        <p:txBody>
          <a:bodyPr/>
          <a:p>
            <a:r>
              <a:rPr lang="en-US" dirty="0"/>
              <a:t>2.</a:t>
            </a:r>
            <a:r>
              <a:rPr lang="en-US" altLang="zh-CN" dirty="0"/>
              <a:t>10</a:t>
            </a:r>
            <a:endParaRPr lang="zh-CN" altLang="en-US" dirty="0"/>
          </a:p>
        </p:txBody>
      </p:sp>
      <p:sp>
        <p:nvSpPr>
          <p:cNvPr id="3" name="文本框 2"/>
          <p:cNvSpPr txBox="1"/>
          <p:nvPr/>
        </p:nvSpPr>
        <p:spPr>
          <a:xfrm>
            <a:off x="850265" y="814705"/>
            <a:ext cx="6485255" cy="953135"/>
          </a:xfrm>
          <a:prstGeom prst="rect">
            <a:avLst/>
          </a:prstGeom>
        </p:spPr>
        <p:txBody>
          <a:bodyPr wrap="square">
            <a:spAutoFit/>
          </a:bodyPr>
          <a:p>
            <a:pPr marL="0" indent="0" algn="just" defTabSz="266700">
              <a:spcBef>
                <a:spcPct val="0"/>
              </a:spcBef>
              <a:spcAft>
                <a:spcPct val="0"/>
              </a:spcAft>
            </a:pPr>
            <a:r>
              <a:rPr lang="zh-CN" altLang="en-US" sz="2800">
                <a:latin typeface="+mn-ea"/>
                <a:cs typeface="+mn-ea"/>
              </a:rPr>
              <a:t>什么是微指令？什么是微程序？控制</a:t>
            </a:r>
            <a:r>
              <a:rPr lang="en-US" altLang="zh-CN" sz="2800">
                <a:sym typeface="+mn-ea"/>
              </a:rPr>
              <a:t>ROM</a:t>
            </a:r>
            <a:r>
              <a:rPr lang="zh-CN" altLang="en-US" sz="2800">
                <a:latin typeface="+mn-ea"/>
                <a:cs typeface="+mn-ea"/>
              </a:rPr>
              <a:t>的作用是什么？</a:t>
            </a:r>
            <a:endParaRPr lang="zh-CN" altLang="en-US" sz="2800">
              <a:latin typeface="+mn-ea"/>
              <a:cs typeface="+mn-ea"/>
            </a:endParaRPr>
          </a:p>
        </p:txBody>
      </p:sp>
      <p:sp>
        <p:nvSpPr>
          <p:cNvPr id="7" name="文本框 6"/>
          <p:cNvSpPr txBox="1"/>
          <p:nvPr/>
        </p:nvSpPr>
        <p:spPr>
          <a:xfrm>
            <a:off x="141605" y="1713230"/>
            <a:ext cx="8749665" cy="4831080"/>
          </a:xfrm>
          <a:prstGeom prst="rect">
            <a:avLst/>
          </a:prstGeom>
          <a:noFill/>
        </p:spPr>
        <p:txBody>
          <a:bodyPr wrap="square" rtlCol="0" anchor="t">
            <a:spAutoFit/>
          </a:bodyPr>
          <a:p>
            <a:pPr indent="0">
              <a:buFont typeface="Arial" panose="020B0604020202020204" pitchFamily="34" charset="0"/>
              <a:buNone/>
            </a:pPr>
            <a:r>
              <a:rPr lang="en-US" altLang="zh-CN" sz="2800" b="1">
                <a:solidFill>
                  <a:srgbClr val="1818FF"/>
                </a:solidFill>
                <a:latin typeface="Times New Roman" panose="02020603050405020304" charset="0"/>
                <a:ea typeface="黑体" panose="02010609060101010101" charset="-122"/>
                <a:cs typeface="Times New Roman" panose="02020603050405020304" charset="0"/>
              </a:rPr>
              <a:t>[</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解析</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a:t>
            </a:r>
            <a:endParaRPr lang="zh-CN" altLang="en-US" sz="2800" b="1">
              <a:solidFill>
                <a:srgbClr val="1818FF"/>
              </a:solidFill>
              <a:latin typeface="Times New Roman" panose="02020603050405020304" charset="0"/>
              <a:ea typeface="黑体" panose="02010609060101010101" charset="-122"/>
              <a:cs typeface="Times New Roman" panose="02020603050405020304" charset="0"/>
            </a:endParaRPr>
          </a:p>
          <a:p>
            <a:pPr marL="285750" indent="-285750">
              <a:buFont typeface="Arial" panose="020B0604020202020204" pitchFamily="34" charset="0"/>
              <a:buChar char="•"/>
            </a:pPr>
            <a:r>
              <a:rPr lang="zh-CN" altLang="en-US" sz="2800" b="1">
                <a:solidFill>
                  <a:srgbClr val="1818FF"/>
                </a:solidFill>
                <a:latin typeface="Times New Roman" panose="02020603050405020304" charset="0"/>
                <a:ea typeface="黑体" panose="02010609060101010101" charset="-122"/>
                <a:cs typeface="Times New Roman" panose="02020603050405020304" charset="0"/>
              </a:rPr>
              <a:t>微指令：在机器的一个</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CPU</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周期中，一组实现一定操作功能的微命令的组合，构成一条微指令；微指令</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微操作码</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执行顺序位。</a:t>
            </a:r>
            <a:endParaRPr lang="zh-CN" altLang="en-US" sz="2800" b="1">
              <a:solidFill>
                <a:srgbClr val="1818FF"/>
              </a:solidFill>
              <a:latin typeface="Times New Roman" panose="02020603050405020304" charset="0"/>
              <a:ea typeface="黑体" panose="02010609060101010101" charset="-122"/>
              <a:cs typeface="Times New Roman" panose="02020603050405020304" charset="0"/>
            </a:endParaRPr>
          </a:p>
          <a:p>
            <a:pPr marL="285750" indent="-285750">
              <a:buFont typeface="Arial" panose="020B0604020202020204" pitchFamily="34" charset="0"/>
              <a:buChar char="•"/>
            </a:pPr>
            <a:r>
              <a:rPr lang="zh-CN" altLang="en-US" sz="2800" b="1">
                <a:solidFill>
                  <a:srgbClr val="1818FF"/>
                </a:solidFill>
                <a:latin typeface="Times New Roman" panose="02020603050405020304" charset="0"/>
                <a:ea typeface="黑体" panose="02010609060101010101" charset="-122"/>
                <a:cs typeface="Times New Roman" panose="02020603050405020304" charset="0"/>
              </a:rPr>
              <a:t>微程序：一条机器指令的功能是由许多条微指令组成的序列来实现的。这个微指令序列通常叫做微程序</a:t>
            </a:r>
            <a:endParaRPr lang="zh-CN" altLang="en-US" sz="2800" b="1">
              <a:solidFill>
                <a:srgbClr val="1818FF"/>
              </a:solidFill>
              <a:latin typeface="Times New Roman" panose="02020603050405020304" charset="0"/>
              <a:ea typeface="黑体" panose="02010609060101010101" charset="-122"/>
              <a:cs typeface="Times New Roman" panose="02020603050405020304" charset="0"/>
            </a:endParaRPr>
          </a:p>
          <a:p>
            <a:pPr marL="285750" indent="-285750">
              <a:buFont typeface="Arial" panose="020B0604020202020204" pitchFamily="34" charset="0"/>
              <a:buChar char="•"/>
            </a:pPr>
            <a:r>
              <a:rPr lang="zh-CN" altLang="en-US" sz="2800" b="1">
                <a:solidFill>
                  <a:srgbClr val="1818FF"/>
                </a:solidFill>
                <a:latin typeface="Times New Roman" panose="02020603050405020304" charset="0"/>
                <a:ea typeface="黑体" panose="02010609060101010101" charset="-122"/>
                <a:cs typeface="Times New Roman" panose="02020603050405020304" charset="0"/>
              </a:rPr>
              <a:t>控制</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ROM</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：指令集中所有指令都对应一段微程序，他们存放在控制</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ROM</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中，每段微程序的每条微指令都有唯一的地址，当一条指令被执行时，指令译码器对指令操作码进行译码，找到对应微程序的存放地址，开始执行。</a:t>
            </a:r>
            <a:endParaRPr lang="zh-CN" altLang="en-US" sz="2800" b="1">
              <a:solidFill>
                <a:srgbClr val="1818FF"/>
              </a:solidFill>
              <a:latin typeface="Times New Roman" panose="02020603050405020304" charset="0"/>
              <a:ea typeface="黑体" panose="02010609060101010101" charset="-122"/>
              <a:cs typeface="Times New Roman" panose="0202060305040502030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文本框 33"/>
          <p:cNvSpPr txBox="1"/>
          <p:nvPr/>
        </p:nvSpPr>
        <p:spPr>
          <a:xfrm>
            <a:off x="2032000" y="293848"/>
            <a:ext cx="5080000" cy="737235"/>
          </a:xfrm>
          <a:prstGeom prst="rect">
            <a:avLst/>
          </a:prstGeom>
        </p:spPr>
        <p:txBody>
          <a:bodyPr>
            <a:spAutoFit/>
          </a:bodyPr>
          <a:p>
            <a:endParaRPr lang="en-US" altLang="zh-CN" sz="2600"/>
          </a:p>
          <a:p>
            <a:pPr marL="0" indent="0" algn="just" defTabSz="266700">
              <a:spcBef>
                <a:spcPct val="0"/>
              </a:spcBef>
              <a:spcAft>
                <a:spcPct val="0"/>
              </a:spcAft>
            </a:pPr>
            <a:r>
              <a:rPr lang="en-US" altLang="zh-CN" sz="1600">
                <a:solidFill>
                  <a:srgbClr val="0070C0"/>
                </a:solidFill>
                <a:latin typeface="等线" panose="02010600030101010101" charset="-122"/>
                <a:ea typeface="等线" panose="02010600030101010101" charset="-122"/>
              </a:rPr>
              <a:t> </a:t>
            </a:r>
            <a:endParaRPr lang="en-US" altLang="zh-CN" sz="1600">
              <a:solidFill>
                <a:srgbClr val="0070C0"/>
              </a:solidFill>
              <a:latin typeface="等线" panose="02010600030101010101" charset="-122"/>
              <a:ea typeface="等线" panose="02010600030101010101" charset="-122"/>
            </a:endParaRPr>
          </a:p>
        </p:txBody>
      </p:sp>
      <p:sp>
        <p:nvSpPr>
          <p:cNvPr id="8" name="标题 7"/>
          <p:cNvSpPr>
            <a:spLocks noGrp="1"/>
          </p:cNvSpPr>
          <p:nvPr>
            <p:ph type="title"/>
          </p:nvPr>
        </p:nvSpPr>
        <p:spPr/>
        <p:txBody>
          <a:bodyPr/>
          <a:p>
            <a:r>
              <a:rPr lang="en-US" dirty="0"/>
              <a:t>2.</a:t>
            </a:r>
            <a:r>
              <a:rPr lang="en-US" altLang="zh-CN" dirty="0"/>
              <a:t>12</a:t>
            </a:r>
            <a:endParaRPr lang="zh-CN" altLang="en-US" dirty="0"/>
          </a:p>
        </p:txBody>
      </p:sp>
      <p:sp>
        <p:nvSpPr>
          <p:cNvPr id="3" name="文本框 2"/>
          <p:cNvSpPr txBox="1"/>
          <p:nvPr/>
        </p:nvSpPr>
        <p:spPr>
          <a:xfrm>
            <a:off x="206375" y="1308735"/>
            <a:ext cx="8769350" cy="521970"/>
          </a:xfrm>
          <a:prstGeom prst="rect">
            <a:avLst/>
          </a:prstGeom>
        </p:spPr>
        <p:txBody>
          <a:bodyPr wrap="square">
            <a:spAutoFit/>
          </a:bodyPr>
          <a:p>
            <a:pPr marL="0" indent="0" algn="just" defTabSz="266700">
              <a:spcBef>
                <a:spcPct val="0"/>
              </a:spcBef>
              <a:spcAft>
                <a:spcPct val="0"/>
              </a:spcAft>
            </a:pPr>
            <a:r>
              <a:rPr lang="zh-CN" altLang="en-US" sz="2800">
                <a:latin typeface="微软雅黑" panose="020B0503020204020204" charset="-122"/>
                <a:ea typeface="微软雅黑" panose="020B0503020204020204" charset="-122"/>
              </a:rPr>
              <a:t>指令采用固定长度编码有哪些优点？也会带来哪些问题？</a:t>
            </a:r>
            <a:endParaRPr lang="zh-CN" altLang="en-US" sz="2800">
              <a:latin typeface="微软雅黑" panose="020B0503020204020204" charset="-122"/>
              <a:ea typeface="微软雅黑" panose="020B0503020204020204" charset="-122"/>
            </a:endParaRPr>
          </a:p>
        </p:txBody>
      </p:sp>
      <p:sp>
        <p:nvSpPr>
          <p:cNvPr id="7" name="文本框 6"/>
          <p:cNvSpPr txBox="1"/>
          <p:nvPr/>
        </p:nvSpPr>
        <p:spPr>
          <a:xfrm>
            <a:off x="141605" y="1990725"/>
            <a:ext cx="8749665" cy="3107690"/>
          </a:xfrm>
          <a:prstGeom prst="rect">
            <a:avLst/>
          </a:prstGeom>
          <a:noFill/>
        </p:spPr>
        <p:txBody>
          <a:bodyPr wrap="square" rtlCol="0" anchor="t">
            <a:spAutoFit/>
          </a:bodyPr>
          <a:p>
            <a:pPr indent="0">
              <a:buFont typeface="Arial" panose="020B0604020202020204" pitchFamily="34" charset="0"/>
              <a:buNone/>
            </a:pPr>
            <a:r>
              <a:rPr lang="en-US" altLang="zh-CN" sz="2800" b="1">
                <a:solidFill>
                  <a:srgbClr val="1818FF"/>
                </a:solidFill>
                <a:latin typeface="Times New Roman" panose="02020603050405020304" charset="0"/>
                <a:ea typeface="黑体" panose="02010609060101010101" charset="-122"/>
                <a:cs typeface="Times New Roman" panose="02020603050405020304" charset="0"/>
              </a:rPr>
              <a:t>[</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解析</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a:t>
            </a:r>
            <a:endParaRPr lang="zh-CN" altLang="en-US" sz="2800" b="1">
              <a:solidFill>
                <a:srgbClr val="1818FF"/>
              </a:solidFill>
              <a:latin typeface="Times New Roman" panose="02020603050405020304" charset="0"/>
              <a:ea typeface="黑体" panose="02010609060101010101" charset="-122"/>
              <a:cs typeface="Times New Roman" panose="02020603050405020304" charset="0"/>
            </a:endParaRPr>
          </a:p>
          <a:p>
            <a:pPr indent="0">
              <a:buFont typeface="Arial" panose="020B0604020202020204" pitchFamily="34" charset="0"/>
              <a:buNone/>
            </a:pPr>
            <a:r>
              <a:rPr lang="zh-CN" altLang="en-US" sz="2800" b="1">
                <a:solidFill>
                  <a:srgbClr val="1818FF"/>
                </a:solidFill>
                <a:latin typeface="Times New Roman" panose="02020603050405020304" charset="0"/>
                <a:ea typeface="黑体" panose="02010609060101010101" charset="-122"/>
                <a:cs typeface="Times New Roman" panose="02020603050405020304" charset="0"/>
              </a:rPr>
              <a:t>优点：一次取指操作可以读取一条完整的指令；定长指令执行时间相同，这为采用流水线和超标量等并行处理技术带来了极大便利，有利于性能提升。</a:t>
            </a:r>
            <a:endParaRPr lang="zh-CN" altLang="en-US" sz="2800" b="1">
              <a:solidFill>
                <a:srgbClr val="1818FF"/>
              </a:solidFill>
              <a:latin typeface="Times New Roman" panose="02020603050405020304" charset="0"/>
              <a:ea typeface="黑体" panose="02010609060101010101" charset="-122"/>
              <a:cs typeface="Times New Roman" panose="02020603050405020304" charset="0"/>
            </a:endParaRPr>
          </a:p>
          <a:p>
            <a:pPr indent="0">
              <a:buFont typeface="Arial" panose="020B0604020202020204" pitchFamily="34" charset="0"/>
              <a:buNone/>
            </a:pPr>
            <a:r>
              <a:rPr lang="zh-CN" altLang="en-US" sz="2800" b="1">
                <a:solidFill>
                  <a:srgbClr val="1818FF"/>
                </a:solidFill>
                <a:latin typeface="Times New Roman" panose="02020603050405020304" charset="0"/>
                <a:ea typeface="黑体" panose="02010609060101010101" charset="-122"/>
                <a:cs typeface="Times New Roman" panose="02020603050405020304" charset="0"/>
              </a:rPr>
              <a:t>缺点：对于复杂的操作，难以在单条指令实现，需要多条指令组合。受指令位数限制，对立即数的大小和格式有限制。</a:t>
            </a:r>
            <a:endParaRPr lang="zh-CN" altLang="en-US" sz="2800" b="1">
              <a:solidFill>
                <a:srgbClr val="1818FF"/>
              </a:solidFill>
              <a:latin typeface="Times New Roman" panose="02020603050405020304" charset="0"/>
              <a:ea typeface="黑体" panose="02010609060101010101" charset="-122"/>
              <a:cs typeface="Times New Roman" panose="0202060305040502030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文本框 33"/>
          <p:cNvSpPr txBox="1"/>
          <p:nvPr/>
        </p:nvSpPr>
        <p:spPr>
          <a:xfrm>
            <a:off x="2032000" y="293848"/>
            <a:ext cx="5080000" cy="737235"/>
          </a:xfrm>
          <a:prstGeom prst="rect">
            <a:avLst/>
          </a:prstGeom>
        </p:spPr>
        <p:txBody>
          <a:bodyPr>
            <a:spAutoFit/>
          </a:bodyPr>
          <a:p>
            <a:endParaRPr lang="en-US" altLang="zh-CN" sz="2600"/>
          </a:p>
          <a:p>
            <a:pPr marL="0" indent="0" algn="just" defTabSz="266700">
              <a:spcBef>
                <a:spcPct val="0"/>
              </a:spcBef>
              <a:spcAft>
                <a:spcPct val="0"/>
              </a:spcAft>
            </a:pPr>
            <a:r>
              <a:rPr lang="en-US" altLang="zh-CN" sz="1600">
                <a:solidFill>
                  <a:srgbClr val="0070C0"/>
                </a:solidFill>
                <a:latin typeface="等线" panose="02010600030101010101" charset="-122"/>
                <a:ea typeface="等线" panose="02010600030101010101" charset="-122"/>
              </a:rPr>
              <a:t> </a:t>
            </a:r>
            <a:endParaRPr lang="en-US" altLang="zh-CN" sz="1600">
              <a:solidFill>
                <a:srgbClr val="0070C0"/>
              </a:solidFill>
              <a:latin typeface="等线" panose="02010600030101010101" charset="-122"/>
              <a:ea typeface="等线" panose="02010600030101010101" charset="-122"/>
            </a:endParaRPr>
          </a:p>
        </p:txBody>
      </p:sp>
      <p:sp>
        <p:nvSpPr>
          <p:cNvPr id="8" name="标题 7"/>
          <p:cNvSpPr>
            <a:spLocks noGrp="1"/>
          </p:cNvSpPr>
          <p:nvPr>
            <p:ph type="title"/>
          </p:nvPr>
        </p:nvSpPr>
        <p:spPr/>
        <p:txBody>
          <a:bodyPr/>
          <a:p>
            <a:r>
              <a:rPr lang="en-US" dirty="0"/>
              <a:t>2.</a:t>
            </a:r>
            <a:r>
              <a:rPr lang="en-US" altLang="zh-CN" dirty="0"/>
              <a:t>13</a:t>
            </a:r>
            <a:endParaRPr lang="zh-CN" altLang="en-US" dirty="0"/>
          </a:p>
        </p:txBody>
      </p:sp>
      <p:sp>
        <p:nvSpPr>
          <p:cNvPr id="3" name="文本框 2"/>
          <p:cNvSpPr txBox="1"/>
          <p:nvPr/>
        </p:nvSpPr>
        <p:spPr>
          <a:xfrm>
            <a:off x="206375" y="790575"/>
            <a:ext cx="8769350" cy="953135"/>
          </a:xfrm>
          <a:prstGeom prst="rect">
            <a:avLst/>
          </a:prstGeom>
        </p:spPr>
        <p:txBody>
          <a:bodyPr wrap="square">
            <a:spAutoFit/>
          </a:bodyPr>
          <a:p>
            <a:pPr marL="0" indent="0" algn="just" defTabSz="266700">
              <a:spcBef>
                <a:spcPct val="0"/>
              </a:spcBef>
              <a:spcAft>
                <a:spcPct val="0"/>
              </a:spcAft>
            </a:pPr>
            <a:r>
              <a:rPr lang="zh-CN" altLang="en-US" sz="2800">
                <a:latin typeface="微软雅黑" panose="020B0503020204020204" charset="-122"/>
                <a:ea typeface="微软雅黑" panose="020B0503020204020204" charset="-122"/>
                <a:cs typeface="微软雅黑" panose="020B0503020204020204" charset="-122"/>
              </a:rPr>
              <a:t>请参照例</a:t>
            </a:r>
            <a:r>
              <a:rPr lang="en-US" altLang="zh-CN" sz="2800">
                <a:sym typeface="+mn-ea"/>
              </a:rPr>
              <a:t>2.1</a:t>
            </a:r>
            <a:r>
              <a:rPr lang="zh-CN" altLang="en-US" sz="2800">
                <a:latin typeface="微软雅黑" panose="020B0503020204020204" charset="-122"/>
                <a:ea typeface="微软雅黑" panose="020B0503020204020204" charset="-122"/>
                <a:cs typeface="微软雅黑" panose="020B0503020204020204" charset="-122"/>
              </a:rPr>
              <a:t>，分步骤写出第</a:t>
            </a:r>
            <a:r>
              <a:rPr lang="en-US" altLang="zh-CN" sz="2800">
                <a:sym typeface="+mn-ea"/>
              </a:rPr>
              <a:t>3</a:t>
            </a:r>
            <a:r>
              <a:rPr lang="zh-CN" altLang="en-US" sz="2800">
                <a:latin typeface="微软雅黑" panose="020B0503020204020204" charset="-122"/>
                <a:ea typeface="微软雅黑" panose="020B0503020204020204" charset="-122"/>
                <a:cs typeface="微软雅黑" panose="020B0503020204020204" charset="-122"/>
              </a:rPr>
              <a:t>条加法指令</a:t>
            </a:r>
            <a:r>
              <a:rPr lang="en-US" altLang="zh-CN" sz="2800">
                <a:latin typeface="微软雅黑" panose="020B0503020204020204" charset="-122"/>
                <a:ea typeface="微软雅黑" panose="020B0503020204020204" charset="-122"/>
                <a:cs typeface="微软雅黑" panose="020B0503020204020204" charset="-122"/>
              </a:rPr>
              <a:t>“</a:t>
            </a:r>
            <a:r>
              <a:rPr lang="en-US" altLang="zh-CN" sz="2800">
                <a:sym typeface="+mn-ea"/>
              </a:rPr>
              <a:t>ADD    R1, R0, R1</a:t>
            </a:r>
            <a:r>
              <a:rPr lang="en-US" altLang="zh-CN" sz="2800">
                <a:latin typeface="微软雅黑" panose="020B0503020204020204" charset="-122"/>
                <a:ea typeface="微软雅黑" panose="020B0503020204020204" charset="-122"/>
                <a:cs typeface="微软雅黑" panose="020B0503020204020204" charset="-122"/>
              </a:rPr>
              <a:t>”</a:t>
            </a:r>
            <a:r>
              <a:rPr lang="zh-CN" altLang="en-US" sz="2800">
                <a:latin typeface="微软雅黑" panose="020B0503020204020204" charset="-122"/>
                <a:ea typeface="微软雅黑" panose="020B0503020204020204" charset="-122"/>
                <a:cs typeface="微软雅黑" panose="020B0503020204020204" charset="-122"/>
              </a:rPr>
              <a:t>的执行过程。</a:t>
            </a:r>
            <a:endParaRPr lang="zh-CN" altLang="en-US" sz="2800">
              <a:latin typeface="微软雅黑" panose="020B0503020204020204" charset="-122"/>
              <a:ea typeface="微软雅黑" panose="020B0503020204020204" charset="-122"/>
              <a:cs typeface="微软雅黑" panose="020B0503020204020204" charset="-122"/>
            </a:endParaRPr>
          </a:p>
        </p:txBody>
      </p:sp>
      <p:sp>
        <p:nvSpPr>
          <p:cNvPr id="7" name="文本框 6"/>
          <p:cNvSpPr txBox="1"/>
          <p:nvPr/>
        </p:nvSpPr>
        <p:spPr>
          <a:xfrm>
            <a:off x="141605" y="1706880"/>
            <a:ext cx="8749665" cy="4523105"/>
          </a:xfrm>
          <a:prstGeom prst="rect">
            <a:avLst/>
          </a:prstGeom>
          <a:noFill/>
        </p:spPr>
        <p:txBody>
          <a:bodyPr wrap="square" rtlCol="0" anchor="t">
            <a:spAutoFit/>
          </a:bodyPr>
          <a:p>
            <a:pPr indent="0">
              <a:buFont typeface="Arial" panose="020B0604020202020204" pitchFamily="34" charset="0"/>
              <a:buNone/>
            </a:pPr>
            <a:r>
              <a:rPr lang="en-US" altLang="zh-CN" sz="2400" b="1">
                <a:solidFill>
                  <a:srgbClr val="1818FF"/>
                </a:solidFill>
                <a:latin typeface="Times New Roman" panose="02020603050405020304" charset="0"/>
                <a:ea typeface="黑体" panose="02010609060101010101" charset="-122"/>
                <a:cs typeface="Times New Roman" panose="02020603050405020304" charset="0"/>
              </a:rPr>
              <a:t>[</a:t>
            </a:r>
            <a:r>
              <a:rPr lang="zh-CN" altLang="en-US" sz="2400" b="1">
                <a:solidFill>
                  <a:srgbClr val="1818FF"/>
                </a:solidFill>
                <a:latin typeface="Times New Roman" panose="02020603050405020304" charset="0"/>
                <a:ea typeface="黑体" panose="02010609060101010101" charset="-122"/>
                <a:cs typeface="Times New Roman" panose="02020603050405020304" charset="0"/>
              </a:rPr>
              <a:t>解析</a:t>
            </a:r>
            <a:r>
              <a:rPr lang="en-US" altLang="zh-CN" sz="2400" b="1">
                <a:solidFill>
                  <a:srgbClr val="1818FF"/>
                </a:solidFill>
                <a:latin typeface="Times New Roman" panose="02020603050405020304" charset="0"/>
                <a:ea typeface="黑体" panose="02010609060101010101" charset="-122"/>
                <a:cs typeface="Times New Roman" panose="02020603050405020304" charset="0"/>
              </a:rPr>
              <a:t>]  </a:t>
            </a:r>
            <a:r>
              <a:rPr lang="zh-CN" altLang="en-US" sz="2400" b="1">
                <a:solidFill>
                  <a:srgbClr val="FF0000"/>
                </a:solidFill>
                <a:latin typeface="Times New Roman" panose="02020603050405020304" charset="0"/>
                <a:ea typeface="黑体" panose="02010609060101010101" charset="-122"/>
                <a:cs typeface="Times New Roman" panose="02020603050405020304" charset="0"/>
              </a:rPr>
              <a:t>过程解析可以不严谨，但是取指令和指令执行必须要有。</a:t>
            </a:r>
            <a:endParaRPr lang="zh-CN" altLang="en-US" sz="2400" b="1">
              <a:solidFill>
                <a:srgbClr val="1818FF"/>
              </a:solidFill>
              <a:latin typeface="Times New Roman" panose="02020603050405020304" charset="0"/>
              <a:ea typeface="黑体" panose="02010609060101010101" charset="-122"/>
              <a:cs typeface="Times New Roman" panose="02020603050405020304" charset="0"/>
            </a:endParaRPr>
          </a:p>
          <a:p>
            <a:pPr indent="0">
              <a:buFont typeface="Arial" panose="020B0604020202020204" pitchFamily="34" charset="0"/>
              <a:buNone/>
            </a:pPr>
            <a:r>
              <a:rPr lang="en-US" altLang="zh-CN" sz="2400" b="1">
                <a:solidFill>
                  <a:srgbClr val="1818FF"/>
                </a:solidFill>
                <a:latin typeface="Times New Roman" panose="02020603050405020304" charset="0"/>
                <a:ea typeface="黑体" panose="02010609060101010101" charset="-122"/>
                <a:cs typeface="Times New Roman" panose="02020603050405020304" charset="0"/>
              </a:rPr>
              <a:t>1)</a:t>
            </a:r>
            <a:r>
              <a:rPr lang="zh-CN" altLang="en-US" sz="2400" b="1">
                <a:solidFill>
                  <a:srgbClr val="1818FF"/>
                </a:solidFill>
                <a:latin typeface="Times New Roman" panose="02020603050405020304" charset="0"/>
                <a:ea typeface="黑体" panose="02010609060101010101" charset="-122"/>
                <a:cs typeface="Times New Roman" panose="02020603050405020304" charset="0"/>
              </a:rPr>
              <a:t>程序计数器</a:t>
            </a:r>
            <a:r>
              <a:rPr lang="en-US" altLang="zh-CN" sz="2400" b="1">
                <a:solidFill>
                  <a:srgbClr val="1818FF"/>
                </a:solidFill>
                <a:latin typeface="Times New Roman" panose="02020603050405020304" charset="0"/>
                <a:ea typeface="黑体" panose="02010609060101010101" charset="-122"/>
                <a:cs typeface="Times New Roman" panose="02020603050405020304" charset="0"/>
              </a:rPr>
              <a:t>PC</a:t>
            </a:r>
            <a:r>
              <a:rPr lang="zh-CN" altLang="en-US" sz="2400" b="1">
                <a:solidFill>
                  <a:srgbClr val="1818FF"/>
                </a:solidFill>
                <a:latin typeface="Times New Roman" panose="02020603050405020304" charset="0"/>
                <a:ea typeface="黑体" panose="02010609060101010101" charset="-122"/>
                <a:cs typeface="Times New Roman" panose="02020603050405020304" charset="0"/>
              </a:rPr>
              <a:t>的内容</a:t>
            </a:r>
            <a:r>
              <a:rPr lang="en-US" altLang="zh-CN" sz="2400" b="1">
                <a:solidFill>
                  <a:srgbClr val="1818FF"/>
                </a:solidFill>
                <a:latin typeface="Times New Roman" panose="02020603050405020304" charset="0"/>
                <a:ea typeface="黑体" panose="02010609060101010101" charset="-122"/>
                <a:cs typeface="Times New Roman" panose="02020603050405020304" charset="0"/>
              </a:rPr>
              <a:t>0x20000008</a:t>
            </a:r>
            <a:r>
              <a:rPr lang="zh-CN" altLang="en-US" sz="2400" b="1">
                <a:solidFill>
                  <a:srgbClr val="1818FF"/>
                </a:solidFill>
                <a:latin typeface="Times New Roman" panose="02020603050405020304" charset="0"/>
                <a:ea typeface="黑体" panose="02010609060101010101" charset="-122"/>
                <a:cs typeface="Times New Roman" panose="02020603050405020304" charset="0"/>
              </a:rPr>
              <a:t>送到地址生成部件，寻址内存单元。</a:t>
            </a:r>
            <a:endParaRPr lang="zh-CN" altLang="en-US" sz="2400" b="1">
              <a:solidFill>
                <a:srgbClr val="1818FF"/>
              </a:solidFill>
              <a:latin typeface="Times New Roman" panose="02020603050405020304" charset="0"/>
              <a:ea typeface="黑体" panose="02010609060101010101" charset="-122"/>
              <a:cs typeface="Times New Roman" panose="02020603050405020304" charset="0"/>
            </a:endParaRPr>
          </a:p>
          <a:p>
            <a:pPr indent="0">
              <a:buFont typeface="Arial" panose="020B0604020202020204" pitchFamily="34" charset="0"/>
              <a:buNone/>
            </a:pPr>
            <a:r>
              <a:rPr lang="en-US" altLang="zh-CN" sz="2400" b="1">
                <a:solidFill>
                  <a:srgbClr val="1818FF"/>
                </a:solidFill>
                <a:latin typeface="Times New Roman" panose="02020603050405020304" charset="0"/>
                <a:ea typeface="黑体" panose="02010609060101010101" charset="-122"/>
                <a:cs typeface="Times New Roman" panose="02020603050405020304" charset="0"/>
              </a:rPr>
              <a:t>2)</a:t>
            </a:r>
            <a:r>
              <a:rPr lang="zh-CN" altLang="en-US" sz="2400" b="1">
                <a:solidFill>
                  <a:srgbClr val="1818FF"/>
                </a:solidFill>
                <a:latin typeface="Times New Roman" panose="02020603050405020304" charset="0"/>
                <a:ea typeface="黑体" panose="02010609060101010101" charset="-122"/>
                <a:cs typeface="Times New Roman" panose="02020603050405020304" charset="0"/>
              </a:rPr>
              <a:t>操作控制器发读信号，将</a:t>
            </a:r>
            <a:r>
              <a:rPr lang="en-US" altLang="zh-CN" sz="2400" b="1">
                <a:solidFill>
                  <a:srgbClr val="1818FF"/>
                </a:solidFill>
                <a:latin typeface="Times New Roman" panose="02020603050405020304" charset="0"/>
                <a:ea typeface="黑体" panose="02010609060101010101" charset="-122"/>
                <a:cs typeface="Times New Roman" panose="02020603050405020304" charset="0"/>
              </a:rPr>
              <a:t>0x20000008</a:t>
            </a:r>
            <a:r>
              <a:rPr lang="zh-CN" altLang="en-US" sz="2400" b="1">
                <a:solidFill>
                  <a:srgbClr val="1818FF"/>
                </a:solidFill>
                <a:latin typeface="Times New Roman" panose="02020603050405020304" charset="0"/>
                <a:ea typeface="黑体" panose="02010609060101010101" charset="-122"/>
                <a:cs typeface="Times New Roman" panose="02020603050405020304" charset="0"/>
              </a:rPr>
              <a:t>单元的内容</a:t>
            </a:r>
            <a:r>
              <a:rPr lang="en-US" altLang="zh-CN" sz="2400" b="1">
                <a:solidFill>
                  <a:srgbClr val="1818FF"/>
                </a:solidFill>
                <a:latin typeface="黑体" panose="02010609060101010101" charset="-122"/>
                <a:ea typeface="黑体" panose="02010609060101010101" charset="-122"/>
                <a:cs typeface="Times New Roman" panose="02020603050405020304" charset="0"/>
                <a:sym typeface="+mn-ea"/>
              </a:rPr>
              <a:t>“</a:t>
            </a:r>
            <a:r>
              <a:rPr lang="en-US" altLang="zh-CN" sz="2400" b="1">
                <a:solidFill>
                  <a:srgbClr val="1818FF"/>
                </a:solidFill>
                <a:latin typeface="Times New Roman" panose="02020603050405020304" charset="0"/>
                <a:ea typeface="黑体" panose="02010609060101010101" charset="-122"/>
                <a:cs typeface="Times New Roman" panose="02020603050405020304" charset="0"/>
                <a:sym typeface="+mn-ea"/>
              </a:rPr>
              <a:t>0x???? ????</a:t>
            </a:r>
            <a:r>
              <a:rPr lang="en-US" altLang="zh-CN" sz="2400" b="1">
                <a:solidFill>
                  <a:srgbClr val="1818FF"/>
                </a:solidFill>
                <a:latin typeface="黑体" panose="02010609060101010101" charset="-122"/>
                <a:ea typeface="黑体" panose="02010609060101010101" charset="-122"/>
                <a:cs typeface="Times New Roman" panose="02020603050405020304" charset="0"/>
                <a:sym typeface="+mn-ea"/>
              </a:rPr>
              <a:t>”</a:t>
            </a:r>
            <a:r>
              <a:rPr lang="zh-CN" altLang="en-US" sz="2400" b="1">
                <a:solidFill>
                  <a:srgbClr val="1818FF"/>
                </a:solidFill>
                <a:latin typeface="Times New Roman" panose="02020603050405020304" charset="0"/>
                <a:ea typeface="黑体" panose="02010609060101010101" charset="-122"/>
                <a:cs typeface="Times New Roman" panose="02020603050405020304" charset="0"/>
              </a:rPr>
              <a:t>读出至指令寄存器</a:t>
            </a:r>
            <a:r>
              <a:rPr lang="en-US" altLang="zh-CN" sz="2400" b="1">
                <a:solidFill>
                  <a:srgbClr val="1818FF"/>
                </a:solidFill>
                <a:latin typeface="Times New Roman" panose="02020603050405020304" charset="0"/>
                <a:ea typeface="黑体" panose="02010609060101010101" charset="-122"/>
                <a:cs typeface="Times New Roman" panose="02020603050405020304" charset="0"/>
              </a:rPr>
              <a:t>IR</a:t>
            </a:r>
            <a:r>
              <a:rPr lang="zh-CN" altLang="en-US" sz="2400" b="1">
                <a:solidFill>
                  <a:srgbClr val="1818FF"/>
                </a:solidFill>
                <a:latin typeface="Times New Roman" panose="02020603050405020304" charset="0"/>
                <a:ea typeface="黑体" panose="02010609060101010101" charset="-122"/>
                <a:cs typeface="Times New Roman" panose="02020603050405020304" charset="0"/>
              </a:rPr>
              <a:t>。</a:t>
            </a:r>
            <a:endParaRPr lang="zh-CN" altLang="en-US" sz="2400" b="1">
              <a:solidFill>
                <a:srgbClr val="1818FF"/>
              </a:solidFill>
              <a:latin typeface="Times New Roman" panose="02020603050405020304" charset="0"/>
              <a:ea typeface="黑体" panose="02010609060101010101" charset="-122"/>
              <a:cs typeface="Times New Roman" panose="02020603050405020304" charset="0"/>
            </a:endParaRPr>
          </a:p>
          <a:p>
            <a:pPr indent="0">
              <a:buFont typeface="Arial" panose="020B0604020202020204" pitchFamily="34" charset="0"/>
              <a:buNone/>
            </a:pPr>
            <a:r>
              <a:rPr lang="en-US" altLang="zh-CN" sz="2400" b="1">
                <a:solidFill>
                  <a:srgbClr val="1818FF"/>
                </a:solidFill>
                <a:latin typeface="Times New Roman" panose="02020603050405020304" charset="0"/>
                <a:ea typeface="黑体" panose="02010609060101010101" charset="-122"/>
                <a:cs typeface="Times New Roman" panose="02020603050405020304" charset="0"/>
              </a:rPr>
              <a:t>3)</a:t>
            </a:r>
            <a:r>
              <a:rPr lang="zh-CN" altLang="en-US" sz="2400" b="1">
                <a:solidFill>
                  <a:srgbClr val="1818FF"/>
                </a:solidFill>
                <a:latin typeface="Times New Roman" panose="02020603050405020304" charset="0"/>
                <a:ea typeface="黑体" panose="02010609060101010101" charset="-122"/>
                <a:cs typeface="Times New Roman" panose="02020603050405020304" charset="0"/>
              </a:rPr>
              <a:t>程序计数器</a:t>
            </a:r>
            <a:r>
              <a:rPr lang="en-US" altLang="zh-CN" sz="2400" b="1">
                <a:solidFill>
                  <a:srgbClr val="1818FF"/>
                </a:solidFill>
                <a:latin typeface="Times New Roman" panose="02020603050405020304" charset="0"/>
                <a:ea typeface="黑体" panose="02010609060101010101" charset="-122"/>
                <a:cs typeface="Times New Roman" panose="02020603050405020304" charset="0"/>
              </a:rPr>
              <a:t>PC</a:t>
            </a:r>
            <a:r>
              <a:rPr lang="zh-CN" altLang="en-US" sz="2400" b="1">
                <a:solidFill>
                  <a:srgbClr val="1818FF"/>
                </a:solidFill>
                <a:latin typeface="Times New Roman" panose="02020603050405020304" charset="0"/>
                <a:ea typeface="黑体" panose="02010609060101010101" charset="-122"/>
                <a:cs typeface="Times New Roman" panose="02020603050405020304" charset="0"/>
              </a:rPr>
              <a:t>自动加</a:t>
            </a:r>
            <a:r>
              <a:rPr lang="en-US" altLang="zh-CN" sz="2400" b="1">
                <a:solidFill>
                  <a:srgbClr val="1818FF"/>
                </a:solidFill>
                <a:latin typeface="Times New Roman" panose="02020603050405020304" charset="0"/>
                <a:ea typeface="黑体" panose="02010609060101010101" charset="-122"/>
                <a:cs typeface="Times New Roman" panose="02020603050405020304" charset="0"/>
              </a:rPr>
              <a:t>4</a:t>
            </a:r>
            <a:r>
              <a:rPr lang="zh-CN" altLang="en-US" sz="2400" b="1">
                <a:solidFill>
                  <a:srgbClr val="1818FF"/>
                </a:solidFill>
                <a:latin typeface="Times New Roman" panose="02020603050405020304" charset="0"/>
                <a:ea typeface="黑体" panose="02010609060101010101" charset="-122"/>
                <a:cs typeface="Times New Roman" panose="02020603050405020304" charset="0"/>
              </a:rPr>
              <a:t>，指向下一条指令的存放地址</a:t>
            </a:r>
            <a:r>
              <a:rPr lang="en-US" altLang="zh-CN" sz="2400" b="1">
                <a:solidFill>
                  <a:srgbClr val="1818FF"/>
                </a:solidFill>
                <a:latin typeface="Times New Roman" panose="02020603050405020304" charset="0"/>
                <a:ea typeface="黑体" panose="02010609060101010101" charset="-122"/>
                <a:cs typeface="Times New Roman" panose="02020603050405020304" charset="0"/>
              </a:rPr>
              <a:t>0x20000000C</a:t>
            </a:r>
            <a:r>
              <a:rPr lang="zh-CN" altLang="en-US" sz="2400" b="1">
                <a:solidFill>
                  <a:srgbClr val="1818FF"/>
                </a:solidFill>
                <a:latin typeface="Times New Roman" panose="02020603050405020304" charset="0"/>
                <a:ea typeface="黑体" panose="02010609060101010101" charset="-122"/>
                <a:cs typeface="Times New Roman" panose="02020603050405020304" charset="0"/>
              </a:rPr>
              <a:t>。</a:t>
            </a:r>
            <a:endParaRPr lang="zh-CN" altLang="en-US" sz="2400" b="1">
              <a:solidFill>
                <a:srgbClr val="1818FF"/>
              </a:solidFill>
              <a:latin typeface="Times New Roman" panose="02020603050405020304" charset="0"/>
              <a:ea typeface="黑体" panose="02010609060101010101" charset="-122"/>
              <a:cs typeface="Times New Roman" panose="02020603050405020304" charset="0"/>
            </a:endParaRPr>
          </a:p>
          <a:p>
            <a:pPr indent="0">
              <a:buFont typeface="Arial" panose="020B0604020202020204" pitchFamily="34" charset="0"/>
              <a:buNone/>
            </a:pPr>
            <a:r>
              <a:rPr lang="en-US" altLang="zh-CN" sz="2400" b="1">
                <a:solidFill>
                  <a:srgbClr val="1818FF"/>
                </a:solidFill>
                <a:latin typeface="Times New Roman" panose="02020603050405020304" charset="0"/>
                <a:ea typeface="黑体" panose="02010609060101010101" charset="-122"/>
                <a:cs typeface="Times New Roman" panose="02020603050405020304" charset="0"/>
              </a:rPr>
              <a:t>4)</a:t>
            </a:r>
            <a:r>
              <a:rPr lang="zh-CN" altLang="en-US" sz="2400" b="1">
                <a:solidFill>
                  <a:srgbClr val="1818FF"/>
                </a:solidFill>
                <a:latin typeface="Times New Roman" panose="02020603050405020304" charset="0"/>
                <a:ea typeface="黑体" panose="02010609060101010101" charset="-122"/>
                <a:cs typeface="Times New Roman" panose="02020603050405020304" charset="0"/>
              </a:rPr>
              <a:t>指令译码器</a:t>
            </a:r>
            <a:r>
              <a:rPr lang="en-US" altLang="zh-CN" sz="2400" b="1">
                <a:solidFill>
                  <a:srgbClr val="1818FF"/>
                </a:solidFill>
                <a:latin typeface="Times New Roman" panose="02020603050405020304" charset="0"/>
                <a:ea typeface="黑体" panose="02010609060101010101" charset="-122"/>
                <a:cs typeface="Times New Roman" panose="02020603050405020304" charset="0"/>
              </a:rPr>
              <a:t>ID</a:t>
            </a:r>
            <a:r>
              <a:rPr lang="zh-CN" altLang="en-US" sz="2400" b="1">
                <a:solidFill>
                  <a:srgbClr val="1818FF"/>
                </a:solidFill>
                <a:latin typeface="Times New Roman" panose="02020603050405020304" charset="0"/>
                <a:ea typeface="黑体" panose="02010609060101010101" charset="-122"/>
                <a:cs typeface="Times New Roman" panose="02020603050405020304" charset="0"/>
              </a:rPr>
              <a:t>对指令操作码进行译码，操作控制器</a:t>
            </a:r>
            <a:r>
              <a:rPr lang="en-US" altLang="zh-CN" sz="2400" b="1">
                <a:solidFill>
                  <a:srgbClr val="1818FF"/>
                </a:solidFill>
                <a:latin typeface="Times New Roman" panose="02020603050405020304" charset="0"/>
                <a:ea typeface="黑体" panose="02010609060101010101" charset="-122"/>
                <a:cs typeface="Times New Roman" panose="02020603050405020304" charset="0"/>
              </a:rPr>
              <a:t>OC</a:t>
            </a:r>
            <a:r>
              <a:rPr lang="zh-CN" altLang="en-US" sz="2400" b="1">
                <a:solidFill>
                  <a:srgbClr val="1818FF"/>
                </a:solidFill>
                <a:latin typeface="Times New Roman" panose="02020603050405020304" charset="0"/>
                <a:ea typeface="黑体" panose="02010609060101010101" charset="-122"/>
                <a:cs typeface="Times New Roman" panose="02020603050405020304" charset="0"/>
              </a:rPr>
              <a:t>按照操作时序发出相应的控制信号。</a:t>
            </a:r>
            <a:endParaRPr lang="zh-CN" altLang="en-US" sz="2400" b="1">
              <a:solidFill>
                <a:srgbClr val="1818FF"/>
              </a:solidFill>
              <a:latin typeface="Times New Roman" panose="02020603050405020304" charset="0"/>
              <a:ea typeface="黑体" panose="02010609060101010101" charset="-122"/>
              <a:cs typeface="Times New Roman" panose="02020603050405020304" charset="0"/>
            </a:endParaRPr>
          </a:p>
          <a:p>
            <a:pPr indent="0">
              <a:buFont typeface="Arial" panose="020B0604020202020204" pitchFamily="34" charset="0"/>
              <a:buNone/>
            </a:pPr>
            <a:r>
              <a:rPr lang="en-US" altLang="zh-CN" sz="2400" b="1">
                <a:solidFill>
                  <a:srgbClr val="1818FF"/>
                </a:solidFill>
                <a:latin typeface="Times New Roman" panose="02020603050405020304" charset="0"/>
                <a:ea typeface="黑体" panose="02010609060101010101" charset="-122"/>
                <a:cs typeface="Times New Roman" panose="02020603050405020304" charset="0"/>
              </a:rPr>
              <a:t>5)</a:t>
            </a:r>
            <a:r>
              <a:rPr lang="zh-CN" altLang="en-US" sz="2400" b="1">
                <a:solidFill>
                  <a:srgbClr val="1818FF"/>
                </a:solidFill>
                <a:latin typeface="Times New Roman" panose="02020603050405020304" charset="0"/>
                <a:ea typeface="黑体" panose="02010609060101010101" charset="-122"/>
                <a:cs typeface="Times New Roman" panose="02020603050405020304" charset="0"/>
              </a:rPr>
              <a:t>指令的地址码部分指示操作数在哪。本条指令中的两个源操作数存放在</a:t>
            </a:r>
            <a:r>
              <a:rPr lang="en-US" altLang="zh-CN" sz="2400" b="1">
                <a:solidFill>
                  <a:srgbClr val="1818FF"/>
                </a:solidFill>
                <a:latin typeface="Times New Roman" panose="02020603050405020304" charset="0"/>
                <a:ea typeface="黑体" panose="02010609060101010101" charset="-122"/>
                <a:cs typeface="Times New Roman" panose="02020603050405020304" charset="0"/>
              </a:rPr>
              <a:t>R0</a:t>
            </a:r>
            <a:r>
              <a:rPr lang="zh-CN" altLang="en-US" sz="2400" b="1">
                <a:solidFill>
                  <a:srgbClr val="1818FF"/>
                </a:solidFill>
                <a:latin typeface="Times New Roman" panose="02020603050405020304" charset="0"/>
                <a:ea typeface="黑体" panose="02010609060101010101" charset="-122"/>
                <a:cs typeface="Times New Roman" panose="02020603050405020304" charset="0"/>
              </a:rPr>
              <a:t>和</a:t>
            </a:r>
            <a:r>
              <a:rPr lang="en-US" altLang="zh-CN" sz="2400" b="1">
                <a:solidFill>
                  <a:srgbClr val="1818FF"/>
                </a:solidFill>
                <a:latin typeface="Times New Roman" panose="02020603050405020304" charset="0"/>
                <a:ea typeface="黑体" panose="02010609060101010101" charset="-122"/>
                <a:cs typeface="Times New Roman" panose="02020603050405020304" charset="0"/>
              </a:rPr>
              <a:t>R1</a:t>
            </a:r>
            <a:r>
              <a:rPr lang="zh-CN" altLang="en-US" sz="2400" b="1">
                <a:solidFill>
                  <a:srgbClr val="1818FF"/>
                </a:solidFill>
                <a:latin typeface="Times New Roman" panose="02020603050405020304" charset="0"/>
                <a:ea typeface="黑体" panose="02010609060101010101" charset="-122"/>
                <a:cs typeface="Times New Roman" panose="02020603050405020304" charset="0"/>
              </a:rPr>
              <a:t>，运算结果存放到</a:t>
            </a:r>
            <a:r>
              <a:rPr lang="en-US" altLang="zh-CN" sz="2400" b="1">
                <a:solidFill>
                  <a:srgbClr val="1818FF"/>
                </a:solidFill>
                <a:latin typeface="Times New Roman" panose="02020603050405020304" charset="0"/>
                <a:ea typeface="黑体" panose="02010609060101010101" charset="-122"/>
                <a:cs typeface="Times New Roman" panose="02020603050405020304" charset="0"/>
              </a:rPr>
              <a:t>R1</a:t>
            </a:r>
            <a:r>
              <a:rPr lang="zh-CN" altLang="en-US" sz="2400" b="1">
                <a:solidFill>
                  <a:srgbClr val="1818FF"/>
                </a:solidFill>
                <a:latin typeface="Times New Roman" panose="02020603050405020304" charset="0"/>
                <a:ea typeface="黑体" panose="02010609060101010101" charset="-122"/>
                <a:cs typeface="Times New Roman" panose="02020603050405020304" charset="0"/>
              </a:rPr>
              <a:t>。操作控制器</a:t>
            </a:r>
            <a:r>
              <a:rPr lang="en-US" altLang="zh-CN" sz="2400" b="1">
                <a:solidFill>
                  <a:srgbClr val="1818FF"/>
                </a:solidFill>
                <a:latin typeface="Times New Roman" panose="02020603050405020304" charset="0"/>
                <a:ea typeface="黑体" panose="02010609060101010101" charset="-122"/>
                <a:cs typeface="Times New Roman" panose="02020603050405020304" charset="0"/>
              </a:rPr>
              <a:t>OC</a:t>
            </a:r>
            <a:r>
              <a:rPr lang="zh-CN" altLang="en-US" sz="2400" b="1">
                <a:solidFill>
                  <a:srgbClr val="1818FF"/>
                </a:solidFill>
                <a:latin typeface="Times New Roman" panose="02020603050405020304" charset="0"/>
                <a:ea typeface="黑体" panose="02010609060101010101" charset="-122"/>
                <a:cs typeface="Times New Roman" panose="02020603050405020304" charset="0"/>
              </a:rPr>
              <a:t>控制实现</a:t>
            </a:r>
            <a:r>
              <a:rPr lang="en-US" altLang="zh-CN" sz="2400" b="1">
                <a:solidFill>
                  <a:srgbClr val="1818FF"/>
                </a:solidFill>
                <a:latin typeface="Times New Roman" panose="02020603050405020304" charset="0"/>
                <a:ea typeface="黑体" panose="02010609060101010101" charset="-122"/>
                <a:cs typeface="Times New Roman" panose="02020603050405020304" charset="0"/>
              </a:rPr>
              <a:t>R0</a:t>
            </a:r>
            <a:r>
              <a:rPr lang="zh-CN" altLang="en-US" sz="2400" b="1">
                <a:solidFill>
                  <a:srgbClr val="1818FF"/>
                </a:solidFill>
                <a:latin typeface="Times New Roman" panose="02020603050405020304" charset="0"/>
                <a:ea typeface="黑体" panose="02010609060101010101" charset="-122"/>
                <a:cs typeface="Times New Roman" panose="02020603050405020304" charset="0"/>
              </a:rPr>
              <a:t>＋</a:t>
            </a:r>
            <a:r>
              <a:rPr lang="en-US" altLang="zh-CN" sz="2400" b="1">
                <a:solidFill>
                  <a:srgbClr val="1818FF"/>
                </a:solidFill>
                <a:latin typeface="Times New Roman" panose="02020603050405020304" charset="0"/>
                <a:ea typeface="黑体" panose="02010609060101010101" charset="-122"/>
                <a:cs typeface="Times New Roman" panose="02020603050405020304" charset="0"/>
              </a:rPr>
              <a:t>R1 </a:t>
            </a:r>
            <a:r>
              <a:rPr lang="en-US" altLang="en-US" sz="2400" b="1">
                <a:solidFill>
                  <a:srgbClr val="1818FF"/>
                </a:solidFill>
                <a:latin typeface="Times New Roman" panose="02020603050405020304" charset="0"/>
                <a:ea typeface="黑体" panose="02010609060101010101" charset="-122"/>
                <a:cs typeface="Times New Roman" panose="02020603050405020304" charset="0"/>
              </a:rPr>
              <a:t>→</a:t>
            </a:r>
            <a:r>
              <a:rPr lang="en-US" altLang="zh-CN" sz="2400" b="1">
                <a:solidFill>
                  <a:srgbClr val="1818FF"/>
                </a:solidFill>
                <a:latin typeface="Times New Roman" panose="02020603050405020304" charset="0"/>
                <a:ea typeface="黑体" panose="02010609060101010101" charset="-122"/>
                <a:cs typeface="Times New Roman" panose="02020603050405020304" charset="0"/>
              </a:rPr>
              <a:t> R1</a:t>
            </a:r>
            <a:r>
              <a:rPr lang="zh-CN" altLang="en-US" sz="2400" b="1">
                <a:solidFill>
                  <a:srgbClr val="1818FF"/>
                </a:solidFill>
                <a:latin typeface="Times New Roman" panose="02020603050405020304" charset="0"/>
                <a:ea typeface="黑体" panose="02010609060101010101" charset="-122"/>
                <a:cs typeface="Times New Roman" panose="02020603050405020304" charset="0"/>
              </a:rPr>
              <a:t>。</a:t>
            </a:r>
            <a:endParaRPr lang="zh-CN" altLang="en-US" sz="2400" b="1">
              <a:solidFill>
                <a:srgbClr val="1818FF"/>
              </a:solidFill>
              <a:latin typeface="Times New Roman" panose="02020603050405020304" charset="0"/>
              <a:ea typeface="黑体" panose="02010609060101010101" charset="-122"/>
              <a:cs typeface="Times New Roman" panose="0202060305040502030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文本框 33"/>
          <p:cNvSpPr txBox="1"/>
          <p:nvPr/>
        </p:nvSpPr>
        <p:spPr>
          <a:xfrm>
            <a:off x="2032000" y="1313023"/>
            <a:ext cx="5080000" cy="737235"/>
          </a:xfrm>
          <a:prstGeom prst="rect">
            <a:avLst/>
          </a:prstGeom>
        </p:spPr>
        <p:txBody>
          <a:bodyPr>
            <a:spAutoFit/>
          </a:bodyPr>
          <a:p>
            <a:endParaRPr lang="en-US" altLang="zh-CN" sz="2600"/>
          </a:p>
          <a:p>
            <a:pPr marL="0" indent="0" algn="just" defTabSz="266700">
              <a:spcBef>
                <a:spcPct val="0"/>
              </a:spcBef>
              <a:spcAft>
                <a:spcPct val="0"/>
              </a:spcAft>
            </a:pPr>
            <a:r>
              <a:rPr lang="en-US" altLang="zh-CN" sz="1600">
                <a:solidFill>
                  <a:srgbClr val="0070C0"/>
                </a:solidFill>
                <a:latin typeface="等线" panose="02010600030101010101" charset="-122"/>
                <a:ea typeface="等线" panose="02010600030101010101" charset="-122"/>
              </a:rPr>
              <a:t> </a:t>
            </a:r>
            <a:endParaRPr lang="en-US" altLang="zh-CN" sz="1600">
              <a:solidFill>
                <a:srgbClr val="0070C0"/>
              </a:solidFill>
              <a:latin typeface="等线" panose="02010600030101010101" charset="-122"/>
              <a:ea typeface="等线" panose="02010600030101010101" charset="-122"/>
            </a:endParaRPr>
          </a:p>
        </p:txBody>
      </p:sp>
      <p:sp>
        <p:nvSpPr>
          <p:cNvPr id="11" name="文本框 10"/>
          <p:cNvSpPr txBox="1"/>
          <p:nvPr/>
        </p:nvSpPr>
        <p:spPr>
          <a:xfrm>
            <a:off x="536575" y="1504315"/>
            <a:ext cx="8082280" cy="1814830"/>
          </a:xfrm>
          <a:prstGeom prst="rect">
            <a:avLst/>
          </a:prstGeom>
          <a:noFill/>
        </p:spPr>
        <p:txBody>
          <a:bodyPr wrap="square" rtlCol="0" anchor="t">
            <a:spAutoFit/>
          </a:bodyPr>
          <a:p>
            <a:r>
              <a:rPr lang="zh-CN" altLang="en-US" sz="2800"/>
              <a:t>假设</a:t>
            </a:r>
            <a:r>
              <a:rPr lang="en-US" altLang="zh-CN" sz="2800"/>
              <a:t>A</a:t>
            </a:r>
            <a:r>
              <a:rPr lang="zh-CN" altLang="en-US" sz="2800"/>
              <a:t>和</a:t>
            </a:r>
            <a:r>
              <a:rPr lang="en-US" altLang="zh-CN" sz="2800"/>
              <a:t>B</a:t>
            </a:r>
            <a:r>
              <a:rPr lang="zh-CN" altLang="en-US" sz="2800"/>
              <a:t>是同一条总线所连接的两个存储器单元，总线位宽大于或等于存储单元的位数。现在需要将</a:t>
            </a:r>
            <a:r>
              <a:rPr lang="en-US" altLang="zh-CN" sz="2800"/>
              <a:t>A</a:t>
            </a:r>
            <a:r>
              <a:rPr lang="zh-CN" altLang="en-US" sz="2800"/>
              <a:t>单元的内容传送到</a:t>
            </a:r>
            <a:r>
              <a:rPr lang="en-US" altLang="zh-CN" sz="2800"/>
              <a:t>B</a:t>
            </a:r>
            <a:r>
              <a:rPr lang="zh-CN" altLang="en-US" sz="2800"/>
              <a:t>单元中，能否在一个总线周期内完成传送任务？为什么？</a:t>
            </a:r>
            <a:endParaRPr lang="zh-CN" altLang="en-US" sz="2800"/>
          </a:p>
        </p:txBody>
      </p:sp>
      <p:sp>
        <p:nvSpPr>
          <p:cNvPr id="4" name="文本框 3"/>
          <p:cNvSpPr txBox="1"/>
          <p:nvPr/>
        </p:nvSpPr>
        <p:spPr>
          <a:xfrm>
            <a:off x="536575" y="3392170"/>
            <a:ext cx="8300720" cy="1383665"/>
          </a:xfrm>
          <a:prstGeom prst="rect">
            <a:avLst/>
          </a:prstGeom>
        </p:spPr>
        <p:txBody>
          <a:bodyPr wrap="square">
            <a:spAutoFit/>
          </a:bodyPr>
          <a:p>
            <a:pPr marL="0" indent="0" algn="just" defTabSz="266700">
              <a:spcBef>
                <a:spcPct val="0"/>
              </a:spcBef>
              <a:spcAft>
                <a:spcPct val="0"/>
              </a:spcAft>
            </a:pPr>
            <a:r>
              <a:rPr lang="en-US" altLang="zh-CN" sz="2800" b="1">
                <a:solidFill>
                  <a:srgbClr val="1818FF"/>
                </a:solidFill>
                <a:latin typeface="Times New Roman" panose="02020603050405020304" charset="0"/>
                <a:ea typeface="黑体" panose="02010609060101010101" charset="-122"/>
                <a:cs typeface="Times New Roman" panose="02020603050405020304" charset="0"/>
              </a:rPr>
              <a:t>[</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解析</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  </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不能。数据传送过程必须分为两步，第一步先将源操作数从内存单元中加载到</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CPU</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内某个寄存器暂存，第二步将暂存的内容写入目的存储单元。</a:t>
            </a:r>
            <a:endParaRPr lang="zh-CN" altLang="en-US" sz="2800" b="1">
              <a:solidFill>
                <a:srgbClr val="1818FF"/>
              </a:solidFill>
              <a:latin typeface="Times New Roman" panose="02020603050405020304" charset="0"/>
              <a:ea typeface="黑体" panose="02010609060101010101" charset="-122"/>
              <a:cs typeface="Times New Roman" panose="02020603050405020304" charset="0"/>
            </a:endParaRPr>
          </a:p>
        </p:txBody>
      </p:sp>
      <p:sp>
        <p:nvSpPr>
          <p:cNvPr id="5" name="标题 4"/>
          <p:cNvSpPr>
            <a:spLocks noGrp="1"/>
          </p:cNvSpPr>
          <p:nvPr>
            <p:ph type="title"/>
          </p:nvPr>
        </p:nvSpPr>
        <p:spPr/>
        <p:txBody>
          <a:bodyPr/>
          <a:p>
            <a:r>
              <a:rPr lang="en-US" dirty="0"/>
              <a:t>2.</a:t>
            </a:r>
            <a:r>
              <a:rPr lang="en-US" altLang="zh-CN" dirty="0"/>
              <a:t>14</a:t>
            </a:r>
            <a:endParaRPr lang="zh-CN"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文本框 33"/>
          <p:cNvSpPr txBox="1"/>
          <p:nvPr/>
        </p:nvSpPr>
        <p:spPr>
          <a:xfrm>
            <a:off x="2032000" y="1313023"/>
            <a:ext cx="5080000" cy="737235"/>
          </a:xfrm>
          <a:prstGeom prst="rect">
            <a:avLst/>
          </a:prstGeom>
        </p:spPr>
        <p:txBody>
          <a:bodyPr>
            <a:spAutoFit/>
          </a:bodyPr>
          <a:p>
            <a:endParaRPr lang="en-US" altLang="zh-CN" sz="2600"/>
          </a:p>
          <a:p>
            <a:pPr marL="0" indent="0" algn="just" defTabSz="266700">
              <a:spcBef>
                <a:spcPct val="0"/>
              </a:spcBef>
              <a:spcAft>
                <a:spcPct val="0"/>
              </a:spcAft>
            </a:pPr>
            <a:r>
              <a:rPr lang="en-US" altLang="zh-CN" sz="1600">
                <a:solidFill>
                  <a:srgbClr val="0070C0"/>
                </a:solidFill>
                <a:latin typeface="等线" panose="02010600030101010101" charset="-122"/>
                <a:ea typeface="等线" panose="02010600030101010101" charset="-122"/>
              </a:rPr>
              <a:t> </a:t>
            </a:r>
            <a:endParaRPr lang="en-US" altLang="zh-CN" sz="1600">
              <a:solidFill>
                <a:srgbClr val="0070C0"/>
              </a:solidFill>
              <a:latin typeface="等线" panose="02010600030101010101" charset="-122"/>
              <a:ea typeface="等线" panose="02010600030101010101" charset="-122"/>
            </a:endParaRPr>
          </a:p>
        </p:txBody>
      </p:sp>
      <p:sp>
        <p:nvSpPr>
          <p:cNvPr id="11" name="文本框 10"/>
          <p:cNvSpPr txBox="1"/>
          <p:nvPr/>
        </p:nvSpPr>
        <p:spPr>
          <a:xfrm>
            <a:off x="536575" y="1504315"/>
            <a:ext cx="8082280" cy="953135"/>
          </a:xfrm>
          <a:prstGeom prst="rect">
            <a:avLst/>
          </a:prstGeom>
          <a:noFill/>
        </p:spPr>
        <p:txBody>
          <a:bodyPr wrap="square" rtlCol="0" anchor="t">
            <a:spAutoFit/>
          </a:bodyPr>
          <a:p>
            <a:r>
              <a:rPr lang="zh-CN" altLang="en-US" sz="2800"/>
              <a:t>假设</a:t>
            </a:r>
            <a:r>
              <a:rPr lang="en-US" altLang="zh-CN" sz="2800"/>
              <a:t>I</a:t>
            </a:r>
            <a:r>
              <a:rPr lang="en-US" altLang="zh-CN" sz="2800" baseline="-25000"/>
              <a:t>j</a:t>
            </a:r>
            <a:r>
              <a:rPr lang="zh-CN" altLang="en-US" sz="2800"/>
              <a:t>和</a:t>
            </a:r>
            <a:r>
              <a:rPr lang="en-US" altLang="zh-CN" sz="2800"/>
              <a:t>I</a:t>
            </a:r>
            <a:r>
              <a:rPr lang="en-US" altLang="zh-CN" sz="2800" baseline="-25000"/>
              <a:t>j+1</a:t>
            </a:r>
            <a:r>
              <a:rPr lang="zh-CN" altLang="en-US" sz="2800"/>
              <a:t>是前后相继的两条指令，请举例说明指令流水线的</a:t>
            </a:r>
            <a:r>
              <a:rPr lang="en-US" altLang="zh-CN" sz="2800"/>
              <a:t>“WAR”</a:t>
            </a:r>
            <a:r>
              <a:rPr lang="zh-CN" altLang="en-US" sz="2800"/>
              <a:t>和</a:t>
            </a:r>
            <a:r>
              <a:rPr lang="en-US" altLang="zh-CN" sz="2800"/>
              <a:t>“WAW”</a:t>
            </a:r>
            <a:r>
              <a:rPr lang="zh-CN" altLang="en-US" sz="2800"/>
              <a:t>两种数据相关问题。</a:t>
            </a:r>
            <a:endParaRPr lang="zh-CN" altLang="en-US" sz="2800"/>
          </a:p>
        </p:txBody>
      </p:sp>
      <p:sp>
        <p:nvSpPr>
          <p:cNvPr id="4" name="文本框 3"/>
          <p:cNvSpPr txBox="1"/>
          <p:nvPr/>
        </p:nvSpPr>
        <p:spPr>
          <a:xfrm>
            <a:off x="536575" y="2650490"/>
            <a:ext cx="8300720" cy="2676525"/>
          </a:xfrm>
          <a:prstGeom prst="rect">
            <a:avLst/>
          </a:prstGeom>
        </p:spPr>
        <p:txBody>
          <a:bodyPr wrap="square">
            <a:spAutoFit/>
          </a:bodyPr>
          <a:p>
            <a:pPr marL="0" indent="0" algn="just" defTabSz="266700">
              <a:spcBef>
                <a:spcPct val="0"/>
              </a:spcBef>
              <a:spcAft>
                <a:spcPct val="0"/>
              </a:spcAft>
            </a:pPr>
            <a:r>
              <a:rPr lang="en-US" altLang="zh-CN" sz="2800" b="1">
                <a:solidFill>
                  <a:srgbClr val="1818FF"/>
                </a:solidFill>
                <a:latin typeface="Times New Roman" panose="02020603050405020304" charset="0"/>
                <a:ea typeface="黑体" panose="02010609060101010101" charset="-122"/>
                <a:cs typeface="Times New Roman" panose="02020603050405020304" charset="0"/>
              </a:rPr>
              <a:t>[</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解析</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a:t>
            </a:r>
            <a:endParaRPr lang="en-US" altLang="zh-CN" sz="2800" b="1">
              <a:solidFill>
                <a:srgbClr val="1818FF"/>
              </a:solidFill>
              <a:latin typeface="Times New Roman" panose="02020603050405020304" charset="0"/>
              <a:ea typeface="黑体" panose="02010609060101010101" charset="-122"/>
              <a:cs typeface="Times New Roman" panose="02020603050405020304" charset="0"/>
            </a:endParaRPr>
          </a:p>
          <a:p>
            <a:pPr marL="0" indent="0" algn="just" defTabSz="266700">
              <a:spcBef>
                <a:spcPct val="0"/>
              </a:spcBef>
              <a:spcAft>
                <a:spcPct val="0"/>
              </a:spcAft>
            </a:pPr>
            <a:r>
              <a:rPr lang="en-US" altLang="zh-CN" sz="2800" b="1">
                <a:solidFill>
                  <a:srgbClr val="1818FF"/>
                </a:solidFill>
                <a:latin typeface="Times New Roman" panose="02020603050405020304" charset="0"/>
                <a:ea typeface="黑体" panose="02010609060101010101" charset="-122"/>
                <a:cs typeface="Times New Roman" panose="02020603050405020304" charset="0"/>
              </a:rPr>
              <a:t>WAR</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示例：</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I</a:t>
            </a:r>
            <a:r>
              <a:rPr lang="en-US" altLang="zh-CN" sz="2800" b="1" baseline="-25000">
                <a:solidFill>
                  <a:srgbClr val="1818FF"/>
                </a:solidFill>
                <a:latin typeface="Times New Roman" panose="02020603050405020304" charset="0"/>
                <a:ea typeface="黑体" panose="02010609060101010101" charset="-122"/>
                <a:cs typeface="Times New Roman" panose="02020603050405020304" charset="0"/>
              </a:rPr>
              <a:t>j+1</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试图在指令</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I</a:t>
            </a:r>
            <a:r>
              <a:rPr lang="en-US" altLang="zh-CN" sz="2800" b="1" baseline="-25000">
                <a:solidFill>
                  <a:srgbClr val="1818FF"/>
                </a:solidFill>
                <a:latin typeface="Times New Roman" panose="02020603050405020304" charset="0"/>
                <a:ea typeface="黑体" panose="02010609060101010101" charset="-122"/>
                <a:cs typeface="Times New Roman" panose="02020603050405020304" charset="0"/>
              </a:rPr>
              <a:t>j</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读一个数据之前写该数据，此时指令</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I</a:t>
            </a:r>
            <a:r>
              <a:rPr lang="en-US" altLang="zh-CN" sz="2800" b="1" baseline="-25000">
                <a:solidFill>
                  <a:srgbClr val="1818FF"/>
                </a:solidFill>
                <a:latin typeface="Times New Roman" panose="02020603050405020304" charset="0"/>
                <a:ea typeface="黑体" panose="02010609060101010101" charset="-122"/>
                <a:cs typeface="Times New Roman" panose="02020603050405020304" charset="0"/>
              </a:rPr>
              <a:t>j</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 </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读到的是被</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I</a:t>
            </a:r>
            <a:r>
              <a:rPr lang="en-US" altLang="zh-CN" sz="2800" b="1" baseline="-25000">
                <a:solidFill>
                  <a:srgbClr val="1818FF"/>
                </a:solidFill>
                <a:latin typeface="Times New Roman" panose="02020603050405020304" charset="0"/>
                <a:ea typeface="黑体" panose="02010609060101010101" charset="-122"/>
                <a:cs typeface="Times New Roman" panose="02020603050405020304" charset="0"/>
              </a:rPr>
              <a:t>j+1</a:t>
            </a:r>
            <a:r>
              <a:rPr lang="en-US" altLang="zh-CN" sz="2800" b="1">
                <a:solidFill>
                  <a:srgbClr val="1818FF"/>
                </a:solidFill>
                <a:latin typeface="黑体" panose="02010609060101010101" charset="-122"/>
                <a:ea typeface="黑体" panose="02010609060101010101" charset="-122"/>
                <a:cs typeface="黑体" panose="02010609060101010101" charset="-122"/>
              </a:rPr>
              <a:t>“</a:t>
            </a:r>
            <a:r>
              <a:rPr lang="zh-CN" altLang="en-US" sz="2800" b="1">
                <a:solidFill>
                  <a:srgbClr val="1818FF"/>
                </a:solidFill>
                <a:latin typeface="黑体" panose="02010609060101010101" charset="-122"/>
                <a:ea typeface="黑体" panose="02010609060101010101" charset="-122"/>
                <a:cs typeface="黑体" panose="02010609060101010101" charset="-122"/>
              </a:rPr>
              <a:t>篡改后的数据</a:t>
            </a:r>
            <a:r>
              <a:rPr lang="en-US" altLang="zh-CN" sz="2800" b="1">
                <a:solidFill>
                  <a:srgbClr val="1818FF"/>
                </a:solidFill>
                <a:latin typeface="黑体" panose="02010609060101010101" charset="-122"/>
                <a:ea typeface="黑体" panose="02010609060101010101" charset="-122"/>
                <a:cs typeface="黑体" panose="02010609060101010101" charset="-122"/>
              </a:rPr>
              <a:t>”</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a:t>
            </a:r>
            <a:endParaRPr lang="zh-CN" altLang="en-US" sz="2800" b="1">
              <a:solidFill>
                <a:srgbClr val="1818FF"/>
              </a:solidFill>
              <a:latin typeface="Times New Roman" panose="02020603050405020304" charset="0"/>
              <a:ea typeface="黑体" panose="02010609060101010101" charset="-122"/>
              <a:cs typeface="Times New Roman" panose="02020603050405020304" charset="0"/>
            </a:endParaRPr>
          </a:p>
          <a:p>
            <a:pPr marL="0" indent="0" algn="just" defTabSz="266700">
              <a:spcBef>
                <a:spcPct val="0"/>
              </a:spcBef>
              <a:spcAft>
                <a:spcPct val="0"/>
              </a:spcAft>
            </a:pPr>
            <a:r>
              <a:rPr lang="en-US" altLang="zh-CN" sz="2800" b="1">
                <a:solidFill>
                  <a:srgbClr val="1818FF"/>
                </a:solidFill>
                <a:latin typeface="Times New Roman" panose="02020603050405020304" charset="0"/>
                <a:ea typeface="黑体" panose="02010609060101010101" charset="-122"/>
                <a:cs typeface="Times New Roman" panose="02020603050405020304" charset="0"/>
              </a:rPr>
              <a:t>WAW</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示例：</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I</a:t>
            </a:r>
            <a:r>
              <a:rPr lang="en-US" altLang="zh-CN" sz="2800" b="1" baseline="-25000">
                <a:solidFill>
                  <a:srgbClr val="1818FF"/>
                </a:solidFill>
                <a:latin typeface="Times New Roman" panose="02020603050405020304" charset="0"/>
                <a:ea typeface="黑体" panose="02010609060101010101" charset="-122"/>
                <a:cs typeface="Times New Roman" panose="02020603050405020304" charset="0"/>
              </a:rPr>
              <a:t>j+1</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试图在指令</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I</a:t>
            </a:r>
            <a:r>
              <a:rPr lang="en-US" altLang="zh-CN" sz="2800" b="1" baseline="-25000">
                <a:solidFill>
                  <a:srgbClr val="1818FF"/>
                </a:solidFill>
                <a:latin typeface="Times New Roman" panose="02020603050405020304" charset="0"/>
                <a:ea typeface="黑体" panose="02010609060101010101" charset="-122"/>
                <a:cs typeface="Times New Roman" panose="02020603050405020304" charset="0"/>
              </a:rPr>
              <a:t>j</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写数据之前写数据，这样最终结果将由</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I</a:t>
            </a:r>
            <a:r>
              <a:rPr lang="en-US" altLang="zh-CN" sz="2800" b="1" baseline="-25000">
                <a:solidFill>
                  <a:srgbClr val="1818FF"/>
                </a:solidFill>
                <a:latin typeface="Times New Roman" panose="02020603050405020304" charset="0"/>
                <a:ea typeface="黑体" panose="02010609060101010101" charset="-122"/>
                <a:cs typeface="Times New Roman" panose="02020603050405020304" charset="0"/>
              </a:rPr>
              <a:t>j</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 </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决定，而程序的本意是保留</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I</a:t>
            </a:r>
            <a:r>
              <a:rPr lang="en-US" altLang="zh-CN" sz="2800" b="1" baseline="-25000">
                <a:solidFill>
                  <a:srgbClr val="1818FF"/>
                </a:solidFill>
                <a:latin typeface="Times New Roman" panose="02020603050405020304" charset="0"/>
                <a:ea typeface="黑体" panose="02010609060101010101" charset="-122"/>
                <a:cs typeface="Times New Roman" panose="02020603050405020304" charset="0"/>
              </a:rPr>
              <a:t>j+1</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的结果。</a:t>
            </a:r>
            <a:endParaRPr lang="zh-CN" altLang="en-US" sz="2800" b="1">
              <a:solidFill>
                <a:srgbClr val="1818FF"/>
              </a:solidFill>
              <a:latin typeface="Times New Roman" panose="02020603050405020304" charset="0"/>
              <a:ea typeface="黑体" panose="02010609060101010101" charset="-122"/>
              <a:cs typeface="Times New Roman" panose="02020603050405020304" charset="0"/>
            </a:endParaRPr>
          </a:p>
        </p:txBody>
      </p:sp>
      <p:sp>
        <p:nvSpPr>
          <p:cNvPr id="5" name="标题 4"/>
          <p:cNvSpPr>
            <a:spLocks noGrp="1"/>
          </p:cNvSpPr>
          <p:nvPr>
            <p:ph type="title"/>
          </p:nvPr>
        </p:nvSpPr>
        <p:spPr/>
        <p:txBody>
          <a:bodyPr/>
          <a:p>
            <a:r>
              <a:rPr lang="en-US" dirty="0"/>
              <a:t>2.</a:t>
            </a:r>
            <a:r>
              <a:rPr lang="en-US" altLang="zh-CN" dirty="0"/>
              <a:t>15</a:t>
            </a:r>
            <a:endParaRPr lang="zh-CN"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536575" y="99060"/>
            <a:ext cx="8082280" cy="953135"/>
          </a:xfrm>
          <a:prstGeom prst="rect">
            <a:avLst/>
          </a:prstGeom>
          <a:noFill/>
        </p:spPr>
        <p:txBody>
          <a:bodyPr wrap="square" rtlCol="0" anchor="t">
            <a:spAutoFit/>
          </a:bodyPr>
          <a:p>
            <a:r>
              <a:rPr lang="en-US" sz="2800" b="1" dirty="0">
                <a:sym typeface="+mn-ea"/>
              </a:rPr>
              <a:t>2.</a:t>
            </a:r>
            <a:r>
              <a:rPr lang="en-US" altLang="zh-CN" sz="2800" b="1" dirty="0">
                <a:sym typeface="+mn-ea"/>
              </a:rPr>
              <a:t>16</a:t>
            </a:r>
            <a:r>
              <a:rPr lang="en-US" altLang="zh-CN" sz="2800" dirty="0">
                <a:sym typeface="+mn-ea"/>
              </a:rPr>
              <a:t>    </a:t>
            </a:r>
            <a:r>
              <a:rPr lang="zh-CN" altLang="en-US" sz="2800"/>
              <a:t>名称解释：（</a:t>
            </a:r>
            <a:r>
              <a:rPr lang="en-US" altLang="zh-CN" sz="2800"/>
              <a:t>1</a:t>
            </a:r>
            <a:r>
              <a:rPr lang="zh-CN" altLang="en-US" sz="2800"/>
              <a:t>）转移目标指令；（</a:t>
            </a:r>
            <a:r>
              <a:rPr lang="en-US" altLang="zh-CN" sz="2800"/>
              <a:t>2</a:t>
            </a:r>
            <a:r>
              <a:rPr lang="zh-CN" altLang="en-US" sz="2800"/>
              <a:t>）转移代价；（</a:t>
            </a:r>
            <a:r>
              <a:rPr lang="en-US" altLang="zh-CN" sz="2800"/>
              <a:t>3</a:t>
            </a:r>
            <a:r>
              <a:rPr lang="zh-CN" altLang="en-US" sz="2800"/>
              <a:t>）转移延迟槽；（</a:t>
            </a:r>
            <a:r>
              <a:rPr lang="en-US" altLang="zh-CN" sz="2800"/>
              <a:t>4</a:t>
            </a:r>
            <a:r>
              <a:rPr lang="zh-CN" altLang="en-US" sz="2800"/>
              <a:t>）</a:t>
            </a:r>
            <a:r>
              <a:rPr lang="en-US" altLang="zh-CN" sz="2800"/>
              <a:t>BTB</a:t>
            </a:r>
            <a:r>
              <a:rPr lang="zh-CN" altLang="en-US" sz="2800"/>
              <a:t>。</a:t>
            </a:r>
            <a:endParaRPr lang="zh-CN" altLang="en-US" sz="2800"/>
          </a:p>
        </p:txBody>
      </p:sp>
      <p:sp>
        <p:nvSpPr>
          <p:cNvPr id="4" name="文本框 3"/>
          <p:cNvSpPr txBox="1"/>
          <p:nvPr/>
        </p:nvSpPr>
        <p:spPr>
          <a:xfrm>
            <a:off x="536575" y="1112520"/>
            <a:ext cx="8300720" cy="4892675"/>
          </a:xfrm>
          <a:prstGeom prst="rect">
            <a:avLst/>
          </a:prstGeom>
        </p:spPr>
        <p:txBody>
          <a:bodyPr wrap="square">
            <a:spAutoFit/>
          </a:bodyPr>
          <a:p>
            <a:pPr marL="0" indent="0" algn="just" defTabSz="266700">
              <a:spcBef>
                <a:spcPct val="0"/>
              </a:spcBef>
              <a:spcAft>
                <a:spcPct val="0"/>
              </a:spcAft>
            </a:pPr>
            <a:r>
              <a:rPr lang="en-US" altLang="zh-CN" sz="2400" b="1">
                <a:solidFill>
                  <a:srgbClr val="1818FF"/>
                </a:solidFill>
                <a:latin typeface="Times New Roman" panose="02020603050405020304" charset="0"/>
                <a:ea typeface="黑体" panose="02010609060101010101" charset="-122"/>
                <a:cs typeface="Times New Roman" panose="02020603050405020304" charset="0"/>
              </a:rPr>
              <a:t>[</a:t>
            </a:r>
            <a:r>
              <a:rPr lang="zh-CN" altLang="en-US" sz="2400" b="1">
                <a:solidFill>
                  <a:srgbClr val="1818FF"/>
                </a:solidFill>
                <a:latin typeface="Times New Roman" panose="02020603050405020304" charset="0"/>
                <a:ea typeface="黑体" panose="02010609060101010101" charset="-122"/>
                <a:cs typeface="Times New Roman" panose="02020603050405020304" charset="0"/>
              </a:rPr>
              <a:t>解析</a:t>
            </a:r>
            <a:r>
              <a:rPr lang="en-US" altLang="zh-CN" sz="2400" b="1">
                <a:solidFill>
                  <a:srgbClr val="1818FF"/>
                </a:solidFill>
                <a:latin typeface="Times New Roman" panose="02020603050405020304" charset="0"/>
                <a:ea typeface="黑体" panose="02010609060101010101" charset="-122"/>
                <a:cs typeface="Times New Roman" panose="02020603050405020304" charset="0"/>
              </a:rPr>
              <a:t>]</a:t>
            </a:r>
            <a:endParaRPr lang="en-US" altLang="zh-CN" sz="2400" b="1">
              <a:solidFill>
                <a:srgbClr val="1818FF"/>
              </a:solidFill>
              <a:latin typeface="Times New Roman" panose="02020603050405020304" charset="0"/>
              <a:ea typeface="黑体" panose="02010609060101010101" charset="-122"/>
              <a:cs typeface="Times New Roman" panose="02020603050405020304" charset="0"/>
            </a:endParaRPr>
          </a:p>
          <a:p>
            <a:pPr marL="0" indent="0" algn="just" defTabSz="266700">
              <a:spcBef>
                <a:spcPct val="0"/>
              </a:spcBef>
              <a:spcAft>
                <a:spcPct val="0"/>
              </a:spcAft>
            </a:pPr>
            <a:r>
              <a:rPr lang="en-US" sz="2400" b="1">
                <a:solidFill>
                  <a:srgbClr val="1818FF"/>
                </a:solidFill>
                <a:latin typeface="Times New Roman" panose="02020603050405020304" charset="0"/>
                <a:ea typeface="黑体" panose="02010609060101010101" charset="-122"/>
                <a:cs typeface="Times New Roman" panose="02020603050405020304" charset="0"/>
              </a:rPr>
              <a:t>(1)</a:t>
            </a:r>
            <a:r>
              <a:rPr lang="zh-CN" altLang="en-US" sz="2400" b="1">
                <a:solidFill>
                  <a:srgbClr val="1818FF"/>
                </a:solidFill>
                <a:latin typeface="Times New Roman" panose="02020603050405020304" charset="0"/>
                <a:ea typeface="黑体" panose="02010609060101010101" charset="-122"/>
                <a:cs typeface="Times New Roman" panose="02020603050405020304" charset="0"/>
              </a:rPr>
              <a:t>转移目标指令：转移指令的目标指令，即下一条紧接着执行的命令。</a:t>
            </a:r>
            <a:endParaRPr lang="zh-CN" altLang="en-US" sz="2400" b="1">
              <a:solidFill>
                <a:srgbClr val="1818FF"/>
              </a:solidFill>
              <a:latin typeface="Times New Roman" panose="02020603050405020304" charset="0"/>
              <a:ea typeface="黑体" panose="02010609060101010101" charset="-122"/>
              <a:cs typeface="Times New Roman" panose="02020603050405020304" charset="0"/>
            </a:endParaRPr>
          </a:p>
          <a:p>
            <a:pPr marL="0" indent="0" algn="just" defTabSz="266700">
              <a:spcBef>
                <a:spcPct val="0"/>
              </a:spcBef>
              <a:spcAft>
                <a:spcPct val="0"/>
              </a:spcAft>
            </a:pPr>
            <a:r>
              <a:rPr lang="en-US" sz="2400" b="1">
                <a:solidFill>
                  <a:srgbClr val="1818FF"/>
                </a:solidFill>
                <a:latin typeface="Times New Roman" panose="02020603050405020304" charset="0"/>
                <a:ea typeface="黑体" panose="02010609060101010101" charset="-122"/>
                <a:cs typeface="Times New Roman" panose="02020603050405020304" charset="0"/>
                <a:sym typeface="+mn-ea"/>
              </a:rPr>
              <a:t>(2)</a:t>
            </a:r>
            <a:r>
              <a:rPr lang="zh-CN" altLang="en-US" sz="2400" b="1">
                <a:solidFill>
                  <a:srgbClr val="1818FF"/>
                </a:solidFill>
                <a:latin typeface="Times New Roman" panose="02020603050405020304" charset="0"/>
                <a:ea typeface="黑体" panose="02010609060101010101" charset="-122"/>
                <a:cs typeface="Times New Roman" panose="02020603050405020304" charset="0"/>
              </a:rPr>
              <a:t>转移代价：假设在指令序列中，指令</a:t>
            </a:r>
            <a:r>
              <a:rPr lang="en-US" altLang="zh-CN" sz="2400" b="1">
                <a:solidFill>
                  <a:srgbClr val="1818FF"/>
                </a:solidFill>
                <a:latin typeface="Times New Roman" panose="02020603050405020304" charset="0"/>
                <a:ea typeface="黑体" panose="02010609060101010101" charset="-122"/>
                <a:cs typeface="Times New Roman" panose="02020603050405020304" charset="0"/>
              </a:rPr>
              <a:t>I</a:t>
            </a:r>
            <a:r>
              <a:rPr lang="en-US" altLang="zh-CN" sz="2400" b="1" baseline="-25000">
                <a:solidFill>
                  <a:srgbClr val="1818FF"/>
                </a:solidFill>
                <a:latin typeface="Times New Roman" panose="02020603050405020304" charset="0"/>
                <a:ea typeface="黑体" panose="02010609060101010101" charset="-122"/>
                <a:cs typeface="Times New Roman" panose="02020603050405020304" charset="0"/>
              </a:rPr>
              <a:t>j</a:t>
            </a:r>
            <a:r>
              <a:rPr lang="zh-CN" altLang="en-US" sz="2400" b="1">
                <a:solidFill>
                  <a:srgbClr val="1818FF"/>
                </a:solidFill>
                <a:latin typeface="Times New Roman" panose="02020603050405020304" charset="0"/>
                <a:ea typeface="黑体" panose="02010609060101010101" charset="-122"/>
                <a:cs typeface="Times New Roman" panose="02020603050405020304" charset="0"/>
              </a:rPr>
              <a:t>是一条无条件转移指令，其在流水线上的执行步骤为：取指、译码、计算转移地址并更新程序计数器</a:t>
            </a:r>
            <a:r>
              <a:rPr lang="en-US" altLang="zh-CN" sz="2400" b="1">
                <a:solidFill>
                  <a:srgbClr val="1818FF"/>
                </a:solidFill>
                <a:latin typeface="Times New Roman" panose="02020603050405020304" charset="0"/>
                <a:ea typeface="黑体" panose="02010609060101010101" charset="-122"/>
                <a:cs typeface="Times New Roman" panose="02020603050405020304" charset="0"/>
              </a:rPr>
              <a:t>PC</a:t>
            </a:r>
            <a:r>
              <a:rPr lang="zh-CN" altLang="en-US" sz="2400" b="1">
                <a:solidFill>
                  <a:srgbClr val="1818FF"/>
                </a:solidFill>
                <a:latin typeface="Times New Roman" panose="02020603050405020304" charset="0"/>
                <a:ea typeface="黑体" panose="02010609060101010101" charset="-122"/>
                <a:cs typeface="Times New Roman" panose="02020603050405020304" charset="0"/>
              </a:rPr>
              <a:t>。第三个周期阶数之后，第四个周期将读取转移目标指令</a:t>
            </a:r>
            <a:r>
              <a:rPr lang="en-US" altLang="zh-CN" sz="2400" b="1">
                <a:solidFill>
                  <a:srgbClr val="1818FF"/>
                </a:solidFill>
                <a:latin typeface="Times New Roman" panose="02020603050405020304" charset="0"/>
                <a:ea typeface="黑体" panose="02010609060101010101" charset="-122"/>
                <a:cs typeface="Times New Roman" panose="02020603050405020304" charset="0"/>
              </a:rPr>
              <a:t>I</a:t>
            </a:r>
            <a:r>
              <a:rPr lang="en-US" altLang="zh-CN" sz="2400" b="1" baseline="-25000">
                <a:solidFill>
                  <a:srgbClr val="1818FF"/>
                </a:solidFill>
                <a:latin typeface="Times New Roman" panose="02020603050405020304" charset="0"/>
                <a:ea typeface="黑体" panose="02010609060101010101" charset="-122"/>
                <a:cs typeface="Times New Roman" panose="02020603050405020304" charset="0"/>
              </a:rPr>
              <a:t>k</a:t>
            </a:r>
            <a:r>
              <a:rPr lang="zh-CN" altLang="en-US" sz="2400" b="1">
                <a:solidFill>
                  <a:srgbClr val="1818FF"/>
                </a:solidFill>
                <a:latin typeface="Times New Roman" panose="02020603050405020304" charset="0"/>
                <a:ea typeface="黑体" panose="02010609060101010101" charset="-122"/>
                <a:cs typeface="Times New Roman" panose="02020603050405020304" charset="0"/>
              </a:rPr>
              <a:t>。但在此之前，指令</a:t>
            </a:r>
            <a:r>
              <a:rPr lang="en-US" altLang="zh-CN" sz="2400" b="1">
                <a:solidFill>
                  <a:srgbClr val="1818FF"/>
                </a:solidFill>
                <a:latin typeface="Times New Roman" panose="02020603050405020304" charset="0"/>
                <a:ea typeface="黑体" panose="02010609060101010101" charset="-122"/>
                <a:cs typeface="Times New Roman" panose="02020603050405020304" charset="0"/>
              </a:rPr>
              <a:t>I</a:t>
            </a:r>
            <a:r>
              <a:rPr lang="en-US" altLang="zh-CN" sz="2400" b="1" baseline="-25000">
                <a:solidFill>
                  <a:srgbClr val="1818FF"/>
                </a:solidFill>
                <a:latin typeface="Times New Roman" panose="02020603050405020304" charset="0"/>
                <a:ea typeface="黑体" panose="02010609060101010101" charset="-122"/>
                <a:cs typeface="Times New Roman" panose="02020603050405020304" charset="0"/>
              </a:rPr>
              <a:t>j+1</a:t>
            </a:r>
            <a:r>
              <a:rPr lang="zh-CN" altLang="en-US" sz="2400" b="1">
                <a:solidFill>
                  <a:srgbClr val="1818FF"/>
                </a:solidFill>
                <a:latin typeface="Times New Roman" panose="02020603050405020304" charset="0"/>
                <a:ea typeface="黑体" panose="02010609060101010101" charset="-122"/>
                <a:cs typeface="Times New Roman" panose="02020603050405020304" charset="0"/>
              </a:rPr>
              <a:t>和</a:t>
            </a:r>
            <a:r>
              <a:rPr lang="en-US" altLang="zh-CN" sz="2400" b="1">
                <a:solidFill>
                  <a:srgbClr val="1818FF"/>
                </a:solidFill>
                <a:latin typeface="Times New Roman" panose="02020603050405020304" charset="0"/>
                <a:ea typeface="黑体" panose="02010609060101010101" charset="-122"/>
                <a:cs typeface="Times New Roman" panose="02020603050405020304" charset="0"/>
              </a:rPr>
              <a:t>I</a:t>
            </a:r>
            <a:r>
              <a:rPr lang="en-US" altLang="zh-CN" sz="2400" b="1" baseline="-25000">
                <a:solidFill>
                  <a:srgbClr val="1818FF"/>
                </a:solidFill>
                <a:latin typeface="Times New Roman" panose="02020603050405020304" charset="0"/>
                <a:ea typeface="黑体" panose="02010609060101010101" charset="-122"/>
                <a:cs typeface="Times New Roman" panose="02020603050405020304" charset="0"/>
              </a:rPr>
              <a:t>j+2</a:t>
            </a:r>
            <a:r>
              <a:rPr lang="zh-CN" altLang="en-US" sz="2400" b="1">
                <a:solidFill>
                  <a:srgbClr val="1818FF"/>
                </a:solidFill>
                <a:latin typeface="Times New Roman" panose="02020603050405020304" charset="0"/>
                <a:ea typeface="黑体" panose="02010609060101010101" charset="-122"/>
                <a:cs typeface="Times New Roman" panose="02020603050405020304" charset="0"/>
              </a:rPr>
              <a:t>也先后进入了流水线，转移必须将这两条指令丢弃。上述过程产生的两个流水线周期延迟被称为转移代价。</a:t>
            </a:r>
            <a:endParaRPr lang="zh-CN" altLang="en-US" sz="2400" b="1">
              <a:solidFill>
                <a:srgbClr val="1818FF"/>
              </a:solidFill>
              <a:latin typeface="Times New Roman" panose="02020603050405020304" charset="0"/>
              <a:ea typeface="黑体" panose="02010609060101010101" charset="-122"/>
              <a:cs typeface="Times New Roman" panose="02020603050405020304" charset="0"/>
            </a:endParaRPr>
          </a:p>
          <a:p>
            <a:pPr marL="0" indent="0" algn="just" defTabSz="266700">
              <a:spcBef>
                <a:spcPct val="0"/>
              </a:spcBef>
              <a:spcAft>
                <a:spcPct val="0"/>
              </a:spcAft>
            </a:pPr>
            <a:r>
              <a:rPr lang="en-US" sz="2400" b="1">
                <a:solidFill>
                  <a:srgbClr val="1818FF"/>
                </a:solidFill>
                <a:latin typeface="Times New Roman" panose="02020603050405020304" charset="0"/>
                <a:ea typeface="黑体" panose="02010609060101010101" charset="-122"/>
                <a:cs typeface="Times New Roman" panose="02020603050405020304" charset="0"/>
                <a:sym typeface="+mn-ea"/>
              </a:rPr>
              <a:t>(3)</a:t>
            </a:r>
            <a:r>
              <a:rPr lang="zh-CN" altLang="en-US" sz="2400" b="1">
                <a:solidFill>
                  <a:srgbClr val="1818FF"/>
                </a:solidFill>
                <a:latin typeface="Times New Roman" panose="02020603050405020304" charset="0"/>
                <a:ea typeface="黑体" panose="02010609060101010101" charset="-122"/>
                <a:cs typeface="Times New Roman" panose="02020603050405020304" charset="0"/>
              </a:rPr>
              <a:t>转移延迟槽：转移指令</a:t>
            </a:r>
            <a:r>
              <a:rPr lang="en-US" altLang="zh-CN" sz="2400" b="1">
                <a:solidFill>
                  <a:srgbClr val="1818FF"/>
                </a:solidFill>
                <a:latin typeface="Times New Roman" panose="02020603050405020304" charset="0"/>
                <a:ea typeface="黑体" panose="02010609060101010101" charset="-122"/>
                <a:cs typeface="Times New Roman" panose="02020603050405020304" charset="0"/>
              </a:rPr>
              <a:t>I</a:t>
            </a:r>
            <a:r>
              <a:rPr lang="en-US" altLang="zh-CN" sz="2400" b="1" baseline="-25000">
                <a:solidFill>
                  <a:srgbClr val="1818FF"/>
                </a:solidFill>
                <a:latin typeface="Times New Roman" panose="02020603050405020304" charset="0"/>
                <a:ea typeface="黑体" panose="02010609060101010101" charset="-122"/>
                <a:cs typeface="Times New Roman" panose="02020603050405020304" charset="0"/>
              </a:rPr>
              <a:t>j</a:t>
            </a:r>
            <a:r>
              <a:rPr lang="zh-CN" altLang="en-US" sz="2400" b="1">
                <a:solidFill>
                  <a:srgbClr val="1818FF"/>
                </a:solidFill>
                <a:latin typeface="Times New Roman" panose="02020603050405020304" charset="0"/>
                <a:ea typeface="黑体" panose="02010609060101010101" charset="-122"/>
                <a:cs typeface="Times New Roman" panose="02020603050405020304" charset="0"/>
              </a:rPr>
              <a:t>后面的一个时间片。</a:t>
            </a:r>
            <a:endParaRPr lang="zh-CN" altLang="en-US" sz="2400" b="1">
              <a:solidFill>
                <a:srgbClr val="1818FF"/>
              </a:solidFill>
              <a:latin typeface="Times New Roman" panose="02020603050405020304" charset="0"/>
              <a:ea typeface="黑体" panose="02010609060101010101" charset="-122"/>
              <a:cs typeface="Times New Roman" panose="02020603050405020304" charset="0"/>
            </a:endParaRPr>
          </a:p>
          <a:p>
            <a:pPr marL="0" indent="0" algn="just" defTabSz="266700">
              <a:spcBef>
                <a:spcPct val="0"/>
              </a:spcBef>
              <a:spcAft>
                <a:spcPct val="0"/>
              </a:spcAft>
            </a:pPr>
            <a:r>
              <a:rPr lang="en-US" sz="2400" b="1">
                <a:solidFill>
                  <a:srgbClr val="1818FF"/>
                </a:solidFill>
                <a:latin typeface="Times New Roman" panose="02020603050405020304" charset="0"/>
                <a:ea typeface="黑体" panose="02010609060101010101" charset="-122"/>
                <a:cs typeface="Times New Roman" panose="02020603050405020304" charset="0"/>
                <a:sym typeface="+mn-ea"/>
              </a:rPr>
              <a:t>(4)</a:t>
            </a:r>
            <a:r>
              <a:rPr lang="en-US" altLang="zh-CN" sz="2400" b="1">
                <a:solidFill>
                  <a:srgbClr val="1818FF"/>
                </a:solidFill>
                <a:latin typeface="Times New Roman" panose="02020603050405020304" charset="0"/>
                <a:ea typeface="黑体" panose="02010609060101010101" charset="-122"/>
                <a:cs typeface="Times New Roman" panose="02020603050405020304" charset="0"/>
              </a:rPr>
              <a:t>BTB</a:t>
            </a:r>
            <a:r>
              <a:rPr lang="zh-CN" altLang="en-US" sz="2400" b="1">
                <a:solidFill>
                  <a:srgbClr val="1818FF"/>
                </a:solidFill>
                <a:latin typeface="Times New Roman" panose="02020603050405020304" charset="0"/>
                <a:ea typeface="黑体" panose="02010609060101010101" charset="-122"/>
                <a:cs typeface="Times New Roman" panose="02020603050405020304" charset="0"/>
              </a:rPr>
              <a:t>：转移目标缓冲器。</a:t>
            </a:r>
            <a:r>
              <a:rPr lang="en-US" altLang="zh-CN" sz="2400" b="1">
                <a:solidFill>
                  <a:srgbClr val="1818FF"/>
                </a:solidFill>
                <a:latin typeface="Times New Roman" panose="02020603050405020304" charset="0"/>
                <a:ea typeface="黑体" panose="02010609060101010101" charset="-122"/>
                <a:cs typeface="Times New Roman" panose="02020603050405020304" charset="0"/>
              </a:rPr>
              <a:t>BTB</a:t>
            </a:r>
            <a:r>
              <a:rPr lang="zh-CN" altLang="en-US" sz="2400" b="1">
                <a:solidFill>
                  <a:srgbClr val="1818FF"/>
                </a:solidFill>
                <a:latin typeface="Times New Roman" panose="02020603050405020304" charset="0"/>
                <a:ea typeface="黑体" panose="02010609060101010101" charset="-122"/>
                <a:cs typeface="Times New Roman" panose="02020603050405020304" charset="0"/>
              </a:rPr>
              <a:t>收集和存储了近期所有转移指令的有关信息，并按照查找表的形式组织，为动态转移预测提供信息。</a:t>
            </a:r>
            <a:endParaRPr lang="zh-CN" altLang="en-US" sz="2400" b="1">
              <a:solidFill>
                <a:srgbClr val="1818FF"/>
              </a:solidFill>
              <a:latin typeface="Times New Roman" panose="02020603050405020304" charset="0"/>
              <a:ea typeface="黑体" panose="02010609060101010101" charset="-122"/>
              <a:cs typeface="Times New Roman" panose="0202060305040502030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536575" y="99060"/>
            <a:ext cx="8082280" cy="953135"/>
          </a:xfrm>
          <a:prstGeom prst="rect">
            <a:avLst/>
          </a:prstGeom>
          <a:noFill/>
        </p:spPr>
        <p:txBody>
          <a:bodyPr wrap="square" rtlCol="0" anchor="t">
            <a:spAutoFit/>
          </a:bodyPr>
          <a:p>
            <a:r>
              <a:rPr lang="en-US" sz="2800" b="1" dirty="0">
                <a:sym typeface="+mn-ea"/>
              </a:rPr>
              <a:t>2.</a:t>
            </a:r>
            <a:r>
              <a:rPr lang="en-US" altLang="zh-CN" sz="2800" b="1" dirty="0">
                <a:sym typeface="+mn-ea"/>
              </a:rPr>
              <a:t>20</a:t>
            </a:r>
            <a:r>
              <a:rPr lang="en-US" altLang="zh-CN" sz="2800" dirty="0">
                <a:sym typeface="+mn-ea"/>
              </a:rPr>
              <a:t>    </a:t>
            </a:r>
            <a:r>
              <a:rPr lang="zh-CN" altLang="en-US" sz="2800"/>
              <a:t>什么是同构多核与异构多核？采用异构多核的目的是什么，试举例说明。</a:t>
            </a:r>
            <a:endParaRPr lang="zh-CN" altLang="en-US" sz="2800"/>
          </a:p>
        </p:txBody>
      </p:sp>
      <p:sp>
        <p:nvSpPr>
          <p:cNvPr id="4" name="文本框 3"/>
          <p:cNvSpPr txBox="1"/>
          <p:nvPr/>
        </p:nvSpPr>
        <p:spPr>
          <a:xfrm>
            <a:off x="204470" y="1112520"/>
            <a:ext cx="8632825" cy="2245360"/>
          </a:xfrm>
          <a:prstGeom prst="rect">
            <a:avLst/>
          </a:prstGeom>
        </p:spPr>
        <p:txBody>
          <a:bodyPr wrap="square">
            <a:spAutoFit/>
          </a:bodyPr>
          <a:p>
            <a:pPr marL="0" indent="0" algn="just" defTabSz="266700">
              <a:spcBef>
                <a:spcPct val="0"/>
              </a:spcBef>
              <a:spcAft>
                <a:spcPct val="0"/>
              </a:spcAft>
            </a:pPr>
            <a:r>
              <a:rPr lang="en-US" altLang="zh-CN" sz="2800" b="1">
                <a:solidFill>
                  <a:srgbClr val="1818FF"/>
                </a:solidFill>
                <a:latin typeface="Times New Roman" panose="02020603050405020304" charset="0"/>
                <a:ea typeface="黑体" panose="02010609060101010101" charset="-122"/>
                <a:cs typeface="Times New Roman" panose="02020603050405020304" charset="0"/>
              </a:rPr>
              <a:t>[</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解析</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a:t>
            </a:r>
            <a:endParaRPr lang="en-US" altLang="zh-CN" sz="2800" b="1">
              <a:solidFill>
                <a:srgbClr val="1818FF"/>
              </a:solidFill>
              <a:latin typeface="Times New Roman" panose="02020603050405020304" charset="0"/>
              <a:ea typeface="黑体" panose="02010609060101010101" charset="-122"/>
              <a:cs typeface="Times New Roman" panose="02020603050405020304" charset="0"/>
            </a:endParaRPr>
          </a:p>
          <a:p>
            <a:pPr marL="457200" indent="-457200" algn="just" defTabSz="266700">
              <a:spcBef>
                <a:spcPct val="0"/>
              </a:spcBef>
              <a:spcAft>
                <a:spcPct val="0"/>
              </a:spcAft>
              <a:buFont typeface="Arial" panose="020B0604020202020204" pitchFamily="34" charset="0"/>
              <a:buChar char="•"/>
            </a:pPr>
            <a:r>
              <a:rPr lang="zh-CN" altLang="en-US" sz="2800" b="1">
                <a:solidFill>
                  <a:srgbClr val="1818FF"/>
                </a:solidFill>
                <a:latin typeface="Times New Roman" panose="02020603050405020304" charset="0"/>
                <a:ea typeface="黑体" panose="02010609060101010101" charset="-122"/>
                <a:cs typeface="Times New Roman" panose="02020603050405020304" charset="0"/>
              </a:rPr>
              <a:t>同构多核处理器：每个内核结构相同，地位相等。</a:t>
            </a:r>
            <a:endParaRPr lang="zh-CN" altLang="en-US" sz="2800" b="1">
              <a:solidFill>
                <a:srgbClr val="1818FF"/>
              </a:solidFill>
              <a:latin typeface="Times New Roman" panose="02020603050405020304" charset="0"/>
              <a:ea typeface="黑体" panose="02010609060101010101" charset="-122"/>
              <a:cs typeface="Times New Roman" panose="02020603050405020304" charset="0"/>
            </a:endParaRPr>
          </a:p>
          <a:p>
            <a:pPr marL="457200" indent="-457200" algn="just" defTabSz="266700">
              <a:spcBef>
                <a:spcPct val="0"/>
              </a:spcBef>
              <a:spcAft>
                <a:spcPct val="0"/>
              </a:spcAft>
              <a:buFont typeface="Arial" panose="020B0604020202020204" pitchFamily="34" charset="0"/>
              <a:buChar char="•"/>
            </a:pPr>
            <a:r>
              <a:rPr lang="zh-CN" altLang="en-US" sz="2800" b="1">
                <a:solidFill>
                  <a:srgbClr val="1818FF"/>
                </a:solidFill>
                <a:latin typeface="Times New Roman" panose="02020603050405020304" charset="0"/>
                <a:ea typeface="黑体" panose="02010609060101010101" charset="-122"/>
                <a:cs typeface="Times New Roman" panose="02020603050405020304" charset="0"/>
              </a:rPr>
              <a:t>异构多核处理器：配置具有不同功能和性能的内核。</a:t>
            </a:r>
            <a:endParaRPr lang="zh-CN" altLang="en-US" sz="2800" b="1">
              <a:solidFill>
                <a:srgbClr val="1818FF"/>
              </a:solidFill>
              <a:latin typeface="Times New Roman" panose="02020603050405020304" charset="0"/>
              <a:ea typeface="黑体" panose="02010609060101010101" charset="-122"/>
              <a:cs typeface="Times New Roman" panose="02020603050405020304" charset="0"/>
            </a:endParaRPr>
          </a:p>
          <a:p>
            <a:pPr marL="457200" indent="-457200" algn="just" defTabSz="266700">
              <a:spcBef>
                <a:spcPct val="0"/>
              </a:spcBef>
              <a:spcAft>
                <a:spcPct val="0"/>
              </a:spcAft>
              <a:buFont typeface="Arial" panose="020B0604020202020204" pitchFamily="34" charset="0"/>
              <a:buChar char="•"/>
            </a:pPr>
            <a:r>
              <a:rPr lang="zh-CN" altLang="en-US" sz="2800" b="1">
                <a:solidFill>
                  <a:srgbClr val="1818FF"/>
                </a:solidFill>
                <a:latin typeface="Times New Roman" panose="02020603050405020304" charset="0"/>
                <a:ea typeface="黑体" panose="02010609060101010101" charset="-122"/>
                <a:cs typeface="Times New Roman" panose="02020603050405020304" charset="0"/>
              </a:rPr>
              <a:t>异构多核的目的：兼顾性能和低功耗，以匹配实际应用需求。</a:t>
            </a:r>
            <a:endParaRPr lang="zh-CN" altLang="en-US" sz="2800" b="1">
              <a:solidFill>
                <a:srgbClr val="1818FF"/>
              </a:solidFill>
              <a:latin typeface="Times New Roman" panose="02020603050405020304" charset="0"/>
              <a:ea typeface="黑体" panose="02010609060101010101" charset="-122"/>
              <a:cs typeface="Times New Roman" panose="02020603050405020304" charset="0"/>
            </a:endParaRPr>
          </a:p>
        </p:txBody>
      </p:sp>
      <p:sp>
        <p:nvSpPr>
          <p:cNvPr id="2" name="文本框 1"/>
          <p:cNvSpPr txBox="1"/>
          <p:nvPr/>
        </p:nvSpPr>
        <p:spPr>
          <a:xfrm>
            <a:off x="536575" y="3418205"/>
            <a:ext cx="8082280" cy="953135"/>
          </a:xfrm>
          <a:prstGeom prst="rect">
            <a:avLst/>
          </a:prstGeom>
          <a:noFill/>
        </p:spPr>
        <p:txBody>
          <a:bodyPr wrap="square" rtlCol="0" anchor="t">
            <a:spAutoFit/>
          </a:bodyPr>
          <a:p>
            <a:r>
              <a:rPr lang="en-US" altLang="zh-CN" sz="2800" b="1"/>
              <a:t>2.25</a:t>
            </a:r>
            <a:r>
              <a:rPr lang="en-US" altLang="zh-CN" sz="2800"/>
              <a:t>    </a:t>
            </a:r>
            <a:r>
              <a:rPr lang="zh-CN" altLang="en-US" sz="2800"/>
              <a:t>作为一种性能指标，</a:t>
            </a:r>
            <a:r>
              <a:rPr lang="en-US" altLang="zh-CN" sz="2800"/>
              <a:t>MIPS</a:t>
            </a:r>
            <a:r>
              <a:rPr lang="zh-CN" altLang="en-US" sz="2800"/>
              <a:t>是否能客观反映计算机的运算速度？为什么？</a:t>
            </a:r>
            <a:endParaRPr lang="zh-CN" altLang="en-US" sz="2800"/>
          </a:p>
        </p:txBody>
      </p:sp>
      <p:sp>
        <p:nvSpPr>
          <p:cNvPr id="5" name="文本框 4"/>
          <p:cNvSpPr txBox="1"/>
          <p:nvPr/>
        </p:nvSpPr>
        <p:spPr>
          <a:xfrm>
            <a:off x="536575" y="4431665"/>
            <a:ext cx="8300720" cy="1814830"/>
          </a:xfrm>
          <a:prstGeom prst="rect">
            <a:avLst/>
          </a:prstGeom>
        </p:spPr>
        <p:txBody>
          <a:bodyPr wrap="square">
            <a:spAutoFit/>
          </a:bodyPr>
          <a:p>
            <a:pPr marL="0" indent="0" algn="just" defTabSz="266700">
              <a:spcBef>
                <a:spcPct val="0"/>
              </a:spcBef>
              <a:spcAft>
                <a:spcPct val="0"/>
              </a:spcAft>
            </a:pPr>
            <a:r>
              <a:rPr lang="en-US" altLang="zh-CN" sz="2800" b="1">
                <a:solidFill>
                  <a:srgbClr val="1818FF"/>
                </a:solidFill>
                <a:latin typeface="Times New Roman" panose="02020603050405020304" charset="0"/>
                <a:ea typeface="黑体" panose="02010609060101010101" charset="-122"/>
                <a:cs typeface="Times New Roman" panose="02020603050405020304" charset="0"/>
              </a:rPr>
              <a:t>[</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解析</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a:t>
            </a:r>
            <a:endParaRPr lang="en-US" altLang="zh-CN" sz="2800" b="1">
              <a:solidFill>
                <a:srgbClr val="1818FF"/>
              </a:solidFill>
              <a:latin typeface="Times New Roman" panose="02020603050405020304" charset="0"/>
              <a:ea typeface="黑体" panose="02010609060101010101" charset="-122"/>
              <a:cs typeface="Times New Roman" panose="02020603050405020304" charset="0"/>
            </a:endParaRPr>
          </a:p>
          <a:p>
            <a:pPr marL="0" indent="0" algn="just" defTabSz="266700">
              <a:spcBef>
                <a:spcPct val="0"/>
              </a:spcBef>
              <a:spcAft>
                <a:spcPct val="0"/>
              </a:spcAft>
            </a:pPr>
            <a:r>
              <a:rPr lang="zh-CN" altLang="en-US" sz="2800" b="1">
                <a:solidFill>
                  <a:srgbClr val="1818FF"/>
                </a:solidFill>
                <a:latin typeface="Times New Roman" panose="02020603050405020304" charset="0"/>
                <a:ea typeface="黑体" panose="02010609060101010101" charset="-122"/>
                <a:cs typeface="Times New Roman" panose="02020603050405020304" charset="0"/>
              </a:rPr>
              <a:t>不同指令集中指令功能有较大差异，单条指令的执行时间不能代表性能。例如，</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CISC</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计算机的单条指令功能在</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RISC</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计算机上需要多条指令才能实现。</a:t>
            </a:r>
            <a:endParaRPr lang="zh-CN" altLang="en-US" sz="2800" b="1">
              <a:solidFill>
                <a:srgbClr val="1818FF"/>
              </a:solidFill>
              <a:latin typeface="Times New Roman" panose="02020603050405020304" charset="0"/>
              <a:ea typeface="黑体" panose="02010609060101010101" charset="-122"/>
              <a:cs typeface="Times New Roman" panose="0202060305040502030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文本框 33"/>
          <p:cNvSpPr txBox="1"/>
          <p:nvPr/>
        </p:nvSpPr>
        <p:spPr>
          <a:xfrm>
            <a:off x="2032000" y="1313023"/>
            <a:ext cx="5080000" cy="737235"/>
          </a:xfrm>
          <a:prstGeom prst="rect">
            <a:avLst/>
          </a:prstGeom>
        </p:spPr>
        <p:txBody>
          <a:bodyPr>
            <a:spAutoFit/>
          </a:bodyPr>
          <a:p>
            <a:endParaRPr lang="en-US" altLang="zh-CN" sz="2600"/>
          </a:p>
          <a:p>
            <a:pPr marL="0" indent="0" algn="just" defTabSz="266700">
              <a:spcBef>
                <a:spcPct val="0"/>
              </a:spcBef>
              <a:spcAft>
                <a:spcPct val="0"/>
              </a:spcAft>
            </a:pPr>
            <a:r>
              <a:rPr lang="en-US" altLang="zh-CN" sz="1600">
                <a:solidFill>
                  <a:srgbClr val="0070C0"/>
                </a:solidFill>
                <a:latin typeface="等线" panose="02010600030101010101" charset="-122"/>
                <a:ea typeface="等线" panose="02010600030101010101" charset="-122"/>
              </a:rPr>
              <a:t> </a:t>
            </a:r>
            <a:endParaRPr lang="en-US" altLang="zh-CN" sz="1600">
              <a:solidFill>
                <a:srgbClr val="0070C0"/>
              </a:solidFill>
              <a:latin typeface="等线" panose="02010600030101010101" charset="-122"/>
              <a:ea typeface="等线" panose="02010600030101010101" charset="-122"/>
            </a:endParaRPr>
          </a:p>
        </p:txBody>
      </p:sp>
      <p:sp>
        <p:nvSpPr>
          <p:cNvPr id="11" name="文本框 10"/>
          <p:cNvSpPr txBox="1"/>
          <p:nvPr/>
        </p:nvSpPr>
        <p:spPr>
          <a:xfrm>
            <a:off x="536575" y="176530"/>
            <a:ext cx="8082280" cy="6123940"/>
          </a:xfrm>
          <a:prstGeom prst="rect">
            <a:avLst/>
          </a:prstGeom>
          <a:noFill/>
        </p:spPr>
        <p:txBody>
          <a:bodyPr wrap="square" rtlCol="0" anchor="t">
            <a:spAutoFit/>
          </a:bodyPr>
          <a:p>
            <a:r>
              <a:rPr lang="zh-CN" altLang="en-US" sz="2800" b="1" dirty="0">
                <a:sym typeface="+mn-ea"/>
              </a:rPr>
              <a:t>补充</a:t>
            </a:r>
            <a:r>
              <a:rPr lang="en-US" altLang="zh-CN" sz="2800" b="1" dirty="0">
                <a:sym typeface="+mn-ea"/>
              </a:rPr>
              <a:t>2.26</a:t>
            </a:r>
            <a:r>
              <a:rPr lang="en-US" altLang="zh-CN" sz="2800" dirty="0">
                <a:sym typeface="+mn-ea"/>
              </a:rPr>
              <a:t>    </a:t>
            </a:r>
            <a:r>
              <a:rPr lang="zh-CN" altLang="en-US" sz="2800"/>
              <a:t>在按字节编址，采用小端方式的</a:t>
            </a:r>
            <a:r>
              <a:rPr lang="en-US" altLang="zh-CN" sz="2800"/>
              <a:t>32</a:t>
            </a:r>
            <a:r>
              <a:rPr lang="zh-CN" altLang="en-US" sz="2800"/>
              <a:t>位计算机中，按边界对齐方式为以下</a:t>
            </a:r>
            <a:r>
              <a:rPr lang="en-US" altLang="zh-CN" sz="2800"/>
              <a:t>C</a:t>
            </a:r>
            <a:r>
              <a:rPr lang="zh-CN" altLang="en-US" sz="2800"/>
              <a:t>语言结构型变量</a:t>
            </a:r>
            <a:r>
              <a:rPr lang="en-US" altLang="zh-CN" sz="2800"/>
              <a:t>a</a:t>
            </a:r>
            <a:r>
              <a:rPr lang="zh-CN" altLang="en-US" sz="2800"/>
              <a:t>分配存储空间。</a:t>
            </a:r>
            <a:endParaRPr lang="zh-CN" altLang="en-US" sz="2800"/>
          </a:p>
          <a:p>
            <a:pPr marL="457200" lvl="1" indent="457200"/>
            <a:r>
              <a:rPr lang="en-US" altLang="zh-CN" sz="2800"/>
              <a:t>struct record{</a:t>
            </a:r>
            <a:endParaRPr lang="en-US" altLang="zh-CN" sz="2800"/>
          </a:p>
          <a:p>
            <a:pPr marL="914400" lvl="2" indent="457200"/>
            <a:r>
              <a:rPr lang="en-US" altLang="zh-CN" sz="2800"/>
              <a:t>short x1; </a:t>
            </a:r>
            <a:endParaRPr lang="en-US" altLang="zh-CN" sz="2800"/>
          </a:p>
          <a:p>
            <a:pPr marL="914400" lvl="2" indent="457200"/>
            <a:r>
              <a:rPr lang="en-US" altLang="zh-CN" sz="2800"/>
              <a:t>int x2; </a:t>
            </a:r>
            <a:endParaRPr lang="en-US" altLang="zh-CN" sz="2800"/>
          </a:p>
          <a:p>
            <a:pPr marL="457200" lvl="1" indent="457200"/>
            <a:r>
              <a:rPr lang="en-US" altLang="zh-CN" sz="2800"/>
              <a:t>} a;</a:t>
            </a:r>
            <a:endParaRPr lang="en-US" altLang="zh-CN" sz="2800"/>
          </a:p>
          <a:p>
            <a:r>
              <a:rPr lang="zh-CN" altLang="en-US" sz="2800"/>
              <a:t>若</a:t>
            </a:r>
            <a:r>
              <a:rPr lang="en-US" altLang="zh-CN" sz="2800"/>
              <a:t>a</a:t>
            </a:r>
            <a:r>
              <a:rPr lang="zh-CN" altLang="en-US" sz="2800"/>
              <a:t>的首地址为</a:t>
            </a:r>
            <a:r>
              <a:rPr lang="en-US" altLang="zh-CN" sz="2800"/>
              <a:t>2024 FE00H</a:t>
            </a:r>
            <a:r>
              <a:rPr lang="zh-CN" altLang="en-US" sz="2800"/>
              <a:t>，</a:t>
            </a:r>
            <a:r>
              <a:rPr lang="en-US" altLang="zh-CN" sz="2800"/>
              <a:t>a</a:t>
            </a:r>
            <a:r>
              <a:rPr lang="zh-CN" altLang="en-US" sz="2800"/>
              <a:t>的成员变量</a:t>
            </a:r>
            <a:r>
              <a:rPr lang="en-US" altLang="zh-CN" sz="2800"/>
              <a:t>x2</a:t>
            </a:r>
            <a:r>
              <a:rPr lang="zh-CN" altLang="en-US" sz="2800"/>
              <a:t>的机器数为</a:t>
            </a:r>
            <a:r>
              <a:rPr lang="en-US" altLang="zh-CN" sz="2800"/>
              <a:t>1234 0000H</a:t>
            </a:r>
            <a:r>
              <a:rPr lang="zh-CN" altLang="en-US" sz="2800"/>
              <a:t>，则其中</a:t>
            </a:r>
            <a:r>
              <a:rPr lang="en-US" altLang="zh-CN" sz="2800"/>
              <a:t>34H</a:t>
            </a:r>
            <a:r>
              <a:rPr lang="zh-CN" altLang="en-US" sz="2800"/>
              <a:t>所在存储单元的地址是（</a:t>
            </a:r>
            <a:r>
              <a:rPr lang="en-US" altLang="zh-CN" sz="2800"/>
              <a:t>  </a:t>
            </a:r>
            <a:r>
              <a:rPr lang="en-US" altLang="zh-CN" sz="2800" b="1">
                <a:solidFill>
                  <a:srgbClr val="1818FF"/>
                </a:solidFill>
                <a:latin typeface="Times New Roman" panose="02020603050405020304" charset="0"/>
                <a:cs typeface="Times New Roman" panose="02020603050405020304" charset="0"/>
              </a:rPr>
              <a:t>D</a:t>
            </a:r>
            <a:r>
              <a:rPr lang="en-US" altLang="zh-CN" sz="2800"/>
              <a:t>  </a:t>
            </a:r>
            <a:r>
              <a:rPr lang="zh-CN" altLang="en-US" sz="2800"/>
              <a:t>）</a:t>
            </a:r>
            <a:endParaRPr lang="zh-CN" altLang="en-US" sz="2800"/>
          </a:p>
          <a:p>
            <a:r>
              <a:rPr lang="en-US" altLang="zh-CN" sz="2800"/>
              <a:t>A)2024 FE03H</a:t>
            </a:r>
            <a:endParaRPr lang="en-US" altLang="zh-CN" sz="2800"/>
          </a:p>
          <a:p>
            <a:r>
              <a:rPr lang="en-US" altLang="zh-CN" sz="2800"/>
              <a:t>B)2024 FE04H</a:t>
            </a:r>
            <a:endParaRPr lang="en-US" altLang="zh-CN" sz="2800"/>
          </a:p>
          <a:p>
            <a:r>
              <a:rPr lang="en-US" altLang="zh-CN" sz="2800"/>
              <a:t>C)2024 FE05H</a:t>
            </a:r>
            <a:endParaRPr lang="en-US" altLang="zh-CN" sz="2800"/>
          </a:p>
          <a:p>
            <a:r>
              <a:rPr lang="en-US" altLang="zh-CN" sz="2800"/>
              <a:t>D)2024 FE06H</a:t>
            </a:r>
            <a:endParaRPr lang="en-US" altLang="zh-CN" sz="28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文本框 33"/>
          <p:cNvSpPr txBox="1"/>
          <p:nvPr/>
        </p:nvSpPr>
        <p:spPr>
          <a:xfrm>
            <a:off x="2032000" y="1313023"/>
            <a:ext cx="5080000" cy="737235"/>
          </a:xfrm>
          <a:prstGeom prst="rect">
            <a:avLst/>
          </a:prstGeom>
        </p:spPr>
        <p:txBody>
          <a:bodyPr>
            <a:spAutoFit/>
          </a:bodyPr>
          <a:p>
            <a:endParaRPr lang="en-US" altLang="zh-CN" sz="2600"/>
          </a:p>
          <a:p>
            <a:pPr marL="0" indent="0" algn="just" defTabSz="266700">
              <a:spcBef>
                <a:spcPct val="0"/>
              </a:spcBef>
              <a:spcAft>
                <a:spcPct val="0"/>
              </a:spcAft>
            </a:pPr>
            <a:r>
              <a:rPr lang="en-US" altLang="zh-CN" sz="1600">
                <a:solidFill>
                  <a:srgbClr val="0070C0"/>
                </a:solidFill>
                <a:latin typeface="等线" panose="02010600030101010101" charset="-122"/>
                <a:ea typeface="等线" panose="02010600030101010101" charset="-122"/>
              </a:rPr>
              <a:t> </a:t>
            </a:r>
            <a:endParaRPr lang="en-US" altLang="zh-CN" sz="1600">
              <a:solidFill>
                <a:srgbClr val="0070C0"/>
              </a:solidFill>
              <a:latin typeface="等线" panose="02010600030101010101" charset="-122"/>
              <a:ea typeface="等线" panose="02010600030101010101" charset="-122"/>
            </a:endParaRPr>
          </a:p>
        </p:txBody>
      </p:sp>
      <p:graphicFrame>
        <p:nvGraphicFramePr>
          <p:cNvPr id="2" name="表格 1"/>
          <p:cNvGraphicFramePr/>
          <p:nvPr/>
        </p:nvGraphicFramePr>
        <p:xfrm>
          <a:off x="640080" y="756285"/>
          <a:ext cx="7863840" cy="0"/>
        </p:xfrm>
        <a:graphic>
          <a:graphicData uri="http://schemas.openxmlformats.org/drawingml/2006/table">
            <a:tbl>
              <a:tblPr/>
              <a:tblGrid>
                <a:gridCol w="2621280"/>
                <a:gridCol w="2621280"/>
                <a:gridCol w="2621280"/>
              </a:tblGrid>
              <a:tr h="0">
                <a:tc>
                  <a:txBody>
                    <a:bodyPr/>
                    <a:p>
                      <a:pPr marL="0" indent="0" algn="ctr">
                        <a:spcBef>
                          <a:spcPct val="0"/>
                        </a:spcBef>
                        <a:spcAft>
                          <a:spcPct val="0"/>
                        </a:spcAft>
                      </a:pPr>
                      <a:r>
                        <a:rPr lang="zh-CN" sz="2800" b="1">
                          <a:solidFill>
                            <a:srgbClr val="1818FF"/>
                          </a:solidFill>
                          <a:latin typeface="Times New Roman" panose="02020603050405020304"/>
                          <a:ea typeface="宋体" panose="02010600030101010101" pitchFamily="2" charset="-122"/>
                        </a:rPr>
                        <a:t>地址</a:t>
                      </a:r>
                      <a:endParaRPr lang="zh-CN" sz="2800" b="1">
                        <a:solidFill>
                          <a:srgbClr val="1818FF"/>
                        </a:solidFill>
                        <a:latin typeface="Times New Roman" panose="02020603050405020304"/>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zh-CN" sz="2800" b="1">
                          <a:solidFill>
                            <a:srgbClr val="1818FF"/>
                          </a:solidFill>
                          <a:latin typeface="Times New Roman" panose="02020603050405020304"/>
                          <a:ea typeface="宋体" panose="02010600030101010101" pitchFamily="2" charset="-122"/>
                        </a:rPr>
                        <a:t>变量</a:t>
                      </a:r>
                      <a:endParaRPr lang="zh-CN" sz="2800" b="1">
                        <a:solidFill>
                          <a:srgbClr val="1818FF"/>
                        </a:solidFill>
                        <a:latin typeface="Times New Roman" panose="02020603050405020304"/>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zh-CN" sz="2800" b="1">
                          <a:solidFill>
                            <a:srgbClr val="1818FF"/>
                          </a:solidFill>
                          <a:latin typeface="Times New Roman" panose="02020603050405020304"/>
                          <a:ea typeface="宋体" panose="02010600030101010101" pitchFamily="2" charset="-122"/>
                        </a:rPr>
                        <a:t>内容</a:t>
                      </a:r>
                      <a:endParaRPr lang="zh-CN" sz="2800" b="1">
                        <a:solidFill>
                          <a:srgbClr val="1818FF"/>
                        </a:solidFill>
                        <a:latin typeface="Times New Roman" panose="02020603050405020304"/>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0">
                <a:tc>
                  <a:txBody>
                    <a:bodyPr/>
                    <a:p>
                      <a:pPr marL="0" indent="0" algn="ctr">
                        <a:spcBef>
                          <a:spcPct val="0"/>
                        </a:spcBef>
                        <a:spcAft>
                          <a:spcPct val="0"/>
                        </a:spcAft>
                      </a:pPr>
                      <a:r>
                        <a:rPr lang="en-US" altLang="zh-CN" sz="2800" b="1">
                          <a:solidFill>
                            <a:srgbClr val="1818FF"/>
                          </a:solidFill>
                          <a:latin typeface="Times New Roman" panose="02020603050405020304"/>
                          <a:ea typeface="宋体" panose="02010600030101010101" pitchFamily="2" charset="-122"/>
                        </a:rPr>
                        <a:t>2024 FE00H</a:t>
                      </a:r>
                      <a:endParaRPr lang="en-US" altLang="zh-CN" sz="2800" b="1">
                        <a:solidFill>
                          <a:srgbClr val="1818FF"/>
                        </a:solidFill>
                        <a:latin typeface="Times New Roman" panose="02020603050405020304"/>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rowSpan="2">
                  <a:txBody>
                    <a:bodyPr/>
                    <a:p>
                      <a:pPr marL="0" indent="0" algn="ctr">
                        <a:spcBef>
                          <a:spcPct val="0"/>
                        </a:spcBef>
                        <a:spcAft>
                          <a:spcPct val="0"/>
                        </a:spcAft>
                      </a:pPr>
                      <a:r>
                        <a:rPr lang="en-US" altLang="zh-CN" sz="2800" b="1">
                          <a:solidFill>
                            <a:srgbClr val="1818FF"/>
                          </a:solidFill>
                          <a:latin typeface="Times New Roman" panose="02020603050405020304"/>
                          <a:ea typeface="宋体" panose="02010600030101010101" pitchFamily="2" charset="-122"/>
                        </a:rPr>
                        <a:t>x1</a:t>
                      </a:r>
                      <a:endParaRPr lang="en-US" altLang="zh-CN" sz="2800" b="1">
                        <a:solidFill>
                          <a:srgbClr val="1818FF"/>
                        </a:solidFill>
                        <a:latin typeface="Times New Roman" panose="02020603050405020304"/>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2800" b="1">
                          <a:solidFill>
                            <a:srgbClr val="1818FF"/>
                          </a:solidFill>
                          <a:latin typeface="Times New Roman" panose="02020603050405020304"/>
                          <a:ea typeface="宋体" panose="02010600030101010101" pitchFamily="2" charset="-122"/>
                        </a:rPr>
                        <a:t> </a:t>
                      </a:r>
                      <a:endParaRPr lang="en-US" altLang="zh-CN" sz="2800" b="1">
                        <a:solidFill>
                          <a:srgbClr val="1818FF"/>
                        </a:solidFill>
                        <a:latin typeface="Times New Roman" panose="02020603050405020304"/>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0">
                <a:tc>
                  <a:txBody>
                    <a:bodyPr/>
                    <a:p>
                      <a:pPr marL="0" indent="0" algn="ctr">
                        <a:spcBef>
                          <a:spcPct val="0"/>
                        </a:spcBef>
                        <a:spcAft>
                          <a:spcPct val="0"/>
                        </a:spcAft>
                      </a:pPr>
                      <a:r>
                        <a:rPr lang="en-US" altLang="zh-CN" sz="2800" b="1">
                          <a:solidFill>
                            <a:srgbClr val="1818FF"/>
                          </a:solidFill>
                          <a:latin typeface="Times New Roman" panose="02020603050405020304"/>
                          <a:ea typeface="宋体" panose="02010600030101010101" pitchFamily="2" charset="-122"/>
                        </a:rPr>
                        <a:t>2024 FE01H</a:t>
                      </a:r>
                      <a:endParaRPr lang="en-US" altLang="zh-CN" sz="2800" b="1">
                        <a:solidFill>
                          <a:srgbClr val="1818FF"/>
                        </a:solidFill>
                        <a:latin typeface="Times New Roman" panose="02020603050405020304"/>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vMerge="1">
                  <a:tcP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B w="6350" cap="flat" cmpd="sng">
                      <a:solidFill>
                        <a:srgbClr val="000008"/>
                      </a:solidFill>
                      <a:prstDash val="solid"/>
                      <a:headEnd type="none" w="med" len="med"/>
                      <a:tailEnd type="none" w="med" len="med"/>
                    </a:lnB>
                  </a:tcPr>
                </a:tc>
                <a:tc>
                  <a:txBody>
                    <a:bodyPr/>
                    <a:p>
                      <a:pPr marL="0" indent="0" algn="ctr">
                        <a:spcBef>
                          <a:spcPct val="0"/>
                        </a:spcBef>
                        <a:spcAft>
                          <a:spcPct val="0"/>
                        </a:spcAft>
                      </a:pPr>
                      <a:r>
                        <a:rPr lang="en-US" altLang="zh-CN" sz="2800" b="1">
                          <a:solidFill>
                            <a:srgbClr val="1818FF"/>
                          </a:solidFill>
                          <a:latin typeface="Times New Roman" panose="02020603050405020304"/>
                          <a:ea typeface="宋体" panose="02010600030101010101" pitchFamily="2" charset="-122"/>
                        </a:rPr>
                        <a:t> </a:t>
                      </a:r>
                      <a:endParaRPr lang="en-US" altLang="zh-CN" sz="2800" b="1">
                        <a:solidFill>
                          <a:srgbClr val="1818FF"/>
                        </a:solidFill>
                        <a:latin typeface="Times New Roman" panose="02020603050405020304"/>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0">
                <a:tc>
                  <a:txBody>
                    <a:bodyPr/>
                    <a:p>
                      <a:pPr marL="0" indent="0" algn="ctr">
                        <a:spcBef>
                          <a:spcPct val="0"/>
                        </a:spcBef>
                        <a:spcAft>
                          <a:spcPct val="0"/>
                        </a:spcAft>
                      </a:pPr>
                      <a:r>
                        <a:rPr lang="en-US" altLang="zh-CN" sz="2800" b="1">
                          <a:solidFill>
                            <a:srgbClr val="1818FF"/>
                          </a:solidFill>
                          <a:latin typeface="Times New Roman" panose="02020603050405020304"/>
                          <a:ea typeface="宋体" panose="02010600030101010101" pitchFamily="2" charset="-122"/>
                        </a:rPr>
                        <a:t>2024 FE02H</a:t>
                      </a:r>
                      <a:endParaRPr lang="en-US" altLang="zh-CN" sz="2800" b="1">
                        <a:solidFill>
                          <a:srgbClr val="1818FF"/>
                        </a:solidFill>
                        <a:latin typeface="Times New Roman" panose="02020603050405020304"/>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2800" b="1">
                          <a:solidFill>
                            <a:srgbClr val="1818FF"/>
                          </a:solidFill>
                          <a:latin typeface="Times New Roman" panose="02020603050405020304"/>
                          <a:ea typeface="宋体" panose="02010600030101010101" pitchFamily="2" charset="-122"/>
                        </a:rPr>
                        <a:t> </a:t>
                      </a:r>
                      <a:endParaRPr lang="en-US" altLang="zh-CN" sz="2800" b="1">
                        <a:solidFill>
                          <a:srgbClr val="1818FF"/>
                        </a:solidFill>
                        <a:latin typeface="Times New Roman" panose="02020603050405020304"/>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2800" b="1">
                          <a:solidFill>
                            <a:srgbClr val="1818FF"/>
                          </a:solidFill>
                          <a:latin typeface="Times New Roman" panose="02020603050405020304"/>
                          <a:ea typeface="宋体" panose="02010600030101010101" pitchFamily="2" charset="-122"/>
                        </a:rPr>
                        <a:t> </a:t>
                      </a:r>
                      <a:endParaRPr lang="en-US" altLang="zh-CN" sz="2800" b="1">
                        <a:solidFill>
                          <a:srgbClr val="1818FF"/>
                        </a:solidFill>
                        <a:latin typeface="Times New Roman" panose="02020603050405020304"/>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0">
                <a:tc>
                  <a:txBody>
                    <a:bodyPr/>
                    <a:p>
                      <a:pPr marL="0" indent="0" algn="ctr">
                        <a:spcBef>
                          <a:spcPct val="0"/>
                        </a:spcBef>
                        <a:spcAft>
                          <a:spcPct val="0"/>
                        </a:spcAft>
                      </a:pPr>
                      <a:r>
                        <a:rPr lang="en-US" altLang="zh-CN" sz="2800" b="1">
                          <a:solidFill>
                            <a:srgbClr val="1818FF"/>
                          </a:solidFill>
                          <a:latin typeface="Times New Roman" panose="02020603050405020304"/>
                          <a:ea typeface="宋体" panose="02010600030101010101" pitchFamily="2" charset="-122"/>
                        </a:rPr>
                        <a:t>2024 FE03H</a:t>
                      </a:r>
                      <a:endParaRPr lang="en-US" altLang="zh-CN" sz="2800" b="1">
                        <a:solidFill>
                          <a:srgbClr val="1818FF"/>
                        </a:solidFill>
                        <a:latin typeface="Times New Roman" panose="02020603050405020304"/>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2800" b="1">
                          <a:solidFill>
                            <a:srgbClr val="1818FF"/>
                          </a:solidFill>
                          <a:latin typeface="Times New Roman" panose="02020603050405020304"/>
                          <a:ea typeface="宋体" panose="02010600030101010101" pitchFamily="2" charset="-122"/>
                        </a:rPr>
                        <a:t> </a:t>
                      </a:r>
                      <a:endParaRPr lang="en-US" altLang="zh-CN" sz="2800" b="1">
                        <a:solidFill>
                          <a:srgbClr val="1818FF"/>
                        </a:solidFill>
                        <a:latin typeface="Times New Roman" panose="02020603050405020304"/>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2800" b="1">
                          <a:solidFill>
                            <a:srgbClr val="1818FF"/>
                          </a:solidFill>
                          <a:latin typeface="Times New Roman" panose="02020603050405020304"/>
                          <a:ea typeface="宋体" panose="02010600030101010101" pitchFamily="2" charset="-122"/>
                        </a:rPr>
                        <a:t> </a:t>
                      </a:r>
                      <a:endParaRPr lang="en-US" altLang="zh-CN" sz="2800" b="1">
                        <a:solidFill>
                          <a:srgbClr val="1818FF"/>
                        </a:solidFill>
                        <a:latin typeface="Times New Roman" panose="02020603050405020304"/>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0">
                <a:tc>
                  <a:txBody>
                    <a:bodyPr/>
                    <a:p>
                      <a:pPr marL="0" indent="0" algn="ctr">
                        <a:spcBef>
                          <a:spcPct val="0"/>
                        </a:spcBef>
                        <a:spcAft>
                          <a:spcPct val="0"/>
                        </a:spcAft>
                      </a:pPr>
                      <a:r>
                        <a:rPr lang="en-US" altLang="zh-CN" sz="2800" b="1">
                          <a:solidFill>
                            <a:srgbClr val="1818FF"/>
                          </a:solidFill>
                          <a:latin typeface="Times New Roman" panose="02020603050405020304"/>
                          <a:ea typeface="宋体" panose="02010600030101010101" pitchFamily="2" charset="-122"/>
                        </a:rPr>
                        <a:t>2024 FE04H</a:t>
                      </a:r>
                      <a:endParaRPr lang="en-US" altLang="zh-CN" sz="2800" b="1">
                        <a:solidFill>
                          <a:srgbClr val="1818FF"/>
                        </a:solidFill>
                        <a:latin typeface="Times New Roman" panose="02020603050405020304"/>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rowSpan="4">
                  <a:txBody>
                    <a:bodyPr/>
                    <a:p>
                      <a:pPr marL="0" indent="0" algn="ctr">
                        <a:spcBef>
                          <a:spcPct val="0"/>
                        </a:spcBef>
                        <a:spcAft>
                          <a:spcPct val="0"/>
                        </a:spcAft>
                      </a:pPr>
                      <a:r>
                        <a:rPr lang="en-US" altLang="zh-CN" sz="2800" b="1">
                          <a:solidFill>
                            <a:srgbClr val="1818FF"/>
                          </a:solidFill>
                          <a:latin typeface="Times New Roman" panose="02020603050405020304"/>
                          <a:ea typeface="宋体" panose="02010600030101010101" pitchFamily="2" charset="-122"/>
                        </a:rPr>
                        <a:t>x2</a:t>
                      </a:r>
                      <a:endParaRPr lang="en-US" altLang="zh-CN" sz="2800" b="1">
                        <a:solidFill>
                          <a:srgbClr val="1818FF"/>
                        </a:solidFill>
                        <a:latin typeface="Times New Roman" panose="02020603050405020304"/>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2800" b="1">
                          <a:solidFill>
                            <a:srgbClr val="1818FF"/>
                          </a:solidFill>
                          <a:latin typeface="Times New Roman" panose="02020603050405020304"/>
                          <a:ea typeface="宋体" panose="02010600030101010101" pitchFamily="2" charset="-122"/>
                        </a:rPr>
                        <a:t>00H</a:t>
                      </a:r>
                      <a:endParaRPr lang="en-US" altLang="zh-CN" sz="2800" b="1">
                        <a:solidFill>
                          <a:srgbClr val="1818FF"/>
                        </a:solidFill>
                        <a:latin typeface="Times New Roman" panose="02020603050405020304"/>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0">
                <a:tc>
                  <a:txBody>
                    <a:bodyPr/>
                    <a:p>
                      <a:pPr marL="0" indent="0" algn="ctr">
                        <a:spcBef>
                          <a:spcPct val="0"/>
                        </a:spcBef>
                        <a:spcAft>
                          <a:spcPct val="0"/>
                        </a:spcAft>
                      </a:pPr>
                      <a:r>
                        <a:rPr lang="en-US" altLang="zh-CN" sz="2800" b="1">
                          <a:solidFill>
                            <a:srgbClr val="1818FF"/>
                          </a:solidFill>
                          <a:latin typeface="Times New Roman" panose="02020603050405020304"/>
                          <a:ea typeface="宋体" panose="02010600030101010101" pitchFamily="2" charset="-122"/>
                        </a:rPr>
                        <a:t>2024 FE05H</a:t>
                      </a:r>
                      <a:endParaRPr lang="en-US" altLang="zh-CN" sz="2800" b="1">
                        <a:solidFill>
                          <a:srgbClr val="1818FF"/>
                        </a:solidFill>
                        <a:latin typeface="Times New Roman" panose="02020603050405020304"/>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vMerge="1">
                  <a:tcP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tcPr>
                </a:tc>
                <a:tc>
                  <a:txBody>
                    <a:bodyPr/>
                    <a:p>
                      <a:pPr marL="0" indent="0" algn="ctr">
                        <a:spcBef>
                          <a:spcPct val="0"/>
                        </a:spcBef>
                        <a:spcAft>
                          <a:spcPct val="0"/>
                        </a:spcAft>
                      </a:pPr>
                      <a:r>
                        <a:rPr lang="en-US" altLang="zh-CN" sz="2800" b="1">
                          <a:solidFill>
                            <a:srgbClr val="1818FF"/>
                          </a:solidFill>
                          <a:latin typeface="Times New Roman" panose="02020603050405020304"/>
                          <a:ea typeface="宋体" panose="02010600030101010101" pitchFamily="2" charset="-122"/>
                        </a:rPr>
                        <a:t>00H</a:t>
                      </a:r>
                      <a:endParaRPr lang="en-US" altLang="zh-CN" sz="2800" b="1">
                        <a:solidFill>
                          <a:srgbClr val="1818FF"/>
                        </a:solidFill>
                        <a:latin typeface="Times New Roman" panose="02020603050405020304"/>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0">
                <a:tc>
                  <a:txBody>
                    <a:bodyPr/>
                    <a:p>
                      <a:pPr marL="0" indent="0" algn="ctr">
                        <a:spcBef>
                          <a:spcPct val="0"/>
                        </a:spcBef>
                        <a:spcAft>
                          <a:spcPct val="0"/>
                        </a:spcAft>
                      </a:pPr>
                      <a:r>
                        <a:rPr lang="en-US" altLang="zh-CN" sz="2800" b="1">
                          <a:solidFill>
                            <a:srgbClr val="1818FF"/>
                          </a:solidFill>
                          <a:latin typeface="Times New Roman" panose="02020603050405020304"/>
                          <a:ea typeface="宋体" panose="02010600030101010101" pitchFamily="2" charset="-122"/>
                        </a:rPr>
                        <a:t>2024 FE06H</a:t>
                      </a:r>
                      <a:endParaRPr lang="en-US" altLang="zh-CN" sz="2800" b="1">
                        <a:solidFill>
                          <a:srgbClr val="1818FF"/>
                        </a:solidFill>
                        <a:latin typeface="Times New Roman" panose="02020603050405020304"/>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vMerge="1">
                  <a:tcP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tcPr>
                </a:tc>
                <a:tc>
                  <a:txBody>
                    <a:bodyPr/>
                    <a:p>
                      <a:pPr marL="0" indent="0" algn="ctr">
                        <a:spcBef>
                          <a:spcPct val="0"/>
                        </a:spcBef>
                        <a:spcAft>
                          <a:spcPct val="0"/>
                        </a:spcAft>
                      </a:pPr>
                      <a:r>
                        <a:rPr lang="en-US" altLang="zh-CN" sz="2800" b="1">
                          <a:solidFill>
                            <a:srgbClr val="1818FF"/>
                          </a:solidFill>
                          <a:latin typeface="Times New Roman" panose="02020603050405020304"/>
                          <a:ea typeface="宋体" panose="02010600030101010101" pitchFamily="2" charset="-122"/>
                        </a:rPr>
                        <a:t>34H</a:t>
                      </a:r>
                      <a:endParaRPr lang="en-US" altLang="zh-CN" sz="2800" b="1">
                        <a:solidFill>
                          <a:srgbClr val="1818FF"/>
                        </a:solidFill>
                        <a:latin typeface="Times New Roman" panose="02020603050405020304"/>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0">
                <a:tc>
                  <a:txBody>
                    <a:bodyPr/>
                    <a:p>
                      <a:pPr marL="0" indent="0" algn="ctr">
                        <a:spcBef>
                          <a:spcPct val="0"/>
                        </a:spcBef>
                        <a:spcAft>
                          <a:spcPct val="0"/>
                        </a:spcAft>
                      </a:pPr>
                      <a:r>
                        <a:rPr lang="en-US" altLang="zh-CN" sz="2800" b="1">
                          <a:solidFill>
                            <a:srgbClr val="1818FF"/>
                          </a:solidFill>
                          <a:latin typeface="Times New Roman" panose="02020603050405020304"/>
                          <a:ea typeface="宋体" panose="02010600030101010101" pitchFamily="2" charset="-122"/>
                        </a:rPr>
                        <a:t>2024 FE07H</a:t>
                      </a:r>
                      <a:endParaRPr lang="en-US" altLang="zh-CN" sz="2800" b="1">
                        <a:solidFill>
                          <a:srgbClr val="1818FF"/>
                        </a:solidFill>
                        <a:latin typeface="Times New Roman" panose="02020603050405020304"/>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vMerge="1">
                  <a:tcP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B w="6350" cap="flat" cmpd="sng">
                      <a:solidFill>
                        <a:srgbClr val="000008"/>
                      </a:solidFill>
                      <a:prstDash val="solid"/>
                      <a:headEnd type="none" w="med" len="med"/>
                      <a:tailEnd type="none" w="med" len="med"/>
                    </a:lnB>
                  </a:tcPr>
                </a:tc>
                <a:tc>
                  <a:txBody>
                    <a:bodyPr/>
                    <a:p>
                      <a:pPr marL="0" indent="0" algn="ctr">
                        <a:spcBef>
                          <a:spcPct val="0"/>
                        </a:spcBef>
                        <a:spcAft>
                          <a:spcPct val="0"/>
                        </a:spcAft>
                      </a:pPr>
                      <a:r>
                        <a:rPr lang="en-US" altLang="zh-CN" sz="2800" b="1">
                          <a:solidFill>
                            <a:srgbClr val="1818FF"/>
                          </a:solidFill>
                          <a:latin typeface="Times New Roman" panose="02020603050405020304"/>
                          <a:ea typeface="宋体" panose="02010600030101010101" pitchFamily="2" charset="-122"/>
                        </a:rPr>
                        <a:t>12H</a:t>
                      </a:r>
                      <a:endParaRPr lang="en-US" altLang="zh-CN" sz="2800" b="1">
                        <a:solidFill>
                          <a:srgbClr val="1818FF"/>
                        </a:solidFill>
                        <a:latin typeface="Times New Roman" panose="02020603050405020304"/>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bl>
          </a:graphicData>
        </a:graphic>
      </p:graphicFrame>
      <p:sp>
        <p:nvSpPr>
          <p:cNvPr id="4" name="文本框 3"/>
          <p:cNvSpPr txBox="1"/>
          <p:nvPr/>
        </p:nvSpPr>
        <p:spPr>
          <a:xfrm>
            <a:off x="542925" y="140335"/>
            <a:ext cx="4572000" cy="521970"/>
          </a:xfrm>
          <a:prstGeom prst="rect">
            <a:avLst/>
          </a:prstGeom>
          <a:noFill/>
        </p:spPr>
        <p:txBody>
          <a:bodyPr wrap="square" rtlCol="0" anchor="t">
            <a:spAutoFit/>
          </a:bodyPr>
          <a:p>
            <a:r>
              <a:rPr lang="en-US" altLang="zh-CN" sz="2800" b="1">
                <a:solidFill>
                  <a:srgbClr val="1818FF"/>
                </a:solidFill>
                <a:latin typeface="Times New Roman" panose="02020603050405020304" charset="0"/>
                <a:ea typeface="黑体" panose="02010609060101010101" charset="-122"/>
                <a:cs typeface="Times New Roman" panose="02020603050405020304" charset="0"/>
                <a:sym typeface="+mn-ea"/>
              </a:rPr>
              <a:t>[</a:t>
            </a:r>
            <a:r>
              <a:rPr lang="zh-CN" altLang="en-US" sz="2800" b="1">
                <a:solidFill>
                  <a:srgbClr val="1818FF"/>
                </a:solidFill>
                <a:latin typeface="Times New Roman" panose="02020603050405020304" charset="0"/>
                <a:ea typeface="黑体" panose="02010609060101010101" charset="-122"/>
                <a:cs typeface="Times New Roman" panose="02020603050405020304" charset="0"/>
                <a:sym typeface="+mn-ea"/>
              </a:rPr>
              <a:t>解析</a:t>
            </a:r>
            <a:r>
              <a:rPr lang="en-US" altLang="zh-CN" sz="2800" b="1">
                <a:solidFill>
                  <a:srgbClr val="1818FF"/>
                </a:solidFill>
                <a:latin typeface="Times New Roman" panose="02020603050405020304" charset="0"/>
                <a:ea typeface="黑体" panose="02010609060101010101" charset="-122"/>
                <a:cs typeface="Times New Roman" panose="02020603050405020304" charset="0"/>
                <a:sym typeface="+mn-ea"/>
              </a:rPr>
              <a:t>]</a:t>
            </a:r>
            <a:endParaRPr lang="en-US" altLang="zh-CN" sz="2800" b="1">
              <a:solidFill>
                <a:srgbClr val="1818FF"/>
              </a:solidFill>
              <a:latin typeface="Times New Roman" panose="02020603050405020304" charset="0"/>
              <a:ea typeface="黑体" panose="02010609060101010101" charset="-122"/>
              <a:cs typeface="Times New Roman" panose="02020603050405020304" charset="0"/>
              <a:sym typeface="+mn-ea"/>
            </a:endParaRPr>
          </a:p>
        </p:txBody>
      </p:sp>
      <p:sp>
        <p:nvSpPr>
          <p:cNvPr id="5" name="文本框 4"/>
          <p:cNvSpPr txBox="1"/>
          <p:nvPr/>
        </p:nvSpPr>
        <p:spPr>
          <a:xfrm>
            <a:off x="339090" y="4784090"/>
            <a:ext cx="8291830" cy="1568450"/>
          </a:xfrm>
          <a:prstGeom prst="rect">
            <a:avLst/>
          </a:prstGeom>
          <a:noFill/>
        </p:spPr>
        <p:txBody>
          <a:bodyPr wrap="square" rtlCol="0" anchor="t">
            <a:spAutoFit/>
          </a:bodyPr>
          <a:p>
            <a:pPr indent="0">
              <a:buFont typeface="Arial" panose="020B0604020202020204" pitchFamily="34" charset="0"/>
              <a:buNone/>
            </a:pPr>
            <a:r>
              <a:rPr lang="zh-CN" altLang="en-US" sz="1600">
                <a:solidFill>
                  <a:schemeClr val="tx1"/>
                </a:solidFill>
                <a:latin typeface="+mn-ea"/>
                <a:cs typeface="+mn-ea"/>
              </a:rPr>
              <a:t>注：关于</a:t>
            </a:r>
            <a:r>
              <a:rPr lang="en-US" altLang="zh-CN" sz="1600">
                <a:solidFill>
                  <a:schemeClr val="tx1"/>
                </a:solidFill>
                <a:latin typeface="+mn-ea"/>
                <a:cs typeface="+mn-ea"/>
              </a:rPr>
              <a:t>C</a:t>
            </a:r>
            <a:r>
              <a:rPr lang="zh-CN" altLang="en-US" sz="1600">
                <a:solidFill>
                  <a:schemeClr val="tx1"/>
                </a:solidFill>
                <a:latin typeface="+mn-ea"/>
                <a:cs typeface="+mn-ea"/>
              </a:rPr>
              <a:t>语言</a:t>
            </a:r>
            <a:endParaRPr lang="en-US" altLang="zh-CN" sz="1600">
              <a:solidFill>
                <a:schemeClr val="tx1"/>
              </a:solidFill>
              <a:latin typeface="+mn-ea"/>
              <a:cs typeface="+mn-ea"/>
            </a:endParaRPr>
          </a:p>
          <a:p>
            <a:pPr marL="285750" indent="-285750">
              <a:buFont typeface="Arial" panose="020B0604020202020204" pitchFamily="34" charset="0"/>
              <a:buChar char="•"/>
            </a:pPr>
            <a:r>
              <a:rPr lang="en-US" altLang="zh-CN" sz="1600">
                <a:solidFill>
                  <a:schemeClr val="tx1"/>
                </a:solidFill>
                <a:latin typeface="+mn-ea"/>
                <a:cs typeface="+mn-ea"/>
              </a:rPr>
              <a:t>C</a:t>
            </a:r>
            <a:r>
              <a:rPr lang="zh-CN" altLang="en-US" sz="1600">
                <a:solidFill>
                  <a:schemeClr val="tx1"/>
                </a:solidFill>
                <a:latin typeface="+mn-ea"/>
                <a:cs typeface="+mn-ea"/>
              </a:rPr>
              <a:t>结构体第一个成员存放的地址为结构体变量偏移量为</a:t>
            </a:r>
            <a:r>
              <a:rPr lang="en-US" altLang="zh-CN" sz="1600">
                <a:solidFill>
                  <a:schemeClr val="tx1"/>
                </a:solidFill>
                <a:latin typeface="+mn-ea"/>
                <a:cs typeface="+mn-ea"/>
              </a:rPr>
              <a:t>0</a:t>
            </a:r>
            <a:r>
              <a:rPr lang="zh-CN" altLang="en-US" sz="1600">
                <a:solidFill>
                  <a:schemeClr val="tx1"/>
                </a:solidFill>
                <a:latin typeface="+mn-ea"/>
                <a:cs typeface="+mn-ea"/>
              </a:rPr>
              <a:t>的地址。其他结构体成员自身对齐时，存放的地址为</a:t>
            </a:r>
            <a:r>
              <a:rPr lang="en-US" altLang="zh-CN" sz="1600">
                <a:solidFill>
                  <a:schemeClr val="tx1"/>
                </a:solidFill>
                <a:latin typeface="+mn-ea"/>
                <a:cs typeface="+mn-ea"/>
              </a:rPr>
              <a:t>min{</a:t>
            </a:r>
            <a:r>
              <a:rPr lang="zh-CN" altLang="en-US" sz="1600">
                <a:solidFill>
                  <a:schemeClr val="tx1"/>
                </a:solidFill>
                <a:latin typeface="+mn-ea"/>
                <a:cs typeface="+mn-ea"/>
              </a:rPr>
              <a:t>有效对齐值为自身对齐值，指定对齐值</a:t>
            </a:r>
            <a:r>
              <a:rPr lang="en-US" altLang="zh-CN" sz="1600">
                <a:solidFill>
                  <a:schemeClr val="tx1"/>
                </a:solidFill>
                <a:latin typeface="+mn-ea"/>
                <a:cs typeface="+mn-ea"/>
              </a:rPr>
              <a:t>} </a:t>
            </a:r>
            <a:r>
              <a:rPr lang="zh-CN" altLang="en-US" sz="1600">
                <a:solidFill>
                  <a:schemeClr val="tx1"/>
                </a:solidFill>
                <a:latin typeface="+mn-ea"/>
                <a:cs typeface="+mn-ea"/>
              </a:rPr>
              <a:t>的最小整数倍的地址</a:t>
            </a:r>
            <a:endParaRPr lang="zh-CN" altLang="en-US" sz="1600">
              <a:solidFill>
                <a:schemeClr val="tx1"/>
              </a:solidFill>
              <a:latin typeface="+mn-ea"/>
              <a:cs typeface="+mn-ea"/>
            </a:endParaRPr>
          </a:p>
          <a:p>
            <a:pPr marL="285750" indent="-285750">
              <a:buFont typeface="Arial" panose="020B0604020202020204" pitchFamily="34" charset="0"/>
              <a:buChar char="•"/>
            </a:pPr>
            <a:r>
              <a:rPr lang="en-US" altLang="zh-CN" sz="1600">
                <a:solidFill>
                  <a:schemeClr val="tx1"/>
                </a:solidFill>
                <a:latin typeface="+mn-ea"/>
                <a:cs typeface="+mn-ea"/>
              </a:rPr>
              <a:t>C</a:t>
            </a:r>
            <a:r>
              <a:rPr lang="zh-CN" altLang="en-US" sz="1600">
                <a:solidFill>
                  <a:schemeClr val="tx1"/>
                </a:solidFill>
                <a:latin typeface="+mn-ea"/>
                <a:cs typeface="+mn-ea"/>
              </a:rPr>
              <a:t>语言中如果没有使用</a:t>
            </a:r>
            <a:r>
              <a:rPr lang="en-US" altLang="zh-CN" sz="1600">
                <a:solidFill>
                  <a:schemeClr val="tx1"/>
                </a:solidFill>
                <a:latin typeface="+mn-ea"/>
                <a:cs typeface="+mn-ea"/>
              </a:rPr>
              <a:t>“</a:t>
            </a:r>
            <a:r>
              <a:rPr lang="en-US" altLang="zh-CN" sz="1600" b="1">
                <a:solidFill>
                  <a:schemeClr val="tx1"/>
                </a:solidFill>
                <a:latin typeface="等线 Light" panose="02010600030101010101" charset="-122"/>
                <a:ea typeface="等线 Light" panose="02010600030101010101" charset="-122"/>
                <a:cs typeface="+mn-ea"/>
              </a:rPr>
              <a:t>#pragma pack(n)</a:t>
            </a:r>
            <a:r>
              <a:rPr lang="en-US" altLang="zh-CN" sz="1600">
                <a:solidFill>
                  <a:schemeClr val="tx1"/>
                </a:solidFill>
                <a:latin typeface="+mn-ea"/>
                <a:cs typeface="+mn-ea"/>
              </a:rPr>
              <a:t>”</a:t>
            </a:r>
            <a:r>
              <a:rPr lang="zh-CN" altLang="en-US" sz="1600">
                <a:solidFill>
                  <a:schemeClr val="tx1"/>
                </a:solidFill>
                <a:latin typeface="+mn-ea"/>
                <a:cs typeface="+mn-ea"/>
              </a:rPr>
              <a:t>指定对齐宽度，默认</a:t>
            </a:r>
            <a:r>
              <a:rPr lang="en-US" altLang="zh-CN" sz="1600">
                <a:solidFill>
                  <a:schemeClr val="tx1"/>
                </a:solidFill>
                <a:latin typeface="+mn-ea"/>
                <a:cs typeface="+mn-ea"/>
              </a:rPr>
              <a:t>“</a:t>
            </a:r>
            <a:r>
              <a:rPr lang="zh-CN" altLang="en-US" sz="1600">
                <a:solidFill>
                  <a:schemeClr val="tx1"/>
                </a:solidFill>
                <a:latin typeface="+mn-ea"/>
                <a:cs typeface="+mn-ea"/>
              </a:rPr>
              <a:t>指定对齐值</a:t>
            </a:r>
            <a:r>
              <a:rPr lang="en-US" altLang="zh-CN" sz="1600">
                <a:solidFill>
                  <a:schemeClr val="tx1"/>
                </a:solidFill>
                <a:latin typeface="+mn-ea"/>
                <a:cs typeface="+mn-ea"/>
              </a:rPr>
              <a:t>”</a:t>
            </a:r>
            <a:r>
              <a:rPr lang="zh-CN" altLang="en-US" sz="1600">
                <a:solidFill>
                  <a:schemeClr val="tx1"/>
                </a:solidFill>
                <a:latin typeface="+mn-ea"/>
                <a:cs typeface="+mn-ea"/>
              </a:rPr>
              <a:t>规则是按照结构体中最宽的成员所需要的字节数（本题中</a:t>
            </a:r>
            <a:r>
              <a:rPr lang="en-US" altLang="zh-CN" sz="1600">
                <a:solidFill>
                  <a:schemeClr val="tx1"/>
                </a:solidFill>
                <a:latin typeface="+mn-ea"/>
                <a:cs typeface="+mn-ea"/>
              </a:rPr>
              <a:t>x2</a:t>
            </a:r>
            <a:r>
              <a:rPr lang="zh-CN" altLang="en-US" sz="1600">
                <a:solidFill>
                  <a:schemeClr val="tx1"/>
                </a:solidFill>
                <a:latin typeface="+mn-ea"/>
                <a:cs typeface="+mn-ea"/>
              </a:rPr>
              <a:t>是</a:t>
            </a:r>
            <a:r>
              <a:rPr lang="en-US" altLang="zh-CN" sz="1600">
                <a:solidFill>
                  <a:schemeClr val="tx1"/>
                </a:solidFill>
                <a:latin typeface="+mn-ea"/>
                <a:cs typeface="+mn-ea"/>
              </a:rPr>
              <a:t>4</a:t>
            </a:r>
            <a:r>
              <a:rPr lang="zh-CN" altLang="en-US" sz="1600">
                <a:solidFill>
                  <a:schemeClr val="tx1"/>
                </a:solidFill>
                <a:latin typeface="+mn-ea"/>
                <a:cs typeface="+mn-ea"/>
              </a:rPr>
              <a:t>字节类型，即按照</a:t>
            </a:r>
            <a:r>
              <a:rPr lang="en-US" altLang="zh-CN" sz="1600">
                <a:solidFill>
                  <a:schemeClr val="tx1"/>
                </a:solidFill>
                <a:latin typeface="+mn-ea"/>
                <a:cs typeface="+mn-ea"/>
              </a:rPr>
              <a:t>n=4</a:t>
            </a:r>
            <a:r>
              <a:rPr lang="zh-CN" altLang="en-US" sz="1600">
                <a:solidFill>
                  <a:schemeClr val="tx1"/>
                </a:solidFill>
                <a:latin typeface="+mn-ea"/>
                <a:cs typeface="+mn-ea"/>
              </a:rPr>
              <a:t>对齐存放成员）。</a:t>
            </a:r>
            <a:endParaRPr lang="zh-CN" altLang="en-US" sz="1600">
              <a:solidFill>
                <a:schemeClr val="tx1"/>
              </a:solidFill>
              <a:latin typeface="+mn-ea"/>
              <a:cs typeface="+mn-e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文本框 33"/>
          <p:cNvSpPr txBox="1"/>
          <p:nvPr/>
        </p:nvSpPr>
        <p:spPr>
          <a:xfrm>
            <a:off x="2032000" y="1313023"/>
            <a:ext cx="5080000" cy="737235"/>
          </a:xfrm>
          <a:prstGeom prst="rect">
            <a:avLst/>
          </a:prstGeom>
        </p:spPr>
        <p:txBody>
          <a:bodyPr>
            <a:spAutoFit/>
          </a:bodyPr>
          <a:p>
            <a:endParaRPr lang="en-US" altLang="zh-CN" sz="2600"/>
          </a:p>
          <a:p>
            <a:pPr marL="0" indent="0" algn="just" defTabSz="266700">
              <a:spcBef>
                <a:spcPct val="0"/>
              </a:spcBef>
              <a:spcAft>
                <a:spcPct val="0"/>
              </a:spcAft>
            </a:pPr>
            <a:r>
              <a:rPr lang="en-US" altLang="zh-CN" sz="1600">
                <a:solidFill>
                  <a:srgbClr val="0070C0"/>
                </a:solidFill>
                <a:latin typeface="等线" panose="02010600030101010101" charset="-122"/>
                <a:ea typeface="等线" panose="02010600030101010101" charset="-122"/>
              </a:rPr>
              <a:t> </a:t>
            </a:r>
            <a:endParaRPr lang="en-US" altLang="zh-CN" sz="1600">
              <a:solidFill>
                <a:srgbClr val="0070C0"/>
              </a:solidFill>
              <a:latin typeface="等线" panose="02010600030101010101" charset="-122"/>
              <a:ea typeface="等线" panose="02010600030101010101" charset="-122"/>
            </a:endParaRPr>
          </a:p>
        </p:txBody>
      </p:sp>
      <p:sp>
        <p:nvSpPr>
          <p:cNvPr id="11" name="文本框 10"/>
          <p:cNvSpPr txBox="1"/>
          <p:nvPr/>
        </p:nvSpPr>
        <p:spPr>
          <a:xfrm>
            <a:off x="536575" y="1094105"/>
            <a:ext cx="8082280" cy="2676525"/>
          </a:xfrm>
          <a:prstGeom prst="rect">
            <a:avLst/>
          </a:prstGeom>
          <a:noFill/>
        </p:spPr>
        <p:txBody>
          <a:bodyPr wrap="square" rtlCol="0" anchor="t">
            <a:spAutoFit/>
          </a:bodyPr>
          <a:p>
            <a:r>
              <a:rPr lang="zh-CN" altLang="en-US" sz="2800"/>
              <a:t>浮点运算速度为</a:t>
            </a:r>
            <a:r>
              <a:rPr lang="en-US" altLang="zh-CN" sz="2800"/>
              <a:t>93.0146 PFLOPS</a:t>
            </a:r>
            <a:r>
              <a:rPr lang="zh-CN" altLang="en-US" sz="2800"/>
              <a:t>，说明该计算机每秒完成的浮点数操作次数为（</a:t>
            </a:r>
            <a:r>
              <a:rPr lang="en-US" altLang="zh-CN" sz="2800"/>
              <a:t>  </a:t>
            </a:r>
            <a:r>
              <a:rPr lang="en-US" altLang="zh-CN" sz="2800" b="1">
                <a:solidFill>
                  <a:srgbClr val="1818FF"/>
                </a:solidFill>
                <a:latin typeface="Times New Roman" panose="02020603050405020304" charset="0"/>
                <a:cs typeface="Times New Roman" panose="02020603050405020304" charset="0"/>
                <a:sym typeface="+mn-ea"/>
              </a:rPr>
              <a:t>D</a:t>
            </a:r>
            <a:r>
              <a:rPr lang="en-US" altLang="zh-CN" sz="2800"/>
              <a:t>  </a:t>
            </a:r>
            <a:r>
              <a:rPr lang="zh-CN" altLang="en-US" sz="2800"/>
              <a:t>）</a:t>
            </a:r>
            <a:endParaRPr lang="zh-CN" altLang="en-US" sz="2800"/>
          </a:p>
          <a:p>
            <a:r>
              <a:rPr lang="en-US" altLang="zh-CN" sz="2800"/>
              <a:t>A)9.3</a:t>
            </a:r>
            <a:r>
              <a:rPr lang="en-US" altLang="en-US" sz="2800"/>
              <a:t>×</a:t>
            </a:r>
            <a:r>
              <a:rPr lang="en-US" altLang="zh-CN" sz="2800"/>
              <a:t>1013</a:t>
            </a:r>
            <a:r>
              <a:rPr lang="zh-CN" altLang="en-US" sz="2800"/>
              <a:t>次</a:t>
            </a:r>
            <a:endParaRPr lang="zh-CN" altLang="en-US" sz="2800"/>
          </a:p>
          <a:p>
            <a:r>
              <a:rPr lang="en-US" altLang="zh-CN" sz="2800"/>
              <a:t>B)9.3</a:t>
            </a:r>
            <a:r>
              <a:rPr lang="en-US" altLang="en-US" sz="2800"/>
              <a:t>×</a:t>
            </a:r>
            <a:r>
              <a:rPr lang="en-US" altLang="zh-CN" sz="2800"/>
              <a:t>1015</a:t>
            </a:r>
            <a:r>
              <a:rPr lang="zh-CN" altLang="en-US" sz="2800"/>
              <a:t>次</a:t>
            </a:r>
            <a:endParaRPr lang="zh-CN" altLang="en-US" sz="2800"/>
          </a:p>
          <a:p>
            <a:r>
              <a:rPr lang="en-US" altLang="zh-CN" sz="2800"/>
              <a:t>C)9.3</a:t>
            </a:r>
            <a:r>
              <a:rPr lang="zh-CN" altLang="en-US" sz="2800"/>
              <a:t>千万亿次</a:t>
            </a:r>
            <a:endParaRPr lang="zh-CN" altLang="en-US" sz="2800"/>
          </a:p>
          <a:p>
            <a:r>
              <a:rPr lang="en-US" altLang="zh-CN" sz="2800"/>
              <a:t>D)9.3</a:t>
            </a:r>
            <a:r>
              <a:rPr lang="zh-CN" altLang="en-US" sz="2800"/>
              <a:t>亿亿次</a:t>
            </a:r>
            <a:endParaRPr lang="zh-CN" altLang="en-US" sz="2800"/>
          </a:p>
        </p:txBody>
      </p:sp>
      <p:sp>
        <p:nvSpPr>
          <p:cNvPr id="5" name="标题 4"/>
          <p:cNvSpPr>
            <a:spLocks noGrp="1"/>
          </p:cNvSpPr>
          <p:nvPr>
            <p:ph type="title"/>
          </p:nvPr>
        </p:nvSpPr>
        <p:spPr/>
        <p:txBody>
          <a:bodyPr/>
          <a:p>
            <a:r>
              <a:rPr lang="zh-CN" altLang="en-US" dirty="0">
                <a:sym typeface="+mn-ea"/>
              </a:rPr>
              <a:t>补充</a:t>
            </a:r>
            <a:r>
              <a:rPr lang="en-US" dirty="0"/>
              <a:t>2.</a:t>
            </a:r>
            <a:r>
              <a:rPr lang="en-US" altLang="zh-CN" dirty="0"/>
              <a:t>27</a:t>
            </a:r>
            <a:endParaRPr lang="zh-CN" alt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p>
            <a:r>
              <a:rPr lang="zh-CN" altLang="en-US" dirty="0">
                <a:sym typeface="+mn-ea"/>
              </a:rPr>
              <a:t>补充</a:t>
            </a:r>
            <a:r>
              <a:rPr lang="en-US" dirty="0"/>
              <a:t>2.</a:t>
            </a:r>
            <a:r>
              <a:rPr lang="en-US" altLang="zh-CN" dirty="0"/>
              <a:t>27</a:t>
            </a:r>
            <a:endParaRPr lang="zh-CN" altLang="en-US" dirty="0"/>
          </a:p>
        </p:txBody>
      </p:sp>
      <p:graphicFrame>
        <p:nvGraphicFramePr>
          <p:cNvPr id="2" name="表格 1"/>
          <p:cNvGraphicFramePr/>
          <p:nvPr/>
        </p:nvGraphicFramePr>
        <p:xfrm>
          <a:off x="484505" y="1370965"/>
          <a:ext cx="7861300" cy="4267200"/>
        </p:xfrm>
        <a:graphic>
          <a:graphicData uri="http://schemas.openxmlformats.org/drawingml/2006/table">
            <a:tbl>
              <a:tblPr/>
              <a:tblGrid>
                <a:gridCol w="1572260"/>
                <a:gridCol w="1572260"/>
                <a:gridCol w="1572260"/>
                <a:gridCol w="1572260"/>
                <a:gridCol w="1572260"/>
              </a:tblGrid>
              <a:tr h="0">
                <a:tc>
                  <a:txBody>
                    <a:bodyPr/>
                    <a:p>
                      <a:pPr marL="0" indent="0" algn="ctr">
                        <a:spcBef>
                          <a:spcPct val="0"/>
                        </a:spcBef>
                        <a:spcAft>
                          <a:spcPct val="0"/>
                        </a:spcAft>
                      </a:pPr>
                      <a:r>
                        <a:rPr lang="zh-CN" sz="2800" b="1">
                          <a:solidFill>
                            <a:srgbClr val="1818FF"/>
                          </a:solidFill>
                          <a:latin typeface="Times New Roman" panose="02020603050405020304" charset="0"/>
                          <a:ea typeface="黑体" panose="02010609060101010101" charset="-122"/>
                        </a:rPr>
                        <a:t>中文单位</a:t>
                      </a:r>
                      <a:endParaRPr lang="zh-CN" sz="2800" b="1">
                        <a:solidFill>
                          <a:srgbClr val="1818FF"/>
                        </a:solidFill>
                        <a:latin typeface="Times New Roman" panose="02020603050405020304" charset="0"/>
                        <a:ea typeface="黑体" panose="02010609060101010101" charset="-122"/>
                      </a:endParaRPr>
                    </a:p>
                  </a:txBody>
                  <a:tcPr marL="68580" marR="68580" marT="0" marB="0" anchor="ctr" anchorCtr="1">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zh-CN" sz="2800" b="1">
                          <a:solidFill>
                            <a:srgbClr val="1818FF"/>
                          </a:solidFill>
                          <a:latin typeface="Times New Roman" panose="02020603050405020304" charset="0"/>
                          <a:ea typeface="黑体" panose="02010609060101010101" charset="-122"/>
                        </a:rPr>
                        <a:t>中文简称</a:t>
                      </a:r>
                      <a:endParaRPr lang="zh-CN" sz="2800" b="1">
                        <a:solidFill>
                          <a:srgbClr val="1818FF"/>
                        </a:solidFill>
                        <a:latin typeface="Times New Roman" panose="02020603050405020304" charset="0"/>
                        <a:ea typeface="黑体" panose="02010609060101010101" charset="-122"/>
                      </a:endParaRPr>
                    </a:p>
                  </a:txBody>
                  <a:tcPr marL="68580" marR="68580" marT="0" marB="0" anchor="ctr" anchorCtr="1">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zh-CN" sz="2800" b="1">
                          <a:solidFill>
                            <a:srgbClr val="1818FF"/>
                          </a:solidFill>
                          <a:latin typeface="Times New Roman" panose="02020603050405020304" charset="0"/>
                          <a:ea typeface="黑体" panose="02010609060101010101" charset="-122"/>
                        </a:rPr>
                        <a:t>英文单位</a:t>
                      </a:r>
                      <a:endParaRPr lang="zh-CN" sz="2800" b="1">
                        <a:solidFill>
                          <a:srgbClr val="1818FF"/>
                        </a:solidFill>
                        <a:latin typeface="Times New Roman" panose="02020603050405020304" charset="0"/>
                        <a:ea typeface="黑体" panose="02010609060101010101" charset="-122"/>
                      </a:endParaRPr>
                    </a:p>
                  </a:txBody>
                  <a:tcPr marL="68580" marR="68580" marT="0" marB="0" anchor="ctr" anchorCtr="1">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zh-CN" sz="2800" b="1">
                          <a:solidFill>
                            <a:srgbClr val="1818FF"/>
                          </a:solidFill>
                          <a:latin typeface="Times New Roman" panose="02020603050405020304" charset="0"/>
                          <a:ea typeface="黑体" panose="02010609060101010101" charset="-122"/>
                        </a:rPr>
                        <a:t>英文简称</a:t>
                      </a:r>
                      <a:endParaRPr lang="zh-CN" sz="2800" b="1">
                        <a:solidFill>
                          <a:srgbClr val="1818FF"/>
                        </a:solidFill>
                        <a:latin typeface="Times New Roman" panose="02020603050405020304" charset="0"/>
                        <a:ea typeface="黑体" panose="02010609060101010101" charset="-122"/>
                      </a:endParaRPr>
                    </a:p>
                  </a:txBody>
                  <a:tcPr marL="68580" marR="68580" marT="0" marB="0" anchor="ctr" anchorCtr="1">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zh-CN" sz="2800" b="1">
                          <a:solidFill>
                            <a:srgbClr val="1818FF"/>
                          </a:solidFill>
                          <a:latin typeface="Times New Roman" panose="02020603050405020304" charset="0"/>
                          <a:ea typeface="黑体" panose="02010609060101010101" charset="-122"/>
                          <a:cs typeface="Times New Roman" panose="02020603050405020304" charset="0"/>
                        </a:rPr>
                        <a:t>十进制</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(Byte=1)</a:t>
                      </a:r>
                      <a:endParaRPr lang="en-US" altLang="zh-CN" sz="2800" b="1">
                        <a:solidFill>
                          <a:srgbClr val="1818FF"/>
                        </a:solidFill>
                        <a:latin typeface="Times New Roman" panose="02020603050405020304" charset="0"/>
                        <a:ea typeface="黑体" panose="02010609060101010101" charset="-122"/>
                        <a:cs typeface="Times New Roman" panose="02020603050405020304" charset="0"/>
                      </a:endParaRPr>
                    </a:p>
                  </a:txBody>
                  <a:tcPr marL="68580" marR="68580" marT="0" marB="0" anchor="ctr" anchorCtr="1">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0">
                <a:tc>
                  <a:txBody>
                    <a:bodyPr/>
                    <a:p>
                      <a:pPr marL="0" indent="0" algn="ctr">
                        <a:spcBef>
                          <a:spcPct val="0"/>
                        </a:spcBef>
                        <a:spcAft>
                          <a:spcPct val="0"/>
                        </a:spcAft>
                      </a:pPr>
                      <a:r>
                        <a:rPr lang="zh-CN" sz="2800" b="1">
                          <a:solidFill>
                            <a:srgbClr val="1818FF"/>
                          </a:solidFill>
                          <a:latin typeface="Times New Roman" panose="02020603050405020304" charset="0"/>
                          <a:ea typeface="黑体" panose="02010609060101010101" charset="-122"/>
                        </a:rPr>
                        <a:t>位</a:t>
                      </a:r>
                      <a:endParaRPr lang="zh-CN" sz="2800" b="1">
                        <a:solidFill>
                          <a:srgbClr val="1818FF"/>
                        </a:solidFill>
                        <a:latin typeface="Times New Roman" panose="02020603050405020304" charset="0"/>
                        <a:ea typeface="黑体" panose="02010609060101010101" charset="-122"/>
                      </a:endParaRPr>
                    </a:p>
                  </a:txBody>
                  <a:tcPr marL="68580" marR="68580" marT="0" marB="0" anchor="ctr" anchorCtr="1">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zh-CN" sz="2800" b="1">
                          <a:solidFill>
                            <a:srgbClr val="1818FF"/>
                          </a:solidFill>
                          <a:latin typeface="Times New Roman" panose="02020603050405020304" charset="0"/>
                          <a:ea typeface="黑体" panose="02010609060101010101" charset="-122"/>
                        </a:rPr>
                        <a:t>比特</a:t>
                      </a:r>
                      <a:endParaRPr lang="zh-CN" sz="2800" b="1">
                        <a:solidFill>
                          <a:srgbClr val="1818FF"/>
                        </a:solidFill>
                        <a:latin typeface="Times New Roman" panose="02020603050405020304" charset="0"/>
                        <a:ea typeface="黑体" panose="02010609060101010101" charset="-122"/>
                      </a:endParaRPr>
                    </a:p>
                  </a:txBody>
                  <a:tcPr marL="68580" marR="68580" marT="0" marB="0" anchor="ctr" anchorCtr="1">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2800" b="1">
                          <a:solidFill>
                            <a:srgbClr val="1818FF"/>
                          </a:solidFill>
                          <a:latin typeface="Times New Roman" panose="02020603050405020304" charset="0"/>
                          <a:ea typeface="黑体" panose="02010609060101010101" charset="-122"/>
                          <a:cs typeface="Times New Roman" panose="02020603050405020304" charset="0"/>
                        </a:rPr>
                        <a:t>bit</a:t>
                      </a:r>
                      <a:endParaRPr lang="en-US" altLang="zh-CN" sz="2800" b="1">
                        <a:solidFill>
                          <a:srgbClr val="1818FF"/>
                        </a:solidFill>
                        <a:latin typeface="Times New Roman" panose="02020603050405020304" charset="0"/>
                        <a:ea typeface="黑体" panose="02010609060101010101" charset="-122"/>
                        <a:cs typeface="Times New Roman" panose="02020603050405020304" charset="0"/>
                      </a:endParaRPr>
                    </a:p>
                  </a:txBody>
                  <a:tcPr marL="68580" marR="68580" marT="0" marB="0" anchor="ctr" anchorCtr="1">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2800" b="1">
                          <a:solidFill>
                            <a:srgbClr val="1818FF"/>
                          </a:solidFill>
                          <a:latin typeface="Times New Roman" panose="02020603050405020304" charset="0"/>
                          <a:ea typeface="黑体" panose="02010609060101010101" charset="-122"/>
                          <a:cs typeface="Times New Roman" panose="02020603050405020304" charset="0"/>
                        </a:rPr>
                        <a:t>b</a:t>
                      </a:r>
                      <a:endParaRPr lang="en-US" altLang="zh-CN" sz="2800" b="1">
                        <a:solidFill>
                          <a:srgbClr val="1818FF"/>
                        </a:solidFill>
                        <a:latin typeface="Times New Roman" panose="02020603050405020304" charset="0"/>
                        <a:ea typeface="黑体" panose="02010609060101010101" charset="-122"/>
                        <a:cs typeface="Times New Roman" panose="02020603050405020304" charset="0"/>
                      </a:endParaRPr>
                    </a:p>
                  </a:txBody>
                  <a:tcPr marL="68580" marR="68580" marT="0" marB="0" anchor="ctr" anchorCtr="1">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2800" b="1">
                          <a:solidFill>
                            <a:srgbClr val="1818FF"/>
                          </a:solidFill>
                          <a:latin typeface="Times New Roman" panose="02020603050405020304" charset="0"/>
                          <a:ea typeface="黑体" panose="02010609060101010101" charset="-122"/>
                          <a:cs typeface="Times New Roman" panose="02020603050405020304" charset="0"/>
                        </a:rPr>
                        <a:t>0.125</a:t>
                      </a:r>
                      <a:endParaRPr lang="en-US" altLang="zh-CN" sz="2800" b="1">
                        <a:solidFill>
                          <a:srgbClr val="1818FF"/>
                        </a:solidFill>
                        <a:latin typeface="Times New Roman" panose="02020603050405020304" charset="0"/>
                        <a:ea typeface="黑体" panose="02010609060101010101" charset="-122"/>
                        <a:cs typeface="Times New Roman" panose="02020603050405020304" charset="0"/>
                      </a:endParaRPr>
                    </a:p>
                  </a:txBody>
                  <a:tcPr marL="68580" marR="68580" marT="0" marB="0" anchor="ctr" anchorCtr="1">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0">
                <a:tc>
                  <a:txBody>
                    <a:bodyPr/>
                    <a:p>
                      <a:pPr marL="0" indent="0" algn="ctr">
                        <a:spcBef>
                          <a:spcPct val="0"/>
                        </a:spcBef>
                        <a:spcAft>
                          <a:spcPct val="0"/>
                        </a:spcAft>
                      </a:pPr>
                      <a:r>
                        <a:rPr lang="zh-CN" sz="2800" b="1">
                          <a:solidFill>
                            <a:srgbClr val="1818FF"/>
                          </a:solidFill>
                          <a:latin typeface="Times New Roman" panose="02020603050405020304" charset="0"/>
                          <a:ea typeface="黑体" panose="02010609060101010101" charset="-122"/>
                        </a:rPr>
                        <a:t>字节</a:t>
                      </a:r>
                      <a:endParaRPr lang="zh-CN" sz="2800" b="1">
                        <a:solidFill>
                          <a:srgbClr val="1818FF"/>
                        </a:solidFill>
                        <a:latin typeface="Times New Roman" panose="02020603050405020304" charset="0"/>
                        <a:ea typeface="黑体" panose="02010609060101010101" charset="-122"/>
                      </a:endParaRPr>
                    </a:p>
                  </a:txBody>
                  <a:tcPr marL="68580" marR="68580" marT="0" marB="0" anchor="ctr" anchorCtr="1">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zh-CN" sz="2800" b="1">
                          <a:solidFill>
                            <a:srgbClr val="1818FF"/>
                          </a:solidFill>
                          <a:latin typeface="Times New Roman" panose="02020603050405020304" charset="0"/>
                          <a:ea typeface="黑体" panose="02010609060101010101" charset="-122"/>
                        </a:rPr>
                        <a:t>字节</a:t>
                      </a:r>
                      <a:endParaRPr lang="zh-CN" sz="2800" b="1">
                        <a:solidFill>
                          <a:srgbClr val="1818FF"/>
                        </a:solidFill>
                        <a:latin typeface="Times New Roman" panose="02020603050405020304" charset="0"/>
                        <a:ea typeface="黑体" panose="02010609060101010101" charset="-122"/>
                      </a:endParaRPr>
                    </a:p>
                  </a:txBody>
                  <a:tcPr marL="68580" marR="68580" marT="0" marB="0" anchor="ctr" anchorCtr="1">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2800" b="1">
                          <a:solidFill>
                            <a:srgbClr val="1818FF"/>
                          </a:solidFill>
                          <a:latin typeface="Times New Roman" panose="02020603050405020304" charset="0"/>
                          <a:ea typeface="黑体" panose="02010609060101010101" charset="-122"/>
                          <a:cs typeface="Times New Roman" panose="02020603050405020304" charset="0"/>
                        </a:rPr>
                        <a:t>Byte</a:t>
                      </a:r>
                      <a:endParaRPr lang="en-US" altLang="zh-CN" sz="2800" b="1">
                        <a:solidFill>
                          <a:srgbClr val="1818FF"/>
                        </a:solidFill>
                        <a:latin typeface="Times New Roman" panose="02020603050405020304" charset="0"/>
                        <a:ea typeface="黑体" panose="02010609060101010101" charset="-122"/>
                        <a:cs typeface="Times New Roman" panose="02020603050405020304" charset="0"/>
                      </a:endParaRPr>
                    </a:p>
                  </a:txBody>
                  <a:tcPr marL="68580" marR="68580" marT="0" marB="0" anchor="ctr" anchorCtr="1">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2800" b="1">
                          <a:solidFill>
                            <a:srgbClr val="1818FF"/>
                          </a:solidFill>
                          <a:latin typeface="Times New Roman" panose="02020603050405020304" charset="0"/>
                          <a:ea typeface="黑体" panose="02010609060101010101" charset="-122"/>
                          <a:cs typeface="Times New Roman" panose="02020603050405020304" charset="0"/>
                        </a:rPr>
                        <a:t>B</a:t>
                      </a:r>
                      <a:endParaRPr lang="en-US" altLang="zh-CN" sz="2800" b="1">
                        <a:solidFill>
                          <a:srgbClr val="1818FF"/>
                        </a:solidFill>
                        <a:latin typeface="Times New Roman" panose="02020603050405020304" charset="0"/>
                        <a:ea typeface="黑体" panose="02010609060101010101" charset="-122"/>
                        <a:cs typeface="Times New Roman" panose="02020603050405020304" charset="0"/>
                      </a:endParaRPr>
                    </a:p>
                  </a:txBody>
                  <a:tcPr marL="68580" marR="68580" marT="0" marB="0" anchor="ctr" anchorCtr="1">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2800" b="1">
                          <a:solidFill>
                            <a:srgbClr val="1818FF"/>
                          </a:solidFill>
                          <a:latin typeface="Times New Roman" panose="02020603050405020304" charset="0"/>
                          <a:ea typeface="黑体" panose="02010609060101010101" charset="-122"/>
                          <a:cs typeface="Times New Roman" panose="02020603050405020304" charset="0"/>
                        </a:rPr>
                        <a:t>1</a:t>
                      </a:r>
                      <a:endParaRPr lang="en-US" altLang="zh-CN" sz="2800" b="1">
                        <a:solidFill>
                          <a:srgbClr val="1818FF"/>
                        </a:solidFill>
                        <a:latin typeface="Times New Roman" panose="02020603050405020304" charset="0"/>
                        <a:ea typeface="黑体" panose="02010609060101010101" charset="-122"/>
                        <a:cs typeface="Times New Roman" panose="02020603050405020304" charset="0"/>
                      </a:endParaRPr>
                    </a:p>
                  </a:txBody>
                  <a:tcPr marL="68580" marR="68580" marT="0" marB="0" anchor="ctr" anchorCtr="1">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0">
                <a:tc>
                  <a:txBody>
                    <a:bodyPr/>
                    <a:p>
                      <a:pPr marL="0" indent="0" algn="ctr">
                        <a:spcBef>
                          <a:spcPct val="0"/>
                        </a:spcBef>
                        <a:spcAft>
                          <a:spcPct val="0"/>
                        </a:spcAft>
                      </a:pPr>
                      <a:r>
                        <a:rPr lang="zh-CN" sz="2800" b="1">
                          <a:solidFill>
                            <a:srgbClr val="1818FF"/>
                          </a:solidFill>
                          <a:latin typeface="Times New Roman" panose="02020603050405020304" charset="0"/>
                          <a:ea typeface="黑体" panose="02010609060101010101" charset="-122"/>
                        </a:rPr>
                        <a:t>开字节</a:t>
                      </a:r>
                      <a:endParaRPr lang="zh-CN" sz="2800" b="1">
                        <a:solidFill>
                          <a:srgbClr val="1818FF"/>
                        </a:solidFill>
                        <a:latin typeface="Times New Roman" panose="02020603050405020304" charset="0"/>
                        <a:ea typeface="黑体" panose="02010609060101010101" charset="-122"/>
                      </a:endParaRPr>
                    </a:p>
                  </a:txBody>
                  <a:tcPr marL="68580" marR="68580" marT="0" marB="0" anchor="ctr" anchorCtr="1">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zh-CN" sz="2800" b="1">
                          <a:solidFill>
                            <a:srgbClr val="1818FF"/>
                          </a:solidFill>
                          <a:latin typeface="Times New Roman" panose="02020603050405020304" charset="0"/>
                          <a:ea typeface="黑体" panose="02010609060101010101" charset="-122"/>
                        </a:rPr>
                        <a:t>开</a:t>
                      </a:r>
                      <a:endParaRPr lang="zh-CN" sz="2800" b="1">
                        <a:solidFill>
                          <a:srgbClr val="1818FF"/>
                        </a:solidFill>
                        <a:latin typeface="Times New Roman" panose="02020603050405020304" charset="0"/>
                        <a:ea typeface="黑体" panose="02010609060101010101" charset="-122"/>
                      </a:endParaRPr>
                    </a:p>
                  </a:txBody>
                  <a:tcPr marL="68580" marR="68580" marT="0" marB="0" anchor="ctr" anchorCtr="1">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2800" b="1">
                          <a:solidFill>
                            <a:srgbClr val="1818FF"/>
                          </a:solidFill>
                          <a:latin typeface="Times New Roman" panose="02020603050405020304" charset="0"/>
                          <a:ea typeface="黑体" panose="02010609060101010101" charset="-122"/>
                          <a:cs typeface="Times New Roman" panose="02020603050405020304" charset="0"/>
                        </a:rPr>
                        <a:t>KiloByte</a:t>
                      </a:r>
                      <a:endParaRPr lang="en-US" altLang="zh-CN" sz="2800" b="1">
                        <a:solidFill>
                          <a:srgbClr val="1818FF"/>
                        </a:solidFill>
                        <a:latin typeface="Times New Roman" panose="02020603050405020304" charset="0"/>
                        <a:ea typeface="黑体" panose="02010609060101010101" charset="-122"/>
                        <a:cs typeface="Times New Roman" panose="02020603050405020304" charset="0"/>
                      </a:endParaRPr>
                    </a:p>
                  </a:txBody>
                  <a:tcPr marL="68580" marR="68580" marT="0" marB="0" anchor="ctr" anchorCtr="1">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2800" b="1">
                          <a:solidFill>
                            <a:srgbClr val="1818FF"/>
                          </a:solidFill>
                          <a:latin typeface="Times New Roman" panose="02020603050405020304" charset="0"/>
                          <a:ea typeface="黑体" panose="02010609060101010101" charset="-122"/>
                          <a:cs typeface="Times New Roman" panose="02020603050405020304" charset="0"/>
                        </a:rPr>
                        <a:t>KB</a:t>
                      </a:r>
                      <a:endParaRPr lang="en-US" altLang="zh-CN" sz="2800" b="1">
                        <a:solidFill>
                          <a:srgbClr val="1818FF"/>
                        </a:solidFill>
                        <a:latin typeface="Times New Roman" panose="02020603050405020304" charset="0"/>
                        <a:ea typeface="黑体" panose="02010609060101010101" charset="-122"/>
                        <a:cs typeface="Times New Roman" panose="02020603050405020304" charset="0"/>
                      </a:endParaRPr>
                    </a:p>
                  </a:txBody>
                  <a:tcPr marL="68580" marR="68580" marT="0" marB="0" anchor="ctr" anchorCtr="1">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2800" b="1">
                          <a:solidFill>
                            <a:srgbClr val="1818FF"/>
                          </a:solidFill>
                          <a:latin typeface="Times New Roman" panose="02020603050405020304" charset="0"/>
                          <a:ea typeface="黑体" panose="02010609060101010101" charset="-122"/>
                          <a:cs typeface="Times New Roman" panose="02020603050405020304" charset="0"/>
                        </a:rPr>
                        <a:t>10</a:t>
                      </a:r>
                      <a:r>
                        <a:rPr lang="en-US" altLang="zh-CN" sz="2800" b="1" baseline="30000">
                          <a:solidFill>
                            <a:srgbClr val="1818FF"/>
                          </a:solidFill>
                          <a:latin typeface="Times New Roman" panose="02020603050405020304" charset="0"/>
                          <a:ea typeface="黑体" panose="02010609060101010101" charset="-122"/>
                          <a:cs typeface="Times New Roman" panose="02020603050405020304" charset="0"/>
                        </a:rPr>
                        <a:t>3</a:t>
                      </a:r>
                      <a:endParaRPr lang="en-US" altLang="zh-CN" sz="2800" b="1" baseline="30000">
                        <a:solidFill>
                          <a:srgbClr val="1818FF"/>
                        </a:solidFill>
                        <a:latin typeface="Times New Roman" panose="02020603050405020304" charset="0"/>
                        <a:ea typeface="黑体" panose="02010609060101010101" charset="-122"/>
                        <a:cs typeface="Times New Roman" panose="02020603050405020304" charset="0"/>
                      </a:endParaRPr>
                    </a:p>
                  </a:txBody>
                  <a:tcPr marL="68580" marR="68580" marT="0" marB="0" anchor="ctr" anchorCtr="1">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0">
                <a:tc>
                  <a:txBody>
                    <a:bodyPr/>
                    <a:p>
                      <a:pPr marL="0" indent="0" algn="ctr">
                        <a:spcBef>
                          <a:spcPct val="0"/>
                        </a:spcBef>
                        <a:spcAft>
                          <a:spcPct val="0"/>
                        </a:spcAft>
                      </a:pPr>
                      <a:r>
                        <a:rPr lang="zh-CN" sz="2800" b="1">
                          <a:solidFill>
                            <a:srgbClr val="1818FF"/>
                          </a:solidFill>
                          <a:latin typeface="Times New Roman" panose="02020603050405020304" charset="0"/>
                          <a:ea typeface="黑体" panose="02010609060101010101" charset="-122"/>
                        </a:rPr>
                        <a:t>兆字节</a:t>
                      </a:r>
                      <a:endParaRPr lang="zh-CN" sz="2800" b="1">
                        <a:solidFill>
                          <a:srgbClr val="1818FF"/>
                        </a:solidFill>
                        <a:latin typeface="Times New Roman" panose="02020603050405020304" charset="0"/>
                        <a:ea typeface="黑体" panose="02010609060101010101" charset="-122"/>
                      </a:endParaRPr>
                    </a:p>
                  </a:txBody>
                  <a:tcPr marL="68580" marR="68580" marT="0" marB="0" anchor="ctr" anchorCtr="1">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zh-CN" sz="2800" b="1">
                          <a:solidFill>
                            <a:srgbClr val="1818FF"/>
                          </a:solidFill>
                          <a:latin typeface="Times New Roman" panose="02020603050405020304" charset="0"/>
                          <a:ea typeface="黑体" panose="02010609060101010101" charset="-122"/>
                        </a:rPr>
                        <a:t>兆</a:t>
                      </a:r>
                      <a:endParaRPr lang="zh-CN" sz="2800" b="1">
                        <a:solidFill>
                          <a:srgbClr val="1818FF"/>
                        </a:solidFill>
                        <a:latin typeface="Times New Roman" panose="02020603050405020304" charset="0"/>
                        <a:ea typeface="黑体" panose="02010609060101010101" charset="-122"/>
                      </a:endParaRPr>
                    </a:p>
                  </a:txBody>
                  <a:tcPr marL="68580" marR="68580" marT="0" marB="0" anchor="ctr" anchorCtr="1">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2800" b="1">
                          <a:solidFill>
                            <a:srgbClr val="1818FF"/>
                          </a:solidFill>
                          <a:latin typeface="Times New Roman" panose="02020603050405020304" charset="0"/>
                          <a:ea typeface="黑体" panose="02010609060101010101" charset="-122"/>
                          <a:cs typeface="Times New Roman" panose="02020603050405020304" charset="0"/>
                        </a:rPr>
                        <a:t>MegaByte</a:t>
                      </a:r>
                      <a:endParaRPr lang="en-US" altLang="zh-CN" sz="2800" b="1">
                        <a:solidFill>
                          <a:srgbClr val="1818FF"/>
                        </a:solidFill>
                        <a:latin typeface="Times New Roman" panose="02020603050405020304" charset="0"/>
                        <a:ea typeface="黑体" panose="02010609060101010101" charset="-122"/>
                        <a:cs typeface="Times New Roman" panose="02020603050405020304" charset="0"/>
                      </a:endParaRPr>
                    </a:p>
                  </a:txBody>
                  <a:tcPr marL="68580" marR="68580" marT="0" marB="0" anchor="ctr" anchorCtr="1">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2800" b="1">
                          <a:solidFill>
                            <a:srgbClr val="1818FF"/>
                          </a:solidFill>
                          <a:latin typeface="Times New Roman" panose="02020603050405020304" charset="0"/>
                          <a:ea typeface="黑体" panose="02010609060101010101" charset="-122"/>
                          <a:cs typeface="Times New Roman" panose="02020603050405020304" charset="0"/>
                        </a:rPr>
                        <a:t>MB</a:t>
                      </a:r>
                      <a:endParaRPr lang="en-US" altLang="zh-CN" sz="2800" b="1">
                        <a:solidFill>
                          <a:srgbClr val="1818FF"/>
                        </a:solidFill>
                        <a:latin typeface="Times New Roman" panose="02020603050405020304" charset="0"/>
                        <a:ea typeface="黑体" panose="02010609060101010101" charset="-122"/>
                        <a:cs typeface="Times New Roman" panose="02020603050405020304" charset="0"/>
                      </a:endParaRPr>
                    </a:p>
                  </a:txBody>
                  <a:tcPr marL="68580" marR="68580" marT="0" marB="0" anchor="ctr" anchorCtr="1">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2800" b="1">
                          <a:solidFill>
                            <a:srgbClr val="1818FF"/>
                          </a:solidFill>
                          <a:latin typeface="Times New Roman" panose="02020603050405020304" charset="0"/>
                          <a:ea typeface="黑体" panose="02010609060101010101" charset="-122"/>
                          <a:cs typeface="Times New Roman" panose="02020603050405020304" charset="0"/>
                        </a:rPr>
                        <a:t>10</a:t>
                      </a:r>
                      <a:r>
                        <a:rPr lang="en-US" altLang="zh-CN" sz="2800" b="1" baseline="30000">
                          <a:solidFill>
                            <a:srgbClr val="1818FF"/>
                          </a:solidFill>
                          <a:latin typeface="Times New Roman" panose="02020603050405020304" charset="0"/>
                          <a:ea typeface="黑体" panose="02010609060101010101" charset="-122"/>
                          <a:cs typeface="Times New Roman" panose="02020603050405020304" charset="0"/>
                        </a:rPr>
                        <a:t>6</a:t>
                      </a:r>
                      <a:endParaRPr lang="en-US" altLang="zh-CN" sz="2800" b="1" baseline="30000">
                        <a:solidFill>
                          <a:srgbClr val="1818FF"/>
                        </a:solidFill>
                        <a:latin typeface="Times New Roman" panose="02020603050405020304" charset="0"/>
                        <a:ea typeface="黑体" panose="02010609060101010101" charset="-122"/>
                        <a:cs typeface="Times New Roman" panose="02020603050405020304" charset="0"/>
                      </a:endParaRPr>
                    </a:p>
                  </a:txBody>
                  <a:tcPr marL="68580" marR="68580" marT="0" marB="0" anchor="ctr" anchorCtr="1">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0">
                <a:tc>
                  <a:txBody>
                    <a:bodyPr/>
                    <a:p>
                      <a:pPr marL="0" indent="0" algn="ctr">
                        <a:spcBef>
                          <a:spcPct val="0"/>
                        </a:spcBef>
                        <a:spcAft>
                          <a:spcPct val="0"/>
                        </a:spcAft>
                      </a:pPr>
                      <a:r>
                        <a:rPr lang="zh-CN" sz="2800" b="1">
                          <a:solidFill>
                            <a:srgbClr val="1818FF"/>
                          </a:solidFill>
                          <a:latin typeface="Times New Roman" panose="02020603050405020304" charset="0"/>
                          <a:ea typeface="黑体" panose="02010609060101010101" charset="-122"/>
                        </a:rPr>
                        <a:t>吉字节</a:t>
                      </a:r>
                      <a:endParaRPr lang="zh-CN" sz="2800" b="1">
                        <a:solidFill>
                          <a:srgbClr val="1818FF"/>
                        </a:solidFill>
                        <a:latin typeface="Times New Roman" panose="02020603050405020304" charset="0"/>
                        <a:ea typeface="黑体" panose="02010609060101010101" charset="-122"/>
                      </a:endParaRPr>
                    </a:p>
                  </a:txBody>
                  <a:tcPr marL="68580" marR="68580" marT="0" marB="0" anchor="ctr" anchorCtr="1">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zh-CN" sz="2800" b="1">
                          <a:solidFill>
                            <a:srgbClr val="1818FF"/>
                          </a:solidFill>
                          <a:latin typeface="Times New Roman" panose="02020603050405020304" charset="0"/>
                          <a:ea typeface="黑体" panose="02010609060101010101" charset="-122"/>
                        </a:rPr>
                        <a:t>吉</a:t>
                      </a:r>
                      <a:endParaRPr lang="zh-CN" sz="2800" b="1">
                        <a:solidFill>
                          <a:srgbClr val="1818FF"/>
                        </a:solidFill>
                        <a:latin typeface="Times New Roman" panose="02020603050405020304" charset="0"/>
                        <a:ea typeface="黑体" panose="02010609060101010101" charset="-122"/>
                      </a:endParaRPr>
                    </a:p>
                  </a:txBody>
                  <a:tcPr marL="68580" marR="68580" marT="0" marB="0" anchor="ctr" anchorCtr="1">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2800" b="1">
                          <a:solidFill>
                            <a:srgbClr val="1818FF"/>
                          </a:solidFill>
                          <a:latin typeface="Times New Roman" panose="02020603050405020304" charset="0"/>
                          <a:ea typeface="黑体" panose="02010609060101010101" charset="-122"/>
                          <a:cs typeface="Times New Roman" panose="02020603050405020304" charset="0"/>
                        </a:rPr>
                        <a:t>GigaByte</a:t>
                      </a:r>
                      <a:endParaRPr lang="en-US" altLang="zh-CN" sz="2800" b="1">
                        <a:solidFill>
                          <a:srgbClr val="1818FF"/>
                        </a:solidFill>
                        <a:latin typeface="Times New Roman" panose="02020603050405020304" charset="0"/>
                        <a:ea typeface="黑体" panose="02010609060101010101" charset="-122"/>
                        <a:cs typeface="Times New Roman" panose="02020603050405020304" charset="0"/>
                      </a:endParaRPr>
                    </a:p>
                  </a:txBody>
                  <a:tcPr marL="68580" marR="68580" marT="0" marB="0" anchor="ctr" anchorCtr="1">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2800" b="1">
                          <a:solidFill>
                            <a:srgbClr val="1818FF"/>
                          </a:solidFill>
                          <a:latin typeface="Times New Roman" panose="02020603050405020304" charset="0"/>
                          <a:ea typeface="黑体" panose="02010609060101010101" charset="-122"/>
                          <a:cs typeface="Times New Roman" panose="02020603050405020304" charset="0"/>
                        </a:rPr>
                        <a:t>GB</a:t>
                      </a:r>
                      <a:endParaRPr lang="en-US" altLang="zh-CN" sz="2800" b="1">
                        <a:solidFill>
                          <a:srgbClr val="1818FF"/>
                        </a:solidFill>
                        <a:latin typeface="Times New Roman" panose="02020603050405020304" charset="0"/>
                        <a:ea typeface="黑体" panose="02010609060101010101" charset="-122"/>
                        <a:cs typeface="Times New Roman" panose="02020603050405020304" charset="0"/>
                      </a:endParaRPr>
                    </a:p>
                  </a:txBody>
                  <a:tcPr marL="68580" marR="68580" marT="0" marB="0" anchor="ctr" anchorCtr="1">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2800" b="1">
                          <a:solidFill>
                            <a:srgbClr val="1818FF"/>
                          </a:solidFill>
                          <a:latin typeface="Times New Roman" panose="02020603050405020304" charset="0"/>
                          <a:ea typeface="黑体" panose="02010609060101010101" charset="-122"/>
                          <a:cs typeface="Times New Roman" panose="02020603050405020304" charset="0"/>
                        </a:rPr>
                        <a:t>10</a:t>
                      </a:r>
                      <a:r>
                        <a:rPr lang="en-US" altLang="zh-CN" sz="2800" b="1" baseline="30000">
                          <a:solidFill>
                            <a:srgbClr val="1818FF"/>
                          </a:solidFill>
                          <a:latin typeface="Times New Roman" panose="02020603050405020304" charset="0"/>
                          <a:ea typeface="黑体" panose="02010609060101010101" charset="-122"/>
                          <a:cs typeface="Times New Roman" panose="02020603050405020304" charset="0"/>
                        </a:rPr>
                        <a:t>9</a:t>
                      </a:r>
                      <a:endParaRPr lang="en-US" altLang="zh-CN" sz="2800" b="1" baseline="30000">
                        <a:solidFill>
                          <a:srgbClr val="1818FF"/>
                        </a:solidFill>
                        <a:latin typeface="Times New Roman" panose="02020603050405020304" charset="0"/>
                        <a:ea typeface="黑体" panose="02010609060101010101" charset="-122"/>
                        <a:cs typeface="Times New Roman" panose="02020603050405020304" charset="0"/>
                      </a:endParaRPr>
                    </a:p>
                  </a:txBody>
                  <a:tcPr marL="68580" marR="68580" marT="0" marB="0" anchor="ctr" anchorCtr="1">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0">
                <a:tc>
                  <a:txBody>
                    <a:bodyPr/>
                    <a:p>
                      <a:pPr marL="0" indent="0" algn="ctr">
                        <a:spcBef>
                          <a:spcPct val="0"/>
                        </a:spcBef>
                        <a:spcAft>
                          <a:spcPct val="0"/>
                        </a:spcAft>
                      </a:pPr>
                      <a:r>
                        <a:rPr lang="zh-CN" sz="2800" b="1">
                          <a:solidFill>
                            <a:srgbClr val="1818FF"/>
                          </a:solidFill>
                          <a:latin typeface="Times New Roman" panose="02020603050405020304" charset="0"/>
                          <a:ea typeface="黑体" panose="02010609060101010101" charset="-122"/>
                        </a:rPr>
                        <a:t>太字节</a:t>
                      </a:r>
                      <a:endParaRPr lang="zh-CN" sz="2800" b="1">
                        <a:solidFill>
                          <a:srgbClr val="1818FF"/>
                        </a:solidFill>
                        <a:latin typeface="Times New Roman" panose="02020603050405020304" charset="0"/>
                        <a:ea typeface="黑体" panose="02010609060101010101" charset="-122"/>
                      </a:endParaRPr>
                    </a:p>
                  </a:txBody>
                  <a:tcPr marL="68580" marR="68580" marT="0" marB="0" anchor="ctr" anchorCtr="1">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zh-CN" sz="2800" b="1">
                          <a:solidFill>
                            <a:srgbClr val="1818FF"/>
                          </a:solidFill>
                          <a:latin typeface="Times New Roman" panose="02020603050405020304" charset="0"/>
                          <a:ea typeface="黑体" panose="02010609060101010101" charset="-122"/>
                        </a:rPr>
                        <a:t>太</a:t>
                      </a:r>
                      <a:endParaRPr lang="zh-CN" sz="2800" b="1">
                        <a:solidFill>
                          <a:srgbClr val="1818FF"/>
                        </a:solidFill>
                        <a:latin typeface="Times New Roman" panose="02020603050405020304" charset="0"/>
                        <a:ea typeface="黑体" panose="02010609060101010101" charset="-122"/>
                      </a:endParaRPr>
                    </a:p>
                  </a:txBody>
                  <a:tcPr marL="68580" marR="68580" marT="0" marB="0" anchor="ctr" anchorCtr="1">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2800" b="1">
                          <a:solidFill>
                            <a:srgbClr val="1818FF"/>
                          </a:solidFill>
                          <a:latin typeface="Times New Roman" panose="02020603050405020304" charset="0"/>
                          <a:ea typeface="黑体" panose="02010609060101010101" charset="-122"/>
                          <a:cs typeface="Times New Roman" panose="02020603050405020304" charset="0"/>
                        </a:rPr>
                        <a:t>TeraByte</a:t>
                      </a:r>
                      <a:endParaRPr lang="en-US" altLang="zh-CN" sz="2800" b="1">
                        <a:solidFill>
                          <a:srgbClr val="1818FF"/>
                        </a:solidFill>
                        <a:latin typeface="Times New Roman" panose="02020603050405020304" charset="0"/>
                        <a:ea typeface="黑体" panose="02010609060101010101" charset="-122"/>
                        <a:cs typeface="Times New Roman" panose="02020603050405020304" charset="0"/>
                      </a:endParaRPr>
                    </a:p>
                  </a:txBody>
                  <a:tcPr marL="68580" marR="68580" marT="0" marB="0" anchor="ctr" anchorCtr="1">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2800" b="1">
                          <a:solidFill>
                            <a:srgbClr val="1818FF"/>
                          </a:solidFill>
                          <a:latin typeface="Times New Roman" panose="02020603050405020304" charset="0"/>
                          <a:ea typeface="黑体" panose="02010609060101010101" charset="-122"/>
                          <a:cs typeface="Times New Roman" panose="02020603050405020304" charset="0"/>
                        </a:rPr>
                        <a:t>TB</a:t>
                      </a:r>
                      <a:endParaRPr lang="en-US" altLang="zh-CN" sz="2800" b="1">
                        <a:solidFill>
                          <a:srgbClr val="1818FF"/>
                        </a:solidFill>
                        <a:latin typeface="Times New Roman" panose="02020603050405020304" charset="0"/>
                        <a:ea typeface="黑体" panose="02010609060101010101" charset="-122"/>
                        <a:cs typeface="Times New Roman" panose="02020603050405020304" charset="0"/>
                      </a:endParaRPr>
                    </a:p>
                  </a:txBody>
                  <a:tcPr marL="68580" marR="68580" marT="0" marB="0" anchor="ctr" anchorCtr="1">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2800" b="1">
                          <a:solidFill>
                            <a:srgbClr val="1818FF"/>
                          </a:solidFill>
                          <a:latin typeface="Times New Roman" panose="02020603050405020304" charset="0"/>
                          <a:ea typeface="黑体" panose="02010609060101010101" charset="-122"/>
                          <a:cs typeface="Times New Roman" panose="02020603050405020304" charset="0"/>
                        </a:rPr>
                        <a:t>10</a:t>
                      </a:r>
                      <a:r>
                        <a:rPr lang="en-US" altLang="zh-CN" sz="2800" b="1" baseline="30000">
                          <a:solidFill>
                            <a:srgbClr val="1818FF"/>
                          </a:solidFill>
                          <a:latin typeface="Times New Roman" panose="02020603050405020304" charset="0"/>
                          <a:ea typeface="黑体" panose="02010609060101010101" charset="-122"/>
                          <a:cs typeface="Times New Roman" panose="02020603050405020304" charset="0"/>
                        </a:rPr>
                        <a:t>12</a:t>
                      </a:r>
                      <a:endParaRPr lang="en-US" altLang="zh-CN" sz="2800" b="1" baseline="30000">
                        <a:solidFill>
                          <a:srgbClr val="1818FF"/>
                        </a:solidFill>
                        <a:latin typeface="Times New Roman" panose="02020603050405020304" charset="0"/>
                        <a:ea typeface="黑体" panose="02010609060101010101" charset="-122"/>
                        <a:cs typeface="Times New Roman" panose="02020603050405020304" charset="0"/>
                      </a:endParaRPr>
                    </a:p>
                  </a:txBody>
                  <a:tcPr marL="68580" marR="68580" marT="0" marB="0" anchor="ctr" anchorCtr="1">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0">
                <a:tc>
                  <a:txBody>
                    <a:bodyPr/>
                    <a:p>
                      <a:pPr marL="0" indent="0" algn="ctr">
                        <a:spcBef>
                          <a:spcPct val="0"/>
                        </a:spcBef>
                        <a:spcAft>
                          <a:spcPct val="0"/>
                        </a:spcAft>
                      </a:pPr>
                      <a:r>
                        <a:rPr lang="zh-CN" sz="2800" b="1">
                          <a:solidFill>
                            <a:srgbClr val="1818FF"/>
                          </a:solidFill>
                          <a:latin typeface="Times New Roman" panose="02020603050405020304" charset="0"/>
                          <a:ea typeface="黑体" panose="02010609060101010101" charset="-122"/>
                        </a:rPr>
                        <a:t>拍字节</a:t>
                      </a:r>
                      <a:endParaRPr lang="zh-CN" sz="2800" b="1">
                        <a:solidFill>
                          <a:srgbClr val="1818FF"/>
                        </a:solidFill>
                        <a:latin typeface="Times New Roman" panose="02020603050405020304" charset="0"/>
                        <a:ea typeface="黑体" panose="02010609060101010101" charset="-122"/>
                      </a:endParaRPr>
                    </a:p>
                  </a:txBody>
                  <a:tcPr marL="68580" marR="68580" marT="0" marB="0" anchor="ctr" anchorCtr="1">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zh-CN" sz="2800" b="1">
                          <a:solidFill>
                            <a:srgbClr val="1818FF"/>
                          </a:solidFill>
                          <a:latin typeface="Times New Roman" panose="02020603050405020304" charset="0"/>
                          <a:ea typeface="黑体" panose="02010609060101010101" charset="-122"/>
                        </a:rPr>
                        <a:t>拍</a:t>
                      </a:r>
                      <a:endParaRPr lang="zh-CN" sz="2800" b="1">
                        <a:solidFill>
                          <a:srgbClr val="1818FF"/>
                        </a:solidFill>
                        <a:latin typeface="Times New Roman" panose="02020603050405020304" charset="0"/>
                        <a:ea typeface="黑体" panose="02010609060101010101" charset="-122"/>
                      </a:endParaRPr>
                    </a:p>
                  </a:txBody>
                  <a:tcPr marL="68580" marR="68580" marT="0" marB="0" anchor="ctr" anchorCtr="1">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2800" b="1">
                          <a:solidFill>
                            <a:srgbClr val="1818FF"/>
                          </a:solidFill>
                          <a:latin typeface="Times New Roman" panose="02020603050405020304" charset="0"/>
                          <a:ea typeface="黑体" panose="02010609060101010101" charset="-122"/>
                          <a:cs typeface="Times New Roman" panose="02020603050405020304" charset="0"/>
                        </a:rPr>
                        <a:t>PetaByte</a:t>
                      </a:r>
                      <a:endParaRPr lang="en-US" altLang="zh-CN" sz="2800" b="1">
                        <a:solidFill>
                          <a:srgbClr val="1818FF"/>
                        </a:solidFill>
                        <a:latin typeface="Times New Roman" panose="02020603050405020304" charset="0"/>
                        <a:ea typeface="黑体" panose="02010609060101010101" charset="-122"/>
                        <a:cs typeface="Times New Roman" panose="02020603050405020304" charset="0"/>
                      </a:endParaRPr>
                    </a:p>
                  </a:txBody>
                  <a:tcPr marL="68580" marR="68580" marT="0" marB="0" anchor="ctr" anchorCtr="1">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2800" b="1">
                          <a:solidFill>
                            <a:srgbClr val="1818FF"/>
                          </a:solidFill>
                          <a:latin typeface="Times New Roman" panose="02020603050405020304" charset="0"/>
                          <a:ea typeface="黑体" panose="02010609060101010101" charset="-122"/>
                          <a:cs typeface="Times New Roman" panose="02020603050405020304" charset="0"/>
                        </a:rPr>
                        <a:t>PB</a:t>
                      </a:r>
                      <a:endParaRPr lang="en-US" altLang="zh-CN" sz="2800" b="1">
                        <a:solidFill>
                          <a:srgbClr val="1818FF"/>
                        </a:solidFill>
                        <a:latin typeface="Times New Roman" panose="02020603050405020304" charset="0"/>
                        <a:ea typeface="黑体" panose="02010609060101010101" charset="-122"/>
                        <a:cs typeface="Times New Roman" panose="02020603050405020304" charset="0"/>
                      </a:endParaRPr>
                    </a:p>
                  </a:txBody>
                  <a:tcPr marL="68580" marR="68580" marT="0" marB="0" anchor="ctr" anchorCtr="1">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2800" b="1">
                          <a:solidFill>
                            <a:srgbClr val="1818FF"/>
                          </a:solidFill>
                          <a:latin typeface="Times New Roman" panose="02020603050405020304" charset="0"/>
                          <a:ea typeface="黑体" panose="02010609060101010101" charset="-122"/>
                          <a:cs typeface="Times New Roman" panose="02020603050405020304" charset="0"/>
                        </a:rPr>
                        <a:t>10</a:t>
                      </a:r>
                      <a:r>
                        <a:rPr lang="en-US" altLang="zh-CN" sz="2800" b="1" baseline="30000">
                          <a:solidFill>
                            <a:srgbClr val="1818FF"/>
                          </a:solidFill>
                          <a:latin typeface="Times New Roman" panose="02020603050405020304" charset="0"/>
                          <a:ea typeface="黑体" panose="02010609060101010101" charset="-122"/>
                          <a:cs typeface="Times New Roman" panose="02020603050405020304" charset="0"/>
                        </a:rPr>
                        <a:t>15</a:t>
                      </a:r>
                      <a:endParaRPr lang="en-US" altLang="zh-CN" sz="2800" b="1" baseline="30000">
                        <a:solidFill>
                          <a:srgbClr val="1818FF"/>
                        </a:solidFill>
                        <a:latin typeface="Times New Roman" panose="02020603050405020304" charset="0"/>
                        <a:ea typeface="黑体" panose="02010609060101010101" charset="-122"/>
                        <a:cs typeface="Times New Roman" panose="02020603050405020304" charset="0"/>
                      </a:endParaRPr>
                    </a:p>
                  </a:txBody>
                  <a:tcPr marL="68580" marR="68580" marT="0" marB="0" anchor="ctr" anchorCtr="1">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bl>
          </a:graphicData>
        </a:graphic>
      </p:graphicFrame>
      <p:sp>
        <p:nvSpPr>
          <p:cNvPr id="4" name="文本框 3"/>
          <p:cNvSpPr txBox="1"/>
          <p:nvPr/>
        </p:nvSpPr>
        <p:spPr>
          <a:xfrm>
            <a:off x="457200" y="809625"/>
            <a:ext cx="4572000" cy="521970"/>
          </a:xfrm>
          <a:prstGeom prst="rect">
            <a:avLst/>
          </a:prstGeom>
          <a:noFill/>
        </p:spPr>
        <p:txBody>
          <a:bodyPr wrap="square" rtlCol="0" anchor="t">
            <a:spAutoFit/>
          </a:bodyPr>
          <a:p>
            <a:r>
              <a:rPr lang="en-US" altLang="zh-CN" sz="2800" b="1">
                <a:solidFill>
                  <a:srgbClr val="1818FF"/>
                </a:solidFill>
                <a:latin typeface="Times New Roman" panose="02020603050405020304" charset="0"/>
                <a:ea typeface="黑体" panose="02010609060101010101" charset="-122"/>
                <a:cs typeface="Times New Roman" panose="02020603050405020304" charset="0"/>
                <a:sym typeface="+mn-ea"/>
              </a:rPr>
              <a:t>[</a:t>
            </a:r>
            <a:r>
              <a:rPr lang="zh-CN" altLang="en-US" sz="2800" b="1">
                <a:solidFill>
                  <a:srgbClr val="1818FF"/>
                </a:solidFill>
                <a:latin typeface="Times New Roman" panose="02020603050405020304" charset="0"/>
                <a:ea typeface="黑体" panose="02010609060101010101" charset="-122"/>
                <a:cs typeface="Times New Roman" panose="02020603050405020304" charset="0"/>
                <a:sym typeface="+mn-ea"/>
              </a:rPr>
              <a:t>解析</a:t>
            </a:r>
            <a:r>
              <a:rPr lang="en-US" altLang="zh-CN" sz="2800" b="1">
                <a:solidFill>
                  <a:srgbClr val="1818FF"/>
                </a:solidFill>
                <a:latin typeface="Times New Roman" panose="02020603050405020304" charset="0"/>
                <a:ea typeface="黑体" panose="02010609060101010101" charset="-122"/>
                <a:cs typeface="Times New Roman" panose="02020603050405020304" charset="0"/>
                <a:sym typeface="+mn-ea"/>
              </a:rPr>
              <a:t>]   </a:t>
            </a:r>
            <a:r>
              <a:rPr lang="zh-CN" altLang="en-US" sz="2800" b="1">
                <a:solidFill>
                  <a:srgbClr val="FF0000"/>
                </a:solidFill>
                <a:latin typeface="Times New Roman" panose="02020603050405020304" charset="0"/>
                <a:ea typeface="黑体" panose="02010609060101010101" charset="-122"/>
                <a:cs typeface="Times New Roman" panose="02020603050405020304" charset="0"/>
                <a:sym typeface="+mn-ea"/>
              </a:rPr>
              <a:t>教材</a:t>
            </a:r>
            <a:r>
              <a:rPr lang="en-US" altLang="zh-CN" sz="2800" b="1">
                <a:solidFill>
                  <a:srgbClr val="FF0000"/>
                </a:solidFill>
                <a:latin typeface="Times New Roman" panose="02020603050405020304" charset="0"/>
                <a:ea typeface="黑体" panose="02010609060101010101" charset="-122"/>
                <a:cs typeface="Times New Roman" panose="02020603050405020304" charset="0"/>
                <a:sym typeface="+mn-ea"/>
              </a:rPr>
              <a:t>P98 </a:t>
            </a:r>
            <a:r>
              <a:rPr lang="zh-CN" altLang="en-US" sz="2800" b="1">
                <a:solidFill>
                  <a:srgbClr val="FF0000"/>
                </a:solidFill>
                <a:latin typeface="Times New Roman" panose="02020603050405020304" charset="0"/>
                <a:ea typeface="黑体" panose="02010609060101010101" charset="-122"/>
                <a:cs typeface="Times New Roman" panose="02020603050405020304" charset="0"/>
                <a:sym typeface="+mn-ea"/>
              </a:rPr>
              <a:t>表</a:t>
            </a:r>
            <a:r>
              <a:rPr lang="en-US" altLang="zh-CN" sz="2800" b="1">
                <a:solidFill>
                  <a:srgbClr val="FF0000"/>
                </a:solidFill>
                <a:latin typeface="Times New Roman" panose="02020603050405020304" charset="0"/>
                <a:ea typeface="黑体" panose="02010609060101010101" charset="-122"/>
                <a:cs typeface="Times New Roman" panose="02020603050405020304" charset="0"/>
                <a:sym typeface="+mn-ea"/>
              </a:rPr>
              <a:t>3.1</a:t>
            </a:r>
            <a:endParaRPr lang="en-US" altLang="zh-CN" sz="2800" b="1">
              <a:solidFill>
                <a:srgbClr val="FF0000"/>
              </a:solidFill>
              <a:latin typeface="Times New Roman" panose="02020603050405020304" charset="0"/>
              <a:ea typeface="黑体" panose="02010609060101010101" charset="-122"/>
              <a:cs typeface="Times New Roman" panose="02020603050405020304" charset="0"/>
              <a:sym typeface="+mn-e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p>
            <a:r>
              <a:rPr lang="zh-CN" altLang="en-US" dirty="0">
                <a:sym typeface="+mn-ea"/>
              </a:rPr>
              <a:t>补充</a:t>
            </a:r>
            <a:r>
              <a:rPr lang="en-US" dirty="0"/>
              <a:t>2.</a:t>
            </a:r>
            <a:r>
              <a:rPr lang="en-US" altLang="zh-CN" dirty="0"/>
              <a:t>28</a:t>
            </a:r>
            <a:endParaRPr lang="zh-CN" altLang="en-US" dirty="0"/>
          </a:p>
        </p:txBody>
      </p:sp>
      <p:sp>
        <p:nvSpPr>
          <p:cNvPr id="3" name="文本框 2"/>
          <p:cNvSpPr txBox="1"/>
          <p:nvPr/>
        </p:nvSpPr>
        <p:spPr>
          <a:xfrm>
            <a:off x="249555" y="1106170"/>
            <a:ext cx="8644255" cy="3538220"/>
          </a:xfrm>
          <a:prstGeom prst="rect">
            <a:avLst/>
          </a:prstGeom>
          <a:noFill/>
        </p:spPr>
        <p:txBody>
          <a:bodyPr wrap="square" rtlCol="0" anchor="t">
            <a:spAutoFit/>
          </a:bodyPr>
          <a:p>
            <a:r>
              <a:rPr lang="zh-CN" altLang="en-US" sz="2800"/>
              <a:t>下列给出的处理器类型中，理想情况下，</a:t>
            </a:r>
            <a:r>
              <a:rPr lang="en-US" altLang="zh-CN" sz="2800"/>
              <a:t>CPI(Cycle Per Instruction)</a:t>
            </a:r>
            <a:r>
              <a:rPr lang="zh-CN" altLang="en-US" sz="2800"/>
              <a:t>为</a:t>
            </a:r>
            <a:r>
              <a:rPr lang="en-US" altLang="zh-CN" sz="2800"/>
              <a:t>1</a:t>
            </a:r>
            <a:r>
              <a:rPr lang="zh-CN" altLang="en-US" sz="2800"/>
              <a:t>的是（</a:t>
            </a:r>
            <a:r>
              <a:rPr lang="en-US" altLang="zh-CN" sz="2800"/>
              <a:t>  </a:t>
            </a:r>
            <a:r>
              <a:rPr lang="en-US" altLang="zh-CN" sz="2800" b="1">
                <a:solidFill>
                  <a:srgbClr val="1818FF"/>
                </a:solidFill>
                <a:latin typeface="Times New Roman" panose="02020603050405020304" charset="0"/>
                <a:cs typeface="Times New Roman" panose="02020603050405020304" charset="0"/>
              </a:rPr>
              <a:t>B</a:t>
            </a:r>
            <a:r>
              <a:rPr lang="en-US" altLang="zh-CN" sz="2800"/>
              <a:t>  </a:t>
            </a:r>
            <a:r>
              <a:rPr lang="zh-CN" altLang="en-US" sz="2800"/>
              <a:t>）</a:t>
            </a:r>
            <a:endParaRPr lang="zh-CN" altLang="en-US" sz="2800"/>
          </a:p>
          <a:p>
            <a:r>
              <a:rPr lang="en-US" altLang="zh-CN" sz="2800"/>
              <a:t>I.</a:t>
            </a:r>
            <a:r>
              <a:rPr lang="zh-CN" altLang="en-US" sz="2800"/>
              <a:t>单周期</a:t>
            </a:r>
            <a:r>
              <a:rPr lang="en-US" altLang="zh-CN" sz="2800"/>
              <a:t>CPU</a:t>
            </a:r>
            <a:r>
              <a:rPr lang="zh-CN" altLang="en-US" sz="2800"/>
              <a:t>（指令周期等于</a:t>
            </a:r>
            <a:r>
              <a:rPr lang="en-US" altLang="zh-CN" sz="2800"/>
              <a:t>T</a:t>
            </a:r>
            <a:r>
              <a:rPr lang="zh-CN" altLang="en-US" sz="2800"/>
              <a:t>周期）</a:t>
            </a:r>
            <a:endParaRPr lang="zh-CN" altLang="en-US" sz="2800"/>
          </a:p>
          <a:p>
            <a:r>
              <a:rPr lang="en-US" altLang="zh-CN" sz="2800"/>
              <a:t>II.</a:t>
            </a:r>
            <a:r>
              <a:rPr lang="zh-CN" altLang="en-US" sz="2800"/>
              <a:t>多周期</a:t>
            </a:r>
            <a:r>
              <a:rPr lang="en-US" altLang="zh-CN" sz="2800"/>
              <a:t>CPU</a:t>
            </a:r>
            <a:r>
              <a:rPr lang="zh-CN" altLang="en-US" sz="2800"/>
              <a:t>（指令周期对应多个</a:t>
            </a:r>
            <a:r>
              <a:rPr lang="en-US" altLang="zh-CN" sz="2800"/>
              <a:t>T</a:t>
            </a:r>
            <a:r>
              <a:rPr lang="zh-CN" altLang="en-US" sz="2800"/>
              <a:t>周期）</a:t>
            </a:r>
            <a:endParaRPr lang="zh-CN" altLang="en-US" sz="2800"/>
          </a:p>
          <a:p>
            <a:r>
              <a:rPr lang="en-US" altLang="zh-CN" sz="2800"/>
              <a:t>III.</a:t>
            </a:r>
            <a:r>
              <a:rPr lang="zh-CN" altLang="en-US" sz="2800"/>
              <a:t>基本流水线</a:t>
            </a:r>
            <a:r>
              <a:rPr lang="en-US" altLang="zh-CN" sz="2800"/>
              <a:t>CPU</a:t>
            </a:r>
            <a:endParaRPr lang="en-US" altLang="zh-CN" sz="2800"/>
          </a:p>
          <a:p>
            <a:r>
              <a:rPr lang="en-US" altLang="zh-CN" sz="2800"/>
              <a:t>IV.</a:t>
            </a:r>
            <a:r>
              <a:rPr lang="zh-CN" altLang="en-US" sz="2800"/>
              <a:t>超标量流水线</a:t>
            </a:r>
            <a:r>
              <a:rPr lang="en-US" altLang="zh-CN" sz="2800"/>
              <a:t>CPU</a:t>
            </a:r>
            <a:endParaRPr lang="en-US" altLang="zh-CN" sz="2800"/>
          </a:p>
          <a:p>
            <a:endParaRPr lang="en-US" altLang="zh-CN" sz="2800"/>
          </a:p>
          <a:p>
            <a:r>
              <a:rPr lang="en-US" altLang="zh-CN" sz="2800"/>
              <a:t>A)</a:t>
            </a:r>
            <a:r>
              <a:rPr lang="zh-CN" altLang="en-US" sz="2800"/>
              <a:t>仅</a:t>
            </a:r>
            <a:r>
              <a:rPr lang="en-US" altLang="zh-CN" sz="2800"/>
              <a:t>I</a:t>
            </a:r>
            <a:r>
              <a:rPr lang="zh-CN" altLang="en-US" sz="2800"/>
              <a:t>、</a:t>
            </a:r>
            <a:r>
              <a:rPr lang="en-US" altLang="zh-CN" sz="2800"/>
              <a:t>II          B)</a:t>
            </a:r>
            <a:r>
              <a:rPr lang="zh-CN" altLang="en-US" sz="2800"/>
              <a:t>仅</a:t>
            </a:r>
            <a:r>
              <a:rPr lang="en-US" altLang="zh-CN" sz="2800"/>
              <a:t>I</a:t>
            </a:r>
            <a:r>
              <a:rPr lang="zh-CN" altLang="en-US" sz="2800"/>
              <a:t>、</a:t>
            </a:r>
            <a:r>
              <a:rPr lang="en-US" altLang="zh-CN" sz="2800"/>
              <a:t>III          C)</a:t>
            </a:r>
            <a:r>
              <a:rPr lang="zh-CN" altLang="en-US" sz="2800"/>
              <a:t>仅</a:t>
            </a:r>
            <a:r>
              <a:rPr lang="en-US" altLang="zh-CN" sz="2800"/>
              <a:t>II</a:t>
            </a:r>
            <a:r>
              <a:rPr lang="zh-CN" altLang="en-US" sz="2800"/>
              <a:t>、</a:t>
            </a:r>
            <a:r>
              <a:rPr lang="en-US" altLang="zh-CN" sz="2800"/>
              <a:t>IV          D)</a:t>
            </a:r>
            <a:r>
              <a:rPr lang="zh-CN" altLang="en-US" sz="2800"/>
              <a:t>仅</a:t>
            </a:r>
            <a:r>
              <a:rPr lang="en-US" altLang="zh-CN" sz="2800"/>
              <a:t>III</a:t>
            </a:r>
            <a:r>
              <a:rPr lang="zh-CN" altLang="en-US" sz="2800"/>
              <a:t>、</a:t>
            </a:r>
            <a:r>
              <a:rPr lang="en-US" altLang="zh-CN" sz="2800"/>
              <a:t>IV</a:t>
            </a:r>
            <a:endParaRPr lang="en-US" altLang="zh-CN" sz="2800"/>
          </a:p>
        </p:txBody>
      </p:sp>
      <p:sp>
        <p:nvSpPr>
          <p:cNvPr id="6" name="文本框 5"/>
          <p:cNvSpPr txBox="1"/>
          <p:nvPr/>
        </p:nvSpPr>
        <p:spPr>
          <a:xfrm>
            <a:off x="249555" y="4771390"/>
            <a:ext cx="8442960" cy="1383665"/>
          </a:xfrm>
          <a:prstGeom prst="rect">
            <a:avLst/>
          </a:prstGeom>
          <a:noFill/>
        </p:spPr>
        <p:txBody>
          <a:bodyPr wrap="square" rtlCol="0" anchor="t">
            <a:spAutoFit/>
          </a:bodyPr>
          <a:p>
            <a:r>
              <a:rPr lang="en-US" altLang="zh-CN" sz="2800" b="1">
                <a:solidFill>
                  <a:srgbClr val="1818FF"/>
                </a:solidFill>
                <a:latin typeface="Times New Roman" panose="02020603050405020304" charset="0"/>
                <a:ea typeface="黑体" panose="02010609060101010101" charset="-122"/>
                <a:cs typeface="Times New Roman" panose="02020603050405020304" charset="0"/>
              </a:rPr>
              <a:t>[</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解析</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  </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教材中并未定义</a:t>
            </a:r>
            <a:r>
              <a:rPr lang="en-US" altLang="zh-CN" sz="2800" b="1">
                <a:solidFill>
                  <a:srgbClr val="1818FF"/>
                </a:solidFill>
                <a:latin typeface="黑体" panose="02010609060101010101" charset="-122"/>
                <a:ea typeface="黑体" panose="02010609060101010101" charset="-122"/>
                <a:cs typeface="黑体" panose="02010609060101010101" charset="-122"/>
              </a:rPr>
              <a:t>“</a:t>
            </a:r>
            <a:r>
              <a:rPr lang="zh-CN" altLang="en-US" sz="2800" b="1">
                <a:solidFill>
                  <a:srgbClr val="1818FF"/>
                </a:solidFill>
                <a:latin typeface="黑体" panose="02010609060101010101" charset="-122"/>
                <a:ea typeface="黑体" panose="02010609060101010101" charset="-122"/>
                <a:cs typeface="黑体" panose="02010609060101010101" charset="-122"/>
              </a:rPr>
              <a:t>单周期</a:t>
            </a:r>
            <a:r>
              <a:rPr lang="en-US" altLang="zh-CN" sz="2800" b="1">
                <a:solidFill>
                  <a:srgbClr val="1818FF"/>
                </a:solidFill>
                <a:latin typeface="Times New Roman" panose="02020603050405020304" charset="0"/>
                <a:ea typeface="黑体" panose="02010609060101010101" charset="-122"/>
                <a:cs typeface="Times New Roman" panose="02020603050405020304" charset="0"/>
                <a:sym typeface="+mn-ea"/>
              </a:rPr>
              <a:t>CPU</a:t>
            </a:r>
            <a:r>
              <a:rPr lang="en-US" altLang="zh-CN" sz="2800" b="1">
                <a:solidFill>
                  <a:srgbClr val="1818FF"/>
                </a:solidFill>
                <a:latin typeface="黑体" panose="02010609060101010101" charset="-122"/>
                <a:ea typeface="黑体" panose="02010609060101010101" charset="-122"/>
                <a:cs typeface="黑体" panose="02010609060101010101" charset="-122"/>
              </a:rPr>
              <a:t>”</a:t>
            </a:r>
            <a:r>
              <a:rPr lang="zh-CN" altLang="en-US" sz="2800" b="1">
                <a:solidFill>
                  <a:srgbClr val="1818FF"/>
                </a:solidFill>
                <a:latin typeface="黑体" panose="02010609060101010101" charset="-122"/>
                <a:ea typeface="黑体" panose="02010609060101010101" charset="-122"/>
                <a:cs typeface="黑体" panose="02010609060101010101" charset="-122"/>
              </a:rPr>
              <a:t>和</a:t>
            </a:r>
            <a:r>
              <a:rPr lang="en-US" altLang="zh-CN" sz="2800" b="1">
                <a:solidFill>
                  <a:srgbClr val="1818FF"/>
                </a:solidFill>
                <a:latin typeface="黑体" panose="02010609060101010101" charset="-122"/>
                <a:ea typeface="黑体" panose="02010609060101010101" charset="-122"/>
                <a:cs typeface="黑体" panose="02010609060101010101" charset="-122"/>
              </a:rPr>
              <a:t>“</a:t>
            </a:r>
            <a:r>
              <a:rPr lang="zh-CN" altLang="en-US" sz="2800" b="1">
                <a:solidFill>
                  <a:srgbClr val="1818FF"/>
                </a:solidFill>
                <a:latin typeface="黑体" panose="02010609060101010101" charset="-122"/>
                <a:ea typeface="黑体" panose="02010609060101010101" charset="-122"/>
                <a:cs typeface="黑体" panose="02010609060101010101" charset="-122"/>
              </a:rPr>
              <a:t>多周期</a:t>
            </a:r>
            <a:r>
              <a:rPr lang="en-US" altLang="zh-CN" sz="2800" b="1">
                <a:solidFill>
                  <a:srgbClr val="1818FF"/>
                </a:solidFill>
                <a:latin typeface="Times New Roman" panose="02020603050405020304" charset="0"/>
                <a:ea typeface="黑体" panose="02010609060101010101" charset="-122"/>
                <a:cs typeface="Times New Roman" panose="02020603050405020304" charset="0"/>
                <a:sym typeface="+mn-ea"/>
              </a:rPr>
              <a:t>CPU</a:t>
            </a:r>
            <a:r>
              <a:rPr lang="en-US" altLang="zh-CN" sz="2800" b="1">
                <a:solidFill>
                  <a:srgbClr val="1818FF"/>
                </a:solidFill>
                <a:latin typeface="黑体" panose="02010609060101010101" charset="-122"/>
                <a:ea typeface="黑体" panose="02010609060101010101" charset="-122"/>
                <a:cs typeface="黑体" panose="02010609060101010101" charset="-122"/>
              </a:rPr>
              <a:t>”</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，但是在其他一些资料里有这些术语。多周期</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CPU</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中</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CPI&gt;1</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；超标量因为有多条流水线，</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CPI&lt;1</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a:t>
            </a:r>
            <a:endParaRPr lang="zh-CN" altLang="en-US" sz="2800" b="1">
              <a:solidFill>
                <a:srgbClr val="1818FF"/>
              </a:solidFill>
              <a:latin typeface="Times New Roman" panose="02020603050405020304" charset="0"/>
              <a:ea typeface="黑体" panose="02010609060101010101" charset="-122"/>
              <a:cs typeface="Times New Roman" panose="0202060305040502030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p>
            <a:r>
              <a:rPr lang="zh-CN" altLang="en-US" dirty="0">
                <a:sym typeface="+mn-ea"/>
              </a:rPr>
              <a:t>补充</a:t>
            </a:r>
            <a:r>
              <a:rPr lang="en-US" dirty="0"/>
              <a:t>2.</a:t>
            </a:r>
            <a:r>
              <a:rPr lang="en-US" altLang="zh-CN" dirty="0"/>
              <a:t>29</a:t>
            </a:r>
            <a:endParaRPr lang="zh-CN" altLang="en-US" dirty="0"/>
          </a:p>
        </p:txBody>
      </p:sp>
      <p:sp>
        <p:nvSpPr>
          <p:cNvPr id="3" name="文本框 2"/>
          <p:cNvSpPr txBox="1"/>
          <p:nvPr/>
        </p:nvSpPr>
        <p:spPr>
          <a:xfrm>
            <a:off x="249555" y="1106170"/>
            <a:ext cx="8644255" cy="3969385"/>
          </a:xfrm>
          <a:prstGeom prst="rect">
            <a:avLst/>
          </a:prstGeom>
          <a:noFill/>
        </p:spPr>
        <p:txBody>
          <a:bodyPr wrap="square" rtlCol="0" anchor="t">
            <a:spAutoFit/>
          </a:bodyPr>
          <a:p>
            <a:r>
              <a:rPr lang="zh-CN" altLang="en-US" sz="2800"/>
              <a:t>若某计算机最复杂指今的执行需要完成</a:t>
            </a:r>
            <a:r>
              <a:rPr lang="en-US" altLang="zh-CN" sz="2800"/>
              <a:t>5</a:t>
            </a:r>
            <a:r>
              <a:rPr lang="zh-CN" altLang="en-US" sz="2800"/>
              <a:t>个子功能，分别由功能部件</a:t>
            </a:r>
            <a:r>
              <a:rPr lang="en-US" altLang="zh-CN" sz="2800"/>
              <a:t>A~E</a:t>
            </a:r>
            <a:r>
              <a:rPr lang="zh-CN" altLang="en-US" sz="2800"/>
              <a:t>实现，各功能部件所需时间分别为</a:t>
            </a:r>
            <a:r>
              <a:rPr lang="en-US" altLang="zh-CN" sz="2800"/>
              <a:t>80ps</a:t>
            </a:r>
            <a:r>
              <a:rPr lang="zh-CN" altLang="en-US" sz="2800"/>
              <a:t>、</a:t>
            </a:r>
            <a:r>
              <a:rPr lang="en-US" altLang="zh-CN" sz="2800"/>
              <a:t>50ps</a:t>
            </a:r>
            <a:r>
              <a:rPr lang="zh-CN" altLang="en-US" sz="2800"/>
              <a:t>、</a:t>
            </a:r>
            <a:r>
              <a:rPr lang="en-US" altLang="zh-CN" sz="2800"/>
              <a:t>50ps</a:t>
            </a:r>
            <a:r>
              <a:rPr lang="zh-CN" altLang="en-US" sz="2800"/>
              <a:t>、</a:t>
            </a:r>
            <a:r>
              <a:rPr lang="en-US" altLang="zh-CN" sz="2800"/>
              <a:t>70ps</a:t>
            </a:r>
            <a:r>
              <a:rPr lang="zh-CN" altLang="en-US" sz="2800"/>
              <a:t>和</a:t>
            </a:r>
            <a:r>
              <a:rPr lang="en-US" altLang="zh-CN" sz="2800"/>
              <a:t>50ps</a:t>
            </a:r>
            <a:r>
              <a:rPr lang="zh-CN" altLang="en-US" sz="2800"/>
              <a:t>，采用流水线方式执行指令，流水段寄存器延时为</a:t>
            </a:r>
            <a:r>
              <a:rPr lang="en-US" altLang="zh-CN" sz="2800"/>
              <a:t>20ps</a:t>
            </a:r>
            <a:r>
              <a:rPr lang="zh-CN" altLang="en-US" sz="2800"/>
              <a:t>，则</a:t>
            </a:r>
            <a:r>
              <a:rPr lang="en-US" altLang="zh-CN" sz="2800"/>
              <a:t>CPU</a:t>
            </a:r>
            <a:r>
              <a:rPr lang="zh-CN" altLang="en-US" sz="2800"/>
              <a:t>时钟周期至少为（</a:t>
            </a:r>
            <a:r>
              <a:rPr lang="en-US" altLang="zh-CN" sz="2800"/>
              <a:t>  </a:t>
            </a:r>
            <a:r>
              <a:rPr lang="en-US" altLang="zh-CN" sz="2800" b="1">
                <a:solidFill>
                  <a:srgbClr val="1818FF"/>
                </a:solidFill>
                <a:latin typeface="Times New Roman" panose="02020603050405020304" charset="0"/>
                <a:cs typeface="Times New Roman" panose="02020603050405020304" charset="0"/>
              </a:rPr>
              <a:t>D</a:t>
            </a:r>
            <a:r>
              <a:rPr lang="en-US" altLang="zh-CN" sz="2800"/>
              <a:t>  </a:t>
            </a:r>
            <a:r>
              <a:rPr lang="zh-CN" altLang="en-US" sz="2800"/>
              <a:t>）</a:t>
            </a:r>
            <a:endParaRPr lang="zh-CN" altLang="en-US" sz="2800"/>
          </a:p>
          <a:p>
            <a:r>
              <a:rPr lang="en-US" altLang="zh-CN" sz="2800"/>
              <a:t>A)60ps</a:t>
            </a:r>
            <a:endParaRPr lang="en-US" altLang="zh-CN" sz="2800"/>
          </a:p>
          <a:p>
            <a:r>
              <a:rPr lang="en-US" altLang="zh-CN" sz="2800"/>
              <a:t>B)70ps</a:t>
            </a:r>
            <a:endParaRPr lang="en-US" altLang="zh-CN" sz="2800"/>
          </a:p>
          <a:p>
            <a:r>
              <a:rPr lang="en-US" altLang="zh-CN" sz="2800"/>
              <a:t>C)80ps</a:t>
            </a:r>
            <a:endParaRPr lang="en-US" altLang="zh-CN" sz="2800"/>
          </a:p>
          <a:p>
            <a:r>
              <a:rPr lang="en-US" altLang="zh-CN" sz="2800"/>
              <a:t>D)100ps</a:t>
            </a:r>
            <a:endParaRPr lang="en-US" altLang="zh-CN" sz="2800"/>
          </a:p>
        </p:txBody>
      </p:sp>
      <p:sp>
        <p:nvSpPr>
          <p:cNvPr id="6" name="文本框 5"/>
          <p:cNvSpPr txBox="1"/>
          <p:nvPr/>
        </p:nvSpPr>
        <p:spPr>
          <a:xfrm>
            <a:off x="249555" y="5191760"/>
            <a:ext cx="8493125" cy="953135"/>
          </a:xfrm>
          <a:prstGeom prst="rect">
            <a:avLst/>
          </a:prstGeom>
          <a:noFill/>
        </p:spPr>
        <p:txBody>
          <a:bodyPr wrap="square" rtlCol="0" anchor="t">
            <a:spAutoFit/>
          </a:bodyPr>
          <a:p>
            <a:r>
              <a:rPr lang="en-US" altLang="zh-CN" sz="2800" b="1">
                <a:solidFill>
                  <a:srgbClr val="1818FF"/>
                </a:solidFill>
                <a:latin typeface="Times New Roman" panose="02020603050405020304" charset="0"/>
                <a:ea typeface="黑体" panose="02010609060101010101" charset="-122"/>
                <a:cs typeface="Times New Roman" panose="02020603050405020304" charset="0"/>
              </a:rPr>
              <a:t>[</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解析</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  </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每个流水段时间应取最大的部件时间</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80ps</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，加上寄存器延时</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20ps</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，故</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CPU</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时钟周期是</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100ps</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a:t>
            </a:r>
            <a:endParaRPr lang="zh-CN" altLang="en-US" sz="2800" b="1">
              <a:solidFill>
                <a:srgbClr val="1818FF"/>
              </a:solidFill>
              <a:latin typeface="Times New Roman" panose="02020603050405020304" charset="0"/>
              <a:ea typeface="黑体" panose="02010609060101010101" charset="-122"/>
              <a:cs typeface="Times New Roman" panose="0202060305040502030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312420" y="664845"/>
            <a:ext cx="8644255" cy="3107690"/>
          </a:xfrm>
          <a:prstGeom prst="rect">
            <a:avLst/>
          </a:prstGeom>
          <a:noFill/>
        </p:spPr>
        <p:txBody>
          <a:bodyPr wrap="square" rtlCol="0" anchor="t">
            <a:spAutoFit/>
          </a:bodyPr>
          <a:p>
            <a:r>
              <a:rPr lang="zh-CN" altLang="en-US" sz="2800" b="1" dirty="0">
                <a:sym typeface="+mn-ea"/>
              </a:rPr>
              <a:t>补充</a:t>
            </a:r>
            <a:r>
              <a:rPr lang="en-US" sz="2800" b="1" dirty="0">
                <a:sym typeface="+mn-ea"/>
              </a:rPr>
              <a:t>2.</a:t>
            </a:r>
            <a:r>
              <a:rPr lang="en-US" altLang="zh-CN" sz="2800" b="1" dirty="0">
                <a:sym typeface="+mn-ea"/>
              </a:rPr>
              <a:t>30</a:t>
            </a:r>
            <a:r>
              <a:rPr lang="en-US" altLang="zh-CN" sz="2800" dirty="0">
                <a:sym typeface="+mn-ea"/>
              </a:rPr>
              <a:t>    </a:t>
            </a:r>
            <a:r>
              <a:rPr lang="zh-CN" altLang="en-US" sz="2800"/>
              <a:t>下列给出的指令系统特点中，有利于实现指令流水线的是（</a:t>
            </a:r>
            <a:r>
              <a:rPr lang="en-US" altLang="zh-CN" sz="2800"/>
              <a:t>  </a:t>
            </a:r>
            <a:r>
              <a:rPr lang="en-US" altLang="zh-CN" sz="2800" b="1">
                <a:solidFill>
                  <a:srgbClr val="1818FF"/>
                </a:solidFill>
                <a:latin typeface="Times New Roman" panose="02020603050405020304" charset="0"/>
                <a:cs typeface="Times New Roman" panose="02020603050405020304" charset="0"/>
              </a:rPr>
              <a:t>D</a:t>
            </a:r>
            <a:r>
              <a:rPr lang="en-US" altLang="zh-CN" sz="2800"/>
              <a:t>  </a:t>
            </a:r>
            <a:r>
              <a:rPr lang="zh-CN" altLang="en-US" sz="2800"/>
              <a:t>）</a:t>
            </a:r>
            <a:endParaRPr lang="zh-CN" altLang="en-US" sz="2800"/>
          </a:p>
          <a:p>
            <a:r>
              <a:rPr lang="en-US" altLang="zh-CN" sz="2800"/>
              <a:t>I.</a:t>
            </a:r>
            <a:r>
              <a:rPr lang="zh-CN" altLang="en-US" sz="2800"/>
              <a:t>指令格式规整且长度一致</a:t>
            </a:r>
            <a:endParaRPr lang="zh-CN" altLang="en-US" sz="2800"/>
          </a:p>
          <a:p>
            <a:r>
              <a:rPr lang="en-US" altLang="zh-CN" sz="2800"/>
              <a:t>II.</a:t>
            </a:r>
            <a:r>
              <a:rPr lang="zh-CN" altLang="en-US" sz="2800"/>
              <a:t>指令和数据按边界对齐存放</a:t>
            </a:r>
            <a:endParaRPr lang="zh-CN" altLang="en-US" sz="2800"/>
          </a:p>
          <a:p>
            <a:r>
              <a:rPr lang="en-US" altLang="zh-CN" sz="2800"/>
              <a:t>III.</a:t>
            </a:r>
            <a:r>
              <a:rPr lang="zh-CN" altLang="en-US" sz="2800"/>
              <a:t>只有</a:t>
            </a:r>
            <a:r>
              <a:rPr lang="en-US" altLang="zh-CN" sz="2800"/>
              <a:t>Load/Store</a:t>
            </a:r>
            <a:r>
              <a:rPr lang="zh-CN" altLang="en-US" sz="2800"/>
              <a:t>指令才能对操作数进行存储访问</a:t>
            </a:r>
            <a:endParaRPr lang="zh-CN" altLang="en-US" sz="2800"/>
          </a:p>
          <a:p>
            <a:endParaRPr lang="en-US" altLang="zh-CN" sz="2800"/>
          </a:p>
          <a:p>
            <a:r>
              <a:rPr lang="en-US" altLang="zh-CN" sz="2800"/>
              <a:t>A)</a:t>
            </a:r>
            <a:r>
              <a:rPr lang="zh-CN" altLang="en-US" sz="2800"/>
              <a:t>仅</a:t>
            </a:r>
            <a:r>
              <a:rPr lang="en-US" altLang="zh-CN" sz="2800"/>
              <a:t>I</a:t>
            </a:r>
            <a:r>
              <a:rPr lang="zh-CN" altLang="en-US" sz="2800"/>
              <a:t>、</a:t>
            </a:r>
            <a:r>
              <a:rPr lang="en-US" altLang="zh-CN" sz="2800"/>
              <a:t>II          B)</a:t>
            </a:r>
            <a:r>
              <a:rPr lang="zh-CN" altLang="en-US" sz="2800"/>
              <a:t>仅</a:t>
            </a:r>
            <a:r>
              <a:rPr lang="en-US" altLang="zh-CN" sz="2800"/>
              <a:t>II</a:t>
            </a:r>
            <a:r>
              <a:rPr lang="zh-CN" altLang="en-US" sz="2800"/>
              <a:t>、</a:t>
            </a:r>
            <a:r>
              <a:rPr lang="en-US" altLang="zh-CN" sz="2800"/>
              <a:t>III          C)</a:t>
            </a:r>
            <a:r>
              <a:rPr lang="zh-CN" altLang="en-US" sz="2800"/>
              <a:t>仅</a:t>
            </a:r>
            <a:r>
              <a:rPr lang="en-US" altLang="zh-CN" sz="2800"/>
              <a:t>II</a:t>
            </a:r>
            <a:r>
              <a:rPr lang="zh-CN" altLang="en-US" sz="2800"/>
              <a:t>、</a:t>
            </a:r>
            <a:r>
              <a:rPr lang="en-US" altLang="zh-CN" sz="2800"/>
              <a:t>III          D)I</a:t>
            </a:r>
            <a:r>
              <a:rPr lang="zh-CN" altLang="en-US" sz="2800"/>
              <a:t>、</a:t>
            </a:r>
            <a:r>
              <a:rPr lang="en-US" altLang="zh-CN" sz="2800"/>
              <a:t>II</a:t>
            </a:r>
            <a:r>
              <a:rPr lang="zh-CN" altLang="en-US" sz="2800"/>
              <a:t>、</a:t>
            </a:r>
            <a:r>
              <a:rPr lang="en-US" altLang="zh-CN" sz="2800"/>
              <a:t>III</a:t>
            </a:r>
            <a:endParaRPr lang="en-US" altLang="zh-CN" sz="2800"/>
          </a:p>
        </p:txBody>
      </p:sp>
      <p:sp>
        <p:nvSpPr>
          <p:cNvPr id="6" name="文本框 5"/>
          <p:cNvSpPr txBox="1"/>
          <p:nvPr/>
        </p:nvSpPr>
        <p:spPr>
          <a:xfrm>
            <a:off x="249555" y="3772535"/>
            <a:ext cx="8894445" cy="2245360"/>
          </a:xfrm>
          <a:prstGeom prst="rect">
            <a:avLst/>
          </a:prstGeom>
          <a:noFill/>
        </p:spPr>
        <p:txBody>
          <a:bodyPr wrap="square" rtlCol="0" anchor="t">
            <a:spAutoFit/>
          </a:bodyPr>
          <a:p>
            <a:r>
              <a:rPr lang="en-US" altLang="zh-CN" sz="2800" b="1">
                <a:solidFill>
                  <a:srgbClr val="1818FF"/>
                </a:solidFill>
                <a:latin typeface="Times New Roman" panose="02020603050405020304" charset="0"/>
                <a:ea typeface="黑体" panose="02010609060101010101" charset="-122"/>
                <a:cs typeface="Times New Roman" panose="02020603050405020304" charset="0"/>
              </a:rPr>
              <a:t>[</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解析</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  </a:t>
            </a:r>
            <a:endParaRPr lang="en-US" altLang="zh-CN" sz="2800" b="1">
              <a:solidFill>
                <a:srgbClr val="1818FF"/>
              </a:solidFill>
              <a:latin typeface="Times New Roman" panose="02020603050405020304" charset="0"/>
              <a:ea typeface="黑体" panose="02010609060101010101" charset="-122"/>
              <a:cs typeface="Times New Roman" panose="02020603050405020304" charset="0"/>
            </a:endParaRPr>
          </a:p>
          <a:p>
            <a:r>
              <a:rPr lang="en-US" altLang="zh-CN" sz="2800" b="1">
                <a:solidFill>
                  <a:srgbClr val="1818FF"/>
                </a:solidFill>
                <a:latin typeface="Times New Roman" panose="02020603050405020304" charset="0"/>
                <a:ea typeface="黑体" panose="02010609060101010101" charset="-122"/>
                <a:cs typeface="Times New Roman" panose="02020603050405020304" charset="0"/>
              </a:rPr>
              <a:t>II</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，如果不是字对齐，需要</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2</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个总线周期来取指令或数据</a:t>
            </a:r>
            <a:endParaRPr lang="zh-CN" altLang="en-US" sz="2800" b="1">
              <a:solidFill>
                <a:srgbClr val="1818FF"/>
              </a:solidFill>
              <a:latin typeface="Times New Roman" panose="02020603050405020304" charset="0"/>
              <a:ea typeface="黑体" panose="02010609060101010101" charset="-122"/>
              <a:cs typeface="Times New Roman" panose="02020603050405020304" charset="0"/>
            </a:endParaRPr>
          </a:p>
          <a:p>
            <a:r>
              <a:rPr lang="en-US" altLang="zh-CN" sz="2800" b="1">
                <a:solidFill>
                  <a:srgbClr val="1818FF"/>
                </a:solidFill>
                <a:latin typeface="Times New Roman" panose="02020603050405020304" charset="0"/>
                <a:ea typeface="黑体" panose="02010609060101010101" charset="-122"/>
                <a:cs typeface="Times New Roman" panose="02020603050405020304" charset="0"/>
              </a:rPr>
              <a:t>III</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，非</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Load/Store</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体系中，以加法指令为例，操作数全部在寄存器需要而时间少于有操作数在存储器的情形，即指令执行所需的</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T</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周期不同，不利于实现流水线</a:t>
            </a:r>
            <a:endParaRPr lang="zh-CN" altLang="en-US" sz="2800" b="1">
              <a:solidFill>
                <a:srgbClr val="1818FF"/>
              </a:solidFill>
              <a:latin typeface="Times New Roman" panose="02020603050405020304" charset="0"/>
              <a:ea typeface="黑体" panose="02010609060101010101" charset="-122"/>
              <a:cs typeface="Times New Roman" panose="0202060305040502030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312420" y="1014730"/>
            <a:ext cx="8644255" cy="5367655"/>
          </a:xfrm>
          <a:prstGeom prst="rect">
            <a:avLst/>
          </a:prstGeom>
          <a:noFill/>
        </p:spPr>
        <p:txBody>
          <a:bodyPr wrap="square" rtlCol="0" anchor="t">
            <a:noAutofit/>
          </a:bodyPr>
          <a:p>
            <a:r>
              <a:rPr lang="zh-CN" altLang="en-US" sz="2800"/>
              <a:t>在采用</a:t>
            </a:r>
            <a:r>
              <a:rPr lang="en-US" altLang="zh-CN" sz="2800"/>
              <a:t>“</a:t>
            </a:r>
            <a:r>
              <a:rPr lang="zh-CN" altLang="en-US" sz="2800"/>
              <a:t>取指、译码</a:t>
            </a:r>
            <a:r>
              <a:rPr lang="en-US" altLang="zh-CN" sz="2800"/>
              <a:t>/</a:t>
            </a:r>
            <a:r>
              <a:rPr lang="zh-CN" altLang="en-US" sz="2800"/>
              <a:t>取数、执行，访存、写回</a:t>
            </a:r>
            <a:r>
              <a:rPr lang="en-US" altLang="zh-CN" sz="2800"/>
              <a:t>”5</a:t>
            </a:r>
            <a:r>
              <a:rPr lang="zh-CN" altLang="en-US" sz="2800"/>
              <a:t>段流水线的处理器中，执行如下指令序列，其中</a:t>
            </a:r>
            <a:r>
              <a:rPr lang="en-US" altLang="zh-CN" sz="2800"/>
              <a:t>s0</a:t>
            </a:r>
            <a:r>
              <a:rPr lang="zh-CN" altLang="en-US" sz="2800"/>
              <a:t>、</a:t>
            </a:r>
            <a:r>
              <a:rPr lang="en-US" altLang="zh-CN" sz="2800"/>
              <a:t>s1</a:t>
            </a:r>
            <a:r>
              <a:rPr lang="zh-CN" altLang="en-US" sz="2800"/>
              <a:t>、</a:t>
            </a:r>
            <a:r>
              <a:rPr lang="en-US" altLang="zh-CN" sz="2800"/>
              <a:t>s2</a:t>
            </a:r>
            <a:r>
              <a:rPr lang="zh-CN" altLang="en-US" sz="2800"/>
              <a:t>、</a:t>
            </a:r>
            <a:r>
              <a:rPr lang="en-US" altLang="zh-CN" sz="2800"/>
              <a:t>s3</a:t>
            </a:r>
            <a:r>
              <a:rPr lang="zh-CN" altLang="en-US" sz="2800"/>
              <a:t>和</a:t>
            </a:r>
            <a:r>
              <a:rPr lang="en-US" altLang="zh-CN" sz="2800"/>
              <a:t>t2</a:t>
            </a:r>
            <a:r>
              <a:rPr lang="zh-CN" altLang="en-US" sz="2800"/>
              <a:t>表示寄存器编号。下列指令对中，不存在数据冒险的是（</a:t>
            </a:r>
            <a:r>
              <a:rPr lang="en-US" altLang="zh-CN" sz="2800"/>
              <a:t> </a:t>
            </a:r>
            <a:r>
              <a:rPr lang="en-US" altLang="zh-CN" sz="2800" b="1">
                <a:solidFill>
                  <a:srgbClr val="1818FF"/>
                </a:solidFill>
                <a:latin typeface="Times New Roman" panose="02020603050405020304" charset="0"/>
                <a:cs typeface="Times New Roman" panose="02020603050405020304" charset="0"/>
              </a:rPr>
              <a:t>C</a:t>
            </a:r>
            <a:r>
              <a:rPr lang="en-US" altLang="zh-CN" sz="2800"/>
              <a:t>  </a:t>
            </a:r>
            <a:r>
              <a:rPr lang="zh-CN" altLang="en-US" sz="2800"/>
              <a:t>）</a:t>
            </a:r>
            <a:endParaRPr lang="zh-CN" altLang="en-US" sz="2800"/>
          </a:p>
          <a:p>
            <a:r>
              <a:rPr lang="en-US" altLang="zh-CN" sz="2800"/>
              <a:t>I.I1: add s2, s1, s0	</a:t>
            </a:r>
            <a:r>
              <a:rPr lang="en-US" altLang="zh-CN"/>
              <a:t>//R[s2]</a:t>
            </a:r>
            <a:r>
              <a:rPr lang="en-US" altLang="en-US"/>
              <a:t>←</a:t>
            </a:r>
            <a:r>
              <a:rPr lang="en-US" altLang="zh-CN"/>
              <a:t>R[s1]+R[s0]</a:t>
            </a:r>
            <a:endParaRPr lang="en-US" altLang="zh-CN" sz="2800"/>
          </a:p>
          <a:p>
            <a:r>
              <a:rPr lang="en-US" altLang="zh-CN" sz="2800"/>
              <a:t>II.I2: load s3, [t2]	</a:t>
            </a:r>
            <a:r>
              <a:rPr lang="en-US" altLang="zh-CN"/>
              <a:t>//R[s3]</a:t>
            </a:r>
            <a:r>
              <a:rPr lang="en-US" altLang="en-US"/>
              <a:t>←</a:t>
            </a:r>
            <a:r>
              <a:rPr lang="en-US" altLang="zh-CN"/>
              <a:t>Memory[R[t2]], </a:t>
            </a:r>
            <a:r>
              <a:rPr lang="zh-CN" altLang="en-US"/>
              <a:t>加载地址为</a:t>
            </a:r>
            <a:r>
              <a:rPr lang="en-US" altLang="zh-CN"/>
              <a:t>R[t2]</a:t>
            </a:r>
            <a:r>
              <a:rPr lang="zh-CN" altLang="en-US"/>
              <a:t>的存储单元</a:t>
            </a:r>
            <a:endParaRPr lang="zh-CN" altLang="en-US" sz="2800"/>
          </a:p>
          <a:p>
            <a:r>
              <a:rPr lang="en-US" altLang="zh-CN" sz="2800"/>
              <a:t>III.I3: add s2, s2, s3</a:t>
            </a:r>
            <a:r>
              <a:rPr lang="en-US" altLang="zh-CN"/>
              <a:t>//R[s2]</a:t>
            </a:r>
            <a:r>
              <a:rPr lang="en-US" altLang="en-US"/>
              <a:t>←</a:t>
            </a:r>
            <a:r>
              <a:rPr lang="en-US" altLang="zh-CN"/>
              <a:t>R[s2]+R[s3]</a:t>
            </a:r>
            <a:endParaRPr lang="en-US" altLang="zh-CN" sz="2800"/>
          </a:p>
          <a:p>
            <a:r>
              <a:rPr lang="en-US" altLang="zh-CN" sz="2800"/>
              <a:t>IV.I4: store s2, [t2]	</a:t>
            </a:r>
            <a:r>
              <a:rPr lang="en-US" altLang="zh-CN"/>
              <a:t>//Memory[R[t2]]</a:t>
            </a:r>
            <a:r>
              <a:rPr lang="en-US" altLang="en-US"/>
              <a:t>←</a:t>
            </a:r>
            <a:r>
              <a:rPr lang="en-US" altLang="zh-CN"/>
              <a:t>R[s2], </a:t>
            </a:r>
            <a:r>
              <a:rPr lang="zh-CN" altLang="en-US"/>
              <a:t>保存至地址为</a:t>
            </a:r>
            <a:r>
              <a:rPr lang="en-US" altLang="zh-CN"/>
              <a:t>R[t2]</a:t>
            </a:r>
            <a:r>
              <a:rPr lang="zh-CN" altLang="en-US"/>
              <a:t>的存储单元</a:t>
            </a:r>
            <a:endParaRPr lang="zh-CN" altLang="en-US" sz="2800"/>
          </a:p>
          <a:p>
            <a:endParaRPr lang="en-US" altLang="zh-CN" sz="2800"/>
          </a:p>
          <a:p>
            <a:r>
              <a:rPr lang="en-US" altLang="zh-CN" sz="2800"/>
              <a:t>A)I1</a:t>
            </a:r>
            <a:r>
              <a:rPr lang="zh-CN" altLang="en-US" sz="2800"/>
              <a:t>和</a:t>
            </a:r>
            <a:r>
              <a:rPr lang="en-US" altLang="zh-CN" sz="2800"/>
              <a:t>I3          B)I2</a:t>
            </a:r>
            <a:r>
              <a:rPr lang="zh-CN" altLang="en-US" sz="2800"/>
              <a:t>和</a:t>
            </a:r>
            <a:r>
              <a:rPr lang="en-US" altLang="zh-CN" sz="2800"/>
              <a:t>I3          C)I2</a:t>
            </a:r>
            <a:r>
              <a:rPr lang="zh-CN" altLang="en-US" sz="2800"/>
              <a:t>和</a:t>
            </a:r>
            <a:r>
              <a:rPr lang="en-US" altLang="zh-CN" sz="2800"/>
              <a:t>I4          D)I3</a:t>
            </a:r>
            <a:r>
              <a:rPr lang="zh-CN" altLang="en-US" sz="2800"/>
              <a:t>和</a:t>
            </a:r>
            <a:r>
              <a:rPr lang="en-US" altLang="zh-CN" sz="2800"/>
              <a:t>I4</a:t>
            </a:r>
            <a:endParaRPr lang="en-US" altLang="zh-CN" sz="2800"/>
          </a:p>
          <a:p>
            <a:endParaRPr lang="en-US" altLang="zh-CN" sz="2800"/>
          </a:p>
        </p:txBody>
      </p:sp>
      <p:sp>
        <p:nvSpPr>
          <p:cNvPr id="5" name="标题 4"/>
          <p:cNvSpPr>
            <a:spLocks noGrp="1"/>
          </p:cNvSpPr>
          <p:nvPr>
            <p:ph type="title"/>
          </p:nvPr>
        </p:nvSpPr>
        <p:spPr/>
        <p:txBody>
          <a:bodyPr/>
          <a:p>
            <a:r>
              <a:rPr lang="zh-CN" altLang="en-US" dirty="0">
                <a:sym typeface="+mn-ea"/>
              </a:rPr>
              <a:t>补充</a:t>
            </a:r>
            <a:r>
              <a:rPr lang="en-US" dirty="0"/>
              <a:t>2.31</a:t>
            </a:r>
            <a:endParaRPr lang="zh-CN" alt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p>
            <a:r>
              <a:rPr lang="zh-CN" altLang="en-US" dirty="0">
                <a:sym typeface="+mn-ea"/>
              </a:rPr>
              <a:t>补充</a:t>
            </a:r>
            <a:r>
              <a:rPr lang="en-US" dirty="0"/>
              <a:t>2.31</a:t>
            </a:r>
            <a:endParaRPr lang="zh-CN" altLang="en-US" dirty="0"/>
          </a:p>
        </p:txBody>
      </p:sp>
      <p:sp>
        <p:nvSpPr>
          <p:cNvPr id="2" name="文本框 1"/>
          <p:cNvSpPr txBox="1"/>
          <p:nvPr/>
        </p:nvSpPr>
        <p:spPr>
          <a:xfrm>
            <a:off x="457200" y="1708150"/>
            <a:ext cx="8172450" cy="3107690"/>
          </a:xfrm>
          <a:prstGeom prst="rect">
            <a:avLst/>
          </a:prstGeom>
          <a:noFill/>
        </p:spPr>
        <p:txBody>
          <a:bodyPr wrap="square" rtlCol="0" anchor="t">
            <a:spAutoFit/>
          </a:bodyPr>
          <a:p>
            <a:r>
              <a:rPr lang="en-US" altLang="zh-CN" sz="2800" b="1">
                <a:solidFill>
                  <a:srgbClr val="1818FF"/>
                </a:solidFill>
                <a:latin typeface="Times New Roman" panose="02020603050405020304" charset="0"/>
                <a:ea typeface="黑体" panose="02010609060101010101" charset="-122"/>
                <a:cs typeface="Times New Roman" panose="02020603050405020304" charset="0"/>
              </a:rPr>
              <a:t>[</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解析</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 </a:t>
            </a:r>
            <a:endParaRPr lang="zh-CN" altLang="en-US" sz="2800" b="1">
              <a:solidFill>
                <a:srgbClr val="1818FF"/>
              </a:solidFill>
              <a:latin typeface="Times New Roman" panose="02020603050405020304" charset="0"/>
              <a:ea typeface="黑体" panose="02010609060101010101" charset="-122"/>
              <a:cs typeface="Times New Roman" panose="02020603050405020304" charset="0"/>
            </a:endParaRPr>
          </a:p>
          <a:p>
            <a:r>
              <a:rPr lang="zh-CN" altLang="en-US" sz="2800" b="1">
                <a:solidFill>
                  <a:srgbClr val="1818FF"/>
                </a:solidFill>
                <a:latin typeface="Times New Roman" panose="02020603050405020304" charset="0"/>
                <a:ea typeface="黑体" panose="02010609060101010101" charset="-122"/>
                <a:cs typeface="Times New Roman" panose="02020603050405020304" charset="0"/>
              </a:rPr>
              <a:t>数据冒险</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数据相关</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，指后一条指令需要用前一条指令的结果</a:t>
            </a:r>
            <a:endParaRPr lang="zh-CN" altLang="en-US" sz="2800" b="1">
              <a:solidFill>
                <a:srgbClr val="1818FF"/>
              </a:solidFill>
              <a:latin typeface="Times New Roman" panose="02020603050405020304" charset="0"/>
              <a:ea typeface="黑体" panose="02010609060101010101" charset="-122"/>
              <a:cs typeface="Times New Roman" panose="02020603050405020304" charset="0"/>
            </a:endParaRPr>
          </a:p>
          <a:p>
            <a:r>
              <a:rPr lang="en-US" altLang="zh-CN" sz="2800" b="1">
                <a:solidFill>
                  <a:srgbClr val="1818FF"/>
                </a:solidFill>
                <a:latin typeface="Times New Roman" panose="02020603050405020304" charset="0"/>
                <a:ea typeface="黑体" panose="02010609060101010101" charset="-122"/>
                <a:cs typeface="Times New Roman" panose="02020603050405020304" charset="0"/>
              </a:rPr>
              <a:t>A</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选项，</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I1</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中</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s2</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是结果，但</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I3</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的源操作数有</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s2</a:t>
            </a:r>
            <a:endParaRPr lang="en-US" altLang="zh-CN" sz="2800" b="1">
              <a:solidFill>
                <a:srgbClr val="1818FF"/>
              </a:solidFill>
              <a:latin typeface="Times New Roman" panose="02020603050405020304" charset="0"/>
              <a:ea typeface="黑体" panose="02010609060101010101" charset="-122"/>
              <a:cs typeface="Times New Roman" panose="02020603050405020304" charset="0"/>
            </a:endParaRPr>
          </a:p>
          <a:p>
            <a:r>
              <a:rPr lang="en-US" altLang="zh-CN" sz="2800" b="1">
                <a:solidFill>
                  <a:srgbClr val="1818FF"/>
                </a:solidFill>
                <a:latin typeface="Times New Roman" panose="02020603050405020304" charset="0"/>
                <a:ea typeface="黑体" panose="02010609060101010101" charset="-122"/>
                <a:cs typeface="Times New Roman" panose="02020603050405020304" charset="0"/>
              </a:rPr>
              <a:t>B</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选项，</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I2</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中</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s3</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是结果，</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I2</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的源操作数有</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s3</a:t>
            </a:r>
            <a:endParaRPr lang="en-US" altLang="zh-CN" sz="2800" b="1">
              <a:solidFill>
                <a:srgbClr val="1818FF"/>
              </a:solidFill>
              <a:latin typeface="Times New Roman" panose="02020603050405020304" charset="0"/>
              <a:ea typeface="黑体" panose="02010609060101010101" charset="-122"/>
              <a:cs typeface="Times New Roman" panose="02020603050405020304" charset="0"/>
            </a:endParaRPr>
          </a:p>
          <a:p>
            <a:r>
              <a:rPr lang="en-US" altLang="zh-CN" sz="2800" b="1">
                <a:solidFill>
                  <a:srgbClr val="1818FF"/>
                </a:solidFill>
                <a:latin typeface="Times New Roman" panose="02020603050405020304" charset="0"/>
                <a:ea typeface="黑体" panose="02010609060101010101" charset="-122"/>
                <a:cs typeface="Times New Roman" panose="02020603050405020304" charset="0"/>
              </a:rPr>
              <a:t>C</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选项，</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I2</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和</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I4</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都操作同一个存储单元，资源冲突</a:t>
            </a:r>
            <a:endParaRPr lang="zh-CN" altLang="en-US" sz="2800" b="1">
              <a:solidFill>
                <a:srgbClr val="1818FF"/>
              </a:solidFill>
              <a:latin typeface="Times New Roman" panose="02020603050405020304" charset="0"/>
              <a:ea typeface="黑体" panose="02010609060101010101" charset="-122"/>
              <a:cs typeface="Times New Roman" panose="02020603050405020304" charset="0"/>
            </a:endParaRPr>
          </a:p>
          <a:p>
            <a:r>
              <a:rPr lang="en-US" altLang="zh-CN" sz="2800" b="1">
                <a:solidFill>
                  <a:srgbClr val="1818FF"/>
                </a:solidFill>
                <a:latin typeface="Times New Roman" panose="02020603050405020304" charset="0"/>
                <a:ea typeface="黑体" panose="02010609060101010101" charset="-122"/>
                <a:cs typeface="Times New Roman" panose="02020603050405020304" charset="0"/>
              </a:rPr>
              <a:t>D</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选项，</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I4</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中</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s2</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是结果，</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I3</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中源操作数有</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s2</a:t>
            </a:r>
            <a:endParaRPr lang="en-US" altLang="zh-CN" sz="2800" b="1">
              <a:solidFill>
                <a:srgbClr val="1818FF"/>
              </a:solidFill>
              <a:latin typeface="Times New Roman" panose="02020603050405020304" charset="0"/>
              <a:ea typeface="黑体" panose="02010609060101010101" charset="-122"/>
              <a:cs typeface="Times New Roman" panose="02020603050405020304"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312420" y="1014730"/>
            <a:ext cx="8644255" cy="4728845"/>
          </a:xfrm>
          <a:prstGeom prst="rect">
            <a:avLst/>
          </a:prstGeom>
          <a:noFill/>
        </p:spPr>
        <p:txBody>
          <a:bodyPr wrap="square" rtlCol="0" anchor="t">
            <a:noAutofit/>
          </a:bodyPr>
          <a:p>
            <a:r>
              <a:rPr lang="zh-CN" altLang="en-US" sz="2800"/>
              <a:t>改错题。</a:t>
            </a:r>
            <a:endParaRPr lang="zh-CN" altLang="en-US" sz="2800"/>
          </a:p>
          <a:p>
            <a:r>
              <a:rPr lang="zh-CN" altLang="en-US" sz="2800"/>
              <a:t>（</a:t>
            </a:r>
            <a:r>
              <a:rPr lang="en-US" altLang="zh-CN" sz="2800"/>
              <a:t>1</a:t>
            </a:r>
            <a:r>
              <a:rPr lang="zh-CN" altLang="en-US" sz="2800"/>
              <a:t>）标量处理器中可以利用单条流水线实现整数运算和浮点数运算的并行。</a:t>
            </a:r>
            <a:endParaRPr lang="zh-CN" altLang="en-US" sz="2800"/>
          </a:p>
          <a:p>
            <a:r>
              <a:rPr lang="zh-CN" altLang="en-US" sz="2800"/>
              <a:t>（</a:t>
            </a:r>
            <a:r>
              <a:rPr lang="en-US" altLang="zh-CN" sz="2800"/>
              <a:t>2</a:t>
            </a:r>
            <a:r>
              <a:rPr lang="zh-CN" altLang="en-US" sz="2800"/>
              <a:t>）流水线机制能够有效提高</a:t>
            </a:r>
            <a:r>
              <a:rPr lang="en-US" altLang="zh-CN" sz="2800"/>
              <a:t>CPI (Cycles Per Instruction)</a:t>
            </a:r>
            <a:r>
              <a:rPr lang="zh-CN" altLang="en-US" sz="2800"/>
              <a:t>和</a:t>
            </a:r>
            <a:r>
              <a:rPr lang="en-US" altLang="zh-CN" sz="2800"/>
              <a:t>IPC(Instructions Per Cycle)</a:t>
            </a:r>
            <a:r>
              <a:rPr lang="zh-CN" altLang="en-US" sz="2800"/>
              <a:t>。</a:t>
            </a:r>
            <a:endParaRPr lang="zh-CN" altLang="en-US" sz="2800"/>
          </a:p>
          <a:p>
            <a:r>
              <a:rPr lang="zh-CN" altLang="en-US" sz="2800"/>
              <a:t>（</a:t>
            </a:r>
            <a:r>
              <a:rPr lang="en-US" altLang="zh-CN" sz="2800"/>
              <a:t>3</a:t>
            </a:r>
            <a:r>
              <a:rPr lang="zh-CN" altLang="en-US" sz="2800"/>
              <a:t>）相比</a:t>
            </a:r>
            <a:r>
              <a:rPr lang="en-US" altLang="zh-CN" sz="2800"/>
              <a:t>CISC</a:t>
            </a:r>
            <a:r>
              <a:rPr lang="zh-CN" altLang="en-US" sz="2800"/>
              <a:t>，</a:t>
            </a:r>
            <a:r>
              <a:rPr lang="en-US" altLang="zh-CN" sz="2800"/>
              <a:t>RISC</a:t>
            </a:r>
            <a:r>
              <a:rPr lang="zh-CN" altLang="en-US" sz="2800"/>
              <a:t>处理器完成相同功能需要更多的指令，故采用同一个</a:t>
            </a:r>
            <a:r>
              <a:rPr lang="en-US" altLang="zh-CN" sz="2800"/>
              <a:t>C</a:t>
            </a:r>
            <a:r>
              <a:rPr lang="zh-CN" altLang="en-US" sz="2800"/>
              <a:t>程序在</a:t>
            </a:r>
            <a:r>
              <a:rPr lang="en-US" altLang="zh-CN" sz="2800"/>
              <a:t>RISC</a:t>
            </a:r>
            <a:r>
              <a:rPr lang="zh-CN" altLang="en-US" sz="2800"/>
              <a:t>上的执行时间长于</a:t>
            </a:r>
            <a:r>
              <a:rPr lang="en-US" altLang="zh-CN" sz="2800"/>
              <a:t>CISC</a:t>
            </a:r>
            <a:r>
              <a:rPr lang="zh-CN" altLang="en-US" sz="2800"/>
              <a:t>处理器。</a:t>
            </a:r>
            <a:endParaRPr lang="zh-CN" altLang="en-US" sz="2800"/>
          </a:p>
          <a:p>
            <a:r>
              <a:rPr lang="zh-CN" altLang="en-US" sz="2800"/>
              <a:t>（</a:t>
            </a:r>
            <a:r>
              <a:rPr lang="en-US" altLang="zh-CN" sz="2800"/>
              <a:t>4</a:t>
            </a:r>
            <a:r>
              <a:rPr lang="zh-CN" altLang="en-US" sz="2800"/>
              <a:t>）由于不是标量，向量处理器不能像标量处理器那样使用多条流水线。</a:t>
            </a:r>
            <a:endParaRPr lang="en-US" altLang="zh-CN" sz="2800"/>
          </a:p>
        </p:txBody>
      </p:sp>
      <p:sp>
        <p:nvSpPr>
          <p:cNvPr id="5" name="标题 4"/>
          <p:cNvSpPr>
            <a:spLocks noGrp="1"/>
          </p:cNvSpPr>
          <p:nvPr>
            <p:ph type="title"/>
          </p:nvPr>
        </p:nvSpPr>
        <p:spPr/>
        <p:txBody>
          <a:bodyPr/>
          <a:p>
            <a:r>
              <a:rPr lang="zh-CN" altLang="en-US" dirty="0">
                <a:sym typeface="+mn-ea"/>
              </a:rPr>
              <a:t>补充</a:t>
            </a:r>
            <a:r>
              <a:rPr lang="en-US" dirty="0"/>
              <a:t>2.32</a:t>
            </a:r>
            <a:endParaRPr lang="zh-CN" alt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p>
            <a:r>
              <a:rPr lang="zh-CN" altLang="en-US" dirty="0">
                <a:sym typeface="+mn-ea"/>
              </a:rPr>
              <a:t>补充</a:t>
            </a:r>
            <a:r>
              <a:rPr lang="en-US" dirty="0"/>
              <a:t>2.32</a:t>
            </a:r>
            <a:endParaRPr lang="zh-CN" altLang="en-US" dirty="0"/>
          </a:p>
        </p:txBody>
      </p:sp>
      <p:sp>
        <p:nvSpPr>
          <p:cNvPr id="2" name="文本框 1"/>
          <p:cNvSpPr txBox="1"/>
          <p:nvPr/>
        </p:nvSpPr>
        <p:spPr>
          <a:xfrm>
            <a:off x="457200" y="1618615"/>
            <a:ext cx="7459980" cy="3969385"/>
          </a:xfrm>
          <a:prstGeom prst="rect">
            <a:avLst/>
          </a:prstGeom>
          <a:noFill/>
        </p:spPr>
        <p:txBody>
          <a:bodyPr wrap="square" rtlCol="0" anchor="t">
            <a:spAutoFit/>
          </a:bodyPr>
          <a:p>
            <a:r>
              <a:rPr lang="en-US" altLang="zh-CN" sz="2800" b="1">
                <a:solidFill>
                  <a:srgbClr val="1818FF"/>
                </a:solidFill>
                <a:latin typeface="Times New Roman" panose="02020603050405020304" charset="0"/>
                <a:ea typeface="黑体" panose="02010609060101010101" charset="-122"/>
                <a:cs typeface="Times New Roman" panose="02020603050405020304" charset="0"/>
              </a:rPr>
              <a:t>[</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解析</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 </a:t>
            </a:r>
            <a:endParaRPr lang="en-US" altLang="zh-CN" sz="2800" b="1">
              <a:solidFill>
                <a:srgbClr val="1818FF"/>
              </a:solidFill>
              <a:latin typeface="Times New Roman" panose="02020603050405020304" charset="0"/>
              <a:ea typeface="黑体" panose="02010609060101010101" charset="-122"/>
              <a:cs typeface="Times New Roman" panose="02020603050405020304" charset="0"/>
            </a:endParaRPr>
          </a:p>
          <a:p>
            <a:r>
              <a:rPr lang="en-US" sz="2800" b="1">
                <a:solidFill>
                  <a:srgbClr val="1818FF"/>
                </a:solidFill>
                <a:latin typeface="Times New Roman" panose="02020603050405020304" charset="0"/>
                <a:ea typeface="黑体" panose="02010609060101010101" charset="-122"/>
                <a:cs typeface="Times New Roman" panose="02020603050405020304" charset="0"/>
              </a:rPr>
              <a:t>(1)</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整数运算和浮点数运算规则不同，无法用单一的流水线实现并行。</a:t>
            </a:r>
            <a:endParaRPr lang="zh-CN" altLang="en-US" sz="2800" b="1">
              <a:solidFill>
                <a:srgbClr val="1818FF"/>
              </a:solidFill>
              <a:latin typeface="Times New Roman" panose="02020603050405020304" charset="0"/>
              <a:ea typeface="黑体" panose="02010609060101010101" charset="-122"/>
              <a:cs typeface="Times New Roman" panose="02020603050405020304" charset="0"/>
            </a:endParaRPr>
          </a:p>
          <a:p>
            <a:r>
              <a:rPr lang="en-US" sz="2800" b="1">
                <a:solidFill>
                  <a:srgbClr val="1818FF"/>
                </a:solidFill>
                <a:latin typeface="Times New Roman" panose="02020603050405020304" charset="0"/>
                <a:ea typeface="黑体" panose="02010609060101010101" charset="-122"/>
                <a:cs typeface="Times New Roman" panose="02020603050405020304" charset="0"/>
                <a:sym typeface="+mn-ea"/>
              </a:rPr>
              <a:t>(2)</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流水线机制能够有效提高</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IPC</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，理想情况下</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CPI=1</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a:t>
            </a:r>
            <a:endParaRPr lang="zh-CN" altLang="en-US" sz="2800" b="1">
              <a:solidFill>
                <a:srgbClr val="1818FF"/>
              </a:solidFill>
              <a:latin typeface="Times New Roman" panose="02020603050405020304" charset="0"/>
              <a:ea typeface="黑体" panose="02010609060101010101" charset="-122"/>
              <a:cs typeface="Times New Roman" panose="02020603050405020304" charset="0"/>
            </a:endParaRPr>
          </a:p>
          <a:p>
            <a:r>
              <a:rPr lang="en-US" sz="2800" b="1">
                <a:solidFill>
                  <a:srgbClr val="1818FF"/>
                </a:solidFill>
                <a:latin typeface="Times New Roman" panose="02020603050405020304" charset="0"/>
                <a:ea typeface="黑体" panose="02010609060101010101" charset="-122"/>
                <a:cs typeface="Times New Roman" panose="02020603050405020304" charset="0"/>
                <a:sym typeface="+mn-ea"/>
              </a:rPr>
              <a:t>(3)</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相比</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CISC</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RISC</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处理器完成相同功能需要更多的机器指令，但</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C</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程序经编译后的机器代码执行效率可能更高。</a:t>
            </a:r>
            <a:endParaRPr lang="zh-CN" altLang="en-US" sz="2800" b="1">
              <a:solidFill>
                <a:srgbClr val="1818FF"/>
              </a:solidFill>
              <a:latin typeface="Times New Roman" panose="02020603050405020304" charset="0"/>
              <a:ea typeface="黑体" panose="02010609060101010101" charset="-122"/>
              <a:cs typeface="Times New Roman" panose="02020603050405020304" charset="0"/>
            </a:endParaRPr>
          </a:p>
          <a:p>
            <a:r>
              <a:rPr lang="en-US" sz="2800" b="1">
                <a:solidFill>
                  <a:srgbClr val="1818FF"/>
                </a:solidFill>
                <a:latin typeface="Times New Roman" panose="02020603050405020304" charset="0"/>
                <a:ea typeface="黑体" panose="02010609060101010101" charset="-122"/>
                <a:cs typeface="Times New Roman" panose="02020603050405020304" charset="0"/>
                <a:sym typeface="+mn-ea"/>
              </a:rPr>
              <a:t>(4)</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向量处理器也可以设计多条流水线。</a:t>
            </a:r>
            <a:endParaRPr lang="zh-CN" altLang="en-US" sz="2800" b="1">
              <a:solidFill>
                <a:srgbClr val="1818FF"/>
              </a:solidFill>
              <a:latin typeface="Times New Roman" panose="02020603050405020304" charset="0"/>
              <a:ea typeface="黑体" panose="02010609060101010101" charset="-122"/>
              <a:cs typeface="Times New Roman" panose="02020603050405020304"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459284" y="2602923"/>
            <a:ext cx="1897380" cy="2445385"/>
          </a:xfrm>
          <a:prstGeom prst="rect">
            <a:avLst/>
          </a:prstGeom>
          <a:noFill/>
        </p:spPr>
        <p:txBody>
          <a:bodyPr wrap="none" rtlCol="0">
            <a:spAutoFit/>
          </a:bodyPr>
          <a:p>
            <a:pPr algn="ctr"/>
            <a:r>
              <a:rPr lang="zh-CN" altLang="en-US" sz="2700" dirty="0"/>
              <a:t>第</a:t>
            </a:r>
            <a:r>
              <a:rPr lang="zh-CN" altLang="en-US" sz="2700" dirty="0"/>
              <a:t>二章作业</a:t>
            </a:r>
            <a:endParaRPr lang="en-US" altLang="zh-CN" sz="2700" dirty="0"/>
          </a:p>
          <a:p>
            <a:pPr algn="ctr"/>
            <a:endParaRPr lang="en-US" altLang="zh-CN" sz="2100" dirty="0"/>
          </a:p>
          <a:p>
            <a:pPr algn="ctr"/>
            <a:endParaRPr lang="en-US" altLang="zh-CN" sz="2100" dirty="0"/>
          </a:p>
          <a:p>
            <a:pPr algn="ctr"/>
            <a:endParaRPr lang="en-US" altLang="zh-CN" sz="2100" dirty="0"/>
          </a:p>
          <a:p>
            <a:pPr algn="ctr"/>
            <a:endParaRPr lang="en-US" altLang="zh-CN" sz="2100" dirty="0"/>
          </a:p>
          <a:p>
            <a:pPr algn="ctr"/>
            <a:endParaRPr lang="en-US" altLang="zh-CN" sz="2100" dirty="0"/>
          </a:p>
          <a:p>
            <a:pPr algn="ctr"/>
            <a:endParaRPr lang="en-US" sz="2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p>
            <a:r>
              <a:rPr lang="en-US" dirty="0">
                <a:sym typeface="+mn-ea"/>
              </a:rPr>
              <a:t>2-1  </a:t>
            </a:r>
            <a:r>
              <a:rPr lang="zh-CN" altLang="en-US" dirty="0">
                <a:sym typeface="+mn-ea"/>
              </a:rPr>
              <a:t>（</a:t>
            </a:r>
            <a:r>
              <a:rPr lang="zh-CN" altLang="en-US" dirty="0"/>
              <a:t>教材</a:t>
            </a:r>
            <a:r>
              <a:rPr lang="en-US" altLang="zh-CN" dirty="0"/>
              <a:t>P91</a:t>
            </a:r>
            <a:r>
              <a:rPr lang="zh-CN" altLang="en-US" dirty="0"/>
              <a:t>页，习题</a:t>
            </a:r>
            <a:r>
              <a:rPr lang="en-US" altLang="zh-CN" dirty="0"/>
              <a:t>2.6</a:t>
            </a:r>
            <a:r>
              <a:rPr lang="zh-CN" altLang="en-US" dirty="0"/>
              <a:t>）</a:t>
            </a:r>
            <a:endParaRPr lang="zh-CN" altLang="en-US" dirty="0"/>
          </a:p>
        </p:txBody>
      </p:sp>
      <p:sp>
        <p:nvSpPr>
          <p:cNvPr id="2" name="文本框 1"/>
          <p:cNvSpPr txBox="1"/>
          <p:nvPr/>
        </p:nvSpPr>
        <p:spPr>
          <a:xfrm>
            <a:off x="675640" y="1175385"/>
            <a:ext cx="7839710" cy="2676525"/>
          </a:xfrm>
          <a:prstGeom prst="rect">
            <a:avLst/>
          </a:prstGeom>
          <a:noFill/>
        </p:spPr>
        <p:txBody>
          <a:bodyPr wrap="square" rtlCol="0">
            <a:spAutoFit/>
          </a:bodyPr>
          <a:p>
            <a:r>
              <a:rPr lang="zh-CN" altLang="en-US" sz="2800"/>
              <a:t>某</a:t>
            </a:r>
            <a:r>
              <a:rPr lang="en-US" altLang="zh-CN" sz="2800"/>
              <a:t>16</a:t>
            </a:r>
            <a:r>
              <a:rPr lang="zh-CN" altLang="en-US" sz="2800"/>
              <a:t>位计算机系统的数据总线位宽为</a:t>
            </a:r>
            <a:r>
              <a:rPr lang="en-US" altLang="zh-CN" sz="2800"/>
              <a:t>16</a:t>
            </a:r>
            <a:r>
              <a:rPr lang="zh-CN" altLang="en-US" sz="2800"/>
              <a:t>位，但是地址总线为</a:t>
            </a:r>
            <a:r>
              <a:rPr lang="en-US" altLang="zh-CN" sz="2800"/>
              <a:t>24</a:t>
            </a:r>
            <a:r>
              <a:rPr lang="zh-CN" altLang="en-US" sz="2800"/>
              <a:t>位，内存按照字节组织，该计算机系统的内存地址空间是多少？如果希望一次能够传送一个完整的字（</a:t>
            </a:r>
            <a:r>
              <a:rPr lang="en-US" altLang="zh-CN" sz="2800"/>
              <a:t>16</a:t>
            </a:r>
            <a:r>
              <a:rPr lang="zh-CN" altLang="en-US" sz="2800"/>
              <a:t>位），或者只传送这个字中的高</a:t>
            </a:r>
            <a:r>
              <a:rPr lang="en-US" altLang="zh-CN" sz="2800"/>
              <a:t>8</a:t>
            </a:r>
            <a:r>
              <a:rPr lang="zh-CN" altLang="en-US" sz="2800"/>
              <a:t>位或低</a:t>
            </a:r>
            <a:r>
              <a:rPr lang="en-US" altLang="zh-CN" sz="2800"/>
              <a:t>8</a:t>
            </a:r>
            <a:r>
              <a:rPr lang="zh-CN" altLang="en-US" sz="2800"/>
              <a:t>位，存储器应该如何组织？请画出存储器与总线连接的草图。</a:t>
            </a:r>
            <a:endParaRPr lang="zh-CN" altLang="en-US" sz="2800"/>
          </a:p>
        </p:txBody>
      </p:sp>
      <p:sp>
        <p:nvSpPr>
          <p:cNvPr id="4" name="文本框 3"/>
          <p:cNvSpPr txBox="1"/>
          <p:nvPr/>
        </p:nvSpPr>
        <p:spPr>
          <a:xfrm>
            <a:off x="675640" y="4097020"/>
            <a:ext cx="8172450" cy="521970"/>
          </a:xfrm>
          <a:prstGeom prst="rect">
            <a:avLst/>
          </a:prstGeom>
          <a:noFill/>
        </p:spPr>
        <p:txBody>
          <a:bodyPr wrap="square" rtlCol="0" anchor="t">
            <a:spAutoFit/>
          </a:bodyPr>
          <a:p>
            <a:r>
              <a:rPr lang="en-US" altLang="zh-CN" sz="2800" b="1">
                <a:solidFill>
                  <a:srgbClr val="1818FF"/>
                </a:solidFill>
                <a:latin typeface="Times New Roman" panose="02020603050405020304" charset="0"/>
                <a:ea typeface="黑体" panose="02010609060101010101" charset="-122"/>
                <a:cs typeface="Times New Roman" panose="02020603050405020304" charset="0"/>
              </a:rPr>
              <a:t>[</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解析</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  (1)</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地址空间大小</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2</a:t>
            </a:r>
            <a:r>
              <a:rPr lang="en-US" altLang="zh-CN" sz="2800" b="1" baseline="30000">
                <a:solidFill>
                  <a:srgbClr val="1818FF"/>
                </a:solidFill>
                <a:latin typeface="Times New Roman" panose="02020603050405020304" charset="0"/>
                <a:ea typeface="黑体" panose="02010609060101010101" charset="-122"/>
                <a:cs typeface="Times New Roman" panose="02020603050405020304" charset="0"/>
              </a:rPr>
              <a:t>24</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 Byte = 16 MB </a:t>
            </a:r>
            <a:endParaRPr lang="en-US" altLang="zh-CN" sz="2800" b="1">
              <a:solidFill>
                <a:srgbClr val="1818FF"/>
              </a:solidFill>
              <a:latin typeface="Times New Roman" panose="02020603050405020304" charset="0"/>
              <a:ea typeface="黑体" panose="02010609060101010101" charset="-122"/>
              <a:cs typeface="Times New Roman" panose="02020603050405020304"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138430" y="1182370"/>
            <a:ext cx="5525135" cy="4526280"/>
          </a:xfrm>
          <a:prstGeom prst="rect">
            <a:avLst/>
          </a:prstGeom>
        </p:spPr>
      </p:pic>
      <p:sp>
        <p:nvSpPr>
          <p:cNvPr id="2" name="文本框 1"/>
          <p:cNvSpPr txBox="1"/>
          <p:nvPr/>
        </p:nvSpPr>
        <p:spPr>
          <a:xfrm>
            <a:off x="593090" y="338455"/>
            <a:ext cx="4299585" cy="521970"/>
          </a:xfrm>
          <a:prstGeom prst="rect">
            <a:avLst/>
          </a:prstGeom>
          <a:noFill/>
        </p:spPr>
        <p:txBody>
          <a:bodyPr wrap="square" rtlCol="0" anchor="t">
            <a:spAutoFit/>
          </a:bodyPr>
          <a:p>
            <a:r>
              <a:rPr lang="en-US" altLang="zh-CN" sz="2800" b="1">
                <a:solidFill>
                  <a:srgbClr val="1818FF"/>
                </a:solidFill>
                <a:latin typeface="Times New Roman" panose="02020603050405020304" charset="0"/>
                <a:ea typeface="黑体" panose="02010609060101010101" charset="-122"/>
                <a:cs typeface="Times New Roman" panose="02020603050405020304" charset="0"/>
                <a:sym typeface="+mn-ea"/>
              </a:rPr>
              <a:t>[</a:t>
            </a:r>
            <a:r>
              <a:rPr lang="zh-CN" altLang="en-US" sz="2800" b="1">
                <a:solidFill>
                  <a:srgbClr val="1818FF"/>
                </a:solidFill>
                <a:latin typeface="Times New Roman" panose="02020603050405020304" charset="0"/>
                <a:ea typeface="黑体" panose="02010609060101010101" charset="-122"/>
                <a:cs typeface="Times New Roman" panose="02020603050405020304" charset="0"/>
                <a:sym typeface="+mn-ea"/>
              </a:rPr>
              <a:t>解析</a:t>
            </a:r>
            <a:r>
              <a:rPr lang="en-US" altLang="zh-CN" sz="2800" b="1">
                <a:solidFill>
                  <a:srgbClr val="1818FF"/>
                </a:solidFill>
                <a:latin typeface="Times New Roman" panose="02020603050405020304" charset="0"/>
                <a:ea typeface="黑体" panose="02010609060101010101" charset="-122"/>
                <a:cs typeface="Times New Roman" panose="02020603050405020304" charset="0"/>
                <a:sym typeface="+mn-ea"/>
              </a:rPr>
              <a:t>]  (2) </a:t>
            </a:r>
            <a:r>
              <a:rPr lang="zh-CN" altLang="en-US" sz="2800" b="1">
                <a:solidFill>
                  <a:srgbClr val="1818FF"/>
                </a:solidFill>
                <a:latin typeface="Times New Roman" panose="02020603050405020304" charset="0"/>
                <a:ea typeface="黑体" panose="02010609060101010101" charset="-122"/>
                <a:cs typeface="Times New Roman" panose="02020603050405020304" charset="0"/>
                <a:sym typeface="+mn-ea"/>
              </a:rPr>
              <a:t>连线合理即可。</a:t>
            </a:r>
            <a:endParaRPr lang="zh-CN" altLang="en-US" sz="2800" b="1">
              <a:solidFill>
                <a:srgbClr val="1818FF"/>
              </a:solidFill>
              <a:latin typeface="Times New Roman" panose="02020603050405020304" charset="0"/>
              <a:ea typeface="黑体" panose="02010609060101010101" charset="-122"/>
              <a:cs typeface="Times New Roman" panose="02020603050405020304" charset="0"/>
              <a:sym typeface="+mn-ea"/>
            </a:endParaRPr>
          </a:p>
        </p:txBody>
      </p:sp>
      <p:graphicFrame>
        <p:nvGraphicFramePr>
          <p:cNvPr id="127" name="表格 126"/>
          <p:cNvGraphicFramePr/>
          <p:nvPr/>
        </p:nvGraphicFramePr>
        <p:xfrm>
          <a:off x="5440680" y="3803650"/>
          <a:ext cx="3576955" cy="1905000"/>
        </p:xfrm>
        <a:graphic>
          <a:graphicData uri="http://schemas.openxmlformats.org/drawingml/2006/table">
            <a:tbl>
              <a:tblPr firstRow="1" bandRow="1">
                <a:tableStyleId>{5C22544A-7EE6-4342-B048-85BDC9FD1C3A}</a:tableStyleId>
              </a:tblPr>
              <a:tblGrid>
                <a:gridCol w="1078230"/>
                <a:gridCol w="1059180"/>
                <a:gridCol w="1439545"/>
              </a:tblGrid>
              <a:tr h="381000">
                <a:tc>
                  <a:txBody>
                    <a:bodyPr/>
                    <a:p>
                      <a:pPr algn="ctr">
                        <a:buNone/>
                      </a:pPr>
                      <a:r>
                        <a:rPr lang="en-US" altLang="zh-CN" sz="1800" b="1">
                          <a:solidFill>
                            <a:srgbClr val="1818FF"/>
                          </a:solidFill>
                          <a:latin typeface="Times New Roman" panose="02020603050405020304" charset="0"/>
                          <a:ea typeface="黑体" panose="02010609060101010101" charset="-122"/>
                          <a:cs typeface="Times New Roman" panose="02020603050405020304" charset="0"/>
                        </a:rPr>
                        <a:t>ADDR[1]</a:t>
                      </a:r>
                      <a:endParaRPr lang="en-US" altLang="zh-CN" sz="1800" b="1">
                        <a:solidFill>
                          <a:srgbClr val="1818FF"/>
                        </a:solidFill>
                        <a:latin typeface="Times New Roman" panose="02020603050405020304" charset="0"/>
                        <a:ea typeface="黑体" panose="02010609060101010101" charset="-122"/>
                        <a:cs typeface="Times New Roman" panose="02020603050405020304" charset="0"/>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buNone/>
                      </a:pPr>
                      <a:r>
                        <a:rPr lang="en-US" altLang="zh-CN" sz="1800" b="1">
                          <a:solidFill>
                            <a:srgbClr val="1818FF"/>
                          </a:solidFill>
                          <a:latin typeface="Times New Roman" panose="02020603050405020304" charset="0"/>
                          <a:ea typeface="黑体" panose="02010609060101010101" charset="-122"/>
                          <a:cs typeface="Times New Roman" panose="02020603050405020304" charset="0"/>
                        </a:rPr>
                        <a:t>ADDR[0]</a:t>
                      </a:r>
                      <a:endParaRPr lang="en-US" altLang="zh-CN" sz="1800" b="1">
                        <a:solidFill>
                          <a:srgbClr val="1818FF"/>
                        </a:solidFill>
                        <a:latin typeface="Times New Roman" panose="02020603050405020304" charset="0"/>
                        <a:ea typeface="黑体" panose="02010609060101010101" charset="-122"/>
                        <a:cs typeface="Times New Roman" panose="02020603050405020304" charset="0"/>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buNone/>
                      </a:pPr>
                      <a:r>
                        <a:rPr lang="zh-CN" altLang="en-US" sz="1800" b="1">
                          <a:solidFill>
                            <a:srgbClr val="1818FF"/>
                          </a:solidFill>
                          <a:latin typeface="Times New Roman" panose="02020603050405020304" charset="0"/>
                          <a:ea typeface="黑体" panose="02010609060101010101" charset="-122"/>
                        </a:rPr>
                        <a:t>传送内容</a:t>
                      </a:r>
                      <a:endParaRPr lang="zh-CN" altLang="en-US" sz="1800" b="1">
                        <a:solidFill>
                          <a:srgbClr val="1818FF"/>
                        </a:solidFill>
                        <a:latin typeface="Times New Roman" panose="02020603050405020304" charset="0"/>
                        <a:ea typeface="黑体" panose="02010609060101010101" charset="-122"/>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381000">
                <a:tc>
                  <a:txBody>
                    <a:bodyPr/>
                    <a:p>
                      <a:pPr algn="ctr">
                        <a:buNone/>
                      </a:pPr>
                      <a:r>
                        <a:rPr lang="en-US" altLang="zh-CN" sz="1800" b="1">
                          <a:solidFill>
                            <a:srgbClr val="1818FF"/>
                          </a:solidFill>
                          <a:latin typeface="Times New Roman" panose="02020603050405020304" charset="0"/>
                          <a:ea typeface="黑体" panose="02010609060101010101" charset="-122"/>
                          <a:cs typeface="Times New Roman" panose="02020603050405020304" charset="0"/>
                        </a:rPr>
                        <a:t>0</a:t>
                      </a:r>
                      <a:endParaRPr lang="en-US" altLang="zh-CN" sz="1800" b="1">
                        <a:solidFill>
                          <a:srgbClr val="1818FF"/>
                        </a:solidFill>
                        <a:latin typeface="Times New Roman" panose="02020603050405020304" charset="0"/>
                        <a:ea typeface="黑体" panose="02010609060101010101" charset="-122"/>
                        <a:cs typeface="Times New Roman" panose="02020603050405020304" charset="0"/>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buNone/>
                      </a:pPr>
                      <a:r>
                        <a:rPr lang="en-US" altLang="zh-CN" sz="1800" b="1">
                          <a:solidFill>
                            <a:srgbClr val="1818FF"/>
                          </a:solidFill>
                          <a:latin typeface="Times New Roman" panose="02020603050405020304" charset="0"/>
                          <a:ea typeface="黑体" panose="02010609060101010101" charset="-122"/>
                          <a:cs typeface="Times New Roman" panose="02020603050405020304" charset="0"/>
                        </a:rPr>
                        <a:t>0</a:t>
                      </a:r>
                      <a:endParaRPr lang="en-US" altLang="zh-CN" sz="1800" b="1">
                        <a:solidFill>
                          <a:srgbClr val="1818FF"/>
                        </a:solidFill>
                        <a:latin typeface="Times New Roman" panose="02020603050405020304" charset="0"/>
                        <a:ea typeface="黑体" panose="02010609060101010101" charset="-122"/>
                        <a:cs typeface="Times New Roman" panose="02020603050405020304" charset="0"/>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buNone/>
                      </a:pPr>
                      <a:r>
                        <a:rPr lang="zh-CN" altLang="en-US" sz="1800" b="1">
                          <a:solidFill>
                            <a:srgbClr val="1818FF"/>
                          </a:solidFill>
                          <a:latin typeface="Times New Roman" panose="02020603050405020304" charset="0"/>
                          <a:ea typeface="黑体" panose="02010609060101010101" charset="-122"/>
                        </a:rPr>
                        <a:t>无数据传送</a:t>
                      </a:r>
                      <a:endParaRPr lang="zh-CN" altLang="en-US" sz="1800" b="1">
                        <a:solidFill>
                          <a:srgbClr val="1818FF"/>
                        </a:solidFill>
                        <a:latin typeface="Times New Roman" panose="02020603050405020304" charset="0"/>
                        <a:ea typeface="黑体" panose="02010609060101010101" charset="-122"/>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381000">
                <a:tc>
                  <a:txBody>
                    <a:bodyPr/>
                    <a:p>
                      <a:pPr algn="ctr">
                        <a:buNone/>
                      </a:pPr>
                      <a:r>
                        <a:rPr lang="en-US" altLang="zh-CN" sz="1800" b="1">
                          <a:solidFill>
                            <a:srgbClr val="1818FF"/>
                          </a:solidFill>
                          <a:latin typeface="Times New Roman" panose="02020603050405020304" charset="0"/>
                          <a:ea typeface="黑体" panose="02010609060101010101" charset="-122"/>
                          <a:cs typeface="Times New Roman" panose="02020603050405020304" charset="0"/>
                        </a:rPr>
                        <a:t>0</a:t>
                      </a:r>
                      <a:endParaRPr lang="en-US" altLang="zh-CN" sz="1800" b="1">
                        <a:solidFill>
                          <a:srgbClr val="1818FF"/>
                        </a:solidFill>
                        <a:latin typeface="Times New Roman" panose="02020603050405020304" charset="0"/>
                        <a:ea typeface="黑体" panose="02010609060101010101" charset="-122"/>
                        <a:cs typeface="Times New Roman" panose="02020603050405020304" charset="0"/>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buNone/>
                      </a:pPr>
                      <a:r>
                        <a:rPr lang="en-US" altLang="zh-CN" sz="1800" b="1">
                          <a:solidFill>
                            <a:srgbClr val="1818FF"/>
                          </a:solidFill>
                          <a:latin typeface="Times New Roman" panose="02020603050405020304" charset="0"/>
                          <a:ea typeface="黑体" panose="02010609060101010101" charset="-122"/>
                          <a:cs typeface="Times New Roman" panose="02020603050405020304" charset="0"/>
                        </a:rPr>
                        <a:t>1</a:t>
                      </a:r>
                      <a:endParaRPr lang="en-US" altLang="zh-CN" sz="1800" b="1">
                        <a:solidFill>
                          <a:srgbClr val="1818FF"/>
                        </a:solidFill>
                        <a:latin typeface="Times New Roman" panose="02020603050405020304" charset="0"/>
                        <a:ea typeface="黑体" panose="02010609060101010101" charset="-122"/>
                        <a:cs typeface="Times New Roman" panose="02020603050405020304" charset="0"/>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buNone/>
                      </a:pPr>
                      <a:r>
                        <a:rPr lang="en-US" altLang="zh-CN" sz="1800" b="1">
                          <a:solidFill>
                            <a:srgbClr val="1818FF"/>
                          </a:solidFill>
                          <a:latin typeface="Times New Roman" panose="02020603050405020304" charset="0"/>
                          <a:ea typeface="黑体" panose="02010609060101010101" charset="-122"/>
                          <a:cs typeface="Times New Roman" panose="02020603050405020304" charset="0"/>
                        </a:rPr>
                        <a:t>DATA[7:0]</a:t>
                      </a:r>
                      <a:endParaRPr lang="en-US" altLang="zh-CN" sz="1800" b="1">
                        <a:solidFill>
                          <a:srgbClr val="1818FF"/>
                        </a:solidFill>
                        <a:latin typeface="Times New Roman" panose="02020603050405020304" charset="0"/>
                        <a:ea typeface="黑体" panose="02010609060101010101" charset="-122"/>
                        <a:cs typeface="Times New Roman" panose="02020603050405020304" charset="0"/>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381000">
                <a:tc>
                  <a:txBody>
                    <a:bodyPr/>
                    <a:p>
                      <a:pPr algn="ctr">
                        <a:buNone/>
                      </a:pPr>
                      <a:r>
                        <a:rPr lang="en-US" altLang="zh-CN" sz="1800" b="1">
                          <a:solidFill>
                            <a:srgbClr val="1818FF"/>
                          </a:solidFill>
                          <a:latin typeface="Times New Roman" panose="02020603050405020304" charset="0"/>
                          <a:ea typeface="黑体" panose="02010609060101010101" charset="-122"/>
                          <a:cs typeface="Times New Roman" panose="02020603050405020304" charset="0"/>
                        </a:rPr>
                        <a:t>1</a:t>
                      </a:r>
                      <a:endParaRPr lang="en-US" altLang="zh-CN" sz="1800" b="1">
                        <a:solidFill>
                          <a:srgbClr val="1818FF"/>
                        </a:solidFill>
                        <a:latin typeface="Times New Roman" panose="02020603050405020304" charset="0"/>
                        <a:ea typeface="黑体" panose="02010609060101010101" charset="-122"/>
                        <a:cs typeface="Times New Roman" panose="02020603050405020304" charset="0"/>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buNone/>
                      </a:pPr>
                      <a:r>
                        <a:rPr lang="en-US" altLang="zh-CN" sz="1800" b="1">
                          <a:solidFill>
                            <a:srgbClr val="1818FF"/>
                          </a:solidFill>
                          <a:latin typeface="Times New Roman" panose="02020603050405020304" charset="0"/>
                          <a:ea typeface="黑体" panose="02010609060101010101" charset="-122"/>
                          <a:cs typeface="Times New Roman" panose="02020603050405020304" charset="0"/>
                        </a:rPr>
                        <a:t>0</a:t>
                      </a:r>
                      <a:endParaRPr lang="en-US" altLang="zh-CN" sz="1800" b="1">
                        <a:solidFill>
                          <a:srgbClr val="1818FF"/>
                        </a:solidFill>
                        <a:latin typeface="Times New Roman" panose="02020603050405020304" charset="0"/>
                        <a:ea typeface="黑体" panose="02010609060101010101" charset="-122"/>
                        <a:cs typeface="Times New Roman" panose="02020603050405020304" charset="0"/>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buNone/>
                      </a:pPr>
                      <a:r>
                        <a:rPr lang="en-US" altLang="zh-CN" sz="1800" b="1">
                          <a:solidFill>
                            <a:srgbClr val="1818FF"/>
                          </a:solidFill>
                          <a:latin typeface="Times New Roman" panose="02020603050405020304" charset="0"/>
                          <a:ea typeface="黑体" panose="02010609060101010101" charset="-122"/>
                          <a:cs typeface="Times New Roman" panose="02020603050405020304" charset="0"/>
                        </a:rPr>
                        <a:t>DATA[15:8]</a:t>
                      </a:r>
                      <a:endParaRPr lang="en-US" altLang="zh-CN" sz="1800" b="1">
                        <a:solidFill>
                          <a:srgbClr val="1818FF"/>
                        </a:solidFill>
                        <a:latin typeface="Times New Roman" panose="02020603050405020304" charset="0"/>
                        <a:ea typeface="黑体" panose="02010609060101010101" charset="-122"/>
                        <a:cs typeface="Times New Roman" panose="02020603050405020304" charset="0"/>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381000">
                <a:tc>
                  <a:txBody>
                    <a:bodyPr/>
                    <a:p>
                      <a:pPr algn="ctr">
                        <a:buNone/>
                      </a:pPr>
                      <a:r>
                        <a:rPr lang="en-US" altLang="zh-CN" sz="1800" b="1">
                          <a:solidFill>
                            <a:srgbClr val="1818FF"/>
                          </a:solidFill>
                          <a:latin typeface="Times New Roman" panose="02020603050405020304" charset="0"/>
                          <a:ea typeface="黑体" panose="02010609060101010101" charset="-122"/>
                          <a:cs typeface="Times New Roman" panose="02020603050405020304" charset="0"/>
                        </a:rPr>
                        <a:t>1</a:t>
                      </a:r>
                      <a:endParaRPr lang="en-US" altLang="zh-CN" sz="1800" b="1">
                        <a:solidFill>
                          <a:srgbClr val="1818FF"/>
                        </a:solidFill>
                        <a:latin typeface="Times New Roman" panose="02020603050405020304" charset="0"/>
                        <a:ea typeface="黑体" panose="02010609060101010101" charset="-122"/>
                        <a:cs typeface="Times New Roman" panose="02020603050405020304" charset="0"/>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buNone/>
                      </a:pPr>
                      <a:r>
                        <a:rPr lang="en-US" altLang="zh-CN" sz="1800" b="1">
                          <a:solidFill>
                            <a:srgbClr val="1818FF"/>
                          </a:solidFill>
                          <a:latin typeface="Times New Roman" panose="02020603050405020304" charset="0"/>
                          <a:ea typeface="黑体" panose="02010609060101010101" charset="-122"/>
                          <a:cs typeface="Times New Roman" panose="02020603050405020304" charset="0"/>
                        </a:rPr>
                        <a:t>1</a:t>
                      </a:r>
                      <a:endParaRPr lang="en-US" altLang="zh-CN" sz="1800" b="1">
                        <a:solidFill>
                          <a:srgbClr val="1818FF"/>
                        </a:solidFill>
                        <a:latin typeface="Times New Roman" panose="02020603050405020304" charset="0"/>
                        <a:ea typeface="黑体" panose="02010609060101010101" charset="-122"/>
                        <a:cs typeface="Times New Roman" panose="02020603050405020304" charset="0"/>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p>
                      <a:pPr algn="ctr">
                        <a:buNone/>
                      </a:pPr>
                      <a:r>
                        <a:rPr lang="en-US" altLang="zh-CN" sz="1800" b="1">
                          <a:solidFill>
                            <a:srgbClr val="1818FF"/>
                          </a:solidFill>
                          <a:latin typeface="Times New Roman" panose="02020603050405020304" charset="0"/>
                          <a:ea typeface="黑体" panose="02010609060101010101" charset="-122"/>
                          <a:cs typeface="Times New Roman" panose="02020603050405020304" charset="0"/>
                        </a:rPr>
                        <a:t>DATA[15:0]</a:t>
                      </a:r>
                      <a:endParaRPr lang="en-US" altLang="zh-CN" sz="1800" b="1">
                        <a:solidFill>
                          <a:srgbClr val="1818FF"/>
                        </a:solidFill>
                        <a:latin typeface="Times New Roman" panose="02020603050405020304" charset="0"/>
                        <a:ea typeface="黑体" panose="02010609060101010101" charset="-122"/>
                        <a:cs typeface="Times New Roman" panose="02020603050405020304" charset="0"/>
                      </a:endParaRP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68935" y="92710"/>
            <a:ext cx="8520430" cy="6123940"/>
          </a:xfrm>
          <a:prstGeom prst="rect">
            <a:avLst/>
          </a:prstGeom>
          <a:noFill/>
        </p:spPr>
        <p:txBody>
          <a:bodyPr wrap="square" rtlCol="0" anchor="t">
            <a:spAutoFit/>
          </a:bodyPr>
          <a:p>
            <a:r>
              <a:rPr lang="en-US" altLang="zh-CN" sz="2800" b="1"/>
              <a:t>2-2</a:t>
            </a:r>
            <a:r>
              <a:rPr lang="en-US" altLang="zh-CN" sz="2800"/>
              <a:t>    </a:t>
            </a:r>
            <a:r>
              <a:rPr lang="zh-CN" altLang="en-US" sz="2800"/>
              <a:t>在计算机系统中，多个系统部件之间的信息传送的公共通路称为</a:t>
            </a:r>
            <a:r>
              <a:rPr lang="en-US" altLang="zh-CN" sz="2800"/>
              <a:t>___</a:t>
            </a:r>
            <a:r>
              <a:rPr lang="zh-CN" altLang="en-US" sz="2800" b="1">
                <a:solidFill>
                  <a:srgbClr val="1818FF"/>
                </a:solidFill>
                <a:latin typeface="黑体" panose="02010609060101010101" charset="-122"/>
                <a:ea typeface="黑体" panose="02010609060101010101" charset="-122"/>
              </a:rPr>
              <a:t>总线</a:t>
            </a:r>
            <a:r>
              <a:rPr lang="en-US" altLang="zh-CN" sz="2800"/>
              <a:t>___</a:t>
            </a:r>
            <a:r>
              <a:rPr lang="zh-CN" altLang="en-US" sz="2800"/>
              <a:t>。就其所传送的信息的性质而言，在公共通路上传送的信息包括</a:t>
            </a:r>
            <a:r>
              <a:rPr lang="en-US" altLang="zh-CN" sz="2800"/>
              <a:t>___</a:t>
            </a:r>
            <a:r>
              <a:rPr lang="zh-CN" altLang="en-US" sz="2800" b="1">
                <a:solidFill>
                  <a:srgbClr val="1818FF"/>
                </a:solidFill>
                <a:latin typeface="黑体" panose="02010609060101010101" charset="-122"/>
                <a:ea typeface="黑体" panose="02010609060101010101" charset="-122"/>
                <a:sym typeface="+mn-ea"/>
              </a:rPr>
              <a:t>数据</a:t>
            </a:r>
            <a:r>
              <a:rPr lang="en-US" altLang="zh-CN" sz="2800"/>
              <a:t>___</a:t>
            </a:r>
            <a:r>
              <a:rPr lang="zh-CN" altLang="en-US" sz="2800"/>
              <a:t>、</a:t>
            </a:r>
            <a:r>
              <a:rPr lang="en-US" altLang="zh-CN" sz="2800"/>
              <a:t>__</a:t>
            </a:r>
            <a:r>
              <a:rPr lang="zh-CN" altLang="en-US" sz="2800" b="1">
                <a:solidFill>
                  <a:srgbClr val="1818FF"/>
                </a:solidFill>
                <a:latin typeface="黑体" panose="02010609060101010101" charset="-122"/>
                <a:ea typeface="黑体" panose="02010609060101010101" charset="-122"/>
                <a:sym typeface="+mn-ea"/>
              </a:rPr>
              <a:t>地址</a:t>
            </a:r>
            <a:r>
              <a:rPr lang="en-US" altLang="zh-CN" sz="2800"/>
              <a:t>___</a:t>
            </a:r>
            <a:r>
              <a:rPr lang="zh-CN" altLang="en-US" sz="2800"/>
              <a:t>和</a:t>
            </a:r>
            <a:r>
              <a:rPr lang="en-US" altLang="zh-CN" sz="2800"/>
              <a:t>___</a:t>
            </a:r>
            <a:r>
              <a:rPr lang="zh-CN" altLang="en-US" sz="2800" b="1">
                <a:solidFill>
                  <a:srgbClr val="1818FF"/>
                </a:solidFill>
                <a:latin typeface="黑体" panose="02010609060101010101" charset="-122"/>
                <a:ea typeface="黑体" panose="02010609060101010101" charset="-122"/>
                <a:sym typeface="+mn-ea"/>
              </a:rPr>
              <a:t>控制</a:t>
            </a:r>
            <a:r>
              <a:rPr lang="en-US" altLang="zh-CN" sz="2800"/>
              <a:t>___</a:t>
            </a:r>
            <a:r>
              <a:rPr lang="zh-CN" altLang="en-US" sz="2800"/>
              <a:t>信息。</a:t>
            </a:r>
            <a:endParaRPr lang="zh-CN" altLang="en-US" sz="2800"/>
          </a:p>
          <a:p>
            <a:endParaRPr lang="en-US" altLang="zh-CN" sz="2800"/>
          </a:p>
          <a:p>
            <a:r>
              <a:rPr lang="en-US" altLang="zh-CN" sz="2800" b="1"/>
              <a:t>2-3</a:t>
            </a:r>
            <a:r>
              <a:rPr lang="en-US" altLang="zh-CN" sz="2800"/>
              <a:t>    </a:t>
            </a:r>
            <a:r>
              <a:rPr lang="zh-CN" altLang="en-US" sz="2800"/>
              <a:t>计算机硬件能直接执行的只有</a:t>
            </a:r>
            <a:r>
              <a:rPr lang="en-US" altLang="zh-CN" sz="2800"/>
              <a:t>___</a:t>
            </a:r>
            <a:r>
              <a:rPr lang="en-US" altLang="zh-CN" sz="2800" b="1">
                <a:solidFill>
                  <a:srgbClr val="1818FF"/>
                </a:solidFill>
                <a:latin typeface="Times New Roman" panose="02020603050405020304" charset="0"/>
                <a:cs typeface="Times New Roman" panose="02020603050405020304" charset="0"/>
              </a:rPr>
              <a:t>B</a:t>
            </a:r>
            <a:r>
              <a:rPr lang="en-US" altLang="zh-CN" sz="2800"/>
              <a:t>___</a:t>
            </a:r>
            <a:r>
              <a:rPr lang="zh-CN" altLang="en-US" sz="2800"/>
              <a:t>。</a:t>
            </a:r>
            <a:endParaRPr lang="zh-CN" altLang="en-US" sz="2800"/>
          </a:p>
          <a:p>
            <a:r>
              <a:rPr lang="en-US" altLang="zh-CN" sz="2800"/>
              <a:t>A. </a:t>
            </a:r>
            <a:r>
              <a:rPr lang="zh-CN" altLang="en-US" sz="2800"/>
              <a:t>符号语言</a:t>
            </a:r>
            <a:r>
              <a:rPr lang="en-US" altLang="zh-CN" sz="2800"/>
              <a:t>                              B. </a:t>
            </a:r>
            <a:r>
              <a:rPr lang="zh-CN" altLang="en-US" sz="2800"/>
              <a:t>机器语言</a:t>
            </a:r>
            <a:endParaRPr lang="zh-CN" altLang="en-US" sz="2800"/>
          </a:p>
          <a:p>
            <a:r>
              <a:rPr lang="en-US" altLang="zh-CN" sz="2800"/>
              <a:t>C. </a:t>
            </a:r>
            <a:r>
              <a:rPr lang="zh-CN" altLang="en-US" sz="2800"/>
              <a:t>机器语言和汇编语言</a:t>
            </a:r>
            <a:r>
              <a:rPr lang="en-US" altLang="zh-CN" sz="2800"/>
              <a:t>       D. </a:t>
            </a:r>
            <a:r>
              <a:rPr lang="zh-CN" altLang="en-US" sz="2800"/>
              <a:t>汇编语言</a:t>
            </a:r>
            <a:endParaRPr lang="zh-CN" altLang="en-US" sz="2800"/>
          </a:p>
          <a:p>
            <a:endParaRPr lang="en-US" altLang="zh-CN" sz="2800"/>
          </a:p>
          <a:p>
            <a:r>
              <a:rPr lang="en-US" altLang="zh-CN" sz="2800" b="1"/>
              <a:t>2-4</a:t>
            </a:r>
            <a:r>
              <a:rPr lang="en-US" altLang="zh-CN" sz="2800"/>
              <a:t>    </a:t>
            </a:r>
            <a:r>
              <a:rPr lang="zh-CN" altLang="en-US" sz="2800"/>
              <a:t>冯</a:t>
            </a:r>
            <a:r>
              <a:rPr lang="en-US" altLang="zh-CN" sz="2800"/>
              <a:t>•</a:t>
            </a:r>
            <a:r>
              <a:rPr lang="zh-CN" altLang="en-US" sz="2800"/>
              <a:t>诺依曼计算机工作方式的基本特点是</a:t>
            </a:r>
            <a:r>
              <a:rPr lang="en-US" altLang="zh-CN" sz="2800"/>
              <a:t>__</a:t>
            </a:r>
            <a:r>
              <a:rPr lang="en-US" altLang="zh-CN" sz="2800" b="1">
                <a:solidFill>
                  <a:srgbClr val="1818FF"/>
                </a:solidFill>
                <a:latin typeface="Times New Roman" panose="02020603050405020304" charset="0"/>
                <a:cs typeface="Times New Roman" panose="02020603050405020304" charset="0"/>
                <a:sym typeface="+mn-ea"/>
              </a:rPr>
              <a:t>B</a:t>
            </a:r>
            <a:r>
              <a:rPr lang="en-US" altLang="zh-CN" sz="2800"/>
              <a:t>__</a:t>
            </a:r>
            <a:r>
              <a:rPr lang="zh-CN" altLang="en-US" sz="2800"/>
              <a:t>。</a:t>
            </a:r>
            <a:endParaRPr lang="zh-CN" altLang="en-US" sz="2800"/>
          </a:p>
          <a:p>
            <a:r>
              <a:rPr lang="en-US" altLang="zh-CN" sz="2800"/>
              <a:t>A. </a:t>
            </a:r>
            <a:r>
              <a:rPr lang="zh-CN" altLang="en-US" sz="2800"/>
              <a:t>多指令流单数据流</a:t>
            </a:r>
            <a:endParaRPr lang="zh-CN" altLang="en-US" sz="2800"/>
          </a:p>
          <a:p>
            <a:r>
              <a:rPr lang="en-US" altLang="zh-CN" sz="2800"/>
              <a:t>B. </a:t>
            </a:r>
            <a:r>
              <a:rPr lang="zh-CN" altLang="en-US" sz="2800"/>
              <a:t>按地址访问并顺序执行指令</a:t>
            </a:r>
            <a:endParaRPr lang="zh-CN" altLang="en-US" sz="2800"/>
          </a:p>
          <a:p>
            <a:r>
              <a:rPr lang="en-US" altLang="zh-CN" sz="2800"/>
              <a:t>C. </a:t>
            </a:r>
            <a:r>
              <a:rPr lang="zh-CN" altLang="en-US" sz="2800"/>
              <a:t>堆栈操作</a:t>
            </a:r>
            <a:endParaRPr lang="zh-CN" altLang="en-US" sz="2800"/>
          </a:p>
          <a:p>
            <a:r>
              <a:rPr lang="en-US" altLang="zh-CN" sz="2800"/>
              <a:t>D. </a:t>
            </a:r>
            <a:r>
              <a:rPr lang="zh-CN" altLang="en-US" sz="2800"/>
              <a:t>存储器按内部选择地址</a:t>
            </a:r>
            <a:endParaRPr lang="zh-CN" altLang="en-US" sz="280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22300" y="3645535"/>
            <a:ext cx="7216775" cy="2245360"/>
          </a:xfrm>
          <a:prstGeom prst="rect">
            <a:avLst/>
          </a:prstGeom>
          <a:noFill/>
        </p:spPr>
        <p:txBody>
          <a:bodyPr wrap="square" rtlCol="0" anchor="t">
            <a:spAutoFit/>
          </a:bodyPr>
          <a:p>
            <a:r>
              <a:rPr lang="en-US" altLang="zh-CN" sz="2800" b="1"/>
              <a:t>3-1</a:t>
            </a:r>
            <a:r>
              <a:rPr lang="en-US" altLang="zh-CN" sz="2800"/>
              <a:t>    </a:t>
            </a:r>
            <a:r>
              <a:rPr lang="zh-CN" altLang="en-US" sz="2800"/>
              <a:t>机器指令与微指令之间的关系是</a:t>
            </a:r>
            <a:r>
              <a:rPr lang="en-US" altLang="zh-CN" sz="2800"/>
              <a:t>__</a:t>
            </a:r>
            <a:r>
              <a:rPr lang="en-US" altLang="zh-CN" sz="2800" b="1">
                <a:solidFill>
                  <a:srgbClr val="1818FF"/>
                </a:solidFill>
                <a:latin typeface="Times New Roman" panose="02020603050405020304" charset="0"/>
                <a:cs typeface="Times New Roman" panose="02020603050405020304" charset="0"/>
              </a:rPr>
              <a:t>A</a:t>
            </a:r>
            <a:r>
              <a:rPr lang="en-US" altLang="zh-CN" sz="2800"/>
              <a:t>__</a:t>
            </a:r>
            <a:r>
              <a:rPr lang="zh-CN" altLang="en-US" sz="2800"/>
              <a:t>。</a:t>
            </a:r>
            <a:endParaRPr lang="zh-CN" altLang="en-US" sz="2800"/>
          </a:p>
          <a:p>
            <a:r>
              <a:rPr lang="en-US" altLang="zh-CN" sz="2800"/>
              <a:t>A. </a:t>
            </a:r>
            <a:r>
              <a:rPr lang="zh-CN" altLang="en-US" sz="2800"/>
              <a:t>用若干条微指令实现一条机器指令</a:t>
            </a:r>
            <a:endParaRPr lang="zh-CN" altLang="en-US" sz="2800"/>
          </a:p>
          <a:p>
            <a:r>
              <a:rPr lang="en-US" altLang="zh-CN" sz="2800"/>
              <a:t>B. </a:t>
            </a:r>
            <a:r>
              <a:rPr lang="zh-CN" altLang="en-US" sz="2800"/>
              <a:t>用若干条机器指令实现一条微指令</a:t>
            </a:r>
            <a:endParaRPr lang="zh-CN" altLang="en-US" sz="2800"/>
          </a:p>
          <a:p>
            <a:r>
              <a:rPr lang="en-US" altLang="zh-CN" sz="2800"/>
              <a:t>C. </a:t>
            </a:r>
            <a:r>
              <a:rPr lang="zh-CN" altLang="en-US" sz="2800"/>
              <a:t>用一条微指令实现一条机器指令</a:t>
            </a:r>
            <a:endParaRPr lang="zh-CN" altLang="en-US" sz="2800"/>
          </a:p>
          <a:p>
            <a:r>
              <a:rPr lang="en-US" altLang="zh-CN" sz="2800"/>
              <a:t>D. </a:t>
            </a:r>
            <a:r>
              <a:rPr lang="zh-CN" altLang="en-US" sz="2800"/>
              <a:t>用一条机器指令实现一条微指令</a:t>
            </a:r>
            <a:endParaRPr lang="zh-CN" altLang="en-US" sz="2800"/>
          </a:p>
        </p:txBody>
      </p:sp>
      <p:sp>
        <p:nvSpPr>
          <p:cNvPr id="3" name="文本框 2"/>
          <p:cNvSpPr txBox="1"/>
          <p:nvPr/>
        </p:nvSpPr>
        <p:spPr>
          <a:xfrm>
            <a:off x="622300" y="273050"/>
            <a:ext cx="7804785" cy="2676525"/>
          </a:xfrm>
          <a:prstGeom prst="rect">
            <a:avLst/>
          </a:prstGeom>
          <a:noFill/>
        </p:spPr>
        <p:txBody>
          <a:bodyPr wrap="square" rtlCol="0" anchor="t">
            <a:spAutoFit/>
          </a:bodyPr>
          <a:p>
            <a:r>
              <a:rPr lang="en-US" altLang="zh-CN" sz="2800" b="1"/>
              <a:t>2-5</a:t>
            </a:r>
            <a:r>
              <a:rPr lang="en-US" altLang="zh-CN" sz="2800"/>
              <a:t>    </a:t>
            </a:r>
            <a:r>
              <a:rPr lang="zh-CN" altLang="en-US" sz="2800"/>
              <a:t>相对于微程序控制器，硬布线控制器的特点是</a:t>
            </a:r>
            <a:r>
              <a:rPr lang="en-US" altLang="zh-CN" sz="2800"/>
              <a:t>__</a:t>
            </a:r>
            <a:r>
              <a:rPr lang="en-US" altLang="zh-CN" sz="2800" b="1">
                <a:solidFill>
                  <a:srgbClr val="1818FF"/>
                </a:solidFill>
                <a:latin typeface="Times New Roman" panose="02020603050405020304" charset="0"/>
                <a:cs typeface="Times New Roman" panose="02020603050405020304" charset="0"/>
              </a:rPr>
              <a:t>D</a:t>
            </a:r>
            <a:r>
              <a:rPr lang="en-US" altLang="zh-CN" sz="2800"/>
              <a:t>__</a:t>
            </a:r>
            <a:r>
              <a:rPr lang="zh-CN" altLang="en-US" sz="2800"/>
              <a:t>。</a:t>
            </a:r>
            <a:endParaRPr lang="zh-CN" altLang="en-US" sz="2800"/>
          </a:p>
          <a:p>
            <a:r>
              <a:rPr lang="en-US" altLang="zh-CN" sz="2800"/>
              <a:t>A. </a:t>
            </a:r>
            <a:r>
              <a:rPr lang="zh-CN" altLang="en-US" sz="2800"/>
              <a:t>指令执行速度慢，指令功能的修改和扩展容易</a:t>
            </a:r>
            <a:endParaRPr lang="zh-CN" altLang="en-US" sz="2800"/>
          </a:p>
          <a:p>
            <a:r>
              <a:rPr lang="en-US" altLang="zh-CN" sz="2800"/>
              <a:t>B. </a:t>
            </a:r>
            <a:r>
              <a:rPr lang="zh-CN" altLang="en-US" sz="2800"/>
              <a:t>指令执行速度慢，指令功能的修改和扩展难</a:t>
            </a:r>
            <a:endParaRPr lang="zh-CN" altLang="en-US" sz="2800"/>
          </a:p>
          <a:p>
            <a:r>
              <a:rPr lang="en-US" altLang="zh-CN" sz="2800"/>
              <a:t>C. </a:t>
            </a:r>
            <a:r>
              <a:rPr lang="zh-CN" altLang="en-US" sz="2800"/>
              <a:t>指令执行速度快，指令功能的修改和扩展容易</a:t>
            </a:r>
            <a:endParaRPr lang="zh-CN" altLang="en-US" sz="2800"/>
          </a:p>
          <a:p>
            <a:r>
              <a:rPr lang="en-US" altLang="zh-CN" sz="2800"/>
              <a:t>D. </a:t>
            </a:r>
            <a:r>
              <a:rPr lang="zh-CN" altLang="en-US" sz="2800"/>
              <a:t>指令执行速度快，指令功能的修改和扩展难</a:t>
            </a:r>
            <a:endParaRPr lang="zh-CN" altLang="en-US" sz="280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90525" y="183515"/>
            <a:ext cx="8362950" cy="3107690"/>
          </a:xfrm>
          <a:prstGeom prst="rect">
            <a:avLst/>
          </a:prstGeom>
          <a:noFill/>
        </p:spPr>
        <p:txBody>
          <a:bodyPr wrap="square" rtlCol="0" anchor="t">
            <a:spAutoFit/>
          </a:bodyPr>
          <a:p>
            <a:r>
              <a:rPr lang="en-US" altLang="zh-CN" sz="2800" b="1">
                <a:sym typeface="+mn-ea"/>
              </a:rPr>
              <a:t>3-2</a:t>
            </a:r>
            <a:r>
              <a:rPr lang="en-US" altLang="zh-CN" sz="2800">
                <a:sym typeface="+mn-ea"/>
              </a:rPr>
              <a:t>    </a:t>
            </a:r>
            <a:r>
              <a:rPr lang="zh-CN" altLang="en-US" sz="2800"/>
              <a:t>某计算机有如下部件：</a:t>
            </a:r>
            <a:r>
              <a:rPr lang="en-US" altLang="zh-CN" sz="2800"/>
              <a:t>ALU</a:t>
            </a:r>
            <a:r>
              <a:rPr lang="zh-CN" altLang="en-US" sz="2800"/>
              <a:t>，移位器，主存</a:t>
            </a:r>
            <a:r>
              <a:rPr lang="en-US" altLang="zh-CN" sz="2800"/>
              <a:t>M</a:t>
            </a:r>
            <a:r>
              <a:rPr lang="zh-CN" altLang="en-US" sz="2800"/>
              <a:t>，主存数据寄存器</a:t>
            </a:r>
            <a:r>
              <a:rPr lang="en-US" altLang="zh-CN" sz="2800"/>
              <a:t>MDR</a:t>
            </a:r>
            <a:r>
              <a:rPr lang="zh-CN" altLang="en-US" sz="2800"/>
              <a:t>，主存地址寄存器</a:t>
            </a:r>
            <a:r>
              <a:rPr lang="en-US" altLang="zh-CN" sz="2800"/>
              <a:t>MAR</a:t>
            </a:r>
            <a:r>
              <a:rPr lang="zh-CN" altLang="en-US" sz="2800"/>
              <a:t>，指令寄存器</a:t>
            </a:r>
            <a:r>
              <a:rPr lang="en-US" altLang="zh-CN" sz="2800"/>
              <a:t>IR</a:t>
            </a:r>
            <a:r>
              <a:rPr lang="zh-CN" altLang="en-US" sz="2800"/>
              <a:t>，通用寄存器</a:t>
            </a:r>
            <a:r>
              <a:rPr lang="en-US" altLang="zh-CN" sz="2800"/>
              <a:t>R0~R3</a:t>
            </a:r>
            <a:r>
              <a:rPr lang="zh-CN" altLang="en-US" sz="2800"/>
              <a:t>，暂存器</a:t>
            </a:r>
            <a:r>
              <a:rPr lang="en-US" altLang="zh-CN" sz="2800"/>
              <a:t>C</a:t>
            </a:r>
            <a:r>
              <a:rPr lang="zh-CN" altLang="en-US" sz="2800"/>
              <a:t>和</a:t>
            </a:r>
            <a:r>
              <a:rPr lang="en-US" altLang="zh-CN" sz="2800"/>
              <a:t>D</a:t>
            </a:r>
            <a:r>
              <a:rPr lang="zh-CN" altLang="en-US" sz="2800"/>
              <a:t>。</a:t>
            </a:r>
            <a:endParaRPr lang="zh-CN" altLang="en-US" sz="2800"/>
          </a:p>
          <a:p>
            <a:r>
              <a:rPr lang="en-US" altLang="zh-CN" sz="2800"/>
              <a:t>1) </a:t>
            </a:r>
            <a:r>
              <a:rPr lang="zh-CN" altLang="en-US" sz="2800"/>
              <a:t>请将各逻辑部件组成一个数据通路，并标明数据流动方向；</a:t>
            </a:r>
            <a:endParaRPr lang="zh-CN" altLang="en-US" sz="2800"/>
          </a:p>
          <a:p>
            <a:r>
              <a:rPr lang="en-US" altLang="zh-CN" sz="2800"/>
              <a:t>2) </a:t>
            </a:r>
            <a:r>
              <a:rPr lang="zh-CN" altLang="en-US" sz="2800"/>
              <a:t>参照教材</a:t>
            </a:r>
            <a:r>
              <a:rPr lang="en-US" altLang="zh-CN" sz="2800"/>
              <a:t>P59</a:t>
            </a:r>
            <a:r>
              <a:rPr lang="zh-CN" altLang="en-US" sz="2800"/>
              <a:t>页，例</a:t>
            </a:r>
            <a:r>
              <a:rPr lang="en-US" altLang="zh-CN" sz="2800"/>
              <a:t>2.1</a:t>
            </a:r>
            <a:r>
              <a:rPr lang="zh-CN" altLang="en-US" sz="2800"/>
              <a:t>，分步骤写出指令</a:t>
            </a:r>
            <a:r>
              <a:rPr lang="en-US" altLang="zh-CN" sz="2800"/>
              <a:t>ADD R1</a:t>
            </a:r>
            <a:r>
              <a:rPr lang="zh-CN" altLang="en-US" sz="2800"/>
              <a:t>，</a:t>
            </a:r>
            <a:r>
              <a:rPr lang="en-US" altLang="zh-CN" sz="2800"/>
              <a:t>R2</a:t>
            </a:r>
            <a:r>
              <a:rPr lang="zh-CN" altLang="en-US" sz="2800"/>
              <a:t>的执行过程。</a:t>
            </a:r>
            <a:endParaRPr lang="zh-CN" altLang="en-US" sz="2800"/>
          </a:p>
        </p:txBody>
      </p:sp>
      <p:pic>
        <p:nvPicPr>
          <p:cNvPr id="5" name="图片 4"/>
          <p:cNvPicPr>
            <a:picLocks noChangeAspect="1"/>
          </p:cNvPicPr>
          <p:nvPr/>
        </p:nvPicPr>
        <p:blipFill>
          <a:blip r:embed="rId1"/>
          <a:stretch>
            <a:fillRect/>
          </a:stretch>
        </p:blipFill>
        <p:spPr>
          <a:xfrm>
            <a:off x="290195" y="4144645"/>
            <a:ext cx="8743950" cy="1602740"/>
          </a:xfrm>
          <a:prstGeom prst="rect">
            <a:avLst/>
          </a:prstGeom>
        </p:spPr>
      </p:pic>
      <p:sp>
        <p:nvSpPr>
          <p:cNvPr id="7" name="文本框 6"/>
          <p:cNvSpPr txBox="1"/>
          <p:nvPr/>
        </p:nvSpPr>
        <p:spPr>
          <a:xfrm>
            <a:off x="246380" y="3583305"/>
            <a:ext cx="3048000" cy="521970"/>
          </a:xfrm>
          <a:prstGeom prst="rect">
            <a:avLst/>
          </a:prstGeom>
          <a:noFill/>
        </p:spPr>
        <p:txBody>
          <a:bodyPr wrap="square" rtlCol="0">
            <a:spAutoFit/>
          </a:bodyPr>
          <a:p>
            <a:r>
              <a:rPr lang="en-US" altLang="zh-CN" sz="2800" b="1">
                <a:solidFill>
                  <a:srgbClr val="1818FF"/>
                </a:solidFill>
                <a:latin typeface="Times New Roman" panose="02020603050405020304" charset="0"/>
                <a:ea typeface="黑体" panose="02010609060101010101" charset="-122"/>
                <a:cs typeface="Times New Roman" panose="02020603050405020304" charset="0"/>
              </a:rPr>
              <a:t>[</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解析</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  (1)</a:t>
            </a:r>
            <a:endParaRPr lang="en-US" altLang="zh-CN" sz="2800" b="1">
              <a:solidFill>
                <a:srgbClr val="1818FF"/>
              </a:solidFill>
              <a:latin typeface="Times New Roman" panose="02020603050405020304" charset="0"/>
              <a:ea typeface="黑体" panose="02010609060101010101" charset="-122"/>
              <a:cs typeface="Times New Roman" panose="02020603050405020304"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716915" y="428625"/>
            <a:ext cx="7038975" cy="6043930"/>
          </a:xfrm>
          <a:prstGeom prst="rect">
            <a:avLst/>
          </a:prstGeom>
          <a:noFill/>
        </p:spPr>
        <p:txBody>
          <a:bodyPr wrap="square" rtlCol="0">
            <a:noAutofit/>
          </a:bodyPr>
          <a:p>
            <a:r>
              <a:rPr lang="en-US" altLang="zh-CN" sz="2800" b="1">
                <a:solidFill>
                  <a:srgbClr val="1818FF"/>
                </a:solidFill>
                <a:latin typeface="Times New Roman" panose="02020603050405020304" charset="0"/>
                <a:ea typeface="黑体" panose="02010609060101010101" charset="-122"/>
                <a:cs typeface="Times New Roman" panose="02020603050405020304" charset="0"/>
                <a:sym typeface="+mn-ea"/>
              </a:rPr>
              <a:t>[</a:t>
            </a:r>
            <a:r>
              <a:rPr lang="zh-CN" altLang="en-US" sz="2800" b="1">
                <a:solidFill>
                  <a:srgbClr val="1818FF"/>
                </a:solidFill>
                <a:latin typeface="Times New Roman" panose="02020603050405020304" charset="0"/>
                <a:ea typeface="黑体" panose="02010609060101010101" charset="-122"/>
                <a:cs typeface="Times New Roman" panose="02020603050405020304" charset="0"/>
                <a:sym typeface="+mn-ea"/>
              </a:rPr>
              <a:t>解析</a:t>
            </a:r>
            <a:r>
              <a:rPr lang="en-US" altLang="zh-CN" sz="2800" b="1">
                <a:solidFill>
                  <a:srgbClr val="1818FF"/>
                </a:solidFill>
                <a:latin typeface="Times New Roman" panose="02020603050405020304" charset="0"/>
                <a:ea typeface="黑体" panose="02010609060101010101" charset="-122"/>
                <a:cs typeface="Times New Roman" panose="02020603050405020304" charset="0"/>
                <a:sym typeface="+mn-ea"/>
              </a:rPr>
              <a:t>]  (2)</a:t>
            </a:r>
            <a:endParaRPr lang="en-US" altLang="zh-CN" sz="2800" b="1">
              <a:solidFill>
                <a:srgbClr val="1818FF"/>
              </a:solidFill>
              <a:latin typeface="Times New Roman" panose="02020603050405020304" charset="0"/>
              <a:ea typeface="黑体" panose="02010609060101010101" charset="-122"/>
              <a:cs typeface="Times New Roman" panose="02020603050405020304" charset="0"/>
              <a:sym typeface="+mn-ea"/>
            </a:endParaRPr>
          </a:p>
          <a:p>
            <a:r>
              <a:rPr lang="en-US" altLang="zh-CN" sz="2800" b="1">
                <a:solidFill>
                  <a:srgbClr val="1818FF"/>
                </a:solidFill>
                <a:latin typeface="Times New Roman" panose="02020603050405020304" charset="0"/>
                <a:ea typeface="黑体" panose="02010609060101010101" charset="-122"/>
                <a:cs typeface="Times New Roman" panose="02020603050405020304" charset="0"/>
                <a:sym typeface="+mn-ea"/>
              </a:rPr>
              <a:t>Ⅰ.   </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程序计数器</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PC</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的内容送到地址生成部件，寻址内存单元。</a:t>
            </a:r>
            <a:endParaRPr lang="zh-CN" altLang="en-US" sz="2800" b="1">
              <a:solidFill>
                <a:srgbClr val="1818FF"/>
              </a:solidFill>
              <a:latin typeface="Times New Roman" panose="02020603050405020304" charset="0"/>
              <a:ea typeface="黑体" panose="02010609060101010101" charset="-122"/>
              <a:cs typeface="Times New Roman" panose="02020603050405020304" charset="0"/>
            </a:endParaRPr>
          </a:p>
          <a:p>
            <a:r>
              <a:rPr lang="en-US" altLang="zh-CN" sz="2800" b="1">
                <a:solidFill>
                  <a:srgbClr val="1818FF"/>
                </a:solidFill>
                <a:latin typeface="Times New Roman" panose="02020603050405020304" charset="0"/>
                <a:ea typeface="黑体" panose="02010609060101010101" charset="-122"/>
                <a:cs typeface="Times New Roman" panose="02020603050405020304" charset="0"/>
                <a:sym typeface="+mn-ea"/>
              </a:rPr>
              <a:t>Ⅱ.  </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操作控制器发读信号，将</a:t>
            </a:r>
            <a:r>
              <a:rPr lang="en-US" sz="2800" b="1">
                <a:solidFill>
                  <a:srgbClr val="1818FF"/>
                </a:solidFill>
                <a:latin typeface="Times New Roman" panose="02020603050405020304" charset="0"/>
                <a:ea typeface="黑体" panose="02010609060101010101" charset="-122"/>
                <a:cs typeface="Times New Roman" panose="02020603050405020304" charset="0"/>
              </a:rPr>
              <a:t>PC</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指向的内容</a:t>
            </a:r>
            <a:r>
              <a:rPr lang="en-US" altLang="zh-CN" sz="2800" b="1">
                <a:solidFill>
                  <a:srgbClr val="1818FF"/>
                </a:solidFill>
                <a:latin typeface="黑体" panose="02010609060101010101" charset="-122"/>
                <a:ea typeface="黑体" panose="02010609060101010101" charset="-122"/>
                <a:cs typeface="Times New Roman" panose="02020603050405020304" charset="0"/>
              </a:rPr>
              <a:t>“</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0x???? ????</a:t>
            </a:r>
            <a:r>
              <a:rPr lang="en-US" altLang="zh-CN" sz="2800" b="1">
                <a:solidFill>
                  <a:srgbClr val="1818FF"/>
                </a:solidFill>
                <a:latin typeface="黑体" panose="02010609060101010101" charset="-122"/>
                <a:ea typeface="黑体" panose="02010609060101010101" charset="-122"/>
                <a:cs typeface="Times New Roman" panose="02020603050405020304" charset="0"/>
              </a:rPr>
              <a:t>”</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读出至指令寄存器</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IR</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a:t>
            </a:r>
            <a:endParaRPr lang="zh-CN" altLang="en-US" sz="2800" b="1">
              <a:solidFill>
                <a:srgbClr val="1818FF"/>
              </a:solidFill>
              <a:latin typeface="Times New Roman" panose="02020603050405020304" charset="0"/>
              <a:ea typeface="黑体" panose="02010609060101010101" charset="-122"/>
              <a:cs typeface="Times New Roman" panose="02020603050405020304" charset="0"/>
            </a:endParaRPr>
          </a:p>
          <a:p>
            <a:r>
              <a:rPr lang="en-US" altLang="zh-CN" sz="2800" b="1">
                <a:solidFill>
                  <a:srgbClr val="1818FF"/>
                </a:solidFill>
                <a:latin typeface="Times New Roman" panose="02020603050405020304" charset="0"/>
                <a:ea typeface="黑体" panose="02010609060101010101" charset="-122"/>
                <a:cs typeface="Times New Roman" panose="02020603050405020304" charset="0"/>
                <a:sym typeface="+mn-ea"/>
              </a:rPr>
              <a:t>Ⅲ.  </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程序计数器</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PC</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自动加</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4</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，指向下一条指令的存放地址。</a:t>
            </a:r>
            <a:endParaRPr lang="zh-CN" altLang="en-US" sz="2800" b="1">
              <a:solidFill>
                <a:srgbClr val="1818FF"/>
              </a:solidFill>
              <a:latin typeface="Times New Roman" panose="02020603050405020304" charset="0"/>
              <a:ea typeface="黑体" panose="02010609060101010101" charset="-122"/>
              <a:cs typeface="Times New Roman" panose="02020603050405020304" charset="0"/>
            </a:endParaRPr>
          </a:p>
          <a:p>
            <a:r>
              <a:rPr lang="en-US" altLang="zh-CN" sz="2800" b="1">
                <a:solidFill>
                  <a:srgbClr val="1818FF"/>
                </a:solidFill>
                <a:latin typeface="Times New Roman" panose="02020603050405020304" charset="0"/>
                <a:ea typeface="黑体" panose="02010609060101010101" charset="-122"/>
                <a:cs typeface="Times New Roman" panose="02020603050405020304" charset="0"/>
                <a:sym typeface="+mn-ea"/>
              </a:rPr>
              <a:t>Ⅳ.  </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指令译码器</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ID</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对指令操作码进行译码，操作控制器</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OC</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按照操作时序发出相应的控制信号。</a:t>
            </a:r>
            <a:endParaRPr lang="zh-CN" altLang="en-US" sz="2800" b="1">
              <a:solidFill>
                <a:srgbClr val="1818FF"/>
              </a:solidFill>
              <a:latin typeface="Times New Roman" panose="02020603050405020304" charset="0"/>
              <a:ea typeface="黑体" panose="02010609060101010101" charset="-122"/>
              <a:cs typeface="Times New Roman" panose="02020603050405020304" charset="0"/>
            </a:endParaRPr>
          </a:p>
          <a:p>
            <a:r>
              <a:rPr lang="en-US" altLang="zh-CN" sz="2800" b="1">
                <a:solidFill>
                  <a:srgbClr val="1818FF"/>
                </a:solidFill>
                <a:latin typeface="Times New Roman" panose="02020603050405020304" charset="0"/>
                <a:ea typeface="黑体" panose="02010609060101010101" charset="-122"/>
                <a:cs typeface="Times New Roman" panose="02020603050405020304" charset="0"/>
                <a:sym typeface="+mn-ea"/>
              </a:rPr>
              <a:t>Ⅴ.  </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指令的地址码部分指示操作数在哪。本条指令中的两个源操作数存放在</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R1</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和</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R2</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，运算结果存回</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R1</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。操作控制器</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OC</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控制实现</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R1</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R2 </a:t>
            </a:r>
            <a:r>
              <a:rPr lang="en-US" altLang="en-US" sz="2800" b="1">
                <a:solidFill>
                  <a:srgbClr val="1818FF"/>
                </a:solidFill>
                <a:latin typeface="Times New Roman" panose="02020603050405020304" charset="0"/>
                <a:ea typeface="黑体" panose="02010609060101010101" charset="-122"/>
                <a:cs typeface="Times New Roman" panose="02020603050405020304" charset="0"/>
              </a:rPr>
              <a:t>→</a:t>
            </a:r>
            <a:r>
              <a:rPr lang="en-US" altLang="zh-CN" sz="2800" b="1">
                <a:solidFill>
                  <a:srgbClr val="1818FF"/>
                </a:solidFill>
                <a:latin typeface="Times New Roman" panose="02020603050405020304" charset="0"/>
                <a:ea typeface="黑体" panose="02010609060101010101" charset="-122"/>
                <a:cs typeface="Times New Roman" panose="02020603050405020304" charset="0"/>
              </a:rPr>
              <a:t> R1</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a:t>
            </a:r>
            <a:endParaRPr lang="en-US" altLang="zh-CN" sz="2800" b="1">
              <a:solidFill>
                <a:srgbClr val="1818FF"/>
              </a:solidFill>
              <a:latin typeface="Times New Roman" panose="02020603050405020304" charset="0"/>
              <a:ea typeface="黑体" panose="02010609060101010101" charset="-122"/>
              <a:cs typeface="Times New Roman" panose="02020603050405020304" charset="0"/>
            </a:endParaRPr>
          </a:p>
        </p:txBody>
      </p:sp>
      <p:sp>
        <p:nvSpPr>
          <p:cNvPr id="3" name="文本框 2"/>
          <p:cNvSpPr txBox="1"/>
          <p:nvPr/>
        </p:nvSpPr>
        <p:spPr>
          <a:xfrm>
            <a:off x="716915" y="86995"/>
            <a:ext cx="3048000" cy="398780"/>
          </a:xfrm>
          <a:prstGeom prst="rect">
            <a:avLst/>
          </a:prstGeom>
          <a:noFill/>
        </p:spPr>
        <p:txBody>
          <a:bodyPr wrap="square" rtlCol="0">
            <a:spAutoFit/>
          </a:bodyPr>
          <a:p>
            <a:r>
              <a:rPr lang="zh-CN" altLang="en-US" sz="2000" b="1">
                <a:solidFill>
                  <a:srgbClr val="FF0000"/>
                </a:solidFill>
              </a:rPr>
              <a:t>注：写法同例题</a:t>
            </a:r>
            <a:r>
              <a:rPr lang="en-US" altLang="zh-CN" sz="2000" b="1">
                <a:solidFill>
                  <a:srgbClr val="FF0000"/>
                </a:solidFill>
              </a:rPr>
              <a:t>2.13</a:t>
            </a:r>
            <a:endParaRPr lang="zh-CN" altLang="en-US" sz="2000" b="1">
              <a:solidFill>
                <a:srgbClr val="FF0000"/>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83235" y="593090"/>
            <a:ext cx="8262620" cy="4831080"/>
          </a:xfrm>
          <a:prstGeom prst="rect">
            <a:avLst/>
          </a:prstGeom>
          <a:noFill/>
        </p:spPr>
        <p:txBody>
          <a:bodyPr wrap="square" rtlCol="0" anchor="t">
            <a:spAutoFit/>
          </a:bodyPr>
          <a:p>
            <a:r>
              <a:rPr lang="en-US" altLang="zh-CN" sz="2800" b="1"/>
              <a:t>4-3</a:t>
            </a:r>
            <a:r>
              <a:rPr lang="en-US" altLang="zh-CN" sz="2800"/>
              <a:t>    </a:t>
            </a:r>
            <a:r>
              <a:rPr lang="zh-CN" altLang="en-US" sz="2800"/>
              <a:t>运算器的核心功能部件是</a:t>
            </a:r>
            <a:r>
              <a:rPr lang="en-US" altLang="zh-CN" sz="2800"/>
              <a:t>__</a:t>
            </a:r>
            <a:r>
              <a:rPr lang="en-US" altLang="zh-CN" sz="2800" b="1">
                <a:solidFill>
                  <a:srgbClr val="1818FF"/>
                </a:solidFill>
                <a:latin typeface="Times New Roman" panose="02020603050405020304" charset="0"/>
                <a:cs typeface="Times New Roman" panose="02020603050405020304" charset="0"/>
                <a:sym typeface="+mn-ea"/>
              </a:rPr>
              <a:t>B</a:t>
            </a:r>
            <a:r>
              <a:rPr lang="en-US" altLang="zh-CN" sz="2800"/>
              <a:t>__</a:t>
            </a:r>
            <a:r>
              <a:rPr lang="zh-CN" altLang="en-US" sz="2800"/>
              <a:t>。</a:t>
            </a:r>
            <a:endParaRPr lang="zh-CN" altLang="en-US" sz="2800"/>
          </a:p>
          <a:p>
            <a:r>
              <a:rPr lang="en-US" altLang="zh-CN" sz="2800"/>
              <a:t>A. </a:t>
            </a:r>
            <a:r>
              <a:rPr lang="zh-CN" altLang="en-US" sz="2800"/>
              <a:t>数据总线</a:t>
            </a:r>
            <a:r>
              <a:rPr lang="en-US" altLang="zh-CN" sz="2800"/>
              <a:t>                   B. ALU</a:t>
            </a:r>
            <a:endParaRPr lang="en-US" altLang="zh-CN" sz="2800"/>
          </a:p>
          <a:p>
            <a:r>
              <a:rPr lang="en-US" altLang="zh-CN" sz="2800"/>
              <a:t>C. </a:t>
            </a:r>
            <a:r>
              <a:rPr lang="zh-CN" altLang="en-US" sz="2800"/>
              <a:t>状态条件寄存器</a:t>
            </a:r>
            <a:r>
              <a:rPr lang="en-US" altLang="zh-CN" sz="2800"/>
              <a:t>     D. </a:t>
            </a:r>
            <a:r>
              <a:rPr lang="zh-CN" altLang="en-US" sz="2800"/>
              <a:t>通用寄存器</a:t>
            </a:r>
            <a:endParaRPr lang="zh-CN" altLang="en-US" sz="2800"/>
          </a:p>
          <a:p>
            <a:endParaRPr lang="zh-CN" altLang="en-US" sz="2800"/>
          </a:p>
          <a:p>
            <a:r>
              <a:rPr lang="en-US" altLang="zh-CN" sz="2800" b="1"/>
              <a:t>4-4</a:t>
            </a:r>
            <a:r>
              <a:rPr lang="en-US" altLang="zh-CN" sz="2800"/>
              <a:t>    </a:t>
            </a:r>
            <a:r>
              <a:rPr lang="zh-CN" altLang="en-US" sz="2800"/>
              <a:t>计算机操作的最小时间单位是</a:t>
            </a:r>
            <a:r>
              <a:rPr lang="en-US" altLang="zh-CN" sz="2800"/>
              <a:t>__</a:t>
            </a:r>
            <a:r>
              <a:rPr lang="en-US" altLang="zh-CN" sz="2800" b="1">
                <a:solidFill>
                  <a:srgbClr val="1818FF"/>
                </a:solidFill>
                <a:latin typeface="Times New Roman" panose="02020603050405020304" charset="0"/>
                <a:cs typeface="Times New Roman" panose="02020603050405020304" charset="0"/>
                <a:sym typeface="+mn-ea"/>
              </a:rPr>
              <a:t>A</a:t>
            </a:r>
            <a:r>
              <a:rPr lang="en-US" altLang="zh-CN" sz="2800"/>
              <a:t>__</a:t>
            </a:r>
            <a:r>
              <a:rPr lang="zh-CN" altLang="en-US" sz="2800"/>
              <a:t>。</a:t>
            </a:r>
            <a:endParaRPr lang="zh-CN" altLang="en-US" sz="2800"/>
          </a:p>
          <a:p>
            <a:r>
              <a:rPr lang="en-US" altLang="zh-CN" sz="2800"/>
              <a:t>A. </a:t>
            </a:r>
            <a:r>
              <a:rPr lang="zh-CN" altLang="en-US" sz="2800"/>
              <a:t>时钟周期</a:t>
            </a:r>
            <a:r>
              <a:rPr lang="en-US" altLang="zh-CN" sz="2800"/>
              <a:t>             B. </a:t>
            </a:r>
            <a:r>
              <a:rPr lang="zh-CN" altLang="en-US" sz="2800"/>
              <a:t>指令周期</a:t>
            </a:r>
            <a:endParaRPr lang="zh-CN" altLang="en-US" sz="2800"/>
          </a:p>
          <a:p>
            <a:r>
              <a:rPr lang="en-US" altLang="zh-CN" sz="2800"/>
              <a:t>C. CPU</a:t>
            </a:r>
            <a:r>
              <a:rPr lang="zh-CN" altLang="en-US" sz="2800"/>
              <a:t>周期</a:t>
            </a:r>
            <a:r>
              <a:rPr lang="en-US" altLang="zh-CN" sz="2800"/>
              <a:t>              D. </a:t>
            </a:r>
            <a:r>
              <a:rPr lang="zh-CN" altLang="en-US" sz="2800"/>
              <a:t>微指令周期</a:t>
            </a:r>
            <a:endParaRPr lang="zh-CN" altLang="en-US" sz="2800"/>
          </a:p>
          <a:p>
            <a:endParaRPr lang="zh-CN" altLang="en-US" sz="2800"/>
          </a:p>
          <a:p>
            <a:r>
              <a:rPr lang="en-US" altLang="zh-CN" sz="2800" b="1"/>
              <a:t>4-5 </a:t>
            </a:r>
            <a:r>
              <a:rPr lang="en-US" altLang="zh-CN" sz="2800"/>
              <a:t>   </a:t>
            </a:r>
            <a:r>
              <a:rPr lang="zh-CN" altLang="en-US" sz="2800"/>
              <a:t>在</a:t>
            </a:r>
            <a:r>
              <a:rPr lang="en-US" altLang="zh-CN" sz="2800"/>
              <a:t>CPU</a:t>
            </a:r>
            <a:r>
              <a:rPr lang="zh-CN" altLang="en-US" sz="2800"/>
              <a:t>中跟踪指令后继地址的寄存器是</a:t>
            </a:r>
            <a:r>
              <a:rPr lang="en-US" altLang="zh-CN" sz="2800"/>
              <a:t>__</a:t>
            </a:r>
            <a:r>
              <a:rPr lang="en-US" altLang="zh-CN" sz="2800" b="1">
                <a:solidFill>
                  <a:srgbClr val="1818FF"/>
                </a:solidFill>
                <a:latin typeface="Times New Roman" panose="02020603050405020304" charset="0"/>
                <a:cs typeface="Times New Roman" panose="02020603050405020304" charset="0"/>
                <a:sym typeface="+mn-ea"/>
              </a:rPr>
              <a:t>B</a:t>
            </a:r>
            <a:r>
              <a:rPr lang="en-US" altLang="zh-CN" sz="2800"/>
              <a:t>__</a:t>
            </a:r>
            <a:r>
              <a:rPr lang="zh-CN" altLang="en-US" sz="2800"/>
              <a:t>。</a:t>
            </a:r>
            <a:endParaRPr lang="zh-CN" altLang="en-US" sz="2800"/>
          </a:p>
          <a:p>
            <a:r>
              <a:rPr lang="en-US" altLang="zh-CN" sz="2800"/>
              <a:t>A. </a:t>
            </a:r>
            <a:r>
              <a:rPr lang="zh-CN" altLang="en-US" sz="2800"/>
              <a:t>主存地址寄存器</a:t>
            </a:r>
            <a:r>
              <a:rPr lang="en-US" altLang="zh-CN" sz="2800"/>
              <a:t>           B. </a:t>
            </a:r>
            <a:r>
              <a:rPr lang="zh-CN" altLang="en-US" sz="2800"/>
              <a:t>程序计数器</a:t>
            </a:r>
            <a:endParaRPr lang="zh-CN" altLang="en-US" sz="2800"/>
          </a:p>
          <a:p>
            <a:r>
              <a:rPr lang="en-US" altLang="zh-CN" sz="2800"/>
              <a:t>C. </a:t>
            </a:r>
            <a:r>
              <a:rPr lang="zh-CN" altLang="en-US" sz="2800"/>
              <a:t>指令寄存器</a:t>
            </a:r>
            <a:r>
              <a:rPr lang="en-US" altLang="zh-CN" sz="2800"/>
              <a:t>                     D. </a:t>
            </a:r>
            <a:r>
              <a:rPr lang="zh-CN" altLang="en-US" sz="2800"/>
              <a:t>状态条件寄存器</a:t>
            </a:r>
            <a:endParaRPr lang="zh-CN" altLang="en-US" sz="280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573405" y="0"/>
            <a:ext cx="8286115" cy="6554470"/>
          </a:xfrm>
          <a:prstGeom prst="rect">
            <a:avLst/>
          </a:prstGeom>
          <a:noFill/>
        </p:spPr>
        <p:txBody>
          <a:bodyPr wrap="square" rtlCol="0" anchor="t">
            <a:spAutoFit/>
          </a:bodyPr>
          <a:p>
            <a:r>
              <a:rPr lang="en-US" altLang="zh-CN" sz="2800" b="1"/>
              <a:t>5-1</a:t>
            </a:r>
            <a:r>
              <a:rPr lang="en-US" altLang="zh-CN" sz="2800"/>
              <a:t>    </a:t>
            </a:r>
            <a:r>
              <a:rPr lang="zh-CN" altLang="en-US" sz="2800"/>
              <a:t>以下关于超线程技术的描述，不正确的是</a:t>
            </a:r>
            <a:r>
              <a:rPr lang="en-US" altLang="zh-CN" sz="2800"/>
              <a:t>__</a:t>
            </a:r>
            <a:r>
              <a:rPr lang="en-US" altLang="zh-CN" sz="2800" b="1">
                <a:solidFill>
                  <a:srgbClr val="1818FF"/>
                </a:solidFill>
                <a:latin typeface="Times New Roman" panose="02020603050405020304" charset="0"/>
                <a:cs typeface="Times New Roman" panose="02020603050405020304" charset="0"/>
              </a:rPr>
              <a:t>D</a:t>
            </a:r>
            <a:r>
              <a:rPr lang="en-US" altLang="zh-CN" sz="2800"/>
              <a:t>__</a:t>
            </a:r>
            <a:r>
              <a:rPr lang="zh-CN" altLang="en-US" sz="2800"/>
              <a:t>。</a:t>
            </a:r>
            <a:endParaRPr lang="zh-CN" altLang="en-US" sz="2800"/>
          </a:p>
          <a:p>
            <a:r>
              <a:rPr lang="en-US" altLang="zh-CN" sz="2800"/>
              <a:t>A. </a:t>
            </a:r>
            <a:r>
              <a:rPr lang="zh-CN" altLang="en-US" sz="2800"/>
              <a:t>超线程技术可以把一个物理内核模拟成两个逻辑核心，降低处理部件的空闲时间</a:t>
            </a:r>
            <a:endParaRPr lang="zh-CN" altLang="en-US" sz="2800"/>
          </a:p>
          <a:p>
            <a:r>
              <a:rPr lang="en-US" altLang="zh-CN" sz="2800"/>
              <a:t>B. </a:t>
            </a:r>
            <a:r>
              <a:rPr lang="zh-CN" altLang="en-US" sz="2800"/>
              <a:t>相对而言，超线程处理机比多核处理机具有更低的成本</a:t>
            </a:r>
            <a:endParaRPr lang="zh-CN" altLang="en-US" sz="2800"/>
          </a:p>
          <a:p>
            <a:r>
              <a:rPr lang="en-US" altLang="zh-CN" sz="2800"/>
              <a:t>C. </a:t>
            </a:r>
            <a:r>
              <a:rPr lang="zh-CN" altLang="en-US" sz="2800"/>
              <a:t>超线程技术可以和多核技术同时应用</a:t>
            </a:r>
            <a:endParaRPr lang="zh-CN" altLang="en-US" sz="2800"/>
          </a:p>
          <a:p>
            <a:r>
              <a:rPr lang="en-US" altLang="zh-CN" sz="2800"/>
              <a:t>D.</a:t>
            </a:r>
            <a:r>
              <a:rPr lang="zh-CN" altLang="en-US" sz="2800"/>
              <a:t>超线程技术是一种</a:t>
            </a:r>
            <a:r>
              <a:rPr lang="zh-CN" altLang="en-US" sz="2800" strike="sngStrike">
                <a:solidFill>
                  <a:srgbClr val="1818FF"/>
                </a:solidFill>
              </a:rPr>
              <a:t>指令级</a:t>
            </a:r>
            <a:r>
              <a:rPr lang="zh-CN" altLang="en-US" sz="2800"/>
              <a:t>并行技术</a:t>
            </a:r>
            <a:r>
              <a:rPr lang="en-US" altLang="zh-CN" sz="2800"/>
              <a:t>  </a:t>
            </a:r>
            <a:r>
              <a:rPr lang="zh-CN" altLang="en-US" sz="2800" b="1">
                <a:solidFill>
                  <a:srgbClr val="1818FF"/>
                </a:solidFill>
                <a:latin typeface="Times New Roman" panose="02020603050405020304" charset="0"/>
                <a:ea typeface="黑体" panose="02010609060101010101" charset="-122"/>
                <a:cs typeface="Times New Roman" panose="02020603050405020304" charset="0"/>
              </a:rPr>
              <a:t>线程级</a:t>
            </a:r>
            <a:endParaRPr lang="zh-CN" altLang="en-US" sz="2800"/>
          </a:p>
          <a:p>
            <a:endParaRPr lang="zh-CN" altLang="en-US" sz="2800"/>
          </a:p>
          <a:p>
            <a:r>
              <a:rPr lang="en-US" altLang="zh-CN" sz="2800" b="1"/>
              <a:t>5-2</a:t>
            </a:r>
            <a:r>
              <a:rPr lang="en-US" altLang="zh-CN" sz="2800"/>
              <a:t>    </a:t>
            </a:r>
            <a:r>
              <a:rPr lang="zh-CN" altLang="en-US" sz="2800"/>
              <a:t>下列关于</a:t>
            </a:r>
            <a:r>
              <a:rPr lang="en-US" altLang="zh-CN" sz="2800"/>
              <a:t>RISC</a:t>
            </a:r>
            <a:r>
              <a:rPr lang="zh-CN" altLang="en-US" sz="2800"/>
              <a:t>的说法中，错误的是</a:t>
            </a:r>
            <a:r>
              <a:rPr lang="en-US" altLang="zh-CN" sz="2800">
                <a:sym typeface="+mn-ea"/>
              </a:rPr>
              <a:t>__</a:t>
            </a:r>
            <a:r>
              <a:rPr lang="en-US" altLang="zh-CN" sz="2800" b="1">
                <a:solidFill>
                  <a:srgbClr val="1818FF"/>
                </a:solidFill>
                <a:latin typeface="Times New Roman" panose="02020603050405020304" charset="0"/>
                <a:cs typeface="Times New Roman" panose="02020603050405020304" charset="0"/>
                <a:sym typeface="+mn-ea"/>
              </a:rPr>
              <a:t>C</a:t>
            </a:r>
            <a:r>
              <a:rPr lang="en-US" altLang="zh-CN" sz="2800">
                <a:sym typeface="+mn-ea"/>
              </a:rPr>
              <a:t>__</a:t>
            </a:r>
            <a:r>
              <a:rPr lang="zh-CN" altLang="en-US" sz="2800">
                <a:sym typeface="+mn-ea"/>
              </a:rPr>
              <a:t>。</a:t>
            </a:r>
            <a:endParaRPr lang="zh-CN" altLang="en-US" sz="2800"/>
          </a:p>
          <a:p>
            <a:r>
              <a:rPr lang="en-US" altLang="zh-CN" sz="2800"/>
              <a:t>A. RISC</a:t>
            </a:r>
            <a:r>
              <a:rPr lang="zh-CN" altLang="en-US" sz="2800"/>
              <a:t>机器的指令条数比</a:t>
            </a:r>
            <a:r>
              <a:rPr lang="en-US" altLang="zh-CN" sz="2800"/>
              <a:t>CISC</a:t>
            </a:r>
            <a:r>
              <a:rPr lang="zh-CN" altLang="en-US" sz="2800"/>
              <a:t>机器少</a:t>
            </a:r>
            <a:endParaRPr lang="zh-CN" altLang="en-US" sz="2800"/>
          </a:p>
          <a:p>
            <a:r>
              <a:rPr lang="en-US" altLang="zh-CN" sz="2800"/>
              <a:t>B. RISC</a:t>
            </a:r>
            <a:r>
              <a:rPr lang="zh-CN" altLang="en-US" sz="2800"/>
              <a:t>机器的指令平均字长比</a:t>
            </a:r>
            <a:r>
              <a:rPr lang="en-US" altLang="zh-CN" sz="2800"/>
              <a:t>CISC</a:t>
            </a:r>
            <a:r>
              <a:rPr lang="zh-CN" altLang="en-US" sz="2800"/>
              <a:t>机器指令的平均字长短</a:t>
            </a:r>
            <a:endParaRPr lang="zh-CN" altLang="en-US" sz="2800"/>
          </a:p>
          <a:p>
            <a:r>
              <a:rPr lang="en-US" altLang="zh-CN" sz="2800"/>
              <a:t>C. </a:t>
            </a:r>
            <a:r>
              <a:rPr lang="zh-CN" altLang="en-US" sz="2800"/>
              <a:t>对于大多数计算任务来说，</a:t>
            </a:r>
            <a:r>
              <a:rPr lang="en-US" altLang="zh-CN" sz="2800"/>
              <a:t>RISC</a:t>
            </a:r>
            <a:r>
              <a:rPr lang="zh-CN" altLang="en-US" sz="2800"/>
              <a:t>机器程序所用的指令条数比</a:t>
            </a:r>
            <a:r>
              <a:rPr lang="en-US" altLang="zh-CN" sz="2800"/>
              <a:t>CISC</a:t>
            </a:r>
            <a:r>
              <a:rPr lang="zh-CN" altLang="en-US" sz="2800"/>
              <a:t>机器</a:t>
            </a:r>
            <a:r>
              <a:rPr lang="zh-CN" altLang="en-US" sz="2800" strike="sngStrike">
                <a:solidFill>
                  <a:srgbClr val="1818FF"/>
                </a:solidFill>
              </a:rPr>
              <a:t>少</a:t>
            </a:r>
            <a:r>
              <a:rPr lang="en-US" altLang="zh-CN" sz="2800">
                <a:solidFill>
                  <a:srgbClr val="1818FF"/>
                </a:solidFill>
              </a:rPr>
              <a:t>   </a:t>
            </a:r>
            <a:r>
              <a:rPr lang="zh-CN" altLang="en-US" sz="2800" b="1">
                <a:solidFill>
                  <a:srgbClr val="1818FF"/>
                </a:solidFill>
                <a:latin typeface="黑体" panose="02010609060101010101" charset="-122"/>
                <a:ea typeface="黑体" panose="02010609060101010101" charset="-122"/>
              </a:rPr>
              <a:t>多</a:t>
            </a:r>
            <a:endParaRPr lang="zh-CN" altLang="en-US" sz="2800"/>
          </a:p>
          <a:p>
            <a:r>
              <a:rPr lang="en-US" altLang="zh-CN" sz="2800"/>
              <a:t>D. RISC</a:t>
            </a:r>
            <a:r>
              <a:rPr lang="zh-CN" altLang="en-US" sz="2800"/>
              <a:t>机器和</a:t>
            </a:r>
            <a:r>
              <a:rPr lang="en-US" altLang="zh-CN" sz="2800"/>
              <a:t>CISC</a:t>
            </a:r>
            <a:r>
              <a:rPr lang="zh-CN" altLang="en-US" sz="2800"/>
              <a:t>机器都在发展</a:t>
            </a:r>
            <a:endParaRPr lang="zh-CN" altLang="en-US" sz="280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81000" y="386080"/>
            <a:ext cx="8629650" cy="5692775"/>
          </a:xfrm>
          <a:prstGeom prst="rect">
            <a:avLst/>
          </a:prstGeom>
          <a:noFill/>
        </p:spPr>
        <p:txBody>
          <a:bodyPr wrap="square" rtlCol="0" anchor="t">
            <a:spAutoFit/>
          </a:bodyPr>
          <a:p>
            <a:r>
              <a:rPr lang="en-US" altLang="zh-CN" sz="2800" b="1"/>
              <a:t>6-3</a:t>
            </a:r>
            <a:r>
              <a:rPr lang="en-US" altLang="zh-CN" sz="2800"/>
              <a:t>    </a:t>
            </a:r>
            <a:r>
              <a:rPr lang="zh-CN" altLang="en-US" sz="2800"/>
              <a:t>以下表述不正确的是</a:t>
            </a:r>
            <a:r>
              <a:rPr lang="en-US" altLang="zh-CN" sz="2800"/>
              <a:t>___</a:t>
            </a:r>
            <a:r>
              <a:rPr lang="en-US" altLang="zh-CN" sz="2800" b="1">
                <a:solidFill>
                  <a:srgbClr val="1818FF"/>
                </a:solidFill>
                <a:latin typeface="Times New Roman" panose="02020603050405020304" charset="0"/>
                <a:cs typeface="Times New Roman" panose="02020603050405020304" charset="0"/>
                <a:sym typeface="+mn-ea"/>
              </a:rPr>
              <a:t>C</a:t>
            </a:r>
            <a:r>
              <a:rPr lang="en-US" altLang="zh-CN" sz="2800"/>
              <a:t>___</a:t>
            </a:r>
            <a:r>
              <a:rPr lang="zh-CN" altLang="en-US" sz="2800"/>
              <a:t>。</a:t>
            </a:r>
            <a:endParaRPr lang="zh-CN" altLang="en-US" sz="2800"/>
          </a:p>
          <a:p>
            <a:r>
              <a:rPr lang="en-US" altLang="zh-CN" sz="2800"/>
              <a:t>A. </a:t>
            </a:r>
            <a:r>
              <a:rPr lang="zh-CN" altLang="en-US" sz="2800"/>
              <a:t>超标量技术让多条流水线同时运行，其实质是以空间换取时间</a:t>
            </a:r>
            <a:endParaRPr lang="zh-CN" altLang="en-US" sz="2800"/>
          </a:p>
          <a:p>
            <a:r>
              <a:rPr lang="en-US" altLang="zh-CN" sz="2800"/>
              <a:t>B. </a:t>
            </a:r>
            <a:r>
              <a:rPr lang="zh-CN" altLang="en-US" sz="2800"/>
              <a:t>多核处理机中，要利用发挥处理机的性能，必须保证各个核心上的复杂均衡</a:t>
            </a:r>
            <a:endParaRPr lang="zh-CN" altLang="en-US" sz="2800"/>
          </a:p>
          <a:p>
            <a:r>
              <a:rPr lang="en-US" altLang="zh-CN" sz="2800"/>
              <a:t>C. </a:t>
            </a:r>
            <a:r>
              <a:rPr lang="zh-CN" altLang="en-US" sz="2800"/>
              <a:t>现代计算机系统的存储容量越来越大，足够软件使用故称为</a:t>
            </a:r>
            <a:r>
              <a:rPr lang="en-US" altLang="zh-CN" sz="2800"/>
              <a:t>“</a:t>
            </a:r>
            <a:r>
              <a:rPr lang="zh-CN" altLang="en-US" sz="2800"/>
              <a:t>存储墙</a:t>
            </a:r>
            <a:r>
              <a:rPr lang="en-US" altLang="zh-CN" sz="2800"/>
              <a:t>”</a:t>
            </a:r>
            <a:endParaRPr lang="en-US" altLang="zh-CN" sz="2800"/>
          </a:p>
          <a:p>
            <a:r>
              <a:rPr lang="en-US" altLang="zh-CN" sz="2800"/>
              <a:t>D. </a:t>
            </a:r>
            <a:r>
              <a:rPr lang="zh-CN" altLang="en-US" sz="2800"/>
              <a:t>异构多核处理机可以同时发挥不同类型处理机各自的长处，来满足不同种类的应用的性能和功耗需求</a:t>
            </a:r>
            <a:endParaRPr lang="zh-CN" altLang="en-US" sz="2800"/>
          </a:p>
          <a:p>
            <a:endParaRPr lang="en-US" altLang="zh-CN" sz="2800"/>
          </a:p>
          <a:p>
            <a:r>
              <a:rPr lang="en-US" altLang="zh-CN" sz="2800" b="1"/>
              <a:t>6-4</a:t>
            </a:r>
            <a:r>
              <a:rPr lang="en-US" altLang="zh-CN" sz="2800"/>
              <a:t>    RISC</a:t>
            </a:r>
            <a:r>
              <a:rPr lang="zh-CN" altLang="en-US" sz="2800"/>
              <a:t>思想主要基于</a:t>
            </a:r>
            <a:r>
              <a:rPr lang="en-US" altLang="zh-CN" sz="2800">
                <a:sym typeface="+mn-ea"/>
              </a:rPr>
              <a:t>___</a:t>
            </a:r>
            <a:r>
              <a:rPr lang="en-US" altLang="zh-CN" sz="2800" b="1">
                <a:solidFill>
                  <a:srgbClr val="1818FF"/>
                </a:solidFill>
                <a:latin typeface="Times New Roman" panose="02020603050405020304" charset="0"/>
                <a:cs typeface="Times New Roman" panose="02020603050405020304" charset="0"/>
                <a:sym typeface="+mn-ea"/>
              </a:rPr>
              <a:t>D</a:t>
            </a:r>
            <a:r>
              <a:rPr lang="en-US" altLang="zh-CN" sz="2800">
                <a:sym typeface="+mn-ea"/>
              </a:rPr>
              <a:t>___</a:t>
            </a:r>
            <a:r>
              <a:rPr lang="zh-CN" altLang="en-US" sz="2800">
                <a:sym typeface="+mn-ea"/>
              </a:rPr>
              <a:t>。</a:t>
            </a:r>
            <a:endParaRPr lang="zh-CN" altLang="en-US" sz="2800"/>
          </a:p>
          <a:p>
            <a:r>
              <a:rPr lang="en-US" altLang="zh-CN" sz="2800"/>
              <a:t>A. </a:t>
            </a:r>
            <a:r>
              <a:rPr lang="zh-CN" altLang="en-US" sz="2800"/>
              <a:t>减少指令的平均执行周期数</a:t>
            </a:r>
            <a:r>
              <a:rPr lang="en-US" altLang="zh-CN" sz="2800"/>
              <a:t>      B. </a:t>
            </a:r>
            <a:r>
              <a:rPr lang="zh-CN" altLang="en-US" sz="2800"/>
              <a:t>减少硬件的复杂度</a:t>
            </a:r>
            <a:endParaRPr lang="zh-CN" altLang="en-US" sz="2800"/>
          </a:p>
          <a:p>
            <a:r>
              <a:rPr lang="en-US" altLang="zh-CN" sz="2800"/>
              <a:t>C. </a:t>
            </a:r>
            <a:r>
              <a:rPr lang="zh-CN" altLang="en-US" sz="2800"/>
              <a:t>便于编译器编译</a:t>
            </a:r>
            <a:r>
              <a:rPr lang="en-US" altLang="zh-CN" sz="2800"/>
              <a:t>                             D. </a:t>
            </a:r>
            <a:r>
              <a:rPr lang="zh-CN" altLang="en-US" sz="2800"/>
              <a:t>减少指令的复杂度</a:t>
            </a:r>
            <a:endParaRPr lang="zh-CN" altLang="en-US" sz="2800"/>
          </a:p>
        </p:txBody>
      </p:sp>
      <p:sp>
        <p:nvSpPr>
          <p:cNvPr id="3" name="文本框 2"/>
          <p:cNvSpPr txBox="1"/>
          <p:nvPr/>
        </p:nvSpPr>
        <p:spPr>
          <a:xfrm>
            <a:off x="5244465" y="4535170"/>
            <a:ext cx="3704590" cy="368300"/>
          </a:xfrm>
          <a:prstGeom prst="rect">
            <a:avLst/>
          </a:prstGeom>
          <a:noFill/>
        </p:spPr>
        <p:txBody>
          <a:bodyPr wrap="square" rtlCol="0">
            <a:spAutoFit/>
          </a:bodyPr>
          <a:p>
            <a:r>
              <a:rPr lang="en-US" altLang="zh-CN" b="1">
                <a:solidFill>
                  <a:srgbClr val="FF0000"/>
                </a:solidFill>
                <a:latin typeface="Times New Roman" panose="02020603050405020304" charset="0"/>
                <a:cs typeface="Times New Roman" panose="02020603050405020304" charset="0"/>
              </a:rPr>
              <a:t>R</a:t>
            </a:r>
            <a:r>
              <a:rPr lang="en-US" altLang="zh-CN" b="1">
                <a:solidFill>
                  <a:srgbClr val="1818FF"/>
                </a:solidFill>
                <a:latin typeface="Times New Roman" panose="02020603050405020304" charset="0"/>
                <a:cs typeface="Times New Roman" panose="02020603050405020304" charset="0"/>
              </a:rPr>
              <a:t>educed </a:t>
            </a:r>
            <a:r>
              <a:rPr lang="en-US" altLang="zh-CN" b="1">
                <a:solidFill>
                  <a:srgbClr val="FF0000"/>
                </a:solidFill>
                <a:latin typeface="Times New Roman" panose="02020603050405020304" charset="0"/>
                <a:cs typeface="Times New Roman" panose="02020603050405020304" charset="0"/>
              </a:rPr>
              <a:t>I</a:t>
            </a:r>
            <a:r>
              <a:rPr lang="en-US" altLang="zh-CN" b="1">
                <a:solidFill>
                  <a:srgbClr val="1818FF"/>
                </a:solidFill>
                <a:latin typeface="Times New Roman" panose="02020603050405020304" charset="0"/>
                <a:cs typeface="Times New Roman" panose="02020603050405020304" charset="0"/>
              </a:rPr>
              <a:t>nstruction </a:t>
            </a:r>
            <a:r>
              <a:rPr lang="en-US" altLang="zh-CN" b="1">
                <a:solidFill>
                  <a:srgbClr val="FF0000"/>
                </a:solidFill>
                <a:latin typeface="Times New Roman" panose="02020603050405020304" charset="0"/>
                <a:cs typeface="Times New Roman" panose="02020603050405020304" charset="0"/>
              </a:rPr>
              <a:t>S</a:t>
            </a:r>
            <a:r>
              <a:rPr lang="en-US" altLang="zh-CN" b="1">
                <a:solidFill>
                  <a:srgbClr val="1818FF"/>
                </a:solidFill>
                <a:latin typeface="Times New Roman" panose="02020603050405020304" charset="0"/>
                <a:cs typeface="Times New Roman" panose="02020603050405020304" charset="0"/>
              </a:rPr>
              <a:t>et </a:t>
            </a:r>
            <a:r>
              <a:rPr lang="en-US" altLang="zh-CN" b="1">
                <a:solidFill>
                  <a:srgbClr val="FF0000"/>
                </a:solidFill>
                <a:latin typeface="Times New Roman" panose="02020603050405020304" charset="0"/>
                <a:cs typeface="Times New Roman" panose="02020603050405020304" charset="0"/>
              </a:rPr>
              <a:t>C</a:t>
            </a:r>
            <a:r>
              <a:rPr lang="en-US" altLang="zh-CN" b="1">
                <a:solidFill>
                  <a:srgbClr val="1818FF"/>
                </a:solidFill>
                <a:latin typeface="Times New Roman" panose="02020603050405020304" charset="0"/>
                <a:cs typeface="Times New Roman" panose="02020603050405020304" charset="0"/>
              </a:rPr>
              <a:t>omputer</a:t>
            </a:r>
            <a:endParaRPr lang="en-US" altLang="zh-CN" b="1">
              <a:solidFill>
                <a:srgbClr val="1818FF"/>
              </a:solidFill>
              <a:latin typeface="Times New Roman" panose="02020603050405020304" charset="0"/>
              <a:cs typeface="Times New Roman" panose="02020603050405020304" charset="0"/>
            </a:endParaRPr>
          </a:p>
        </p:txBody>
      </p:sp>
      <p:sp>
        <p:nvSpPr>
          <p:cNvPr id="5" name="文本框 4"/>
          <p:cNvSpPr txBox="1"/>
          <p:nvPr/>
        </p:nvSpPr>
        <p:spPr>
          <a:xfrm>
            <a:off x="3401695" y="3000375"/>
            <a:ext cx="5053330" cy="368300"/>
          </a:xfrm>
          <a:prstGeom prst="rect">
            <a:avLst/>
          </a:prstGeom>
          <a:noFill/>
        </p:spPr>
        <p:txBody>
          <a:bodyPr wrap="square" rtlCol="0" anchor="t">
            <a:spAutoFit/>
          </a:bodyPr>
          <a:p>
            <a:r>
              <a:rPr lang="en-US" altLang="zh-CN" b="1">
                <a:solidFill>
                  <a:srgbClr val="1818FF"/>
                </a:solidFill>
                <a:latin typeface="黑体" panose="02010609060101010101" charset="-122"/>
                <a:ea typeface="黑体" panose="02010609060101010101" charset="-122"/>
                <a:cs typeface="黑体" panose="02010609060101010101" charset="-122"/>
              </a:rPr>
              <a:t>"</a:t>
            </a:r>
            <a:r>
              <a:rPr lang="zh-CN" altLang="en-US" b="1">
                <a:solidFill>
                  <a:srgbClr val="1818FF"/>
                </a:solidFill>
                <a:latin typeface="黑体" panose="02010609060101010101" charset="-122"/>
                <a:ea typeface="黑体" panose="02010609060101010101" charset="-122"/>
                <a:cs typeface="黑体" panose="02010609060101010101" charset="-122"/>
              </a:rPr>
              <a:t>存储墙</a:t>
            </a:r>
            <a:r>
              <a:rPr lang="en-US" altLang="zh-CN" b="1">
                <a:solidFill>
                  <a:srgbClr val="1818FF"/>
                </a:solidFill>
                <a:latin typeface="黑体" panose="02010609060101010101" charset="-122"/>
                <a:ea typeface="黑体" panose="02010609060101010101" charset="-122"/>
                <a:cs typeface="黑体" panose="02010609060101010101" charset="-122"/>
              </a:rPr>
              <a:t>"</a:t>
            </a:r>
            <a:r>
              <a:rPr lang="zh-CN" altLang="en-US" b="1">
                <a:solidFill>
                  <a:srgbClr val="1818FF"/>
                </a:solidFill>
                <a:latin typeface="黑体" panose="02010609060101010101" charset="-122"/>
                <a:ea typeface="黑体" panose="02010609060101010101" charset="-122"/>
                <a:cs typeface="黑体" panose="02010609060101010101" charset="-122"/>
              </a:rPr>
              <a:t>指</a:t>
            </a:r>
            <a:r>
              <a:rPr lang="en-US" altLang="zh-CN" b="1">
                <a:solidFill>
                  <a:srgbClr val="1818FF"/>
                </a:solidFill>
                <a:latin typeface="Times New Roman" panose="02020603050405020304" charset="0"/>
                <a:ea typeface="黑体" panose="02010609060101010101" charset="-122"/>
                <a:cs typeface="Times New Roman" panose="02020603050405020304" charset="0"/>
              </a:rPr>
              <a:t>CPU</a:t>
            </a:r>
            <a:r>
              <a:rPr lang="zh-CN" altLang="en-US" b="1">
                <a:solidFill>
                  <a:srgbClr val="1818FF"/>
                </a:solidFill>
                <a:latin typeface="黑体" panose="02010609060101010101" charset="-122"/>
                <a:ea typeface="黑体" panose="02010609060101010101" charset="-122"/>
                <a:cs typeface="黑体" panose="02010609060101010101" charset="-122"/>
              </a:rPr>
              <a:t>与内存的速度鸿沟，与容量无关。</a:t>
            </a:r>
            <a:endParaRPr lang="zh-CN" altLang="en-US" b="1">
              <a:solidFill>
                <a:srgbClr val="1818FF"/>
              </a:solidFill>
              <a:latin typeface="黑体" panose="02010609060101010101" charset="-122"/>
              <a:ea typeface="黑体" panose="02010609060101010101" charset="-122"/>
              <a:cs typeface="黑体" panose="02010609060101010101" charset="-122"/>
            </a:endParaRPr>
          </a:p>
        </p:txBody>
      </p:sp>
    </p:spTree>
  </p:cSld>
  <p:clrMapOvr>
    <a:masterClrMapping/>
  </p:clrMapOvr>
</p:sld>
</file>

<file path=ppt/theme/theme1.xml><?xml version="1.0" encoding="utf-8"?>
<a:theme xmlns:a="http://schemas.openxmlformats.org/drawingml/2006/main" name="USTC-1-4x3">
  <a:themeElements>
    <a:clrScheme name="teach">
      <a:dk1>
        <a:srgbClr val="11344A"/>
      </a:dk1>
      <a:lt1>
        <a:srgbClr val="E6F5FF"/>
      </a:lt1>
      <a:dk2>
        <a:srgbClr val="11344A"/>
      </a:dk2>
      <a:lt2>
        <a:srgbClr val="E6F5FF"/>
      </a:lt2>
      <a:accent1>
        <a:srgbClr val="115D8A"/>
      </a:accent1>
      <a:accent2>
        <a:srgbClr val="19B5CA"/>
      </a:accent2>
      <a:accent3>
        <a:srgbClr val="FFCA0F"/>
      </a:accent3>
      <a:accent4>
        <a:srgbClr val="D28527"/>
      </a:accent4>
      <a:accent5>
        <a:srgbClr val="CE2424"/>
      </a:accent5>
      <a:accent6>
        <a:srgbClr val="37990E"/>
      </a:accent6>
      <a:hlink>
        <a:srgbClr val="0563C1"/>
      </a:hlink>
      <a:folHlink>
        <a:srgbClr val="954F72"/>
      </a:folHlink>
    </a:clrScheme>
    <a:fontScheme name="teach">
      <a:majorFont>
        <a:latin typeface="Candara"/>
        <a:ea typeface="微软雅黑"/>
        <a:cs typeface=""/>
      </a:majorFont>
      <a:minorFont>
        <a:latin typeface="Candara"/>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USTC-1-4x3">
  <a:themeElements>
    <a:clrScheme name="teach">
      <a:dk1>
        <a:srgbClr val="11344A"/>
      </a:dk1>
      <a:lt1>
        <a:srgbClr val="E6F5FF"/>
      </a:lt1>
      <a:dk2>
        <a:srgbClr val="11344A"/>
      </a:dk2>
      <a:lt2>
        <a:srgbClr val="E6F5FF"/>
      </a:lt2>
      <a:accent1>
        <a:srgbClr val="115D8A"/>
      </a:accent1>
      <a:accent2>
        <a:srgbClr val="19B5CA"/>
      </a:accent2>
      <a:accent3>
        <a:srgbClr val="FFCA0F"/>
      </a:accent3>
      <a:accent4>
        <a:srgbClr val="D28527"/>
      </a:accent4>
      <a:accent5>
        <a:srgbClr val="CE2424"/>
      </a:accent5>
      <a:accent6>
        <a:srgbClr val="37990E"/>
      </a:accent6>
      <a:hlink>
        <a:srgbClr val="0563C1"/>
      </a:hlink>
      <a:folHlink>
        <a:srgbClr val="954F72"/>
      </a:folHlink>
    </a:clrScheme>
    <a:fontScheme name="teach">
      <a:majorFont>
        <a:latin typeface="Candara"/>
        <a:ea typeface="微软雅黑"/>
        <a:cs typeface=""/>
      </a:majorFont>
      <a:minorFont>
        <a:latin typeface="Candara"/>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8696</Words>
  <Application>WPS 演示</Application>
  <PresentationFormat>宽屏</PresentationFormat>
  <Paragraphs>627</Paragraphs>
  <Slides>45</Slides>
  <Notes>0</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45</vt:i4>
      </vt:variant>
    </vt:vector>
  </HeadingPairs>
  <TitlesOfParts>
    <vt:vector size="59" baseType="lpstr">
      <vt:lpstr>Arial</vt:lpstr>
      <vt:lpstr>宋体</vt:lpstr>
      <vt:lpstr>Wingdings</vt:lpstr>
      <vt:lpstr>Times New Roman</vt:lpstr>
      <vt:lpstr>黑体</vt:lpstr>
      <vt:lpstr>等线</vt:lpstr>
      <vt:lpstr>微软雅黑</vt:lpstr>
      <vt:lpstr>Candara</vt:lpstr>
      <vt:lpstr>Arial Unicode MS</vt:lpstr>
      <vt:lpstr>Calibri</vt:lpstr>
      <vt:lpstr>Times New Roman</vt:lpstr>
      <vt:lpstr>等线 Light</vt:lpstr>
      <vt:lpstr>USTC-1-4x3</vt:lpstr>
      <vt:lpstr>1_USTC-1-4x3</vt:lpstr>
      <vt:lpstr>PowerPoint 演示文稿</vt:lpstr>
      <vt:lpstr>PowerPoint 演示文稿</vt:lpstr>
      <vt:lpstr>PowerPoint 演示文稿</vt:lpstr>
      <vt:lpstr>PowerPoint 演示文稿</vt:lpstr>
      <vt:lpstr>1.9</vt:lpstr>
      <vt:lpstr>补充1.16</vt:lpstr>
      <vt:lpstr>补充1.17</vt:lpstr>
      <vt:lpstr>补充1.17</vt:lpstr>
      <vt:lpstr>补充1.18</vt:lpstr>
      <vt:lpstr>补充1.18</vt:lpstr>
      <vt:lpstr>补充1.19</vt:lpstr>
      <vt:lpstr>补充1.19</vt:lpstr>
      <vt:lpstr>补充1.20</vt:lpstr>
      <vt:lpstr>补充1.21</vt:lpstr>
      <vt:lpstr>PowerPoint 演示文稿</vt:lpstr>
      <vt:lpstr>2.1</vt:lpstr>
      <vt:lpstr>PowerPoint 演示文稿</vt:lpstr>
      <vt:lpstr>2.10</vt:lpstr>
      <vt:lpstr>2.12</vt:lpstr>
      <vt:lpstr>2.13</vt:lpstr>
      <vt:lpstr>2.14</vt:lpstr>
      <vt:lpstr>2.15</vt:lpstr>
      <vt:lpstr>PowerPoint 演示文稿</vt:lpstr>
      <vt:lpstr>PowerPoint 演示文稿</vt:lpstr>
      <vt:lpstr>PowerPoint 演示文稿</vt:lpstr>
      <vt:lpstr>PowerPoint 演示文稿</vt:lpstr>
      <vt:lpstr>补充2.27</vt:lpstr>
      <vt:lpstr>补充2.27</vt:lpstr>
      <vt:lpstr>补充2.28</vt:lpstr>
      <vt:lpstr>补充2.29</vt:lpstr>
      <vt:lpstr>PowerPoint 演示文稿</vt:lpstr>
      <vt:lpstr>补充2.31</vt:lpstr>
      <vt:lpstr>补充2.31</vt:lpstr>
      <vt:lpstr>补充2.32</vt:lpstr>
      <vt:lpstr>补充2.32</vt:lpstr>
      <vt:lpstr>PowerPoint 演示文稿</vt:lpstr>
      <vt:lpstr>2-1  （教材P91页，习题2.6）</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szy</dc:creator>
  <cp:lastModifiedBy>盛赵阳</cp:lastModifiedBy>
  <cp:revision>11</cp:revision>
  <dcterms:created xsi:type="dcterms:W3CDTF">2023-08-09T12:44:00Z</dcterms:created>
  <dcterms:modified xsi:type="dcterms:W3CDTF">2025-06-06T03:50:13Z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3B0086CAF875411CACBDA13AB9801EF4_13</vt:lpwstr>
  </property>
  <property fmtid="{D5CDD505-2E9C-101B-9397-08002B2CF9AE}" pid="3" name="KSOProductBuildVer">
    <vt:lpwstr>2052-12.1.0.20305</vt:lpwstr>
  </property>
</Properties>
</file>